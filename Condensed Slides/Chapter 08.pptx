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1545" r:id="rId3"/>
    <p:sldId id="1154" r:id="rId4"/>
    <p:sldId id="1546" r:id="rId5"/>
    <p:sldId id="1547" r:id="rId6"/>
    <p:sldId id="1558" r:id="rId7"/>
    <p:sldId id="1559" r:id="rId8"/>
    <p:sldId id="1560" r:id="rId9"/>
    <p:sldId id="1561" r:id="rId10"/>
    <p:sldId id="1562" r:id="rId11"/>
    <p:sldId id="1591" r:id="rId12"/>
    <p:sldId id="1605" r:id="rId13"/>
    <p:sldId id="1622" r:id="rId14"/>
    <p:sldId id="1634" r:id="rId15"/>
    <p:sldId id="1651" r:id="rId16"/>
    <p:sldId id="1658" r:id="rId17"/>
    <p:sldId id="1660" r:id="rId18"/>
    <p:sldId id="166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>
        <p:scale>
          <a:sx n="93" d="100"/>
          <a:sy n="93" d="100"/>
        </p:scale>
        <p:origin x="1188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Huynh" userId="01a137d4-0d81-46e0-aca6-c9185b391828" providerId="ADAL" clId="{FDDD7D90-4293-4F5B-B440-645EABB52817}"/>
    <pc:docChg chg="undo redo custSel addSld delSld modSld">
      <pc:chgData name="Minh Huynh" userId="01a137d4-0d81-46e0-aca6-c9185b391828" providerId="ADAL" clId="{FDDD7D90-4293-4F5B-B440-645EABB52817}" dt="2026-10-13T05:01:01.950" v="1064"/>
      <pc:docMkLst>
        <pc:docMk/>
      </pc:docMkLst>
      <pc:sldChg chg="modSp mod">
        <pc:chgData name="Minh Huynh" userId="01a137d4-0d81-46e0-aca6-c9185b391828" providerId="ADAL" clId="{FDDD7D90-4293-4F5B-B440-645EABB52817}" dt="2026-10-13T04:37:44.088" v="56" actId="20577"/>
        <pc:sldMkLst>
          <pc:docMk/>
          <pc:sldMk cId="1972624584" sldId="257"/>
        </pc:sldMkLst>
        <pc:spChg chg="mod">
          <ac:chgData name="Minh Huynh" userId="01a137d4-0d81-46e0-aca6-c9185b391828" providerId="ADAL" clId="{FDDD7D90-4293-4F5B-B440-645EABB52817}" dt="2026-10-13T04:37:44.088" v="56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addSp delSp modSp mod">
        <pc:chgData name="Minh Huynh" userId="01a137d4-0d81-46e0-aca6-c9185b391828" providerId="ADAL" clId="{FDDD7D90-4293-4F5B-B440-645EABB52817}" dt="2026-10-13T04:40:11.601" v="143" actId="20577"/>
        <pc:sldMkLst>
          <pc:docMk/>
          <pc:sldMk cId="1166963934" sldId="883"/>
        </pc:sldMkLst>
        <pc:spChg chg="mod">
          <ac:chgData name="Minh Huynh" userId="01a137d4-0d81-46e0-aca6-c9185b391828" providerId="ADAL" clId="{FDDD7D90-4293-4F5B-B440-645EABB52817}" dt="2026-10-13T04:38:25.370" v="79" actId="20577"/>
          <ac:spMkLst>
            <pc:docMk/>
            <pc:sldMk cId="1166963934" sldId="883"/>
            <ac:spMk id="4" creationId="{7BC73E8E-0D58-4B4B-A5C4-A8AE38997407}"/>
          </ac:spMkLst>
        </pc:spChg>
        <pc:spChg chg="mod">
          <ac:chgData name="Minh Huynh" userId="01a137d4-0d81-46e0-aca6-c9185b391828" providerId="ADAL" clId="{FDDD7D90-4293-4F5B-B440-645EABB52817}" dt="2026-10-13T04:40:11.601" v="143" actId="20577"/>
          <ac:spMkLst>
            <pc:docMk/>
            <pc:sldMk cId="1166963934" sldId="883"/>
            <ac:spMk id="5" creationId="{3BBBF4A9-1FF9-45CB-8257-FB748ECAEB1A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2" creationId="{43102589-278B-4DC4-9794-B528FFF940B4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3" creationId="{089F1E2C-6803-49BE-9D61-B9BC89CF5692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4" creationId="{039BD274-1FBB-4B90-A273-FB7D6721ADC4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5" creationId="{5C2EBF6D-C0B1-424F-8046-595ED6F57DD9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6" creationId="{2001B430-C0AD-4C1A-9FAB-114FDECA0FD6}"/>
          </ac:spMkLst>
        </pc:spChg>
        <pc:picChg chg="add mod">
          <ac:chgData name="Minh Huynh" userId="01a137d4-0d81-46e0-aca6-c9185b391828" providerId="ADAL" clId="{FDDD7D90-4293-4F5B-B440-645EABB52817}" dt="2026-10-13T04:39:39.392" v="98" actId="1076"/>
          <ac:picMkLst>
            <pc:docMk/>
            <pc:sldMk cId="1166963934" sldId="883"/>
            <ac:picMk id="2" creationId="{E7851CAB-89FE-468A-8C22-3319479649C7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6" creationId="{3F04CC4E-1DD0-49D2-9B41-945DDAC7CC16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7" creationId="{59BE3A8D-52DD-42A7-B31E-C2EE181C6200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8" creationId="{38760B24-4659-433D-A09B-DF5E47D87FC7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9" creationId="{AFC6710E-D054-4E0D-8441-EE0B4AB8A62E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10" creationId="{A47E43FA-B9AB-4971-80A6-CDA46AD20B39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11" creationId="{AAB36EE9-4533-4095-9A22-F340B3171B7A}"/>
          </ac:picMkLst>
        </pc:picChg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309281588" sldId="884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738950240" sldId="885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430599913" sldId="886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340834930" sldId="887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4146570137" sldId="888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07197115" sldId="889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509385675" sldId="890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820829822" sldId="891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385764416" sldId="892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806179161" sldId="893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3075116588" sldId="894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3993957004" sldId="895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803991064" sldId="896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003971633" sldId="897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170087405" sldId="898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24993826" sldId="899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572259855" sldId="900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32970683" sldId="901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487047363" sldId="902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407186605" sldId="903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787648695" sldId="904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045422390" sldId="905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4258506999" sldId="906"/>
        </pc:sldMkLst>
      </pc:sldChg>
      <pc:sldChg chg="addSp delSp modSp add mod">
        <pc:chgData name="Minh Huynh" userId="01a137d4-0d81-46e0-aca6-c9185b391828" providerId="ADAL" clId="{FDDD7D90-4293-4F5B-B440-645EABB52817}" dt="2026-10-13T04:41:30.553" v="180" actId="20577"/>
        <pc:sldMkLst>
          <pc:docMk/>
          <pc:sldMk cId="950690789" sldId="4365"/>
        </pc:sldMkLst>
        <pc:spChg chg="del">
          <ac:chgData name="Minh Huynh" userId="01a137d4-0d81-46e0-aca6-c9185b391828" providerId="ADAL" clId="{FDDD7D90-4293-4F5B-B440-645EABB52817}" dt="2026-10-13T04:40:39.201" v="146" actId="478"/>
          <ac:spMkLst>
            <pc:docMk/>
            <pc:sldMk cId="950690789" sldId="4365"/>
            <ac:spMk id="10" creationId="{51B2FABE-FB8E-4A85-8D28-32363A4A69E4}"/>
          </ac:spMkLst>
        </pc:spChg>
        <pc:spChg chg="mod">
          <ac:chgData name="Minh Huynh" userId="01a137d4-0d81-46e0-aca6-c9185b391828" providerId="ADAL" clId="{FDDD7D90-4293-4F5B-B440-645EABB52817}" dt="2026-10-13T04:40:53.839" v="150" actId="313"/>
          <ac:spMkLst>
            <pc:docMk/>
            <pc:sldMk cId="950690789" sldId="4365"/>
            <ac:spMk id="12" creationId="{6E505B16-BFC8-4BA2-87BE-B51040B50F96}"/>
          </ac:spMkLst>
        </pc:spChg>
        <pc:spChg chg="add mod">
          <ac:chgData name="Minh Huynh" userId="01a137d4-0d81-46e0-aca6-c9185b391828" providerId="ADAL" clId="{FDDD7D90-4293-4F5B-B440-645EABB52817}" dt="2026-10-13T04:41:30.553" v="180" actId="20577"/>
          <ac:spMkLst>
            <pc:docMk/>
            <pc:sldMk cId="950690789" sldId="4365"/>
            <ac:spMk id="13" creationId="{D22414B0-52D8-4495-B2EF-0FCCCE1F38C5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23" creationId="{33EFA293-6CAE-4CA3-9D2A-C51CB59C5543}"/>
          </ac:spMkLst>
        </pc:spChg>
      </pc:sldChg>
      <pc:sldChg chg="delSp add del">
        <pc:chgData name="Minh Huynh" userId="01a137d4-0d81-46e0-aca6-c9185b391828" providerId="ADAL" clId="{FDDD7D90-4293-4F5B-B440-645EABB52817}" dt="2026-10-13T04:41:35.382" v="182" actId="47"/>
        <pc:sldMkLst>
          <pc:docMk/>
          <pc:sldMk cId="3132228919" sldId="4366"/>
        </pc:sldMkLst>
        <pc:spChg chg="del">
          <ac:chgData name="Minh Huynh" userId="01a137d4-0d81-46e0-aca6-c9185b391828" providerId="ADAL" clId="{FDDD7D90-4293-4F5B-B440-645EABB52817}" dt="2026-10-13T04:41:04.567" v="152" actId="478"/>
          <ac:spMkLst>
            <pc:docMk/>
            <pc:sldMk cId="3132228919" sldId="4366"/>
            <ac:spMk id="12" creationId="{6E505B16-BFC8-4BA2-87BE-B51040B50F96}"/>
          </ac:spMkLst>
        </pc:spChg>
        <pc:picChg chg="del">
          <ac:chgData name="Minh Huynh" userId="01a137d4-0d81-46e0-aca6-c9185b391828" providerId="ADAL" clId="{FDDD7D90-4293-4F5B-B440-645EABB52817}" dt="2026-10-13T04:41:04.567" v="152" actId="478"/>
          <ac:picMkLst>
            <pc:docMk/>
            <pc:sldMk cId="3132228919" sldId="4366"/>
            <ac:picMk id="11" creationId="{E5D13A11-A2D9-4872-992F-0954755C602F}"/>
          </ac:picMkLst>
        </pc:picChg>
      </pc:sldChg>
      <pc:sldChg chg="addSp delSp modSp add mod">
        <pc:chgData name="Minh Huynh" userId="01a137d4-0d81-46e0-aca6-c9185b391828" providerId="ADAL" clId="{FDDD7D90-4293-4F5B-B440-645EABB52817}" dt="2026-10-13T04:41:34.323" v="181"/>
        <pc:sldMkLst>
          <pc:docMk/>
          <pc:sldMk cId="3735371360" sldId="4378"/>
        </pc:sldMkLst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23" creationId="{33EFA293-6CAE-4CA3-9D2A-C51CB59C5543}"/>
          </ac:spMkLst>
        </pc:spChg>
        <pc:spChg chg="add mod">
          <ac:chgData name="Minh Huynh" userId="01a137d4-0d81-46e0-aca6-c9185b391828" providerId="ADAL" clId="{FDDD7D90-4293-4F5B-B440-645EABB52817}" dt="2026-10-13T04:41:34.323" v="181"/>
          <ac:spMkLst>
            <pc:docMk/>
            <pc:sldMk cId="3735371360" sldId="4378"/>
            <ac:spMk id="43" creationId="{8FAB47D2-8F30-4EC2-AAA8-D5FE8B30A2CA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43:09.846" v="225" actId="20577"/>
        <pc:sldMkLst>
          <pc:docMk/>
          <pc:sldMk cId="3009185353" sldId="4379"/>
        </pc:sldMkLst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3" creationId="{91AAB39F-90C3-4E09-9411-CB53C15B2A7E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38" creationId="{BA9AD03F-F832-4CF0-9688-23090112DB24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39" creationId="{A48AED5E-688A-4972-9ECC-468EEE1E8737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40" creationId="{BBD2CF4F-C1E6-4193-BF56-247C22E835C1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41" creationId="{4192CDE5-20A5-481F-86D7-2468331B10EE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42" creationId="{1CA853C0-1A11-48C5-9AD1-D5E67C70DBCF}"/>
          </ac:spMkLst>
        </pc:spChg>
        <pc:spChg chg="mod">
          <ac:chgData name="Minh Huynh" userId="01a137d4-0d81-46e0-aca6-c9185b391828" providerId="ADAL" clId="{FDDD7D90-4293-4F5B-B440-645EABB52817}" dt="2026-10-13T04:42:19.495" v="204" actId="20577"/>
          <ac:spMkLst>
            <pc:docMk/>
            <pc:sldMk cId="3009185353" sldId="4379"/>
            <ac:spMk id="43" creationId="{8FAB47D2-8F30-4EC2-AAA8-D5FE8B30A2CA}"/>
          </ac:spMkLst>
        </pc:spChg>
        <pc:spChg chg="add mod">
          <ac:chgData name="Minh Huynh" userId="01a137d4-0d81-46e0-aca6-c9185b391828" providerId="ADAL" clId="{FDDD7D90-4293-4F5B-B440-645EABB52817}" dt="2026-10-13T04:43:09.846" v="225" actId="20577"/>
          <ac:spMkLst>
            <pc:docMk/>
            <pc:sldMk cId="3009185353" sldId="4379"/>
            <ac:spMk id="44" creationId="{C61445DD-28C4-4C5D-BE89-46860B318B19}"/>
          </ac:spMkLst>
        </pc:spChg>
        <pc:graphicFrameChg chg="del">
          <ac:chgData name="Minh Huynh" userId="01a137d4-0d81-46e0-aca6-c9185b391828" providerId="ADAL" clId="{FDDD7D90-4293-4F5B-B440-645EABB52817}" dt="2026-10-13T04:42:13.188" v="184" actId="478"/>
          <ac:graphicFrameMkLst>
            <pc:docMk/>
            <pc:sldMk cId="3009185353" sldId="4379"/>
            <ac:graphicFrameMk id="30" creationId="{14726765-D026-4909-B54B-877E7FB13941}"/>
          </ac:graphicFrameMkLst>
        </pc:graphicFrameChg>
        <pc:graphicFrameChg chg="del">
          <ac:chgData name="Minh Huynh" userId="01a137d4-0d81-46e0-aca6-c9185b391828" providerId="ADAL" clId="{FDDD7D90-4293-4F5B-B440-645EABB52817}" dt="2026-10-13T04:42:13.188" v="184" actId="478"/>
          <ac:graphicFrameMkLst>
            <pc:docMk/>
            <pc:sldMk cId="3009185353" sldId="4379"/>
            <ac:graphicFrameMk id="31" creationId="{959028B7-E957-477E-9517-EAEF3BD753EE}"/>
          </ac:graphicFrameMkLst>
        </pc:graphicFrame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18" creationId="{2ABBCF26-7C36-4CA2-AEEB-B46F95FFA30A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0" creationId="{992BC3F6-4947-4060-8854-24E5AAEB19F4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4" creationId="{ADC048DD-E553-4B65-A8E7-DC6CEB8DC10B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5" creationId="{19DE24B8-A5FC-4575-B581-D4B0042D743B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6" creationId="{C18AEAE5-54EC-4369-AAB2-834F171B78E9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7" creationId="{71A39884-9D62-44E7-8058-E6DF0306917C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8" creationId="{31C8CF1D-9F99-46D0-9A33-E4BCF21A4ABC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9" creationId="{DDB7BEF5-C76D-4CE9-8A71-92FEC8517E3F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2" creationId="{F967A736-1797-4CE2-9A0A-1CA6B29A2E93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3" creationId="{342F2630-FE52-48EE-900D-E632FA40EC03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4" creationId="{25A439BB-0788-44BB-AA37-38AF76347117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5" creationId="{6B2BEB91-C49F-40CE-B864-96E9C83E7F96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6" creationId="{AF36992E-1EA4-45C9-9B18-0D8450A176CE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7" creationId="{6355E4AC-44DD-40AC-802F-47165E6E20BB}"/>
          </ac:picMkLst>
        </pc:picChg>
        <pc:cxnChg chg="del">
          <ac:chgData name="Minh Huynh" userId="01a137d4-0d81-46e0-aca6-c9185b391828" providerId="ADAL" clId="{FDDD7D90-4293-4F5B-B440-645EABB52817}" dt="2026-10-13T04:42:13.188" v="184" actId="478"/>
          <ac:cxnSpMkLst>
            <pc:docMk/>
            <pc:sldMk cId="3009185353" sldId="4379"/>
            <ac:cxnSpMk id="5" creationId="{74668B66-B2BF-4E01-8343-9F96B8A063B4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4:27.473" v="249" actId="1076"/>
        <pc:sldMkLst>
          <pc:docMk/>
          <pc:sldMk cId="3987322098" sldId="4416"/>
        </pc:sldMkLst>
        <pc:spChg chg="add mod">
          <ac:chgData name="Minh Huynh" userId="01a137d4-0d81-46e0-aca6-c9185b391828" providerId="ADAL" clId="{FDDD7D90-4293-4F5B-B440-645EABB52817}" dt="2026-10-13T04:44:09.933" v="246" actId="20577"/>
          <ac:spMkLst>
            <pc:docMk/>
            <pc:sldMk cId="3987322098" sldId="4416"/>
            <ac:spMk id="48" creationId="{648E1A6D-B458-46B3-88CE-B26D4E9E4323}"/>
          </ac:spMkLst>
        </pc:spChg>
        <pc:spChg chg="add mod">
          <ac:chgData name="Minh Huynh" userId="01a137d4-0d81-46e0-aca6-c9185b391828" providerId="ADAL" clId="{FDDD7D90-4293-4F5B-B440-645EABB52817}" dt="2026-10-13T04:44:23.436" v="248" actId="1076"/>
          <ac:spMkLst>
            <pc:docMk/>
            <pc:sldMk cId="3987322098" sldId="4416"/>
            <ac:spMk id="49" creationId="{FE10C761-8DF6-4273-A5CE-A9F37B34547D}"/>
          </ac:spMkLst>
        </pc:spChg>
        <pc:spChg chg="add mod">
          <ac:chgData name="Minh Huynh" userId="01a137d4-0d81-46e0-aca6-c9185b391828" providerId="ADAL" clId="{FDDD7D90-4293-4F5B-B440-645EABB52817}" dt="2026-10-13T04:44:27.473" v="249" actId="1076"/>
          <ac:spMkLst>
            <pc:docMk/>
            <pc:sldMk cId="3987322098" sldId="4416"/>
            <ac:spMk id="51" creationId="{EBA669DC-0439-4909-B46F-4108015A9EB6}"/>
          </ac:spMkLst>
        </pc:spChg>
        <pc:spChg chg="del">
          <ac:chgData name="Minh Huynh" userId="01a137d4-0d81-46e0-aca6-c9185b391828" providerId="ADAL" clId="{FDDD7D90-4293-4F5B-B440-645EABB52817}" dt="2026-10-13T04:43:55.832" v="227" actId="478"/>
          <ac:spMkLst>
            <pc:docMk/>
            <pc:sldMk cId="3987322098" sldId="4416"/>
            <ac:spMk id="82" creationId="{06B9C751-A0C3-450A-8C5F-69A44AE0D736}"/>
          </ac:spMkLst>
        </pc:spChg>
        <pc:spChg chg="del">
          <ac:chgData name="Minh Huynh" userId="01a137d4-0d81-46e0-aca6-c9185b391828" providerId="ADAL" clId="{FDDD7D90-4293-4F5B-B440-645EABB52817}" dt="2026-10-13T04:43:55.832" v="227" actId="478"/>
          <ac:spMkLst>
            <pc:docMk/>
            <pc:sldMk cId="3987322098" sldId="4416"/>
            <ac:spMk id="83" creationId="{7132C588-D8B6-4E8D-A484-972DFF6B7658}"/>
          </ac:spMkLst>
        </pc:spChg>
        <pc:cxnChg chg="mod">
          <ac:chgData name="Minh Huynh" userId="01a137d4-0d81-46e0-aca6-c9185b391828" providerId="ADAL" clId="{FDDD7D90-4293-4F5B-B440-645EABB52817}" dt="2026-10-13T04:43:59.459" v="228" actId="14100"/>
          <ac:cxnSpMkLst>
            <pc:docMk/>
            <pc:sldMk cId="3987322098" sldId="4416"/>
            <ac:cxnSpMk id="9" creationId="{DD1F4A41-9832-40F4-A7DB-F9B15FBCD65B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4:48.215" v="253"/>
        <pc:sldMkLst>
          <pc:docMk/>
          <pc:sldMk cId="1445164029" sldId="4425"/>
        </pc:sldMkLst>
        <pc:spChg chg="add mod">
          <ac:chgData name="Minh Huynh" userId="01a137d4-0d81-46e0-aca6-c9185b391828" providerId="ADAL" clId="{FDDD7D90-4293-4F5B-B440-645EABB52817}" dt="2026-10-13T04:44:48.215" v="253"/>
          <ac:spMkLst>
            <pc:docMk/>
            <pc:sldMk cId="1445164029" sldId="4425"/>
            <ac:spMk id="52" creationId="{7706D9ED-BAC1-4C91-B74D-AFE8980BE164}"/>
          </ac:spMkLst>
        </pc:spChg>
        <pc:spChg chg="add mod">
          <ac:chgData name="Minh Huynh" userId="01a137d4-0d81-46e0-aca6-c9185b391828" providerId="ADAL" clId="{FDDD7D90-4293-4F5B-B440-645EABB52817}" dt="2026-10-13T04:44:48.215" v="253"/>
          <ac:spMkLst>
            <pc:docMk/>
            <pc:sldMk cId="1445164029" sldId="4425"/>
            <ac:spMk id="53" creationId="{1C95094A-FC91-40DE-B5D7-93564752B716}"/>
          </ac:spMkLst>
        </pc:spChg>
        <pc:spChg chg="add mod">
          <ac:chgData name="Minh Huynh" userId="01a137d4-0d81-46e0-aca6-c9185b391828" providerId="ADAL" clId="{FDDD7D90-4293-4F5B-B440-645EABB52817}" dt="2026-10-13T04:44:48.215" v="253"/>
          <ac:spMkLst>
            <pc:docMk/>
            <pc:sldMk cId="1445164029" sldId="4425"/>
            <ac:spMk id="54" creationId="{08FA21EC-6056-4D7F-8B43-E2B19DEBA579}"/>
          </ac:spMkLst>
        </pc:spChg>
        <pc:spChg chg="del">
          <ac:chgData name="Minh Huynh" userId="01a137d4-0d81-46e0-aca6-c9185b391828" providerId="ADAL" clId="{FDDD7D90-4293-4F5B-B440-645EABB52817}" dt="2026-10-13T04:44:42.960" v="251" actId="478"/>
          <ac:spMkLst>
            <pc:docMk/>
            <pc:sldMk cId="1445164029" sldId="4425"/>
            <ac:spMk id="82" creationId="{06B9C751-A0C3-450A-8C5F-69A44AE0D736}"/>
          </ac:spMkLst>
        </pc:spChg>
        <pc:spChg chg="del">
          <ac:chgData name="Minh Huynh" userId="01a137d4-0d81-46e0-aca6-c9185b391828" providerId="ADAL" clId="{FDDD7D90-4293-4F5B-B440-645EABB52817}" dt="2026-10-13T04:44:42.960" v="251" actId="478"/>
          <ac:spMkLst>
            <pc:docMk/>
            <pc:sldMk cId="1445164029" sldId="4425"/>
            <ac:spMk id="83" creationId="{7132C588-D8B6-4E8D-A484-972DFF6B7658}"/>
          </ac:spMkLst>
        </pc:spChg>
        <pc:cxnChg chg="del">
          <ac:chgData name="Minh Huynh" userId="01a137d4-0d81-46e0-aca6-c9185b391828" providerId="ADAL" clId="{FDDD7D90-4293-4F5B-B440-645EABB52817}" dt="2026-10-13T04:44:43.531" v="252" actId="478"/>
          <ac:cxnSpMkLst>
            <pc:docMk/>
            <pc:sldMk cId="1445164029" sldId="4425"/>
            <ac:cxnSpMk id="9" creationId="{DD1F4A41-9832-40F4-A7DB-F9B15FBCD65B}"/>
          </ac:cxnSpMkLst>
        </pc:cxnChg>
        <pc:cxnChg chg="add mod">
          <ac:chgData name="Minh Huynh" userId="01a137d4-0d81-46e0-aca6-c9185b391828" providerId="ADAL" clId="{FDDD7D90-4293-4F5B-B440-645EABB52817}" dt="2026-10-13T04:44:48.215" v="253"/>
          <ac:cxnSpMkLst>
            <pc:docMk/>
            <pc:sldMk cId="1445164029" sldId="4425"/>
            <ac:cxnSpMk id="51" creationId="{58DA23E1-CF7F-4027-B8C9-3AD276A946B9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6:31.532" v="290" actId="1076"/>
        <pc:sldMkLst>
          <pc:docMk/>
          <pc:sldMk cId="412457508" sldId="4426"/>
        </pc:sldMkLst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5" creationId="{16C92E27-7FD5-4769-AA3D-AD68795FEC1E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6" creationId="{966D29E9-73A3-42F6-9A9C-00DF4A23B84E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7" creationId="{80C086C8-0DD8-4B94-BC89-CC31AF097041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8" creationId="{C0C0AC76-4F82-4D1D-80DC-BBE75C4B770F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9" creationId="{311C8028-8E5D-4E32-9768-A10F5A8B805C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0" creationId="{1A5DC6DB-B0F3-41BA-AFFD-E5FDBFE1C38C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1" creationId="{AF883078-34D9-4C57-A4C1-F780ADEED214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2" creationId="{1E669A77-7C03-4663-9A1B-1E0DF02DFA9A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3" creationId="{D0935CF6-B29C-4E6D-B8E7-88E943401AF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6" creationId="{785A5ECE-3EF8-4C12-AC9F-9BE7290EAA71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7" creationId="{AC02641A-B8D6-43FB-89BA-9E51D91A3BDC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8" creationId="{E8B0A133-BFB2-4EF2-AE73-95AB974AB70D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48" creationId="{BBBA14EB-44AA-4B7D-BA9C-3355966AA93D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49" creationId="{FCCA1B6D-35DF-4C2C-8281-9BD8FCEAD3DB}"/>
          </ac:spMkLst>
        </pc:spChg>
        <pc:spChg chg="mod">
          <ac:chgData name="Minh Huynh" userId="01a137d4-0d81-46e0-aca6-c9185b391828" providerId="ADAL" clId="{FDDD7D90-4293-4F5B-B440-645EABB52817}" dt="2026-10-13T04:45:21.927" v="274" actId="20577"/>
          <ac:spMkLst>
            <pc:docMk/>
            <pc:sldMk cId="412457508" sldId="4426"/>
            <ac:spMk id="52" creationId="{7706D9ED-BAC1-4C91-B74D-AFE8980BE164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53" creationId="{1C95094A-FC91-40DE-B5D7-93564752B71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54" creationId="{08FA21EC-6056-4D7F-8B43-E2B19DEBA579}"/>
          </ac:spMkLst>
        </pc:spChg>
        <pc:spChg chg="add del mod">
          <ac:chgData name="Minh Huynh" userId="01a137d4-0d81-46e0-aca6-c9185b391828" providerId="ADAL" clId="{FDDD7D90-4293-4F5B-B440-645EABB52817}" dt="2026-10-13T04:46:02.376" v="279" actId="478"/>
          <ac:spMkLst>
            <pc:docMk/>
            <pc:sldMk cId="412457508" sldId="4426"/>
            <ac:spMk id="55" creationId="{3F1389AC-2D29-473E-B0A3-6F9F2EF513B8}"/>
          </ac:spMkLst>
        </pc:spChg>
        <pc:spChg chg="add mod">
          <ac:chgData name="Minh Huynh" userId="01a137d4-0d81-46e0-aca6-c9185b391828" providerId="ADAL" clId="{FDDD7D90-4293-4F5B-B440-645EABB52817}" dt="2026-10-13T04:46:18.593" v="286" actId="1076"/>
          <ac:spMkLst>
            <pc:docMk/>
            <pc:sldMk cId="412457508" sldId="4426"/>
            <ac:spMk id="58" creationId="{B5614F64-FD2F-4755-8B15-BC61D60D2D8C}"/>
          </ac:spMkLst>
        </pc:spChg>
        <pc:spChg chg="add mod">
          <ac:chgData name="Minh Huynh" userId="01a137d4-0d81-46e0-aca6-c9185b391828" providerId="ADAL" clId="{FDDD7D90-4293-4F5B-B440-645EABB52817}" dt="2026-10-13T04:46:31.532" v="290" actId="1076"/>
          <ac:spMkLst>
            <pc:docMk/>
            <pc:sldMk cId="412457508" sldId="4426"/>
            <ac:spMk id="59" creationId="{1D1BD6FB-5A74-4C68-983C-6622DD2316CA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4" creationId="{452DEF36-93E6-427B-B2DC-3874DCF66241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5" creationId="{F102C8F0-3F3E-43CB-98E8-E87EE7295A5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6" creationId="{E59303BC-9791-4196-B937-CEC4E19327E2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7" creationId="{88BDE7E8-7EA6-4FDF-AD7F-D60450AA40FD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8" creationId="{151FDA9C-4D44-499A-9D9A-6D4BFC9F8302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9" creationId="{1A6F49D2-C0A9-4D59-B584-40B03AA7743A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0" creationId="{DF79BDBD-58E3-492E-A5E4-7AE985EA3CF3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1" creationId="{1E929462-FBBD-4CD3-B3A0-AA50C7C0FFBF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2" creationId="{6DFC52D6-AE0D-469E-9084-A6E56AC852E8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3" creationId="{4B13C202-8D23-4AA9-9590-17C4AC1EA6C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4" creationId="{3336FD3E-B547-453C-9A6A-3FC597E00A8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5" creationId="{3D15908B-938C-4C0B-887B-5EC450F012A2}"/>
          </ac:spMkLst>
        </pc:spChg>
        <pc:picChg chg="add del mod">
          <ac:chgData name="Minh Huynh" userId="01a137d4-0d81-46e0-aca6-c9185b391828" providerId="ADAL" clId="{FDDD7D90-4293-4F5B-B440-645EABB52817}" dt="2026-10-13T04:45:52.564" v="278" actId="478"/>
          <ac:picMkLst>
            <pc:docMk/>
            <pc:sldMk cId="412457508" sldId="4426"/>
            <ac:picMk id="56" creationId="{72E8FC0E-3D52-4689-93C8-5BD6A85E498D}"/>
          </ac:picMkLst>
        </pc:picChg>
        <pc:picChg chg="add mod">
          <ac:chgData name="Minh Huynh" userId="01a137d4-0d81-46e0-aca6-c9185b391828" providerId="ADAL" clId="{FDDD7D90-4293-4F5B-B440-645EABB52817}" dt="2026-10-13T04:46:25.591" v="288" actId="1076"/>
          <ac:picMkLst>
            <pc:docMk/>
            <pc:sldMk cId="412457508" sldId="4426"/>
            <ac:picMk id="57" creationId="{5B01620C-296C-4F72-8FD7-DEF11960F5E1}"/>
          </ac:picMkLst>
        </pc:pic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3" creationId="{C797DAD2-6D0C-48B2-AE79-26164CB54FC6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5" creationId="{1C0688A5-CD64-452A-B727-BFC945782C65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7" creationId="{14F0FE7E-8D9B-4B88-A187-DE137354C547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3" creationId="{06048F8A-8086-4C71-B739-4743D272CCD9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4" creationId="{3A4FD1ED-DB7A-4095-8C41-5B51AB4CC381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5" creationId="{0F676F96-EBC7-47DA-AAE0-1C4F95DD724E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6" creationId="{7B8B76A3-6962-41FF-99FB-431ACF054308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7" creationId="{9D00BF64-2A74-4E2F-BCEF-F253AFCC8EBA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50" creationId="{529B33FE-395A-4FD1-9406-6992FC4C42F5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51" creationId="{58DA23E1-CF7F-4027-B8C9-3AD276A946B9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6" creationId="{6A0F91C0-A191-4B6E-9BAB-4F52856955FF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7" creationId="{C9E9058E-54FB-4B63-A7A7-45412B95F0DC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8" creationId="{CC764B47-50B1-43A8-AA00-5C2314ADD232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9" creationId="{A30F3C0E-96B9-4344-B029-6F340AA4987B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0" creationId="{49FCC4D4-E54F-484A-AACE-2C472C80616E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1" creationId="{F38730FD-4708-4F7D-9CFA-F72B7DFE8D97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2" creationId="{8CDBE09B-3E04-46A8-8EC5-4958B9D210BB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3" creationId="{F0A27141-DA28-440E-9014-961D0AE226F0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4" creationId="{F9BFB6B8-228D-4F05-88CF-DF660303FFD9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7:04.801" v="294"/>
        <pc:sldMkLst>
          <pc:docMk/>
          <pc:sldMk cId="395577533" sldId="4446"/>
        </pc:sldMkLst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3" creationId="{32BBE0D3-3366-4DF8-BC50-159B93844BEE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4" creationId="{83CC620E-D107-403B-A128-D8DDD16AE5CE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7" creationId="{7B74E5BF-0863-4563-9707-E9AF0CA89DE9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8" creationId="{F76C2258-FD56-45E0-84CB-A8ADA2F6D773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20" creationId="{5D4FFBFA-169F-4EE1-A1D8-0C1092808F26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24" creationId="{868B4336-6671-4629-BBB2-DE1C445E286C}"/>
          </ac:spMkLst>
        </pc:spChg>
        <pc:spChg chg="del">
          <ac:chgData name="Minh Huynh" userId="01a137d4-0d81-46e0-aca6-c9185b391828" providerId="ADAL" clId="{FDDD7D90-4293-4F5B-B440-645EABB52817}" dt="2026-10-13T04:47:00.289" v="292" actId="478"/>
          <ac:spMkLst>
            <pc:docMk/>
            <pc:sldMk cId="395577533" sldId="4446"/>
            <ac:spMk id="25" creationId="{0C446EAE-EABC-46D7-B07E-A5608F4EA65E}"/>
          </ac:spMkLst>
        </pc:spChg>
        <pc:spChg chg="del">
          <ac:chgData name="Minh Huynh" userId="01a137d4-0d81-46e0-aca6-c9185b391828" providerId="ADAL" clId="{FDDD7D90-4293-4F5B-B440-645EABB52817}" dt="2026-10-13T04:47:00.289" v="292" actId="478"/>
          <ac:spMkLst>
            <pc:docMk/>
            <pc:sldMk cId="395577533" sldId="4446"/>
            <ac:spMk id="31" creationId="{9E8269D3-84FF-4693-BF7B-6D4C5DF8218A}"/>
          </ac:spMkLst>
        </pc:spChg>
        <pc:spChg chg="add mod">
          <ac:chgData name="Minh Huynh" userId="01a137d4-0d81-46e0-aca6-c9185b391828" providerId="ADAL" clId="{FDDD7D90-4293-4F5B-B440-645EABB52817}" dt="2026-10-13T04:47:04.801" v="294"/>
          <ac:spMkLst>
            <pc:docMk/>
            <pc:sldMk cId="395577533" sldId="4446"/>
            <ac:spMk id="32" creationId="{951CC9D8-5059-4778-ABB5-18FCA729A639}"/>
          </ac:spMkLst>
        </pc:spChg>
      </pc:sldChg>
      <pc:sldChg chg="delSp modSp add del mod">
        <pc:chgData name="Minh Huynh" userId="01a137d4-0d81-46e0-aca6-c9185b391828" providerId="ADAL" clId="{FDDD7D90-4293-4F5B-B440-645EABB52817}" dt="2026-10-13T04:50:58.108" v="671" actId="47"/>
        <pc:sldMkLst>
          <pc:docMk/>
          <pc:sldMk cId="3676451354" sldId="4447"/>
        </pc:sldMkLst>
        <pc:spChg chg="del">
          <ac:chgData name="Minh Huynh" userId="01a137d4-0d81-46e0-aca6-c9185b391828" providerId="ADAL" clId="{FDDD7D90-4293-4F5B-B440-645EABB52817}" dt="2026-10-13T04:48:05.296" v="296" actId="478"/>
          <ac:spMkLst>
            <pc:docMk/>
            <pc:sldMk cId="3676451354" sldId="4447"/>
            <ac:spMk id="2" creationId="{D52E8022-B80B-4B03-8FC5-766AB9F89813}"/>
          </ac:spMkLst>
        </pc:spChg>
        <pc:spChg chg="del">
          <ac:chgData name="Minh Huynh" userId="01a137d4-0d81-46e0-aca6-c9185b391828" providerId="ADAL" clId="{FDDD7D90-4293-4F5B-B440-645EABB52817}" dt="2026-10-13T04:48:05.296" v="296" actId="478"/>
          <ac:spMkLst>
            <pc:docMk/>
            <pc:sldMk cId="3676451354" sldId="4447"/>
            <ac:spMk id="30" creationId="{7C4245EB-D0C2-4D52-A6DE-E166D6949A06}"/>
          </ac:spMkLst>
        </pc:spChg>
        <pc:spChg chg="mod">
          <ac:chgData name="Minh Huynh" userId="01a137d4-0d81-46e0-aca6-c9185b391828" providerId="ADAL" clId="{FDDD7D90-4293-4F5B-B440-645EABB52817}" dt="2026-10-13T04:48:12.281" v="326" actId="20577"/>
          <ac:spMkLst>
            <pc:docMk/>
            <pc:sldMk cId="3676451354" sldId="4447"/>
            <ac:spMk id="32" creationId="{951CC9D8-5059-4778-ABB5-18FCA729A639}"/>
          </ac:spMkLst>
        </pc:sp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6" creationId="{C74BD466-2FDD-4538-B9BF-C849F25F71A3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2" creationId="{1EC36052-F436-4C8E-AFEE-4A7426ED303A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5" creationId="{51341096-E0B6-4863-8B13-82279EFBCC49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6" creationId="{F5025CCF-2A6A-4776-80AB-3C5C821D7CF6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9" creationId="{7AE893BC-80A4-411E-ABD6-6E2C2609B904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1" creationId="{A91B72A6-1902-4414-AC92-6297F4C063DA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2" creationId="{BB7F7EF0-9F38-4739-9B55-957DFE815D71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3" creationId="{6F1D09D0-AFD9-4268-AAD1-0BD9C7BFD4EF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6" creationId="{23EF7304-E106-4408-9AC5-B68BEF48CE96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7" creationId="{3976DD85-4161-4888-8024-593E8F75A85A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8" creationId="{E56F2F3A-0A23-4EA1-9D31-10DA8C1677F7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9" creationId="{3F165D32-1A92-4D27-9D95-D8DEF4BFD878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34" creationId="{0146C470-2F5A-41E7-9607-1B441AA0AB82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63" creationId="{1D777FE1-82CE-48F8-A3B1-94BCC25FA3CD}"/>
          </ac:picMkLst>
        </pc:picChg>
        <pc:cxnChg chg="del">
          <ac:chgData name="Minh Huynh" userId="01a137d4-0d81-46e0-aca6-c9185b391828" providerId="ADAL" clId="{FDDD7D90-4293-4F5B-B440-645EABB52817}" dt="2026-10-13T04:48:05.296" v="296" actId="478"/>
          <ac:cxnSpMkLst>
            <pc:docMk/>
            <pc:sldMk cId="3676451354" sldId="4447"/>
            <ac:cxnSpMk id="3" creationId="{CCB2A640-843E-4A4D-B0E0-A383B60AB3CD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50:23.866" v="670" actId="122"/>
        <pc:sldMkLst>
          <pc:docMk/>
          <pc:sldMk cId="3522385299" sldId="4465"/>
        </pc:sldMkLst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0" creationId="{87095069-7168-4CB8-BD7F-39DD91D51BF0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1" creationId="{8A3FB83C-7297-40D2-BF49-7B8D2F92522F}"/>
          </ac:spMkLst>
        </pc:spChg>
        <pc:spChg chg="del">
          <ac:chgData name="Minh Huynh" userId="01a137d4-0d81-46e0-aca6-c9185b391828" providerId="ADAL" clId="{FDDD7D90-4293-4F5B-B440-645EABB52817}" dt="2026-10-13T04:48:26.882" v="331" actId="478"/>
          <ac:spMkLst>
            <pc:docMk/>
            <pc:sldMk cId="3522385299" sldId="4465"/>
            <ac:spMk id="12" creationId="{52A019BE-24E3-4EF7-864C-A5E2B3F4E87E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3" creationId="{5081CCD9-70A0-47DA-9296-7FC7A70A5F98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4" creationId="{E815D195-610E-4224-8503-3C0CBEDF9D2D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16" creationId="{F2242C64-FE38-42BA-8CFD-71CFBEBEEF68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7" creationId="{03B8D09A-3BD5-4FFF-BBAA-7C62D5B93CE8}"/>
          </ac:spMkLst>
        </pc:spChg>
        <pc:spChg chg="add mod">
          <ac:chgData name="Minh Huynh" userId="01a137d4-0d81-46e0-aca6-c9185b391828" providerId="ADAL" clId="{FDDD7D90-4293-4F5B-B440-645EABB52817}" dt="2026-10-13T04:48:20.647" v="329"/>
          <ac:spMkLst>
            <pc:docMk/>
            <pc:sldMk cId="3522385299" sldId="4465"/>
            <ac:spMk id="18" creationId="{728400A6-6772-4514-8096-EFBA37526C10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19" creationId="{245216AE-850E-4E69-98EE-94DCA8BA6F6A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20" creationId="{6D23526F-354D-4309-AB0E-2CA5B5BB713A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23" creationId="{33EFA293-6CAE-4CA3-9D2A-C51CB59C5543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24" creationId="{B65A6475-81AC-4B82-9221-004AEF7B49C1}"/>
          </ac:spMkLst>
        </pc:spChg>
        <pc:spChg chg="add mod">
          <ac:chgData name="Minh Huynh" userId="01a137d4-0d81-46e0-aca6-c9185b391828" providerId="ADAL" clId="{FDDD7D90-4293-4F5B-B440-645EABB52817}" dt="2026-10-13T04:50:23.866" v="670" actId="122"/>
          <ac:spMkLst>
            <pc:docMk/>
            <pc:sldMk cId="3522385299" sldId="4465"/>
            <ac:spMk id="25" creationId="{6B96B82E-FA72-46A4-A84A-962E3F910954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26" creationId="{E14E6531-D578-4889-A7C4-52AAB446C98B}"/>
          </ac:spMkLst>
        </pc:spChg>
        <pc:picChg chg="del">
          <ac:chgData name="Minh Huynh" userId="01a137d4-0d81-46e0-aca6-c9185b391828" providerId="ADAL" clId="{FDDD7D90-4293-4F5B-B440-645EABB52817}" dt="2026-10-13T04:48:21.424" v="330" actId="478"/>
          <ac:picMkLst>
            <pc:docMk/>
            <pc:sldMk cId="3522385299" sldId="4465"/>
            <ac:picMk id="26626" creationId="{49F2C48E-D090-4B0B-B3AE-0BE179333E75}"/>
          </ac:picMkLst>
        </pc:picChg>
      </pc:sldChg>
      <pc:sldChg chg="delSp modSp add mod">
        <pc:chgData name="Minh Huynh" userId="01a137d4-0d81-46e0-aca6-c9185b391828" providerId="ADAL" clId="{FDDD7D90-4293-4F5B-B440-645EABB52817}" dt="2026-10-13T04:51:40.428" v="716" actId="1076"/>
        <pc:sldMkLst>
          <pc:docMk/>
          <pc:sldMk cId="1734041963" sldId="4466"/>
        </pc:sldMkLst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0" creationId="{87095069-7168-4CB8-BD7F-39DD91D51BF0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1" creationId="{8A3FB83C-7297-40D2-BF49-7B8D2F92522F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3" creationId="{5081CCD9-70A0-47DA-9296-7FC7A70A5F98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4" creationId="{E815D195-610E-4224-8503-3C0CBEDF9D2D}"/>
          </ac:spMkLst>
        </pc:spChg>
        <pc:spChg chg="del">
          <ac:chgData name="Minh Huynh" userId="01a137d4-0d81-46e0-aca6-c9185b391828" providerId="ADAL" clId="{FDDD7D90-4293-4F5B-B440-645EABB52817}" dt="2026-10-13T04:51:22.538" v="709" actId="478"/>
          <ac:spMkLst>
            <pc:docMk/>
            <pc:sldMk cId="1734041963" sldId="4466"/>
            <ac:spMk id="17" creationId="{03B8D09A-3BD5-4FFF-BBAA-7C62D5B93CE8}"/>
          </ac:spMkLst>
        </pc:spChg>
        <pc:spChg chg="mod">
          <ac:chgData name="Minh Huynh" userId="01a137d4-0d81-46e0-aca6-c9185b391828" providerId="ADAL" clId="{FDDD7D90-4293-4F5B-B440-645EABB52817}" dt="2026-10-13T04:51:10.308" v="707" actId="20577"/>
          <ac:spMkLst>
            <pc:docMk/>
            <pc:sldMk cId="1734041963" sldId="4466"/>
            <ac:spMk id="18" creationId="{728400A6-6772-4514-8096-EFBA37526C10}"/>
          </ac:spMkLst>
        </pc:spChg>
        <pc:spChg chg="del">
          <ac:chgData name="Minh Huynh" userId="01a137d4-0d81-46e0-aca6-c9185b391828" providerId="ADAL" clId="{FDDD7D90-4293-4F5B-B440-645EABB52817}" dt="2026-10-13T04:51:22.538" v="709" actId="478"/>
          <ac:spMkLst>
            <pc:docMk/>
            <pc:sldMk cId="1734041963" sldId="4466"/>
            <ac:spMk id="20" creationId="{6D23526F-354D-4309-AB0E-2CA5B5BB713A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24" creationId="{B65A6475-81AC-4B82-9221-004AEF7B49C1}"/>
          </ac:spMkLst>
        </pc:spChg>
        <pc:spChg chg="mod">
          <ac:chgData name="Minh Huynh" userId="01a137d4-0d81-46e0-aca6-c9185b391828" providerId="ADAL" clId="{FDDD7D90-4293-4F5B-B440-645EABB52817}" dt="2026-10-13T04:51:40.428" v="716" actId="1076"/>
          <ac:spMkLst>
            <pc:docMk/>
            <pc:sldMk cId="1734041963" sldId="4466"/>
            <ac:spMk id="25" creationId="{6B96B82E-FA72-46A4-A84A-962E3F910954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26" creationId="{E14E6531-D578-4889-A7C4-52AAB446C98B}"/>
          </ac:spMkLst>
        </pc:spChg>
      </pc:sldChg>
      <pc:sldChg chg="addSp delSp modSp add del mod">
        <pc:chgData name="Minh Huynh" userId="01a137d4-0d81-46e0-aca6-c9185b391828" providerId="ADAL" clId="{FDDD7D90-4293-4F5B-B440-645EABB52817}" dt="2026-10-13T04:52:10.557" v="722" actId="47"/>
        <pc:sldMkLst>
          <pc:docMk/>
          <pc:sldMk cId="1323397450" sldId="4467"/>
        </pc:sldMkLst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4" creationId="{104E649B-4356-46D2-9442-4A5A09DBFB4E}"/>
          </ac:spMkLst>
        </pc:spChg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5" creationId="{481B7DC1-1DC9-4ED2-8E98-098BD253DC88}"/>
          </ac:spMkLst>
        </pc:spChg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6" creationId="{39ABF414-0956-4663-9057-E6D3D93B8FA7}"/>
          </ac:spMkLst>
        </pc:spChg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7" creationId="{81F236A5-B7BF-4EE0-8BF7-381491CCCBA7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2:55.239" v="740" actId="2711"/>
        <pc:sldMkLst>
          <pc:docMk/>
          <pc:sldMk cId="1805026901" sldId="4475"/>
        </pc:sldMkLst>
        <pc:spChg chg="add mod">
          <ac:chgData name="Minh Huynh" userId="01a137d4-0d81-46e0-aca6-c9185b391828" providerId="ADAL" clId="{FDDD7D90-4293-4F5B-B440-645EABB52817}" dt="2026-10-13T04:52:49.751" v="739" actId="20577"/>
          <ac:spMkLst>
            <pc:docMk/>
            <pc:sldMk cId="1805026901" sldId="4475"/>
            <ac:spMk id="10" creationId="{9D811277-987D-4DEB-A9EC-797C00D9B85D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23" creationId="{33EFA293-6CAE-4CA3-9D2A-C51CB59C5543}"/>
          </ac:spMkLst>
        </pc:spChg>
        <pc:spChg chg="mod">
          <ac:chgData name="Minh Huynh" userId="01a137d4-0d81-46e0-aca6-c9185b391828" providerId="ADAL" clId="{FDDD7D90-4293-4F5B-B440-645EABB52817}" dt="2026-10-13T04:52:55.239" v="740" actId="2711"/>
          <ac:spMkLst>
            <pc:docMk/>
            <pc:sldMk cId="1805026901" sldId="4475"/>
            <ac:spMk id="75" creationId="{672176B3-7581-4A7A-97A3-A570F05E80DD}"/>
          </ac:spMkLst>
        </pc:spChg>
      </pc:sldChg>
      <pc:sldChg chg="delSp modSp add mod">
        <pc:chgData name="Minh Huynh" userId="01a137d4-0d81-46e0-aca6-c9185b391828" providerId="ADAL" clId="{FDDD7D90-4293-4F5B-B440-645EABB52817}" dt="2026-10-13T04:54:35.438" v="779" actId="20577"/>
        <pc:sldMkLst>
          <pc:docMk/>
          <pc:sldMk cId="3634065575" sldId="4476"/>
        </pc:sldMkLst>
        <pc:spChg chg="mod">
          <ac:chgData name="Minh Huynh" userId="01a137d4-0d81-46e0-aca6-c9185b391828" providerId="ADAL" clId="{FDDD7D90-4293-4F5B-B440-645EABB52817}" dt="2026-10-13T04:54:32.077" v="778" actId="20577"/>
          <ac:spMkLst>
            <pc:docMk/>
            <pc:sldMk cId="3634065575" sldId="4476"/>
            <ac:spMk id="10" creationId="{9D811277-987D-4DEB-A9EC-797C00D9B85D}"/>
          </ac:spMkLst>
        </pc:spChg>
        <pc:spChg chg="mod">
          <ac:chgData name="Minh Huynh" userId="01a137d4-0d81-46e0-aca6-c9185b391828" providerId="ADAL" clId="{FDDD7D90-4293-4F5B-B440-645EABB52817}" dt="2026-10-13T04:54:35.438" v="779" actId="20577"/>
          <ac:spMkLst>
            <pc:docMk/>
            <pc:sldMk cId="3634065575" sldId="4476"/>
            <ac:spMk id="75" creationId="{672176B3-7581-4A7A-97A3-A570F05E80DD}"/>
          </ac:spMkLst>
        </pc:spChg>
        <pc:picChg chg="del">
          <ac:chgData name="Minh Huynh" userId="01a137d4-0d81-46e0-aca6-c9185b391828" providerId="ADAL" clId="{FDDD7D90-4293-4F5B-B440-645EABB52817}" dt="2026-10-13T04:53:43.303" v="742" actId="478"/>
          <ac:picMkLst>
            <pc:docMk/>
            <pc:sldMk cId="3634065575" sldId="4476"/>
            <ac:picMk id="27650" creationId="{374084EE-89AE-4D4A-ACD5-F274E0BC98ED}"/>
          </ac:picMkLst>
        </pc:picChg>
      </pc:sldChg>
      <pc:sldChg chg="addSp delSp modSp add mod">
        <pc:chgData name="Minh Huynh" userId="01a137d4-0d81-46e0-aca6-c9185b391828" providerId="ADAL" clId="{FDDD7D90-4293-4F5B-B440-645EABB52817}" dt="2026-10-13T04:55:06.699" v="802" actId="20577"/>
        <pc:sldMkLst>
          <pc:docMk/>
          <pc:sldMk cId="1203949008" sldId="4499"/>
        </pc:sldMkLst>
        <pc:spChg chg="del">
          <ac:chgData name="Minh Huynh" userId="01a137d4-0d81-46e0-aca6-c9185b391828" providerId="ADAL" clId="{FDDD7D90-4293-4F5B-B440-645EABB52817}" dt="2026-10-13T04:54:58.102" v="782" actId="478"/>
          <ac:spMkLst>
            <pc:docMk/>
            <pc:sldMk cId="1203949008" sldId="4499"/>
            <ac:spMk id="13" creationId="{49BF26B6-5E3C-42F1-AAB1-8C7D7F09FB0D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23" creationId="{33EFA293-6CAE-4CA3-9D2A-C51CB59C5543}"/>
          </ac:spMkLst>
        </pc:spChg>
        <pc:spChg chg="add mod">
          <ac:chgData name="Minh Huynh" userId="01a137d4-0d81-46e0-aca6-c9185b391828" providerId="ADAL" clId="{FDDD7D90-4293-4F5B-B440-645EABB52817}" dt="2026-10-13T04:55:06.699" v="802" actId="20577"/>
          <ac:spMkLst>
            <pc:docMk/>
            <pc:sldMk cId="1203949008" sldId="4499"/>
            <ac:spMk id="31" creationId="{A73A9EDE-E29F-425F-8822-BD5CAF05536C}"/>
          </ac:spMkLst>
        </pc:spChg>
      </pc:sldChg>
      <pc:sldChg chg="addSp delSp modSp add mod setBg">
        <pc:chgData name="Minh Huynh" userId="01a137d4-0d81-46e0-aca6-c9185b391828" providerId="ADAL" clId="{FDDD7D90-4293-4F5B-B440-645EABB52817}" dt="2026-10-13T04:55:49.428" v="809" actId="207"/>
        <pc:sldMkLst>
          <pc:docMk/>
          <pc:sldMk cId="417742359" sldId="4512"/>
        </pc:sldMkLst>
        <pc:spChg chg="add del">
          <ac:chgData name="Minh Huynh" userId="01a137d4-0d81-46e0-aca6-c9185b391828" providerId="ADAL" clId="{FDDD7D90-4293-4F5B-B440-645EABB52817}" dt="2026-10-13T04:55:48.906" v="808" actId="478"/>
          <ac:spMkLst>
            <pc:docMk/>
            <pc:sldMk cId="417742359" sldId="4512"/>
            <ac:spMk id="146" creationId="{66700164-A49A-4762-8963-C04B2FB65113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47" creationId="{6F2D8E70-D4CA-4011-802E-93602CDF124B}"/>
          </ac:spMkLst>
        </pc:spChg>
        <pc:spChg chg="add del 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1" creationId="{841EEE23-74B2-4CBF-B282-129A5F01432E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2" creationId="{72EE92FA-F09A-4F51-903C-F4221DD595EC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3" creationId="{0A5F11CD-3122-4C60-87BB-08AAAF8464A7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4" creationId="{D7BC5759-6924-42FC-9651-7D36942B7DF8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5" creationId="{DB4B6517-3AA5-40FC-8A76-2A579EE7C718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7:18.488" v="949" actId="20577"/>
        <pc:sldMkLst>
          <pc:docMk/>
          <pc:sldMk cId="315617114" sldId="4540"/>
        </pc:sldMkLst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4:56:55.123" v="833" actId="478"/>
          <ac:spMkLst>
            <pc:docMk/>
            <pc:sldMk cId="315617114" sldId="4540"/>
            <ac:spMk id="12" creationId="{F6B62AD7-E12D-4832-A337-7F3C51DF4A9E}"/>
          </ac:spMkLst>
        </pc:spChg>
        <pc:spChg chg="add mod">
          <ac:chgData name="Minh Huynh" userId="01a137d4-0d81-46e0-aca6-c9185b391828" providerId="ADAL" clId="{FDDD7D90-4293-4F5B-B440-645EABB52817}" dt="2026-10-13T04:57:18.488" v="949" actId="20577"/>
          <ac:spMkLst>
            <pc:docMk/>
            <pc:sldMk cId="315617114" sldId="4540"/>
            <ac:spMk id="13" creationId="{F92D2B3A-4AF9-4F08-9B38-EFD1BAEDF26D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6:36.231" v="830" actId="20577"/>
        <pc:sldMkLst>
          <pc:docMk/>
          <pc:sldMk cId="707359171" sldId="4549"/>
        </pc:sldMkLst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9" creationId="{BBC28FAD-0E6E-41AC-ADB2-055BFCDDD46C}"/>
          </ac:spMkLst>
        </pc:spChg>
        <pc:spChg chg="add mod">
          <ac:chgData name="Minh Huynh" userId="01a137d4-0d81-46e0-aca6-c9185b391828" providerId="ADAL" clId="{FDDD7D90-4293-4F5B-B440-645EABB52817}" dt="2026-10-13T04:56:36.231" v="830" actId="20577"/>
          <ac:spMkLst>
            <pc:docMk/>
            <pc:sldMk cId="707359171" sldId="4549"/>
            <ac:spMk id="12" creationId="{0F5EEFC0-C8CF-45C0-B896-4E9CAFFB25E1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7:46.145" v="953"/>
        <pc:sldMkLst>
          <pc:docMk/>
          <pc:sldMk cId="3116511797" sldId="4556"/>
        </pc:sldMkLst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9" creationId="{BBC28FAD-0E6E-41AC-ADB2-055BFCDDD46C}"/>
          </ac:spMkLst>
        </pc:spChg>
        <pc:spChg chg="add mod">
          <ac:chgData name="Minh Huynh" userId="01a137d4-0d81-46e0-aca6-c9185b391828" providerId="ADAL" clId="{FDDD7D90-4293-4F5B-B440-645EABB52817}" dt="2026-10-13T04:57:46.145" v="953"/>
          <ac:spMkLst>
            <pc:docMk/>
            <pc:sldMk cId="3116511797" sldId="4556"/>
            <ac:spMk id="19" creationId="{21F0E8C7-4259-4F5F-8850-4F286F59144D}"/>
          </ac:spMkLst>
        </pc:spChg>
        <pc:spChg chg="del">
          <ac:chgData name="Minh Huynh" userId="01a137d4-0d81-46e0-aca6-c9185b391828" providerId="ADAL" clId="{FDDD7D90-4293-4F5B-B440-645EABB52817}" dt="2026-10-13T04:57:41.195" v="951" actId="478"/>
          <ac:spMkLst>
            <pc:docMk/>
            <pc:sldMk cId="3116511797" sldId="4556"/>
            <ac:spMk id="21" creationId="{66F7AF8D-9FCE-439C-8F3E-17B4185501F5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9:53.105" v="1013" actId="20577"/>
        <pc:sldMkLst>
          <pc:docMk/>
          <pc:sldMk cId="2635461782" sldId="4573"/>
        </pc:sldMkLst>
        <pc:spChg chg="mod">
          <ac:chgData name="Minh Huynh" userId="01a137d4-0d81-46e0-aca6-c9185b391828" providerId="ADAL" clId="{FDDD7D90-4293-4F5B-B440-645EABB52817}" dt="2026-10-13T04:58:36.913" v="986" actId="1076"/>
          <ac:spMkLst>
            <pc:docMk/>
            <pc:sldMk cId="2635461782" sldId="4573"/>
            <ac:spMk id="2" creationId="{CA2952D4-A19A-4883-9742-03B49F607CBA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4:58:20.410" v="957" actId="478"/>
          <ac:spMkLst>
            <pc:docMk/>
            <pc:sldMk cId="2635461782" sldId="4573"/>
            <ac:spMk id="12" creationId="{F6B62AD7-E12D-4832-A337-7F3C51DF4A9E}"/>
          </ac:spMkLst>
        </pc:spChg>
        <pc:spChg chg="add mod">
          <ac:chgData name="Minh Huynh" userId="01a137d4-0d81-46e0-aca6-c9185b391828" providerId="ADAL" clId="{FDDD7D90-4293-4F5B-B440-645EABB52817}" dt="2026-10-13T04:59:53.105" v="1013" actId="20577"/>
          <ac:spMkLst>
            <pc:docMk/>
            <pc:sldMk cId="2635461782" sldId="4573"/>
            <ac:spMk id="13" creationId="{7BF0132F-5195-4C10-AF33-82385EA34A4A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4" creationId="{28189D9D-3BD4-4F71-8E97-FA47B11D36F2}"/>
          </ac:spMkLst>
        </pc:spChg>
        <pc:spChg chg="del">
          <ac:chgData name="Minh Huynh" userId="01a137d4-0d81-46e0-aca6-c9185b391828" providerId="ADAL" clId="{FDDD7D90-4293-4F5B-B440-645EABB52817}" dt="2026-10-13T04:58:19.346" v="956" actId="478"/>
          <ac:spMkLst>
            <pc:docMk/>
            <pc:sldMk cId="2635461782" sldId="4573"/>
            <ac:spMk id="16" creationId="{2CE206D0-F8D3-48B0-A0E5-281498CC759B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7" creationId="{7901C4F3-EC44-4E35-A0DC-78DBFEB3E71C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8" creationId="{30569B5D-CCA8-4044-AC10-2C8A8DFD6E6A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9" creationId="{2009D1FC-DCF2-4EA8-914D-E4E1470EABA8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0" creationId="{E82BE34B-D523-410D-84D8-27258D52F282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1" creationId="{28E4AB0C-8B3C-43AC-852D-FBD9B8C8F53C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2" creationId="{28A29DB4-BAD7-4AE4-9DA4-BBA6104DDF81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3" creationId="{82085B2A-F3A7-4CC8-9FEB-89030C62F12F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4" creationId="{B61F44F3-2D79-4F30-A3A6-7E51A2FE1F7D}"/>
          </ac:spMkLst>
        </pc:spChg>
        <pc:spChg chg="add mod">
          <ac:chgData name="Minh Huynh" userId="01a137d4-0d81-46e0-aca6-c9185b391828" providerId="ADAL" clId="{FDDD7D90-4293-4F5B-B440-645EABB52817}" dt="2026-10-13T04:59:23.305" v="994" actId="1076"/>
          <ac:spMkLst>
            <pc:docMk/>
            <pc:sldMk cId="2635461782" sldId="4573"/>
            <ac:spMk id="25" creationId="{F7B94AAC-17EA-4C65-8A43-E7588B6C5D0C}"/>
          </ac:spMkLst>
        </pc:spChg>
        <pc:spChg chg="add mod">
          <ac:chgData name="Minh Huynh" userId="01a137d4-0d81-46e0-aca6-c9185b391828" providerId="ADAL" clId="{FDDD7D90-4293-4F5B-B440-645EABB52817}" dt="2026-10-13T04:59:26.746" v="995" actId="1076"/>
          <ac:spMkLst>
            <pc:docMk/>
            <pc:sldMk cId="2635461782" sldId="4573"/>
            <ac:spMk id="26" creationId="{7EEA65D4-A778-4484-A72A-8BC31F38F414}"/>
          </ac:spMkLst>
        </pc:spChg>
        <pc:graphicFrameChg chg="mod">
          <ac:chgData name="Minh Huynh" userId="01a137d4-0d81-46e0-aca6-c9185b391828" providerId="ADAL" clId="{FDDD7D90-4293-4F5B-B440-645EABB52817}" dt="2026-10-13T04:58:36.913" v="986" actId="1076"/>
          <ac:graphicFrameMkLst>
            <pc:docMk/>
            <pc:sldMk cId="2635461782" sldId="4573"/>
            <ac:graphicFrameMk id="15" creationId="{236EDEBC-C702-4DA3-A807-C8734005F596}"/>
          </ac:graphicFrameMkLst>
        </pc:graphicFrameChg>
      </pc:sldChg>
      <pc:sldChg chg="add del">
        <pc:chgData name="Minh Huynh" userId="01a137d4-0d81-46e0-aca6-c9185b391828" providerId="ADAL" clId="{FDDD7D90-4293-4F5B-B440-645EABB52817}" dt="2026-10-13T04:59:59.706" v="1016" actId="47"/>
        <pc:sldMkLst>
          <pc:docMk/>
          <pc:sldMk cId="806771774" sldId="4574"/>
        </pc:sldMkLst>
      </pc:sldChg>
      <pc:sldChg chg="addSp delSp modSp add mod">
        <pc:chgData name="Minh Huynh" userId="01a137d4-0d81-46e0-aca6-c9185b391828" providerId="ADAL" clId="{FDDD7D90-4293-4F5B-B440-645EABB52817}" dt="2026-10-13T05:00:14.666" v="1037" actId="20577"/>
        <pc:sldMkLst>
          <pc:docMk/>
          <pc:sldMk cId="2838637852" sldId="4587"/>
        </pc:sldMkLst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5:00:03.572" v="1018" actId="478"/>
          <ac:spMkLst>
            <pc:docMk/>
            <pc:sldMk cId="2838637852" sldId="4587"/>
            <ac:spMk id="15" creationId="{E18A802E-54FF-461D-901E-44F6FF8B3D4D}"/>
          </ac:spMkLst>
        </pc:spChg>
        <pc:spChg chg="add mod">
          <ac:chgData name="Minh Huynh" userId="01a137d4-0d81-46e0-aca6-c9185b391828" providerId="ADAL" clId="{FDDD7D90-4293-4F5B-B440-645EABB52817}" dt="2026-10-13T05:00:14.666" v="1037" actId="20577"/>
          <ac:spMkLst>
            <pc:docMk/>
            <pc:sldMk cId="2838637852" sldId="4587"/>
            <ac:spMk id="18" creationId="{060748B7-3542-465B-9862-2087DB803119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5:00:43.276" v="1060" actId="20577"/>
        <pc:sldMkLst>
          <pc:docMk/>
          <pc:sldMk cId="990204411" sldId="4602"/>
        </pc:sldMkLst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5:00:33.186" v="1039" actId="478"/>
          <ac:spMkLst>
            <pc:docMk/>
            <pc:sldMk cId="990204411" sldId="4602"/>
            <ac:spMk id="14" creationId="{31B2F0B0-AFF4-426C-8B40-A7F21D5C3EBA}"/>
          </ac:spMkLst>
        </pc:spChg>
        <pc:spChg chg="add mod">
          <ac:chgData name="Minh Huynh" userId="01a137d4-0d81-46e0-aca6-c9185b391828" providerId="ADAL" clId="{FDDD7D90-4293-4F5B-B440-645EABB52817}" dt="2026-10-13T05:00:43.276" v="1060" actId="20577"/>
          <ac:spMkLst>
            <pc:docMk/>
            <pc:sldMk cId="990204411" sldId="4602"/>
            <ac:spMk id="20" creationId="{4A52BF76-DA8E-4C01-A91B-742FD07B86A0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5:01:01.950" v="1064"/>
        <pc:sldMkLst>
          <pc:docMk/>
          <pc:sldMk cId="115482038" sldId="4611"/>
        </pc:sldMkLst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5:00:57.505" v="1062" actId="478"/>
          <ac:spMkLst>
            <pc:docMk/>
            <pc:sldMk cId="115482038" sldId="4611"/>
            <ac:spMk id="14" creationId="{31B2F0B0-AFF4-426C-8B40-A7F21D5C3EBA}"/>
          </ac:spMkLst>
        </pc:spChg>
        <pc:spChg chg="add mod">
          <ac:chgData name="Minh Huynh" userId="01a137d4-0d81-46e0-aca6-c9185b391828" providerId="ADAL" clId="{FDDD7D90-4293-4F5B-B440-645EABB52817}" dt="2026-10-13T05:01:01.950" v="1064"/>
          <ac:spMkLst>
            <pc:docMk/>
            <pc:sldMk cId="115482038" sldId="4611"/>
            <ac:spMk id="15" creationId="{7FD81674-302E-45BB-9463-0768A47115EF}"/>
          </ac:spMkLst>
        </pc:spChg>
      </pc:sldChg>
    </pc:docChg>
  </pc:docChgLst>
  <pc:docChgLst>
    <pc:chgData name="Minh Huynh" userId="01a137d4-0d81-46e0-aca6-c9185b391828" providerId="ADAL" clId="{CF02122B-8685-4227-9B3E-A85B24F402DE}"/>
    <pc:docChg chg="undo redo custSel addSld delSld modSld sldOrd">
      <pc:chgData name="Minh Huynh" userId="01a137d4-0d81-46e0-aca6-c9185b391828" providerId="ADAL" clId="{CF02122B-8685-4227-9B3E-A85B24F402DE}" dt="2026-10-13T10:21:53.210" v="1500" actId="47"/>
      <pc:docMkLst>
        <pc:docMk/>
      </pc:docMkLst>
      <pc:sldChg chg="modSp mod">
        <pc:chgData name="Minh Huynh" userId="01a137d4-0d81-46e0-aca6-c9185b391828" providerId="ADAL" clId="{CF02122B-8685-4227-9B3E-A85B24F402DE}" dt="2026-10-13T09:54:45.387" v="18" actId="20577"/>
        <pc:sldMkLst>
          <pc:docMk/>
          <pc:sldMk cId="1972624584" sldId="257"/>
        </pc:sldMkLst>
        <pc:spChg chg="mod">
          <ac:chgData name="Minh Huynh" userId="01a137d4-0d81-46e0-aca6-c9185b391828" providerId="ADAL" clId="{CF02122B-8685-4227-9B3E-A85B24F402DE}" dt="2026-10-13T09:54:45.387" v="18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addSp delSp modSp mod">
        <pc:chgData name="Minh Huynh" userId="01a137d4-0d81-46e0-aca6-c9185b391828" providerId="ADAL" clId="{CF02122B-8685-4227-9B3E-A85B24F402DE}" dt="2026-10-13T09:58:50.622" v="514" actId="1076"/>
        <pc:sldMkLst>
          <pc:docMk/>
          <pc:sldMk cId="1166963934" sldId="883"/>
        </pc:sldMkLst>
        <pc:spChg chg="mod">
          <ac:chgData name="Minh Huynh" userId="01a137d4-0d81-46e0-aca6-c9185b391828" providerId="ADAL" clId="{CF02122B-8685-4227-9B3E-A85B24F402DE}" dt="2026-10-13T09:57:51.314" v="409" actId="20577"/>
          <ac:spMkLst>
            <pc:docMk/>
            <pc:sldMk cId="1166963934" sldId="883"/>
            <ac:spMk id="4" creationId="{7BC73E8E-0D58-4B4B-A5C4-A8AE38997407}"/>
          </ac:spMkLst>
        </pc:spChg>
        <pc:spChg chg="mod">
          <ac:chgData name="Minh Huynh" userId="01a137d4-0d81-46e0-aca6-c9185b391828" providerId="ADAL" clId="{CF02122B-8685-4227-9B3E-A85B24F402DE}" dt="2026-10-13T09:58:29.244" v="510" actId="14100"/>
          <ac:spMkLst>
            <pc:docMk/>
            <pc:sldMk cId="1166963934" sldId="883"/>
            <ac:spMk id="5" creationId="{3BBBF4A9-1FF9-45CB-8257-FB748ECAEB1A}"/>
          </ac:spMkLst>
        </pc:spChg>
        <pc:picChg chg="del">
          <ac:chgData name="Minh Huynh" userId="01a137d4-0d81-46e0-aca6-c9185b391828" providerId="ADAL" clId="{CF02122B-8685-4227-9B3E-A85B24F402DE}" dt="2026-10-13T09:55:52.310" v="19" actId="478"/>
          <ac:picMkLst>
            <pc:docMk/>
            <pc:sldMk cId="1166963934" sldId="883"/>
            <ac:picMk id="2" creationId="{E7851CAB-89FE-468A-8C22-3319479649C7}"/>
          </ac:picMkLst>
        </pc:picChg>
        <pc:picChg chg="add mod">
          <ac:chgData name="Minh Huynh" userId="01a137d4-0d81-46e0-aca6-c9185b391828" providerId="ADAL" clId="{CF02122B-8685-4227-9B3E-A85B24F402DE}" dt="2026-10-13T09:58:50.622" v="514" actId="1076"/>
          <ac:picMkLst>
            <pc:docMk/>
            <pc:sldMk cId="1166963934" sldId="883"/>
            <ac:picMk id="6" creationId="{AE84BA3B-1BB1-4423-ABB5-6ACA17848C9D}"/>
          </ac:picMkLst>
        </pc:picChg>
      </pc:sldChg>
      <pc:sldChg chg="addSp delSp modSp add mod">
        <pc:chgData name="Minh Huynh" userId="01a137d4-0d81-46e0-aca6-c9185b391828" providerId="ADAL" clId="{CF02122B-8685-4227-9B3E-A85B24F402DE}" dt="2026-10-13T10:01:22.670" v="625" actId="1076"/>
        <pc:sldMkLst>
          <pc:docMk/>
          <pc:sldMk cId="4161395220" sldId="884"/>
        </pc:sldMkLst>
        <pc:spChg chg="mod">
          <ac:chgData name="Minh Huynh" userId="01a137d4-0d81-46e0-aca6-c9185b391828" providerId="ADAL" clId="{CF02122B-8685-4227-9B3E-A85B24F402DE}" dt="2026-10-13T10:00:16.101" v="572" actId="20577"/>
          <ac:spMkLst>
            <pc:docMk/>
            <pc:sldMk cId="4161395220" sldId="884"/>
            <ac:spMk id="4" creationId="{7BC73E8E-0D58-4B4B-A5C4-A8AE38997407}"/>
          </ac:spMkLst>
        </pc:spChg>
        <pc:spChg chg="mod">
          <ac:chgData name="Minh Huynh" userId="01a137d4-0d81-46e0-aca6-c9185b391828" providerId="ADAL" clId="{CF02122B-8685-4227-9B3E-A85B24F402DE}" dt="2026-10-13T10:01:15.991" v="621" actId="14100"/>
          <ac:spMkLst>
            <pc:docMk/>
            <pc:sldMk cId="4161395220" sldId="884"/>
            <ac:spMk id="5" creationId="{3BBBF4A9-1FF9-45CB-8257-FB748ECAEB1A}"/>
          </ac:spMkLst>
        </pc:spChg>
        <pc:graphicFrameChg chg="add del mod">
          <ac:chgData name="Minh Huynh" userId="01a137d4-0d81-46e0-aca6-c9185b391828" providerId="ADAL" clId="{CF02122B-8685-4227-9B3E-A85B24F402DE}" dt="2026-10-13T10:00:41.391" v="583" actId="478"/>
          <ac:graphicFrameMkLst>
            <pc:docMk/>
            <pc:sldMk cId="4161395220" sldId="884"/>
            <ac:graphicFrameMk id="7" creationId="{BA943B7F-E664-46C5-8FE5-622AD8F35283}"/>
          </ac:graphicFrameMkLst>
        </pc:graphicFrameChg>
        <pc:picChg chg="del">
          <ac:chgData name="Minh Huynh" userId="01a137d4-0d81-46e0-aca6-c9185b391828" providerId="ADAL" clId="{CF02122B-8685-4227-9B3E-A85B24F402DE}" dt="2026-10-13T09:59:37.575" v="516" actId="478"/>
          <ac:picMkLst>
            <pc:docMk/>
            <pc:sldMk cId="4161395220" sldId="884"/>
            <ac:picMk id="6" creationId="{AE84BA3B-1BB1-4423-ABB5-6ACA17848C9D}"/>
          </ac:picMkLst>
        </pc:picChg>
        <pc:picChg chg="add mod">
          <ac:chgData name="Minh Huynh" userId="01a137d4-0d81-46e0-aca6-c9185b391828" providerId="ADAL" clId="{CF02122B-8685-4227-9B3E-A85B24F402DE}" dt="2026-10-13T10:01:22.670" v="625" actId="1076"/>
          <ac:picMkLst>
            <pc:docMk/>
            <pc:sldMk cId="4161395220" sldId="884"/>
            <ac:picMk id="8" creationId="{5AD9CC63-9F8E-4996-89E7-315F06303FD0}"/>
          </ac:picMkLst>
        </pc:picChg>
      </pc:sldChg>
      <pc:sldChg chg="addSp delSp modSp add mod">
        <pc:chgData name="Minh Huynh" userId="01a137d4-0d81-46e0-aca6-c9185b391828" providerId="ADAL" clId="{CF02122B-8685-4227-9B3E-A85B24F402DE}" dt="2026-10-13T10:03:07.662" v="688" actId="20577"/>
        <pc:sldMkLst>
          <pc:docMk/>
          <pc:sldMk cId="3990577403" sldId="885"/>
        </pc:sldMkLst>
        <pc:spChg chg="mod">
          <ac:chgData name="Minh Huynh" userId="01a137d4-0d81-46e0-aca6-c9185b391828" providerId="ADAL" clId="{CF02122B-8685-4227-9B3E-A85B24F402DE}" dt="2026-10-13T10:01:40.652" v="636" actId="20577"/>
          <ac:spMkLst>
            <pc:docMk/>
            <pc:sldMk cId="3990577403" sldId="885"/>
            <ac:spMk id="4" creationId="{7BC73E8E-0D58-4B4B-A5C4-A8AE38997407}"/>
          </ac:spMkLst>
        </pc:spChg>
        <pc:spChg chg="mod">
          <ac:chgData name="Minh Huynh" userId="01a137d4-0d81-46e0-aca6-c9185b391828" providerId="ADAL" clId="{CF02122B-8685-4227-9B3E-A85B24F402DE}" dt="2026-10-13T10:03:07.662" v="688" actId="20577"/>
          <ac:spMkLst>
            <pc:docMk/>
            <pc:sldMk cId="3990577403" sldId="885"/>
            <ac:spMk id="5" creationId="{3BBBF4A9-1FF9-45CB-8257-FB748ECAEB1A}"/>
          </ac:spMkLst>
        </pc:spChg>
        <pc:picChg chg="add del mod">
          <ac:chgData name="Minh Huynh" userId="01a137d4-0d81-46e0-aca6-c9185b391828" providerId="ADAL" clId="{CF02122B-8685-4227-9B3E-A85B24F402DE}" dt="2026-10-13T10:01:49.365" v="639" actId="21"/>
          <ac:picMkLst>
            <pc:docMk/>
            <pc:sldMk cId="3990577403" sldId="885"/>
            <ac:picMk id="6" creationId="{FE6C7E84-BC17-40DE-8BFE-C1A21052E418}"/>
          </ac:picMkLst>
        </pc:picChg>
        <pc:picChg chg="add mod">
          <ac:chgData name="Minh Huynh" userId="01a137d4-0d81-46e0-aca6-c9185b391828" providerId="ADAL" clId="{CF02122B-8685-4227-9B3E-A85B24F402DE}" dt="2026-10-13T10:01:58.994" v="646" actId="1076"/>
          <ac:picMkLst>
            <pc:docMk/>
            <pc:sldMk cId="3990577403" sldId="885"/>
            <ac:picMk id="7" creationId="{D72A64B2-69DE-4B19-B56E-CECBF7044AE7}"/>
          </ac:picMkLst>
        </pc:picChg>
        <pc:picChg chg="del">
          <ac:chgData name="Minh Huynh" userId="01a137d4-0d81-46e0-aca6-c9185b391828" providerId="ADAL" clId="{CF02122B-8685-4227-9B3E-A85B24F402DE}" dt="2026-10-13T10:01:47.368" v="637" actId="478"/>
          <ac:picMkLst>
            <pc:docMk/>
            <pc:sldMk cId="3990577403" sldId="885"/>
            <ac:picMk id="8" creationId="{5AD9CC63-9F8E-4996-89E7-315F06303FD0}"/>
          </ac:picMkLst>
        </pc:picChg>
      </pc:sldChg>
      <pc:sldChg chg="addSp delSp modSp add mod">
        <pc:chgData name="Minh Huynh" userId="01a137d4-0d81-46e0-aca6-c9185b391828" providerId="ADAL" clId="{CF02122B-8685-4227-9B3E-A85B24F402DE}" dt="2026-10-13T10:04:46.492" v="712" actId="255"/>
        <pc:sldMkLst>
          <pc:docMk/>
          <pc:sldMk cId="4248706899" sldId="886"/>
        </pc:sldMkLst>
        <pc:spChg chg="mod">
          <ac:chgData name="Minh Huynh" userId="01a137d4-0d81-46e0-aca6-c9185b391828" providerId="ADAL" clId="{CF02122B-8685-4227-9B3E-A85B24F402DE}" dt="2026-10-13T10:03:39.997" v="700" actId="20577"/>
          <ac:spMkLst>
            <pc:docMk/>
            <pc:sldMk cId="4248706899" sldId="886"/>
            <ac:spMk id="4" creationId="{7BC73E8E-0D58-4B4B-A5C4-A8AE38997407}"/>
          </ac:spMkLst>
        </pc:spChg>
        <pc:spChg chg="del">
          <ac:chgData name="Minh Huynh" userId="01a137d4-0d81-46e0-aca6-c9185b391828" providerId="ADAL" clId="{CF02122B-8685-4227-9B3E-A85B24F402DE}" dt="2026-10-13T10:03:53.789" v="702" actId="478"/>
          <ac:spMkLst>
            <pc:docMk/>
            <pc:sldMk cId="4248706899" sldId="886"/>
            <ac:spMk id="5" creationId="{3BBBF4A9-1FF9-45CB-8257-FB748ECAEB1A}"/>
          </ac:spMkLst>
        </pc:spChg>
        <pc:spChg chg="add mod">
          <ac:chgData name="Minh Huynh" userId="01a137d4-0d81-46e0-aca6-c9185b391828" providerId="ADAL" clId="{CF02122B-8685-4227-9B3E-A85B24F402DE}" dt="2026-10-13T10:04:42.010" v="710" actId="1076"/>
          <ac:spMkLst>
            <pc:docMk/>
            <pc:sldMk cId="4248706899" sldId="886"/>
            <ac:spMk id="6" creationId="{9A35D4F0-877C-44CB-903F-1C71A94A4C9D}"/>
          </ac:spMkLst>
        </pc:spChg>
        <pc:graphicFrameChg chg="add mod modGraphic">
          <ac:chgData name="Minh Huynh" userId="01a137d4-0d81-46e0-aca6-c9185b391828" providerId="ADAL" clId="{CF02122B-8685-4227-9B3E-A85B24F402DE}" dt="2026-10-13T10:04:46.492" v="712" actId="255"/>
          <ac:graphicFrameMkLst>
            <pc:docMk/>
            <pc:sldMk cId="4248706899" sldId="886"/>
            <ac:graphicFrameMk id="8" creationId="{0403CDC1-4B4D-4F0E-9059-FC01B9662EE9}"/>
          </ac:graphicFrameMkLst>
        </pc:graphicFrameChg>
        <pc:picChg chg="del">
          <ac:chgData name="Minh Huynh" userId="01a137d4-0d81-46e0-aca6-c9185b391828" providerId="ADAL" clId="{CF02122B-8685-4227-9B3E-A85B24F402DE}" dt="2026-10-13T10:03:41.310" v="701" actId="478"/>
          <ac:picMkLst>
            <pc:docMk/>
            <pc:sldMk cId="4248706899" sldId="886"/>
            <ac:picMk id="7" creationId="{D72A64B2-69DE-4B19-B56E-CECBF7044AE7}"/>
          </ac:picMkLst>
        </pc:pic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950690789" sldId="4365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735371360" sldId="4378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009185353" sldId="4379"/>
        </pc:sldMkLst>
      </pc:sldChg>
      <pc:sldChg chg="addSp delSp modSp add mod">
        <pc:chgData name="Minh Huynh" userId="01a137d4-0d81-46e0-aca6-c9185b391828" providerId="ADAL" clId="{CF02122B-8685-4227-9B3E-A85B24F402DE}" dt="2026-10-13T10:08:29.572" v="1178" actId="207"/>
        <pc:sldMkLst>
          <pc:docMk/>
          <pc:sldMk cId="948970440" sldId="4402"/>
        </pc:sldMkLst>
        <pc:spChg chg="del">
          <ac:chgData name="Minh Huynh" userId="01a137d4-0d81-46e0-aca6-c9185b391828" providerId="ADAL" clId="{CF02122B-8685-4227-9B3E-A85B24F402DE}" dt="2026-10-13T10:05:27.168" v="719" actId="478"/>
          <ac:spMkLst>
            <pc:docMk/>
            <pc:sldMk cId="948970440" sldId="4402"/>
            <ac:spMk id="9" creationId="{274AF733-5518-4709-8CB2-B899A8D12C92}"/>
          </ac:spMkLst>
        </pc:spChg>
        <pc:spChg chg="add mod">
          <ac:chgData name="Minh Huynh" userId="01a137d4-0d81-46e0-aca6-c9185b391828" providerId="ADAL" clId="{CF02122B-8685-4227-9B3E-A85B24F402DE}" dt="2026-10-13T10:05:25.264" v="718"/>
          <ac:spMkLst>
            <pc:docMk/>
            <pc:sldMk cId="948970440" sldId="4402"/>
            <ac:spMk id="15" creationId="{EC1C95F5-6A0F-455A-ABF6-EB0936A066F9}"/>
          </ac:spMkLst>
        </pc:spChg>
        <pc:spChg chg="mod">
          <ac:chgData name="Minh Huynh" userId="01a137d4-0d81-46e0-aca6-c9185b391828" providerId="ADAL" clId="{CF02122B-8685-4227-9B3E-A85B24F402DE}" dt="2026-10-13T10:08:29.572" v="1178" actId="207"/>
          <ac:spMkLst>
            <pc:docMk/>
            <pc:sldMk cId="948970440" sldId="4402"/>
            <ac:spMk id="16" creationId="{BC49603C-6AA2-457D-AF4E-8B3F785DAE1E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17" creationId="{DA6AE146-654F-4033-B9AC-1E09CD292D96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18" creationId="{2017006E-C48F-41C0-AD24-1C0C305C3C90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19" creationId="{D025FDA7-FCCA-4855-8D96-FD15969E33F4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26" creationId="{6FDBD5E1-665A-42E8-B542-A6ACE81D204F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27" creationId="{957449ED-34A3-4169-B387-DC68D3871F35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28" creationId="{16945115-EF21-4144-B22E-8D259E2DE49D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29" creationId="{3AEE2E39-D416-4956-8AFA-443061445380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30" creationId="{0DC7BE95-500E-4DA0-85DC-486CDAF4E7CC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31" creationId="{A21C8DB3-859D-4BBC-8D65-BF4994842727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32" creationId="{F10E2FB2-B5B9-4B30-9B98-90C01C0ACC0D}"/>
          </ac:spMkLst>
        </pc:spChg>
        <pc:picChg chg="mod">
          <ac:chgData name="Minh Huynh" userId="01a137d4-0d81-46e0-aca6-c9185b391828" providerId="ADAL" clId="{CF02122B-8685-4227-9B3E-A85B24F402DE}" dt="2026-10-13T10:05:55.216" v="722" actId="1076"/>
          <ac:picMkLst>
            <pc:docMk/>
            <pc:sldMk cId="948970440" sldId="4402"/>
            <ac:picMk id="16386" creationId="{934D4D33-A229-4777-BA91-483B455F76B7}"/>
          </ac:picMkLst>
        </pc:pic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987322098" sldId="4416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1445164029" sldId="4425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412457508" sldId="4426"/>
        </pc:sldMkLst>
      </pc:sldChg>
      <pc:sldChg chg="addSp delSp modSp add mod">
        <pc:chgData name="Minh Huynh" userId="01a137d4-0d81-46e0-aca6-c9185b391828" providerId="ADAL" clId="{CF02122B-8685-4227-9B3E-A85B24F402DE}" dt="2026-10-13T10:08:55.033" v="1182"/>
        <pc:sldMkLst>
          <pc:docMk/>
          <pc:sldMk cId="3972383475" sldId="4435"/>
        </pc:sldMkLst>
        <pc:spChg chg="del">
          <ac:chgData name="Minh Huynh" userId="01a137d4-0d81-46e0-aca6-c9185b391828" providerId="ADAL" clId="{CF02122B-8685-4227-9B3E-A85B24F402DE}" dt="2026-10-13T10:08:49.768" v="1180" actId="478"/>
          <ac:spMkLst>
            <pc:docMk/>
            <pc:sldMk cId="3972383475" sldId="4435"/>
            <ac:spMk id="9" creationId="{274AF733-5518-4709-8CB2-B899A8D12C92}"/>
          </ac:spMkLst>
        </pc:spChg>
        <pc:spChg chg="add mod">
          <ac:chgData name="Minh Huynh" userId="01a137d4-0d81-46e0-aca6-c9185b391828" providerId="ADAL" clId="{CF02122B-8685-4227-9B3E-A85B24F402DE}" dt="2026-10-13T10:08:55.033" v="1182"/>
          <ac:spMkLst>
            <pc:docMk/>
            <pc:sldMk cId="3972383475" sldId="4435"/>
            <ac:spMk id="20" creationId="{7FAC479C-6720-4D1E-A9AB-31836C0A3BD2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26" creationId="{48313235-E04B-4AEF-8D99-9515FDA7DC52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27" creationId="{8651F3DE-363B-4A26-B27B-110B32E17A7B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28" creationId="{ABE24270-FED7-46E7-BD1A-E012EB1842A0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29" creationId="{015C0AF2-F4CA-4A9C-9CC7-270E87D903C3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0" creationId="{F74B5200-09D6-437A-880D-9DF949BD63D0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1" creationId="{35EA1758-AAC3-4AB9-908A-8FEF63A678DE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2" creationId="{436C0B1F-0460-4683-9D7F-CE12003F442C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3" creationId="{CF547FE3-ADC2-43BE-B41C-3C8D1B3A093D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4" creationId="{F4619AA9-A10C-4EEF-82E8-7432ED7030CD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5" creationId="{1D297A1C-6235-4454-A036-01F07E2DCAAA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95577533" sldId="4446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522385299" sldId="4465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1734041963" sldId="4466"/>
        </pc:sldMkLst>
      </pc:sldChg>
      <pc:sldChg chg="addSp delSp modSp add mod">
        <pc:chgData name="Minh Huynh" userId="01a137d4-0d81-46e0-aca6-c9185b391828" providerId="ADAL" clId="{CF02122B-8685-4227-9B3E-A85B24F402DE}" dt="2026-10-13T10:09:29.091" v="1207" actId="20577"/>
        <pc:sldMkLst>
          <pc:docMk/>
          <pc:sldMk cId="2977395832" sldId="4469"/>
        </pc:sldMkLst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16" creationId="{216DD188-8A5A-40D9-9B86-2BE5D9435EB8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17" creationId="{FD837F71-92F1-40F8-A449-ECB5D2983FE8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18" creationId="{F511F27D-C4CF-4531-96DC-E028EBB8E9CF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19" creationId="{02B66A19-0152-486A-A9C4-A749516DCEDD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0" creationId="{652311E4-E7BC-48B8-95BE-4B3DA28B6F9C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1" creationId="{C6D4E577-42DE-4620-96B2-B27B7B5B0001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2" creationId="{76521838-B1AA-4FE8-A741-1DDBBDDF2AC3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3" creationId="{D20DEC61-3C8D-468B-8740-2AF7B430F14E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4" creationId="{4AE45562-1BD9-4442-A346-E8A0111DD90B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5" creationId="{C8ED9B0D-6CCE-4E36-A6F6-8DD064197890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6" creationId="{213B5F16-AEBB-4AF9-A8BE-E1F665ACE58E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7" creationId="{214F3BA2-2887-4D81-97CB-B4490DCDB410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8" creationId="{E9EA9892-61DA-41F0-BB89-711FCA45CF43}"/>
          </ac:spMkLst>
        </pc:spChg>
        <pc:spChg chg="add mod">
          <ac:chgData name="Minh Huynh" userId="01a137d4-0d81-46e0-aca6-c9185b391828" providerId="ADAL" clId="{CF02122B-8685-4227-9B3E-A85B24F402DE}" dt="2026-10-13T10:09:29.091" v="1207" actId="20577"/>
          <ac:spMkLst>
            <pc:docMk/>
            <pc:sldMk cId="2977395832" sldId="4469"/>
            <ac:spMk id="29" creationId="{BEA97F0A-DC76-49A0-9613-0BFB9544D51C}"/>
          </ac:spMkLst>
        </pc:spChg>
        <pc:spChg chg="del">
          <ac:chgData name="Minh Huynh" userId="01a137d4-0d81-46e0-aca6-c9185b391828" providerId="ADAL" clId="{CF02122B-8685-4227-9B3E-A85B24F402DE}" dt="2026-10-13T10:09:17.259" v="1184" actId="478"/>
          <ac:spMkLst>
            <pc:docMk/>
            <pc:sldMk cId="2977395832" sldId="4469"/>
            <ac:spMk id="81" creationId="{FB9452E1-2F55-47A6-9FC0-5D515A7EF402}"/>
          </ac:spMkLst>
        </pc:spChg>
      </pc:sldChg>
      <pc:sldChg chg="addSp delSp modSp add mod">
        <pc:chgData name="Minh Huynh" userId="01a137d4-0d81-46e0-aca6-c9185b391828" providerId="ADAL" clId="{CF02122B-8685-4227-9B3E-A85B24F402DE}" dt="2026-10-13T10:12:26.786" v="1288" actId="1076"/>
        <pc:sldMkLst>
          <pc:docMk/>
          <pc:sldMk cId="815801266" sldId="4471"/>
        </pc:sldMkLst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2" creationId="{57946335-B9E2-47F4-A890-8A79D1F4DF5B}"/>
          </ac:spMkLst>
        </pc:spChg>
        <pc:spChg chg="del">
          <ac:chgData name="Minh Huynh" userId="01a137d4-0d81-46e0-aca6-c9185b391828" providerId="ADAL" clId="{CF02122B-8685-4227-9B3E-A85B24F402DE}" dt="2026-10-13T10:10:08.616" v="1234" actId="478"/>
          <ac:spMkLst>
            <pc:docMk/>
            <pc:sldMk cId="815801266" sldId="4471"/>
            <ac:spMk id="13" creationId="{44EB9DBD-8373-4754-A680-82FF287BACA2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4" creationId="{3D5CDE13-35B7-4938-BCDC-F71F20B6ADE1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5" creationId="{E9EB42CF-7333-4B12-A0F0-92673FA2DB76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6" creationId="{0C218757-9842-4687-ABCB-58F33FEAC9EA}"/>
          </ac:spMkLst>
        </pc:spChg>
        <pc:spChg chg="del">
          <ac:chgData name="Minh Huynh" userId="01a137d4-0d81-46e0-aca6-c9185b391828" providerId="ADAL" clId="{CF02122B-8685-4227-9B3E-A85B24F402DE}" dt="2026-10-13T10:10:08.616" v="1234" actId="478"/>
          <ac:spMkLst>
            <pc:docMk/>
            <pc:sldMk cId="815801266" sldId="4471"/>
            <ac:spMk id="17" creationId="{84E4FD9F-C416-4F8B-A873-1D478599B5FA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8" creationId="{2DF71CBC-D386-4FA0-91AD-3658A3AA26B1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9" creationId="{F605BD9E-6359-441C-8619-760A6E638DA4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0" creationId="{6A4A67C3-C441-4CAB-BC7B-669B056CBC16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1" creationId="{DF29437F-B315-4233-896D-A974D5A446A8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2" creationId="{EA22C7B7-9E82-4CA1-B892-EEC3BC6EF4A2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3" creationId="{3942C582-3742-4771-8625-1BCE69C8B85E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4" creationId="{DA7F014F-9698-4281-9B2E-793A23390F49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5" creationId="{0B574169-55C8-4188-B9C8-8D43A9479976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6" creationId="{4C62C915-3FFA-4E59-9640-EEB942F846DE}"/>
          </ac:spMkLst>
        </pc:spChg>
        <pc:spChg chg="add mod">
          <ac:chgData name="Minh Huynh" userId="01a137d4-0d81-46e0-aca6-c9185b391828" providerId="ADAL" clId="{CF02122B-8685-4227-9B3E-A85B24F402DE}" dt="2026-10-13T10:09:59.604" v="1233" actId="20577"/>
          <ac:spMkLst>
            <pc:docMk/>
            <pc:sldMk cId="815801266" sldId="4471"/>
            <ac:spMk id="27" creationId="{A0A9333B-1C9A-4DA2-BCA9-64B5AE2E0C99}"/>
          </ac:spMkLst>
        </pc:spChg>
        <pc:spChg chg="add mod">
          <ac:chgData name="Minh Huynh" userId="01a137d4-0d81-46e0-aca6-c9185b391828" providerId="ADAL" clId="{CF02122B-8685-4227-9B3E-A85B24F402DE}" dt="2026-10-13T10:11:20.675" v="1280" actId="255"/>
          <ac:spMkLst>
            <pc:docMk/>
            <pc:sldMk cId="815801266" sldId="4471"/>
            <ac:spMk id="28" creationId="{B1158C15-9828-442B-B7FD-7B743BBE6CF4}"/>
          </ac:spMkLst>
        </pc:spChg>
        <pc:spChg chg="add mod">
          <ac:chgData name="Minh Huynh" userId="01a137d4-0d81-46e0-aca6-c9185b391828" providerId="ADAL" clId="{CF02122B-8685-4227-9B3E-A85B24F402DE}" dt="2026-10-13T10:12:26.786" v="1288" actId="1076"/>
          <ac:spMkLst>
            <pc:docMk/>
            <pc:sldMk cId="815801266" sldId="4471"/>
            <ac:spMk id="30" creationId="{14FE7C7C-9E18-4700-A10C-994A48938525}"/>
          </ac:spMkLst>
        </pc:spChg>
        <pc:spChg chg="add mod">
          <ac:chgData name="Minh Huynh" userId="01a137d4-0d81-46e0-aca6-c9185b391828" providerId="ADAL" clId="{CF02122B-8685-4227-9B3E-A85B24F402DE}" dt="2026-10-13T10:12:26.786" v="1288" actId="1076"/>
          <ac:spMkLst>
            <pc:docMk/>
            <pc:sldMk cId="815801266" sldId="4471"/>
            <ac:spMk id="31" creationId="{E97720FB-64A1-4A41-B3A0-D69B81B106BA}"/>
          </ac:spMkLst>
        </pc:spChg>
        <pc:spChg chg="add mod">
          <ac:chgData name="Minh Huynh" userId="01a137d4-0d81-46e0-aca6-c9185b391828" providerId="ADAL" clId="{CF02122B-8685-4227-9B3E-A85B24F402DE}" dt="2026-10-13T10:12:26.786" v="1288" actId="1076"/>
          <ac:spMkLst>
            <pc:docMk/>
            <pc:sldMk cId="815801266" sldId="4471"/>
            <ac:spMk id="32" creationId="{AD6CD9C2-46B4-479E-957B-67B6F7606979}"/>
          </ac:spMkLst>
        </pc:spChg>
        <pc:spChg chg="add del mod">
          <ac:chgData name="Minh Huynh" userId="01a137d4-0d81-46e0-aca6-c9185b391828" providerId="ADAL" clId="{CF02122B-8685-4227-9B3E-A85B24F402DE}" dt="2026-10-13T10:12:22.134" v="1287" actId="478"/>
          <ac:spMkLst>
            <pc:docMk/>
            <pc:sldMk cId="815801266" sldId="4471"/>
            <ac:spMk id="34" creationId="{EC5E5B56-3751-4DCC-938E-EC39C6642C4E}"/>
          </ac:spMkLst>
        </pc:spChg>
        <pc:spChg chg="add del mod">
          <ac:chgData name="Minh Huynh" userId="01a137d4-0d81-46e0-aca6-c9185b391828" providerId="ADAL" clId="{CF02122B-8685-4227-9B3E-A85B24F402DE}" dt="2026-10-13T10:12:22.134" v="1287" actId="478"/>
          <ac:spMkLst>
            <pc:docMk/>
            <pc:sldMk cId="815801266" sldId="4471"/>
            <ac:spMk id="35" creationId="{CCD5D13E-B36D-4F4D-82E4-DFAA5577F3AD}"/>
          </ac:spMkLst>
        </pc:spChg>
        <pc:spChg chg="add del mod">
          <ac:chgData name="Minh Huynh" userId="01a137d4-0d81-46e0-aca6-c9185b391828" providerId="ADAL" clId="{CF02122B-8685-4227-9B3E-A85B24F402DE}" dt="2026-10-13T10:12:22.134" v="1287" actId="478"/>
          <ac:spMkLst>
            <pc:docMk/>
            <pc:sldMk cId="815801266" sldId="4471"/>
            <ac:spMk id="36" creationId="{4B468003-0A17-4AF8-994B-709AFBABD8BB}"/>
          </ac:spMkLst>
        </pc:spChg>
        <pc:spChg chg="add del mod">
          <ac:chgData name="Minh Huynh" userId="01a137d4-0d81-46e0-aca6-c9185b391828" providerId="ADAL" clId="{CF02122B-8685-4227-9B3E-A85B24F402DE}" dt="2026-10-13T10:12:22.134" v="1287" actId="478"/>
          <ac:spMkLst>
            <pc:docMk/>
            <pc:sldMk cId="815801266" sldId="4471"/>
            <ac:spMk id="37" creationId="{64865BEB-00C0-421C-9F39-CFAA6595B4C0}"/>
          </ac:spMkLst>
        </pc:spChg>
        <pc:picChg chg="add mod">
          <ac:chgData name="Minh Huynh" userId="01a137d4-0d81-46e0-aca6-c9185b391828" providerId="ADAL" clId="{CF02122B-8685-4227-9B3E-A85B24F402DE}" dt="2026-10-13T10:12:26.786" v="1288" actId="1076"/>
          <ac:picMkLst>
            <pc:docMk/>
            <pc:sldMk cId="815801266" sldId="4471"/>
            <ac:picMk id="29" creationId="{FD20449A-19CA-450E-8693-001A1C7A51E4}"/>
          </ac:picMkLst>
        </pc:picChg>
        <pc:picChg chg="del">
          <ac:chgData name="Minh Huynh" userId="01a137d4-0d81-46e0-aca6-c9185b391828" providerId="ADAL" clId="{CF02122B-8685-4227-9B3E-A85B24F402DE}" dt="2026-10-13T10:10:08.616" v="1234" actId="478"/>
          <ac:picMkLst>
            <pc:docMk/>
            <pc:sldMk cId="815801266" sldId="4471"/>
            <ac:picMk id="13314" creationId="{FECAEC91-D6DA-4831-A5B9-EC8F124F3571}"/>
          </ac:picMkLst>
        </pc:picChg>
        <pc:cxnChg chg="add mod">
          <ac:chgData name="Minh Huynh" userId="01a137d4-0d81-46e0-aca6-c9185b391828" providerId="ADAL" clId="{CF02122B-8685-4227-9B3E-A85B24F402DE}" dt="2026-10-13T10:12:26.786" v="1288" actId="1076"/>
          <ac:cxnSpMkLst>
            <pc:docMk/>
            <pc:sldMk cId="815801266" sldId="4471"/>
            <ac:cxnSpMk id="33" creationId="{BAC8D325-F611-4161-91E7-BF8CCCEB5849}"/>
          </ac:cxnSpMkLst>
        </pc:cxnChg>
      </pc:sldChg>
      <pc:sldChg chg="addSp delSp modSp add del mod">
        <pc:chgData name="Minh Huynh" userId="01a137d4-0d81-46e0-aca6-c9185b391828" providerId="ADAL" clId="{CF02122B-8685-4227-9B3E-A85B24F402DE}" dt="2026-10-13T10:21:53.210" v="1500" actId="47"/>
        <pc:sldMkLst>
          <pc:docMk/>
          <pc:sldMk cId="2776696997" sldId="4472"/>
        </pc:sldMkLst>
        <pc:spChg chg="del">
          <ac:chgData name="Minh Huynh" userId="01a137d4-0d81-46e0-aca6-c9185b391828" providerId="ADAL" clId="{CF02122B-8685-4227-9B3E-A85B24F402DE}" dt="2026-10-13T10:12:30.941" v="1290" actId="478"/>
          <ac:spMkLst>
            <pc:docMk/>
            <pc:sldMk cId="2776696997" sldId="4472"/>
            <ac:spMk id="28" creationId="{B1158C15-9828-442B-B7FD-7B743BBE6CF4}"/>
          </ac:spMkLst>
        </pc:spChg>
        <pc:spChg chg="del">
          <ac:chgData name="Minh Huynh" userId="01a137d4-0d81-46e0-aca6-c9185b391828" providerId="ADAL" clId="{CF02122B-8685-4227-9B3E-A85B24F402DE}" dt="2026-10-13T10:12:30.941" v="1290" actId="478"/>
          <ac:spMkLst>
            <pc:docMk/>
            <pc:sldMk cId="2776696997" sldId="4472"/>
            <ac:spMk id="30" creationId="{14FE7C7C-9E18-4700-A10C-994A48938525}"/>
          </ac:spMkLst>
        </pc:spChg>
        <pc:spChg chg="del">
          <ac:chgData name="Minh Huynh" userId="01a137d4-0d81-46e0-aca6-c9185b391828" providerId="ADAL" clId="{CF02122B-8685-4227-9B3E-A85B24F402DE}" dt="2026-10-13T10:12:30.941" v="1290" actId="478"/>
          <ac:spMkLst>
            <pc:docMk/>
            <pc:sldMk cId="2776696997" sldId="4472"/>
            <ac:spMk id="31" creationId="{E97720FB-64A1-4A41-B3A0-D69B81B106BA}"/>
          </ac:spMkLst>
        </pc:spChg>
        <pc:spChg chg="del">
          <ac:chgData name="Minh Huynh" userId="01a137d4-0d81-46e0-aca6-c9185b391828" providerId="ADAL" clId="{CF02122B-8685-4227-9B3E-A85B24F402DE}" dt="2026-10-13T10:12:30.941" v="1290" actId="478"/>
          <ac:spMkLst>
            <pc:docMk/>
            <pc:sldMk cId="2776696997" sldId="4472"/>
            <ac:spMk id="32" creationId="{AD6CD9C2-46B4-479E-957B-67B6F7606979}"/>
          </ac:spMkLst>
        </pc:spChg>
        <pc:graphicFrameChg chg="add del mod">
          <ac:chgData name="Minh Huynh" userId="01a137d4-0d81-46e0-aca6-c9185b391828" providerId="ADAL" clId="{CF02122B-8685-4227-9B3E-A85B24F402DE}" dt="2026-10-13T10:12:54.320" v="1295" actId="478"/>
          <ac:graphicFrameMkLst>
            <pc:docMk/>
            <pc:sldMk cId="2776696997" sldId="4472"/>
            <ac:graphicFrameMk id="10" creationId="{13CB10CE-B394-4A65-A913-ACA7BD119567}"/>
          </ac:graphicFrameMkLst>
        </pc:graphicFrameChg>
        <pc:picChg chg="del">
          <ac:chgData name="Minh Huynh" userId="01a137d4-0d81-46e0-aca6-c9185b391828" providerId="ADAL" clId="{CF02122B-8685-4227-9B3E-A85B24F402DE}" dt="2026-10-13T10:12:30.941" v="1290" actId="478"/>
          <ac:picMkLst>
            <pc:docMk/>
            <pc:sldMk cId="2776696997" sldId="4472"/>
            <ac:picMk id="29" creationId="{FD20449A-19CA-450E-8693-001A1C7A51E4}"/>
          </ac:picMkLst>
        </pc:picChg>
        <pc:cxnChg chg="del">
          <ac:chgData name="Minh Huynh" userId="01a137d4-0d81-46e0-aca6-c9185b391828" providerId="ADAL" clId="{CF02122B-8685-4227-9B3E-A85B24F402DE}" dt="2026-10-13T10:12:30.941" v="1290" actId="478"/>
          <ac:cxnSpMkLst>
            <pc:docMk/>
            <pc:sldMk cId="2776696997" sldId="4472"/>
            <ac:cxnSpMk id="33" creationId="{BAC8D325-F611-4161-91E7-BF8CCCEB5849}"/>
          </ac:cxnSpMkLst>
        </pc:cxnChg>
      </pc:sldChg>
      <pc:sldChg chg="addSp delSp modSp add mod ord">
        <pc:chgData name="Minh Huynh" userId="01a137d4-0d81-46e0-aca6-c9185b391828" providerId="ADAL" clId="{CF02122B-8685-4227-9B3E-A85B24F402DE}" dt="2026-10-13T10:13:39.654" v="1313" actId="1076"/>
        <pc:sldMkLst>
          <pc:docMk/>
          <pc:sldMk cId="2580079608" sldId="4473"/>
        </pc:sldMkLst>
        <pc:spChg chg="add mod">
          <ac:chgData name="Minh Huynh" userId="01a137d4-0d81-46e0-aca6-c9185b391828" providerId="ADAL" clId="{CF02122B-8685-4227-9B3E-A85B24F402DE}" dt="2026-10-13T10:13:39.654" v="1313" actId="1076"/>
          <ac:spMkLst>
            <pc:docMk/>
            <pc:sldMk cId="2580079608" sldId="4473"/>
            <ac:spMk id="10" creationId="{16E226E0-4A2D-49A7-BC2E-BC154AA87571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2" creationId="{DFFBA832-BB4E-4722-AEA0-9E5E02097210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3" creationId="{B80BF70C-71B4-452C-9100-812614F65419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4" creationId="{5CB02B4D-0560-4780-B5F1-C16A3780920A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6" creationId="{B02F4FF4-69F0-4EA8-AB5E-A21C58762512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7" creationId="{1021D167-917B-4338-9143-01768309C4E9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8" creationId="{8FEE1F48-0639-419F-9F69-FAC3FFA26E45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9" creationId="{640A3842-DB46-458C-8340-1A6F9E6965C9}"/>
          </ac:spMkLst>
        </pc:spChg>
        <pc:spChg chg="mod">
          <ac:chgData name="Minh Huynh" userId="01a137d4-0d81-46e0-aca6-c9185b391828" providerId="ADAL" clId="{CF02122B-8685-4227-9B3E-A85B24F402DE}" dt="2026-10-13T10:13:22.127" v="1310" actId="20577"/>
          <ac:spMkLst>
            <pc:docMk/>
            <pc:sldMk cId="2580079608" sldId="4473"/>
            <ac:spMk id="28" creationId="{B1158C15-9828-442B-B7FD-7B743BBE6CF4}"/>
          </ac:spMkLst>
        </pc:spChg>
        <pc:spChg chg="del">
          <ac:chgData name="Minh Huynh" userId="01a137d4-0d81-46e0-aca6-c9185b391828" providerId="ADAL" clId="{CF02122B-8685-4227-9B3E-A85B24F402DE}" dt="2026-10-13T10:13:00.152" v="1296" actId="478"/>
          <ac:spMkLst>
            <pc:docMk/>
            <pc:sldMk cId="2580079608" sldId="4473"/>
            <ac:spMk id="30" creationId="{14FE7C7C-9E18-4700-A10C-994A48938525}"/>
          </ac:spMkLst>
        </pc:spChg>
        <pc:spChg chg="del">
          <ac:chgData name="Minh Huynh" userId="01a137d4-0d81-46e0-aca6-c9185b391828" providerId="ADAL" clId="{CF02122B-8685-4227-9B3E-A85B24F402DE}" dt="2026-10-13T10:13:00.152" v="1296" actId="478"/>
          <ac:spMkLst>
            <pc:docMk/>
            <pc:sldMk cId="2580079608" sldId="4473"/>
            <ac:spMk id="31" creationId="{E97720FB-64A1-4A41-B3A0-D69B81B106BA}"/>
          </ac:spMkLst>
        </pc:spChg>
        <pc:spChg chg="del">
          <ac:chgData name="Minh Huynh" userId="01a137d4-0d81-46e0-aca6-c9185b391828" providerId="ADAL" clId="{CF02122B-8685-4227-9B3E-A85B24F402DE}" dt="2026-10-13T10:13:00.152" v="1296" actId="478"/>
          <ac:spMkLst>
            <pc:docMk/>
            <pc:sldMk cId="2580079608" sldId="4473"/>
            <ac:spMk id="32" creationId="{AD6CD9C2-46B4-479E-957B-67B6F7606979}"/>
          </ac:spMkLst>
        </pc:spChg>
        <pc:picChg chg="add mod">
          <ac:chgData name="Minh Huynh" userId="01a137d4-0d81-46e0-aca6-c9185b391828" providerId="ADAL" clId="{CF02122B-8685-4227-9B3E-A85B24F402DE}" dt="2026-10-13T10:13:35.614" v="1312" actId="1076"/>
          <ac:picMkLst>
            <pc:docMk/>
            <pc:sldMk cId="2580079608" sldId="4473"/>
            <ac:picMk id="11" creationId="{5A76E8E7-C813-418E-A2B0-7682306484FA}"/>
          </ac:picMkLst>
        </pc:picChg>
        <pc:picChg chg="del">
          <ac:chgData name="Minh Huynh" userId="01a137d4-0d81-46e0-aca6-c9185b391828" providerId="ADAL" clId="{CF02122B-8685-4227-9B3E-A85B24F402DE}" dt="2026-10-13T10:13:00.152" v="1296" actId="478"/>
          <ac:picMkLst>
            <pc:docMk/>
            <pc:sldMk cId="2580079608" sldId="4473"/>
            <ac:picMk id="29" creationId="{FD20449A-19CA-450E-8693-001A1C7A51E4}"/>
          </ac:picMkLst>
        </pc:picChg>
        <pc:cxnChg chg="add mod">
          <ac:chgData name="Minh Huynh" userId="01a137d4-0d81-46e0-aca6-c9185b391828" providerId="ADAL" clId="{CF02122B-8685-4227-9B3E-A85B24F402DE}" dt="2026-10-13T10:13:35.614" v="1312" actId="1076"/>
          <ac:cxnSpMkLst>
            <pc:docMk/>
            <pc:sldMk cId="2580079608" sldId="4473"/>
            <ac:cxnSpMk id="15" creationId="{C1DF15FE-BBBD-4DF3-8459-A14ADF12D1ED}"/>
          </ac:cxnSpMkLst>
        </pc:cxnChg>
        <pc:cxnChg chg="del">
          <ac:chgData name="Minh Huynh" userId="01a137d4-0d81-46e0-aca6-c9185b391828" providerId="ADAL" clId="{CF02122B-8685-4227-9B3E-A85B24F402DE}" dt="2026-10-13T10:13:00.152" v="1296" actId="478"/>
          <ac:cxnSpMkLst>
            <pc:docMk/>
            <pc:sldMk cId="2580079608" sldId="4473"/>
            <ac:cxnSpMk id="33" creationId="{BAC8D325-F611-4161-91E7-BF8CCCEB5849}"/>
          </ac:cxnSpMkLst>
        </pc:cxn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1805026901" sldId="4475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634065575" sldId="4476"/>
        </pc:sldMkLst>
      </pc:sldChg>
      <pc:sldChg chg="addSp delSp modSp add del mod">
        <pc:chgData name="Minh Huynh" userId="01a137d4-0d81-46e0-aca6-c9185b391828" providerId="ADAL" clId="{CF02122B-8685-4227-9B3E-A85B24F402DE}" dt="2026-10-13T10:15:36.038" v="1402" actId="47"/>
        <pc:sldMkLst>
          <pc:docMk/>
          <pc:sldMk cId="3675881470" sldId="4495"/>
        </pc:sldMkLst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1" creationId="{37AAD999-4B01-4A99-A671-29362144F827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2" creationId="{0AF40782-A186-4470-B2F6-10AF2AE79D29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3" creationId="{459A5882-7528-4F70-865D-ED1C869CC0EB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4" creationId="{83BACD0D-8FF3-4840-BA32-1DB50006943D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5" creationId="{E825E9B1-CA3A-49C1-A738-8BB582164798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6" creationId="{25113872-3F78-4B22-939A-B7152A1503B4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7" creationId="{BE133509-974B-4838-9430-78FD5A0C0C35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8" creationId="{103252C8-09DB-4EA4-815F-3D0D42B94B01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9" creationId="{A13D9FEC-E098-4D33-B160-EF34A5B7486B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20" creationId="{FBE0BE42-4B49-45AF-8C4B-9A5FEC223C6B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21" creationId="{3C13F961-CBEA-456B-A9CE-E77C99577669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22" creationId="{A46A8695-FFBB-4DCE-8285-A6FB58E267E8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23" creationId="{63FFBA4A-C0FE-4176-9023-3D3EFB50974D}"/>
          </ac:spMkLst>
        </pc:spChg>
        <pc:spChg chg="add mod">
          <ac:chgData name="Minh Huynh" userId="01a137d4-0d81-46e0-aca6-c9185b391828" providerId="ADAL" clId="{CF02122B-8685-4227-9B3E-A85B24F402DE}" dt="2026-10-13T10:14:27.743" v="1329" actId="20577"/>
          <ac:spMkLst>
            <pc:docMk/>
            <pc:sldMk cId="3675881470" sldId="4495"/>
            <ac:spMk id="24" creationId="{8A46215E-B32E-44F6-8288-3DA4A99195E5}"/>
          </ac:spMkLst>
        </pc:spChg>
        <pc:spChg chg="del">
          <ac:chgData name="Minh Huynh" userId="01a137d4-0d81-46e0-aca6-c9185b391828" providerId="ADAL" clId="{CF02122B-8685-4227-9B3E-A85B24F402DE}" dt="2026-10-13T10:14:15.079" v="1315" actId="478"/>
          <ac:spMkLst>
            <pc:docMk/>
            <pc:sldMk cId="3675881470" sldId="4495"/>
            <ac:spMk id="81" creationId="{FB9452E1-2F55-47A6-9FC0-5D515A7EF402}"/>
          </ac:spMkLst>
        </pc:spChg>
      </pc:sldChg>
      <pc:sldChg chg="addSp delSp modSp add mod">
        <pc:chgData name="Minh Huynh" userId="01a137d4-0d81-46e0-aca6-c9185b391828" providerId="ADAL" clId="{CF02122B-8685-4227-9B3E-A85B24F402DE}" dt="2026-10-13T10:15:55.828" v="1406" actId="1076"/>
        <pc:sldMkLst>
          <pc:docMk/>
          <pc:sldMk cId="3163652992" sldId="4496"/>
        </pc:sldMkLst>
        <pc:spChg chg="add del mod">
          <ac:chgData name="Minh Huynh" userId="01a137d4-0d81-46e0-aca6-c9185b391828" providerId="ADAL" clId="{CF02122B-8685-4227-9B3E-A85B24F402DE}" dt="2026-10-13T10:15:48.582" v="1403" actId="478"/>
          <ac:spMkLst>
            <pc:docMk/>
            <pc:sldMk cId="3163652992" sldId="4496"/>
            <ac:spMk id="6" creationId="{09E0AA3F-240A-4B23-A7D2-BAFED21291B8}"/>
          </ac:spMkLst>
        </pc:spChg>
        <pc:spChg chg="add del mod">
          <ac:chgData name="Minh Huynh" userId="01a137d4-0d81-46e0-aca6-c9185b391828" providerId="ADAL" clId="{CF02122B-8685-4227-9B3E-A85B24F402DE}" dt="2026-10-13T10:15:50.527" v="1404" actId="478"/>
          <ac:spMkLst>
            <pc:docMk/>
            <pc:sldMk cId="3163652992" sldId="4496"/>
            <ac:spMk id="7" creationId="{6F25216E-7F96-42FA-8251-D4C9F7E1F41B}"/>
          </ac:spMkLst>
        </pc:spChg>
        <pc:spChg chg="add mod">
          <ac:chgData name="Minh Huynh" userId="01a137d4-0d81-46e0-aca6-c9185b391828" providerId="ADAL" clId="{CF02122B-8685-4227-9B3E-A85B24F402DE}" dt="2026-10-13T10:15:55.828" v="1406" actId="1076"/>
          <ac:spMkLst>
            <pc:docMk/>
            <pc:sldMk cId="3163652992" sldId="4496"/>
            <ac:spMk id="9" creationId="{166C276E-395B-4DBC-BBA7-CAF056B616A9}"/>
          </ac:spMkLst>
        </pc:spChg>
        <pc:spChg chg="mod">
          <ac:chgData name="Minh Huynh" userId="01a137d4-0d81-46e0-aca6-c9185b391828" providerId="ADAL" clId="{CF02122B-8685-4227-9B3E-A85B24F402DE}" dt="2026-10-13T10:15:32.732" v="1401" actId="20577"/>
          <ac:spMkLst>
            <pc:docMk/>
            <pc:sldMk cId="3163652992" sldId="4496"/>
            <ac:spMk id="24" creationId="{8A46215E-B32E-44F6-8288-3DA4A99195E5}"/>
          </ac:spMkLst>
        </pc:spChg>
        <pc:picChg chg="add mod">
          <ac:chgData name="Minh Huynh" userId="01a137d4-0d81-46e0-aca6-c9185b391828" providerId="ADAL" clId="{CF02122B-8685-4227-9B3E-A85B24F402DE}" dt="2026-10-13T10:15:02.257" v="1332"/>
          <ac:picMkLst>
            <pc:docMk/>
            <pc:sldMk cId="3163652992" sldId="4496"/>
            <ac:picMk id="5" creationId="{8BF26077-08B2-4BF8-95CF-3645C650B1C2}"/>
          </ac:picMkLst>
        </pc:picChg>
        <pc:picChg chg="add mod">
          <ac:chgData name="Minh Huynh" userId="01a137d4-0d81-46e0-aca6-c9185b391828" providerId="ADAL" clId="{CF02122B-8685-4227-9B3E-A85B24F402DE}" dt="2026-10-13T10:15:55.828" v="1406" actId="1076"/>
          <ac:picMkLst>
            <pc:docMk/>
            <pc:sldMk cId="3163652992" sldId="4496"/>
            <ac:picMk id="8" creationId="{5EEF53FE-9D48-4D0E-8D96-01B66E66F232}"/>
          </ac:picMkLst>
        </pc:picChg>
        <pc:picChg chg="del">
          <ac:chgData name="Minh Huynh" userId="01a137d4-0d81-46e0-aca6-c9185b391828" providerId="ADAL" clId="{CF02122B-8685-4227-9B3E-A85B24F402DE}" dt="2026-10-13T10:14:59.581" v="1331" actId="478"/>
          <ac:picMkLst>
            <pc:docMk/>
            <pc:sldMk cId="3163652992" sldId="4496"/>
            <ac:picMk id="16386" creationId="{8B58479C-B7EC-4462-AD10-C9FD36309785}"/>
          </ac:picMkLst>
        </pc:picChg>
        <pc:picChg chg="del">
          <ac:chgData name="Minh Huynh" userId="01a137d4-0d81-46e0-aca6-c9185b391828" providerId="ADAL" clId="{CF02122B-8685-4227-9B3E-A85B24F402DE}" dt="2026-10-13T10:14:59.581" v="1331" actId="478"/>
          <ac:picMkLst>
            <pc:docMk/>
            <pc:sldMk cId="3163652992" sldId="4496"/>
            <ac:picMk id="16388" creationId="{BBC6E02E-B8A4-4049-BE11-59F7EE2CF38C}"/>
          </ac:picMkLst>
        </pc:pic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1203949008" sldId="4499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417742359" sldId="4512"/>
        </pc:sldMkLst>
      </pc:sldChg>
      <pc:sldChg chg="addSp delSp modSp add mod">
        <pc:chgData name="Minh Huynh" userId="01a137d4-0d81-46e0-aca6-c9185b391828" providerId="ADAL" clId="{CF02122B-8685-4227-9B3E-A85B24F402DE}" dt="2026-10-13T10:16:13.852" v="1409"/>
        <pc:sldMkLst>
          <pc:docMk/>
          <pc:sldMk cId="1980768888" sldId="4518"/>
        </pc:sldMkLst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1" creationId="{8F018462-ECF9-4655-B54E-D8F2F9E52D84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2" creationId="{CC0C817A-F2D8-4A97-B251-222CC65C9D5F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3" creationId="{02C5C8E3-4468-4E6A-96AE-25398CD46BAF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4" creationId="{B9296EAD-38DE-4D94-BEE6-5EB2635E2881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5" creationId="{0BE9745A-C6CD-4FDD-8130-3039BD66CB74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6" creationId="{6F58A2C0-7F87-4B06-8017-DB79036C6C81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7" creationId="{7E2DD776-2EDD-4BC6-A601-B1F876BAB5AE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8" creationId="{A6FE0E11-B2E9-4E05-B7A3-AE912F8579D3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9" creationId="{34A7A4D7-99A7-40CA-8AF2-5FB5458F254E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20" creationId="{4FFBF177-20B3-4486-AAF9-FE4836BF054C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21" creationId="{96B4D107-F00F-40DC-BCBF-A56DD997CC16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22" creationId="{412FC29E-94D1-44FC-ABCE-FC29F598C56F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23" creationId="{B226F367-496C-4783-B47F-EA809ADE62B5}"/>
          </ac:spMkLst>
        </pc:spChg>
        <pc:spChg chg="add mod">
          <ac:chgData name="Minh Huynh" userId="01a137d4-0d81-46e0-aca6-c9185b391828" providerId="ADAL" clId="{CF02122B-8685-4227-9B3E-A85B24F402DE}" dt="2026-10-13T10:16:13.852" v="1409"/>
          <ac:spMkLst>
            <pc:docMk/>
            <pc:sldMk cId="1980768888" sldId="4518"/>
            <ac:spMk id="24" creationId="{48F84509-64F1-4602-AB7D-11145C789364}"/>
          </ac:spMkLst>
        </pc:spChg>
      </pc:sldChg>
      <pc:sldChg chg="addSp delSp modSp add mod">
        <pc:chgData name="Minh Huynh" userId="01a137d4-0d81-46e0-aca6-c9185b391828" providerId="ADAL" clId="{CF02122B-8685-4227-9B3E-A85B24F402DE}" dt="2026-10-13T10:17:29.871" v="1441" actId="20577"/>
        <pc:sldMkLst>
          <pc:docMk/>
          <pc:sldMk cId="639961980" sldId="4521"/>
        </pc:sldMkLst>
        <pc:spChg chg="del">
          <ac:chgData name="Minh Huynh" userId="01a137d4-0d81-46e0-aca6-c9185b391828" providerId="ADAL" clId="{CF02122B-8685-4227-9B3E-A85B24F402DE}" dt="2026-10-13T10:16:33.044" v="1411" actId="478"/>
          <ac:spMkLst>
            <pc:docMk/>
            <pc:sldMk cId="639961980" sldId="4521"/>
            <ac:spMk id="11" creationId="{7814DEDC-95FB-46BE-9C5C-14AB99D69454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15" creationId="{E30EB948-1B33-4071-B64A-35C047816669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16" creationId="{95AEC8FC-7167-4F68-89AF-68DA0CB72E37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17" creationId="{04B0FE19-06FD-4D5F-93A8-471716331D69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18" creationId="{BEB84312-7799-4A33-B8EF-84645A2092F6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19" creationId="{9514140E-EAC1-4824-B93D-9CAB6393D419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0" creationId="{61D4E555-C56B-4F0D-A409-32071F474D80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1" creationId="{F001774E-68ED-4AD0-855D-C453F18D40DC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2" creationId="{3F0523E1-C9A2-44B9-9366-6C05CBBD934D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3" creationId="{2450E449-8C58-44A5-B0A6-7B68B4AAA6B0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4" creationId="{F73A31D5-C922-4355-9C72-36C86F07BE51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5" creationId="{CC58556E-9ABB-460E-B865-3F54C69E80E5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6" creationId="{E6EBAD15-3F96-451F-9C2F-6BC15EB42FC9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7" creationId="{E53E2E2D-6A85-41FC-99B7-53DDD9F11FA2}"/>
          </ac:spMkLst>
        </pc:spChg>
        <pc:spChg chg="add mod">
          <ac:chgData name="Minh Huynh" userId="01a137d4-0d81-46e0-aca6-c9185b391828" providerId="ADAL" clId="{CF02122B-8685-4227-9B3E-A85B24F402DE}" dt="2026-10-13T10:17:29.871" v="1441" actId="20577"/>
          <ac:spMkLst>
            <pc:docMk/>
            <pc:sldMk cId="639961980" sldId="4521"/>
            <ac:spMk id="28" creationId="{EE2B9C84-198E-4F81-BF43-73F79A8AC1A8}"/>
          </ac:spMkLst>
        </pc:spChg>
      </pc:sldChg>
      <pc:sldChg chg="addSp delSp modSp add mod">
        <pc:chgData name="Minh Huynh" userId="01a137d4-0d81-46e0-aca6-c9185b391828" providerId="ADAL" clId="{CF02122B-8685-4227-9B3E-A85B24F402DE}" dt="2026-10-13T10:17:03.236" v="1422"/>
        <pc:sldMkLst>
          <pc:docMk/>
          <pc:sldMk cId="3641909128" sldId="4535"/>
        </pc:sldMkLst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1" creationId="{AA4B70C1-84D1-4FC7-AEFE-A172A9FF1A44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3" creationId="{321C5B27-496F-42B5-85F3-437BFEE292C5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6" creationId="{418542DB-6638-4229-B59C-0AE2B8651BC9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7" creationId="{422F6751-7E0F-4635-BB00-6342AAEFC00E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8" creationId="{D014C222-3731-4C6D-862D-AE59B9CC7F53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9" creationId="{116F6C96-DE31-4FB0-86F8-A4388771127D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0" creationId="{A6335AB1-471B-4E09-85C1-B47403CB064C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1" creationId="{34603F1F-8CC8-44AB-9DD8-CBFD8B54DAAF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2" creationId="{57D90F82-B3A0-4DFF-A6C8-AF1225B61A4F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3" creationId="{78D0BA2F-3E8E-4DFE-BADA-D69400358DE9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4" creationId="{A282C7C9-728C-4461-A603-602CE4495860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5" creationId="{5B0B5AEA-BBAD-4479-9ADF-1CEFB0AC5A8C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6" creationId="{0B7B497A-69CA-4117-A99B-1BF70245ABC9}"/>
          </ac:spMkLst>
        </pc:spChg>
        <pc:spChg chg="add mod">
          <ac:chgData name="Minh Huynh" userId="01a137d4-0d81-46e0-aca6-c9185b391828" providerId="ADAL" clId="{CF02122B-8685-4227-9B3E-A85B24F402DE}" dt="2026-10-13T10:17:03.236" v="1422"/>
          <ac:spMkLst>
            <pc:docMk/>
            <pc:sldMk cId="3641909128" sldId="4535"/>
            <ac:spMk id="47" creationId="{4B788BEB-9A90-4AC7-A244-0D070E8232F6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15617114" sldId="4540"/>
        </pc:sldMkLst>
      </pc:sldChg>
      <pc:sldChg chg="addSp delSp modSp add mod">
        <pc:chgData name="Minh Huynh" userId="01a137d4-0d81-46e0-aca6-c9185b391828" providerId="ADAL" clId="{CF02122B-8685-4227-9B3E-A85B24F402DE}" dt="2026-10-13T10:17:36.439" v="1444" actId="478"/>
        <pc:sldMkLst>
          <pc:docMk/>
          <pc:sldMk cId="4168383365" sldId="4546"/>
        </pc:sldMkLst>
        <pc:spChg chg="del">
          <ac:chgData name="Minh Huynh" userId="01a137d4-0d81-46e0-aca6-c9185b391828" providerId="ADAL" clId="{CF02122B-8685-4227-9B3E-A85B24F402DE}" dt="2026-10-13T10:17:36.439" v="1444" actId="478"/>
          <ac:spMkLst>
            <pc:docMk/>
            <pc:sldMk cId="4168383365" sldId="4546"/>
            <ac:spMk id="11" creationId="{7814DEDC-95FB-46BE-9C5C-14AB99D69454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4" creationId="{FEF10F77-DA12-4144-80BB-BE061D5FA32F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5" creationId="{6C124B0C-F04B-46FD-845B-FBC0725E1838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6" creationId="{2CA7EF28-EB98-44E5-8B0A-5DAFD4E74636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7" creationId="{B74CEDE4-B712-479D-BE03-8F08F7D312E4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8" creationId="{E4A26A9B-652F-45BE-BE56-1CE02C619664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9" creationId="{C25D85EC-F84B-4084-9B5F-434B5F151B46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0" creationId="{DBDC14AC-A6B0-4EF9-B652-11DB78411868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1" creationId="{5EFC958B-4DD6-4B57-AB8D-D2B665A98DA6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2" creationId="{5523DF56-1DAA-47B6-80EA-BDE7E8BF17AC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3" creationId="{014B4798-DB26-46B5-9F15-6EDE65045A41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4" creationId="{7B19084B-FABA-48B7-96A3-0065BB8DEE0C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5" creationId="{6C6B9733-00F2-4052-B54D-23488A310152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6" creationId="{235B2BFB-A8E1-47F1-89A3-A99B54FB1415}"/>
          </ac:spMkLst>
        </pc:spChg>
        <pc:spChg chg="add mod">
          <ac:chgData name="Minh Huynh" userId="01a137d4-0d81-46e0-aca6-c9185b391828" providerId="ADAL" clId="{CF02122B-8685-4227-9B3E-A85B24F402DE}" dt="2026-10-13T10:17:35.555" v="1443"/>
          <ac:spMkLst>
            <pc:docMk/>
            <pc:sldMk cId="4168383365" sldId="4546"/>
            <ac:spMk id="27" creationId="{AE417E3E-5B91-4828-8F43-33AAC7436915}"/>
          </ac:spMkLst>
        </pc:spChg>
      </pc:sldChg>
      <pc:sldChg chg="add del">
        <pc:chgData name="Minh Huynh" userId="01a137d4-0d81-46e0-aca6-c9185b391828" providerId="ADAL" clId="{CF02122B-8685-4227-9B3E-A85B24F402DE}" dt="2026-10-13T10:17:49.714" v="1446" actId="47"/>
        <pc:sldMkLst>
          <pc:docMk/>
          <pc:sldMk cId="159387872" sldId="4547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707359171" sldId="4549"/>
        </pc:sldMkLst>
      </pc:sldChg>
      <pc:sldChg chg="addSp delSp modSp add mod">
        <pc:chgData name="Minh Huynh" userId="01a137d4-0d81-46e0-aca6-c9185b391828" providerId="ADAL" clId="{CF02122B-8685-4227-9B3E-A85B24F402DE}" dt="2026-10-13T10:17:56.389" v="1450"/>
        <pc:sldMkLst>
          <pc:docMk/>
          <pc:sldMk cId="1679278438" sldId="4554"/>
        </pc:sldMkLst>
        <pc:spChg chg="del">
          <ac:chgData name="Minh Huynh" userId="01a137d4-0d81-46e0-aca6-c9185b391828" providerId="ADAL" clId="{CF02122B-8685-4227-9B3E-A85B24F402DE}" dt="2026-10-13T10:17:54.278" v="1449" actId="478"/>
          <ac:spMkLst>
            <pc:docMk/>
            <pc:sldMk cId="1679278438" sldId="4554"/>
            <ac:spMk id="17" creationId="{C8E02AE5-71FB-4979-B9EE-C8DFDC036F8F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39" creationId="{AE8F4CE6-2E7A-4D51-9EC2-23075EB3D007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0" creationId="{66D6C528-FEE3-4134-A920-9D48E1DCC2C3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1" creationId="{BDFDCD8C-D6FE-443A-8268-00CC77097BAB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2" creationId="{5CF51FEF-A3F0-4D87-AF2F-9A1B87CFEF07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3" creationId="{91F53C95-597F-4D7D-9AA7-0BECB9C19750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4" creationId="{E0EEF881-EA92-43E7-A7A7-8E3CEA143D6D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5" creationId="{900EA9F0-CA12-439F-BCFB-48716C6D5E64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6" creationId="{EECA4BC6-D867-420D-A50C-1B97CA97DACC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7" creationId="{B9BF2611-649D-4477-8798-692B17CAF2FC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8" creationId="{2E04A6AA-C3E0-4FA8-9B86-EE46892F3B47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9" creationId="{EDEC09F7-0499-409E-8877-03E756C724DD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50" creationId="{2B4CAAA3-0729-48B8-A0DF-49EB98922580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51" creationId="{25D3DA72-A7C9-4376-A389-599CC7D85366}"/>
          </ac:spMkLst>
        </pc:spChg>
        <pc:spChg chg="add mod">
          <ac:chgData name="Minh Huynh" userId="01a137d4-0d81-46e0-aca6-c9185b391828" providerId="ADAL" clId="{CF02122B-8685-4227-9B3E-A85B24F402DE}" dt="2026-10-13T10:17:56.389" v="1450"/>
          <ac:spMkLst>
            <pc:docMk/>
            <pc:sldMk cId="1679278438" sldId="4554"/>
            <ac:spMk id="52" creationId="{55021545-A26D-4B7B-802B-DD67463F8B6A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116511797" sldId="4556"/>
        </pc:sldMkLst>
      </pc:sldChg>
      <pc:sldChg chg="addSp delSp modSp add mod">
        <pc:chgData name="Minh Huynh" userId="01a137d4-0d81-46e0-aca6-c9185b391828" providerId="ADAL" clId="{CF02122B-8685-4227-9B3E-A85B24F402DE}" dt="2026-10-13T10:18:54.541" v="1464" actId="1076"/>
        <pc:sldMkLst>
          <pc:docMk/>
          <pc:sldMk cId="448916496" sldId="4563"/>
        </pc:sldMkLst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4" creationId="{9152C100-5BCE-4DBF-A299-F6DE9DBE66EF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5" creationId="{C92EB238-446F-4985-BB8E-8072C9F252EC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6" creationId="{5968DA1A-8D66-427D-AF21-A43915C281BB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7" creationId="{6F680DBB-9E9A-4C7C-A0AF-F1F828DF4B14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8" creationId="{B2C9BC04-95AB-4852-B237-F8F3239E615B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9" creationId="{09D1B020-6583-41CA-84DA-C678D5810779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0" creationId="{B112F2DC-B625-4629-81E8-A228500327A6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1" creationId="{6000B7D8-97FF-44B0-A071-C513A467CBED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2" creationId="{280A4B92-A61E-4A9F-8FF1-D32B75493A50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3" creationId="{22A930DF-1C68-442E-B086-70725EDDE443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4" creationId="{AA3A019C-9933-4D75-A17F-169E1A2DCBE0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5" creationId="{6D7689BF-26F3-4E04-B1F4-EA33CA2DA96E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6" creationId="{86904DA2-923C-4728-AE18-EE8C388FA871}"/>
          </ac:spMkLst>
        </pc:spChg>
        <pc:spChg chg="add mod">
          <ac:chgData name="Minh Huynh" userId="01a137d4-0d81-46e0-aca6-c9185b391828" providerId="ADAL" clId="{CF02122B-8685-4227-9B3E-A85B24F402DE}" dt="2026-10-13T10:18:21.787" v="1455"/>
          <ac:spMkLst>
            <pc:docMk/>
            <pc:sldMk cId="448916496" sldId="4563"/>
            <ac:spMk id="27" creationId="{6A7C9B9B-BA59-4AB4-82F5-2493CB28F81F}"/>
          </ac:spMkLst>
        </pc:spChg>
        <pc:spChg chg="add mod">
          <ac:chgData name="Minh Huynh" userId="01a137d4-0d81-46e0-aca6-c9185b391828" providerId="ADAL" clId="{CF02122B-8685-4227-9B3E-A85B24F402DE}" dt="2026-10-13T10:18:54.541" v="1464" actId="1076"/>
          <ac:spMkLst>
            <pc:docMk/>
            <pc:sldMk cId="448916496" sldId="4563"/>
            <ac:spMk id="28" creationId="{71B6832F-EF8B-4EE7-A4C5-95E4FDD0FA92}"/>
          </ac:spMkLst>
        </pc:spChg>
        <pc:spChg chg="add mod">
          <ac:chgData name="Minh Huynh" userId="01a137d4-0d81-46e0-aca6-c9185b391828" providerId="ADAL" clId="{CF02122B-8685-4227-9B3E-A85B24F402DE}" dt="2026-10-13T10:18:50.846" v="1463" actId="1076"/>
          <ac:spMkLst>
            <pc:docMk/>
            <pc:sldMk cId="448916496" sldId="4563"/>
            <ac:spMk id="29" creationId="{9E1A149C-4AA8-4D7C-AAD7-68EBDD43EDAE}"/>
          </ac:spMkLst>
        </pc:spChg>
        <pc:spChg chg="add mod">
          <ac:chgData name="Minh Huynh" userId="01a137d4-0d81-46e0-aca6-c9185b391828" providerId="ADAL" clId="{CF02122B-8685-4227-9B3E-A85B24F402DE}" dt="2026-10-13T10:18:47.267" v="1462" actId="1076"/>
          <ac:spMkLst>
            <pc:docMk/>
            <pc:sldMk cId="448916496" sldId="4563"/>
            <ac:spMk id="30" creationId="{B44526B6-BE58-4312-BD82-50DF2BDD786F}"/>
          </ac:spMkLst>
        </pc:spChg>
        <pc:spChg chg="del">
          <ac:chgData name="Minh Huynh" userId="01a137d4-0d81-46e0-aca6-c9185b391828" providerId="ADAL" clId="{CF02122B-8685-4227-9B3E-A85B24F402DE}" dt="2026-10-13T10:18:12.377" v="1452" actId="478"/>
          <ac:spMkLst>
            <pc:docMk/>
            <pc:sldMk cId="448916496" sldId="4563"/>
            <ac:spMk id="39" creationId="{1C26EF80-2607-4F15-8BEC-6D191C50A84D}"/>
          </ac:spMkLst>
        </pc:spChg>
        <pc:graphicFrameChg chg="mod">
          <ac:chgData name="Minh Huynh" userId="01a137d4-0d81-46e0-aca6-c9185b391828" providerId="ADAL" clId="{CF02122B-8685-4227-9B3E-A85B24F402DE}" dt="2026-10-13T10:18:16.020" v="1453" actId="1076"/>
          <ac:graphicFrameMkLst>
            <pc:docMk/>
            <pc:sldMk cId="448916496" sldId="4563"/>
            <ac:graphicFrameMk id="3" creationId="{F60BBBF2-8AA9-4B8D-84B9-67BDFDF78248}"/>
          </ac:graphicFrameMkLst>
        </pc:graphicFrameChg>
      </pc:sldChg>
      <pc:sldChg chg="addSp delSp modSp add mod">
        <pc:chgData name="Minh Huynh" userId="01a137d4-0d81-46e0-aca6-c9185b391828" providerId="ADAL" clId="{CF02122B-8685-4227-9B3E-A85B24F402DE}" dt="2026-10-13T10:19:54.280" v="1486" actId="20577"/>
        <pc:sldMkLst>
          <pc:docMk/>
          <pc:sldMk cId="2393629656" sldId="4568"/>
        </pc:sldMkLst>
        <pc:spChg chg="add mod">
          <ac:chgData name="Minh Huynh" userId="01a137d4-0d81-46e0-aca6-c9185b391828" providerId="ADAL" clId="{CF02122B-8685-4227-9B3E-A85B24F402DE}" dt="2026-10-13T10:19:54.280" v="1486" actId="20577"/>
          <ac:spMkLst>
            <pc:docMk/>
            <pc:sldMk cId="2393629656" sldId="4568"/>
            <ac:spMk id="42" creationId="{96A86679-5FBD-457F-82EE-3B415F2D432A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55" creationId="{5F11EBA3-8608-4283-B7CF-048C7B27B862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56" creationId="{6EE92309-8695-4A29-B202-62F18D513279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57" creationId="{F48D9A48-04F5-46B0-9779-D332DD91F7C7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58" creationId="{AB6FD623-D1B5-4EC8-8FEE-C613FD733690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59" creationId="{65C9CF73-ED18-40E2-A797-DAA7DEB33B5C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0" creationId="{AD49DB95-5699-4BE8-9FF7-873065D95FC9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1" creationId="{4E77C61D-717F-488A-BB32-94FC0ADA84E5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2" creationId="{569D66E3-9315-4C5E-8361-F8D9027E205D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3" creationId="{E44CEA04-B631-438B-8CF8-110BD7FCACE7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4" creationId="{1CDEDFFF-86DF-4FB1-8E8C-6E7B151167D0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5" creationId="{4908E660-4561-42F6-9F20-5013E5EC4E02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6" creationId="{3FB88763-971B-4D42-BD3C-40B344C15B5C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7" creationId="{9AAC773E-18E4-44DE-8E7D-7F8DA33AB437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8" creationId="{7EB35143-941C-4FB8-BF57-2FD1811F3809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9" creationId="{8625FCC5-2FB9-4299-811F-F2EC4B05499E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2635461782" sldId="4573"/>
        </pc:sldMkLst>
      </pc:sldChg>
      <pc:sldChg chg="addSp delSp modSp add mod">
        <pc:chgData name="Minh Huynh" userId="01a137d4-0d81-46e0-aca6-c9185b391828" providerId="ADAL" clId="{CF02122B-8685-4227-9B3E-A85B24F402DE}" dt="2026-10-13T10:20:17.107" v="1491"/>
        <pc:sldMkLst>
          <pc:docMk/>
          <pc:sldMk cId="1075985313" sldId="4578"/>
        </pc:sldMkLst>
        <pc:spChg chg="add mod">
          <ac:chgData name="Minh Huynh" userId="01a137d4-0d81-46e0-aca6-c9185b391828" providerId="ADAL" clId="{CF02122B-8685-4227-9B3E-A85B24F402DE}" dt="2026-10-13T10:20:17.107" v="1491"/>
          <ac:spMkLst>
            <pc:docMk/>
            <pc:sldMk cId="1075985313" sldId="4578"/>
            <ac:spMk id="20" creationId="{6FBD741E-F9B4-4A16-A6CB-38574C5C8FD1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29" creationId="{D16D0345-BD77-45E1-AC43-EF4E42830EF7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0" creationId="{B0CFAC7C-B011-47AB-B815-5C4D6A827110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1" creationId="{C7F4BCF8-5F39-42D4-9E07-A4AE8CCD3C34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2" creationId="{768864A4-3A00-4D27-B7B2-2F2246D02896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3" creationId="{8EC6739A-845E-4A50-A058-359299275DD1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4" creationId="{D73176C8-2462-4498-979A-1CC0CD8ED0B7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5" creationId="{930D1817-7578-4FCA-9F96-832489DF514E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6" creationId="{C0FE1811-8A3C-418E-8BCE-A3B52D8B651D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7" creationId="{3362DA85-B56A-4A31-AB1D-2CF1D9A5448E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8" creationId="{25916AC6-37C2-4520-9FEB-6FA3455610C1}"/>
          </ac:spMkLst>
        </pc:spChg>
        <pc:spChg chg="del">
          <ac:chgData name="Minh Huynh" userId="01a137d4-0d81-46e0-aca6-c9185b391828" providerId="ADAL" clId="{CF02122B-8685-4227-9B3E-A85B24F402DE}" dt="2026-10-13T10:20:14.506" v="1490" actId="478"/>
          <ac:spMkLst>
            <pc:docMk/>
            <pc:sldMk cId="1075985313" sldId="4578"/>
            <ac:spMk id="39" creationId="{1C26EF80-2607-4F15-8BEC-6D191C50A84D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40" creationId="{6FDB4D2D-4F53-4F51-9C29-5E7A917C1313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41" creationId="{A16F5B61-7C34-42C3-8AD4-470F176E9AC0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42" creationId="{6C6ABF0A-7F26-4AEE-8371-69E988ED65B0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43" creationId="{33E87716-080B-4285-A536-F9207695ADAC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44" creationId="{CE59A3F4-813F-4F45-86DA-8F3A06D7BC76}"/>
          </ac:spMkLst>
        </pc:spChg>
        <pc:spChg chg="del">
          <ac:chgData name="Minh Huynh" userId="01a137d4-0d81-46e0-aca6-c9185b391828" providerId="ADAL" clId="{CF02122B-8685-4227-9B3E-A85B24F402DE}" dt="2026-10-13T10:20:13.300" v="1489" actId="478"/>
          <ac:spMkLst>
            <pc:docMk/>
            <pc:sldMk cId="1075985313" sldId="4578"/>
            <ac:spMk id="45" creationId="{2ED634A2-B217-4C63-A99C-2236C34EFE2D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2838637852" sldId="4587"/>
        </pc:sldMkLst>
      </pc:sldChg>
      <pc:sldChg chg="addSp delSp modSp add mod">
        <pc:chgData name="Minh Huynh" userId="01a137d4-0d81-46e0-aca6-c9185b391828" providerId="ADAL" clId="{CF02122B-8685-4227-9B3E-A85B24F402DE}" dt="2026-10-13T10:20:39.315" v="1495"/>
        <pc:sldMkLst>
          <pc:docMk/>
          <pc:sldMk cId="2040598794" sldId="4593"/>
        </pc:sldMkLst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19" creationId="{C32AC78A-5EBC-485D-8325-D02B3F61D475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29" creationId="{D16D0345-BD77-45E1-AC43-EF4E42830EF7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0" creationId="{B0CFAC7C-B011-47AB-B815-5C4D6A827110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1" creationId="{C7F4BCF8-5F39-42D4-9E07-A4AE8CCD3C34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2" creationId="{768864A4-3A00-4D27-B7B2-2F2246D02896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3" creationId="{8EC6739A-845E-4A50-A058-359299275DD1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4" creationId="{D73176C8-2462-4498-979A-1CC0CD8ED0B7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5" creationId="{930D1817-7578-4FCA-9F96-832489DF514E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6" creationId="{C0FE1811-8A3C-418E-8BCE-A3B52D8B651D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7" creationId="{3362DA85-B56A-4A31-AB1D-2CF1D9A5448E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8" creationId="{25916AC6-37C2-4520-9FEB-6FA3455610C1}"/>
          </ac:spMkLst>
        </pc:spChg>
        <pc:spChg chg="del">
          <ac:chgData name="Minh Huynh" userId="01a137d4-0d81-46e0-aca6-c9185b391828" providerId="ADAL" clId="{CF02122B-8685-4227-9B3E-A85B24F402DE}" dt="2026-10-13T10:20:35.597" v="1493" actId="478"/>
          <ac:spMkLst>
            <pc:docMk/>
            <pc:sldMk cId="2040598794" sldId="4593"/>
            <ac:spMk id="39" creationId="{1C26EF80-2607-4F15-8BEC-6D191C50A84D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40" creationId="{6FDB4D2D-4F53-4F51-9C29-5E7A917C1313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41" creationId="{A16F5B61-7C34-42C3-8AD4-470F176E9AC0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42" creationId="{6C6ABF0A-7F26-4AEE-8371-69E988ED65B0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43" creationId="{33E87716-080B-4285-A536-F9207695ADAC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44" creationId="{CE59A3F4-813F-4F45-86DA-8F3A06D7BC76}"/>
          </ac:spMkLst>
        </pc:spChg>
        <pc:spChg chg="add mod">
          <ac:chgData name="Minh Huynh" userId="01a137d4-0d81-46e0-aca6-c9185b391828" providerId="ADAL" clId="{CF02122B-8685-4227-9B3E-A85B24F402DE}" dt="2026-10-13T10:20:39.315" v="1495"/>
          <ac:spMkLst>
            <pc:docMk/>
            <pc:sldMk cId="2040598794" sldId="4593"/>
            <ac:spMk id="67" creationId="{61A2AD93-126A-4CA2-8522-05B144B383F0}"/>
          </ac:spMkLst>
        </pc:spChg>
      </pc:sldChg>
      <pc:sldChg chg="addSp delSp modSp add mod">
        <pc:chgData name="Minh Huynh" userId="01a137d4-0d81-46e0-aca6-c9185b391828" providerId="ADAL" clId="{CF02122B-8685-4227-9B3E-A85B24F402DE}" dt="2026-10-13T10:20:53.780" v="1499"/>
        <pc:sldMkLst>
          <pc:docMk/>
          <pc:sldMk cId="414797386" sldId="4594"/>
        </pc:sldMkLst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19" creationId="{C32AC78A-5EBC-485D-8325-D02B3F61D475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29" creationId="{D16D0345-BD77-45E1-AC43-EF4E42830EF7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0" creationId="{B0CFAC7C-B011-47AB-B815-5C4D6A827110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1" creationId="{C7F4BCF8-5F39-42D4-9E07-A4AE8CCD3C34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2" creationId="{768864A4-3A00-4D27-B7B2-2F2246D02896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3" creationId="{8EC6739A-845E-4A50-A058-359299275DD1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4" creationId="{D73176C8-2462-4498-979A-1CC0CD8ED0B7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5" creationId="{930D1817-7578-4FCA-9F96-832489DF514E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6" creationId="{C0FE1811-8A3C-418E-8BCE-A3B52D8B651D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7" creationId="{3362DA85-B56A-4A31-AB1D-2CF1D9A5448E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8" creationId="{25916AC6-37C2-4520-9FEB-6FA3455610C1}"/>
          </ac:spMkLst>
        </pc:spChg>
        <pc:spChg chg="del">
          <ac:chgData name="Minh Huynh" userId="01a137d4-0d81-46e0-aca6-c9185b391828" providerId="ADAL" clId="{CF02122B-8685-4227-9B3E-A85B24F402DE}" dt="2026-10-13T10:20:49.154" v="1497" actId="478"/>
          <ac:spMkLst>
            <pc:docMk/>
            <pc:sldMk cId="414797386" sldId="4594"/>
            <ac:spMk id="39" creationId="{1C26EF80-2607-4F15-8BEC-6D191C50A84D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40" creationId="{6FDB4D2D-4F53-4F51-9C29-5E7A917C1313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41" creationId="{A16F5B61-7C34-42C3-8AD4-470F176E9AC0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42" creationId="{6C6ABF0A-7F26-4AEE-8371-69E988ED65B0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43" creationId="{33E87716-080B-4285-A536-F9207695ADAC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44" creationId="{CE59A3F4-813F-4F45-86DA-8F3A06D7BC76}"/>
          </ac:spMkLst>
        </pc:spChg>
        <pc:spChg chg="add mod">
          <ac:chgData name="Minh Huynh" userId="01a137d4-0d81-46e0-aca6-c9185b391828" providerId="ADAL" clId="{CF02122B-8685-4227-9B3E-A85B24F402DE}" dt="2026-10-13T10:20:53.780" v="1499"/>
          <ac:spMkLst>
            <pc:docMk/>
            <pc:sldMk cId="414797386" sldId="4594"/>
            <ac:spMk id="72" creationId="{FC251D7C-DC10-4944-8A38-E0EFEACE3F9D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990204411" sldId="4602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115482038" sldId="4611"/>
        </pc:sldMkLst>
      </pc:sldChg>
    </pc:docChg>
  </pc:docChgLst>
  <pc:docChgLst>
    <pc:chgData name="Minh Huynh" userId="01a137d4-0d81-46e0-aca6-c9185b391828" providerId="ADAL" clId="{812CCF7A-788B-4227-A920-48EDF3D1C151}"/>
    <pc:docChg chg="undo custSel addSld delSld modSld">
      <pc:chgData name="Minh Huynh" userId="01a137d4-0d81-46e0-aca6-c9185b391828" providerId="ADAL" clId="{812CCF7A-788B-4227-A920-48EDF3D1C151}" dt="2026-10-14T11:23:08.010" v="928" actId="20577"/>
      <pc:docMkLst>
        <pc:docMk/>
      </pc:docMkLst>
      <pc:sldChg chg="modSp mod">
        <pc:chgData name="Minh Huynh" userId="01a137d4-0d81-46e0-aca6-c9185b391828" providerId="ADAL" clId="{812CCF7A-788B-4227-A920-48EDF3D1C151}" dt="2026-10-13T10:25:42.665" v="10" actId="20577"/>
        <pc:sldMkLst>
          <pc:docMk/>
          <pc:sldMk cId="1972624584" sldId="257"/>
        </pc:sldMkLst>
        <pc:spChg chg="mod">
          <ac:chgData name="Minh Huynh" userId="01a137d4-0d81-46e0-aca6-c9185b391828" providerId="ADAL" clId="{812CCF7A-788B-4227-A920-48EDF3D1C151}" dt="2026-10-13T10:25:42.665" v="10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delSp del">
        <pc:chgData name="Minh Huynh" userId="01a137d4-0d81-46e0-aca6-c9185b391828" providerId="ADAL" clId="{812CCF7A-788B-4227-A920-48EDF3D1C151}" dt="2026-10-13T10:26:46.525" v="49" actId="47"/>
        <pc:sldMkLst>
          <pc:docMk/>
          <pc:sldMk cId="1166963934" sldId="883"/>
        </pc:sldMkLst>
        <pc:spChg chg="del">
          <ac:chgData name="Minh Huynh" userId="01a137d4-0d81-46e0-aca6-c9185b391828" providerId="ADAL" clId="{812CCF7A-788B-4227-A920-48EDF3D1C151}" dt="2026-10-13T10:26:02.224" v="12" actId="478"/>
          <ac:spMkLst>
            <pc:docMk/>
            <pc:sldMk cId="1166963934" sldId="883"/>
            <ac:spMk id="5" creationId="{3BBBF4A9-1FF9-45CB-8257-FB748ECAEB1A}"/>
          </ac:spMkLst>
        </pc:spChg>
        <pc:picChg chg="del">
          <ac:chgData name="Minh Huynh" userId="01a137d4-0d81-46e0-aca6-c9185b391828" providerId="ADAL" clId="{812CCF7A-788B-4227-A920-48EDF3D1C151}" dt="2026-10-13T10:26:02.224" v="12" actId="478"/>
          <ac:picMkLst>
            <pc:docMk/>
            <pc:sldMk cId="1166963934" sldId="883"/>
            <ac:picMk id="6" creationId="{AE84BA3B-1BB1-4423-ABB5-6ACA17848C9D}"/>
          </ac:picMkLst>
        </pc:picChg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4161395220" sldId="884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3990577403" sldId="885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4248706899" sldId="886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948970440" sldId="4402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3972383475" sldId="4435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2977395832" sldId="4469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815801266" sldId="4471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2580079608" sldId="4473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3163652992" sldId="4496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1980768888" sldId="4518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639961980" sldId="4521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3641909128" sldId="4535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4168383365" sldId="4546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1679278438" sldId="4554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448916496" sldId="4563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2393629656" sldId="4568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1075985313" sldId="4578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2040598794" sldId="4593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414797386" sldId="4594"/>
        </pc:sldMkLst>
      </pc:sldChg>
      <pc:sldChg chg="addSp delSp modSp add mod">
        <pc:chgData name="Minh Huynh" userId="01a137d4-0d81-46e0-aca6-c9185b391828" providerId="ADAL" clId="{812CCF7A-788B-4227-A920-48EDF3D1C151}" dt="2026-10-14T11:20:38.171" v="817" actId="20577"/>
        <pc:sldMkLst>
          <pc:docMk/>
          <pc:sldMk cId="6395444" sldId="4679"/>
        </pc:sldMkLst>
        <pc:spChg chg="mod">
          <ac:chgData name="Minh Huynh" userId="01a137d4-0d81-46e0-aca6-c9185b391828" providerId="ADAL" clId="{812CCF7A-788B-4227-A920-48EDF3D1C151}" dt="2026-10-14T11:20:38.171" v="817" actId="20577"/>
          <ac:spMkLst>
            <pc:docMk/>
            <pc:sldMk cId="6395444" sldId="4679"/>
            <ac:spMk id="116" creationId="{1CDC1971-0928-4CA5-887B-104E4F76CB7A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17" creationId="{1830C243-6984-4677-B671-1A4B87C722DF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18" creationId="{58FC1621-0EE4-4D29-A103-916BDD91128A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19" creationId="{DF94CEE9-43A1-4CE2-A708-9525E3D27949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0" creationId="{3D693FCC-B6E8-4847-88F8-2C4753565F3E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1" creationId="{715AE03E-D0D9-44B3-B1FC-4ABFCFD526CA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2" creationId="{16A171F9-7DC5-4EB5-825C-7C79CC912ED4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3" creationId="{2141C46F-ACC2-40EB-8F0A-E38E0EFCCE31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4" creationId="{AC5C5854-C930-4E3A-8DD1-B99762A626C1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5" creationId="{12CB51CF-BAA3-47E3-8360-D980BA59721D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6" creationId="{6019EB5C-AA81-486C-B680-1D2AB02C0C82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7" creationId="{8B58F5E8-E228-4018-93F8-A4DDB6CC4C2A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8" creationId="{AA503E18-3B7E-452D-AD77-AD730ED86242}"/>
          </ac:spMkLst>
        </pc:spChg>
        <pc:spChg chg="add mod">
          <ac:chgData name="Minh Huynh" userId="01a137d4-0d81-46e0-aca6-c9185b391828" providerId="ADAL" clId="{812CCF7A-788B-4227-A920-48EDF3D1C151}" dt="2026-10-13T10:26:36.060" v="48" actId="20577"/>
          <ac:spMkLst>
            <pc:docMk/>
            <pc:sldMk cId="6395444" sldId="4679"/>
            <ac:spMk id="129" creationId="{BAF0ED66-576B-47C3-8D44-7090A2F53881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7:11.609" v="53"/>
        <pc:sldMkLst>
          <pc:docMk/>
          <pc:sldMk cId="1640958863" sldId="4684"/>
        </pc:sldMkLst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5" creationId="{BB6FB3AD-9B3F-426D-A397-125FFD25361E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6" creationId="{62E7D3CD-72FA-4CC0-A66D-E2046C5FF35F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7" creationId="{3AA7391C-CC2B-4355-8E77-A62008B649AA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8" creationId="{288FE779-74A1-4B7C-8EE8-577498DAEEB6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9" creationId="{FEB9BDC3-F9F6-474F-8ADE-0E8098081AAA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0" creationId="{94D4D0B3-ADFC-41D3-9506-52DFD022EAFC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1" creationId="{C776545E-AD17-4DB5-AD2D-5F45D0DF1BD1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2" creationId="{DC9876D6-385C-44E3-A8A5-7E6B81BC6BDE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3" creationId="{8587BE1F-2632-4863-B3D7-DC455F5494F2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4" creationId="{18D5E149-1605-425A-A8A6-69BD03842F81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5" creationId="{DE8929D8-9CFD-4ABD-81E2-D47DF0A1D945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6" creationId="{B2A05DB9-AEAD-4A48-A19B-4179B909D2B1}"/>
          </ac:spMkLst>
        </pc:spChg>
        <pc:spChg chg="add mod">
          <ac:chgData name="Minh Huynh" userId="01a137d4-0d81-46e0-aca6-c9185b391828" providerId="ADAL" clId="{812CCF7A-788B-4227-A920-48EDF3D1C151}" dt="2026-10-13T10:27:11.609" v="53"/>
          <ac:spMkLst>
            <pc:docMk/>
            <pc:sldMk cId="1640958863" sldId="4684"/>
            <ac:spMk id="17" creationId="{0D50A0A5-C334-44BA-B963-A16C66AFAE62}"/>
          </ac:spMkLst>
        </pc:spChg>
        <pc:spChg chg="del">
          <ac:chgData name="Minh Huynh" userId="01a137d4-0d81-46e0-aca6-c9185b391828" providerId="ADAL" clId="{812CCF7A-788B-4227-A920-48EDF3D1C151}" dt="2026-10-13T10:27:06.845" v="52" actId="478"/>
          <ac:spMkLst>
            <pc:docMk/>
            <pc:sldMk cId="1640958863" sldId="4684"/>
            <ac:spMk id="210" creationId="{20AD8A44-4C66-46C5-93EA-7C73F151BD6E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8:03.973" v="86" actId="20577"/>
        <pc:sldMkLst>
          <pc:docMk/>
          <pc:sldMk cId="18605224" sldId="4687"/>
        </pc:sldMkLst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5" creationId="{C4EE2355-7BDE-400B-94ED-4B66841A990F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6" creationId="{376B53A2-3E7E-4EBE-BD98-6FEF9A0EC946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7" creationId="{ED020373-5F7D-4A11-BA37-CEF987685145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8" creationId="{DE1960A6-609E-41AD-A07A-978F36B03595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9" creationId="{6C6EDA92-7465-4DC8-8EC3-795D90035B88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0" creationId="{BEC86863-11A0-412A-BB53-DFBFEDFA5325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1" creationId="{3C8A0C50-7A4F-47DA-BB14-6D754AD5DF39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2" creationId="{49AEEC1D-5C63-4883-80D3-25D24365316F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3" creationId="{ECF39721-693B-44A5-BA3A-F17FC793B699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4" creationId="{F8478901-0CF0-46D7-AB7F-A3C98CFA7F45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5" creationId="{E93D89B0-74F9-4A35-A20A-A57B8757CF4F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6" creationId="{E1942511-9FB8-4EE3-9823-16EB404484F7}"/>
          </ac:spMkLst>
        </pc:spChg>
        <pc:spChg chg="add mod">
          <ac:chgData name="Minh Huynh" userId="01a137d4-0d81-46e0-aca6-c9185b391828" providerId="ADAL" clId="{812CCF7A-788B-4227-A920-48EDF3D1C151}" dt="2026-10-13T10:28:03.973" v="86" actId="20577"/>
          <ac:spMkLst>
            <pc:docMk/>
            <pc:sldMk cId="18605224" sldId="4687"/>
            <ac:spMk id="17" creationId="{415CEBBE-642B-4BD9-8718-9A2B38495E5C}"/>
          </ac:spMkLst>
        </pc:spChg>
        <pc:spChg chg="add del mod">
          <ac:chgData name="Minh Huynh" userId="01a137d4-0d81-46e0-aca6-c9185b391828" providerId="ADAL" clId="{812CCF7A-788B-4227-A920-48EDF3D1C151}" dt="2026-10-13T10:27:46.664" v="58"/>
          <ac:spMkLst>
            <pc:docMk/>
            <pc:sldMk cId="18605224" sldId="4687"/>
            <ac:spMk id="18" creationId="{21FF6ACD-4C13-4E8B-A329-A62912732495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8:24.693" v="91" actId="478"/>
        <pc:sldMkLst>
          <pc:docMk/>
          <pc:sldMk cId="4041757128" sldId="4698"/>
        </pc:sldMkLst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28" creationId="{514E7BF7-A621-43AF-9637-19A42F398DEB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29" creationId="{792440A8-00FF-4A44-963C-51BEE684CBE8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0" creationId="{40532AEE-4006-4EE4-AB56-323B9264012F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1" creationId="{CFDA7073-DBB7-4C02-B57C-92D06B45A857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2" creationId="{5DD12503-4FFC-469E-9389-CA90C755862E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3" creationId="{1527238F-0B8C-4EB9-868F-AE7F058A4100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4" creationId="{5DD38C5B-7061-4740-A37D-2192455860B3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5" creationId="{6C4DCC1D-1416-468A-802B-A8664ACB917B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6" creationId="{BD740F45-7851-4CCE-B853-7D55EC915709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7" creationId="{107BCCEB-58F5-447E-97C0-F3DFA5937DD9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8" creationId="{208D162D-3BEA-4AD8-A6BC-39F435124B56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9" creationId="{883F19A1-9B07-4512-8654-2493FADAA0FD}"/>
          </ac:spMkLst>
        </pc:spChg>
        <pc:spChg chg="add mod">
          <ac:chgData name="Minh Huynh" userId="01a137d4-0d81-46e0-aca6-c9185b391828" providerId="ADAL" clId="{812CCF7A-788B-4227-A920-48EDF3D1C151}" dt="2026-10-13T10:28:06.913" v="87"/>
          <ac:spMkLst>
            <pc:docMk/>
            <pc:sldMk cId="4041757128" sldId="4698"/>
            <ac:spMk id="140" creationId="{383460A1-66C5-43AF-8C7E-639F7093A500}"/>
          </ac:spMkLst>
        </pc:spChg>
        <pc:spChg chg="del">
          <ac:chgData name="Minh Huynh" userId="01a137d4-0d81-46e0-aca6-c9185b391828" providerId="ADAL" clId="{812CCF7A-788B-4227-A920-48EDF3D1C151}" dt="2026-10-13T10:28:24.693" v="91" actId="478"/>
          <ac:spMkLst>
            <pc:docMk/>
            <pc:sldMk cId="4041757128" sldId="4698"/>
            <ac:spMk id="210" creationId="{20AD8A44-4C66-46C5-93EA-7C73F151BD6E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8:23.158" v="90"/>
        <pc:sldMkLst>
          <pc:docMk/>
          <pc:sldMk cId="3354271723" sldId="4701"/>
        </pc:sldMkLst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1" creationId="{CB890124-BFEF-45A6-AB40-636B8623AEF3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2" creationId="{5ED36AE8-EAD8-46AE-9FCF-A65A0CAA46D6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3" creationId="{8A249B36-7A1A-4FA7-9B3D-8732D2ECB87C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4" creationId="{4252F4BD-4787-4931-ABA4-FB48EB569BFB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5" creationId="{0800E30A-F6A0-46FB-BB67-8CA85AC27E74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6" creationId="{3E7A0AB5-C19F-4DCB-89B3-CA92A9E60FF2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7" creationId="{C348213D-C24C-4E0B-8FF7-3765B33E3E8D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8" creationId="{A8904754-CC01-4CB0-B93B-452D84825598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9" creationId="{79F0E077-6791-4D13-8D7C-881B60B9B220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20" creationId="{8BB5D31D-DAB8-473A-B39A-057DAF59FCE2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21" creationId="{AA4F5008-DDEB-4283-A55F-7474EC8F0F1A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22" creationId="{59978E84-4811-4B1D-8E5B-B9CE09B133E0}"/>
          </ac:spMkLst>
        </pc:spChg>
        <pc:spChg chg="add mod">
          <ac:chgData name="Minh Huynh" userId="01a137d4-0d81-46e0-aca6-c9185b391828" providerId="ADAL" clId="{812CCF7A-788B-4227-A920-48EDF3D1C151}" dt="2026-10-13T10:28:23.158" v="90"/>
          <ac:spMkLst>
            <pc:docMk/>
            <pc:sldMk cId="3354271723" sldId="4701"/>
            <ac:spMk id="23" creationId="{A5396F7F-FEF4-4FD9-AD8B-1EA317296367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8:52.387" v="111" actId="20577"/>
        <pc:sldMkLst>
          <pc:docMk/>
          <pc:sldMk cId="3316471389" sldId="4709"/>
        </pc:sldMkLst>
        <pc:spChg chg="del">
          <ac:chgData name="Minh Huynh" userId="01a137d4-0d81-46e0-aca6-c9185b391828" providerId="ADAL" clId="{812CCF7A-788B-4227-A920-48EDF3D1C151}" dt="2026-10-13T10:28:42.496" v="93" actId="478"/>
          <ac:spMkLst>
            <pc:docMk/>
            <pc:sldMk cId="3316471389" sldId="4709"/>
            <ac:spMk id="104" creationId="{1A1737B4-5C22-48C0-A017-BE9CFEF00550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0" creationId="{6A308258-D81A-4D4B-8C30-56C33313C346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1" creationId="{24165785-AD1D-4952-8D8F-196323983427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2" creationId="{760A92AF-5377-4DBD-89E9-CC5722C0D08D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3" creationId="{634ED529-9A1B-40D3-BF18-0AAE352D59C4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4" creationId="{2C28A77C-9578-4A7F-A99C-186D4D086970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5" creationId="{2034A334-C612-4E52-A2F0-DA82CABCF2E3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6" creationId="{0E5719DD-AEA6-40E3-88E8-4B7C05B3BD7C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7" creationId="{967B2BD9-EF88-4065-9D0A-475255115074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8" creationId="{D983B421-C5A7-4806-8295-3321E5D094A8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9" creationId="{506F8D42-8988-4F2E-9FB2-94E9881F1A44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80" creationId="{C502E07B-7961-41A3-AD6B-BA1FC6391DDD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81" creationId="{A0A6F842-8BAF-4C2B-B844-0596BB53E854}"/>
          </ac:spMkLst>
        </pc:spChg>
        <pc:spChg chg="add mod">
          <ac:chgData name="Minh Huynh" userId="01a137d4-0d81-46e0-aca6-c9185b391828" providerId="ADAL" clId="{812CCF7A-788B-4227-A920-48EDF3D1C151}" dt="2026-10-13T10:28:52.387" v="111" actId="20577"/>
          <ac:spMkLst>
            <pc:docMk/>
            <pc:sldMk cId="3316471389" sldId="4709"/>
            <ac:spMk id="182" creationId="{A73C37B4-055E-4FCB-AB19-A7F99B5E848B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9:07.746" v="115"/>
        <pc:sldMkLst>
          <pc:docMk/>
          <pc:sldMk cId="3631795223" sldId="4710"/>
        </pc:sldMkLst>
        <pc:spChg chg="add mod">
          <ac:chgData name="Minh Huynh" userId="01a137d4-0d81-46e0-aca6-c9185b391828" providerId="ADAL" clId="{812CCF7A-788B-4227-A920-48EDF3D1C151}" dt="2026-10-13T10:29:07.746" v="115"/>
          <ac:spMkLst>
            <pc:docMk/>
            <pc:sldMk cId="3631795223" sldId="4710"/>
            <ac:spMk id="19" creationId="{0EAE8E6F-7766-4A9E-9F18-265130F8222C}"/>
          </ac:spMkLst>
        </pc:spChg>
        <pc:spChg chg="del">
          <ac:chgData name="Minh Huynh" userId="01a137d4-0d81-46e0-aca6-c9185b391828" providerId="ADAL" clId="{812CCF7A-788B-4227-A920-48EDF3D1C151}" dt="2026-10-13T10:29:05.670" v="114" actId="478"/>
          <ac:spMkLst>
            <pc:docMk/>
            <pc:sldMk cId="3631795223" sldId="4710"/>
            <ac:spMk id="172" creationId="{31CAEA48-CC79-412E-A5AA-FCFD2BDEBFFD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3" creationId="{652C352C-6857-4D6A-825E-D07EE305CE9D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4" creationId="{D76F475C-A338-4A17-A0F8-09D2086D9289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5" creationId="{60374BCF-1E61-4FE3-B190-C697E8ADE312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6" creationId="{0A854E64-3670-4FBE-B25A-2BE5FB06D705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7" creationId="{A42B9444-F0B3-4386-BD9E-017466136CEA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8" creationId="{630DC5AB-CA6E-44F0-B389-BB34046961BF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9" creationId="{DE2E3826-F211-4113-BA8D-A0395DDAB933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80" creationId="{E17E7327-9938-4444-93D9-4B209797EBE6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81" creationId="{3A6F460E-F951-4FA5-B528-6AFD1BC1294A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82" creationId="{CE7160D6-C9BF-4C77-A780-F9B3D5131FFF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83" creationId="{C0837CCE-A522-49D4-8374-CCA0A74C6B7B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84" creationId="{BB6A2A15-19D5-4012-8D2C-3C92E58606CC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9:31.046" v="145" actId="20577"/>
        <pc:sldMkLst>
          <pc:docMk/>
          <pc:sldMk cId="2529583106" sldId="4719"/>
        </pc:sldMkLst>
        <pc:spChg chg="add mod">
          <ac:chgData name="Minh Huynh" userId="01a137d4-0d81-46e0-aca6-c9185b391828" providerId="ADAL" clId="{812CCF7A-788B-4227-A920-48EDF3D1C151}" dt="2026-10-13T10:29:31.046" v="145" actId="20577"/>
          <ac:spMkLst>
            <pc:docMk/>
            <pc:sldMk cId="2529583106" sldId="4719"/>
            <ac:spMk id="16" creationId="{604AFD16-A113-4672-B3EC-A9A94129F4E6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39" creationId="{9A22203D-7E5B-4087-9644-58371EA50BF9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0" creationId="{30133CDE-2C45-4D8F-A3ED-234850C2C930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1" creationId="{D16414C3-7359-4F2F-B916-783E378FD4A1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2" creationId="{2452D2E5-413E-4F0E-BA0E-BBD423C3A88A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3" creationId="{71424DDE-BEA2-4C1A-A6C7-0BE70983F0D4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4" creationId="{CA1C6FEB-DE00-461A-B43E-5C270ADD406E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5" creationId="{E5BC40E3-5764-4408-B8CF-2A4520E70586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6" creationId="{47AEBAF0-59B0-46DD-9976-306020FCD3E6}"/>
          </ac:spMkLst>
        </pc:spChg>
        <pc:spChg chg="del">
          <ac:chgData name="Minh Huynh" userId="01a137d4-0d81-46e0-aca6-c9185b391828" providerId="ADAL" clId="{812CCF7A-788B-4227-A920-48EDF3D1C151}" dt="2026-10-13T10:29:22.045" v="118" actId="478"/>
          <ac:spMkLst>
            <pc:docMk/>
            <pc:sldMk cId="2529583106" sldId="4719"/>
            <ac:spMk id="104" creationId="{1A1737B4-5C22-48C0-A017-BE9CFEF00550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2:25.430" v="222"/>
        <pc:sldMkLst>
          <pc:docMk/>
          <pc:sldMk cId="3165192111" sldId="4744"/>
        </pc:sldMkLst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5" creationId="{B4803EC5-B3A7-4EF9-8D0B-53E223FDA9DF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6" creationId="{6E09091C-8773-48BF-83C7-FE82DB12D0CC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8" creationId="{78C2343E-1C64-44F4-9F23-0B0D7170941A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9" creationId="{3C7EDC09-FAAF-4FE6-B84E-2E1F814A9AA8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10" creationId="{132FA63F-89AB-47F7-A9FC-383E52B91237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11" creationId="{504C46E9-6E0F-4B37-800F-5A63516E7EEC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12" creationId="{8A69BD9B-6B47-476B-846B-347CFD2EE45F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13" creationId="{FCDC71BF-3761-4298-BEF7-BC85BA36E309}"/>
          </ac:spMkLst>
        </pc:spChg>
        <pc:spChg chg="add mod">
          <ac:chgData name="Minh Huynh" userId="01a137d4-0d81-46e0-aca6-c9185b391828" providerId="ADAL" clId="{812CCF7A-788B-4227-A920-48EDF3D1C151}" dt="2026-10-13T10:32:25.430" v="222"/>
          <ac:spMkLst>
            <pc:docMk/>
            <pc:sldMk cId="3165192111" sldId="4744"/>
            <ac:spMk id="14" creationId="{CAB75EA3-2A7D-4D52-A844-A617D172FB6F}"/>
          </ac:spMkLst>
        </pc:spChg>
        <pc:spChg chg="del">
          <ac:chgData name="Minh Huynh" userId="01a137d4-0d81-46e0-aca6-c9185b391828" providerId="ADAL" clId="{812CCF7A-788B-4227-A920-48EDF3D1C151}" dt="2026-10-13T10:32:20.742" v="220" actId="478"/>
          <ac:spMkLst>
            <pc:docMk/>
            <pc:sldMk cId="3165192111" sldId="4744"/>
            <ac:spMk id="104" creationId="{1A1737B4-5C22-48C0-A017-BE9CFEF00550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2:11.835" v="218" actId="20577"/>
        <pc:sldMkLst>
          <pc:docMk/>
          <pc:sldMk cId="1725421263" sldId="4748"/>
        </pc:sldMkLst>
        <pc:spChg chg="mod">
          <ac:chgData name="Minh Huynh" userId="01a137d4-0d81-46e0-aca6-c9185b391828" providerId="ADAL" clId="{812CCF7A-788B-4227-A920-48EDF3D1C151}" dt="2026-10-13T10:32:03.710" v="205" actId="207"/>
          <ac:spMkLst>
            <pc:docMk/>
            <pc:sldMk cId="1725421263" sldId="4748"/>
            <ac:spMk id="13" creationId="{3DAB12F8-5F85-4DD1-8F87-465102CB55E0}"/>
          </ac:spMkLst>
        </pc:spChg>
        <pc:spChg chg="del">
          <ac:chgData name="Minh Huynh" userId="01a137d4-0d81-46e0-aca6-c9185b391828" providerId="ADAL" clId="{812CCF7A-788B-4227-A920-48EDF3D1C151}" dt="2026-10-13T10:32:00.461" v="204" actId="478"/>
          <ac:spMkLst>
            <pc:docMk/>
            <pc:sldMk cId="1725421263" sldId="4748"/>
            <ac:spMk id="22" creationId="{4629AF66-E2C0-4A21-85BC-FB7D17C1F25B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3" creationId="{FA99FA35-6575-412A-A8BE-6A0F626C5D75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4" creationId="{79D0D813-B9B4-4C95-B6D2-5FB48C6D2E72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5" creationId="{AA6C1B35-B958-4DC0-96CD-A3391F995488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6" creationId="{72111184-E7E2-494F-925E-E52C1E9B978C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7" creationId="{15AA3D9B-8B6A-4B4A-ACB2-EF0CE2A1AA86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8" creationId="{B38A76F6-B884-4E2F-B05E-BC80D56096D9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9" creationId="{3C9243DE-4DBF-4395-81D0-31AE68D3ED07}"/>
          </ac:spMkLst>
        </pc:spChg>
        <pc:spChg chg="add mod">
          <ac:chgData name="Minh Huynh" userId="01a137d4-0d81-46e0-aca6-c9185b391828" providerId="ADAL" clId="{812CCF7A-788B-4227-A920-48EDF3D1C151}" dt="2026-10-13T10:32:11.835" v="218" actId="20577"/>
          <ac:spMkLst>
            <pc:docMk/>
            <pc:sldMk cId="1725421263" sldId="4748"/>
            <ac:spMk id="30" creationId="{48CD2C01-15B2-4A9C-B366-F492D4252639}"/>
          </ac:spMkLst>
        </pc:spChg>
        <pc:spChg chg="del">
          <ac:chgData name="Minh Huynh" userId="01a137d4-0d81-46e0-aca6-c9185b391828" providerId="ADAL" clId="{812CCF7A-788B-4227-A920-48EDF3D1C151}" dt="2026-10-13T10:32:06.090" v="207" actId="478"/>
          <ac:spMkLst>
            <pc:docMk/>
            <pc:sldMk cId="1725421263" sldId="4748"/>
            <ac:spMk id="104" creationId="{1A1737B4-5C22-48C0-A017-BE9CFEF00550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1:45.343" v="202" actId="1076"/>
        <pc:sldMkLst>
          <pc:docMk/>
          <pc:sldMk cId="245211579" sldId="4753"/>
        </pc:sldMkLst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29" creationId="{3D31BDBD-1A62-44D5-A585-9D182C21B149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36" creationId="{5C9878CE-3582-4A93-AC27-385083882758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37" creationId="{9105F189-AF27-4C3F-9F46-D7B617860FDE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38" creationId="{B58CD47A-9C47-4D42-A666-09CBBA19471E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39" creationId="{7ABBBEDB-5EF8-4904-AE11-9A1C89C9D47C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0" creationId="{80BE49DA-D21A-4883-9047-AD08AE3EBE8D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1" creationId="{18E57653-0B80-4ABD-AD09-64E4798ABF8F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2" creationId="{92E126E2-576E-4D2B-BFA2-49D206BB5B9C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3" creationId="{F56D7F12-3BB7-4FDC-A974-02C39AB953C0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4" creationId="{8ECDE53B-3FCB-44D6-98E5-E7F6CF61DDF7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5" creationId="{CA2D9C2F-2119-4B83-967B-A08422ACF0E7}"/>
          </ac:spMkLst>
        </pc:spChg>
        <pc:spChg chg="add mod">
          <ac:chgData name="Minh Huynh" userId="01a137d4-0d81-46e0-aca6-c9185b391828" providerId="ADAL" clId="{812CCF7A-788B-4227-A920-48EDF3D1C151}" dt="2026-10-13T10:29:55.096" v="160" actId="20577"/>
          <ac:spMkLst>
            <pc:docMk/>
            <pc:sldMk cId="245211579" sldId="4753"/>
            <ac:spMk id="46" creationId="{EEEA7F73-AEE2-4E3A-B209-DE3FEB4F5875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49" creationId="{7A23DC4A-364F-4596-8734-5B6CD63E996E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50" creationId="{7F05A278-3680-41CB-BCB6-8C887C9C614F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51" creationId="{98A0608D-2940-4351-9150-3E516235CDD7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52" creationId="{188B50C4-AD67-490A-B289-14A1B5914B2E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53" creationId="{85C35792-1B51-4BB8-9BF4-0F405236D9E2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54" creationId="{18098853-57B0-4F95-9649-125FD3AD3A75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55" creationId="{A99E64E9-7508-48B5-82E4-8683650AFF30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56" creationId="{36A88835-8DE0-4BAA-B91C-DD1944FF7778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57" creationId="{E170E8C0-74C9-4562-A886-DADD08307CB4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58" creationId="{1765C29C-D4B0-4CFD-A146-145C5AD26A97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59" creationId="{62707C4B-7BA3-4D47-983F-21A3020FCA8F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60" creationId="{AD9E65B4-2DB8-4314-A67D-9E087EF7768E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61" creationId="{C3DBAF80-D61C-4098-A7B3-323EB3810EE6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62" creationId="{4EB89286-874D-4669-AE63-36705CE3DD41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3" creationId="{90E28A04-2451-4908-9937-F0CD18235DC8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4" creationId="{0A725159-A838-4289-A294-3DC893A17091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5" creationId="{DBA92CC5-8A24-4E62-99F8-0D0A4CE659E2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6" creationId="{AFCDB983-CDA4-45AE-BBF9-739838FFA1C1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7" creationId="{0E648845-434D-46AE-BBA7-BDBDF4EB987E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8" creationId="{D8C89365-F80F-4696-AC98-CC25C4F99135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9" creationId="{74F91575-C146-4E19-8DC7-7A7FD179A64F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0" creationId="{05CCBEE9-FE18-4C08-B253-3F3D0EDA381E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1" creationId="{05345FEC-C6B5-4190-9224-B1B4E8D2B268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2" creationId="{A8BD0625-E653-48B3-B396-5932B08CFB4A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3" creationId="{F2DBD958-F8B0-410B-A056-684EF35AD9FD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4" creationId="{610854EE-B60B-4C71-A55F-7A12803C2E31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5" creationId="{367D9200-5341-45BD-9FC1-0CDD13E6088F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6" creationId="{2FFC0C35-8669-47C2-8787-B6A42070EBCD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7" creationId="{3A16ECA9-B233-47B8-8BE5-D174AEC4D9ED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8" creationId="{DA04DF21-FEAE-4495-9AB6-CB6ACA199078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9" creationId="{90DE48BB-CDAF-44BF-A0B4-4DAF64847CAE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2" creationId="{83D9D205-AE08-4F18-B3B0-43EAE17C4859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3" creationId="{5A784279-1886-4E65-ACB4-FFC44F138B2E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4" creationId="{066962F6-EB96-4974-8EDD-AF7963607DA9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5" creationId="{D373C87C-5EBF-435F-906F-FEEE0EAF0605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6" creationId="{44D809A9-123B-48A7-BD70-DC9FDA97F52E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7" creationId="{183D5D5A-5A07-4D8E-994C-9DB3459F31E0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8" creationId="{24222036-5973-4CB3-BB91-99A184CB39C0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9" creationId="{BAC974A9-B27A-43F4-81DA-D02460B1A26C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0" creationId="{4E20836D-90A2-420E-B028-61660D00BFEE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1" creationId="{7A913333-E960-41D2-B1A3-1BF1D6C2D0AD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2" creationId="{DB11222C-A714-403D-82A6-8D6999124A60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3" creationId="{3F2A6B92-C2DC-40D8-BBC0-DEF23B2EA795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4" creationId="{B85C018C-1324-4C7B-877F-FBC3CD48F0C1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5" creationId="{CA6CDA84-04F3-4B17-9D2A-CC144C90F2C1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6" creationId="{C70288C9-4FCA-42DE-ACE7-841D9FE288E6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7" creationId="{F82C54C2-DA45-4C21-BDB9-4401554DACE6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8" creationId="{F0538EF6-F1BE-47F8-9A40-818C061F46F5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9" creationId="{26B4D003-C4BA-4BCC-B0A4-D3EBA599381E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100" creationId="{A031F696-DF19-446C-8ABF-FCDBE8233902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101" creationId="{543C7C73-899F-4DF7-9943-48BE05B46CA4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102" creationId="{7FBA932C-73E6-44D5-8DFF-25A10EAA0640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103" creationId="{CBFD9CBB-F31A-46B5-AA7E-197524966C55}"/>
          </ac:spMkLst>
        </pc:spChg>
        <pc:spChg chg="del">
          <ac:chgData name="Minh Huynh" userId="01a137d4-0d81-46e0-aca6-c9185b391828" providerId="ADAL" clId="{812CCF7A-788B-4227-A920-48EDF3D1C151}" dt="2026-10-13T10:29:45.922" v="147" actId="478"/>
          <ac:spMkLst>
            <pc:docMk/>
            <pc:sldMk cId="245211579" sldId="4753"/>
            <ac:spMk id="104" creationId="{1A1737B4-5C22-48C0-A017-BE9CFEF00550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105" creationId="{46C04ED7-6DE0-4143-9FDA-39E716FF62E6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08" creationId="{7BF23E04-1EF6-4C97-AF84-97BB599050C5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09" creationId="{90DF36AA-3FC6-41C1-A8EC-A746B5DC0CD7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0" creationId="{EF1813DF-9C64-4A6C-8467-9D52C1E2F502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1" creationId="{476C49B7-08BB-482A-8075-9BB5B8DA5EC0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2" creationId="{FE51A73B-B9A4-479A-B393-68D7E3FD6162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3" creationId="{58D6830C-F663-480D-BFA4-332C50271950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4" creationId="{FE293FDA-B9C2-4548-ABD4-16B4BB65042A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5" creationId="{A8A16CB4-BE8A-4B0F-8A32-66F80F8F1D51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6" creationId="{5A7D97C1-21B3-45A7-9789-EA04344E8F60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7" creationId="{E8590E5B-3005-4B81-9322-D91E79AFA7C8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8" creationId="{2DFB951B-9784-4C91-8816-5491A6B1928D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9" creationId="{63CED688-994E-4EFD-9FA5-CEA4853EDBB6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0" creationId="{CE408CAF-E3C6-44CE-A19B-DFF0A108578C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1" creationId="{6210E569-CD44-48A4-AEA9-A2852FCB679F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2" creationId="{31C20AB7-78E2-4BC5-9077-CF1320D5BCF3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3" creationId="{0DD2AD70-EE67-4EA4-AD98-DEB070C8FF46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4" creationId="{0017CC08-7D2D-4090-959B-80910830E39D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5" creationId="{215494BB-B0D6-4468-A042-6E3814E0632B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6" creationId="{971AD5D5-F184-4CD4-9282-0F3D0C006FA9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7" creationId="{994925DC-85FE-4B57-B22E-A3E1B51680B2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8" creationId="{23D5D059-16E4-489E-AEEA-5496731A9C31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9" creationId="{5E47B17E-7113-42E7-9929-520119471D56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30" creationId="{E019AE4E-5E86-4E64-9BAB-671B771885D1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3" creationId="{78DC5BC5-5514-4425-BC8F-4972BC1EE1FF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4" creationId="{A89BA648-A4A2-49F8-B902-C868FF1C725A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5" creationId="{7DD96C95-B311-4365-8A6C-9EBCB68536C1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6" creationId="{C57A6F46-ECC0-4CAC-B0DD-5B38EC794F00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7" creationId="{F9EDB010-F744-4498-B153-6134145FE15B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8" creationId="{C675C446-18DF-49E2-B223-0C386E7F64A3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9" creationId="{C87F0DEE-4E28-41AC-AA5A-B281F5E062D8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0" creationId="{7D30A4D2-612C-4268-94E5-A8F4753A9B16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1" creationId="{A8C99F28-59B4-4BD8-B7B2-71AE00A56ADF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2" creationId="{C82F5BF3-7BAC-4655-B9F6-483D4DBB1A2F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3" creationId="{0D8C884E-AF2E-46B9-B728-24F92EF1CF6D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4" creationId="{DAE2BC61-5D06-4949-817A-3D1BD0848AAF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5" creationId="{94ECCE78-CDBA-4FAC-8D8F-0E0F1E1F8487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6" creationId="{2F50A582-4756-4B16-AC65-746D1A47E77C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7" creationId="{4B900801-A273-4388-B3AF-C1DC500F75EA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8" creationId="{12AA1EBB-6F85-46AF-BDA4-377A81B01404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9" creationId="{6A82C732-4A12-4495-8731-F882B39E53BE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0" creationId="{CCC9931C-C758-4E42-84BE-8C85819E44B1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1" creationId="{06C1131B-8BF4-4658-AA3C-549383C57CA7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2" creationId="{8C234D24-F2E0-4FB5-B092-C77BF1C7624B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3" creationId="{90C08C82-3950-4ED6-9FB1-CA32D31E6B6F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4" creationId="{36647CD8-3C9C-45DF-AB9A-9E6EEB913FCC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5" creationId="{5EAD1EBB-DF49-4BE2-8C99-0288129FB9EE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58" creationId="{6D2C3EF0-34F9-4420-B621-1510089C1E61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59" creationId="{CF0CC50D-C4B7-4CE9-9B27-8BB5C75012B6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0" creationId="{82EE747F-C478-4D3F-8046-E002BC753C60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1" creationId="{861B984B-0904-4490-9C78-84A6FE870D93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2" creationId="{0392F1C0-8AA4-4A53-A708-84CA1BBE3901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3" creationId="{E3D6FE3F-162C-4ADC-A860-38CAC3FE6CE9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4" creationId="{963174A2-7E86-4520-A10E-5AFA32AD08FB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5" creationId="{02814850-A054-4518-90F0-7A5A4DA5DA8A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6" creationId="{A7B85A28-0F8F-4C29-8E25-54FBC8BDE255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7" creationId="{AD3AFCA8-5179-4995-A92B-84343B289002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8" creationId="{124E63CA-DDDE-4CF4-891B-B8C7EE68D526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9" creationId="{B24754ED-741E-4BDE-BCBF-35B18B6ECEDF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0" creationId="{58C18DE9-D275-4CEF-8C54-F1C8721A6000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1" creationId="{D04BCBD9-62D5-4BEB-B000-DF17D162ABB7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2" creationId="{8AF3FAEF-FCFA-4C43-A06A-49C21182B6BA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3" creationId="{17CC2E5D-2429-44CA-8AB1-7BCE663CA729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4" creationId="{2890634E-0E92-4D16-9D94-F9C8345CB105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5" creationId="{79CB851E-6056-470B-9078-63A57158E97D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6" creationId="{8B5DAAC1-CBE7-487D-8027-111562E71997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7" creationId="{2F07DC51-5EDB-4592-B48A-4FCCFB7A5B1E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8" creationId="{73D6209E-8021-4670-842E-8079C7962359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9" creationId="{BE2D5BFA-A459-454D-8E29-20479A927FCD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80" creationId="{C1D6FA65-E8AF-4239-A5EB-1738BDDE4949}"/>
          </ac:spMkLst>
        </pc:spChg>
        <pc:graphicFrameChg chg="del">
          <ac:chgData name="Minh Huynh" userId="01a137d4-0d81-46e0-aca6-c9185b391828" providerId="ADAL" clId="{812CCF7A-788B-4227-A920-48EDF3D1C151}" dt="2026-10-13T10:30:15.030" v="161" actId="478"/>
          <ac:graphicFrameMkLst>
            <pc:docMk/>
            <pc:sldMk cId="245211579" sldId="4753"/>
            <ac:graphicFrameMk id="28" creationId="{0F47B227-DF62-44AE-9469-FEDFFDADB90A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24.095" v="168"/>
          <ac:graphicFrameMkLst>
            <pc:docMk/>
            <pc:sldMk cId="245211579" sldId="4753"/>
            <ac:graphicFrameMk id="47" creationId="{D43BFCB9-4FF8-45EB-918D-04721DA6789B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24.095" v="168"/>
          <ac:graphicFrameMkLst>
            <pc:docMk/>
            <pc:sldMk cId="245211579" sldId="4753"/>
            <ac:graphicFrameMk id="48" creationId="{A1BAE7CB-3290-49B0-91B6-C2E66CBF7821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26.119" v="172"/>
          <ac:graphicFrameMkLst>
            <pc:docMk/>
            <pc:sldMk cId="245211579" sldId="4753"/>
            <ac:graphicFrameMk id="80" creationId="{8A546491-9FFD-4740-845D-34A59665A523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26.119" v="172"/>
          <ac:graphicFrameMkLst>
            <pc:docMk/>
            <pc:sldMk cId="245211579" sldId="4753"/>
            <ac:graphicFrameMk id="81" creationId="{3103B76D-4043-4094-9D05-194761A7B2A0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38.553" v="178"/>
          <ac:graphicFrameMkLst>
            <pc:docMk/>
            <pc:sldMk cId="245211579" sldId="4753"/>
            <ac:graphicFrameMk id="106" creationId="{0D5AA54C-D4CF-4E39-B3DB-28CE86F18956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38.553" v="178"/>
          <ac:graphicFrameMkLst>
            <pc:docMk/>
            <pc:sldMk cId="245211579" sldId="4753"/>
            <ac:graphicFrameMk id="107" creationId="{CCD08B93-9161-488D-B1B8-92CEF262AC82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1:08.097" v="187"/>
          <ac:graphicFrameMkLst>
            <pc:docMk/>
            <pc:sldMk cId="245211579" sldId="4753"/>
            <ac:graphicFrameMk id="131" creationId="{25B5942E-EF5F-4E34-9588-3DA17BD65DFE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1:08.097" v="187"/>
          <ac:graphicFrameMkLst>
            <pc:docMk/>
            <pc:sldMk cId="245211579" sldId="4753"/>
            <ac:graphicFrameMk id="132" creationId="{0F59E5A9-3634-4D39-B3BB-51B13E9B107E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1:26.475" v="195"/>
          <ac:graphicFrameMkLst>
            <pc:docMk/>
            <pc:sldMk cId="245211579" sldId="4753"/>
            <ac:graphicFrameMk id="156" creationId="{CC4EECAA-3871-4FA5-AB61-7F425D121294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1:26.475" v="195"/>
          <ac:graphicFrameMkLst>
            <pc:docMk/>
            <pc:sldMk cId="245211579" sldId="4753"/>
            <ac:graphicFrameMk id="157" creationId="{78DEA587-0273-4C31-AE5E-2BB2F95B901B}"/>
          </ac:graphicFrameMkLst>
        </pc:graphicFrameChg>
        <pc:picChg chg="add del">
          <ac:chgData name="Minh Huynh" userId="01a137d4-0d81-46e0-aca6-c9185b391828" providerId="ADAL" clId="{812CCF7A-788B-4227-A920-48EDF3D1C151}" dt="2026-10-13T10:30:27.241" v="174"/>
          <ac:picMkLst>
            <pc:docMk/>
            <pc:sldMk cId="245211579" sldId="4753"/>
            <ac:picMk id="2" creationId="{F07BA816-C94C-4BE3-9555-C73FFD74A3E0}"/>
          </ac:picMkLst>
        </pc:picChg>
        <pc:picChg chg="add del mod">
          <ac:chgData name="Minh Huynh" userId="01a137d4-0d81-46e0-aca6-c9185b391828" providerId="ADAL" clId="{812CCF7A-788B-4227-A920-48EDF3D1C151}" dt="2026-10-13T10:31:05.102" v="183" actId="478"/>
          <ac:picMkLst>
            <pc:docMk/>
            <pc:sldMk cId="245211579" sldId="4753"/>
            <ac:picMk id="3" creationId="{52920795-5B3D-41B6-B774-AA1762D2E081}"/>
          </ac:picMkLst>
        </pc:picChg>
        <pc:picChg chg="add del">
          <ac:chgData name="Minh Huynh" userId="01a137d4-0d81-46e0-aca6-c9185b391828" providerId="ADAL" clId="{812CCF7A-788B-4227-A920-48EDF3D1C151}" dt="2026-10-13T10:31:09.185" v="189"/>
          <ac:picMkLst>
            <pc:docMk/>
            <pc:sldMk cId="245211579" sldId="4753"/>
            <ac:picMk id="5" creationId="{50F8B47E-6BD1-4536-AF85-C3FD2E972DA9}"/>
          </ac:picMkLst>
        </pc:picChg>
        <pc:picChg chg="add mod modCrop">
          <ac:chgData name="Minh Huynh" userId="01a137d4-0d81-46e0-aca6-c9185b391828" providerId="ADAL" clId="{812CCF7A-788B-4227-A920-48EDF3D1C151}" dt="2026-10-13T10:31:45.343" v="202" actId="1076"/>
          <ac:picMkLst>
            <pc:docMk/>
            <pc:sldMk cId="245211579" sldId="4753"/>
            <ac:picMk id="7" creationId="{984C8693-0CCD-4CE4-9CFD-C175A12F64AE}"/>
          </ac:picMkLst>
        </pc:picChg>
      </pc:sldChg>
      <pc:sldChg chg="addSp delSp modSp add mod">
        <pc:chgData name="Minh Huynh" userId="01a137d4-0d81-46e0-aca6-c9185b391828" providerId="ADAL" clId="{812CCF7A-788B-4227-A920-48EDF3D1C151}" dt="2026-10-13T10:33:02.351" v="275" actId="20577"/>
        <pc:sldMkLst>
          <pc:docMk/>
          <pc:sldMk cId="2913342039" sldId="4758"/>
        </pc:sldMkLst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7" creationId="{F18CEDC3-64F5-418C-9BF2-3A9BFB8C3203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8" creationId="{F0364128-A654-4EFD-A803-F5C09E9246F1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9" creationId="{9283AA77-AB83-4D45-8F5C-3207C0CD7853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10" creationId="{1A7C83A2-F185-4A53-99B1-3F53E4C76D23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11" creationId="{D65A98EC-45A8-43FE-8C70-6EE2967A86F9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12" creationId="{6A9C53F2-461A-44F5-8AEB-14837470310B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13" creationId="{B0E61D84-71FD-4606-B06C-F8074132F961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14" creationId="{5D152412-8918-49A0-99B5-198F00E9D11F}"/>
          </ac:spMkLst>
        </pc:spChg>
        <pc:spChg chg="add mod">
          <ac:chgData name="Minh Huynh" userId="01a137d4-0d81-46e0-aca6-c9185b391828" providerId="ADAL" clId="{812CCF7A-788B-4227-A920-48EDF3D1C151}" dt="2026-10-13T10:33:02.351" v="275" actId="20577"/>
          <ac:spMkLst>
            <pc:docMk/>
            <pc:sldMk cId="2913342039" sldId="4758"/>
            <ac:spMk id="15" creationId="{930A1FD4-0A70-47C7-B154-33E18688E30E}"/>
          </ac:spMkLst>
        </pc:spChg>
        <pc:spChg chg="del">
          <ac:chgData name="Minh Huynh" userId="01a137d4-0d81-46e0-aca6-c9185b391828" providerId="ADAL" clId="{812CCF7A-788B-4227-A920-48EDF3D1C151}" dt="2026-10-13T10:32:46.830" v="225" actId="478"/>
          <ac:spMkLst>
            <pc:docMk/>
            <pc:sldMk cId="2913342039" sldId="4758"/>
            <ac:spMk id="104" creationId="{1A1737B4-5C22-48C0-A017-BE9CFEF00550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3:20.034" v="278"/>
        <pc:sldMkLst>
          <pc:docMk/>
          <pc:sldMk cId="3998043843" sldId="4759"/>
        </pc:sldMkLst>
        <pc:picChg chg="del">
          <ac:chgData name="Minh Huynh" userId="01a137d4-0d81-46e0-aca6-c9185b391828" providerId="ADAL" clId="{812CCF7A-788B-4227-A920-48EDF3D1C151}" dt="2026-10-13T10:33:16.673" v="277" actId="478"/>
          <ac:picMkLst>
            <pc:docMk/>
            <pc:sldMk cId="3998043843" sldId="4759"/>
            <ac:picMk id="4" creationId="{46BE953A-F0F0-4446-BA76-B54DD54821CD}"/>
          </ac:picMkLst>
        </pc:picChg>
        <pc:picChg chg="add mod">
          <ac:chgData name="Minh Huynh" userId="01a137d4-0d81-46e0-aca6-c9185b391828" providerId="ADAL" clId="{812CCF7A-788B-4227-A920-48EDF3D1C151}" dt="2026-10-13T10:33:20.034" v="278"/>
          <ac:picMkLst>
            <pc:docMk/>
            <pc:sldMk cId="3998043843" sldId="4759"/>
            <ac:picMk id="5" creationId="{292BC49B-3DBB-433C-9874-B3C2554DE2F5}"/>
          </ac:picMkLst>
        </pc:picChg>
      </pc:sldChg>
      <pc:sldChg chg="addSp delSp modSp add mod">
        <pc:chgData name="Minh Huynh" userId="01a137d4-0d81-46e0-aca6-c9185b391828" providerId="ADAL" clId="{812CCF7A-788B-4227-A920-48EDF3D1C151}" dt="2026-10-13T10:34:09.962" v="309" actId="9405"/>
        <pc:sldMkLst>
          <pc:docMk/>
          <pc:sldMk cId="770848168" sldId="4767"/>
        </pc:sldMkLst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5" creationId="{486D3D40-6840-44D3-A243-64E83BF88E7A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6" creationId="{24A95B49-43A1-4589-AB8E-5D04D1F09A2B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7" creationId="{9666C070-66F4-483C-897B-4D964ADB578A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8" creationId="{495CDA34-D85F-49E3-A4A3-FE52B22B7E1B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9" creationId="{1B1A1B69-1CCB-4054-9047-4B5279B6245B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10" creationId="{7868F1AE-41FF-4B2E-A384-72D4C06FF785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11" creationId="{9D7F352B-50DF-4201-A735-909C747690F3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12" creationId="{E0F3A9BA-1FAE-48AE-ADDE-7C1B44F77B4F}"/>
          </ac:spMkLst>
        </pc:spChg>
        <pc:spChg chg="add mod">
          <ac:chgData name="Minh Huynh" userId="01a137d4-0d81-46e0-aca6-c9185b391828" providerId="ADAL" clId="{812CCF7A-788B-4227-A920-48EDF3D1C151}" dt="2026-10-13T10:33:50.077" v="302" actId="20577"/>
          <ac:spMkLst>
            <pc:docMk/>
            <pc:sldMk cId="770848168" sldId="4767"/>
            <ac:spMk id="13" creationId="{F762A9B3-8EC1-449E-AFB4-E42420BA8488}"/>
          </ac:spMkLst>
        </pc:spChg>
        <pc:spChg chg="add del mod">
          <ac:chgData name="Minh Huynh" userId="01a137d4-0d81-46e0-aca6-c9185b391828" providerId="ADAL" clId="{812CCF7A-788B-4227-A920-48EDF3D1C151}" dt="2026-10-13T10:33:59.953" v="305" actId="478"/>
          <ac:spMkLst>
            <pc:docMk/>
            <pc:sldMk cId="770848168" sldId="4767"/>
            <ac:spMk id="14" creationId="{252C8D4E-086C-4F87-AADB-27FFD6DEB6B5}"/>
          </ac:spMkLst>
        </pc:spChg>
        <pc:spChg chg="add mod">
          <ac:chgData name="Minh Huynh" userId="01a137d4-0d81-46e0-aca6-c9185b391828" providerId="ADAL" clId="{812CCF7A-788B-4227-A920-48EDF3D1C151}" dt="2026-10-13T10:34:02.740" v="307" actId="1076"/>
          <ac:spMkLst>
            <pc:docMk/>
            <pc:sldMk cId="770848168" sldId="4767"/>
            <ac:spMk id="16" creationId="{AAD3E40B-A72B-4BDF-BB0F-97B3F51DE7F7}"/>
          </ac:spMkLst>
        </pc:spChg>
        <pc:inkChg chg="add">
          <ac:chgData name="Minh Huynh" userId="01a137d4-0d81-46e0-aca6-c9185b391828" providerId="ADAL" clId="{812CCF7A-788B-4227-A920-48EDF3D1C151}" dt="2026-10-13T10:34:09.962" v="309" actId="9405"/>
          <ac:inkMkLst>
            <pc:docMk/>
            <pc:sldMk cId="770848168" sldId="4767"/>
            <ac:inkMk id="3" creationId="{BD221C97-1AE9-475D-B581-EE14AD3BD834}"/>
          </ac:inkMkLst>
        </pc:inkChg>
        <pc:inkChg chg="add del mod">
          <ac:chgData name="Minh Huynh" userId="01a137d4-0d81-46e0-aca6-c9185b391828" providerId="ADAL" clId="{812CCF7A-788B-4227-A920-48EDF3D1C151}" dt="2026-10-13T10:33:59.953" v="305" actId="478"/>
          <ac:inkMkLst>
            <pc:docMk/>
            <pc:sldMk cId="770848168" sldId="4767"/>
            <ac:inkMk id="15" creationId="{F76506BD-82DD-4304-973E-797B0BB7D1ED}"/>
          </ac:inkMkLst>
        </pc:inkChg>
        <pc:inkChg chg="add del mod">
          <ac:chgData name="Minh Huynh" userId="01a137d4-0d81-46e0-aca6-c9185b391828" providerId="ADAL" clId="{812CCF7A-788B-4227-A920-48EDF3D1C151}" dt="2026-10-13T10:34:04.243" v="308" actId="478"/>
          <ac:inkMkLst>
            <pc:docMk/>
            <pc:sldMk cId="770848168" sldId="4767"/>
            <ac:inkMk id="17" creationId="{7972D1D3-2865-44EA-8E16-3BB3ED1C1223}"/>
          </ac:inkMkLst>
        </pc:inkChg>
      </pc:sldChg>
      <pc:sldChg chg="addSp delSp modSp add mod">
        <pc:chgData name="Minh Huynh" userId="01a137d4-0d81-46e0-aca6-c9185b391828" providerId="ADAL" clId="{812CCF7A-788B-4227-A920-48EDF3D1C151}" dt="2026-10-13T10:35:24.312" v="351" actId="14100"/>
        <pc:sldMkLst>
          <pc:docMk/>
          <pc:sldMk cId="886846188" sldId="4768"/>
        </pc:sldMkLst>
        <pc:spChg chg="del">
          <ac:chgData name="Minh Huynh" userId="01a137d4-0d81-46e0-aca6-c9185b391828" providerId="ADAL" clId="{812CCF7A-788B-4227-A920-48EDF3D1C151}" dt="2026-10-13T10:34:51.818" v="335" actId="478"/>
          <ac:spMkLst>
            <pc:docMk/>
            <pc:sldMk cId="886846188" sldId="4768"/>
            <ac:spMk id="5" creationId="{5CC2B7D4-F956-48D8-B585-222BC9D2AFA5}"/>
          </ac:spMkLst>
        </pc:spChg>
        <pc:spChg chg="mod">
          <ac:chgData name="Minh Huynh" userId="01a137d4-0d81-46e0-aca6-c9185b391828" providerId="ADAL" clId="{812CCF7A-788B-4227-A920-48EDF3D1C151}" dt="2026-10-13T10:35:24.312" v="351" actId="14100"/>
          <ac:spMkLst>
            <pc:docMk/>
            <pc:sldMk cId="886846188" sldId="4768"/>
            <ac:spMk id="7" creationId="{0397E87C-8814-4E1F-AFD0-C50947C36BDC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8" creationId="{C5CEA50C-7524-4502-BA9B-68FD93595173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9" creationId="{5AF92854-A259-4531-856E-3098C8DF91DA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0" creationId="{29329AA9-3360-4B82-9B31-7748B49380AF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1" creationId="{623974A1-1E40-4E5E-B071-80877BA9C0EB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2" creationId="{438C3E2E-314F-4FFB-B51E-D3223EFAC17E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3" creationId="{A6097481-21C0-4B26-89FB-6DEDC9E3699F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4" creationId="{1BE46AF5-B38A-45FB-8067-BCB4B6D989E2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5" creationId="{3A680872-7D1B-45B5-8FEE-20A21E91A167}"/>
          </ac:spMkLst>
        </pc:spChg>
        <pc:spChg chg="add mod">
          <ac:chgData name="Minh Huynh" userId="01a137d4-0d81-46e0-aca6-c9185b391828" providerId="ADAL" clId="{812CCF7A-788B-4227-A920-48EDF3D1C151}" dt="2026-10-13T10:34:33.311" v="334" actId="20577"/>
          <ac:spMkLst>
            <pc:docMk/>
            <pc:sldMk cId="886846188" sldId="4768"/>
            <ac:spMk id="16" creationId="{87908748-A430-4936-9F3F-5A0521221A2C}"/>
          </ac:spMkLst>
        </pc:spChg>
        <pc:spChg chg="add del mod">
          <ac:chgData name="Minh Huynh" userId="01a137d4-0d81-46e0-aca6-c9185b391828" providerId="ADAL" clId="{812CCF7A-788B-4227-A920-48EDF3D1C151}" dt="2026-10-13T10:35:02.338" v="341"/>
          <ac:spMkLst>
            <pc:docMk/>
            <pc:sldMk cId="886846188" sldId="4768"/>
            <ac:spMk id="18" creationId="{5FFAE935-23CB-477C-A6A5-639C5036001A}"/>
          </ac:spMkLst>
        </pc:spChg>
        <pc:spChg chg="add del mod">
          <ac:chgData name="Minh Huynh" userId="01a137d4-0d81-46e0-aca6-c9185b391828" providerId="ADAL" clId="{812CCF7A-788B-4227-A920-48EDF3D1C151}" dt="2026-10-13T10:35:02.338" v="341"/>
          <ac:spMkLst>
            <pc:docMk/>
            <pc:sldMk cId="886846188" sldId="4768"/>
            <ac:spMk id="19" creationId="{5EB98CE7-1ADF-4257-A0B3-82FAC85FB014}"/>
          </ac:spMkLst>
        </pc:spChg>
        <pc:spChg chg="del">
          <ac:chgData name="Minh Huynh" userId="01a137d4-0d81-46e0-aca6-c9185b391828" providerId="ADAL" clId="{812CCF7A-788B-4227-A920-48EDF3D1C151}" dt="2026-10-13T10:34:23.147" v="311" actId="478"/>
          <ac:spMkLst>
            <pc:docMk/>
            <pc:sldMk cId="886846188" sldId="4768"/>
            <ac:spMk id="104" creationId="{1A1737B4-5C22-48C0-A017-BE9CFEF00550}"/>
          </ac:spMkLst>
        </pc:spChg>
        <pc:picChg chg="add mod">
          <ac:chgData name="Minh Huynh" userId="01a137d4-0d81-46e0-aca6-c9185b391828" providerId="ADAL" clId="{812CCF7A-788B-4227-A920-48EDF3D1C151}" dt="2026-10-13T10:35:06.819" v="345" actId="14100"/>
          <ac:picMkLst>
            <pc:docMk/>
            <pc:sldMk cId="886846188" sldId="4768"/>
            <ac:picMk id="2" creationId="{99E4D3C5-C757-4043-B54F-BAA284E57B9E}"/>
          </ac:picMkLst>
        </pc:picChg>
        <pc:picChg chg="add del mod">
          <ac:chgData name="Minh Huynh" userId="01a137d4-0d81-46e0-aca6-c9185b391828" providerId="ADAL" clId="{812CCF7A-788B-4227-A920-48EDF3D1C151}" dt="2026-10-13T10:35:02.338" v="341"/>
          <ac:picMkLst>
            <pc:docMk/>
            <pc:sldMk cId="886846188" sldId="4768"/>
            <ac:picMk id="17" creationId="{946C78AE-7337-4A0A-B986-5662D2B9B558}"/>
          </ac:picMkLst>
        </pc:picChg>
        <pc:cxnChg chg="del">
          <ac:chgData name="Minh Huynh" userId="01a137d4-0d81-46e0-aca6-c9185b391828" providerId="ADAL" clId="{812CCF7A-788B-4227-A920-48EDF3D1C151}" dt="2026-10-13T10:34:52.419" v="336" actId="478"/>
          <ac:cxnSpMkLst>
            <pc:docMk/>
            <pc:sldMk cId="886846188" sldId="4768"/>
            <ac:cxnSpMk id="3" creationId="{146FBE09-6E02-4CF8-A191-34F15659CCD7}"/>
          </ac:cxnSpMkLst>
        </pc:cxnChg>
      </pc:sldChg>
      <pc:sldChg chg="add">
        <pc:chgData name="Minh Huynh" userId="01a137d4-0d81-46e0-aca6-c9185b391828" providerId="ADAL" clId="{812CCF7A-788B-4227-A920-48EDF3D1C151}" dt="2026-10-13T10:35:43.977" v="352" actId="2890"/>
        <pc:sldMkLst>
          <pc:docMk/>
          <pc:sldMk cId="1950456884" sldId="4769"/>
        </pc:sldMkLst>
      </pc:sldChg>
      <pc:sldChg chg="addSp delSp modSp add mod">
        <pc:chgData name="Minh Huynh" userId="01a137d4-0d81-46e0-aca6-c9185b391828" providerId="ADAL" clId="{812CCF7A-788B-4227-A920-48EDF3D1C151}" dt="2026-10-13T10:36:08.708" v="379" actId="20577"/>
        <pc:sldMkLst>
          <pc:docMk/>
          <pc:sldMk cId="1420647700" sldId="4774"/>
        </pc:sldMkLst>
        <pc:spChg chg="del">
          <ac:chgData name="Minh Huynh" userId="01a137d4-0d81-46e0-aca6-c9185b391828" providerId="ADAL" clId="{812CCF7A-788B-4227-A920-48EDF3D1C151}" dt="2026-10-13T10:36:00.167" v="355" actId="478"/>
          <ac:spMkLst>
            <pc:docMk/>
            <pc:sldMk cId="1420647700" sldId="4774"/>
            <ac:spMk id="104" creationId="{1A1737B4-5C22-48C0-A017-BE9CFEF00550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0" creationId="{3A72F6CC-D1D8-487E-A693-DC1D18BD4EE5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1" creationId="{1A2F8E81-118B-4D42-A7D1-3B585DEE3AAC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2" creationId="{2857AB75-9ACA-4932-A258-50BC2C7EAD55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3" creationId="{94181C66-D37B-4447-B292-CBCDD6524A3A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4" creationId="{FCC386F2-C905-4A6F-B391-E6E2EB8926A0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5" creationId="{0B2FBCFB-C709-4FD9-B91D-7652CBD9F463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6" creationId="{9A9C2C51-E0BD-458F-9B86-167A3B87263E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7" creationId="{C8528776-D5BD-44CF-84A0-6A129A64D94B}"/>
          </ac:spMkLst>
        </pc:spChg>
        <pc:spChg chg="add mod">
          <ac:chgData name="Minh Huynh" userId="01a137d4-0d81-46e0-aca6-c9185b391828" providerId="ADAL" clId="{812CCF7A-788B-4227-A920-48EDF3D1C151}" dt="2026-10-13T10:36:08.708" v="379" actId="20577"/>
          <ac:spMkLst>
            <pc:docMk/>
            <pc:sldMk cId="1420647700" sldId="4774"/>
            <ac:spMk id="168" creationId="{8C7846FD-7030-4316-804F-1FC4EC8AED82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6:41.591" v="400" actId="1076"/>
        <pc:sldMkLst>
          <pc:docMk/>
          <pc:sldMk cId="3451213382" sldId="4775"/>
        </pc:sldMkLst>
        <pc:spChg chg="mod">
          <ac:chgData name="Minh Huynh" userId="01a137d4-0d81-46e0-aca6-c9185b391828" providerId="ADAL" clId="{812CCF7A-788B-4227-A920-48EDF3D1C151}" dt="2026-10-13T10:36:28.109" v="398" actId="1076"/>
          <ac:spMkLst>
            <pc:docMk/>
            <pc:sldMk cId="3451213382" sldId="4775"/>
            <ac:spMk id="5" creationId="{5CC2B7D4-F956-48D8-B585-222BC9D2AFA5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6" creationId="{D258787C-78D9-4110-A421-ADCF64BBD128}"/>
          </ac:spMkLst>
        </pc:spChg>
        <pc:spChg chg="mod">
          <ac:chgData name="Minh Huynh" userId="01a137d4-0d81-46e0-aca6-c9185b391828" providerId="ADAL" clId="{812CCF7A-788B-4227-A920-48EDF3D1C151}" dt="2026-10-13T10:36:28.109" v="398" actId="1076"/>
          <ac:spMkLst>
            <pc:docMk/>
            <pc:sldMk cId="3451213382" sldId="4775"/>
            <ac:spMk id="7" creationId="{0397E87C-8814-4E1F-AFD0-C50947C36BDC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8" creationId="{3BF1407D-71CC-40ED-AD73-6F18266F3592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9" creationId="{D1C2B71B-BA6E-4F58-9E78-E5574A4DFC0A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10" creationId="{B06E328B-0E6F-4CD2-96FF-FCA5A0A44198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11" creationId="{78F28E78-2B18-4F4C-BE46-FF1A8A73B19A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12" creationId="{B341BC3A-AA78-4E84-AF27-D90F6C273F55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13" creationId="{A04A491D-6615-4B23-8B02-8365F6046661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14" creationId="{6FC5DBB2-7A11-4CC9-B6EE-28BCB1968459}"/>
          </ac:spMkLst>
        </pc:spChg>
        <pc:spChg chg="add mod">
          <ac:chgData name="Minh Huynh" userId="01a137d4-0d81-46e0-aca6-c9185b391828" providerId="ADAL" clId="{812CCF7A-788B-4227-A920-48EDF3D1C151}" dt="2026-10-13T10:36:24.372" v="397" actId="20577"/>
          <ac:spMkLst>
            <pc:docMk/>
            <pc:sldMk cId="3451213382" sldId="4775"/>
            <ac:spMk id="15" creationId="{F4E1A7B1-D250-4A04-BB3D-7DB95E804943}"/>
          </ac:spMkLst>
        </pc:spChg>
        <pc:spChg chg="add mod">
          <ac:chgData name="Minh Huynh" userId="01a137d4-0d81-46e0-aca6-c9185b391828" providerId="ADAL" clId="{812CCF7A-788B-4227-A920-48EDF3D1C151}" dt="2026-10-13T10:36:41.591" v="400" actId="1076"/>
          <ac:spMkLst>
            <pc:docMk/>
            <pc:sldMk cId="3451213382" sldId="4775"/>
            <ac:spMk id="16" creationId="{0E660A3F-3098-44EC-87A2-B7134FF5F769}"/>
          </ac:spMkLst>
        </pc:spChg>
        <pc:spChg chg="add mod">
          <ac:chgData name="Minh Huynh" userId="01a137d4-0d81-46e0-aca6-c9185b391828" providerId="ADAL" clId="{812CCF7A-788B-4227-A920-48EDF3D1C151}" dt="2026-10-13T10:36:41.591" v="400" actId="1076"/>
          <ac:spMkLst>
            <pc:docMk/>
            <pc:sldMk cId="3451213382" sldId="4775"/>
            <ac:spMk id="18" creationId="{E031129A-315F-4411-9564-E3F4ED9BED6A}"/>
          </ac:spMkLst>
        </pc:spChg>
        <pc:spChg chg="del">
          <ac:chgData name="Minh Huynh" userId="01a137d4-0d81-46e0-aca6-c9185b391828" providerId="ADAL" clId="{812CCF7A-788B-4227-A920-48EDF3D1C151}" dt="2026-10-13T10:36:17.961" v="381" actId="478"/>
          <ac:spMkLst>
            <pc:docMk/>
            <pc:sldMk cId="3451213382" sldId="4775"/>
            <ac:spMk id="104" creationId="{1A1737B4-5C22-48C0-A017-BE9CFEF00550}"/>
          </ac:spMkLst>
        </pc:spChg>
        <pc:cxnChg chg="mod">
          <ac:chgData name="Minh Huynh" userId="01a137d4-0d81-46e0-aca6-c9185b391828" providerId="ADAL" clId="{812CCF7A-788B-4227-A920-48EDF3D1C151}" dt="2026-10-13T10:36:28.109" v="398" actId="1076"/>
          <ac:cxnSpMkLst>
            <pc:docMk/>
            <pc:sldMk cId="3451213382" sldId="4775"/>
            <ac:cxnSpMk id="3" creationId="{146FBE09-6E02-4CF8-A191-34F15659CCD7}"/>
          </ac:cxnSpMkLst>
        </pc:cxnChg>
        <pc:cxnChg chg="add mod">
          <ac:chgData name="Minh Huynh" userId="01a137d4-0d81-46e0-aca6-c9185b391828" providerId="ADAL" clId="{812CCF7A-788B-4227-A920-48EDF3D1C151}" dt="2026-10-13T10:36:41.591" v="400" actId="1076"/>
          <ac:cxnSpMkLst>
            <pc:docMk/>
            <pc:sldMk cId="3451213382" sldId="4775"/>
            <ac:cxnSpMk id="17" creationId="{6E2DB33A-9307-4DEC-8114-F62016BC8A25}"/>
          </ac:cxnSpMkLst>
        </pc:cxnChg>
      </pc:sldChg>
      <pc:sldChg chg="addSp delSp modSp add mod">
        <pc:chgData name="Minh Huynh" userId="01a137d4-0d81-46e0-aca6-c9185b391828" providerId="ADAL" clId="{812CCF7A-788B-4227-A920-48EDF3D1C151}" dt="2026-10-13T10:37:21.131" v="423" actId="20577"/>
        <pc:sldMkLst>
          <pc:docMk/>
          <pc:sldMk cId="1533414274" sldId="4780"/>
        </pc:sldMkLst>
        <pc:spChg chg="del">
          <ac:chgData name="Minh Huynh" userId="01a137d4-0d81-46e0-aca6-c9185b391828" providerId="ADAL" clId="{812CCF7A-788B-4227-A920-48EDF3D1C151}" dt="2026-10-13T10:37:06.068" v="403" actId="478"/>
          <ac:spMkLst>
            <pc:docMk/>
            <pc:sldMk cId="1533414274" sldId="4780"/>
            <ac:spMk id="104" creationId="{1A1737B4-5C22-48C0-A017-BE9CFEF00550}"/>
          </ac:spMkLst>
        </pc:spChg>
        <pc:spChg chg="add mod">
          <ac:chgData name="Minh Huynh" userId="01a137d4-0d81-46e0-aca6-c9185b391828" providerId="ADAL" clId="{812CCF7A-788B-4227-A920-48EDF3D1C151}" dt="2026-10-13T10:37:21.131" v="423" actId="20577"/>
          <ac:spMkLst>
            <pc:docMk/>
            <pc:sldMk cId="1533414274" sldId="4780"/>
            <ac:spMk id="169" creationId="{E5C01FC4-2B18-4605-A772-201EBA6D71CC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2" creationId="{54ABE81D-EB7D-4B16-A032-72508FDBBA80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3" creationId="{B5B46048-9456-46E0-9DE1-B315F3DE1B09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4" creationId="{1922FC63-0E04-4107-AFD7-C40CE59AAD90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5" creationId="{E221CFD5-1399-4C84-AB49-86DA18E925EF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6" creationId="{2DA5C0C0-848F-4F4E-916B-427A9ACDE66D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7" creationId="{62C6E032-82C0-4FA8-B535-BF7AB8C1880D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8" creationId="{4F7BD366-9AD4-42E9-BE26-FC420AEC4329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9" creationId="{55D87B03-34C3-4A74-B1C2-D5702955448E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7:41.529" v="430" actId="20577"/>
        <pc:sldMkLst>
          <pc:docMk/>
          <pc:sldMk cId="563493262" sldId="4786"/>
        </pc:sldMkLst>
        <pc:spChg chg="del">
          <ac:chgData name="Minh Huynh" userId="01a137d4-0d81-46e0-aca6-c9185b391828" providerId="ADAL" clId="{812CCF7A-788B-4227-A920-48EDF3D1C151}" dt="2026-10-13T10:37:32.624" v="425" actId="478"/>
          <ac:spMkLst>
            <pc:docMk/>
            <pc:sldMk cId="563493262" sldId="4786"/>
            <ac:spMk id="104" creationId="{1A1737B4-5C22-48C0-A017-BE9CFEF00550}"/>
          </ac:spMkLst>
        </pc:spChg>
        <pc:spChg chg="del">
          <ac:chgData name="Minh Huynh" userId="01a137d4-0d81-46e0-aca6-c9185b391828" providerId="ADAL" clId="{812CCF7A-788B-4227-A920-48EDF3D1C151}" dt="2026-10-13T10:37:34.132" v="426" actId="478"/>
          <ac:spMkLst>
            <pc:docMk/>
            <pc:sldMk cId="563493262" sldId="4786"/>
            <ac:spMk id="165" creationId="{DFBBD551-05C4-450B-9B24-3C5C8B8537EE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69" creationId="{F7184FC7-AD6B-40E3-86C6-657DEEAD16C5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1" creationId="{E55AEF3B-A94A-499C-8BD9-209C523080E7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2" creationId="{D158FBF7-5C47-4BB6-9B6B-77E92BB06259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3" creationId="{4AF1CD8C-09CF-4FF3-9DAE-4B01CCB7947B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4" creationId="{961634D5-758D-4D8E-9AEB-3B53B83A3427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5" creationId="{DFDDE98C-5897-4AE8-AE30-DE12D1BC9D31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6" creationId="{E760A95F-CF1E-45B8-966B-92D6326443C6}"/>
          </ac:spMkLst>
        </pc:spChg>
        <pc:spChg chg="add mod">
          <ac:chgData name="Minh Huynh" userId="01a137d4-0d81-46e0-aca6-c9185b391828" providerId="ADAL" clId="{812CCF7A-788B-4227-A920-48EDF3D1C151}" dt="2026-10-13T10:37:41.529" v="430" actId="20577"/>
          <ac:spMkLst>
            <pc:docMk/>
            <pc:sldMk cId="563493262" sldId="4786"/>
            <ac:spMk id="177" creationId="{E0679C0D-3850-40C1-AC5A-E5052D411D8D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9:08.006" v="470" actId="1076"/>
        <pc:sldMkLst>
          <pc:docMk/>
          <pc:sldMk cId="1490207672" sldId="4787"/>
        </pc:sldMkLst>
        <pc:spChg chg="add mod">
          <ac:chgData name="Minh Huynh" userId="01a137d4-0d81-46e0-aca6-c9185b391828" providerId="ADAL" clId="{812CCF7A-788B-4227-A920-48EDF3D1C151}" dt="2026-10-13T10:38:19.313" v="461" actId="20577"/>
          <ac:spMkLst>
            <pc:docMk/>
            <pc:sldMk cId="1490207672" sldId="4787"/>
            <ac:spMk id="14" creationId="{46D2DFE4-35C0-4B1F-9FC7-4C8A98562B91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15" creationId="{372090B6-696A-47FA-A916-36689C23FDCF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18" creationId="{C9FEB9F2-9DCE-4433-BF3A-9EDB07129DBC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19" creationId="{0F2A0FEF-6F40-4546-ADC3-5D5E954CFD76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29" creationId="{789BDFF6-87B1-45FB-B13C-76722F4D5D20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30" creationId="{0061F2F2-B401-46A4-9534-B9857D9A2243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31" creationId="{486F1C8B-52C9-4775-8F6F-764E8FBDC9D8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32" creationId="{485ED6CB-2BE8-4DDC-9948-0E9D9E0DD59A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33" creationId="{D8E0D454-CFEC-4F4F-9453-335B34A08BA1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34" creationId="{623BDB67-0D4B-4781-8037-4D90629F8D65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4" creationId="{6A9B33DF-8486-4CC1-99EB-FE2A21CD6EFD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5" creationId="{C17B8D5B-C7DD-43A8-9172-523CA3D63144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6" creationId="{6CE2CF07-2D96-4256-8B6F-3E5F26C84EFF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7" creationId="{7C147E4A-CCC5-4611-B30F-1FFD3204A0C8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8" creationId="{E992D0EA-D767-415C-BA9E-56A10450099C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9" creationId="{A254ADCA-4834-4634-BC52-273707567D02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52" creationId="{0D1322DB-1450-41D7-9313-21E4106772D7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53" creationId="{619D421B-B51A-4DAE-9987-0442C0E8767D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61" creationId="{5E6FD445-D1D2-4818-99A2-708E045A4A82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62" creationId="{3A0859E0-2669-4A7E-B67C-1AE70D637FD2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65" creationId="{D31487E0-9D5F-440B-9CC5-F36022108EAE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66" creationId="{ABD77957-7505-4936-A729-A957DCA006CD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76" creationId="{BEC7FDDA-2B13-4445-A32D-B954D23F45AD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77" creationId="{2DDC897C-D586-4C08-BE4B-CA3478802C0E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78" creationId="{812094DE-1EBC-4042-BA03-C10278C00A14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79" creationId="{560B5842-55F9-41F1-8AEB-BEE5A8226C30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80" creationId="{0FEB81CF-2843-4BB8-B94A-F42762F0D1F0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81" creationId="{66110300-611D-4AF0-828A-9402A6E6728B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82" creationId="{DACB9FCB-234F-468F-9CED-C53256C469C6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2" creationId="{A205B1E6-29C0-4C0F-ABC8-EE0A9CAD16A9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3" creationId="{DB2EC244-A70F-4F75-BF5E-818A7FC2BC05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4" creationId="{AAFF56BD-3FA4-4BED-A9CC-34617C14D7B6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5" creationId="{E4F328D1-9708-482B-BD64-388F057D5973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6" creationId="{A4ABB8EE-FD59-4308-959A-D18B9CA74EB9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7" creationId="{D03A0347-3146-478E-A29B-5A5AB0144517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8" creationId="{017B8BD5-0BE1-4AA0-AF69-C14F72B302DA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101" creationId="{C8AF8A30-44F9-46BA-850A-47AF25D69806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102" creationId="{88462784-783B-45F0-9722-DC3F6A30D357}"/>
          </ac:spMkLst>
        </pc:spChg>
        <pc:spChg chg="del">
          <ac:chgData name="Minh Huynh" userId="01a137d4-0d81-46e0-aca6-c9185b391828" providerId="ADAL" clId="{812CCF7A-788B-4227-A920-48EDF3D1C151}" dt="2026-10-13T10:38:37.963" v="463" actId="478"/>
          <ac:spMkLst>
            <pc:docMk/>
            <pc:sldMk cId="1490207672" sldId="4787"/>
            <ac:spMk id="104" creationId="{1A1737B4-5C22-48C0-A017-BE9CFEF00550}"/>
          </ac:spMkLst>
        </pc:spChg>
        <pc:spChg chg="mod">
          <ac:chgData name="Minh Huynh" userId="01a137d4-0d81-46e0-aca6-c9185b391828" providerId="ADAL" clId="{812CCF7A-788B-4227-A920-48EDF3D1C151}" dt="2026-10-13T10:39:08.006" v="470" actId="1076"/>
          <ac:spMkLst>
            <pc:docMk/>
            <pc:sldMk cId="1490207672" sldId="4787"/>
            <ac:spMk id="165" creationId="{B9627C39-A439-4D37-B5D8-FA4D73D2995C}"/>
          </ac:spMkLst>
        </pc:spChg>
        <pc:spChg chg="del">
          <ac:chgData name="Minh Huynh" userId="01a137d4-0d81-46e0-aca6-c9185b391828" providerId="ADAL" clId="{812CCF7A-788B-4227-A920-48EDF3D1C151}" dt="2026-10-13T10:38:00.842" v="433" actId="478"/>
          <ac:spMkLst>
            <pc:docMk/>
            <pc:sldMk cId="1490207672" sldId="4787"/>
            <ac:spMk id="171" creationId="{F731D1D3-5200-4FB6-AA84-CB5272B4355E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2" creationId="{BFF97C65-2992-457B-96D5-8B32D72EFCA8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3" creationId="{62834AFA-64B4-42C8-972A-0C5C4CB2616A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4" creationId="{00EC96C2-EE20-4222-8315-9415AFE09930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5" creationId="{94337D01-A54B-4DE5-9DFA-B71FAA475002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6" creationId="{617360B3-AAB6-4CEB-A2A5-BAD01084DA7D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7" creationId="{214B9D8F-59F0-44E1-95E9-3DF558278FBE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8" creationId="{EB89D9A4-5C1B-48DC-B13C-D7867700AFAD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9" creationId="{9BFF5666-04F3-4C74-8308-DE6B9A77BF3B}"/>
          </ac:spMkLst>
        </pc:sp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16" creationId="{60446F12-702A-4D30-844E-224B4C48E065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17" creationId="{81CE1332-DBCD-48B2-9150-819E28C6DCE0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0" creationId="{05BA8D71-49DF-4B4F-B363-6198B451195F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1" creationId="{0BD126E7-81A1-45A8-8E8E-01395858FDD3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2" creationId="{9EB178BF-1EE9-41AB-A912-0DEE46BA2BBD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3" creationId="{77A155AA-F162-4F70-BA67-A4934153BF7F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4" creationId="{8FF1067C-9F67-472B-8523-0CEB3AED9922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5" creationId="{473BEC74-A8F3-4B3C-A97F-B713FADAF4BA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6" creationId="{24FED8C7-330F-491E-BA9D-2F6F97020895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7" creationId="{AD3E556F-66DA-4A2A-9DE9-DECD0F685522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8" creationId="{076D03AF-2B1D-48B2-9693-264EE0A52949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35" creationId="{12F0EE7E-A459-4788-AF54-EDDB8E73BA52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36" creationId="{B3E3A52A-86B2-4C4B-8216-40996A7CB5CB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37" creationId="{AA1CC3FD-7412-4A9C-93DF-E596B8398824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38" creationId="{7CDFF860-E811-49C3-ADDF-AF2B81AEE648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39" creationId="{8A4D4CAE-93BD-4A33-AF30-B61896A92EA1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40" creationId="{4BC86F27-CB70-4864-A508-88D9E98E51D1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41" creationId="{B59D524D-7773-47CF-9FE7-3F4B2094DAD8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42" creationId="{516983A3-E955-4909-9D7C-259323631A6D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43" creationId="{82B5D170-AECB-40C7-93A0-6085999164DF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0" creationId="{2E0C7990-F558-4075-B169-28AEEC474968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1" creationId="{9962A9E5-D475-4CBA-A4C5-38004AD63500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4" creationId="{11876DFE-224A-48F5-B717-03886AB3D602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5" creationId="{AEEE35AC-D7CA-441F-8869-C21BAA14BE48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6" creationId="{D28C5952-9929-4F04-A9D9-829B33D7C52F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7" creationId="{E2BF3BF6-82D6-4D79-893F-4BF604BD4B4C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8" creationId="{10726CEA-50EA-4D82-B376-511145306546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9" creationId="{99A1928F-3778-45BB-8269-03F3277BA00E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0" creationId="{A7FCE216-586B-4391-9D3B-1EB6EE1F18C7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3" creationId="{DA0542BC-E675-4449-835F-9AD049CFFD3A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4" creationId="{F47B1674-8C11-4805-9630-10949423437D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7" creationId="{9EFF8686-9EEB-4A49-8ABD-4CF7DA4D43BF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8" creationId="{8B09B961-D200-4E71-B84A-5A661629CE93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9" creationId="{BB3969DB-2B0B-4FF1-B711-06AC46D52453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0" creationId="{DCAAB327-9ED0-4F33-9994-B32764656F02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1" creationId="{2C977B9E-9E16-4191-88FD-38A9151FDF3D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2" creationId="{8417CDA8-FF06-4803-B48B-446A8AB76ECD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3" creationId="{816E0A85-A47A-4326-8CD7-E206DB1EA906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4" creationId="{06B93F36-0898-491E-BC10-348B2450773C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5" creationId="{4BDBB5A1-94D0-4D84-85ED-DFFAFCB7C34E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3" creationId="{72F1D704-F778-42C0-AEE2-F607C70A1611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4" creationId="{7C40BEF1-4313-447E-A3FA-EA23487AD09B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5" creationId="{EB312DE7-9BF7-4263-85B3-8CA98DC743C0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6" creationId="{327EACBA-68E8-458A-BB38-0E14D9A03C9F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7" creationId="{47C97822-D62C-4182-99A6-3EDC0233866B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8" creationId="{2FD3A33B-90D9-4759-9F77-80A3EB69AA92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9" creationId="{71468522-3BD9-400A-960F-40682CE47AA0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90" creationId="{2CA11033-355D-4577-B1E1-D77BB5244310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91" creationId="{1382BE81-0ECA-4C46-B38C-95DAE0C315AC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99" creationId="{0554457F-3523-4647-8410-CA86330C9449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0" creationId="{0ACACFC0-8FC1-489D-8FA9-610D782CCA29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3" creationId="{4A602B0C-350D-421B-96EF-AA9A234EC1CC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5" creationId="{B44B191C-5E2C-4523-B726-A631DABE5B97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6" creationId="{0A879C5C-3349-4C15-BC9C-1B2E82C2D848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7" creationId="{D6C88C31-C98D-4A18-B366-DD0218578046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8" creationId="{1852786F-3A0B-47D8-929B-3CCE20DF062D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9" creationId="{C010F3CA-4BD4-4758-8D0A-2CF50E165F69}"/>
          </ac:cxnSpMkLst>
        </pc:cxnChg>
        <pc:cxnChg chg="del">
          <ac:chgData name="Minh Huynh" userId="01a137d4-0d81-46e0-aca6-c9185b391828" providerId="ADAL" clId="{812CCF7A-788B-4227-A920-48EDF3D1C151}" dt="2026-10-13T10:38:00.842" v="433" actId="478"/>
          <ac:cxnSpMkLst>
            <pc:docMk/>
            <pc:sldMk cId="1490207672" sldId="4787"/>
            <ac:cxnSpMk id="169" creationId="{57222EC7-0876-4877-92FA-89777C2E7A67}"/>
          </ac:cxnSpMkLst>
        </pc:cxnChg>
      </pc:sldChg>
      <pc:sldChg chg="addSp delSp modSp add mod">
        <pc:chgData name="Minh Huynh" userId="01a137d4-0d81-46e0-aca6-c9185b391828" providerId="ADAL" clId="{812CCF7A-788B-4227-A920-48EDF3D1C151}" dt="2026-10-13T10:40:36.577" v="520" actId="122"/>
        <pc:sldMkLst>
          <pc:docMk/>
          <pc:sldMk cId="1043102066" sldId="4793"/>
        </pc:sldMkLst>
        <pc:spChg chg="add mod">
          <ac:chgData name="Minh Huynh" userId="01a137d4-0d81-46e0-aca6-c9185b391828" providerId="ADAL" clId="{812CCF7A-788B-4227-A920-48EDF3D1C151}" dt="2026-10-13T10:39:37.532" v="504" actId="20577"/>
          <ac:spMkLst>
            <pc:docMk/>
            <pc:sldMk cId="1043102066" sldId="4793"/>
            <ac:spMk id="12" creationId="{26342D36-664D-469D-A75B-AE1FE51C8A32}"/>
          </ac:spMkLst>
        </pc:spChg>
        <pc:spChg chg="add mod">
          <ac:chgData name="Minh Huynh" userId="01a137d4-0d81-46e0-aca6-c9185b391828" providerId="ADAL" clId="{812CCF7A-788B-4227-A920-48EDF3D1C151}" dt="2026-10-13T10:40:36.577" v="520" actId="122"/>
          <ac:spMkLst>
            <pc:docMk/>
            <pc:sldMk cId="1043102066" sldId="4793"/>
            <ac:spMk id="14" creationId="{0B9A5F48-42A4-430A-B86F-5A762F4F89C3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56" creationId="{49E3A979-FE35-411E-BFB4-5B95166F8964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59" creationId="{735779E9-1AD8-4BD8-B5D2-CED193CC67AD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1" creationId="{1D4E5F5B-4A07-4765-A626-8E86AFF548B3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2" creationId="{E24FB618-F4CA-4389-8D7F-32CAEE22F870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3" creationId="{29601DA7-FE35-4218-9A0F-8FE47CF20FA5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4" creationId="{0D1E4DAE-92C6-4F86-AC95-D6C23B7B40E4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5" creationId="{3CB81CA1-906C-4082-9F64-0040863BB58B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6" creationId="{A766A180-4040-453B-9EC7-AEEBC7E42108}"/>
          </ac:spMkLst>
        </pc:spChg>
        <pc:spChg chg="del">
          <ac:chgData name="Minh Huynh" userId="01a137d4-0d81-46e0-aca6-c9185b391828" providerId="ADAL" clId="{812CCF7A-788B-4227-A920-48EDF3D1C151}" dt="2026-10-13T10:39:25.015" v="472" actId="478"/>
          <ac:spMkLst>
            <pc:docMk/>
            <pc:sldMk cId="1043102066" sldId="4793"/>
            <ac:spMk id="104" creationId="{1A1737B4-5C22-48C0-A017-BE9CFEF00550}"/>
          </ac:spMkLst>
        </pc:spChg>
        <pc:graphicFrameChg chg="mod">
          <ac:chgData name="Minh Huynh" userId="01a137d4-0d81-46e0-aca6-c9185b391828" providerId="ADAL" clId="{812CCF7A-788B-4227-A920-48EDF3D1C151}" dt="2026-10-13T10:40:03.157" v="508" actId="1076"/>
          <ac:graphicFrameMkLst>
            <pc:docMk/>
            <pc:sldMk cId="1043102066" sldId="4793"/>
            <ac:graphicFrameMk id="2" creationId="{F23E192C-3D8E-44D8-A788-9896B651C77F}"/>
          </ac:graphicFrameMkLst>
        </pc:graphicFrameChg>
        <pc:picChg chg="add mod">
          <ac:chgData name="Minh Huynh" userId="01a137d4-0d81-46e0-aca6-c9185b391828" providerId="ADAL" clId="{812CCF7A-788B-4227-A920-48EDF3D1C151}" dt="2026-10-13T10:40:10.742" v="512" actId="1076"/>
          <ac:picMkLst>
            <pc:docMk/>
            <pc:sldMk cId="1043102066" sldId="4793"/>
            <ac:picMk id="13" creationId="{D927D5D3-F7C0-4453-8A30-308E3A31BDC5}"/>
          </ac:picMkLst>
        </pc:picChg>
      </pc:sldChg>
      <pc:sldChg chg="delSp add del mod">
        <pc:chgData name="Minh Huynh" userId="01a137d4-0d81-46e0-aca6-c9185b391828" providerId="ADAL" clId="{812CCF7A-788B-4227-A920-48EDF3D1C151}" dt="2026-10-13T10:41:02.983" v="522" actId="47"/>
        <pc:sldMkLst>
          <pc:docMk/>
          <pc:sldMk cId="696001688" sldId="4794"/>
        </pc:sldMkLst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5" creationId="{6BDEF0B6-EE95-491D-8168-E5F344F5A110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6" creationId="{129EBDA5-527F-4D1C-BA5F-98103659311E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7" creationId="{D8F09DAA-678E-4719-8A0A-AB2FF378BDA2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8" creationId="{B6207CFF-A9AC-4316-908F-1CE31D2D5A8F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9" creationId="{FFEFC281-A6AB-4A62-A73A-52C396EB3892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10" creationId="{D6297C3E-7357-483C-AEBE-08D9986B46D6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11" creationId="{E3F13645-66B5-4F37-8262-867ACCA3D164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12" creationId="{AC52B803-5B6B-4358-9988-7355189510ED}"/>
          </ac:spMkLst>
        </pc:spChg>
        <pc:spChg chg="del">
          <ac:chgData name="Minh Huynh" userId="01a137d4-0d81-46e0-aca6-c9185b391828" providerId="ADAL" clId="{812CCF7A-788B-4227-A920-48EDF3D1C151}" dt="2026-10-13T10:39:58.707" v="507" actId="478"/>
          <ac:spMkLst>
            <pc:docMk/>
            <pc:sldMk cId="696001688" sldId="4794"/>
            <ac:spMk id="104" creationId="{1A1737B4-5C22-48C0-A017-BE9CFEF00550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41:27.466" v="558" actId="14100"/>
        <pc:sldMkLst>
          <pc:docMk/>
          <pc:sldMk cId="2556514774" sldId="4801"/>
        </pc:sldMkLst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9" creationId="{A18ABAA9-0AA1-4F09-8A8A-EAB272404D41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2" creationId="{3F8392B4-1B48-4BB8-8AD8-25F2E9D5C592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3" creationId="{7204C4A7-120B-4B10-8425-DB8B87AF2756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4" creationId="{15120398-2E65-4756-B0E7-44F9980F52A8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5" creationId="{99D7AD66-E9E4-4730-8A43-844B009FCF23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7" creationId="{DDA83F08-F3CB-49A8-BDDD-5C3DABDA65DC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8" creationId="{8BFAF54C-00B4-4F1B-B680-8B8BF4F01A7C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9" creationId="{C8D5C466-CC9D-4A99-B644-DAA8E30FDFA1}"/>
          </ac:spMkLst>
        </pc:spChg>
        <pc:spChg chg="add mod">
          <ac:chgData name="Minh Huynh" userId="01a137d4-0d81-46e0-aca6-c9185b391828" providerId="ADAL" clId="{812CCF7A-788B-4227-A920-48EDF3D1C151}" dt="2026-10-13T10:41:12.151" v="551" actId="20577"/>
          <ac:spMkLst>
            <pc:docMk/>
            <pc:sldMk cId="2556514774" sldId="4801"/>
            <ac:spMk id="20" creationId="{48F3A856-B73D-403A-A767-E9A661E160A6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0" creationId="{CD3FC03A-1136-4AAD-B377-80DBF68240E1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1" creationId="{239D0DDF-C367-44FE-8111-C86DC70E3A30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2" creationId="{95CAEC10-D3D8-4649-9DDE-223211C916E3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3" creationId="{069B9FFB-ED8F-4CA3-B420-34C3BD49C627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4" creationId="{EA55F190-4AB0-4669-8F83-14113C44EF71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5" creationId="{996E08D3-BC0F-4938-8BBC-8D9C258ABF65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45" creationId="{4A7FEA37-24D6-4511-AB30-5954DD293E2D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46" creationId="{B0B24506-DD1B-4F5D-A428-084BB9BD2B0F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47" creationId="{42AFEC68-663C-492F-9471-5C0324910B7E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48" creationId="{EA874D29-121B-45DD-8D2E-E0C7A48B8269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49" creationId="{8459C470-7313-41A4-A325-5E431D1ABBA2}"/>
          </ac:spMkLst>
        </pc:spChg>
        <pc:spChg chg="add del mod">
          <ac:chgData name="Minh Huynh" userId="01a137d4-0d81-46e0-aca6-c9185b391828" providerId="ADAL" clId="{812CCF7A-788B-4227-A920-48EDF3D1C151}" dt="2026-10-13T10:41:22.464" v="553" actId="478"/>
          <ac:spMkLst>
            <pc:docMk/>
            <pc:sldMk cId="2556514774" sldId="4801"/>
            <ac:spMk id="50" creationId="{648084FF-2FB9-4968-9361-50DB2330D728}"/>
          </ac:spMkLst>
        </pc:sp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1" creationId="{F6DB8FA0-AB21-45EE-99FE-D5BEA13DF069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2" creationId="{38AD309C-DB6A-4B51-9099-B465A906810C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3" creationId="{24F175D3-87CA-4B8C-AB35-D0554066B6F8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4" creationId="{986DFB84-909E-40B8-AE11-4F1DD7215B43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5" creationId="{B3778FCC-5B3B-402E-8980-AC493C951F1C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6" creationId="{CFB03665-057D-46C9-B6E9-5467AEA78AE1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7" creationId="{4A9E8B99-BED2-4D26-8D51-F9456DD31406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8" creationId="{9CBF334D-1208-46F0-867B-3EB662DFAE11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9" creationId="{116C6B36-E693-406C-BB62-963F7F28B9DD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36" creationId="{62837DEE-DA5C-4D4B-816F-9BE88D95A656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37" creationId="{7A018315-D4FF-4BE8-85A4-60B520F12563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38" creationId="{F4FF8232-9C1F-4A7F-B057-5B63777EA921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39" creationId="{67AFB6AC-E805-46D0-9E3A-59474E3CEA55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40" creationId="{BDBEA395-03FA-41EE-A1F2-5DB44FBFEE3D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41" creationId="{2232882A-27D6-4C26-B822-59C3CD3582D5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42" creationId="{8111C66D-EBF3-481E-A654-BE8476EB1C25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43" creationId="{5757B23B-9E8C-4C58-AA1D-B8A802B1F8B9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44" creationId="{6C2385FD-78DB-4345-8425-9188D506DC0E}"/>
          </ac:cxnSpMkLst>
        </pc:cxnChg>
        <pc:cxnChg chg="add del mod">
          <ac:chgData name="Minh Huynh" userId="01a137d4-0d81-46e0-aca6-c9185b391828" providerId="ADAL" clId="{812CCF7A-788B-4227-A920-48EDF3D1C151}" dt="2026-10-13T10:41:24.956" v="556" actId="478"/>
          <ac:cxnSpMkLst>
            <pc:docMk/>
            <pc:sldMk cId="2556514774" sldId="4801"/>
            <ac:cxnSpMk id="51" creationId="{52AC1855-53B6-45C9-8A4C-5EC924105135}"/>
          </ac:cxnSpMkLst>
        </pc:cxnChg>
        <pc:cxnChg chg="add del mod">
          <ac:chgData name="Minh Huynh" userId="01a137d4-0d81-46e0-aca6-c9185b391828" providerId="ADAL" clId="{812CCF7A-788B-4227-A920-48EDF3D1C151}" dt="2026-10-13T10:41:23.227" v="554" actId="478"/>
          <ac:cxnSpMkLst>
            <pc:docMk/>
            <pc:sldMk cId="2556514774" sldId="4801"/>
            <ac:cxnSpMk id="52" creationId="{B11EB356-8009-411E-ACC0-539989711126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53" creationId="{43340205-3DBD-455A-805E-2A7BD2E56C85}"/>
          </ac:cxnSpMkLst>
        </pc:cxnChg>
        <pc:cxnChg chg="add mod">
          <ac:chgData name="Minh Huynh" userId="01a137d4-0d81-46e0-aca6-c9185b391828" providerId="ADAL" clId="{812CCF7A-788B-4227-A920-48EDF3D1C151}" dt="2026-10-13T10:41:27.466" v="558" actId="14100"/>
          <ac:cxnSpMkLst>
            <pc:docMk/>
            <pc:sldMk cId="2556514774" sldId="4801"/>
            <ac:cxnSpMk id="54" creationId="{BD8135F7-C739-4D6F-A433-54DAF8464FF3}"/>
          </ac:cxnSpMkLst>
        </pc:cxnChg>
        <pc:cxnChg chg="add del mod">
          <ac:chgData name="Minh Huynh" userId="01a137d4-0d81-46e0-aca6-c9185b391828" providerId="ADAL" clId="{812CCF7A-788B-4227-A920-48EDF3D1C151}" dt="2026-10-13T10:41:23.815" v="555" actId="478"/>
          <ac:cxnSpMkLst>
            <pc:docMk/>
            <pc:sldMk cId="2556514774" sldId="4801"/>
            <ac:cxnSpMk id="55" creationId="{EA077628-A0A8-4581-AF99-EA0F9D54A37A}"/>
          </ac:cxnSpMkLst>
        </pc:cxnChg>
        <pc:cxnChg chg="add del mod">
          <ac:chgData name="Minh Huynh" userId="01a137d4-0d81-46e0-aca6-c9185b391828" providerId="ADAL" clId="{812CCF7A-788B-4227-A920-48EDF3D1C151}" dt="2026-10-13T10:41:25.543" v="557" actId="478"/>
          <ac:cxnSpMkLst>
            <pc:docMk/>
            <pc:sldMk cId="2556514774" sldId="4801"/>
            <ac:cxnSpMk id="56" creationId="{7BD74116-D1D7-4F1A-8FC7-491B40C83DB7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57" creationId="{5909801D-DFFE-4009-9957-97DAD151B155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58" creationId="{55540DE5-3853-412C-AB52-A5E5594FF8C2}"/>
          </ac:cxnSpMkLst>
        </pc:cxnChg>
      </pc:sldChg>
      <pc:sldChg chg="addSp delSp modSp add mod">
        <pc:chgData name="Minh Huynh" userId="01a137d4-0d81-46e0-aca6-c9185b391828" providerId="ADAL" clId="{812CCF7A-788B-4227-A920-48EDF3D1C151}" dt="2026-10-13T10:42:43.567" v="631" actId="1076"/>
        <pc:sldMkLst>
          <pc:docMk/>
          <pc:sldMk cId="3706069344" sldId="4802"/>
        </pc:sldMkLst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5" creationId="{69FF2367-A01A-450B-A882-18FFA0FA2DE8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8" creationId="{0D4FD8EA-4493-4C2C-9215-26863E3A59FF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10" creationId="{143C635D-01D6-4B58-B503-832E31270B59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11" creationId="{D08306FE-5BF1-46BB-90D4-9941B2BF2828}"/>
          </ac:spMkLst>
        </pc:spChg>
        <pc:spChg chg="mod">
          <ac:chgData name="Minh Huynh" userId="01a137d4-0d81-46e0-aca6-c9185b391828" providerId="ADAL" clId="{812CCF7A-788B-4227-A920-48EDF3D1C151}" dt="2026-10-13T10:41:49.350" v="579" actId="20577"/>
          <ac:spMkLst>
            <pc:docMk/>
            <pc:sldMk cId="3706069344" sldId="4802"/>
            <ac:spMk id="20" creationId="{48F3A856-B73D-403A-A767-E9A661E160A6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0" creationId="{CD3FC03A-1136-4AAD-B377-80DBF68240E1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1" creationId="{239D0DDF-C367-44FE-8111-C86DC70E3A30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2" creationId="{95CAEC10-D3D8-4649-9DDE-223211C916E3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3" creationId="{069B9FFB-ED8F-4CA3-B420-34C3BD49C627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4" creationId="{EA55F190-4AB0-4669-8F83-14113C44EF71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5" creationId="{996E08D3-BC0F-4938-8BBC-8D9C258ABF65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45" creationId="{4A7FEA37-24D6-4511-AB30-5954DD293E2D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46" creationId="{B0B24506-DD1B-4F5D-A428-084BB9BD2B0F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47" creationId="{42AFEC68-663C-492F-9471-5C0324910B7E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48" creationId="{EA874D29-121B-45DD-8D2E-E0C7A48B8269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49" creationId="{8459C470-7313-41A4-A325-5E431D1ABBA2}"/>
          </ac:spMkLst>
        </pc:spChg>
        <pc:spChg chg="add mod">
          <ac:chgData name="Minh Huynh" userId="01a137d4-0d81-46e0-aca6-c9185b391828" providerId="ADAL" clId="{812CCF7A-788B-4227-A920-48EDF3D1C151}" dt="2026-10-13T10:42:16.640" v="625" actId="14100"/>
          <ac:spMkLst>
            <pc:docMk/>
            <pc:sldMk cId="3706069344" sldId="4802"/>
            <ac:spMk id="50" creationId="{451E4F64-D8A8-4893-ACA7-1D867B63B23B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51" creationId="{7C90D667-39FB-482F-BEC7-27E16394DC6A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55" creationId="{A309C29F-A37F-4D28-A6D2-782605688295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56" creationId="{B447DDBB-DA02-41F3-B9B2-DB7B9D787356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59" creationId="{1137197F-F47B-42C7-BA6C-01D04693849B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0" creationId="{BD9FBA6C-A4BB-45E1-86B2-D2496B5677A8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1" creationId="{6BF093CA-D625-46DA-A76E-8C812824736D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2" creationId="{D0038E9B-F4F8-4B6C-A009-2F8CA7D05223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3" creationId="{DE0536AF-ABD3-4D9A-8B5C-1FF0137ECCB3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4" creationId="{B9BC6ED0-ED69-4B31-A5B0-55F3CB67BEFC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5" creationId="{0C72A8EC-D2F9-4900-B2CA-2DD637F77A35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6" creationId="{D8097631-E652-4C72-B313-7F4C997DE713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7" creationId="{E1C77C20-6E1E-469B-86CF-2091A8F403AE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8" creationId="{41B962BC-624A-4235-B8D2-8852758BBF3F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9" creationId="{D2E499AA-0800-4C22-9771-8F9A76796ED9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70" creationId="{F12BE621-D824-400D-B097-597930A541C6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71" creationId="{6D99BDB1-3AF0-44DB-929B-691825483B54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82" creationId="{4EF95CB2-67C0-4C44-AE98-9FC1BB5846FC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93" creationId="{E435B250-8936-4060-83CC-91DB6FAAD7BD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05" creationId="{262DDC77-522D-473D-BC76-AEACA3FCB94F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06" creationId="{4C81D8ED-BE24-4BAC-8B1A-81B3C0F948BC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07" creationId="{9011334D-3D71-47E3-8D14-E959F9623B65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08" creationId="{9978D7EB-F6C4-4306-81B2-B6E5414255CE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09" creationId="{D179D46B-E760-460F-A708-4438EA96FB01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10" creationId="{C577588F-B2E6-4154-8D80-A041F5F5B815}"/>
          </ac:spMkLst>
        </pc:spChg>
        <pc:picChg chg="add mod">
          <ac:chgData name="Minh Huynh" userId="01a137d4-0d81-46e0-aca6-c9185b391828" providerId="ADAL" clId="{812CCF7A-788B-4227-A920-48EDF3D1C151}" dt="2026-10-13T10:42:43.567" v="631" actId="1076"/>
          <ac:picMkLst>
            <pc:docMk/>
            <pc:sldMk cId="3706069344" sldId="4802"/>
            <ac:picMk id="2" creationId="{E1E12451-8AFD-4554-AC1C-94204E6BB9E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0" creationId="{37CA8403-7B47-4FFD-A2D3-F88E6900423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1" creationId="{175699C7-F06B-405C-816E-76CED0B18C9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2" creationId="{E466DE48-1B07-4951-88DF-69AC59A213D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3" creationId="{C2B8597B-3E2C-4B0F-8DE5-CEFAD65C243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4" creationId="{B1992E39-F55B-42FE-86C8-DB5C4965280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5" creationId="{4A65EA07-A615-4BE0-8826-3DEC3BAFE73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6" creationId="{ABDFDD28-F4DB-4452-8B51-64C1010B458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7" creationId="{98C1D399-4DC2-4050-8B99-4CE5C6B2519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8" creationId="{7B8A3D6A-2F1A-417D-A8AD-C9A3EA308F2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9" creationId="{F49E02FA-15FB-4AA0-9510-06C65BF576F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0" creationId="{763CFB98-4743-483F-A7B1-37EA758AE8F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1" creationId="{33B2880C-199B-4894-9057-106E1A29F4C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2" creationId="{957C92D3-5688-48D9-9FDE-0808C5175BD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3" creationId="{73925821-D5E3-481D-9B5C-56DA7C2AAF4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4" creationId="{84C1DB4C-6E89-42BE-B843-6175E2D97C2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5" creationId="{A8719D47-ADAC-47F4-9B4C-F24BDEA6DCC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6" creationId="{D7608217-15EE-40AE-9433-265C017274F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7" creationId="{70386855-A768-4F21-9470-D2025ADF1EF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8" creationId="{9E69FD29-25DE-49D1-A1D4-D39A0E62BD3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9" creationId="{005A3AC6-A650-4C24-8036-F57E207736D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0" creationId="{6A7D9A2A-9D2B-453C-BCA1-AD0CCAD8088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1" creationId="{025E3BC2-9E7B-4F61-883C-B806F198A97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2" creationId="{88EEDFA7-A73F-43C4-968D-D237F795391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3" creationId="{02B377E9-C9EE-4059-AE66-0A3D83102FF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4" creationId="{4A40B53F-5F65-4CA0-B50E-4E063A63C63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5" creationId="{5710E856-30B9-4101-9891-5A5E6C84893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6" creationId="{F1064919-269B-40CA-995B-96E7870F19E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7" creationId="{124E762F-EB2A-4DCD-9227-B70C46871FB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8" creationId="{44E289F2-EC89-4695-89CC-A33C54923CD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9" creationId="{20F3DBDF-DC42-4A35-A042-06AFD52B4C3D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0" creationId="{3BDF1F39-DC17-46CD-995F-979D1C864EC0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1" creationId="{AC5C111E-7C38-4E6D-853B-8806E6A2665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2" creationId="{13D0825C-A454-44F2-BDD3-78EE6E23D1B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3" creationId="{9F3C3572-BC2A-4B4F-B21A-189BE434677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4" creationId="{4F39D652-B6A3-4B01-88DF-4F911F61FB70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5" creationId="{B66A7025-E4F1-469A-B916-BFE589251F4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6" creationId="{2F13F34E-4D80-41AA-97BC-6846D41322B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7" creationId="{3965F4D6-9978-4227-9F67-AC4115D274A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8" creationId="{DB24326D-4BD0-48C2-8A3A-E48A4C218EB0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9" creationId="{6E357A06-4968-436C-8A37-F8FCA4CBE64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0" creationId="{911D47DE-437D-405C-BBC8-885F515A159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1" creationId="{0F513246-0764-4EF6-978D-9FF7D492A5E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2" creationId="{CB941998-F43E-499E-A1E7-211E836FCD4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3" creationId="{4B0E3A8F-0DA3-4643-9FDB-51B8396A74D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4" creationId="{5EA746DC-CCBE-4EBF-A586-67633052237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5" creationId="{04BD9DF0-F853-4700-8A27-E398FE8666AD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6" creationId="{6F2A5F82-7D9C-4B3B-8995-39844E38820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7" creationId="{D867E215-5EEE-4211-938E-43E7349341A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8" creationId="{19612129-7DB3-471C-8829-F83509F3F8A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9" creationId="{C0C0D2FB-0314-4871-B56D-C60EC9CB2D6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0" creationId="{CAA08606-6ADD-496A-AFB2-A26CC114200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1" creationId="{F9F9494A-8D31-4D01-9481-30081D71F10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2" creationId="{A02DE4B3-E846-41F7-BF19-CC95829E598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3" creationId="{EF5A6A5A-C78C-4032-8351-5B8D1E77A83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4" creationId="{1531F6D5-6922-48AC-ACF7-16D338306BA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5" creationId="{F39DE5B1-A4B1-4F2B-8781-B930A43CFD9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6" creationId="{0DEB4D7E-A22D-4C4B-A8F2-ED731C11388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7" creationId="{A07AF929-30C4-4037-9F79-84BD6855902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8" creationId="{24A30C8D-97BF-4132-8684-1B2F42DE93A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9" creationId="{5BCCF1A1-62D2-4E4D-A155-C8CE4A06190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0" creationId="{B62CBA2A-6734-4752-BE5F-AD212A321B50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1" creationId="{47F5EB01-FCE7-461D-924A-8E23585F483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2" creationId="{037D294F-3528-4DD1-88E4-F44125825AF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3" creationId="{81849239-4159-44A6-A864-419E6FF82BE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4" creationId="{023C26F8-B6D4-41C8-ACCE-40AC709D2DD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5" creationId="{F9CB25A0-FB61-4B8B-A7D3-189E084E1F4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6" creationId="{AA09F039-4FAA-4649-8A2C-10B70C6E582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7" creationId="{8F606DAD-A661-44FB-95BA-A074D225060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8" creationId="{0C04EEB0-B8FB-428F-AC8A-2DF5C8E030D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9" creationId="{EDC0FCA1-FA6F-41F4-ACAD-69BC7546D75D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0" creationId="{BF28AF54-2B67-4BD9-8E22-29640517ED7F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1" creationId="{3459C42E-2D8E-4DF2-AB9B-A6C6A8593A7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2" creationId="{802B6780-73ED-4566-AEB9-5E592B1A5F2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3" creationId="{3B7AC2A0-5743-4788-9E3D-F0A2F946559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4" creationId="{C246233A-089E-41A7-A7FC-F3D83745242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5" creationId="{CEC3FA06-8659-48AC-93A9-8335E8C13EF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6" creationId="{E469BA88-75FD-421A-A810-61D7094B9BC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7" creationId="{D48C8109-854D-4753-B35D-A68AACA4B6C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8" creationId="{2DC8540F-0DD2-4B27-8543-E7C5D478B6E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9" creationId="{CFF55DF3-FF9E-4ADA-87D8-D90F40B2088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0" creationId="{365F2EDC-3AC5-4490-933F-5BBE9C515AF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1" creationId="{1559AF4F-2D68-4D9A-A6DD-F1E406B6AED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2" creationId="{07F9ECDF-155E-42E4-A3BD-74FD3878666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3" creationId="{6E82A44D-E567-4EBE-A655-F047B006FD7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4" creationId="{8B678827-143A-4BFF-B8C5-1030247C8BE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5" creationId="{450267A0-3C94-4EF4-9B8F-8845C74A81C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6" creationId="{2288A0A1-C419-4040-A208-30C5F91F748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7" creationId="{7D9C32EC-D9F0-4A83-A04C-0318D05B984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8" creationId="{86E2473E-A497-45A3-93B1-3FA6E1677FC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9" creationId="{B469D90A-67CB-4280-8D04-32452E7936A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0" creationId="{ECCDF89D-6D90-4139-9B81-6DC62A4CCF4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1" creationId="{0498CEAF-5648-4B14-BBD4-875865F1BCA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2" creationId="{DAD0C932-5926-41C3-B5B4-C74E63C1484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3" creationId="{212795DB-8AF8-490C-A524-AF1E3369253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4" creationId="{2AC2E6CD-959C-46E0-B463-1D74075883F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5" creationId="{7AD34A8D-F92F-49C3-AC22-0C43BAC1137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6" creationId="{360ED3D5-EF36-4215-8FE4-7D0AB749962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7" creationId="{4B5685A6-7CB0-46D0-86C2-26834561073F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8" creationId="{60471D4B-B222-4865-B0B9-05EFC1FA10B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9" creationId="{7B198F52-1741-498F-96C7-0B312DD0169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2" creationId="{E5DD7B13-8F94-46F3-AA7C-53C04C5FADB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3" creationId="{88BC2972-534B-495B-BD65-C453754A22C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4" creationId="{5E624774-A788-48B3-B97A-A57409D804B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5" creationId="{3E13BAA0-3EE1-4463-B720-C122F524B9A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6" creationId="{9915D1D9-A7F7-4A6A-B5C0-5C5C654F99A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7" creationId="{4B542AA1-63BE-410F-AE96-9E60AB9A391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8" creationId="{20819B63-E754-40C0-8F76-B841E8594DE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9" creationId="{53BA8D47-7637-4854-91C1-420788D9075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0" creationId="{B114C453-3717-4ADD-BAC1-583D83900340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1" creationId="{5080F13D-E345-4B2F-A683-5D40DEA32B2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3" creationId="{B8D29E24-7CBE-4CF9-A5FD-8ECD5E5A704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4" creationId="{D4BF9728-F229-45C6-8BFF-83848AFECCA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5" creationId="{F7496584-8EDF-4359-81E5-C464EE16BA4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6" creationId="{814EC9FF-19D6-45ED-A301-1E9DE1991C4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7" creationId="{416D823E-F9E1-4756-95FC-20BE5D16485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8" creationId="{B02D07F6-77CA-4886-BC70-A07192BF6D3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9" creationId="{936DB819-DFD2-4AE1-B6B0-AE45DE4E229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0" creationId="{9B95BBD2-4846-4D09-898E-21DDFFA701D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1" creationId="{4A5616A3-C15A-4540-8040-44A5F3A5FD7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2" creationId="{2C0AACBC-BD9B-4FF6-8F32-C44D8F417AB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4" creationId="{81715AAB-F50A-4880-B6A2-F134B61DF04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5" creationId="{2F65D919-4D64-4060-AF6D-DF6FA66FBB6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6" creationId="{70F57C5E-1AC1-4038-88DC-E7C03801939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7" creationId="{F2BEBA7D-3B26-4274-A952-92715D97E4E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8" creationId="{308AD575-B96F-4C38-BF7A-F85F478D510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9" creationId="{7C1580B4-882C-4D09-86AA-F76D0D31920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200" creationId="{908028E4-FC53-4683-92E7-210476AC90E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201" creationId="{A0F73F2E-8768-42DD-ABA0-28244C49D26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202" creationId="{A0A33CB3-A1E9-4ACE-9913-8B6FE9381AB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203" creationId="{703A6240-30EE-4498-9189-497C451A30E9}"/>
          </ac:picMkLst>
        </pc:pic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3" creationId="{4C95EA29-C425-40C4-BBD9-16D35E04C446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7" creationId="{D2403CF3-924E-44D1-9B8E-5369DA0A6271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16" creationId="{65FBF1B0-AE42-4848-8BA2-7E5DCD5A1424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1" creationId="{F6DB8FA0-AB21-45EE-99FE-D5BEA13DF069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2" creationId="{38AD309C-DB6A-4B51-9099-B465A906810C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3" creationId="{24F175D3-87CA-4B8C-AB35-D0554066B6F8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4" creationId="{986DFB84-909E-40B8-AE11-4F1DD7215B43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5" creationId="{B3778FCC-5B3B-402E-8980-AC493C951F1C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6" creationId="{CFB03665-057D-46C9-B6E9-5467AEA78AE1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7" creationId="{4A9E8B99-BED2-4D26-8D51-F9456DD31406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8" creationId="{9CBF334D-1208-46F0-867B-3EB662DFAE11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9" creationId="{116C6B36-E693-406C-BB62-963F7F28B9DD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36" creationId="{62837DEE-DA5C-4D4B-816F-9BE88D95A656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37" creationId="{7A018315-D4FF-4BE8-85A4-60B520F12563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38" creationId="{F4FF8232-9C1F-4A7F-B057-5B63777EA921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39" creationId="{67AFB6AC-E805-46D0-9E3A-59474E3CEA55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40" creationId="{BDBEA395-03FA-41EE-A1F2-5DB44FBFEE3D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41" creationId="{2232882A-27D6-4C26-B822-59C3CD3582D5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42" creationId="{8111C66D-EBF3-481E-A654-BE8476EB1C25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43" creationId="{5757B23B-9E8C-4C58-AA1D-B8A802B1F8B9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44" creationId="{6C2385FD-78DB-4345-8425-9188D506DC0E}"/>
          </ac:cxnSpMkLst>
        </pc:cxnChg>
        <pc:cxnChg chg="add del mod">
          <ac:chgData name="Minh Huynh" userId="01a137d4-0d81-46e0-aca6-c9185b391828" providerId="ADAL" clId="{812CCF7A-788B-4227-A920-48EDF3D1C151}" dt="2026-10-13T10:42:38.635" v="627"/>
          <ac:cxnSpMkLst>
            <pc:docMk/>
            <pc:sldMk cId="3706069344" sldId="4802"/>
            <ac:cxnSpMk id="52" creationId="{CEB2E7EC-1603-44A3-AA68-3EDE8A44C738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53" creationId="{43340205-3DBD-455A-805E-2A7BD2E56C85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54" creationId="{BD8135F7-C739-4D6F-A433-54DAF8464FF3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57" creationId="{5909801D-DFFE-4009-9957-97DAD151B155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58" creationId="{55540DE5-3853-412C-AB52-A5E5594FF8C2}"/>
          </ac:cxnSpMkLst>
        </pc:cxnChg>
        <pc:cxnChg chg="add del mod">
          <ac:chgData name="Minh Huynh" userId="01a137d4-0d81-46e0-aca6-c9185b391828" providerId="ADAL" clId="{812CCF7A-788B-4227-A920-48EDF3D1C151}" dt="2026-10-13T10:42:38.635" v="627"/>
          <ac:cxnSpMkLst>
            <pc:docMk/>
            <pc:sldMk cId="3706069344" sldId="4802"/>
            <ac:cxnSpMk id="204" creationId="{25E38C54-7664-4609-AE02-F15F6881DFE4}"/>
          </ac:cxnSpMkLst>
        </pc:cxnChg>
      </pc:sldChg>
      <pc:sldChg chg="addSp delSp modSp add mod">
        <pc:chgData name="Minh Huynh" userId="01a137d4-0d81-46e0-aca6-c9185b391828" providerId="ADAL" clId="{812CCF7A-788B-4227-A920-48EDF3D1C151}" dt="2026-10-13T10:43:26.262" v="635"/>
        <pc:sldMkLst>
          <pc:docMk/>
          <pc:sldMk cId="3961048316" sldId="4813"/>
        </pc:sldMkLst>
        <pc:spChg chg="add mod">
          <ac:chgData name="Minh Huynh" userId="01a137d4-0d81-46e0-aca6-c9185b391828" providerId="ADAL" clId="{812CCF7A-788B-4227-A920-48EDF3D1C151}" dt="2026-10-13T10:43:26.262" v="635"/>
          <ac:spMkLst>
            <pc:docMk/>
            <pc:sldMk cId="3961048316" sldId="4813"/>
            <ac:spMk id="60" creationId="{F8A064F4-E073-4B0B-AEAA-8A52A038BA45}"/>
          </ac:spMkLst>
        </pc:spChg>
        <pc:spChg chg="del">
          <ac:chgData name="Minh Huynh" userId="01a137d4-0d81-46e0-aca6-c9185b391828" providerId="ADAL" clId="{812CCF7A-788B-4227-A920-48EDF3D1C151}" dt="2026-10-13T10:43:24.065" v="634" actId="478"/>
          <ac:spMkLst>
            <pc:docMk/>
            <pc:sldMk cId="3961048316" sldId="4813"/>
            <ac:spMk id="104" creationId="{1A1737B4-5C22-48C0-A017-BE9CFEF00550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15" creationId="{E679E44F-EC3C-4AA5-BE72-22C4668BD233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16" creationId="{C9E69370-A1E1-4934-A675-084BCBCAF085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17" creationId="{169DA4F9-760C-4D0B-B345-6B65D73D090D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18" creationId="{2152FEE7-E433-4F20-9BF8-EA90D32354EE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19" creationId="{BB70F05D-586C-432E-818C-510C1A70B0A8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20" creationId="{4BA2381D-C7EA-4D04-9660-EB17663D4E34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21" creationId="{A682FD9C-C437-4F4D-A0C7-2C2A1C00510A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22" creationId="{A102D8FA-33B7-4B65-B2AB-87BBB135B50B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44:13.027" v="656" actId="1076"/>
        <pc:sldMkLst>
          <pc:docMk/>
          <pc:sldMk cId="993633514" sldId="4814"/>
        </pc:sldMkLst>
        <pc:spChg chg="add mod">
          <ac:chgData name="Minh Huynh" userId="01a137d4-0d81-46e0-aca6-c9185b391828" providerId="ADAL" clId="{812CCF7A-788B-4227-A920-48EDF3D1C151}" dt="2026-10-13T10:43:46.914" v="639"/>
          <ac:spMkLst>
            <pc:docMk/>
            <pc:sldMk cId="993633514" sldId="4814"/>
            <ac:spMk id="54" creationId="{9AD6A4CC-856E-4DB5-8266-7BCAD8E89E62}"/>
          </ac:spMkLst>
        </pc:spChg>
        <pc:spChg chg="add mod">
          <ac:chgData name="Minh Huynh" userId="01a137d4-0d81-46e0-aca6-c9185b391828" providerId="ADAL" clId="{812CCF7A-788B-4227-A920-48EDF3D1C151}" dt="2026-10-13T10:43:46.914" v="639"/>
          <ac:spMkLst>
            <pc:docMk/>
            <pc:sldMk cId="993633514" sldId="4814"/>
            <ac:spMk id="56" creationId="{4906B376-A927-4C25-AB41-E9ED71AD5C83}"/>
          </ac:spMkLst>
        </pc:spChg>
        <pc:spChg chg="add mod">
          <ac:chgData name="Minh Huynh" userId="01a137d4-0d81-46e0-aca6-c9185b391828" providerId="ADAL" clId="{812CCF7A-788B-4227-A920-48EDF3D1C151}" dt="2026-10-13T10:43:46.914" v="639"/>
          <ac:spMkLst>
            <pc:docMk/>
            <pc:sldMk cId="993633514" sldId="4814"/>
            <ac:spMk id="58" creationId="{78D68C79-5E4F-4DD2-A830-BF04624B27F3}"/>
          </ac:spMkLst>
        </pc:spChg>
        <pc:spChg chg="mod">
          <ac:chgData name="Minh Huynh" userId="01a137d4-0d81-46e0-aca6-c9185b391828" providerId="ADAL" clId="{812CCF7A-788B-4227-A920-48EDF3D1C151}" dt="2026-10-13T10:43:57.174" v="653" actId="20577"/>
          <ac:spMkLst>
            <pc:docMk/>
            <pc:sldMk cId="993633514" sldId="4814"/>
            <ac:spMk id="60" creationId="{F8A064F4-E073-4B0B-AEAA-8A52A038BA45}"/>
          </ac:spMkLst>
        </pc:spChg>
        <pc:spChg chg="add mod">
          <ac:chgData name="Minh Huynh" userId="01a137d4-0d81-46e0-aca6-c9185b391828" providerId="ADAL" clId="{812CCF7A-788B-4227-A920-48EDF3D1C151}" dt="2026-10-13T10:44:13.027" v="656" actId="1076"/>
          <ac:spMkLst>
            <pc:docMk/>
            <pc:sldMk cId="993633514" sldId="4814"/>
            <ac:spMk id="62" creationId="{30882BDD-5D9C-420E-90CE-68F22177EC86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193" creationId="{4EF2CC1A-801E-4C0A-A608-08426FF60E54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194" creationId="{BBA227B9-459F-4108-BA39-7EDA4470F20B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195" creationId="{5FD8892F-AE40-46E7-8091-377BD9203D7B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198" creationId="{309FF030-77CE-4D0A-9D5C-25FB37F19E44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199" creationId="{7F49A5FF-8BD0-408E-A871-D687E8FAD9C6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00" creationId="{A0E136C3-DC41-4D6E-89A9-C19488C8D276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01" creationId="{D9BF5287-C238-4A2C-A97D-21F59C00B709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04" creationId="{582A91A7-476D-48E7-AE32-65A18113DAEE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05" creationId="{7024A900-62F2-4670-A411-E97243603144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12" creationId="{9A3F8D1A-2C8F-412E-9638-A26F4F5A4240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13" creationId="{AFE2BB87-5EDF-4815-BEBF-37C2640D34C2}"/>
          </ac:spMkLst>
        </pc:spChg>
        <pc:spChg chg="del mod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14" creationId="{75AD82F7-C36E-44C6-86BC-F37BBFD74F1B}"/>
          </ac:spMkLst>
        </pc:spChg>
        <pc:picChg chg="add mod">
          <ac:chgData name="Minh Huynh" userId="01a137d4-0d81-46e0-aca6-c9185b391828" providerId="ADAL" clId="{812CCF7A-788B-4227-A920-48EDF3D1C151}" dt="2026-10-13T10:43:46.914" v="639"/>
          <ac:picMkLst>
            <pc:docMk/>
            <pc:sldMk cId="993633514" sldId="4814"/>
            <ac:picMk id="52" creationId="{5B138590-4773-4DD0-8B3F-815EB1951147}"/>
          </ac:picMkLst>
        </pc:picChg>
        <pc:picChg chg="add mod">
          <ac:chgData name="Minh Huynh" userId="01a137d4-0d81-46e0-aca6-c9185b391828" providerId="ADAL" clId="{812CCF7A-788B-4227-A920-48EDF3D1C151}" dt="2026-10-13T10:43:46.914" v="639"/>
          <ac:picMkLst>
            <pc:docMk/>
            <pc:sldMk cId="993633514" sldId="4814"/>
            <ac:picMk id="57" creationId="{93A65CC8-929C-4548-BA1B-62732C13FE44}"/>
          </ac:picMkLst>
        </pc:picChg>
        <pc:picChg chg="del">
          <ac:chgData name="Minh Huynh" userId="01a137d4-0d81-46e0-aca6-c9185b391828" providerId="ADAL" clId="{812CCF7A-788B-4227-A920-48EDF3D1C151}" dt="2026-10-13T10:43:31.369" v="638" actId="478"/>
          <ac:picMkLst>
            <pc:docMk/>
            <pc:sldMk cId="993633514" sldId="4814"/>
            <ac:picMk id="171" creationId="{ED47B042-1E96-4426-8D3B-9C63AE767F4A}"/>
          </ac:picMkLst>
        </pc:picChg>
        <pc:picChg chg="del">
          <ac:chgData name="Minh Huynh" userId="01a137d4-0d81-46e0-aca6-c9185b391828" providerId="ADAL" clId="{812CCF7A-788B-4227-A920-48EDF3D1C151}" dt="2026-10-13T10:43:31.369" v="638" actId="478"/>
          <ac:picMkLst>
            <pc:docMk/>
            <pc:sldMk cId="993633514" sldId="4814"/>
            <ac:picMk id="180" creationId="{C88FF5A3-9FF5-49B3-B10C-798B253AD942}"/>
          </ac:picMkLst>
        </pc:picChg>
        <pc:picChg chg="del">
          <ac:chgData name="Minh Huynh" userId="01a137d4-0d81-46e0-aca6-c9185b391828" providerId="ADAL" clId="{812CCF7A-788B-4227-A920-48EDF3D1C151}" dt="2026-10-13T10:43:31.369" v="638" actId="478"/>
          <ac:picMkLst>
            <pc:docMk/>
            <pc:sldMk cId="993633514" sldId="4814"/>
            <ac:picMk id="189" creationId="{B6E74D3E-C5DB-4592-8054-0849F0580F4D}"/>
          </ac:picMkLst>
        </pc:picChg>
        <pc:picChg chg="del">
          <ac:chgData name="Minh Huynh" userId="01a137d4-0d81-46e0-aca6-c9185b391828" providerId="ADAL" clId="{812CCF7A-788B-4227-A920-48EDF3D1C151}" dt="2026-10-13T10:43:31.369" v="638" actId="478"/>
          <ac:picMkLst>
            <pc:docMk/>
            <pc:sldMk cId="993633514" sldId="4814"/>
            <ac:picMk id="208" creationId="{27246CBE-8D51-47E6-8973-FBD4A62E8F4E}"/>
          </ac:picMkLst>
        </pc:picChg>
        <pc:cxnChg chg="add mod">
          <ac:chgData name="Minh Huynh" userId="01a137d4-0d81-46e0-aca6-c9185b391828" providerId="ADAL" clId="{812CCF7A-788B-4227-A920-48EDF3D1C151}" dt="2026-10-13T10:43:46.914" v="639"/>
          <ac:cxnSpMkLst>
            <pc:docMk/>
            <pc:sldMk cId="993633514" sldId="4814"/>
            <ac:cxnSpMk id="53" creationId="{EA2BB7C7-C17E-4ABB-871E-DF09215398F2}"/>
          </ac:cxnSpMkLst>
        </pc:cxnChg>
        <pc:cxnChg chg="add mod">
          <ac:chgData name="Minh Huynh" userId="01a137d4-0d81-46e0-aca6-c9185b391828" providerId="ADAL" clId="{812CCF7A-788B-4227-A920-48EDF3D1C151}" dt="2026-10-13T10:43:46.914" v="639"/>
          <ac:cxnSpMkLst>
            <pc:docMk/>
            <pc:sldMk cId="993633514" sldId="4814"/>
            <ac:cxnSpMk id="55" creationId="{5B101C5F-7E02-4452-BAE6-2EE785325222}"/>
          </ac:cxnSpMkLst>
        </pc:cxnChg>
        <pc:cxnChg chg="add mod">
          <ac:chgData name="Minh Huynh" userId="01a137d4-0d81-46e0-aca6-c9185b391828" providerId="ADAL" clId="{812CCF7A-788B-4227-A920-48EDF3D1C151}" dt="2026-10-13T10:43:46.914" v="639"/>
          <ac:cxnSpMkLst>
            <pc:docMk/>
            <pc:sldMk cId="993633514" sldId="4814"/>
            <ac:cxnSpMk id="59" creationId="{67F841F8-0A66-4050-A714-ADE400DA9CB0}"/>
          </ac:cxnSpMkLst>
        </pc:cxnChg>
        <pc:cxnChg chg="add mod">
          <ac:chgData name="Minh Huynh" userId="01a137d4-0d81-46e0-aca6-c9185b391828" providerId="ADAL" clId="{812CCF7A-788B-4227-A920-48EDF3D1C151}" dt="2026-10-13T10:43:46.914" v="639"/>
          <ac:cxnSpMkLst>
            <pc:docMk/>
            <pc:sldMk cId="993633514" sldId="4814"/>
            <ac:cxnSpMk id="61" creationId="{6B0BC018-5E9A-475E-A2AA-5E076D3F714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63" creationId="{D92FC8C5-7759-4FDA-A681-B967509AE197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65" creationId="{32BBD9E3-203C-4F60-AACE-7D8A6B080CFF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67" creationId="{06C878E2-28E2-4497-A525-71017733E457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68" creationId="{6BF267D7-3B17-468E-AAC6-A1B416127C1F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69" creationId="{04018FBE-7D8A-4CD6-A608-B972B68309B6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2" creationId="{AB663A28-D36E-4EF5-859D-21C1111CBF1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3" creationId="{DA54FDDD-C0B9-4475-A6E6-AA5908426F8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4" creationId="{48C0A655-C62B-4BA9-92F3-EE8DB9FC4766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5" creationId="{61FF8C48-9DE1-4BA8-8A0D-3DA249A96056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6" creationId="{0EAD0717-ADBD-4EBC-8467-80F73DA82A49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7" creationId="{DDCE0C36-BDA5-48F8-85B5-8CB2494EA256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8" creationId="{5EA9CAC6-0BBF-469A-804C-23F21DD983B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9" creationId="{B5F9A1D7-1650-4E32-9471-4258B36F9C5C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1" creationId="{5F8B99A2-F135-4796-86C8-9B8C608A162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2" creationId="{B62EA46D-C11A-4052-9EFC-81D3C8614AD6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3" creationId="{8953B3DD-27A1-40C8-90AF-237C4127A2D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4" creationId="{AD8D913F-961F-4A64-8022-005229B789AF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5" creationId="{C06104FB-E8EA-4AF0-8425-927F1409B83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6" creationId="{A4A24293-7530-4AEC-B7BB-746751196C4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7" creationId="{CF20D57B-0053-4D5F-861A-A3F0E03EB02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8" creationId="{45F3E622-F3FC-4BA6-B8E8-2716C19C1CC1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90" creationId="{3E9DBE3D-A533-4926-9404-FCE68F2963E7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91" creationId="{1851177C-EDB7-4F46-8B2F-EA5624E5CAD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92" creationId="{86F41C2F-E1BD-464A-A788-1A9C07A6C80B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96" creationId="{5369791C-56D3-4E33-ABB0-5688EB71022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97" creationId="{4329289D-99F7-49B0-A719-CD40A7766A3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02" creationId="{CB7E45F2-9C83-492C-8B24-D06A56B7BC8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03" creationId="{FBA79E4C-9911-479C-9575-AC95C4F4A73E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06" creationId="{5E687F8F-E372-4513-BD43-CF491D1669FF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07" creationId="{453A4388-5DB6-4E65-87AD-D44967CD6B29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09" creationId="{548151D5-D4E8-418F-A4B8-D4B1FCC5791F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10" creationId="{63703471-0ADB-4CFC-88D1-31C5EA2BBC1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11" creationId="{757129B3-51AA-4D3D-B6DC-F751B05F2C82}"/>
          </ac:cxnSpMkLst>
        </pc:cxnChg>
      </pc:sldChg>
      <pc:sldChg chg="addSp delSp modSp add mod">
        <pc:chgData name="Minh Huynh" userId="01a137d4-0d81-46e0-aca6-c9185b391828" providerId="ADAL" clId="{812CCF7A-788B-4227-A920-48EDF3D1C151}" dt="2026-10-13T10:44:36.810" v="661" actId="1076"/>
        <pc:sldMkLst>
          <pc:docMk/>
          <pc:sldMk cId="2679720689" sldId="4815"/>
        </pc:sldMkLst>
        <pc:spChg chg="add mod">
          <ac:chgData name="Minh Huynh" userId="01a137d4-0d81-46e0-aca6-c9185b391828" providerId="ADAL" clId="{812CCF7A-788B-4227-A920-48EDF3D1C151}" dt="2026-10-13T10:44:26.917" v="659"/>
          <ac:spMkLst>
            <pc:docMk/>
            <pc:sldMk cId="2679720689" sldId="4815"/>
            <ac:spMk id="15" creationId="{F6BF7A49-13A6-4945-98B3-E015CEBF08D9}"/>
          </ac:spMkLst>
        </pc:spChg>
        <pc:spChg chg="add mod">
          <ac:chgData name="Minh Huynh" userId="01a137d4-0d81-46e0-aca6-c9185b391828" providerId="ADAL" clId="{812CCF7A-788B-4227-A920-48EDF3D1C151}" dt="2026-10-13T10:44:26.917" v="659"/>
          <ac:spMkLst>
            <pc:docMk/>
            <pc:sldMk cId="2679720689" sldId="4815"/>
            <ac:spMk id="17" creationId="{99D4F3BA-C9EA-4416-9A1B-D18626D1DD5C}"/>
          </ac:spMkLst>
        </pc:spChg>
        <pc:spChg chg="add mod">
          <ac:chgData name="Minh Huynh" userId="01a137d4-0d81-46e0-aca6-c9185b391828" providerId="ADAL" clId="{812CCF7A-788B-4227-A920-48EDF3D1C151}" dt="2026-10-13T10:44:26.917" v="659"/>
          <ac:spMkLst>
            <pc:docMk/>
            <pc:sldMk cId="2679720689" sldId="4815"/>
            <ac:spMk id="19" creationId="{2C1965DE-9DC8-44F6-B4A8-A13C9A414024}"/>
          </ac:spMkLst>
        </pc:spChg>
        <pc:spChg chg="add mod">
          <ac:chgData name="Minh Huynh" userId="01a137d4-0d81-46e0-aca6-c9185b391828" providerId="ADAL" clId="{812CCF7A-788B-4227-A920-48EDF3D1C151}" dt="2026-10-13T10:44:26.917" v="659"/>
          <ac:spMkLst>
            <pc:docMk/>
            <pc:sldMk cId="2679720689" sldId="4815"/>
            <ac:spMk id="24" creationId="{C32665ED-842B-4767-B2B2-C3506EF06135}"/>
          </ac:spMkLst>
        </pc:spChg>
        <pc:spChg chg="add mod">
          <ac:chgData name="Minh Huynh" userId="01a137d4-0d81-46e0-aca6-c9185b391828" providerId="ADAL" clId="{812CCF7A-788B-4227-A920-48EDF3D1C151}" dt="2026-10-13T10:44:26.917" v="659"/>
          <ac:spMkLst>
            <pc:docMk/>
            <pc:sldMk cId="2679720689" sldId="4815"/>
            <ac:spMk id="26" creationId="{FBF810C5-6068-4BC7-B6B5-3F2A2EBBFDD0}"/>
          </ac:spMkLst>
        </pc:spChg>
        <pc:spChg chg="add mod">
          <ac:chgData name="Minh Huynh" userId="01a137d4-0d81-46e0-aca6-c9185b391828" providerId="ADAL" clId="{812CCF7A-788B-4227-A920-48EDF3D1C151}" dt="2026-10-13T10:44:36.810" v="661" actId="1076"/>
          <ac:spMkLst>
            <pc:docMk/>
            <pc:sldMk cId="2679720689" sldId="4815"/>
            <ac:spMk id="27" creationId="{7C79C35B-BF61-4381-A630-A9D1E6EC86FE}"/>
          </ac:spMkLst>
        </pc:spChg>
        <pc:spChg chg="del">
          <ac:chgData name="Minh Huynh" userId="01a137d4-0d81-46e0-aca6-c9185b391828" providerId="ADAL" clId="{812CCF7A-788B-4227-A920-48EDF3D1C151}" dt="2026-10-13T10:44:26.601" v="658" actId="478"/>
          <ac:spMkLst>
            <pc:docMk/>
            <pc:sldMk cId="2679720689" sldId="4815"/>
            <ac:spMk id="54" creationId="{9AD6A4CC-856E-4DB5-8266-7BCAD8E89E62}"/>
          </ac:spMkLst>
        </pc:spChg>
        <pc:spChg chg="del">
          <ac:chgData name="Minh Huynh" userId="01a137d4-0d81-46e0-aca6-c9185b391828" providerId="ADAL" clId="{812CCF7A-788B-4227-A920-48EDF3D1C151}" dt="2026-10-13T10:44:26.601" v="658" actId="478"/>
          <ac:spMkLst>
            <pc:docMk/>
            <pc:sldMk cId="2679720689" sldId="4815"/>
            <ac:spMk id="56" creationId="{4906B376-A927-4C25-AB41-E9ED71AD5C83}"/>
          </ac:spMkLst>
        </pc:spChg>
        <pc:spChg chg="del">
          <ac:chgData name="Minh Huynh" userId="01a137d4-0d81-46e0-aca6-c9185b391828" providerId="ADAL" clId="{812CCF7A-788B-4227-A920-48EDF3D1C151}" dt="2026-10-13T10:44:26.601" v="658" actId="478"/>
          <ac:spMkLst>
            <pc:docMk/>
            <pc:sldMk cId="2679720689" sldId="4815"/>
            <ac:spMk id="58" creationId="{78D68C79-5E4F-4DD2-A830-BF04624B27F3}"/>
          </ac:spMkLst>
        </pc:spChg>
        <pc:spChg chg="del">
          <ac:chgData name="Minh Huynh" userId="01a137d4-0d81-46e0-aca6-c9185b391828" providerId="ADAL" clId="{812CCF7A-788B-4227-A920-48EDF3D1C151}" dt="2026-10-13T10:44:26.601" v="658" actId="478"/>
          <ac:spMkLst>
            <pc:docMk/>
            <pc:sldMk cId="2679720689" sldId="4815"/>
            <ac:spMk id="62" creationId="{30882BDD-5D9C-420E-90CE-68F22177EC86}"/>
          </ac:spMkLst>
        </pc:spChg>
        <pc:picChg chg="add mod">
          <ac:chgData name="Minh Huynh" userId="01a137d4-0d81-46e0-aca6-c9185b391828" providerId="ADAL" clId="{812CCF7A-788B-4227-A920-48EDF3D1C151}" dt="2026-10-13T10:44:26.917" v="659"/>
          <ac:picMkLst>
            <pc:docMk/>
            <pc:sldMk cId="2679720689" sldId="4815"/>
            <ac:picMk id="13" creationId="{DDE08999-53AA-4C81-BC33-DE9F2BF06874}"/>
          </ac:picMkLst>
        </pc:picChg>
        <pc:picChg chg="add mod">
          <ac:chgData name="Minh Huynh" userId="01a137d4-0d81-46e0-aca6-c9185b391828" providerId="ADAL" clId="{812CCF7A-788B-4227-A920-48EDF3D1C151}" dt="2026-10-13T10:44:26.917" v="659"/>
          <ac:picMkLst>
            <pc:docMk/>
            <pc:sldMk cId="2679720689" sldId="4815"/>
            <ac:picMk id="18" creationId="{B534828D-A267-404C-BB53-94089372D47A}"/>
          </ac:picMkLst>
        </pc:picChg>
        <pc:picChg chg="add mod">
          <ac:chgData name="Minh Huynh" userId="01a137d4-0d81-46e0-aca6-c9185b391828" providerId="ADAL" clId="{812CCF7A-788B-4227-A920-48EDF3D1C151}" dt="2026-10-13T10:44:26.917" v="659"/>
          <ac:picMkLst>
            <pc:docMk/>
            <pc:sldMk cId="2679720689" sldId="4815"/>
            <ac:picMk id="22" creationId="{D58767C7-AE6C-453C-A3C7-BD62C428C92D}"/>
          </ac:picMkLst>
        </pc:picChg>
        <pc:picChg chg="del">
          <ac:chgData name="Minh Huynh" userId="01a137d4-0d81-46e0-aca6-c9185b391828" providerId="ADAL" clId="{812CCF7A-788B-4227-A920-48EDF3D1C151}" dt="2026-10-13T10:44:26.601" v="658" actId="478"/>
          <ac:picMkLst>
            <pc:docMk/>
            <pc:sldMk cId="2679720689" sldId="4815"/>
            <ac:picMk id="52" creationId="{5B138590-4773-4DD0-8B3F-815EB1951147}"/>
          </ac:picMkLst>
        </pc:picChg>
        <pc:picChg chg="del">
          <ac:chgData name="Minh Huynh" userId="01a137d4-0d81-46e0-aca6-c9185b391828" providerId="ADAL" clId="{812CCF7A-788B-4227-A920-48EDF3D1C151}" dt="2026-10-13T10:44:26.601" v="658" actId="478"/>
          <ac:picMkLst>
            <pc:docMk/>
            <pc:sldMk cId="2679720689" sldId="4815"/>
            <ac:picMk id="57" creationId="{93A65CC8-929C-4548-BA1B-62732C13FE44}"/>
          </ac:picMkLst>
        </pc:pic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14" creationId="{E6316515-A7A0-41FA-A640-CD3029F39397}"/>
          </ac:cxnSpMkLst>
        </pc:cxn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16" creationId="{4E5DAEDE-51C2-4DA0-A180-B9D53C61AEF9}"/>
          </ac:cxnSpMkLst>
        </pc:cxn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20" creationId="{B2FC3A01-10F7-4246-85E7-AB38B9D941EB}"/>
          </ac:cxnSpMkLst>
        </pc:cxn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21" creationId="{8F0C1F0F-F4D2-4DA0-923B-339462FF4A11}"/>
          </ac:cxnSpMkLst>
        </pc:cxn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23" creationId="{562EE712-A3A5-48BB-A39B-B99DEC865C12}"/>
          </ac:cxnSpMkLst>
        </pc:cxn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25" creationId="{140A2C96-B242-4703-A471-F78024A29F70}"/>
          </ac:cxnSpMkLst>
        </pc:cxnChg>
        <pc:cxnChg chg="del">
          <ac:chgData name="Minh Huynh" userId="01a137d4-0d81-46e0-aca6-c9185b391828" providerId="ADAL" clId="{812CCF7A-788B-4227-A920-48EDF3D1C151}" dt="2026-10-13T10:44:26.601" v="658" actId="478"/>
          <ac:cxnSpMkLst>
            <pc:docMk/>
            <pc:sldMk cId="2679720689" sldId="4815"/>
            <ac:cxnSpMk id="53" creationId="{EA2BB7C7-C17E-4ABB-871E-DF09215398F2}"/>
          </ac:cxnSpMkLst>
        </pc:cxnChg>
        <pc:cxnChg chg="del">
          <ac:chgData name="Minh Huynh" userId="01a137d4-0d81-46e0-aca6-c9185b391828" providerId="ADAL" clId="{812CCF7A-788B-4227-A920-48EDF3D1C151}" dt="2026-10-13T10:44:26.601" v="658" actId="478"/>
          <ac:cxnSpMkLst>
            <pc:docMk/>
            <pc:sldMk cId="2679720689" sldId="4815"/>
            <ac:cxnSpMk id="55" creationId="{5B101C5F-7E02-4452-BAE6-2EE785325222}"/>
          </ac:cxnSpMkLst>
        </pc:cxnChg>
        <pc:cxnChg chg="del">
          <ac:chgData name="Minh Huynh" userId="01a137d4-0d81-46e0-aca6-c9185b391828" providerId="ADAL" clId="{812CCF7A-788B-4227-A920-48EDF3D1C151}" dt="2026-10-13T10:44:26.601" v="658" actId="478"/>
          <ac:cxnSpMkLst>
            <pc:docMk/>
            <pc:sldMk cId="2679720689" sldId="4815"/>
            <ac:cxnSpMk id="59" creationId="{67F841F8-0A66-4050-A714-ADE400DA9CB0}"/>
          </ac:cxnSpMkLst>
        </pc:cxnChg>
        <pc:cxnChg chg="del">
          <ac:chgData name="Minh Huynh" userId="01a137d4-0d81-46e0-aca6-c9185b391828" providerId="ADAL" clId="{812CCF7A-788B-4227-A920-48EDF3D1C151}" dt="2026-10-13T10:44:26.601" v="658" actId="478"/>
          <ac:cxnSpMkLst>
            <pc:docMk/>
            <pc:sldMk cId="2679720689" sldId="4815"/>
            <ac:cxnSpMk id="61" creationId="{6B0BC018-5E9A-475E-A2AA-5E076D3F7142}"/>
          </ac:cxnSpMkLst>
        </pc:cxnChg>
      </pc:sldChg>
      <pc:sldChg chg="add del">
        <pc:chgData name="Minh Huynh" userId="01a137d4-0d81-46e0-aca6-c9185b391828" providerId="ADAL" clId="{812CCF7A-788B-4227-A920-48EDF3D1C151}" dt="2026-10-13T10:44:00.776" v="654" actId="47"/>
        <pc:sldMkLst>
          <pc:docMk/>
          <pc:sldMk cId="3041242156" sldId="4815"/>
        </pc:sldMkLst>
      </pc:sldChg>
      <pc:sldChg chg="addSp delSp modSp add mod">
        <pc:chgData name="Minh Huynh" userId="01a137d4-0d81-46e0-aca6-c9185b391828" providerId="ADAL" clId="{812CCF7A-788B-4227-A920-48EDF3D1C151}" dt="2026-10-13T10:45:25.943" v="718" actId="20577"/>
        <pc:sldMkLst>
          <pc:docMk/>
          <pc:sldMk cId="1252230520" sldId="4833"/>
        </pc:sldMkLst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8" creationId="{AECC146F-6891-4A45-BA31-84D4531FFB96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9" creationId="{908856B6-13F2-4B2E-9F15-77955B140C00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0" creationId="{1D876F89-6A2F-42D3-95E3-BF513D30B8AF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1" creationId="{B796E53F-A568-43C6-9ECE-46CFB38ACD16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2" creationId="{2E4FE738-C4A6-4940-8722-4B8F241CFBFA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3" creationId="{1F3E3E16-9B27-4B60-B8A1-2E88719FC479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4" creationId="{01CAC6CD-210E-4E3F-ACEE-BECAB57EF142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5" creationId="{D8124945-CE8A-4391-9323-01DB11774BC3}"/>
          </ac:spMkLst>
        </pc:spChg>
        <pc:spChg chg="add mod">
          <ac:chgData name="Minh Huynh" userId="01a137d4-0d81-46e0-aca6-c9185b391828" providerId="ADAL" clId="{812CCF7A-788B-4227-A920-48EDF3D1C151}" dt="2026-10-13T10:45:25.943" v="718" actId="20577"/>
          <ac:spMkLst>
            <pc:docMk/>
            <pc:sldMk cId="1252230520" sldId="4833"/>
            <ac:spMk id="16" creationId="{42748EB6-4DF4-4051-B580-A6B85471EB12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46:20.690" v="758" actId="20577"/>
        <pc:sldMkLst>
          <pc:docMk/>
          <pc:sldMk cId="122048148" sldId="4834"/>
        </pc:sldMkLst>
        <pc:spChg chg="del">
          <ac:chgData name="Minh Huynh" userId="01a137d4-0d81-46e0-aca6-c9185b391828" providerId="ADAL" clId="{812CCF7A-788B-4227-A920-48EDF3D1C151}" dt="2026-10-13T10:45:45.563" v="740" actId="478"/>
          <ac:spMkLst>
            <pc:docMk/>
            <pc:sldMk cId="122048148" sldId="4834"/>
            <ac:spMk id="2" creationId="{6151E7B2-0A23-4B4B-A5C3-4DDE26F4F857}"/>
          </ac:spMkLst>
        </pc:spChg>
        <pc:spChg chg="add mod">
          <ac:chgData name="Minh Huynh" userId="01a137d4-0d81-46e0-aca6-c9185b391828" providerId="ADAL" clId="{812CCF7A-788B-4227-A920-48EDF3D1C151}" dt="2026-10-13T10:46:14.074" v="752" actId="14100"/>
          <ac:spMkLst>
            <pc:docMk/>
            <pc:sldMk cId="122048148" sldId="4834"/>
            <ac:spMk id="6" creationId="{403A7AD3-2BDE-4F31-BFA1-8AB3650F3468}"/>
          </ac:spMkLst>
        </pc:spChg>
        <pc:spChg chg="mod">
          <ac:chgData name="Minh Huynh" userId="01a137d4-0d81-46e0-aca6-c9185b391828" providerId="ADAL" clId="{812CCF7A-788B-4227-A920-48EDF3D1C151}" dt="2026-10-13T10:46:20.690" v="758" actId="20577"/>
          <ac:spMkLst>
            <pc:docMk/>
            <pc:sldMk cId="122048148" sldId="4834"/>
            <ac:spMk id="16" creationId="{42748EB6-4DF4-4051-B580-A6B85471EB12}"/>
          </ac:spMkLst>
        </pc:spChg>
        <pc:graphicFrameChg chg="add mod modGraphic">
          <ac:chgData name="Minh Huynh" userId="01a137d4-0d81-46e0-aca6-c9185b391828" providerId="ADAL" clId="{812CCF7A-788B-4227-A920-48EDF3D1C151}" dt="2026-10-13T10:46:17.241" v="753" actId="1076"/>
          <ac:graphicFrameMkLst>
            <pc:docMk/>
            <pc:sldMk cId="122048148" sldId="4834"/>
            <ac:graphicFrameMk id="5" creationId="{18CC9A46-FE68-4282-BA3E-9F63FBC2F891}"/>
          </ac:graphicFrameMkLst>
        </pc:graphicFrameChg>
        <pc:picChg chg="del">
          <ac:chgData name="Minh Huynh" userId="01a137d4-0d81-46e0-aca6-c9185b391828" providerId="ADAL" clId="{812CCF7A-788B-4227-A920-48EDF3D1C151}" dt="2026-10-13T10:45:45.563" v="740" actId="478"/>
          <ac:picMkLst>
            <pc:docMk/>
            <pc:sldMk cId="122048148" sldId="4834"/>
            <ac:picMk id="3" creationId="{ACD158A4-C352-4A3D-A91F-E403E22F05EC}"/>
          </ac:picMkLst>
        </pc:picChg>
      </pc:sldChg>
      <pc:sldChg chg="addSp delSp modSp add mod">
        <pc:chgData name="Minh Huynh" userId="01a137d4-0d81-46e0-aca6-c9185b391828" providerId="ADAL" clId="{812CCF7A-788B-4227-A920-48EDF3D1C151}" dt="2026-10-13T10:47:12.075" v="806" actId="1076"/>
        <pc:sldMkLst>
          <pc:docMk/>
          <pc:sldMk cId="3447723014" sldId="4835"/>
        </pc:sldMkLst>
        <pc:spChg chg="del">
          <ac:chgData name="Minh Huynh" userId="01a137d4-0d81-46e0-aca6-c9185b391828" providerId="ADAL" clId="{812CCF7A-788B-4227-A920-48EDF3D1C151}" dt="2026-10-13T10:46:45.494" v="760" actId="478"/>
          <ac:spMkLst>
            <pc:docMk/>
            <pc:sldMk cId="3447723014" sldId="4835"/>
            <ac:spMk id="6" creationId="{403A7AD3-2BDE-4F31-BFA1-8AB3650F3468}"/>
          </ac:spMkLst>
        </pc:spChg>
        <pc:spChg chg="add mod">
          <ac:chgData name="Minh Huynh" userId="01a137d4-0d81-46e0-aca6-c9185b391828" providerId="ADAL" clId="{812CCF7A-788B-4227-A920-48EDF3D1C151}" dt="2026-10-13T10:47:12.075" v="806" actId="1076"/>
          <ac:spMkLst>
            <pc:docMk/>
            <pc:sldMk cId="3447723014" sldId="4835"/>
            <ac:spMk id="7" creationId="{8992E338-EE64-4253-B613-963FE0DF4C56}"/>
          </ac:spMkLst>
        </pc:spChg>
        <pc:spChg chg="mod">
          <ac:chgData name="Minh Huynh" userId="01a137d4-0d81-46e0-aca6-c9185b391828" providerId="ADAL" clId="{812CCF7A-788B-4227-A920-48EDF3D1C151}" dt="2026-10-13T10:47:00.082" v="803" actId="20577"/>
          <ac:spMkLst>
            <pc:docMk/>
            <pc:sldMk cId="3447723014" sldId="4835"/>
            <ac:spMk id="16" creationId="{42748EB6-4DF4-4051-B580-A6B85471EB12}"/>
          </ac:spMkLst>
        </pc:spChg>
        <pc:graphicFrameChg chg="del">
          <ac:chgData name="Minh Huynh" userId="01a137d4-0d81-46e0-aca6-c9185b391828" providerId="ADAL" clId="{812CCF7A-788B-4227-A920-48EDF3D1C151}" dt="2026-10-13T10:46:45.494" v="760" actId="478"/>
          <ac:graphicFrameMkLst>
            <pc:docMk/>
            <pc:sldMk cId="3447723014" sldId="4835"/>
            <ac:graphicFrameMk id="5" creationId="{18CC9A46-FE68-4282-BA3E-9F63FBC2F891}"/>
          </ac:graphicFrameMkLst>
        </pc:graphicFrameChg>
      </pc:sldChg>
      <pc:sldChg chg="modSp add mod">
        <pc:chgData name="Minh Huynh" userId="01a137d4-0d81-46e0-aca6-c9185b391828" providerId="ADAL" clId="{812CCF7A-788B-4227-A920-48EDF3D1C151}" dt="2026-10-13T10:47:46.137" v="809" actId="2711"/>
        <pc:sldMkLst>
          <pc:docMk/>
          <pc:sldMk cId="895587130" sldId="4836"/>
        </pc:sldMkLst>
        <pc:spChg chg="mod">
          <ac:chgData name="Minh Huynh" userId="01a137d4-0d81-46e0-aca6-c9185b391828" providerId="ADAL" clId="{812CCF7A-788B-4227-A920-48EDF3D1C151}" dt="2026-10-13T10:47:46.137" v="809" actId="2711"/>
          <ac:spMkLst>
            <pc:docMk/>
            <pc:sldMk cId="895587130" sldId="4836"/>
            <ac:spMk id="7" creationId="{8992E338-EE64-4253-B613-963FE0DF4C56}"/>
          </ac:spMkLst>
        </pc:spChg>
      </pc:sldChg>
      <pc:sldChg chg="addSp delSp modSp add del mod">
        <pc:chgData name="Minh Huynh" userId="01a137d4-0d81-46e0-aca6-c9185b391828" providerId="ADAL" clId="{812CCF7A-788B-4227-A920-48EDF3D1C151}" dt="2026-10-13T10:47:58.765" v="814" actId="47"/>
        <pc:sldMkLst>
          <pc:docMk/>
          <pc:sldMk cId="1995580862" sldId="4837"/>
        </pc:sldMkLst>
        <pc:spChg chg="del">
          <ac:chgData name="Minh Huynh" userId="01a137d4-0d81-46e0-aca6-c9185b391828" providerId="ADAL" clId="{812CCF7A-788B-4227-A920-48EDF3D1C151}" dt="2026-10-13T10:47:53.854" v="811" actId="478"/>
          <ac:spMkLst>
            <pc:docMk/>
            <pc:sldMk cId="1995580862" sldId="4837"/>
            <ac:spMk id="7" creationId="{8992E338-EE64-4253-B613-963FE0DF4C56}"/>
          </ac:spMkLst>
        </pc:spChg>
        <pc:picChg chg="add del mod">
          <ac:chgData name="Minh Huynh" userId="01a137d4-0d81-46e0-aca6-c9185b391828" providerId="ADAL" clId="{812CCF7A-788B-4227-A920-48EDF3D1C151}" dt="2026-10-13T10:47:56.607" v="813" actId="478"/>
          <ac:picMkLst>
            <pc:docMk/>
            <pc:sldMk cId="1995580862" sldId="4837"/>
            <ac:picMk id="4" creationId="{402829D5-0383-481A-B070-2F7AE85595AE}"/>
          </ac:picMkLst>
        </pc:picChg>
      </pc:sldChg>
      <pc:sldChg chg="addSp delSp modSp add mod">
        <pc:chgData name="Minh Huynh" userId="01a137d4-0d81-46e0-aca6-c9185b391828" providerId="ADAL" clId="{812CCF7A-788B-4227-A920-48EDF3D1C151}" dt="2026-10-14T11:23:08.010" v="928" actId="20577"/>
        <pc:sldMkLst>
          <pc:docMk/>
          <pc:sldMk cId="3201508605" sldId="4837"/>
        </pc:sldMkLst>
        <pc:spChg chg="add del">
          <ac:chgData name="Minh Huynh" userId="01a137d4-0d81-46e0-aca6-c9185b391828" providerId="ADAL" clId="{812CCF7A-788B-4227-A920-48EDF3D1C151}" dt="2026-10-14T11:22:37.399" v="858"/>
          <ac:spMkLst>
            <pc:docMk/>
            <pc:sldMk cId="3201508605" sldId="4837"/>
            <ac:spMk id="2" creationId="{6E0BD2FD-A403-496E-9478-0B71A3245522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0" creationId="{4FF4E4CC-D590-4128-AD16-CBCD6513259F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1" creationId="{5148F668-4EFC-4EA6-8D86-39FF83409E48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2" creationId="{C6D995F5-5042-4841-A9EE-1ED0757DD2C1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3" creationId="{9B019923-5411-4EE6-A805-29235FB09310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4" creationId="{95EA4D1D-3EF2-4B33-96B0-86D597C635D1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5" creationId="{B8199F83-084D-4050-A30A-508DA290BD53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6" creationId="{1CDC1971-0928-4CA5-887B-104E4F76CB7A}"/>
          </ac:spMkLst>
        </pc:spChg>
        <pc:spChg chg="add mod">
          <ac:chgData name="Minh Huynh" userId="01a137d4-0d81-46e0-aca6-c9185b391828" providerId="ADAL" clId="{812CCF7A-788B-4227-A920-48EDF3D1C151}" dt="2026-10-14T11:22:51.638" v="864" actId="1076"/>
          <ac:spMkLst>
            <pc:docMk/>
            <pc:sldMk cId="3201508605" sldId="4837"/>
            <ac:spMk id="117" creationId="{8FD844A1-812F-45E4-8A7B-F6BAA1926229}"/>
          </ac:spMkLst>
        </pc:spChg>
        <pc:spChg chg="mod">
          <ac:chgData name="Minh Huynh" userId="01a137d4-0d81-46e0-aca6-c9185b391828" providerId="ADAL" clId="{812CCF7A-788B-4227-A920-48EDF3D1C151}" dt="2026-10-14T11:23:08.010" v="928" actId="20577"/>
          <ac:spMkLst>
            <pc:docMk/>
            <pc:sldMk cId="3201508605" sldId="4837"/>
            <ac:spMk id="129" creationId="{BAF0ED66-576B-47C3-8D44-7090A2F53881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212" creationId="{99909596-4106-4C2E-AEF5-D14E9DD946D3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213" creationId="{7949C2A5-CF7A-4FF1-B89B-94E67B22B181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214" creationId="{E093260A-75FA-4DBB-A69F-EEA3755183F5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315" creationId="{A67431D7-4F50-49F5-8046-611BC768D556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316" creationId="{DAAD297C-9B9B-4558-8CA3-1EEB12719B24}"/>
          </ac:spMkLst>
        </pc:spChg>
        <pc:picChg chg="add mod modCrop">
          <ac:chgData name="Minh Huynh" userId="01a137d4-0d81-46e0-aca6-c9185b391828" providerId="ADAL" clId="{812CCF7A-788B-4227-A920-48EDF3D1C151}" dt="2026-10-14T11:22:49.386" v="863" actId="1076"/>
          <ac:picMkLst>
            <pc:docMk/>
            <pc:sldMk cId="3201508605" sldId="4837"/>
            <ac:picMk id="3" creationId="{A707AD92-FF83-4BC7-A13C-2C1FCE7CB10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15" creationId="{7756684A-2B9F-4E46-9A05-C47D88A5FE9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16" creationId="{D9F6AB59-7B34-4BDC-8654-9B4A6120BF2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17" creationId="{950E685D-3E0D-47AA-A745-B7F5136F802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18" creationId="{88614ED3-41F3-4F8D-96B6-7888259FC9E6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19" creationId="{562F16BC-ABB1-4BE3-BC1F-EF3B26D5FACC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0" creationId="{EDDA631D-47C2-4A0A-9006-E5FFFBEDEAB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1" creationId="{708921B7-FF9A-4ACA-A242-09C20F0095C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2" creationId="{25EB6B56-E516-4001-A443-E38AC87C1AA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3" creationId="{F08C7BEF-98FD-42D8-B2DB-AE769FFCA4E9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4" creationId="{D6076394-95CF-4A44-9B6C-CB1640AFDE4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5" creationId="{6F46A4C1-AC8B-463C-AABA-49807C9BDAC1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6" creationId="{E5B67A25-2966-498F-BEC3-2C9938BC3C2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7" creationId="{992B6AD6-598B-41B8-9F47-6848C26712F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8" creationId="{21949EE7-4D4E-4320-BD42-502483E4D9D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9" creationId="{063A7C6E-D24D-4E9E-8313-72671E3E9E7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0" creationId="{E598B280-B405-484A-846A-4783AC264BE1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1" creationId="{3B797D35-CE18-466A-A924-46145B74C70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2" creationId="{D0F420A0-A972-45DD-B3FD-D022AAA0F971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3" creationId="{A86479E9-8FF5-4899-AABE-1B5E1DF08921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4" creationId="{9FB86DDF-2DA0-43F0-8C55-FAB877A45209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5" creationId="{82D12F7A-D1D5-428F-86A6-BA38DCD3CF8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6" creationId="{F28220F2-1931-4823-8259-050022374CC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7" creationId="{89B8C2DC-38AD-4E30-8E9A-1809A098996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8" creationId="{8BD542C0-7E60-4D41-8E6B-DAD2594083C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9" creationId="{17CCE358-3454-42AF-8D94-31172CFA958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0" creationId="{4348E4A0-0858-4748-9596-5D368E63710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1" creationId="{04F24B12-5F5F-49AD-A7FB-C26F2DDDFF8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2" creationId="{67EF5DE4-CE52-4631-B6E7-0DCCF5507EF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3" creationId="{A2A37CD8-E700-43F8-ABF1-27550777244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4" creationId="{BB0C3865-B325-4042-9E6C-8D4FB21801C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5" creationId="{539F971F-8B29-49F7-9864-0FF4CB104D4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6" creationId="{ADC4BF6D-F25E-42A8-8B31-54A52C8A1AB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7" creationId="{AF6A593E-CCC1-4115-AC34-7E6DC2677EA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8" creationId="{A22A96C1-B0FD-44CF-9F59-5742A96C1A2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9" creationId="{23A68A81-B479-46C7-8685-8499DF0345D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0" creationId="{440543E7-4FF9-41F0-B268-AF34989D90D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1" creationId="{84EA688A-1147-4BB9-A04D-A90873E1E3C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2" creationId="{02750E9F-31D7-4265-AAE8-8DD330DB7C9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3" creationId="{2A746F9E-DDA8-40EB-B7C3-0EABBDF6FBAC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4" creationId="{7D868936-5DC1-4AAD-8FD0-B790E9F4D92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5" creationId="{6F29CF1C-7414-4F1C-962F-F11B03891996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6" creationId="{226F02C4-FB51-4043-8FAD-A239ABE17DD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7" creationId="{4FCFBFDB-1E0F-4C26-A8C7-22E94B68E82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8" creationId="{911FAE54-961F-4AB4-B66E-65E644D725C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9" creationId="{E6E6B105-D33D-4EC1-8F65-CC148FA33C7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0" creationId="{8EEEA47D-A24D-4F6A-9384-F3A29D8E557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1" creationId="{37C35B66-F6A2-40E3-8A5B-325253801A5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2" creationId="{42D03FBF-6E91-448A-A2BF-3120622AB69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3" creationId="{846F5D5B-3905-4522-9D01-121C3EF9C6F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4" creationId="{5C261A35-0277-43C8-9DA5-F843B17DF90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5" creationId="{77D01A69-EBF3-40DE-9C72-CA40D7F90DD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6" creationId="{24318D4D-2C37-4F2B-B04D-19A7FA2041F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7" creationId="{B6E3ACD2-6DD6-49A6-913C-7D0D150139D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8" creationId="{A1F5DC40-FCFE-4431-A8DB-E1E5FBE733BF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9" creationId="{F4DF776D-F9E3-4AF5-9F0C-385ECE4E56A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0" creationId="{39BF851B-9AA8-40F5-8AE8-FD30771CBAE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1" creationId="{CDA40AE0-64EE-4A0F-AF11-DBA10E72A7A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2" creationId="{63EEB4DE-50A3-4CC5-A00B-6CDEB6DD22D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3" creationId="{1C146A5A-23D7-43E0-BE86-E463F644527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4" creationId="{8B6621C6-4A55-44C4-B9F3-97B826B637F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5" creationId="{924ABD49-80CF-492C-8869-E8280D775CE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6" creationId="{D0716682-7F0C-4DE2-BBDD-ABE08879B82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7" creationId="{97532036-F040-4C21-8E96-A91388473A4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8" creationId="{54FEF18B-89D9-4C3C-8450-8AD0100A118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9" creationId="{632C5957-769C-4A28-9D89-3D96916ED916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0" creationId="{A51858FF-5D4D-4C8E-A12A-50CAB60616F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1" creationId="{CA28ACCB-50D7-4B91-98BC-72E92C2215B1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2" creationId="{0933DA05-21F1-4406-9420-164F7DFC782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3" creationId="{8F1A34C0-D9BE-44F9-9B99-4856D419F9C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4" creationId="{9852588D-3421-4D35-B289-CCD3CFF87DF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5" creationId="{2CFA9501-0D65-4F6B-A44C-549D9D677A7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6" creationId="{988A9297-9BB3-412E-AD65-98DE82E3CB5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7" creationId="{77954C08-CF7A-4FEF-B433-C4D1D51559A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8" creationId="{8748D23D-E73F-4408-B519-F88C48942B0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9" creationId="{A152DE18-F19C-4588-9FC7-521B69EA9099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0" creationId="{E74F91D0-EBA2-4DD4-B24A-0DA0C0A069B6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1" creationId="{BC3EB3AA-3218-483B-8617-6C1BCC1D35B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2" creationId="{FB4BA5AA-FE38-42D3-B55A-77AD99E21F3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3" creationId="{41B90777-CFAF-4B23-8DC8-18A7173683F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4" creationId="{D2226242-CA2B-40AF-946E-A6EA9472BAA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5" creationId="{75B5F2E8-3FD8-4542-932D-0BD0838E3929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6" creationId="{66F160B8-1A28-4686-8714-4E68BCAA800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7" creationId="{AF0EAA7D-A4F3-4CDD-90AB-EC1EC3EE880F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8" creationId="{0451C325-EDCD-4951-B07E-28506C65ED9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9" creationId="{2D8739F2-1A25-4986-B20F-D0F072B73F2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0" creationId="{C21B01AE-2104-4FCE-B891-7CDBE9B4008C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1" creationId="{9F17E115-763B-4790-8810-BB1301770C0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2" creationId="{C3AFD79B-45C3-40CB-82AA-AFC3F867942C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3" creationId="{E4A329A9-2566-4469-ADD3-91E79D624B2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4" creationId="{F1499BEF-874D-4F38-B5D3-EE9F16958A3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5" creationId="{AE8CA8E4-850C-4032-92FE-B733CB97D5A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6" creationId="{D226CDA9-555A-4428-96D6-37E676D8D6E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7" creationId="{B90AC48F-48DB-4ED8-97B1-FDA5689894E6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8" creationId="{330D7DB0-08B0-440B-ADA3-25372A213A8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9" creationId="{23E8F6A9-A558-43A1-AFEA-C8F85581D98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10" creationId="{5BF0E09E-268C-4EE6-B8C2-5798B477517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11" creationId="{691FC23B-0946-4378-86A0-31E4296338C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12" creationId="{9D4547CC-BF39-453E-8942-6645A9D210E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13" creationId="{8F84F358-2DFD-4CB5-80CB-F12F1512DCEC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14" creationId="{899E0586-7AE4-4B79-84DD-61953101DBCD}"/>
          </ac:picMkLst>
        </pc:picChg>
      </pc:sldChg>
    </pc:docChg>
  </pc:docChgLst>
  <pc:docChgLst>
    <pc:chgData name="Minh Huynh" userId="01a137d4-0d81-46e0-aca6-c9185b391828" providerId="ADAL" clId="{18447838-0BCA-432B-86F3-BB78526C143F}"/>
    <pc:docChg chg="undo redo custSel addSld delSld modSld sldOrd">
      <pc:chgData name="Minh Huynh" userId="01a137d4-0d81-46e0-aca6-c9185b391828" providerId="ADAL" clId="{18447838-0BCA-432B-86F3-BB78526C143F}" dt="2026-10-13T03:01:57.617" v="2674" actId="20577"/>
      <pc:docMkLst>
        <pc:docMk/>
      </pc:docMkLst>
      <pc:sldChg chg="modSp mod">
        <pc:chgData name="Minh Huynh" userId="01a137d4-0d81-46e0-aca6-c9185b391828" providerId="ADAL" clId="{18447838-0BCA-432B-86F3-BB78526C143F}" dt="2026-10-12T12:12:56.377" v="25" actId="20577"/>
        <pc:sldMkLst>
          <pc:docMk/>
          <pc:sldMk cId="1972624584" sldId="257"/>
        </pc:sldMkLst>
        <pc:spChg chg="mod">
          <ac:chgData name="Minh Huynh" userId="01a137d4-0d81-46e0-aca6-c9185b391828" providerId="ADAL" clId="{18447838-0BCA-432B-86F3-BB78526C143F}" dt="2026-10-12T12:12:56.377" v="25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delSp modSp mod">
        <pc:chgData name="Minh Huynh" userId="01a137d4-0d81-46e0-aca6-c9185b391828" providerId="ADAL" clId="{18447838-0BCA-432B-86F3-BB78526C143F}" dt="2026-10-12T12:15:47.610" v="91" actId="20577"/>
        <pc:sldMkLst>
          <pc:docMk/>
          <pc:sldMk cId="1166963934" sldId="883"/>
        </pc:sldMkLst>
        <pc:spChg chg="mod">
          <ac:chgData name="Minh Huynh" userId="01a137d4-0d81-46e0-aca6-c9185b391828" providerId="ADAL" clId="{18447838-0BCA-432B-86F3-BB78526C143F}" dt="2026-10-12T12:13:44.292" v="52" actId="20577"/>
          <ac:spMkLst>
            <pc:docMk/>
            <pc:sldMk cId="1166963934" sldId="883"/>
            <ac:spMk id="4" creationId="{7BC73E8E-0D58-4B4B-A5C4-A8AE38997407}"/>
          </ac:spMkLst>
        </pc:spChg>
        <pc:spChg chg="mod">
          <ac:chgData name="Minh Huynh" userId="01a137d4-0d81-46e0-aca6-c9185b391828" providerId="ADAL" clId="{18447838-0BCA-432B-86F3-BB78526C143F}" dt="2026-10-12T12:15:47.610" v="91" actId="20577"/>
          <ac:spMkLst>
            <pc:docMk/>
            <pc:sldMk cId="1166963934" sldId="883"/>
            <ac:spMk id="5" creationId="{3BBBF4A9-1FF9-45CB-8257-FB748ECAEB1A}"/>
          </ac:spMkLst>
        </pc:spChg>
        <pc:picChg chg="del">
          <ac:chgData name="Minh Huynh" userId="01a137d4-0d81-46e0-aca6-c9185b391828" providerId="ADAL" clId="{18447838-0BCA-432B-86F3-BB78526C143F}" dt="2026-10-12T12:13:32.921" v="26" actId="478"/>
          <ac:picMkLst>
            <pc:docMk/>
            <pc:sldMk cId="1166963934" sldId="883"/>
            <ac:picMk id="17" creationId="{C4882EA2-8155-4468-9F9F-5DD08F47BB0D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886266999" sldId="884"/>
        </pc:sldMkLst>
      </pc:sldChg>
      <pc:sldChg chg="addSp modSp add mod">
        <pc:chgData name="Minh Huynh" userId="01a137d4-0d81-46e0-aca6-c9185b391828" providerId="ADAL" clId="{18447838-0BCA-432B-86F3-BB78526C143F}" dt="2026-10-12T12:19:25.893" v="209" actId="1076"/>
        <pc:sldMkLst>
          <pc:docMk/>
          <pc:sldMk cId="2309281588" sldId="884"/>
        </pc:sldMkLst>
        <pc:spChg chg="mod">
          <ac:chgData name="Minh Huynh" userId="01a137d4-0d81-46e0-aca6-c9185b391828" providerId="ADAL" clId="{18447838-0BCA-432B-86F3-BB78526C143F}" dt="2026-10-12T12:16:36.483" v="122" actId="20577"/>
          <ac:spMkLst>
            <pc:docMk/>
            <pc:sldMk cId="2309281588" sldId="884"/>
            <ac:spMk id="4" creationId="{7BC73E8E-0D58-4B4B-A5C4-A8AE38997407}"/>
          </ac:spMkLst>
        </pc:spChg>
        <pc:spChg chg="mod">
          <ac:chgData name="Minh Huynh" userId="01a137d4-0d81-46e0-aca6-c9185b391828" providerId="ADAL" clId="{18447838-0BCA-432B-86F3-BB78526C143F}" dt="2026-10-12T12:19:11.164" v="206" actId="313"/>
          <ac:spMkLst>
            <pc:docMk/>
            <pc:sldMk cId="2309281588" sldId="884"/>
            <ac:spMk id="5" creationId="{3BBBF4A9-1FF9-45CB-8257-FB748ECAEB1A}"/>
          </ac:spMkLst>
        </pc:spChg>
        <pc:picChg chg="add mod">
          <ac:chgData name="Minh Huynh" userId="01a137d4-0d81-46e0-aca6-c9185b391828" providerId="ADAL" clId="{18447838-0BCA-432B-86F3-BB78526C143F}" dt="2026-10-12T12:19:25.893" v="209" actId="1076"/>
          <ac:picMkLst>
            <pc:docMk/>
            <pc:sldMk cId="2309281588" sldId="884"/>
            <ac:picMk id="6" creationId="{A382D1C7-26E9-43BC-8400-1AD84F16D59D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730627283" sldId="885"/>
        </pc:sldMkLst>
      </pc:sldChg>
      <pc:sldChg chg="addSp delSp modSp add mod">
        <pc:chgData name="Minh Huynh" userId="01a137d4-0d81-46e0-aca6-c9185b391828" providerId="ADAL" clId="{18447838-0BCA-432B-86F3-BB78526C143F}" dt="2026-10-12T12:21:26.108" v="500" actId="5793"/>
        <pc:sldMkLst>
          <pc:docMk/>
          <pc:sldMk cId="2738950240" sldId="885"/>
        </pc:sldMkLst>
        <pc:spChg chg="del">
          <ac:chgData name="Minh Huynh" userId="01a137d4-0d81-46e0-aca6-c9185b391828" providerId="ADAL" clId="{18447838-0BCA-432B-86F3-BB78526C143F}" dt="2026-10-12T12:19:53.619" v="212" actId="478"/>
          <ac:spMkLst>
            <pc:docMk/>
            <pc:sldMk cId="2738950240" sldId="885"/>
            <ac:spMk id="5" creationId="{3BBBF4A9-1FF9-45CB-8257-FB748ECAEB1A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" creationId="{A67962BC-F52B-4512-BD54-D49B95A1B3C0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8" creationId="{6A3F74B8-F5C4-47E9-B418-6F97CC2CB912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9" creationId="{4B34126E-809A-41DA-8EB7-3DFADF0446A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0" creationId="{E48AF9D6-D45F-4795-969C-C4ADBA4B47BF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12" creationId="{DDCF9F35-802A-46D2-8C08-176099A7CBA0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13" creationId="{DE7FE73E-5630-45F7-BB99-A915B3556B3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4" creationId="{421E6674-F7CF-4046-8FBF-EF120C0FFEE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5" creationId="{E9585141-F4EB-4C15-8E4D-D717B624A067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6" creationId="{996F9ED6-A1A8-472C-B07B-4E2EA53EB1A0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7" creationId="{19C81F2C-03B6-467B-BB59-61285F0AF73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8" creationId="{8DA94EEE-1E2F-4C80-A31A-273A42C9402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9" creationId="{143F4B56-B9BA-436A-9DE1-E4DB661A1C4D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20" creationId="{7B0834B4-98F5-4D56-851D-F433D8432989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2" creationId="{0B30DE15-D661-426C-9D3C-E6D06564540E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3" creationId="{B080AE62-D4D8-4977-8972-E30D2A3C579A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5" creationId="{CA7DCE20-063C-4CF5-8748-79D28BCB0ECA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6" creationId="{71DB0CC4-DEA9-40C5-8EC0-0B93EF7F4292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8" creationId="{9F314D6B-AA69-4BED-BF4C-4B862A2F2A25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9" creationId="{F9D90D8B-0BA7-4A5D-B9BF-1115A6EF5A42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1" creationId="{F8476034-D5F6-4185-9459-F444541EF23B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2" creationId="{5D94C366-EA62-4448-B935-7FE3C7437FD7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4" creationId="{FE9337E5-1026-4EE2-8B37-0A71931BB186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5" creationId="{6D404012-D62F-4034-B3D0-818F3C31F861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7" creationId="{0FC85C24-ECCA-4946-8007-EDA8FF43B699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8" creationId="{A0CAF9AE-57C4-4C91-82BE-92FDC3948B95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40" creationId="{51CA3270-8F03-4C70-AB8C-8DD15FB48984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41" creationId="{F41BEE5F-8E54-438E-B4D3-28C90850C23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2" creationId="{B242F3DE-95B6-40BC-856D-34209F6F41E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3" creationId="{15B02777-4E6D-495F-946D-5C5CB5D4B55F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4" creationId="{0F20EE40-3AC7-42A0-A90D-0ADDC57C2037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5" creationId="{C918D1B5-F5B4-40C0-9396-EDF40DD3CACB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6" creationId="{71EA0A16-FC98-4B12-B68E-019281B65B2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7" creationId="{3587714D-2307-4E12-B0FA-ED8B002AFD76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8" creationId="{48ED4C52-748F-4FF8-BB75-5D7EFB90836A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9" creationId="{BDAED572-4913-4721-9EFC-1D017663DE1D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0" creationId="{6138217B-56EB-435F-AEC6-75D0ED8A32AF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1" creationId="{0253CE86-679E-46D6-98AA-32632A73FCA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2" creationId="{AFA18A70-4DF8-4816-ABC5-64670E6F1DE5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3" creationId="{FF5C1C2B-5300-4059-93AD-D6CA40AB49FC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4" creationId="{0CF689A3-C735-44C0-B575-79FAF2D9C7DF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5" creationId="{58DA22CD-9A5D-4543-BD5C-C20CC619E752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6" creationId="{1E023B0A-69A6-4BD1-9093-4AB9C8C844E6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7" creationId="{BCC7C8DE-36AA-4E38-ADD4-33ABEEB9840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8" creationId="{E2B35763-B21F-4E32-BAB0-1924A7E3E22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9" creationId="{F5BB3A27-C1D7-4D91-8711-CBECDC2AAAB4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0" creationId="{432556BA-79C5-4CA3-82A3-9D1662FFB47C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1" creationId="{0617273F-AA08-49F0-A2D6-A14FCC87A94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2" creationId="{85875A4D-AFA4-476A-8D81-F9CA4EFC1CD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3" creationId="{85E43DC6-C32C-45A7-B8F6-9292264965F0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4" creationId="{B08F03FF-0CCE-4BD7-A7A2-06AD2EB991D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5" creationId="{DD1C0551-ACE7-448B-B258-4BB3E87EF914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6" creationId="{1B851FF8-6234-496E-958E-BE95A3F06E9B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7" creationId="{DE1EC9FF-A4CD-4277-955E-E586340652F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8" creationId="{8D89AC36-0742-462D-BB9A-13541A228B69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9" creationId="{2205AC33-9FDD-4C20-9251-8EDE93B7E154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0" creationId="{F1E7DEA1-9F9C-43D3-821E-E4130A01C0E6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1" creationId="{3BCDA718-6115-41E1-82DB-47DF09B9F03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2" creationId="{AA3DA68F-6579-4209-9EDE-07E56659287D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3" creationId="{59C30626-DD0B-42BC-8B6D-81D18D1782A8}"/>
          </ac:spMkLst>
        </pc:spChg>
        <pc:spChg chg="add mod">
          <ac:chgData name="Minh Huynh" userId="01a137d4-0d81-46e0-aca6-c9185b391828" providerId="ADAL" clId="{18447838-0BCA-432B-86F3-BB78526C143F}" dt="2026-10-12T12:21:26.108" v="500" actId="5793"/>
          <ac:spMkLst>
            <pc:docMk/>
            <pc:sldMk cId="2738950240" sldId="885"/>
            <ac:spMk id="74" creationId="{0BC5EFDD-B5EE-4CD3-9813-3FC4733EEA9A}"/>
          </ac:spMkLst>
        </pc:s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11" creationId="{5B920099-B518-4D2E-82E0-343DE121F2BB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21" creationId="{E32746D7-EBE4-4027-A1F0-9FA7C95395C3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24" creationId="{AE50BED5-117F-4004-8FA4-DFF30C46E086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27" creationId="{759EA27F-95C7-4804-AFD4-5719CB73F124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0" creationId="{47402669-A510-48D5-B430-FB374E0176A9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3" creationId="{4289E4EA-4973-49E4-85D7-336AD5D53DE7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6" creationId="{EF2B91C8-07CB-4470-ACA1-DB1139D2851A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9" creationId="{C27BFCA6-6D08-4B06-AC70-0E9D35442B6C}"/>
          </ac:grpSpMkLst>
        </pc:grpChg>
        <pc:picChg chg="del">
          <ac:chgData name="Minh Huynh" userId="01a137d4-0d81-46e0-aca6-c9185b391828" providerId="ADAL" clId="{18447838-0BCA-432B-86F3-BB78526C143F}" dt="2026-10-12T12:19:52.205" v="211" actId="478"/>
          <ac:picMkLst>
            <pc:docMk/>
            <pc:sldMk cId="2738950240" sldId="885"/>
            <ac:picMk id="6" creationId="{A382D1C7-26E9-43BC-8400-1AD84F16D59D}"/>
          </ac:picMkLst>
        </pc:picChg>
      </pc:sldChg>
      <pc:sldChg chg="addSp modSp add mod">
        <pc:chgData name="Minh Huynh" userId="01a137d4-0d81-46e0-aca6-c9185b391828" providerId="ADAL" clId="{18447838-0BCA-432B-86F3-BB78526C143F}" dt="2026-10-12T12:23:13.268" v="656" actId="1076"/>
        <pc:sldMkLst>
          <pc:docMk/>
          <pc:sldMk cId="1430599913" sldId="886"/>
        </pc:sldMkLst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" creationId="{A67962BC-F52B-4512-BD54-D49B95A1B3C0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8" creationId="{6A3F74B8-F5C4-47E9-B418-6F97CC2CB912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9" creationId="{4B34126E-809A-41DA-8EB7-3DFADF0446A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0" creationId="{E48AF9D6-D45F-4795-969C-C4ADBA4B47B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4" creationId="{421E6674-F7CF-4046-8FBF-EF120C0FFEEE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5" creationId="{E9585141-F4EB-4C15-8E4D-D717B624A067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6" creationId="{996F9ED6-A1A8-472C-B07B-4E2EA53EB1A0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7" creationId="{19C81F2C-03B6-467B-BB59-61285F0AF73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8" creationId="{8DA94EEE-1E2F-4C80-A31A-273A42C9402E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9" creationId="{143F4B56-B9BA-436A-9DE1-E4DB661A1C4D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20" creationId="{7B0834B4-98F5-4D56-851D-F433D8432989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2" creationId="{B242F3DE-95B6-40BC-856D-34209F6F41E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3" creationId="{15B02777-4E6D-495F-946D-5C5CB5D4B55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4" creationId="{0F20EE40-3AC7-42A0-A90D-0ADDC57C2037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5" creationId="{C918D1B5-F5B4-40C0-9396-EDF40DD3CACB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6" creationId="{71EA0A16-FC98-4B12-B68E-019281B65B2E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7" creationId="{3587714D-2307-4E12-B0FA-ED8B002AFD76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8" creationId="{48ED4C52-748F-4FF8-BB75-5D7EFB90836A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9" creationId="{BDAED572-4913-4721-9EFC-1D017663DE1D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0" creationId="{6138217B-56EB-435F-AEC6-75D0ED8A32A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1" creationId="{0253CE86-679E-46D6-98AA-32632A73FCA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2" creationId="{AFA18A70-4DF8-4816-ABC5-64670E6F1DE5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3" creationId="{FF5C1C2B-5300-4059-93AD-D6CA40AB49FC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4" creationId="{0CF689A3-C735-44C0-B575-79FAF2D9C7D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5" creationId="{58DA22CD-9A5D-4543-BD5C-C20CC619E752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6" creationId="{1E023B0A-69A6-4BD1-9093-4AB9C8C844E6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7" creationId="{BCC7C8DE-36AA-4E38-ADD4-33ABEEB9840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8" creationId="{E2B35763-B21F-4E32-BAB0-1924A7E3E22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9" creationId="{F5BB3A27-C1D7-4D91-8711-CBECDC2AAAB4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0" creationId="{432556BA-79C5-4CA3-82A3-9D1662FFB47C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1" creationId="{0617273F-AA08-49F0-A2D6-A14FCC87A94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2" creationId="{85875A4D-AFA4-476A-8D81-F9CA4EFC1CD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3" creationId="{85E43DC6-C32C-45A7-B8F6-9292264965F0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4" creationId="{B08F03FF-0CCE-4BD7-A7A2-06AD2EB991D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5" creationId="{DD1C0551-ACE7-448B-B258-4BB3E87EF914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6" creationId="{1B851FF8-6234-496E-958E-BE95A3F06E9B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7" creationId="{DE1EC9FF-A4CD-4277-955E-E586340652F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8" creationId="{8D89AC36-0742-462D-BB9A-13541A228B69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9" creationId="{2205AC33-9FDD-4C20-9251-8EDE93B7E154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0" creationId="{F1E7DEA1-9F9C-43D3-821E-E4130A01C0E6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1" creationId="{3BCDA718-6115-41E1-82DB-47DF09B9F03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2" creationId="{AA3DA68F-6579-4209-9EDE-07E56659287D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3" creationId="{59C30626-DD0B-42BC-8B6D-81D18D1782A8}"/>
          </ac:spMkLst>
        </pc:spChg>
        <pc:spChg chg="mod">
          <ac:chgData name="Minh Huynh" userId="01a137d4-0d81-46e0-aca6-c9185b391828" providerId="ADAL" clId="{18447838-0BCA-432B-86F3-BB78526C143F}" dt="2026-10-12T12:22:49.907" v="651" actId="14100"/>
          <ac:spMkLst>
            <pc:docMk/>
            <pc:sldMk cId="1430599913" sldId="886"/>
            <ac:spMk id="74" creationId="{0BC5EFDD-B5EE-4CD3-9813-3FC4733EEA9A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5" creationId="{672AB75B-4AFD-405E-ABC0-379E0E1310B6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6" creationId="{09B25EF2-80F3-4679-B714-26A493513785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7" creationId="{8D42CE75-BD0F-4A37-BE35-DA9489BC95FD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8" creationId="{3DBABC7D-1F2F-45E3-909D-B6A40CF1382C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9" creationId="{6C2CAE76-0AC0-4571-8187-4A78B58BA77E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0" creationId="{CF159600-ADF5-459B-81FC-639AB5FC01DE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1" creationId="{CD8EA6C3-373C-4502-9391-A39D94EAF25B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2" creationId="{4507CDF4-66DE-4FC4-87E7-C98DE1645320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3" creationId="{6D8F56CB-C304-4A1D-87E4-2A14C29BB41F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4" creationId="{16EA3E32-B870-45BB-BAA0-DB1133902BD1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5" creationId="{EA07BA14-B4D8-4309-95F5-A25A2E4E8D58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6" creationId="{B6D5F04F-36FC-406B-A40C-D8B6908AB853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7" creationId="{5E543576-C4F0-4280-976F-59449BD2A084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8" creationId="{1FBAF0FD-5DA1-489C-BC60-614247CD290E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9" creationId="{D331AA63-1C26-4FFE-80BA-65BDD4F45A48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0" creationId="{9D3FCAAC-BC35-412E-B18F-6785ADA42E6F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1" creationId="{D708E1AC-DAFB-49EA-806C-BE508D025AC8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2" creationId="{F66434F9-21B9-41A1-9D18-13B86BA0F7EC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3" creationId="{DA404B3E-294C-4381-B703-D04F2FE96882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4" creationId="{4355127D-D13F-4E33-9801-50606D5E682C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5" creationId="{254333FB-3C01-4F9E-B192-F4E329FCF37D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6" creationId="{19C6D977-366F-4AB5-BDAE-E6DCAD77473D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7" creationId="{55D83396-B6C0-4EE7-8736-EE5C5CCBCEE4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8" creationId="{EFB24756-4245-4F90-B9AC-21EFBAE15DC4}"/>
          </ac:spMkLst>
        </pc:s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11" creationId="{5B920099-B518-4D2E-82E0-343DE121F2BB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21" creationId="{E32746D7-EBE4-4027-A1F0-9FA7C95395C3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24" creationId="{AE50BED5-117F-4004-8FA4-DFF30C46E086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27" creationId="{759EA27F-95C7-4804-AFD4-5719CB73F124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0" creationId="{47402669-A510-48D5-B430-FB374E0176A9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3" creationId="{4289E4EA-4973-49E4-85D7-336AD5D53DE7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6" creationId="{EF2B91C8-07CB-4470-ACA1-DB1139D2851A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9" creationId="{C27BFCA6-6D08-4B06-AC70-0E9D35442B6C}"/>
          </ac:grpSpMkLst>
        </pc:gr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785241365" sldId="886"/>
        </pc:sldMkLst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12211180" sldId="887"/>
        </pc:sldMkLst>
      </pc:sldChg>
      <pc:sldChg chg="addSp delSp modSp add mod">
        <pc:chgData name="Minh Huynh" userId="01a137d4-0d81-46e0-aca6-c9185b391828" providerId="ADAL" clId="{18447838-0BCA-432B-86F3-BB78526C143F}" dt="2026-10-12T12:23:52.156" v="665" actId="20577"/>
        <pc:sldMkLst>
          <pc:docMk/>
          <pc:sldMk cId="1340834930" sldId="887"/>
        </pc:sldMkLst>
        <pc:spChg chg="mod">
          <ac:chgData name="Minh Huynh" userId="01a137d4-0d81-46e0-aca6-c9185b391828" providerId="ADAL" clId="{18447838-0BCA-432B-86F3-BB78526C143F}" dt="2026-10-12T12:23:52.156" v="665" actId="20577"/>
          <ac:spMkLst>
            <pc:docMk/>
            <pc:sldMk cId="1340834930" sldId="887"/>
            <ac:spMk id="74" creationId="{0BC5EFDD-B5EE-4CD3-9813-3FC4733EEA9A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5" creationId="{672AB75B-4AFD-405E-ABC0-379E0E1310B6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6" creationId="{09B25EF2-80F3-4679-B714-26A493513785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7" creationId="{8D42CE75-BD0F-4A37-BE35-DA9489BC95FD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8" creationId="{3DBABC7D-1F2F-45E3-909D-B6A40CF1382C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9" creationId="{6C2CAE76-0AC0-4571-8187-4A78B58BA77E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0" creationId="{CF159600-ADF5-459B-81FC-639AB5FC01DE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1" creationId="{CD8EA6C3-373C-4502-9391-A39D94EAF25B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2" creationId="{4507CDF4-66DE-4FC4-87E7-C98DE1645320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3" creationId="{6D8F56CB-C304-4A1D-87E4-2A14C29BB41F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4" creationId="{16EA3E32-B870-45BB-BAA0-DB1133902BD1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5" creationId="{EA07BA14-B4D8-4309-95F5-A25A2E4E8D58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6" creationId="{B6D5F04F-36FC-406B-A40C-D8B6908AB853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7" creationId="{5E543576-C4F0-4280-976F-59449BD2A084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8" creationId="{1FBAF0FD-5DA1-489C-BC60-614247CD290E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9" creationId="{D331AA63-1C26-4FFE-80BA-65BDD4F45A48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0" creationId="{9D3FCAAC-BC35-412E-B18F-6785ADA42E6F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1" creationId="{D708E1AC-DAFB-49EA-806C-BE508D025AC8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2" creationId="{F66434F9-21B9-41A1-9D18-13B86BA0F7EC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3" creationId="{DA404B3E-294C-4381-B703-D04F2FE96882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4" creationId="{4355127D-D13F-4E33-9801-50606D5E682C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5" creationId="{254333FB-3C01-4F9E-B192-F4E329FCF37D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6" creationId="{19C6D977-366F-4AB5-BDAE-E6DCAD77473D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7" creationId="{55D83396-B6C0-4EE7-8736-EE5C5CCBCEE4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8" creationId="{EFB24756-4245-4F90-B9AC-21EFBAE15DC4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99" creationId="{38D66BE2-B032-423D-8E5A-7793D9F01BD1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0" creationId="{BC1669C5-5338-438F-94D0-72A4B06A72E0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1" creationId="{6B7C67E0-F05D-4A18-9C0C-DE6C1DE2847D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2" creationId="{5151ED00-2227-41D2-9CCD-CFE061218BB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3" creationId="{22DD0A0A-8BD5-4CF6-8EBF-4E6671DAF667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4" creationId="{83A25243-8CC0-4C41-87DE-F1A64776AC2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5" creationId="{4BF439F0-FCDA-4A44-A743-D8452236F463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6" creationId="{033DE228-631F-4EB2-BAEE-9908BFF59BC3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7" creationId="{F82204CA-57AB-4EFD-AFA5-E12A6532FD62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8" creationId="{6ACCC2CA-442D-4B1A-8D4F-239E1EAD97E9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9" creationId="{F26EB435-DC35-4099-8CCD-FA57AD0092B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0" creationId="{58E8E706-B3E6-40E1-A9A1-B604EEE73802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1" creationId="{DE4AD348-4D66-4810-B215-66E34914740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2" creationId="{E7438738-F08D-44D0-97D7-7888CDB9CDA2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3" creationId="{2C733F58-7675-4A72-A946-CC50CA827010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4" creationId="{032B2CFA-8C79-4B49-9512-F40B87F12606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5" creationId="{B7F732A4-4A95-4A3B-B360-E84E889F3B18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6" creationId="{C5EACBAE-D0C2-4166-B6BD-483BC6B772DD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7" creationId="{48CF51E7-1FFA-47E7-A1A3-DC622DF36871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8" creationId="{1F9947CB-B088-4D3A-B2AB-46309A4589E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9" creationId="{38661948-E5E5-400F-9F44-9DBAA999AA58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0" creationId="{6B5BF711-EF03-47CD-9440-418FB6297EEE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1" creationId="{EFB46D79-A8B8-484B-A970-A521A28B562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2" creationId="{83B65CCC-7C48-4666-A702-C2D9962B573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3" creationId="{72B7398F-4B1F-40E6-8453-26FBD6C76CCA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4" creationId="{6B77B450-E2C8-4EFC-BF91-CF8568A960D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5" creationId="{3B114BFC-B0CF-46D1-A39C-63028832C432}"/>
          </ac:spMkLst>
        </pc:s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205959495" sldId="888"/>
        </pc:sldMkLst>
      </pc:sldChg>
      <pc:sldChg chg="addSp delSp modSp add mod">
        <pc:chgData name="Minh Huynh" userId="01a137d4-0d81-46e0-aca6-c9185b391828" providerId="ADAL" clId="{18447838-0BCA-432B-86F3-BB78526C143F}" dt="2026-10-12T12:35:36.600" v="883" actId="20577"/>
        <pc:sldMkLst>
          <pc:docMk/>
          <pc:sldMk cId="4146570137" sldId="888"/>
        </pc:sldMkLst>
        <pc:spChg chg="mod">
          <ac:chgData name="Minh Huynh" userId="01a137d4-0d81-46e0-aca6-c9185b391828" providerId="ADAL" clId="{18447838-0BCA-432B-86F3-BB78526C143F}" dt="2026-10-12T12:31:53.923" v="701" actId="20577"/>
          <ac:spMkLst>
            <pc:docMk/>
            <pc:sldMk cId="4146570137" sldId="888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" creationId="{A67962BC-F52B-4512-BD54-D49B95A1B3C0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8" creationId="{6A3F74B8-F5C4-47E9-B418-6F97CC2CB912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9" creationId="{4B34126E-809A-41DA-8EB7-3DFADF0446A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0" creationId="{E48AF9D6-D45F-4795-969C-C4ADBA4B47B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4" creationId="{421E6674-F7CF-4046-8FBF-EF120C0FFEEE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5" creationId="{E9585141-F4EB-4C15-8E4D-D717B624A067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6" creationId="{996F9ED6-A1A8-472C-B07B-4E2EA53EB1A0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7" creationId="{19C81F2C-03B6-467B-BB59-61285F0AF73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8" creationId="{8DA94EEE-1E2F-4C80-A31A-273A42C9402E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9" creationId="{143F4B56-B9BA-436A-9DE1-E4DB661A1C4D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20" creationId="{7B0834B4-98F5-4D56-851D-F433D8432989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2" creationId="{B242F3DE-95B6-40BC-856D-34209F6F41E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3" creationId="{15B02777-4E6D-495F-946D-5C5CB5D4B55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4" creationId="{0F20EE40-3AC7-42A0-A90D-0ADDC57C2037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5" creationId="{C918D1B5-F5B4-40C0-9396-EDF40DD3CACB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6" creationId="{71EA0A16-FC98-4B12-B68E-019281B65B2E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7" creationId="{3587714D-2307-4E12-B0FA-ED8B002AFD76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8" creationId="{48ED4C52-748F-4FF8-BB75-5D7EFB90836A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9" creationId="{BDAED572-4913-4721-9EFC-1D017663DE1D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0" creationId="{6138217B-56EB-435F-AEC6-75D0ED8A32A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1" creationId="{0253CE86-679E-46D6-98AA-32632A73FCA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2" creationId="{AFA18A70-4DF8-4816-ABC5-64670E6F1DE5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3" creationId="{FF5C1C2B-5300-4059-93AD-D6CA40AB49FC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4" creationId="{0CF689A3-C735-44C0-B575-79FAF2D9C7D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5" creationId="{58DA22CD-9A5D-4543-BD5C-C20CC619E752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6" creationId="{1E023B0A-69A6-4BD1-9093-4AB9C8C844E6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7" creationId="{BCC7C8DE-36AA-4E38-ADD4-33ABEEB9840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8" creationId="{E2B35763-B21F-4E32-BAB0-1924A7E3E22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9" creationId="{F5BB3A27-C1D7-4D91-8711-CBECDC2AAAB4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0" creationId="{432556BA-79C5-4CA3-82A3-9D1662FFB47C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1" creationId="{0617273F-AA08-49F0-A2D6-A14FCC87A94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2" creationId="{85875A4D-AFA4-476A-8D81-F9CA4EFC1CD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3" creationId="{85E43DC6-C32C-45A7-B8F6-9292264965F0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4" creationId="{B08F03FF-0CCE-4BD7-A7A2-06AD2EB991D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5" creationId="{DD1C0551-ACE7-448B-B258-4BB3E87EF914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6" creationId="{1B851FF8-6234-496E-958E-BE95A3F06E9B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7" creationId="{DE1EC9FF-A4CD-4277-955E-E586340652F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8" creationId="{8D89AC36-0742-462D-BB9A-13541A228B69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9" creationId="{2205AC33-9FDD-4C20-9251-8EDE93B7E154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0" creationId="{F1E7DEA1-9F9C-43D3-821E-E4130A01C0E6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1" creationId="{3BCDA718-6115-41E1-82DB-47DF09B9F03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2" creationId="{AA3DA68F-6579-4209-9EDE-07E56659287D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3" creationId="{59C30626-DD0B-42BC-8B6D-81D18D1782A8}"/>
          </ac:spMkLst>
        </pc:spChg>
        <pc:spChg chg="mod">
          <ac:chgData name="Minh Huynh" userId="01a137d4-0d81-46e0-aca6-c9185b391828" providerId="ADAL" clId="{18447838-0BCA-432B-86F3-BB78526C143F}" dt="2026-10-12T12:35:36.600" v="883" actId="20577"/>
          <ac:spMkLst>
            <pc:docMk/>
            <pc:sldMk cId="4146570137" sldId="888"/>
            <ac:spMk id="74" creationId="{0BC5EFDD-B5EE-4CD3-9813-3FC4733EEA9A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99" creationId="{38D66BE2-B032-423D-8E5A-7793D9F01BD1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0" creationId="{BC1669C5-5338-438F-94D0-72A4B06A72E0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1" creationId="{6B7C67E0-F05D-4A18-9C0C-DE6C1DE2847D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2" creationId="{5151ED00-2227-41D2-9CCD-CFE061218BB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3" creationId="{22DD0A0A-8BD5-4CF6-8EBF-4E6671DAF667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4" creationId="{83A25243-8CC0-4C41-87DE-F1A64776AC2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5" creationId="{4BF439F0-FCDA-4A44-A743-D8452236F463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6" creationId="{033DE228-631F-4EB2-BAEE-9908BFF59BC3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7" creationId="{F82204CA-57AB-4EFD-AFA5-E12A6532FD62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8" creationId="{6ACCC2CA-442D-4B1A-8D4F-239E1EAD97E9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9" creationId="{F26EB435-DC35-4099-8CCD-FA57AD0092B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0" creationId="{58E8E706-B3E6-40E1-A9A1-B604EEE73802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1" creationId="{DE4AD348-4D66-4810-B215-66E34914740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2" creationId="{E7438738-F08D-44D0-97D7-7888CDB9CDA2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3" creationId="{2C733F58-7675-4A72-A946-CC50CA827010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4" creationId="{032B2CFA-8C79-4B49-9512-F40B87F12606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5" creationId="{B7F732A4-4A95-4A3B-B360-E84E889F3B18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6" creationId="{C5EACBAE-D0C2-4166-B6BD-483BC6B772DD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7" creationId="{48CF51E7-1FFA-47E7-A1A3-DC622DF36871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8" creationId="{1F9947CB-B088-4D3A-B2AB-46309A4589E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9" creationId="{38661948-E5E5-400F-9F44-9DBAA999AA58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0" creationId="{6B5BF711-EF03-47CD-9440-418FB6297EEE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1" creationId="{EFB46D79-A8B8-484B-A970-A521A28B562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2" creationId="{83B65CCC-7C48-4666-A702-C2D9962B573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3" creationId="{72B7398F-4B1F-40E6-8453-26FBD6C76CCA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4" creationId="{6B77B450-E2C8-4EFC-BF91-CF8568A960D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5" creationId="{3B114BFC-B0CF-46D1-A39C-63028832C432}"/>
          </ac:spMkLst>
        </pc:s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11" creationId="{5B920099-B518-4D2E-82E0-343DE121F2BB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21" creationId="{E32746D7-EBE4-4027-A1F0-9FA7C95395C3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24" creationId="{AE50BED5-117F-4004-8FA4-DFF30C46E086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27" creationId="{759EA27F-95C7-4804-AFD4-5719CB73F124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0" creationId="{47402669-A510-48D5-B430-FB374E0176A9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3" creationId="{4289E4EA-4973-49E4-85D7-336AD5D53DE7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6" creationId="{EF2B91C8-07CB-4470-ACA1-DB1139D2851A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9" creationId="{C27BFCA6-6D08-4B06-AC70-0E9D35442B6C}"/>
          </ac:grpSpMkLst>
        </pc:grpChg>
        <pc:graphicFrameChg chg="add mod">
          <ac:chgData name="Minh Huynh" userId="01a137d4-0d81-46e0-aca6-c9185b391828" providerId="ADAL" clId="{18447838-0BCA-432B-86F3-BB78526C143F}" dt="2026-10-12T12:33:27.876" v="759" actId="1076"/>
          <ac:graphicFrameMkLst>
            <pc:docMk/>
            <pc:sldMk cId="4146570137" sldId="888"/>
            <ac:graphicFrameMk id="98" creationId="{94312D7D-D010-4FF1-90CB-F360B04462A7}"/>
          </ac:graphicFrameMkLst>
        </pc:graphicFrameChg>
      </pc:sldChg>
      <pc:sldChg chg="addSp delSp modSp add mod ord">
        <pc:chgData name="Minh Huynh" userId="01a137d4-0d81-46e0-aca6-c9185b391828" providerId="ADAL" clId="{18447838-0BCA-432B-86F3-BB78526C143F}" dt="2026-10-12T12:36:53.140" v="888"/>
        <pc:sldMkLst>
          <pc:docMk/>
          <pc:sldMk cId="107197115" sldId="889"/>
        </pc:sldMkLst>
        <pc:spChg chg="add mod">
          <ac:chgData name="Minh Huynh" userId="01a137d4-0d81-46e0-aca6-c9185b391828" providerId="ADAL" clId="{18447838-0BCA-432B-86F3-BB78526C143F}" dt="2026-10-12T12:36:10.511" v="886"/>
          <ac:spMkLst>
            <pc:docMk/>
            <pc:sldMk cId="107197115" sldId="889"/>
            <ac:spMk id="6" creationId="{65910D22-2C89-42CE-A60C-7F0FD45C3083}"/>
          </ac:spMkLst>
        </pc:spChg>
        <pc:spChg chg="add mod">
          <ac:chgData name="Minh Huynh" userId="01a137d4-0d81-46e0-aca6-c9185b391828" providerId="ADAL" clId="{18447838-0BCA-432B-86F3-BB78526C143F}" dt="2026-10-12T12:36:10.511" v="886"/>
          <ac:spMkLst>
            <pc:docMk/>
            <pc:sldMk cId="107197115" sldId="889"/>
            <ac:spMk id="7" creationId="{CB8711DD-83AA-4BB4-B3B8-B1A7DDBA3A72}"/>
          </ac:spMkLst>
        </pc:spChg>
        <pc:spChg chg="add mod">
          <ac:chgData name="Minh Huynh" userId="01a137d4-0d81-46e0-aca6-c9185b391828" providerId="ADAL" clId="{18447838-0BCA-432B-86F3-BB78526C143F}" dt="2026-10-12T12:36:10.511" v="886"/>
          <ac:spMkLst>
            <pc:docMk/>
            <pc:sldMk cId="107197115" sldId="889"/>
            <ac:spMk id="8" creationId="{1B82BEA6-FA17-4F89-80E5-E50DB0735065}"/>
          </ac:spMkLst>
        </pc:spChg>
        <pc:spChg chg="del">
          <ac:chgData name="Minh Huynh" userId="01a137d4-0d81-46e0-aca6-c9185b391828" providerId="ADAL" clId="{18447838-0BCA-432B-86F3-BB78526C143F}" dt="2026-10-12T12:36:09.625" v="885" actId="478"/>
          <ac:spMkLst>
            <pc:docMk/>
            <pc:sldMk cId="107197115" sldId="889"/>
            <ac:spMk id="74" creationId="{0BC5EFDD-B5EE-4CD3-9813-3FC4733EEA9A}"/>
          </ac:spMkLst>
        </pc:sp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5" creationId="{BBB069A5-ACF0-4965-AF70-F611F20FF7B5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17" creationId="{A8C4CECC-68BC-4BA2-9812-948290ED46C0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18" creationId="{BFBA79DF-096B-4F11-8F70-8F0952B1FD41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19" creationId="{38C4B4A5-4607-4D1D-A1B6-CD323DB1F8D9}"/>
          </ac:graphicFrameMkLst>
        </pc:graphicFrameChg>
        <pc:graphicFrameChg chg="del">
          <ac:chgData name="Minh Huynh" userId="01a137d4-0d81-46e0-aca6-c9185b391828" providerId="ADAL" clId="{18447838-0BCA-432B-86F3-BB78526C143F}" dt="2026-10-12T12:36:09.625" v="885" actId="478"/>
          <ac:graphicFrameMkLst>
            <pc:docMk/>
            <pc:sldMk cId="107197115" sldId="889"/>
            <ac:graphicFrameMk id="98" creationId="{94312D7D-D010-4FF1-90CB-F360B04462A7}"/>
          </ac:graphicFrameMkLst>
        </pc:graphicFrame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9" creationId="{A0C71261-D018-4271-B222-C0B7AAD31E49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0" creationId="{F1B4816A-515F-4A92-B8B6-8DF3C0EAC05B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1" creationId="{A16240CF-C005-4CAC-B012-5699C81A0F11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2" creationId="{A5CCD889-2803-40B3-B16C-28678BDA22A9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3" creationId="{3DB4C369-B29D-40B0-9E43-222F7741336D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4" creationId="{0E7B4DF0-F8F6-4FEB-A991-56F7E9C2ED4A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5" creationId="{B22B7EF9-D848-46F3-9786-F9A097582C89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6" creationId="{66CFCE95-C625-4677-9484-51210E3BA921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169452200" sldId="889"/>
        </pc:sldMkLst>
      </pc:sldChg>
      <pc:sldChg chg="addSp delSp modSp add mod">
        <pc:chgData name="Minh Huynh" userId="01a137d4-0d81-46e0-aca6-c9185b391828" providerId="ADAL" clId="{18447838-0BCA-432B-86F3-BB78526C143F}" dt="2026-10-12T12:38:18.336" v="922" actId="20577"/>
        <pc:sldMkLst>
          <pc:docMk/>
          <pc:sldMk cId="509385675" sldId="890"/>
        </pc:sldMkLst>
        <pc:spChg chg="mod">
          <ac:chgData name="Minh Huynh" userId="01a137d4-0d81-46e0-aca6-c9185b391828" providerId="ADAL" clId="{18447838-0BCA-432B-86F3-BB78526C143F}" dt="2026-10-12T12:38:18.336" v="922" actId="20577"/>
          <ac:spMkLst>
            <pc:docMk/>
            <pc:sldMk cId="509385675" sldId="890"/>
            <ac:spMk id="4" creationId="{7BC73E8E-0D58-4B4B-A5C4-A8AE38997407}"/>
          </ac:spMkLst>
        </pc:spChg>
        <pc:spChg chg="add mod">
          <ac:chgData name="Minh Huynh" userId="01a137d4-0d81-46e0-aca6-c9185b391828" providerId="ADAL" clId="{18447838-0BCA-432B-86F3-BB78526C143F}" dt="2026-10-12T12:38:04.869" v="910" actId="1076"/>
          <ac:spMkLst>
            <pc:docMk/>
            <pc:sldMk cId="509385675" sldId="890"/>
            <ac:spMk id="6" creationId="{4FE199F4-FEF9-41A5-8FF7-FB19FE8C350F}"/>
          </ac:spMkLst>
        </pc:spChg>
        <pc:spChg chg="add mod">
          <ac:chgData name="Minh Huynh" userId="01a137d4-0d81-46e0-aca6-c9185b391828" providerId="ADAL" clId="{18447838-0BCA-432B-86F3-BB78526C143F}" dt="2026-10-12T12:38:04.869" v="910" actId="1076"/>
          <ac:spMkLst>
            <pc:docMk/>
            <pc:sldMk cId="509385675" sldId="890"/>
            <ac:spMk id="12" creationId="{24940E65-8988-4BE3-B66F-29CF6AB52464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3" creationId="{C55376DA-895F-4D75-82B6-942AF4819628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4" creationId="{2DF5F45A-1733-4716-86D1-926AC29832BF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5" creationId="{0874FF02-357C-44CE-A016-A9D5140A890D}"/>
          </ac:spMkLst>
        </pc:spChg>
        <pc:spChg chg="add mod">
          <ac:chgData name="Minh Huynh" userId="01a137d4-0d81-46e0-aca6-c9185b391828" providerId="ADAL" clId="{18447838-0BCA-432B-86F3-BB78526C143F}" dt="2026-10-12T12:38:04.869" v="910" actId="1076"/>
          <ac:spMkLst>
            <pc:docMk/>
            <pc:sldMk cId="509385675" sldId="890"/>
            <ac:spMk id="16" creationId="{30AAF2F9-545B-4883-9CFB-8B23AF75FA04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7" creationId="{F4250221-E392-45E7-9033-4ABED595E0C7}"/>
          </ac:spMkLst>
        </pc:spChg>
        <pc:spChg chg="mod">
          <ac:chgData name="Minh Huynh" userId="01a137d4-0d81-46e0-aca6-c9185b391828" providerId="ADAL" clId="{18447838-0BCA-432B-86F3-BB78526C143F}" dt="2026-10-12T12:37:49.140" v="908" actId="14100"/>
          <ac:spMkLst>
            <pc:docMk/>
            <pc:sldMk cId="509385675" sldId="890"/>
            <ac:spMk id="74" creationId="{0BC5EFDD-B5EE-4CD3-9813-3FC4733EEA9A}"/>
          </ac:spMkLst>
        </pc:spChg>
        <pc:graphicFrameChg chg="add mod">
          <ac:chgData name="Minh Huynh" userId="01a137d4-0d81-46e0-aca6-c9185b391828" providerId="ADAL" clId="{18447838-0BCA-432B-86F3-BB78526C143F}" dt="2026-10-12T12:38:04.869" v="910" actId="1076"/>
          <ac:graphicFrameMkLst>
            <pc:docMk/>
            <pc:sldMk cId="509385675" sldId="890"/>
            <ac:graphicFrameMk id="5" creationId="{21E8F286-D775-45F8-87C2-C450E9168DE0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8:04.869" v="910" actId="1076"/>
          <ac:graphicFrameMkLst>
            <pc:docMk/>
            <pc:sldMk cId="509385675" sldId="890"/>
            <ac:graphicFrameMk id="10" creationId="{21B46A32-F377-46E7-AF7A-68DFB804A5F7}"/>
          </ac:graphicFrameMkLst>
        </pc:graphicFrameChg>
        <pc:graphicFrameChg chg="del">
          <ac:chgData name="Minh Huynh" userId="01a137d4-0d81-46e0-aca6-c9185b391828" providerId="ADAL" clId="{18447838-0BCA-432B-86F3-BB78526C143F}" dt="2026-10-12T12:37:43.578" v="904" actId="478"/>
          <ac:graphicFrameMkLst>
            <pc:docMk/>
            <pc:sldMk cId="509385675" sldId="890"/>
            <ac:graphicFrameMk id="98" creationId="{94312D7D-D010-4FF1-90CB-F360B04462A7}"/>
          </ac:graphicFrameMkLst>
        </pc:graphicFrame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7" creationId="{9A0EEA19-5289-4CF8-BB6D-C8E625F4CE3D}"/>
          </ac:cxnSpMkLst>
        </pc:cxn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8" creationId="{8721EE67-58D9-4F23-A987-8F7D229BCB44}"/>
          </ac:cxnSpMkLst>
        </pc:cxn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9" creationId="{FE8ED89C-F192-46D6-AEC6-B2B93EEB5AF3}"/>
          </ac:cxnSpMkLst>
        </pc:cxn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11" creationId="{52DD6591-91AD-40B7-A5DD-6891326C0B51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838108833" sldId="890"/>
        </pc:sldMkLst>
      </pc:sldChg>
      <pc:sldChg chg="addSp delSp modSp add mod">
        <pc:chgData name="Minh Huynh" userId="01a137d4-0d81-46e0-aca6-c9185b391828" providerId="ADAL" clId="{18447838-0BCA-432B-86F3-BB78526C143F}" dt="2026-10-12T12:38:53.129" v="927"/>
        <pc:sldMkLst>
          <pc:docMk/>
          <pc:sldMk cId="2820829822" sldId="891"/>
        </pc:sldMkLst>
        <pc:spChg chg="mod">
          <ac:chgData name="Minh Huynh" userId="01a137d4-0d81-46e0-aca6-c9185b391828" providerId="ADAL" clId="{18447838-0BCA-432B-86F3-BB78526C143F}" dt="2026-10-12T12:38:38.419" v="924" actId="20577"/>
          <ac:spMkLst>
            <pc:docMk/>
            <pc:sldMk cId="2820829822" sldId="891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6" creationId="{4FE199F4-FEF9-41A5-8FF7-FB19FE8C350F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2" creationId="{24940E65-8988-4BE3-B66F-29CF6AB52464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3" creationId="{C55376DA-895F-4D75-82B6-942AF4819628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4" creationId="{2DF5F45A-1733-4716-86D1-926AC29832BF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5" creationId="{0874FF02-357C-44CE-A016-A9D5140A890D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6" creationId="{30AAF2F9-545B-4883-9CFB-8B23AF75FA04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7" creationId="{F4250221-E392-45E7-9033-4ABED595E0C7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18" creationId="{37143EC3-E3CA-48B9-8E70-B9C60D42C6D3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19" creationId="{524D26F9-6C2E-4914-B33B-156D312B2254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0" creationId="{08DB1C2A-523E-44E3-9AE2-02121205B0EF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1" creationId="{B3C609DB-AB47-46A7-9295-A3ACBF68E30C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3" creationId="{8196935A-B3A9-472F-BF25-84B5FA099488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4" creationId="{4A2E3109-432D-4450-BAC6-B1F95ACD96D1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5" creationId="{83C790E0-ABE0-45AF-80A0-47EB3DBC0E45}"/>
          </ac:spMkLst>
        </pc:spChg>
        <pc:spChg chg="add mod">
          <ac:chgData name="Minh Huynh" userId="01a137d4-0d81-46e0-aca6-c9185b391828" providerId="ADAL" clId="{18447838-0BCA-432B-86F3-BB78526C143F}" dt="2026-10-12T12:38:53.129" v="927"/>
          <ac:spMkLst>
            <pc:docMk/>
            <pc:sldMk cId="2820829822" sldId="891"/>
            <ac:spMk id="26" creationId="{34F6B2CB-89E4-4462-B61F-972B9455F095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74" creationId="{0BC5EFDD-B5EE-4CD3-9813-3FC4733EEA9A}"/>
          </ac:spMkLst>
        </pc:spChg>
        <pc:graphicFrameChg chg="del">
          <ac:chgData name="Minh Huynh" userId="01a137d4-0d81-46e0-aca6-c9185b391828" providerId="ADAL" clId="{18447838-0BCA-432B-86F3-BB78526C143F}" dt="2026-10-12T12:38:41.575" v="925" actId="478"/>
          <ac:graphicFrameMkLst>
            <pc:docMk/>
            <pc:sldMk cId="2820829822" sldId="891"/>
            <ac:graphicFrameMk id="5" creationId="{21E8F286-D775-45F8-87C2-C450E9168DE0}"/>
          </ac:graphicFrameMkLst>
        </pc:graphicFrameChg>
        <pc:graphicFrameChg chg="del">
          <ac:chgData name="Minh Huynh" userId="01a137d4-0d81-46e0-aca6-c9185b391828" providerId="ADAL" clId="{18447838-0BCA-432B-86F3-BB78526C143F}" dt="2026-10-12T12:38:41.575" v="925" actId="478"/>
          <ac:graphicFrameMkLst>
            <pc:docMk/>
            <pc:sldMk cId="2820829822" sldId="891"/>
            <ac:graphicFrameMk id="10" creationId="{21B46A32-F377-46E7-AF7A-68DFB804A5F7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8:45.380" v="926"/>
          <ac:graphicFrameMkLst>
            <pc:docMk/>
            <pc:sldMk cId="2820829822" sldId="891"/>
            <ac:graphicFrameMk id="22" creationId="{704FF119-E5E1-41C9-8945-EAB2EF342FA6}"/>
          </ac:graphicFrameMkLst>
        </pc:graphicFrame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7" creationId="{9A0EEA19-5289-4CF8-BB6D-C8E625F4CE3D}"/>
          </ac:cxnSpMkLst>
        </pc:cxn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8" creationId="{8721EE67-58D9-4F23-A987-8F7D229BCB44}"/>
          </ac:cxnSpMkLst>
        </pc:cxn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9" creationId="{FE8ED89C-F192-46D6-AEC6-B2B93EEB5AF3}"/>
          </ac:cxnSpMkLst>
        </pc:cxn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11" creationId="{52DD6591-91AD-40B7-A5DD-6891326C0B51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903342402" sldId="891"/>
        </pc:sldMkLst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677554656" sldId="892"/>
        </pc:sldMkLst>
      </pc:sldChg>
      <pc:sldChg chg="addSp delSp modSp add mod ord">
        <pc:chgData name="Minh Huynh" userId="01a137d4-0d81-46e0-aca6-c9185b391828" providerId="ADAL" clId="{18447838-0BCA-432B-86F3-BB78526C143F}" dt="2026-10-12T12:42:16.867" v="968"/>
        <pc:sldMkLst>
          <pc:docMk/>
          <pc:sldMk cId="2385764416" sldId="892"/>
        </pc:sldMkLst>
        <pc:spChg chg="add del">
          <ac:chgData name="Minh Huynh" userId="01a137d4-0d81-46e0-aca6-c9185b391828" providerId="ADAL" clId="{18447838-0BCA-432B-86F3-BB78526C143F}" dt="2026-10-12T12:41:41.272" v="960"/>
          <ac:spMkLst>
            <pc:docMk/>
            <pc:sldMk cId="2385764416" sldId="892"/>
            <ac:spMk id="2" creationId="{FCAD9138-98D3-464B-AF3B-5808DA3BD6BE}"/>
          </ac:spMkLst>
        </pc:spChg>
        <pc:spChg chg="mod">
          <ac:chgData name="Minh Huynh" userId="01a137d4-0d81-46e0-aca6-c9185b391828" providerId="ADAL" clId="{18447838-0BCA-432B-86F3-BB78526C143F}" dt="2026-10-12T12:40:54.066" v="958" actId="20577"/>
          <ac:spMkLst>
            <pc:docMk/>
            <pc:sldMk cId="2385764416" sldId="892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18" creationId="{37143EC3-E3CA-48B9-8E70-B9C60D42C6D3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19" creationId="{524D26F9-6C2E-4914-B33B-156D312B2254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0" creationId="{08DB1C2A-523E-44E3-9AE2-02121205B0EF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1" creationId="{B3C609DB-AB47-46A7-9295-A3ACBF68E30C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3" creationId="{8196935A-B3A9-472F-BF25-84B5FA099488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4" creationId="{4A2E3109-432D-4450-BAC6-B1F95ACD96D1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5" creationId="{83C790E0-ABE0-45AF-80A0-47EB3DBC0E45}"/>
          </ac:spMkLst>
        </pc:spChg>
        <pc:spChg chg="del">
          <ac:chgData name="Minh Huynh" userId="01a137d4-0d81-46e0-aca6-c9185b391828" providerId="ADAL" clId="{18447838-0BCA-432B-86F3-BB78526C143F}" dt="2026-10-12T12:40:46.896" v="930" actId="478"/>
          <ac:spMkLst>
            <pc:docMk/>
            <pc:sldMk cId="2385764416" sldId="892"/>
            <ac:spMk id="26" creationId="{34F6B2CB-89E4-4462-B61F-972B9455F095}"/>
          </ac:spMkLst>
        </pc:spChg>
        <pc:graphicFrameChg chg="del">
          <ac:chgData name="Minh Huynh" userId="01a137d4-0d81-46e0-aca6-c9185b391828" providerId="ADAL" clId="{18447838-0BCA-432B-86F3-BB78526C143F}" dt="2026-10-12T12:40:45.201" v="929" actId="478"/>
          <ac:graphicFrameMkLst>
            <pc:docMk/>
            <pc:sldMk cId="2385764416" sldId="892"/>
            <ac:graphicFrameMk id="22" creationId="{704FF119-E5E1-41C9-8945-EAB2EF342FA6}"/>
          </ac:graphicFrameMkLst>
        </pc:graphicFrameChg>
        <pc:picChg chg="add mod modCrop">
          <ac:chgData name="Minh Huynh" userId="01a137d4-0d81-46e0-aca6-c9185b391828" providerId="ADAL" clId="{18447838-0BCA-432B-86F3-BB78526C143F}" dt="2026-10-12T12:41:59.240" v="966" actId="1076"/>
          <ac:picMkLst>
            <pc:docMk/>
            <pc:sldMk cId="2385764416" sldId="892"/>
            <ac:picMk id="3" creationId="{A90B0070-CDED-4240-AB13-C12FE1745A92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493156929" sldId="893"/>
        </pc:sldMkLst>
      </pc:sldChg>
      <pc:sldChg chg="addSp delSp modSp add mod">
        <pc:chgData name="Minh Huynh" userId="01a137d4-0d81-46e0-aca6-c9185b391828" providerId="ADAL" clId="{18447838-0BCA-432B-86F3-BB78526C143F}" dt="2026-10-12T12:50:47.901" v="1528" actId="20577"/>
        <pc:sldMkLst>
          <pc:docMk/>
          <pc:sldMk cId="2806179161" sldId="893"/>
        </pc:sldMkLst>
        <pc:spChg chg="mod">
          <ac:chgData name="Minh Huynh" userId="01a137d4-0d81-46e0-aca6-c9185b391828" providerId="ADAL" clId="{18447838-0BCA-432B-86F3-BB78526C143F}" dt="2026-10-12T12:43:53.925" v="983" actId="20577"/>
          <ac:spMkLst>
            <pc:docMk/>
            <pc:sldMk cId="2806179161" sldId="893"/>
            <ac:spMk id="4" creationId="{7BC73E8E-0D58-4B4B-A5C4-A8AE38997407}"/>
          </ac:spMkLst>
        </pc:spChg>
        <pc:spChg chg="add mod">
          <ac:chgData name="Minh Huynh" userId="01a137d4-0d81-46e0-aca6-c9185b391828" providerId="ADAL" clId="{18447838-0BCA-432B-86F3-BB78526C143F}" dt="2026-10-12T12:50:47.901" v="1528" actId="20577"/>
          <ac:spMkLst>
            <pc:docMk/>
            <pc:sldMk cId="2806179161" sldId="893"/>
            <ac:spMk id="12" creationId="{ECB3EA2A-81FD-4EE6-A217-891C30E7B5C7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18" creationId="{37143EC3-E3CA-48B9-8E70-B9C60D42C6D3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19" creationId="{524D26F9-6C2E-4914-B33B-156D312B2254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0" creationId="{08DB1C2A-523E-44E3-9AE2-02121205B0EF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1" creationId="{B3C609DB-AB47-46A7-9295-A3ACBF68E30C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3" creationId="{8196935A-B3A9-472F-BF25-84B5FA099488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4" creationId="{4A2E3109-432D-4450-BAC6-B1F95ACD96D1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5" creationId="{83C790E0-ABE0-45AF-80A0-47EB3DBC0E45}"/>
          </ac:spMkLst>
        </pc:spChg>
        <pc:spChg chg="del">
          <ac:chgData name="Minh Huynh" userId="01a137d4-0d81-46e0-aca6-c9185b391828" providerId="ADAL" clId="{18447838-0BCA-432B-86F3-BB78526C143F}" dt="2026-10-12T12:44:40.350" v="985" actId="478"/>
          <ac:spMkLst>
            <pc:docMk/>
            <pc:sldMk cId="2806179161" sldId="893"/>
            <ac:spMk id="26" creationId="{34F6B2CB-89E4-4462-B61F-972B9455F095}"/>
          </ac:spMkLst>
        </pc:spChg>
        <pc:graphicFrameChg chg="del">
          <ac:chgData name="Minh Huynh" userId="01a137d4-0d81-46e0-aca6-c9185b391828" providerId="ADAL" clId="{18447838-0BCA-432B-86F3-BB78526C143F}" dt="2026-10-12T12:44:36.068" v="984" actId="478"/>
          <ac:graphicFrameMkLst>
            <pc:docMk/>
            <pc:sldMk cId="2806179161" sldId="893"/>
            <ac:graphicFrameMk id="22" creationId="{704FF119-E5E1-41C9-8945-EAB2EF342FA6}"/>
          </ac:graphicFrameMkLst>
        </pc:graphicFrame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721376537" sldId="894"/>
        </pc:sldMkLst>
      </pc:sldChg>
      <pc:sldChg chg="addSp delSp modSp add mod">
        <pc:chgData name="Minh Huynh" userId="01a137d4-0d81-46e0-aca6-c9185b391828" providerId="ADAL" clId="{18447838-0BCA-432B-86F3-BB78526C143F}" dt="2026-10-12T21:46:13.046" v="2044" actId="20577"/>
        <pc:sldMkLst>
          <pc:docMk/>
          <pc:sldMk cId="3075116588" sldId="894"/>
        </pc:sldMkLst>
        <pc:spChg chg="mod">
          <ac:chgData name="Minh Huynh" userId="01a137d4-0d81-46e0-aca6-c9185b391828" providerId="ADAL" clId="{18447838-0BCA-432B-86F3-BB78526C143F}" dt="2026-10-12T21:46:13.046" v="2044" actId="20577"/>
          <ac:spMkLst>
            <pc:docMk/>
            <pc:sldMk cId="3075116588" sldId="894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12:58:30.340" v="1785" actId="478"/>
          <ac:spMkLst>
            <pc:docMk/>
            <pc:sldMk cId="3075116588" sldId="894"/>
            <ac:spMk id="5" creationId="{CA39E1BF-B9E5-4535-B6B1-A3418157F6E5}"/>
          </ac:spMkLst>
        </pc:spChg>
        <pc:spChg chg="add mod">
          <ac:chgData name="Minh Huynh" userId="01a137d4-0d81-46e0-aca6-c9185b391828" providerId="ADAL" clId="{18447838-0BCA-432B-86F3-BB78526C143F}" dt="2026-10-12T12:58:33.591" v="1787" actId="1076"/>
          <ac:spMkLst>
            <pc:docMk/>
            <pc:sldMk cId="3075116588" sldId="894"/>
            <ac:spMk id="6" creationId="{BC182EF8-C365-4769-8301-8E7B887D6C35}"/>
          </ac:spMkLst>
        </pc:spChg>
        <pc:spChg chg="add mod">
          <ac:chgData name="Minh Huynh" userId="01a137d4-0d81-46e0-aca6-c9185b391828" providerId="ADAL" clId="{18447838-0BCA-432B-86F3-BB78526C143F}" dt="2026-10-12T12:58:35.814" v="1788" actId="1076"/>
          <ac:spMkLst>
            <pc:docMk/>
            <pc:sldMk cId="3075116588" sldId="894"/>
            <ac:spMk id="8" creationId="{AA411B9E-8412-4BA6-83F0-FF752D800EDD}"/>
          </ac:spMkLst>
        </pc:spChg>
        <pc:spChg chg="add mod">
          <ac:chgData name="Minh Huynh" userId="01a137d4-0d81-46e0-aca6-c9185b391828" providerId="ADAL" clId="{18447838-0BCA-432B-86F3-BB78526C143F}" dt="2026-10-12T12:58:38.733" v="1789" actId="1076"/>
          <ac:spMkLst>
            <pc:docMk/>
            <pc:sldMk cId="3075116588" sldId="894"/>
            <ac:spMk id="9" creationId="{E000B753-51B8-40BB-88F6-0BFF248218F3}"/>
          </ac:spMkLst>
        </pc:spChg>
        <pc:spChg chg="add mod">
          <ac:chgData name="Minh Huynh" userId="01a137d4-0d81-46e0-aca6-c9185b391828" providerId="ADAL" clId="{18447838-0BCA-432B-86F3-BB78526C143F}" dt="2026-10-12T13:00:39.432" v="1962" actId="20577"/>
          <ac:spMkLst>
            <pc:docMk/>
            <pc:sldMk cId="3075116588" sldId="894"/>
            <ac:spMk id="10" creationId="{B9174980-C9A6-4B70-BF52-D9990420C2CF}"/>
          </ac:spMkLst>
        </pc:spChg>
        <pc:spChg chg="del">
          <ac:chgData name="Minh Huynh" userId="01a137d4-0d81-46e0-aca6-c9185b391828" providerId="ADAL" clId="{18447838-0BCA-432B-86F3-BB78526C143F}" dt="2026-10-12T12:51:56.075" v="1538" actId="478"/>
          <ac:spMkLst>
            <pc:docMk/>
            <pc:sldMk cId="3075116588" sldId="894"/>
            <ac:spMk id="12" creationId="{ECB3EA2A-81FD-4EE6-A217-891C30E7B5C7}"/>
          </ac:spMkLst>
        </pc:spChg>
        <pc:spChg chg="add mod">
          <ac:chgData name="Minh Huynh" userId="01a137d4-0d81-46e0-aca6-c9185b391828" providerId="ADAL" clId="{18447838-0BCA-432B-86F3-BB78526C143F}" dt="2026-10-12T13:00:46.511" v="1963" actId="404"/>
          <ac:spMkLst>
            <pc:docMk/>
            <pc:sldMk cId="3075116588" sldId="894"/>
            <ac:spMk id="14" creationId="{52C11F04-B75E-45C1-95A8-738F04B79287}"/>
          </ac:spMkLst>
        </pc:spChg>
        <pc:spChg chg="add mod">
          <ac:chgData name="Minh Huynh" userId="01a137d4-0d81-46e0-aca6-c9185b391828" providerId="ADAL" clId="{18447838-0BCA-432B-86F3-BB78526C143F}" dt="2026-10-12T12:59:48.040" v="1809" actId="1076"/>
          <ac:spMkLst>
            <pc:docMk/>
            <pc:sldMk cId="3075116588" sldId="894"/>
            <ac:spMk id="15" creationId="{DAED56CE-0B37-4AB9-B3B6-25AAEE831464}"/>
          </ac:spMkLst>
        </pc:spChg>
        <pc:spChg chg="add mod">
          <ac:chgData name="Minh Huynh" userId="01a137d4-0d81-46e0-aca6-c9185b391828" providerId="ADAL" clId="{18447838-0BCA-432B-86F3-BB78526C143F}" dt="2026-10-12T12:59:48.040" v="1809" actId="1076"/>
          <ac:spMkLst>
            <pc:docMk/>
            <pc:sldMk cId="3075116588" sldId="894"/>
            <ac:spMk id="16" creationId="{FE39AFD9-A564-4455-BC07-A5A96DD07AD0}"/>
          </ac:spMkLst>
        </pc:spChg>
        <pc:spChg chg="add mod">
          <ac:chgData name="Minh Huynh" userId="01a137d4-0d81-46e0-aca6-c9185b391828" providerId="ADAL" clId="{18447838-0BCA-432B-86F3-BB78526C143F}" dt="2026-10-12T13:00:46.511" v="1963" actId="404"/>
          <ac:spMkLst>
            <pc:docMk/>
            <pc:sldMk cId="3075116588" sldId="894"/>
            <ac:spMk id="17" creationId="{E4960A76-ADF4-4F4A-9264-03A786684A80}"/>
          </ac:spMkLst>
        </pc:spChg>
        <pc:picChg chg="add mod modCrop">
          <ac:chgData name="Minh Huynh" userId="01a137d4-0d81-46e0-aca6-c9185b391828" providerId="ADAL" clId="{18447838-0BCA-432B-86F3-BB78526C143F}" dt="2026-10-12T12:58:53.579" v="1794" actId="14100"/>
          <ac:picMkLst>
            <pc:docMk/>
            <pc:sldMk cId="3075116588" sldId="894"/>
            <ac:picMk id="3" creationId="{239C9BA0-FA36-4B4A-9CD4-46D8A83AD1A8}"/>
          </ac:picMkLst>
        </pc:picChg>
        <pc:picChg chg="add mod">
          <ac:chgData name="Minh Huynh" userId="01a137d4-0d81-46e0-aca6-c9185b391828" providerId="ADAL" clId="{18447838-0BCA-432B-86F3-BB78526C143F}" dt="2026-10-12T12:59:48.040" v="1809" actId="1076"/>
          <ac:picMkLst>
            <pc:docMk/>
            <pc:sldMk cId="3075116588" sldId="894"/>
            <ac:picMk id="11" creationId="{CA065546-B251-4483-B60E-83D29876EE4B}"/>
          </ac:picMkLst>
        </pc:picChg>
        <pc:cxnChg chg="add mod">
          <ac:chgData name="Minh Huynh" userId="01a137d4-0d81-46e0-aca6-c9185b391828" providerId="ADAL" clId="{18447838-0BCA-432B-86F3-BB78526C143F}" dt="2026-10-12T13:00:59.190" v="1964" actId="1076"/>
          <ac:cxnSpMkLst>
            <pc:docMk/>
            <pc:sldMk cId="3075116588" sldId="894"/>
            <ac:cxnSpMk id="13" creationId="{87C6168D-FDB5-4F3B-A792-CEB6CFE658F6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1155730850" sldId="895"/>
        </pc:sldMkLst>
      </pc:sldChg>
      <pc:sldChg chg="addSp delSp modSp add del mod">
        <pc:chgData name="Minh Huynh" userId="01a137d4-0d81-46e0-aca6-c9185b391828" providerId="ADAL" clId="{18447838-0BCA-432B-86F3-BB78526C143F}" dt="2026-10-12T13:01:03.430" v="1965" actId="47"/>
        <pc:sldMkLst>
          <pc:docMk/>
          <pc:sldMk cId="1157101227" sldId="895"/>
        </pc:sldMkLst>
        <pc:spChg chg="del">
          <ac:chgData name="Minh Huynh" userId="01a137d4-0d81-46e0-aca6-c9185b391828" providerId="ADAL" clId="{18447838-0BCA-432B-86F3-BB78526C143F}" dt="2026-10-12T12:56:23.972" v="1646" actId="478"/>
          <ac:spMkLst>
            <pc:docMk/>
            <pc:sldMk cId="1157101227" sldId="895"/>
            <ac:spMk id="5" creationId="{CA39E1BF-B9E5-4535-B6B1-A3418157F6E5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6" creationId="{BC182EF8-C365-4769-8301-8E7B887D6C35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8" creationId="{AA411B9E-8412-4BA6-83F0-FF752D800EDD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9" creationId="{E000B753-51B8-40BB-88F6-0BFF248218F3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10" creationId="{B9174980-C9A6-4B70-BF52-D9990420C2CF}"/>
          </ac:spMkLst>
        </pc:spChg>
        <pc:spChg chg="add mod">
          <ac:chgData name="Minh Huynh" userId="01a137d4-0d81-46e0-aca6-c9185b391828" providerId="ADAL" clId="{18447838-0BCA-432B-86F3-BB78526C143F}" dt="2026-10-12T12:57:32.281" v="1735" actId="20577"/>
          <ac:spMkLst>
            <pc:docMk/>
            <pc:sldMk cId="1157101227" sldId="895"/>
            <ac:spMk id="11" creationId="{2A9500A6-42C1-408A-B2A4-89D3CB5CFC0A}"/>
          </ac:spMkLst>
        </pc:spChg>
        <pc:spChg chg="add mod">
          <ac:chgData name="Minh Huynh" userId="01a137d4-0d81-46e0-aca6-c9185b391828" providerId="ADAL" clId="{18447838-0BCA-432B-86F3-BB78526C143F}" dt="2026-10-12T12:58:06.751" v="1766" actId="1076"/>
          <ac:spMkLst>
            <pc:docMk/>
            <pc:sldMk cId="1157101227" sldId="895"/>
            <ac:spMk id="12" creationId="{9DCB8B59-5B6C-49CB-B44A-75F6056198CF}"/>
          </ac:spMkLst>
        </pc:spChg>
        <pc:spChg chg="add mod">
          <ac:chgData name="Minh Huynh" userId="01a137d4-0d81-46e0-aca6-c9185b391828" providerId="ADAL" clId="{18447838-0BCA-432B-86F3-BB78526C143F}" dt="2026-10-12T12:58:16.802" v="1784" actId="1076"/>
          <ac:spMkLst>
            <pc:docMk/>
            <pc:sldMk cId="1157101227" sldId="895"/>
            <ac:spMk id="13" creationId="{5F86A38C-40D8-4802-AFCB-59FB546F54DC}"/>
          </ac:spMkLst>
        </pc:spChg>
        <pc:picChg chg="del">
          <ac:chgData name="Minh Huynh" userId="01a137d4-0d81-46e0-aca6-c9185b391828" providerId="ADAL" clId="{18447838-0BCA-432B-86F3-BB78526C143F}" dt="2026-10-12T12:56:21.797" v="1645" actId="478"/>
          <ac:picMkLst>
            <pc:docMk/>
            <pc:sldMk cId="1157101227" sldId="895"/>
            <ac:picMk id="3" creationId="{239C9BA0-FA36-4B4A-9CD4-46D8A83AD1A8}"/>
          </ac:picMkLst>
        </pc:picChg>
        <pc:picChg chg="add mod modCrop">
          <ac:chgData name="Minh Huynh" userId="01a137d4-0d81-46e0-aca6-c9185b391828" providerId="ADAL" clId="{18447838-0BCA-432B-86F3-BB78526C143F}" dt="2026-10-12T12:57:13.800" v="1694" actId="1076"/>
          <ac:picMkLst>
            <pc:docMk/>
            <pc:sldMk cId="1157101227" sldId="895"/>
            <ac:picMk id="7" creationId="{9732202F-310A-471E-84B6-5B1B5CAA0CD7}"/>
          </ac:picMkLst>
        </pc:picChg>
      </pc:sldChg>
      <pc:sldChg chg="addSp delSp modSp add mod">
        <pc:chgData name="Minh Huynh" userId="01a137d4-0d81-46e0-aca6-c9185b391828" providerId="ADAL" clId="{18447838-0BCA-432B-86F3-BB78526C143F}" dt="2026-10-12T21:46:18.809" v="2045"/>
        <pc:sldMkLst>
          <pc:docMk/>
          <pc:sldMk cId="3993957004" sldId="895"/>
        </pc:sldMkLst>
        <pc:spChg chg="mod">
          <ac:chgData name="Minh Huynh" userId="01a137d4-0d81-46e0-aca6-c9185b391828" providerId="ADAL" clId="{18447838-0BCA-432B-86F3-BB78526C143F}" dt="2026-10-12T21:46:18.809" v="2045"/>
          <ac:spMkLst>
            <pc:docMk/>
            <pc:sldMk cId="3993957004" sldId="895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6" creationId="{BC182EF8-C365-4769-8301-8E7B887D6C35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8" creationId="{AA411B9E-8412-4BA6-83F0-FF752D800EDD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9" creationId="{E000B753-51B8-40BB-88F6-0BFF248218F3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0" creationId="{B9174980-C9A6-4B70-BF52-D9990420C2CF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4" creationId="{52C11F04-B75E-45C1-95A8-738F04B79287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5" creationId="{DAED56CE-0B37-4AB9-B3B6-25AAEE831464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6" creationId="{FE39AFD9-A564-4455-BC07-A5A96DD07AD0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7" creationId="{E4960A76-ADF4-4F4A-9264-03A786684A80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18" creationId="{4E7FF7E1-1C0C-48C2-9DD3-5C6C1A9BBCBB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19" creationId="{FD24D0C2-9D18-40CE-B3A7-DEFBE3E3B98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0" creationId="{BA9F11AB-A6C6-4D03-9948-64854BB26A2B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1" creationId="{332B9D4D-6520-47D7-B36D-B69FAA77A3E1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2" creationId="{68B261C7-F027-4C4D-B39D-D9FB98303F7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3" creationId="{3CC9B756-D368-4AED-93C0-83FF945814F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4" creationId="{9FF30AEA-507A-4D2C-807B-DBDCD5718E82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5" creationId="{66547760-A8A8-4F67-B55C-40ED5A0D9D5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6" creationId="{55C8CDF9-264C-421F-904E-406EDB4639F3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7" creationId="{BAEC13F2-CC84-4E32-8F32-49F0EFD70B8D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8" creationId="{CB62FC81-D16F-45A2-B445-C6BA8D73F20C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9" creationId="{A990ABBE-A2F6-4DA2-A390-5D2A1D707954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0" creationId="{7071FFB1-55F8-4FBE-8742-26909246F24E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1" creationId="{6217B4F5-D897-4AB9-8C34-ECE42ADA1F17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2" creationId="{B4C41404-CA2E-4998-9BC6-288E289BBAB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3" creationId="{46D993D9-6716-40B8-80B8-5A83E8DFD35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4" creationId="{094D348C-D2B0-4CD8-8272-C031B6095A00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5" creationId="{5BF37038-ABA7-46CC-B2B6-18F0E7959B15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6" creationId="{14FD2553-C1F0-4E8B-B08E-A20D3D2C4FC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7" creationId="{A4C82AE2-B2EB-4C1B-AACE-305D2746BCD5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8" creationId="{B3AE82BC-7F70-4846-9F67-824B69658398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9" creationId="{99C747F2-EE90-40AD-B901-2DB28F481C1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0" creationId="{16501685-C2A8-4290-82FC-927248EB3A02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1" creationId="{A46A0F55-8C44-4BE6-8412-45F45FAE1D8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2" creationId="{BC0F5F11-C0B3-4FD5-A63D-99BA31DC1CB9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3" creationId="{30AC0449-A340-424A-A10C-FABE4139585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4" creationId="{D89274F0-0077-45A8-A335-D88086FAB4AE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5" creationId="{1BFA4590-8A85-404F-B06C-81529B4F597B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6" creationId="{D1B5B2C1-5592-4365-B7C8-93D45E6A636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7" creationId="{1697DA11-334D-44F0-A9D8-08A3D73A44D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8" creationId="{9458334B-5479-4D49-9D41-DB4034C7904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9" creationId="{07EF7FA4-120C-47A6-A228-1E248E4DF2A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0" creationId="{84A174A8-1A28-4575-9E99-000DD20AB37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1" creationId="{8CED851A-286A-4F97-8915-A6043E6EAE00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2" creationId="{BD143726-3B87-484E-8A25-4C575DCDAF4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3" creationId="{5E060BAA-820A-42C1-849F-87444478AA8D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4" creationId="{813B2B9B-8482-4978-8D57-907AACA9021E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5" creationId="{3408BEE7-7EA9-465A-8CE1-478BABE14D8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6" creationId="{90A4F152-C999-4880-A896-BEF8606E6139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7" creationId="{1847F778-9862-4361-AAFD-78CF59E6E05F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58" creationId="{87D9AF8B-B7D7-48F7-A4B6-C9907DAD8B0C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9" creationId="{204D2041-AA8A-4A90-B5E3-8737FCADB6D4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60" creationId="{FEF18E61-08FC-4F95-BDCF-0D1D0404AD1D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61" creationId="{E8DF7E1E-DA88-4B59-A91B-B30C52F0DC17}"/>
          </ac:spMkLst>
        </pc:spChg>
        <pc:spChg chg="add del mod">
          <ac:chgData name="Minh Huynh" userId="01a137d4-0d81-46e0-aca6-c9185b391828" providerId="ADAL" clId="{18447838-0BCA-432B-86F3-BB78526C143F}" dt="2026-10-12T13:02:06.305" v="1977" actId="478"/>
          <ac:spMkLst>
            <pc:docMk/>
            <pc:sldMk cId="3993957004" sldId="895"/>
            <ac:spMk id="62" creationId="{41A943B0-9FDD-470A-A612-3876C3537955}"/>
          </ac:spMkLst>
        </pc:spChg>
        <pc:spChg chg="add mod">
          <ac:chgData name="Minh Huynh" userId="01a137d4-0d81-46e0-aca6-c9185b391828" providerId="ADAL" clId="{18447838-0BCA-432B-86F3-BB78526C143F}" dt="2026-10-12T13:02:10.461" v="1978" actId="1076"/>
          <ac:spMkLst>
            <pc:docMk/>
            <pc:sldMk cId="3993957004" sldId="895"/>
            <ac:spMk id="63" creationId="{BBC0D6B6-D68A-46B9-AE72-4D68D7AFB893}"/>
          </ac:spMkLst>
        </pc:spChg>
        <pc:spChg chg="add mod">
          <ac:chgData name="Minh Huynh" userId="01a137d4-0d81-46e0-aca6-c9185b391828" providerId="ADAL" clId="{18447838-0BCA-432B-86F3-BB78526C143F}" dt="2026-10-12T13:02:10.461" v="1978" actId="1076"/>
          <ac:spMkLst>
            <pc:docMk/>
            <pc:sldMk cId="3993957004" sldId="895"/>
            <ac:spMk id="64" creationId="{1FC6BBDF-5A39-4C3A-BBBB-DD6A15E9F581}"/>
          </ac:spMkLst>
        </pc:spChg>
        <pc:spChg chg="add mod">
          <ac:chgData name="Minh Huynh" userId="01a137d4-0d81-46e0-aca6-c9185b391828" providerId="ADAL" clId="{18447838-0BCA-432B-86F3-BB78526C143F}" dt="2026-10-12T13:02:10.461" v="1978" actId="1076"/>
          <ac:spMkLst>
            <pc:docMk/>
            <pc:sldMk cId="3993957004" sldId="895"/>
            <ac:spMk id="65" creationId="{13F8ECC4-F7AD-4171-A16D-AB07F3BFBE8D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66" creationId="{A981D95C-D81E-40EC-8AAE-FE4B26BC671E}"/>
          </ac:spMkLst>
        </pc:spChg>
        <pc:picChg chg="del">
          <ac:chgData name="Minh Huynh" userId="01a137d4-0d81-46e0-aca6-c9185b391828" providerId="ADAL" clId="{18447838-0BCA-432B-86F3-BB78526C143F}" dt="2026-10-12T13:01:47.238" v="1973" actId="478"/>
          <ac:picMkLst>
            <pc:docMk/>
            <pc:sldMk cId="3993957004" sldId="895"/>
            <ac:picMk id="3" creationId="{239C9BA0-FA36-4B4A-9CD4-46D8A83AD1A8}"/>
          </ac:picMkLst>
        </pc:picChg>
        <pc:picChg chg="del">
          <ac:chgData name="Minh Huynh" userId="01a137d4-0d81-46e0-aca6-c9185b391828" providerId="ADAL" clId="{18447838-0BCA-432B-86F3-BB78526C143F}" dt="2026-10-12T13:01:47.238" v="1973" actId="478"/>
          <ac:picMkLst>
            <pc:docMk/>
            <pc:sldMk cId="3993957004" sldId="895"/>
            <ac:picMk id="11" creationId="{CA065546-B251-4483-B60E-83D29876EE4B}"/>
          </ac:picMkLst>
        </pc:picChg>
        <pc:cxnChg chg="del">
          <ac:chgData name="Minh Huynh" userId="01a137d4-0d81-46e0-aca6-c9185b391828" providerId="ADAL" clId="{18447838-0BCA-432B-86F3-BB78526C143F}" dt="2026-10-12T13:01:47.238" v="1973" actId="478"/>
          <ac:cxnSpMkLst>
            <pc:docMk/>
            <pc:sldMk cId="3993957004" sldId="895"/>
            <ac:cxnSpMk id="13" creationId="{87C6168D-FDB5-4F3B-A792-CEB6CFE658F6}"/>
          </ac:cxnSpMkLst>
        </pc:cxnChg>
        <pc:cxnChg chg="add mod">
          <ac:chgData name="Minh Huynh" userId="01a137d4-0d81-46e0-aca6-c9185b391828" providerId="ADAL" clId="{18447838-0BCA-432B-86F3-BB78526C143F}" dt="2026-10-12T13:01:57.104" v="1975" actId="1076"/>
          <ac:cxnSpMkLst>
            <pc:docMk/>
            <pc:sldMk cId="3993957004" sldId="895"/>
            <ac:cxnSpMk id="67" creationId="{0EB3A909-6832-47D3-9069-FE13EEA045AD}"/>
          </ac:cxnSpMkLst>
        </pc:cxnChg>
      </pc:sldChg>
      <pc:sldChg chg="addSp delSp modSp add mod">
        <pc:chgData name="Minh Huynh" userId="01a137d4-0d81-46e0-aca6-c9185b391828" providerId="ADAL" clId="{18447838-0BCA-432B-86F3-BB78526C143F}" dt="2026-10-12T21:46:21.779" v="2046"/>
        <pc:sldMkLst>
          <pc:docMk/>
          <pc:sldMk cId="803991064" sldId="896"/>
        </pc:sldMkLst>
        <pc:spChg chg="mod">
          <ac:chgData name="Minh Huynh" userId="01a137d4-0d81-46e0-aca6-c9185b391828" providerId="ADAL" clId="{18447838-0BCA-432B-86F3-BB78526C143F}" dt="2026-10-12T21:46:21.779" v="2046"/>
          <ac:spMkLst>
            <pc:docMk/>
            <pc:sldMk cId="803991064" sldId="896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18" creationId="{4E7FF7E1-1C0C-48C2-9DD3-5C6C1A9BBCBB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19" creationId="{FD24D0C2-9D18-40CE-B3A7-DEFBE3E3B98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0" creationId="{BA9F11AB-A6C6-4D03-9948-64854BB26A2B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1" creationId="{332B9D4D-6520-47D7-B36D-B69FAA77A3E1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2" creationId="{68B261C7-F027-4C4D-B39D-D9FB98303F7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3" creationId="{3CC9B756-D368-4AED-93C0-83FF945814F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4" creationId="{9FF30AEA-507A-4D2C-807B-DBDCD5718E82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5" creationId="{66547760-A8A8-4F67-B55C-40ED5A0D9D5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6" creationId="{55C8CDF9-264C-421F-904E-406EDB4639F3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7" creationId="{BAEC13F2-CC84-4E32-8F32-49F0EFD70B8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8" creationId="{CB62FC81-D16F-45A2-B445-C6BA8D73F20C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9" creationId="{A990ABBE-A2F6-4DA2-A390-5D2A1D707954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0" creationId="{7071FFB1-55F8-4FBE-8742-26909246F24E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1" creationId="{6217B4F5-D897-4AB9-8C34-ECE42ADA1F17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2" creationId="{B4C41404-CA2E-4998-9BC6-288E289BBAB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3" creationId="{46D993D9-6716-40B8-80B8-5A83E8DFD35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4" creationId="{094D348C-D2B0-4CD8-8272-C031B6095A00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5" creationId="{5BF37038-ABA7-46CC-B2B6-18F0E7959B15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6" creationId="{14FD2553-C1F0-4E8B-B08E-A20D3D2C4FC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7" creationId="{A4C82AE2-B2EB-4C1B-AACE-305D2746BCD5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8" creationId="{B3AE82BC-7F70-4846-9F67-824B69658398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9" creationId="{99C747F2-EE90-40AD-B901-2DB28F481C1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0" creationId="{16501685-C2A8-4290-82FC-927248EB3A02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1" creationId="{A46A0F55-8C44-4BE6-8412-45F45FAE1D8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2" creationId="{BC0F5F11-C0B3-4FD5-A63D-99BA31DC1CB9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3" creationId="{30AC0449-A340-424A-A10C-FABE4139585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4" creationId="{D89274F0-0077-45A8-A335-D88086FAB4AE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5" creationId="{1BFA4590-8A85-404F-B06C-81529B4F597B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6" creationId="{D1B5B2C1-5592-4365-B7C8-93D45E6A636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7" creationId="{1697DA11-334D-44F0-A9D8-08A3D73A44D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8" creationId="{9458334B-5479-4D49-9D41-DB4034C7904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9" creationId="{07EF7FA4-120C-47A6-A228-1E248E4DF2A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0" creationId="{84A174A8-1A28-4575-9E99-000DD20AB37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1" creationId="{8CED851A-286A-4F97-8915-A6043E6EAE00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2" creationId="{BD143726-3B87-484E-8A25-4C575DCDAF4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3" creationId="{5E060BAA-820A-42C1-849F-87444478AA8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4" creationId="{813B2B9B-8482-4978-8D57-907AACA9021E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5" creationId="{3408BEE7-7EA9-465A-8CE1-478BABE14D8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6" creationId="{90A4F152-C999-4880-A896-BEF8606E6139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7" creationId="{1847F778-9862-4361-AAFD-78CF59E6E05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8" creationId="{87D9AF8B-B7D7-48F7-A4B6-C9907DAD8B0C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9" creationId="{204D2041-AA8A-4A90-B5E3-8737FCADB6D4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0" creationId="{FEF18E61-08FC-4F95-BDCF-0D1D0404AD1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1" creationId="{E8DF7E1E-DA88-4B59-A91B-B30C52F0DC17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3" creationId="{BBC0D6B6-D68A-46B9-AE72-4D68D7AFB893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4" creationId="{1FC6BBDF-5A39-4C3A-BBBB-DD6A15E9F581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5" creationId="{13F8ECC4-F7AD-4171-A16D-AB07F3BFBE8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6" creationId="{A981D95C-D81E-40EC-8AAE-FE4B26BC671E}"/>
          </ac:spMkLst>
        </pc:spChg>
        <pc:spChg chg="add mod">
          <ac:chgData name="Minh Huynh" userId="01a137d4-0d81-46e0-aca6-c9185b391828" providerId="ADAL" clId="{18447838-0BCA-432B-86F3-BB78526C143F}" dt="2026-10-12T13:03:07.010" v="1987" actId="1076"/>
          <ac:spMkLst>
            <pc:docMk/>
            <pc:sldMk cId="803991064" sldId="896"/>
            <ac:spMk id="68" creationId="{77ECD5D7-3D77-4F59-9447-D752542766B0}"/>
          </ac:spMkLst>
        </pc:spChg>
        <pc:spChg chg="add mod">
          <ac:chgData name="Minh Huynh" userId="01a137d4-0d81-46e0-aca6-c9185b391828" providerId="ADAL" clId="{18447838-0BCA-432B-86F3-BB78526C143F}" dt="2026-10-12T13:03:18.418" v="1990" actId="1076"/>
          <ac:spMkLst>
            <pc:docMk/>
            <pc:sldMk cId="803991064" sldId="896"/>
            <ac:spMk id="70" creationId="{2B193DB2-EA2F-4C27-B44F-2F5BDED079BD}"/>
          </ac:spMkLst>
        </pc:spChg>
        <pc:graphicFrameChg chg="add mod">
          <ac:chgData name="Minh Huynh" userId="01a137d4-0d81-46e0-aca6-c9185b391828" providerId="ADAL" clId="{18447838-0BCA-432B-86F3-BB78526C143F}" dt="2026-10-12T13:03:07.010" v="1987" actId="1076"/>
          <ac:graphicFrameMkLst>
            <pc:docMk/>
            <pc:sldMk cId="803991064" sldId="896"/>
            <ac:graphicFrameMk id="62" creationId="{E6436410-4F88-4ED2-AF7B-2C9F82130DC0}"/>
          </ac:graphicFrameMkLst>
        </pc:graphicFrameChg>
        <pc:graphicFrameChg chg="add mod">
          <ac:chgData name="Minh Huynh" userId="01a137d4-0d81-46e0-aca6-c9185b391828" providerId="ADAL" clId="{18447838-0BCA-432B-86F3-BB78526C143F}" dt="2026-10-12T13:03:18.418" v="1990" actId="1076"/>
          <ac:graphicFrameMkLst>
            <pc:docMk/>
            <pc:sldMk cId="803991064" sldId="896"/>
            <ac:graphicFrameMk id="69" creationId="{ABB068B3-6919-4393-A5B3-7A68F29810FB}"/>
          </ac:graphicFrameMkLst>
        </pc:graphicFrameChg>
        <pc:cxnChg chg="del">
          <ac:chgData name="Minh Huynh" userId="01a137d4-0d81-46e0-aca6-c9185b391828" providerId="ADAL" clId="{18447838-0BCA-432B-86F3-BB78526C143F}" dt="2026-10-12T13:02:55.443" v="1984" actId="478"/>
          <ac:cxnSpMkLst>
            <pc:docMk/>
            <pc:sldMk cId="803991064" sldId="896"/>
            <ac:cxnSpMk id="67" creationId="{0EB3A909-6832-47D3-9069-FE13EEA045AD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953721896" sldId="896"/>
        </pc:sldMkLst>
      </pc:sldChg>
      <pc:sldChg chg="addSp delSp modSp add mod">
        <pc:chgData name="Minh Huynh" userId="01a137d4-0d81-46e0-aca6-c9185b391828" providerId="ADAL" clId="{18447838-0BCA-432B-86F3-BB78526C143F}" dt="2026-10-12T13:04:14.772" v="2024"/>
        <pc:sldMkLst>
          <pc:docMk/>
          <pc:sldMk cId="1003971633" sldId="897"/>
        </pc:sldMkLst>
        <pc:spChg chg="mod">
          <ac:chgData name="Minh Huynh" userId="01a137d4-0d81-46e0-aca6-c9185b391828" providerId="ADAL" clId="{18447838-0BCA-432B-86F3-BB78526C143F}" dt="2026-10-12T13:04:08.320" v="2022" actId="20577"/>
          <ac:spMkLst>
            <pc:docMk/>
            <pc:sldMk cId="1003971633" sldId="897"/>
            <ac:spMk id="4" creationId="{7BC73E8E-0D58-4B4B-A5C4-A8AE38997407}"/>
          </ac:spMkLst>
        </pc:spChg>
        <pc:spChg chg="add mod">
          <ac:chgData name="Minh Huynh" userId="01a137d4-0d81-46e0-aca6-c9185b391828" providerId="ADAL" clId="{18447838-0BCA-432B-86F3-BB78526C143F}" dt="2026-10-12T13:04:14.772" v="2024"/>
          <ac:spMkLst>
            <pc:docMk/>
            <pc:sldMk cId="1003971633" sldId="897"/>
            <ac:spMk id="7" creationId="{82B3312D-000F-4C66-9BD7-28143E5BE514}"/>
          </ac:spMkLst>
        </pc:spChg>
        <pc:spChg chg="add mod">
          <ac:chgData name="Minh Huynh" userId="01a137d4-0d81-46e0-aca6-c9185b391828" providerId="ADAL" clId="{18447838-0BCA-432B-86F3-BB78526C143F}" dt="2026-10-12T13:04:14.772" v="2024"/>
          <ac:spMkLst>
            <pc:docMk/>
            <pc:sldMk cId="1003971633" sldId="897"/>
            <ac:spMk id="9" creationId="{2637A3AC-F4DC-4AF9-9C66-B9C12C2ECD6D}"/>
          </ac:spMkLst>
        </pc:spChg>
        <pc:spChg chg="add mod">
          <ac:chgData name="Minh Huynh" userId="01a137d4-0d81-46e0-aca6-c9185b391828" providerId="ADAL" clId="{18447838-0BCA-432B-86F3-BB78526C143F}" dt="2026-10-12T13:04:14.772" v="2024"/>
          <ac:spMkLst>
            <pc:docMk/>
            <pc:sldMk cId="1003971633" sldId="897"/>
            <ac:spMk id="10" creationId="{A95502D5-605C-4DE1-9E72-E22381DFDE2F}"/>
          </ac:spMkLst>
        </pc:spChg>
        <pc:spChg chg="del">
          <ac:chgData name="Minh Huynh" userId="01a137d4-0d81-46e0-aca6-c9185b391828" providerId="ADAL" clId="{18447838-0BCA-432B-86F3-BB78526C143F}" dt="2026-10-12T13:04:11.162" v="2023" actId="478"/>
          <ac:spMkLst>
            <pc:docMk/>
            <pc:sldMk cId="1003971633" sldId="897"/>
            <ac:spMk id="68" creationId="{77ECD5D7-3D77-4F59-9447-D752542766B0}"/>
          </ac:spMkLst>
        </pc:spChg>
        <pc:spChg chg="del">
          <ac:chgData name="Minh Huynh" userId="01a137d4-0d81-46e0-aca6-c9185b391828" providerId="ADAL" clId="{18447838-0BCA-432B-86F3-BB78526C143F}" dt="2026-10-12T13:04:11.162" v="2023" actId="478"/>
          <ac:spMkLst>
            <pc:docMk/>
            <pc:sldMk cId="1003971633" sldId="897"/>
            <ac:spMk id="70" creationId="{2B193DB2-EA2F-4C27-B44F-2F5BDED079BD}"/>
          </ac:spMkLst>
        </pc:spChg>
        <pc:graphicFrameChg chg="del">
          <ac:chgData name="Minh Huynh" userId="01a137d4-0d81-46e0-aca6-c9185b391828" providerId="ADAL" clId="{18447838-0BCA-432B-86F3-BB78526C143F}" dt="2026-10-12T13:04:11.162" v="2023" actId="478"/>
          <ac:graphicFrameMkLst>
            <pc:docMk/>
            <pc:sldMk cId="1003971633" sldId="897"/>
            <ac:graphicFrameMk id="62" creationId="{E6436410-4F88-4ED2-AF7B-2C9F82130DC0}"/>
          </ac:graphicFrameMkLst>
        </pc:graphicFrameChg>
        <pc:graphicFrameChg chg="del">
          <ac:chgData name="Minh Huynh" userId="01a137d4-0d81-46e0-aca6-c9185b391828" providerId="ADAL" clId="{18447838-0BCA-432B-86F3-BB78526C143F}" dt="2026-10-12T13:04:11.162" v="2023" actId="478"/>
          <ac:graphicFrameMkLst>
            <pc:docMk/>
            <pc:sldMk cId="1003971633" sldId="897"/>
            <ac:graphicFrameMk id="69" creationId="{ABB068B3-6919-4393-A5B3-7A68F29810FB}"/>
          </ac:graphicFrameMkLst>
        </pc:graphicFrameChg>
        <pc:picChg chg="add mod">
          <ac:chgData name="Minh Huynh" userId="01a137d4-0d81-46e0-aca6-c9185b391828" providerId="ADAL" clId="{18447838-0BCA-432B-86F3-BB78526C143F}" dt="2026-10-12T13:04:14.772" v="2024"/>
          <ac:picMkLst>
            <pc:docMk/>
            <pc:sldMk cId="1003971633" sldId="897"/>
            <ac:picMk id="8" creationId="{42D3A573-1FDA-4AF2-ABA1-D8A5761FA793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4164741003" sldId="897"/>
        </pc:sldMkLst>
      </pc:sldChg>
      <pc:sldChg chg="addSp delSp modSp add mod">
        <pc:chgData name="Minh Huynh" userId="01a137d4-0d81-46e0-aca6-c9185b391828" providerId="ADAL" clId="{18447838-0BCA-432B-86F3-BB78526C143F}" dt="2026-10-12T21:51:44.898" v="2160" actId="15"/>
        <pc:sldMkLst>
          <pc:docMk/>
          <pc:sldMk cId="1170087405" sldId="898"/>
        </pc:sldMkLst>
        <pc:spChg chg="mod">
          <ac:chgData name="Minh Huynh" userId="01a137d4-0d81-46e0-aca6-c9185b391828" providerId="ADAL" clId="{18447838-0BCA-432B-86F3-BB78526C143F}" dt="2026-10-12T21:46:40.019" v="2070" actId="20577"/>
          <ac:spMkLst>
            <pc:docMk/>
            <pc:sldMk cId="1170087405" sldId="898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21:46:42.421" v="2071" actId="478"/>
          <ac:spMkLst>
            <pc:docMk/>
            <pc:sldMk cId="1170087405" sldId="898"/>
            <ac:spMk id="7" creationId="{82B3312D-000F-4C66-9BD7-28143E5BE514}"/>
          </ac:spMkLst>
        </pc:spChg>
        <pc:spChg chg="del">
          <ac:chgData name="Minh Huynh" userId="01a137d4-0d81-46e0-aca6-c9185b391828" providerId="ADAL" clId="{18447838-0BCA-432B-86F3-BB78526C143F}" dt="2026-10-12T21:46:42.421" v="2071" actId="478"/>
          <ac:spMkLst>
            <pc:docMk/>
            <pc:sldMk cId="1170087405" sldId="898"/>
            <ac:spMk id="9" creationId="{2637A3AC-F4DC-4AF9-9C66-B9C12C2ECD6D}"/>
          </ac:spMkLst>
        </pc:spChg>
        <pc:spChg chg="del">
          <ac:chgData name="Minh Huynh" userId="01a137d4-0d81-46e0-aca6-c9185b391828" providerId="ADAL" clId="{18447838-0BCA-432B-86F3-BB78526C143F}" dt="2026-10-12T21:46:42.421" v="2071" actId="478"/>
          <ac:spMkLst>
            <pc:docMk/>
            <pc:sldMk cId="1170087405" sldId="898"/>
            <ac:spMk id="10" creationId="{A95502D5-605C-4DE1-9E72-E22381DFDE2F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1" creationId="{CD7F2969-C80C-4D4F-99FE-E579F256B827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2" creationId="{503CBB23-1296-460A-8FF3-23825DEC5C0A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3" creationId="{307888F6-1368-4D9D-B9C0-A82CB7BCCC55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4" creationId="{2331BE3D-D3BA-4E67-8E40-91C1AE7F2C33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5" creationId="{60DE0CFB-3849-4B49-A724-92B58F7FC2C9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6" creationId="{AFB039A4-382F-4560-996F-3395E468A22E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7" creationId="{5FCDD249-EC8D-4C85-97AD-6DDF8947BD5F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8" creationId="{510C26DC-6B2E-428B-A8A2-15224C501513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9" creationId="{3997F5C4-3498-486F-9DA8-10F40456AE85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0" creationId="{08B5C00C-E365-4D5F-868F-CE056283EDE9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1" creationId="{C5227287-B2BE-4128-A70B-B6E7E6D07BB5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2" creationId="{7D2EF6D4-018C-4E35-BD80-57E54CD6C85C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3" creationId="{9DADEE84-3FEA-4DD9-80E6-90F166043191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4" creationId="{DCF0644B-CB6C-40CB-8322-87423742EF9D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5" creationId="{2A04D61F-6097-45EE-B269-18EED1C528C8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6" creationId="{72A33212-2476-4D24-965E-3B90552F8F4B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7" creationId="{4E957318-510C-45AB-BBCA-C63126E1F6FB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8" creationId="{B02E081C-797A-4C69-B241-6B9A0CE2EE1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9" creationId="{3CEB79F5-1762-439F-92BA-FD9F48DDF48E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0" creationId="{5B374039-EAC4-4E05-97E2-5BA2214488B2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1" creationId="{6CAA9032-BFE9-4F43-9A19-86BA4F9E5E7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2" creationId="{BA4231B5-7121-4049-B272-064CE7E6C96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3" creationId="{5A4E521E-114F-4F26-B0D7-76864226234D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4" creationId="{B6996A9A-38B6-4C61-90DA-FE1D4060E067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5" creationId="{F2597A63-3448-4EDF-B74A-C463373A583B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6" creationId="{6AECA036-EA51-4D1F-9832-F5E8B88FD28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7" creationId="{37EACBE4-996A-474D-A16A-F2628633A736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8" creationId="{E6ED06D2-BE34-4462-AF95-149948B794E0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9" creationId="{8E583CBB-93D9-41EB-AD56-238E0B6D774F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40" creationId="{07EB1059-8286-47DA-9281-C748E3EBF882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41" creationId="{8C5F382E-C774-4270-93F0-003DF6125A57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42" creationId="{9AA7B187-9898-486C-8278-D19BD859D98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3" creationId="{69A8A8E9-2BCA-4A04-B64C-CEA3E2D76B9F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4" creationId="{223E4926-F6D6-4394-BBF5-F8AC914C37E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5" creationId="{DD1EF746-F3EF-483A-832C-791A27BD1729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6" creationId="{51DE99A3-1C86-4463-820A-D7F1EB7336B5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7" creationId="{9714C4A4-0B41-4044-B6D8-6C739A77E2A9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8" creationId="{C2FDB5D0-BD63-4B53-9542-9A964682B26C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9" creationId="{4FF0C270-981A-4974-A444-97EA98243EB0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0" creationId="{72FCF5EA-57FE-45B1-B1AD-31ADD4B2E56E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1" creationId="{273F54FC-1D27-4322-95D9-112F3E8B3C5C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2" creationId="{72F6B31D-4AB6-47EF-81F6-FE28D0BC60D0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3" creationId="{69B971AB-B962-405C-BD3F-8E51BA1BD0F8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4" creationId="{35D82957-981A-4305-9039-4258010C94D6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5" creationId="{299B7BDC-9094-421D-A164-7890B3EFF742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6" creationId="{892F4DEE-9B55-4C7D-B71F-366562709D6B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7" creationId="{DEC672AE-64FF-4642-B1FC-E2C95F53B6D5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8" creationId="{4EFF00FD-0982-4A9F-AB93-865554600B3D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9" creationId="{E680563A-8D5B-4A81-A4F0-780F2074A871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0" creationId="{55234845-2072-478F-BC9B-8256B43949B1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1" creationId="{E51522CB-1684-497D-84DC-562E92C90835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2" creationId="{EE7AC28F-A440-4B68-8197-96B3EDF1072C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3" creationId="{65DE6682-C0B1-4C3C-8EBE-0575D02094DB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4" creationId="{9ADF1E88-C075-43C4-96EF-7A690D892063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5" creationId="{BFC997B9-45EC-4D2D-932B-FAAA278897E8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6" creationId="{2D555CD5-9E67-43C4-AD88-4D62E69C0220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7" creationId="{8267ADF9-1A1B-4E29-AA2B-DA6A710341E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8" creationId="{E5B6B727-EF57-486E-87DD-6EA07350BC89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9" creationId="{AB57A66E-11C8-45E8-BF11-7F4E727FEB6B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0" creationId="{B4D0EA10-2A2B-4B8F-9D23-039777E70773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1" creationId="{989EA338-B217-4E11-8E95-356C071F52BF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2" creationId="{DF94561F-8BEE-4A69-BBC5-AF010937F9F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3" creationId="{5D4CDBED-FA7F-481F-8569-D6C3132E62E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4" creationId="{97C54D7E-C124-4470-A0B9-B3E89B17DF5A}"/>
          </ac:spMkLst>
        </pc:spChg>
        <pc:spChg chg="add mod">
          <ac:chgData name="Minh Huynh" userId="01a137d4-0d81-46e0-aca6-c9185b391828" providerId="ADAL" clId="{18447838-0BCA-432B-86F3-BB78526C143F}" dt="2026-10-12T21:51:44.898" v="2160" actId="15"/>
          <ac:spMkLst>
            <pc:docMk/>
            <pc:sldMk cId="1170087405" sldId="898"/>
            <ac:spMk id="75" creationId="{49DF9D2F-8E65-4D63-82C3-27F8FA7882BF}"/>
          </ac:spMkLst>
        </pc:spChg>
        <pc:picChg chg="add del">
          <ac:chgData name="Minh Huynh" userId="01a137d4-0d81-46e0-aca6-c9185b391828" providerId="ADAL" clId="{18447838-0BCA-432B-86F3-BB78526C143F}" dt="2026-10-12T21:47:32.131" v="2080" actId="22"/>
          <ac:picMkLst>
            <pc:docMk/>
            <pc:sldMk cId="1170087405" sldId="898"/>
            <ac:picMk id="3" creationId="{4C38A8ED-1A6D-4A7F-A0FE-8A70513DD6AF}"/>
          </ac:picMkLst>
        </pc:picChg>
        <pc:picChg chg="del">
          <ac:chgData name="Minh Huynh" userId="01a137d4-0d81-46e0-aca6-c9185b391828" providerId="ADAL" clId="{18447838-0BCA-432B-86F3-BB78526C143F}" dt="2026-10-12T21:46:42.421" v="2071" actId="478"/>
          <ac:picMkLst>
            <pc:docMk/>
            <pc:sldMk cId="1170087405" sldId="898"/>
            <ac:picMk id="8" creationId="{42D3A573-1FDA-4AF2-ABA1-D8A5761FA793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1519634311" sldId="898"/>
        </pc:sldMkLst>
      </pc:sldChg>
      <pc:sldChg chg="addSp delSp modSp add mod">
        <pc:chgData name="Minh Huynh" userId="01a137d4-0d81-46e0-aca6-c9185b391828" providerId="ADAL" clId="{18447838-0BCA-432B-86F3-BB78526C143F}" dt="2026-10-12T21:51:26.347" v="2159" actId="15"/>
        <pc:sldMkLst>
          <pc:docMk/>
          <pc:sldMk cId="224993826" sldId="899"/>
        </pc:sldMkLst>
        <pc:spChg chg="mod">
          <ac:chgData name="Minh Huynh" userId="01a137d4-0d81-46e0-aca6-c9185b391828" providerId="ADAL" clId="{18447838-0BCA-432B-86F3-BB78526C143F}" dt="2026-10-12T21:48:27.755" v="2115" actId="20577"/>
          <ac:spMkLst>
            <pc:docMk/>
            <pc:sldMk cId="224993826" sldId="899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6" creationId="{340709BC-5E5D-4CEF-A9C4-4C74B8350A7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7" creationId="{EC105A5B-8CCA-43B6-A468-25B77D04FB50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8" creationId="{926E83CF-47BF-42C1-BCEC-44BC431FCCB3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9" creationId="{4E615320-6738-4A8C-8BA4-72E0990ED22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40" creationId="{76B536F0-64EE-4555-9A03-6055EED9EAE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41" creationId="{22C3EF60-EA7F-4318-8A53-4457EEC02E7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42" creationId="{1AD9F24F-C1C5-43D0-AEEA-424E7C073971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3" creationId="{69A8A8E9-2BCA-4A04-B64C-CEA3E2D76B9F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4" creationId="{223E4926-F6D6-4394-BBF5-F8AC914C37E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5" creationId="{DD1EF746-F3EF-483A-832C-791A27BD1729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6" creationId="{51DE99A3-1C86-4463-820A-D7F1EB7336B5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7" creationId="{9714C4A4-0B41-4044-B6D8-6C739A77E2A9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8" creationId="{C2FDB5D0-BD63-4B53-9542-9A964682B26C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9" creationId="{4FF0C270-981A-4974-A444-97EA98243EB0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0" creationId="{72FCF5EA-57FE-45B1-B1AD-31ADD4B2E56E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1" creationId="{273F54FC-1D27-4322-95D9-112F3E8B3C5C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2" creationId="{72F6B31D-4AB6-47EF-81F6-FE28D0BC60D0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3" creationId="{69B971AB-B962-405C-BD3F-8E51BA1BD0F8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4" creationId="{35D82957-981A-4305-9039-4258010C94D6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5" creationId="{299B7BDC-9094-421D-A164-7890B3EFF742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6" creationId="{892F4DEE-9B55-4C7D-B71F-366562709D6B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7" creationId="{DEC672AE-64FF-4642-B1FC-E2C95F53B6D5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8" creationId="{4EFF00FD-0982-4A9F-AB93-865554600B3D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9" creationId="{E680563A-8D5B-4A81-A4F0-780F2074A871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0" creationId="{55234845-2072-478F-BC9B-8256B43949B1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1" creationId="{E51522CB-1684-497D-84DC-562E92C90835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2" creationId="{EE7AC28F-A440-4B68-8197-96B3EDF1072C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3" creationId="{65DE6682-C0B1-4C3C-8EBE-0575D02094DB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4" creationId="{9ADF1E88-C075-43C4-96EF-7A690D892063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5" creationId="{BFC997B9-45EC-4D2D-932B-FAAA278897E8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6" creationId="{2D555CD5-9E67-43C4-AD88-4D62E69C0220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7" creationId="{8267ADF9-1A1B-4E29-AA2B-DA6A710341E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8" creationId="{E5B6B727-EF57-486E-87DD-6EA07350BC89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9" creationId="{AB57A66E-11C8-45E8-BF11-7F4E727FEB6B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0" creationId="{B4D0EA10-2A2B-4B8F-9D23-039777E70773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1" creationId="{989EA338-B217-4E11-8E95-356C071F52BF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2" creationId="{DF94561F-8BEE-4A69-BBC5-AF010937F9F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3" creationId="{5D4CDBED-FA7F-481F-8569-D6C3132E62E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4" creationId="{97C54D7E-C124-4470-A0B9-B3E89B17DF5A}"/>
          </ac:spMkLst>
        </pc:spChg>
        <pc:spChg chg="mod">
          <ac:chgData name="Minh Huynh" userId="01a137d4-0d81-46e0-aca6-c9185b391828" providerId="ADAL" clId="{18447838-0BCA-432B-86F3-BB78526C143F}" dt="2026-10-12T21:51:26.347" v="2159" actId="15"/>
          <ac:spMkLst>
            <pc:docMk/>
            <pc:sldMk cId="224993826" sldId="899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6" creationId="{BAB71273-A99A-420D-918A-77157A89DEC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7" creationId="{5F03C7CF-40AA-4734-9AE7-E16CE6FD389A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8" creationId="{DD270FF7-0CA2-4F57-9815-C9E56EE030E0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9" creationId="{9CD2E683-AD54-4E1D-81FB-23E89C97DA78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0" creationId="{7C8564D4-6E11-4C7D-ACFC-6847D2A0BD61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1" creationId="{ECFD570B-EB68-440E-9AEA-01D2B4FA5A73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2" creationId="{04355D0B-2876-48B7-B5E3-FD4ED0BC2CAA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3" creationId="{9B0D2927-484B-412E-96A4-721CA3DA18D8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4" creationId="{CD74E2DE-3085-4328-B325-ED2F6113112F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5" creationId="{CF9D8EEA-ED71-4CB7-9405-A7649C5F1541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6" creationId="{21270740-DBA9-4807-A094-44AE92BEF81C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7" creationId="{03ABFE14-D5DC-4EB0-B0B0-BE1C9D865AC4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8" creationId="{6BCCA5B6-8A4C-46BF-8D55-0F5EED039949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9" creationId="{957126C1-1334-4094-A7A2-BA06A39C4C04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0" creationId="{9B31B125-455B-42C3-9670-9D065EF041CC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1" creationId="{EB46DA12-694A-4205-BD6F-A60B88078556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2" creationId="{E2637896-0EF4-42D7-B723-00BCEF22E909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3" creationId="{51C47279-E5A2-4C30-9C7B-A38514A3164D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4" creationId="{19DC89E0-7F57-4409-82B7-DC998F0117C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5" creationId="{AAFA8444-97BF-4319-94D4-7DA7EE9EFA45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6" creationId="{61B7AED5-2BDB-4526-9A2F-8934D37B1B20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7" creationId="{92C8B8B1-3D71-4723-90B1-FB5DEFA464EB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8" creationId="{95A83C63-CC54-4593-8119-A6DD3B3B1256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9" creationId="{91C1325E-6C11-4CEF-A977-E37E8D316021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0" creationId="{BAAB8CB5-0732-4EEA-AF43-FC823DFBF903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1" creationId="{1ED21D60-469F-415C-A525-90EF6C37F98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2" creationId="{884E8C7E-26CE-482B-821A-1D896C032F8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3" creationId="{2948A5EF-1F25-4BA7-93DA-69C718E0653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4" creationId="{EFA692C3-7F13-4E16-9958-7D0A5F0E937F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5" creationId="{33C89F98-5ADD-4FF9-A586-F28753CF66DD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6" creationId="{8D776558-17D9-4711-9986-73952A77B26E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7" creationId="{EF858AC5-F791-4B61-B94E-22ECA9E78795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8" creationId="{3A3F8A11-BD8C-4856-90D2-FE3AD5B1538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09" creationId="{3D39CCBB-818F-4C2C-A0F1-C483687AD860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0" creationId="{F0810AB7-887E-4CEE-985B-E801F950FD75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1" creationId="{8C14A1BE-23D6-4A71-B469-AA85A0AB249E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2" creationId="{DA270779-A8F0-4C7B-91A9-25376A9819EA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3" creationId="{8B9A20E8-B4EB-4D8E-B1CD-95786CEF474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4" creationId="{3D649E51-293D-4A75-8A32-668C8711940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5" creationId="{BB84CD00-8CF5-4A7D-B233-10B5631A61B3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6" creationId="{FC78B74D-A1C5-4F32-93D6-361679E758D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7" creationId="{43AF4A22-2BCC-4A91-B0D7-D0EAD58769F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8" creationId="{26F7F4D0-F82B-479D-BE73-C57D24929D8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9" creationId="{8FA59F90-3109-4ACB-8BBC-368F3EECF04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0" creationId="{208231C7-54E8-4C15-A4B7-9F19F10DF27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1" creationId="{58B9E9C3-3A9C-48CC-B2B2-D7404856E10D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2" creationId="{720A4586-7609-4D23-90F5-A532E75A06A0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3" creationId="{1EE6A027-EBE3-492F-A9D8-A7CF22F1ADE3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4" creationId="{70CDC884-6E92-4AB0-AAE1-44134FF18D8A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5" creationId="{C36F9355-E55C-4F29-9998-E17F4C767094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6" creationId="{F1C80EEF-F4E0-4202-ABF8-897A5B1974C9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7" creationId="{28ECCE3F-B26C-4D7F-9734-016D658D779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8" creationId="{AC2159AF-D14C-4BE5-8BBF-ED4ABD6F422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9" creationId="{C02D6605-D919-4520-B5EB-A6BF078F19A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0" creationId="{0CC0B17D-A966-446E-843A-8C9DA02AB9C0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1" creationId="{36EBA0CB-78DD-4264-B31A-444991CA79D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2" creationId="{8C5E9F7D-FCC9-468A-9459-8BF7BC235CE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3" creationId="{328ABEDB-6DD7-4DDE-997C-7FBF738D14C9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4" creationId="{32743519-AA83-43F1-ADE0-6DD3E0C0218E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5" creationId="{DAC1265D-48B0-4EF6-9E5F-C8B095DA93F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6" creationId="{B2D86BC5-52CB-4A8D-B0A2-5DFFEA5CAFA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7" creationId="{8A028BDE-3F0D-42CD-9980-B641A1CD684D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8" creationId="{231536C3-9E58-49BE-A46B-4F5AD969218C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9" creationId="{BB7BDFF3-160E-4508-A5C1-D1FD45994602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0" creationId="{5726F58C-EB48-458B-BC16-727F6423FD1C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1" creationId="{C01A2791-5FBA-4B1A-B5ED-4E4CEF488E5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2" creationId="{B738D2B9-DB79-4B80-8727-91E25C4E14B6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3" creationId="{49AA32A9-21E7-4464-87CA-C24C9537920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4" creationId="{97DD5D34-DCC0-4FC2-9865-09919F320786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5" creationId="{6ABE33D3-8E8E-4407-89A4-1146CAB6DFF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6" creationId="{9F406BE7-BB42-4381-B919-C99F906C68A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7" creationId="{9190E31B-21C1-4752-80DC-EB225F8B8FE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8" creationId="{FD5DD199-737A-495E-88C7-4539D7CCD69A}"/>
          </ac:spMkLst>
        </pc:spChg>
      </pc:sldChg>
      <pc:sldChg chg="addSp delSp modSp add mod">
        <pc:chgData name="Minh Huynh" userId="01a137d4-0d81-46e0-aca6-c9185b391828" providerId="ADAL" clId="{18447838-0BCA-432B-86F3-BB78526C143F}" dt="2026-10-12T21:55:53.872" v="2313" actId="57"/>
        <pc:sldMkLst>
          <pc:docMk/>
          <pc:sldMk cId="1572259855" sldId="900"/>
        </pc:sldMkLst>
        <pc:spChg chg="mod">
          <ac:chgData name="Minh Huynh" userId="01a137d4-0d81-46e0-aca6-c9185b391828" providerId="ADAL" clId="{18447838-0BCA-432B-86F3-BB78526C143F}" dt="2026-10-12T21:51:56.285" v="2169" actId="20577"/>
          <ac:spMkLst>
            <pc:docMk/>
            <pc:sldMk cId="1572259855" sldId="900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4" creationId="{D516272F-06F8-48BC-9B00-D74C88CB6B5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5" creationId="{20336F2F-E3F1-4663-8BFD-90707764F0E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6" creationId="{384E353A-3D6F-4F40-B1D4-C8FFEEC2C75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7" creationId="{6F4C853E-84C5-4769-B95B-B78C1DAA5158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8" creationId="{FF5D0D5C-2DC2-4E76-B5E0-BE7B526B5B0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9" creationId="{132C8396-05BB-49F6-9162-D544443B2F2D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0" creationId="{5280BAC9-0533-469F-B4BC-325866317D60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1" creationId="{3DE91276-54E9-4C87-884D-04FCF204AFDD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2" creationId="{53180FC7-6FB6-4A20-B521-B9C6ADEE7785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3" creationId="{55146D1C-0732-4926-8215-D2D38AF66E3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4" creationId="{87B802FE-9DA4-440E-BCF7-F8D1C8FD225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5" creationId="{E63D5F7B-9BDA-40C2-8D46-02D593E4F9AE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6" creationId="{49477637-2B46-42C1-BD25-15AB06279BB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7" creationId="{7AEE6190-0DB6-4562-BC8B-81D84223483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8" creationId="{C8FA79F7-C098-46C2-9FBA-5FF70FC5D18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9" creationId="{1B0C6BF2-3D46-4480-8787-420270E09F6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0" creationId="{EF3DE128-D044-4571-82F0-AA188AB45D3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1" creationId="{470C8668-AAF7-4494-8CCE-F9EEF3A15055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2" creationId="{0BAA67CE-C9D1-4C9B-8258-76AEE30F3CC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3" creationId="{22415FF8-465F-430D-A18E-A4E1A158462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4" creationId="{5114B134-2DA0-41F7-BE91-EC66B079FD4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5" creationId="{10800792-D212-4E26-BB3A-9DD25F2B2E9A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6" creationId="{70949F39-A247-4DD5-B3C3-BE087E3D6A27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7" creationId="{01EADCFD-010F-4AEA-BCD4-BFDFA3D1DFE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8" creationId="{55ABE877-C644-4CDE-AFF8-2DBD9850616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9" creationId="{9297DD5E-4B35-473C-8C3A-32820AFEED90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0" creationId="{5D6CF9D9-D148-4FC7-8259-6CB104CEED1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1" creationId="{C896B697-DAEE-406F-8AC3-71C8BF9FDA0E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2" creationId="{0F3F7690-8BFD-431F-BF7D-4138CB78C7D3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3" creationId="{8EFA7FC1-F90A-48C0-AE0F-FD79A58B474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4" creationId="{D384DAA5-3C08-46C2-B2EB-B68A25D77C39}"/>
          </ac:spMkLst>
        </pc:spChg>
        <pc:spChg chg="mod">
          <ac:chgData name="Minh Huynh" userId="01a137d4-0d81-46e0-aca6-c9185b391828" providerId="ADAL" clId="{18447838-0BCA-432B-86F3-BB78526C143F}" dt="2026-10-12T21:55:53.872" v="2313" actId="57"/>
          <ac:spMkLst>
            <pc:docMk/>
            <pc:sldMk cId="1572259855" sldId="900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6" creationId="{2E6FBF43-0122-458E-B137-0DAFD0CCB7F4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7" creationId="{D4757130-AE89-4C5F-98A5-56CEC96AE44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8" creationId="{84D7B0B5-902E-489F-8B16-0AF1D6BB79C8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9" creationId="{5CAE0427-743D-43D5-AD84-607335C54FC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0" creationId="{722EA031-077E-4D22-8ABF-170041A327C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1" creationId="{639525BF-9A3C-42BE-8B8F-78449493D8F0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2" creationId="{AA61A315-5EAF-4FAC-9160-3324ED96CA53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3" creationId="{EBB008E0-1234-4FBD-867F-6D46F47EC3AA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4" creationId="{F7A301CC-F1B1-4F0B-B2D5-A8AB9A39C75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5" creationId="{F7B877F6-1BE8-4052-84B5-CB6AA85A0AB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6" creationId="{D17CEC4A-564A-4BE1-B022-479CC91FB3AE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7" creationId="{4CE955E1-AB93-40CE-BC4B-2CF9ADD3A1D2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88" creationId="{DD7F568A-E10A-42A6-8DD7-89708932C924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89" creationId="{46F8458C-5F60-4B54-8B52-86BFF0E7BFC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0" creationId="{CAEC0739-F223-4399-AA9D-C8873B374836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1" creationId="{B6403C4B-018A-4CC1-8C10-9982F249BAF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2" creationId="{15164FBA-393B-48E9-AA99-ADA9AFD450C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3" creationId="{01EC23A7-0FB8-4BB0-BDDF-E77B9D4D8CF0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4" creationId="{7612F2A8-B096-4386-B4E3-2FBBB3B19281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5" creationId="{249DC1CC-BBC8-487C-8E71-B729AFA2669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6" creationId="{3F31811F-B8BB-4CC7-9E0B-EA31337D3346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7" creationId="{2A6C4381-B73D-4F25-8F78-5A572C11DA6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8" creationId="{00084E4B-67AD-406C-BCE5-11BB2D96174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9" creationId="{E8D2E691-0891-443B-8FF9-2D053A9F71E3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0" creationId="{A3BF1D4D-579B-4F41-A96E-812F464E839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1" creationId="{ADB1EB13-4BE8-4854-B309-0C96D88C67F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2" creationId="{1D443D0C-3FD4-40A7-9D65-5F41331FA54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3" creationId="{2B9A8AE0-96E8-4C2B-A774-1481FBB65B8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4" creationId="{FF15C818-59D4-4522-8833-371EBDFD166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5" creationId="{E6CF411F-1380-4F4F-9AB7-C00595D29714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6" creationId="{06262F71-8E9B-4E8B-BAC9-518A2BC779B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7" creationId="{F2649D6C-8552-4CE2-B9DD-06B336D3C297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8" creationId="{A3754F7B-EB72-4111-AA04-1B47F01AAA9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09" creationId="{3D39CCBB-818F-4C2C-A0F1-C483687AD860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0" creationId="{F0810AB7-887E-4CEE-985B-E801F950FD75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1" creationId="{8C14A1BE-23D6-4A71-B469-AA85A0AB249E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2" creationId="{DA270779-A8F0-4C7B-91A9-25376A9819EA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3" creationId="{8B9A20E8-B4EB-4D8E-B1CD-95786CEF474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4" creationId="{3D649E51-293D-4A75-8A32-668C8711940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5" creationId="{BB84CD00-8CF5-4A7D-B233-10B5631A61B3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6" creationId="{FC78B74D-A1C5-4F32-93D6-361679E758D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7" creationId="{43AF4A22-2BCC-4A91-B0D7-D0EAD58769F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8" creationId="{26F7F4D0-F82B-479D-BE73-C57D24929D8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9" creationId="{8FA59F90-3109-4ACB-8BBC-368F3EECF04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0" creationId="{208231C7-54E8-4C15-A4B7-9F19F10DF27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1" creationId="{58B9E9C3-3A9C-48CC-B2B2-D7404856E10D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2" creationId="{720A4586-7609-4D23-90F5-A532E75A06A0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3" creationId="{1EE6A027-EBE3-492F-A9D8-A7CF22F1ADE3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4" creationId="{70CDC884-6E92-4AB0-AAE1-44134FF18D8A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5" creationId="{C36F9355-E55C-4F29-9998-E17F4C767094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6" creationId="{F1C80EEF-F4E0-4202-ABF8-897A5B1974C9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7" creationId="{28ECCE3F-B26C-4D7F-9734-016D658D779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8" creationId="{AC2159AF-D14C-4BE5-8BBF-ED4ABD6F422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9" creationId="{C02D6605-D919-4520-B5EB-A6BF078F19A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0" creationId="{0CC0B17D-A966-446E-843A-8C9DA02AB9C0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1" creationId="{36EBA0CB-78DD-4264-B31A-444991CA79D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2" creationId="{8C5E9F7D-FCC9-468A-9459-8BF7BC235CE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3" creationId="{328ABEDB-6DD7-4DDE-997C-7FBF738D14C9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4" creationId="{32743519-AA83-43F1-ADE0-6DD3E0C0218E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5" creationId="{DAC1265D-48B0-4EF6-9E5F-C8B095DA93F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6" creationId="{B2D86BC5-52CB-4A8D-B0A2-5DFFEA5CAFA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7" creationId="{8A028BDE-3F0D-42CD-9980-B641A1CD684D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8" creationId="{231536C3-9E58-49BE-A46B-4F5AD969218C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9" creationId="{BB7BDFF3-160E-4508-A5C1-D1FD45994602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0" creationId="{5726F58C-EB48-458B-BC16-727F6423FD1C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1" creationId="{C01A2791-5FBA-4B1A-B5ED-4E4CEF488E5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2" creationId="{B738D2B9-DB79-4B80-8727-91E25C4E14B6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3" creationId="{49AA32A9-21E7-4464-87CA-C24C9537920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4" creationId="{97DD5D34-DCC0-4FC2-9865-09919F320786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5" creationId="{6ABE33D3-8E8E-4407-89A4-1146CAB6DFF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6" creationId="{9F406BE7-BB42-4381-B919-C99F906C68A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7" creationId="{9190E31B-21C1-4752-80DC-EB225F8B8FE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8" creationId="{FD5DD199-737A-495E-88C7-4539D7CCD69A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49" creationId="{21DFD56D-3523-4608-9402-BFB28459070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0" creationId="{6DBAB6A7-C461-484C-ADB3-AABA62871EA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1" creationId="{90614140-0FC7-4B2C-AC00-25A3D449D757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2" creationId="{A39311CA-B5A0-452F-8DE5-15587543E5D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3" creationId="{CC4135C1-925C-4734-8A19-3FA170BED01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4" creationId="{E50D65BB-3A00-40D4-BEB3-639AF96917D6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5" creationId="{F88CA61F-761B-40D0-9A17-10D593B3247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6" creationId="{6C3D556A-27F9-499F-A789-55B42F8AB77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7" creationId="{A38F0726-2FB3-4CE1-AB85-658E951878E0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8" creationId="{9A532184-9FAF-442F-A2B6-22F5DE3F3A1C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9" creationId="{5A86A892-1579-4A9B-8153-0B7325B32AB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0" creationId="{BBAAE345-78C0-4389-A2C3-163D462D233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1" creationId="{3B9021A5-D70D-44D9-8FD2-334714F6880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2" creationId="{7CE1599A-9562-41D5-8D00-D2CC724664C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3" creationId="{919F206C-7941-4701-A201-F83FBE7FA58D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4" creationId="{EB101FD7-1E88-42E7-B8F3-03B503462AE1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5" creationId="{BA151476-867D-404B-BC73-2F03730FC3E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6" creationId="{E4C53C5F-A54D-401E-8FE0-1CAF2FB857D7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7" creationId="{675DDA17-543F-4915-AA09-F64037DC075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8" creationId="{D3B8DB5D-B3EF-4ADB-B873-D530E075329A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9" creationId="{02C300F5-1222-4D33-97BD-57965A511AF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70" creationId="{89D33540-E4B3-45BB-9DE8-CB56F094F072}"/>
          </ac:spMkLst>
        </pc:s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070512887" sldId="900"/>
        </pc:sldMkLst>
      </pc:sldChg>
      <pc:sldChg chg="addSp delSp modSp add mod">
        <pc:chgData name="Minh Huynh" userId="01a137d4-0d81-46e0-aca6-c9185b391828" providerId="ADAL" clId="{18447838-0BCA-432B-86F3-BB78526C143F}" dt="2026-10-12T21:58:38.944" v="2364" actId="20577"/>
        <pc:sldMkLst>
          <pc:docMk/>
          <pc:sldMk cId="232970683" sldId="901"/>
        </pc:sldMkLst>
        <pc:spChg chg="mod">
          <ac:chgData name="Minh Huynh" userId="01a137d4-0d81-46e0-aca6-c9185b391828" providerId="ADAL" clId="{18447838-0BCA-432B-86F3-BB78526C143F}" dt="2026-10-12T21:56:16.067" v="2332" actId="20577"/>
          <ac:spMkLst>
            <pc:docMk/>
            <pc:sldMk cId="232970683" sldId="901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47" creationId="{2199A702-03D6-415E-8F03-8F1BB33C3D45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48" creationId="{C40C5762-B1B7-40DE-B23D-153CE17158AA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49" creationId="{E7F43684-6224-4F98-AB05-C1C8FBB5F856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0" creationId="{2C2BF9A0-1D2F-46F3-AFD3-85192566E24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1" creationId="{C3D7EDF1-73C1-421B-AD1F-C6A5827EA15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2" creationId="{AB5303AC-7B45-428D-BFE8-17AC9B17655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3" creationId="{9D6DDE0C-3B46-479E-A80B-F3FC94FE0BB6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4" creationId="{51549B7E-ED0F-4436-8FC8-5EF864D948C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5" creationId="{8744D3EF-CDF2-4D14-AACC-0982E0274A3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6" creationId="{CE8F68C2-1A0B-4759-9A65-700BAD50CAB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7" creationId="{B5A0ED94-A0FD-48F3-AF08-DA007E0F44F0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8" creationId="{71EEC9DC-7311-4F5B-B9D2-9465275AE2B6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9" creationId="{73B41FAD-1A52-4E93-89E9-F6CF0EB51BA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0" creationId="{AD402632-D8B5-48CC-A946-FEDBA74AA31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1" creationId="{74A91AC0-56E6-4DF0-8622-D9D04FA79A9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2" creationId="{C28F6269-B518-489C-985A-1299BFB6106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3" creationId="{C7CE1B46-C1B2-41D0-BEF4-5D8345265AF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4" creationId="{A28FFE30-1FC0-41E0-A4C6-436AA053837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5" creationId="{DE4312D7-0F41-4703-B757-E6F0C68704E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6" creationId="{49658F91-D475-4E61-9340-C2CAF90091D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7" creationId="{41E8D5A6-BEF6-44EA-9C65-5048ADEBFEF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8" creationId="{CEBD0FE3-FE55-4170-82B8-99AEB29BE20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9" creationId="{0753D5AA-786A-4E4A-9259-35AD0A9DBFEA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0" creationId="{A79B6DCC-EB5D-4226-AD22-841532287E1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1" creationId="{F27DDE7D-2152-4850-8DDD-D46E2E70E4B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2" creationId="{6AEFAE03-24FA-423B-BE18-93953B5CA8D5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3" creationId="{5731BD19-C6AB-4551-B931-198F91B640A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4" creationId="{3BC31FF5-A5F4-4757-BC4D-F615042902EB}"/>
          </ac:spMkLst>
        </pc:spChg>
        <pc:spChg chg="mod">
          <ac:chgData name="Minh Huynh" userId="01a137d4-0d81-46e0-aca6-c9185b391828" providerId="ADAL" clId="{18447838-0BCA-432B-86F3-BB78526C143F}" dt="2026-10-12T21:58:38.944" v="2364" actId="20577"/>
          <ac:spMkLst>
            <pc:docMk/>
            <pc:sldMk cId="232970683" sldId="901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6" creationId="{73A645AE-664A-423F-8DDD-C8C06B3A7A7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7" creationId="{91C42E6C-C30A-438C-A7C9-8F2CD7266D1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8" creationId="{DD3189FF-241A-4A75-AE5F-A51CA8757917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9" creationId="{95711114-0F70-41C9-A34D-5B078FF651B1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0" creationId="{CEE9F308-9C88-4767-BF59-94E0E170FD9F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1" creationId="{8FD1ED4D-249D-4DB7-AEAE-FF0118BDF3FC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2" creationId="{26B6592C-6A4F-4B6E-BE7C-D2CC943185E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3" creationId="{002EFBA7-9647-4B78-9C42-134F81FCCB4E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4" creationId="{D6BEC4FF-41F5-4F72-BE0F-3BB2B3C956D4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5" creationId="{7788472F-4A55-4BB7-8E7C-C1DEB43EBE5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6" creationId="{8A8E4DE9-499B-4A49-97D4-C23912E9176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7" creationId="{7DB7774F-5DA3-4524-ABD4-0306EACADA6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88" creationId="{DD7F568A-E10A-42A6-8DD7-89708932C924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89" creationId="{46F8458C-5F60-4B54-8B52-86BFF0E7BFC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0" creationId="{CAEC0739-F223-4399-AA9D-C8873B37483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1" creationId="{B6403C4B-018A-4CC1-8C10-9982F249BAF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2" creationId="{15164FBA-393B-48E9-AA99-ADA9AFD450C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3" creationId="{01EC23A7-0FB8-4BB0-BDDF-E77B9D4D8CF0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4" creationId="{7612F2A8-B096-4386-B4E3-2FBBB3B19281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5" creationId="{249DC1CC-BBC8-487C-8E71-B729AFA2669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6" creationId="{3F31811F-B8BB-4CC7-9E0B-EA31337D334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7" creationId="{2A6C4381-B73D-4F25-8F78-5A572C11DA6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8" creationId="{00084E4B-67AD-406C-BCE5-11BB2D96174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9" creationId="{E8D2E691-0891-443B-8FF9-2D053A9F71E3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0" creationId="{A3BF1D4D-579B-4F41-A96E-812F464E839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1" creationId="{ADB1EB13-4BE8-4854-B309-0C96D88C67F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2" creationId="{1D443D0C-3FD4-40A7-9D65-5F41331FA54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3" creationId="{2B9A8AE0-96E8-4C2B-A774-1481FBB65B8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4" creationId="{FF15C818-59D4-4522-8833-371EBDFD166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5" creationId="{E6CF411F-1380-4F4F-9AB7-C00595D29714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6" creationId="{06262F71-8E9B-4E8B-BAC9-518A2BC779B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7" creationId="{F2649D6C-8552-4CE2-B9DD-06B336D3C297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8" creationId="{A3754F7B-EB72-4111-AA04-1B47F01AAA98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09" creationId="{70E29BDE-D582-44E9-A981-A922657C973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0" creationId="{C84A6944-673D-40A5-8054-D4A16C4F12F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1" creationId="{A3211B5B-E568-4BCD-AFD2-F7D4F1FA6F6B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2" creationId="{6AE57762-497E-4CB6-933E-224650C85615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3" creationId="{22AC1789-9CDA-4576-BE0B-2EA3F94D1B29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4" creationId="{1D15B502-FBD0-4D52-9373-9E8C3C5E6C6E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5" creationId="{5C482160-BFF2-46FA-A335-C33D27054EB2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6" creationId="{BE32DE41-260C-4BDD-9995-B5E7CE4AE13B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7" creationId="{3923A32C-8BB8-422A-9C5B-425274790048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8" creationId="{97D0E181-35A6-4620-AB7C-D7E5C0456EE6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9" creationId="{CA00CEB9-7A7D-41C6-B0D7-3D7A51935ACD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0" creationId="{CC2D1360-1673-4D92-B422-6748B526114A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1" creationId="{1CBDF342-4891-4AAD-A4AA-A80D531935B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2" creationId="{BA41133E-FC1A-46BE-A12E-701B621316C2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3" creationId="{19CA7375-E97A-4DB4-A23B-2CB2E137074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4" creationId="{956C46C7-24AB-4D9B-8904-EE60CFACC0C6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5" creationId="{C70FC9DB-627A-4C73-A98E-F101407A2A4E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6" creationId="{C209B7AC-2022-4EFA-BAE5-3578AB6F8C62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7" creationId="{A3D722CA-4697-4C49-81D8-CCB269685479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8" creationId="{90C02011-FD70-4FC2-8A42-4EA647BB5C9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9" creationId="{CCC6A48B-32D9-47A5-B49D-4E8A82FC0D93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30" creationId="{09B8E903-5294-4D19-B51B-70020377B7A8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31" creationId="{6766EA1A-5560-4A9D-8492-7A266BF81F0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32" creationId="{E4130D3F-8F23-423F-ABE1-9E13C1E0581A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49" creationId="{21DFD56D-3523-4608-9402-BFB28459070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0" creationId="{6DBAB6A7-C461-484C-ADB3-AABA62871EA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1" creationId="{90614140-0FC7-4B2C-AC00-25A3D449D757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2" creationId="{A39311CA-B5A0-452F-8DE5-15587543E5D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3" creationId="{CC4135C1-925C-4734-8A19-3FA170BED01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4" creationId="{E50D65BB-3A00-40D4-BEB3-639AF96917D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5" creationId="{F88CA61F-761B-40D0-9A17-10D593B3247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6" creationId="{6C3D556A-27F9-499F-A789-55B42F8AB77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7" creationId="{A38F0726-2FB3-4CE1-AB85-658E951878E0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8" creationId="{9A532184-9FAF-442F-A2B6-22F5DE3F3A1C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9" creationId="{5A86A892-1579-4A9B-8153-0B7325B32AB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0" creationId="{BBAAE345-78C0-4389-A2C3-163D462D233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1" creationId="{3B9021A5-D70D-44D9-8FD2-334714F6880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2" creationId="{7CE1599A-9562-41D5-8D00-D2CC724664C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3" creationId="{919F206C-7941-4701-A201-F83FBE7FA58D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4" creationId="{EB101FD7-1E88-42E7-B8F3-03B503462AE1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5" creationId="{BA151476-867D-404B-BC73-2F03730FC3E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6" creationId="{E4C53C5F-A54D-401E-8FE0-1CAF2FB857D7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7" creationId="{675DDA17-543F-4915-AA09-F64037DC075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8" creationId="{D3B8DB5D-B3EF-4ADB-B873-D530E075329A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9" creationId="{02C300F5-1222-4D33-97BD-57965A511AF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70" creationId="{89D33540-E4B3-45BB-9DE8-CB56F094F072}"/>
          </ac:spMkLst>
        </pc:s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782254885" sldId="901"/>
        </pc:sldMkLst>
      </pc:sldChg>
      <pc:sldChg chg="addSp delSp modSp add mod">
        <pc:chgData name="Minh Huynh" userId="01a137d4-0d81-46e0-aca6-c9185b391828" providerId="ADAL" clId="{18447838-0BCA-432B-86F3-BB78526C143F}" dt="2026-10-13T02:51:01.163" v="2453" actId="14100"/>
        <pc:sldMkLst>
          <pc:docMk/>
          <pc:sldMk cId="2487047363" sldId="902"/>
        </pc:sldMkLst>
        <pc:spChg chg="mod">
          <ac:chgData name="Minh Huynh" userId="01a137d4-0d81-46e0-aca6-c9185b391828" providerId="ADAL" clId="{18447838-0BCA-432B-86F3-BB78526C143F}" dt="2026-10-13T02:49:08.771" v="2403" actId="20577"/>
          <ac:spMkLst>
            <pc:docMk/>
            <pc:sldMk cId="2487047363" sldId="902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6" creationId="{D5C76A90-EC58-483F-BA63-C54B3AE8E0B5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7" creationId="{6C5B3935-C11C-4582-913F-B018CC09A810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8" creationId="{99505BA9-B9DE-4B2A-B684-E5CE80A45AC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9" creationId="{2058982F-5033-4DBE-8A93-C0EB78BA2C6B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0" creationId="{9AA65E4C-6435-4406-895C-49C36A20458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1" creationId="{E87C0E9F-FF49-4F7F-A9E5-6036524C6F6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2" creationId="{5E665120-A57F-4287-BE6C-0FC157C33155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3" creationId="{E2555B8C-AC38-4F06-B192-54A6F35AD3A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4" creationId="{5CD5B599-F530-4C52-95E0-623B9B01299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5" creationId="{170E2E09-9F88-4E83-8277-B9F39C337FB8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6" creationId="{04FD84DD-84E1-409B-AEAA-C0AB867AB479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7" creationId="{38038D13-6956-4514-ADBB-43F344C9F93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8" creationId="{F0F15E31-12AA-4CAE-BE15-7F6D9E0B926C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9" creationId="{1902B7B7-89FB-4E99-AAB0-20876F1B714D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0" creationId="{10F3A7C5-7D12-4B60-9E14-49CB5B416E49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1" creationId="{4207EA15-8D58-4672-840C-A0E0C5AD8D71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2" creationId="{8F3C5456-3597-4F46-965F-3E3F26789C6E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3" creationId="{73CF5687-73A6-43F3-85CD-886056F16A15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4" creationId="{FF940E9C-F98E-4E71-9FDE-F3DE7DBB745D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5" creationId="{575B8533-9CE5-48C4-B13E-76DC419A06B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6" creationId="{FEFBD3AC-FE54-4088-BE80-6CB8CC0B7B23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7" creationId="{A71E8C65-26F8-442C-89AB-9D1709F3BBA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8" creationId="{4D971A3D-5CC3-4804-85C6-131B3B435D6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9" creationId="{20C7DCFB-1F5C-419B-8E6E-89EAC558146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0" creationId="{092B3514-F4CE-4443-BCDD-6B65F7870289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1" creationId="{31DF323A-8DD1-4EAA-93BB-76F94BFAD658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2" creationId="{6F7BC4AA-3B4C-450D-85BD-62983A584652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3" creationId="{29958C97-DE55-46FD-87FD-9FB937DE8A1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4" creationId="{C4AD46F8-283A-43C6-9D3C-4DB4E43C0A5F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5" creationId="{87A8F7FD-D6D5-475B-B13E-EB21BBFFFFE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6" creationId="{37285192-4EE9-4D01-915B-5FDDC626B08D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7" creationId="{FED09083-3068-491A-9969-0DD5D8486970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8" creationId="{CCD52D7D-D9BB-4722-8AC2-8600EAA82A08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9" creationId="{F9E8E363-5414-4102-A2E7-7FA6410BAA8C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0" creationId="{4A55D290-73E1-43E4-A3DC-FB8FCB77982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1" creationId="{C7A075F8-871A-4C89-885E-CF67F21EEC1E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2" creationId="{90781B4B-0CE1-4626-B836-6E38B6BD680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3" creationId="{5E9A8468-12A9-4BA5-9A26-D6F483E360C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4" creationId="{9F937CE0-91F0-4C7D-B44D-61C5A0168373}"/>
          </ac:spMkLst>
        </pc:spChg>
        <pc:spChg chg="mod">
          <ac:chgData name="Minh Huynh" userId="01a137d4-0d81-46e0-aca6-c9185b391828" providerId="ADAL" clId="{18447838-0BCA-432B-86F3-BB78526C143F}" dt="2026-10-13T02:50:22.651" v="2440" actId="14100"/>
          <ac:spMkLst>
            <pc:docMk/>
            <pc:sldMk cId="2487047363" sldId="902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6" creationId="{DAC7E202-A49C-4EA7-B11A-44E12B7A2FD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7" creationId="{62A43434-78A1-4B5B-BEFD-16359EB4787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8" creationId="{0B1343DD-8CFB-43D3-8549-2E513BCA4D2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9" creationId="{DDB2D4AF-25A6-492C-8C5B-499257DBF71A}"/>
          </ac:spMkLst>
        </pc:spChg>
        <pc:spChg chg="del">
          <ac:chgData name="Minh Huynh" userId="01a137d4-0d81-46e0-aca6-c9185b391828" providerId="ADAL" clId="{18447838-0BCA-432B-86F3-BB78526C143F}" dt="2026-10-13T02:50:24.303" v="2441" actId="478"/>
          <ac:spMkLst>
            <pc:docMk/>
            <pc:sldMk cId="2487047363" sldId="902"/>
            <ac:spMk id="80" creationId="{CEE9F308-9C88-4767-BF59-94E0E170FD9F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1" creationId="{8FD1ED4D-249D-4DB7-AEAE-FF0118BDF3FC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2" creationId="{26B6592C-6A4F-4B6E-BE7C-D2CC943185E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3" creationId="{002EFBA7-9647-4B78-9C42-134F81FCCB4E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4" creationId="{D6BEC4FF-41F5-4F72-BE0F-3BB2B3C956D4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5" creationId="{7788472F-4A55-4BB7-8E7C-C1DEB43EBE5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6" creationId="{8A8E4DE9-499B-4A49-97D4-C23912E9176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7" creationId="{7DB7774F-5DA3-4524-ABD4-0306EACADA6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88" creationId="{26005E6A-6EA8-4151-A779-A0663F80CA60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89" creationId="{B414DED1-86DC-4E79-9517-D9ACDBB9D824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0" creationId="{01591618-CC17-4AEA-B6DB-4F5BE55B44F8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1" creationId="{81025A3E-A2F6-4449-B62F-979BCFF3419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2" creationId="{C343450D-2406-4D89-8E41-1555AF0EB1A4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3" creationId="{C5CD930C-ABA5-4C66-BFCB-4F06B1FE866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4" creationId="{3B0F03BB-997A-4362-ACE0-66681911D159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5" creationId="{182FDF43-7ADB-47DA-ABFA-E46A8149C7B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6" creationId="{A26E7D74-1407-4B33-A059-1ACFFCFFA71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7" creationId="{C5FCD331-6E0B-4AC0-B40B-34B864E6277D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8" creationId="{35399F7F-49C2-4117-B855-3694C030968C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9" creationId="{07DB01D2-9121-4AA0-889D-AC1DFA1E0B1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0" creationId="{2CADFEF8-43F1-4C66-8923-9C0E719B6E81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1" creationId="{BA24A5E0-0AD4-4A58-B365-9104414967BD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2" creationId="{7FF04EC5-0235-4979-BC5D-42FF3EAB0188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3" creationId="{2E5DC29A-FB52-417E-9C27-28C31B928300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4" creationId="{3A6556C6-597E-4DAA-A539-07379D4CDB03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5" creationId="{B507C91C-DA60-45C2-B822-1AA04E38116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6" creationId="{E10A5471-C1CA-42A3-8337-D0B79872C93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7" creationId="{5D889565-9B4B-46CC-85D1-BA45C078622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8" creationId="{947076CE-710C-43BC-9729-231897829D95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09" creationId="{70E29BDE-D582-44E9-A981-A922657C973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0" creationId="{C84A6944-673D-40A5-8054-D4A16C4F12F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1" creationId="{A3211B5B-E568-4BCD-AFD2-F7D4F1FA6F6B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2" creationId="{6AE57762-497E-4CB6-933E-224650C85615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3" creationId="{22AC1789-9CDA-4576-BE0B-2EA3F94D1B29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4" creationId="{1D15B502-FBD0-4D52-9373-9E8C3C5E6C6E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5" creationId="{5C482160-BFF2-46FA-A335-C33D27054EB2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6" creationId="{BE32DE41-260C-4BDD-9995-B5E7CE4AE13B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7" creationId="{3923A32C-8BB8-422A-9C5B-425274790048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8" creationId="{97D0E181-35A6-4620-AB7C-D7E5C0456EE6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9" creationId="{CA00CEB9-7A7D-41C6-B0D7-3D7A51935ACD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0" creationId="{CC2D1360-1673-4D92-B422-6748B526114A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1" creationId="{1CBDF342-4891-4AAD-A4AA-A80D531935B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2" creationId="{BA41133E-FC1A-46BE-A12E-701B621316C2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3" creationId="{19CA7375-E97A-4DB4-A23B-2CB2E137074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4" creationId="{956C46C7-24AB-4D9B-8904-EE60CFACC0C6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5" creationId="{C70FC9DB-627A-4C73-A98E-F101407A2A4E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6" creationId="{C209B7AC-2022-4EFA-BAE5-3578AB6F8C62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7" creationId="{A3D722CA-4697-4C49-81D8-CCB269685479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8" creationId="{90C02011-FD70-4FC2-8A42-4EA647BB5C9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9" creationId="{CCC6A48B-32D9-47A5-B49D-4E8A82FC0D93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30" creationId="{09B8E903-5294-4D19-B51B-70020377B7A8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31" creationId="{6766EA1A-5560-4A9D-8492-7A266BF81F0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32" creationId="{E4130D3F-8F23-423F-ABE1-9E13C1E0581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3" creationId="{9FFF96A4-E75E-48DE-84B8-E90875689B9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4" creationId="{1D673CAE-F566-45E1-A27B-3AB1792E145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5" creationId="{AA3CF724-A683-4028-94B6-B0B4B9ED885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6" creationId="{3D93E50F-CB56-4AA9-AC6C-2DB9C95B12AC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7" creationId="{783EF8D4-BEB2-49B3-B8B4-FD533FF3523F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8" creationId="{BAA48223-7F9E-4E34-A31C-1BB6A78B6585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9" creationId="{9BF258A2-6828-4C8C-A633-4B6E8912A98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0" creationId="{7D5A4F7F-E256-49B1-A91C-34742774F3BC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1" creationId="{4B4F8553-6D15-4BA0-8278-1FF4BFF4EA0E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2" creationId="{E753C01D-C4CC-405F-A322-A659106F8D9E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3" creationId="{BD7B5607-9BF6-481D-B504-53DB1C63D915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4" creationId="{6BF21274-DDCE-4388-A34D-1837419984F3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5" creationId="{F2442D25-959F-4A98-BE9C-6BD6D89948B5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6" creationId="{2D2DAA67-747E-43A1-86BE-BC6B47BEBC98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7" creationId="{FC4E3C91-C4F0-46E8-BE5C-51859AA92D2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8" creationId="{D3C1514A-AAA1-4CF4-8493-C1DF3B45784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9" creationId="{8F298063-E868-46A3-97E4-2AD127E35FB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0" creationId="{0CF6AC62-33AA-4FEF-B3DA-8CB4E936A87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1" creationId="{DD4E1251-DD05-4456-838C-F2F904A1E11E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2" creationId="{BD5E8EFD-A7FA-4C0F-8D22-7938804011F9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3" creationId="{A05B3B2B-4858-4AD5-9B4A-CB527D0726D1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4" creationId="{C5904B70-56B1-4F28-A9A3-5E609AD14434}"/>
          </ac:spMkLst>
        </pc:spChg>
        <pc:picChg chg="add mod modCrop">
          <ac:chgData name="Minh Huynh" userId="01a137d4-0d81-46e0-aca6-c9185b391828" providerId="ADAL" clId="{18447838-0BCA-432B-86F3-BB78526C143F}" dt="2026-10-13T02:51:01.163" v="2453" actId="14100"/>
          <ac:picMkLst>
            <pc:docMk/>
            <pc:sldMk cId="2487047363" sldId="902"/>
            <ac:picMk id="3" creationId="{FF9598AB-0C4F-493D-A633-16BD9A5A5B00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254035699" sldId="902"/>
        </pc:sldMkLst>
      </pc:sldChg>
      <pc:sldChg chg="addSp delSp modSp add mod">
        <pc:chgData name="Minh Huynh" userId="01a137d4-0d81-46e0-aca6-c9185b391828" providerId="ADAL" clId="{18447838-0BCA-432B-86F3-BB78526C143F}" dt="2026-10-13T02:52:58.446" v="2495" actId="14100"/>
        <pc:sldMkLst>
          <pc:docMk/>
          <pc:sldMk cId="407186605" sldId="903"/>
        </pc:sldMkLst>
        <pc:spChg chg="mod">
          <ac:chgData name="Minh Huynh" userId="01a137d4-0d81-46e0-aca6-c9185b391828" providerId="ADAL" clId="{18447838-0BCA-432B-86F3-BB78526C143F}" dt="2026-10-13T02:52:05.608" v="2463" actId="20577"/>
          <ac:spMkLst>
            <pc:docMk/>
            <pc:sldMk cId="407186605" sldId="903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5" creationId="{ADEC3FB9-46A0-42BC-BA1F-6F02818ADA0A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6" creationId="{5BCF704C-2879-4F7C-999D-3A1FE9696CD7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7" creationId="{4C08E428-9A3D-451F-9FDD-468FB8A5EAC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8" creationId="{2FD88ADD-0A7A-4F75-9212-61896E47E8E2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9" creationId="{CEA850DB-253F-45EC-B8A4-D8536273C0C6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0" creationId="{2B77C65E-EBB1-47DB-8DA2-B196D9DED29C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1" creationId="{3B2D7323-76A2-420C-9013-8D5970D6530B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2" creationId="{E5E1C936-9939-45C0-9CAC-D71E97BD66F3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3" creationId="{0509C094-038E-42F8-98A7-4AA7EB8A1F24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4" creationId="{C2322A7D-2283-4751-A992-F56BD97E0B28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5" creationId="{91CA99DC-4B8F-4043-8F8C-15707D28C0E3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6" creationId="{408747EB-23FD-406E-8607-91866E79D55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7" creationId="{0B269119-08A1-4BE2-B96D-DA1278FCEFD8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8" creationId="{B2BE9CB0-715D-47F6-A0D3-C4C34F37F289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9" creationId="{DB4F1F6D-FE9B-44A1-BDEC-742016D0F22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0" creationId="{FA31135B-F8C5-4F30-B357-960C685BDB26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1" creationId="{6C2CC521-6DF9-4B5C-9051-6DE2E689858B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2" creationId="{147B6001-433B-40A4-AE42-FC65EAFCEB61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3" creationId="{94317183-4A29-46F9-8A8D-8C1704AAD7DE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4" creationId="{90D3F90F-D5AD-4416-9955-DACB2A5E619C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5" creationId="{538DEEF7-7A14-4C97-88FC-4F03EF55C7CD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6" creationId="{8872A8E3-42AB-4E32-9943-C07A170A083A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7" creationId="{47B64B21-4075-44DC-A0BA-307F44371E77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8" creationId="{8C2A514C-18C6-42F6-B67A-09E66AA2FC8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9" creationId="{289A509F-84D0-42CC-8741-F75A3820973D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0" creationId="{3AFDCB15-9CD4-42DE-9D60-FB0BA7E47138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1" creationId="{DAB9FBA9-E83D-4B41-8940-D09426DB17B6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2" creationId="{F2E99E10-006F-4E61-AAD2-5CFBBF11AE3A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3" creationId="{D9D9682F-D4F6-4BF7-8E8E-7D3C7CD4CA42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4" creationId="{E62A4847-2C78-41C8-8A17-4763CE29FD70}"/>
          </ac:spMkLst>
        </pc:spChg>
        <pc:spChg chg="mod">
          <ac:chgData name="Minh Huynh" userId="01a137d4-0d81-46e0-aca6-c9185b391828" providerId="ADAL" clId="{18447838-0BCA-432B-86F3-BB78526C143F}" dt="2026-10-13T02:52:38.718" v="2489" actId="20577"/>
          <ac:spMkLst>
            <pc:docMk/>
            <pc:sldMk cId="407186605" sldId="903"/>
            <ac:spMk id="75" creationId="{49DF9D2F-8E65-4D63-82C3-27F8FA7882BF}"/>
          </ac:spMkLst>
        </pc:spChg>
        <pc:picChg chg="add mod">
          <ac:chgData name="Minh Huynh" userId="01a137d4-0d81-46e0-aca6-c9185b391828" providerId="ADAL" clId="{18447838-0BCA-432B-86F3-BB78526C143F}" dt="2026-10-13T02:52:58.446" v="2495" actId="14100"/>
          <ac:picMkLst>
            <pc:docMk/>
            <pc:sldMk cId="407186605" sldId="903"/>
            <ac:picMk id="2" creationId="{6FCA070F-4587-4399-9BD6-75A05A565D03}"/>
          </ac:picMkLst>
        </pc:picChg>
        <pc:picChg chg="del">
          <ac:chgData name="Minh Huynh" userId="01a137d4-0d81-46e0-aca6-c9185b391828" providerId="ADAL" clId="{18447838-0BCA-432B-86F3-BB78526C143F}" dt="2026-10-13T02:52:51.296" v="2490" actId="478"/>
          <ac:picMkLst>
            <pc:docMk/>
            <pc:sldMk cId="407186605" sldId="903"/>
            <ac:picMk id="3" creationId="{FF9598AB-0C4F-493D-A633-16BD9A5A5B00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758277335" sldId="903"/>
        </pc:sldMkLst>
      </pc:sldChg>
      <pc:sldChg chg="addSp delSp modSp add mod">
        <pc:chgData name="Minh Huynh" userId="01a137d4-0d81-46e0-aca6-c9185b391828" providerId="ADAL" clId="{18447838-0BCA-432B-86F3-BB78526C143F}" dt="2026-10-13T02:55:25.047" v="2552"/>
        <pc:sldMkLst>
          <pc:docMk/>
          <pc:sldMk cId="1787648695" sldId="904"/>
        </pc:sldMkLst>
        <pc:spChg chg="mod">
          <ac:chgData name="Minh Huynh" userId="01a137d4-0d81-46e0-aca6-c9185b391828" providerId="ADAL" clId="{18447838-0BCA-432B-86F3-BB78526C143F}" dt="2026-10-13T02:55:04.442" v="2548" actId="20577"/>
          <ac:spMkLst>
            <pc:docMk/>
            <pc:sldMk cId="1787648695" sldId="904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3T02:55:12.923" v="2550" actId="478"/>
          <ac:spMkLst>
            <pc:docMk/>
            <pc:sldMk cId="1787648695" sldId="904"/>
            <ac:spMk id="75" creationId="{49DF9D2F-8E65-4D63-82C3-27F8FA7882BF}"/>
          </ac:spMkLst>
        </pc:spChg>
        <pc:graphicFrameChg chg="add mod">
          <ac:chgData name="Minh Huynh" userId="01a137d4-0d81-46e0-aca6-c9185b391828" providerId="ADAL" clId="{18447838-0BCA-432B-86F3-BB78526C143F}" dt="2026-10-13T02:55:17.528" v="2551"/>
          <ac:graphicFrameMkLst>
            <pc:docMk/>
            <pc:sldMk cId="1787648695" sldId="904"/>
            <ac:graphicFrameMk id="5" creationId="{ED8765C3-613A-4F4C-A180-3299951757A9}"/>
          </ac:graphicFrameMkLst>
        </pc:graphicFrameChg>
        <pc:graphicFrameChg chg="add mod">
          <ac:chgData name="Minh Huynh" userId="01a137d4-0d81-46e0-aca6-c9185b391828" providerId="ADAL" clId="{18447838-0BCA-432B-86F3-BB78526C143F}" dt="2026-10-13T02:55:25.047" v="2552"/>
          <ac:graphicFrameMkLst>
            <pc:docMk/>
            <pc:sldMk cId="1787648695" sldId="904"/>
            <ac:graphicFrameMk id="6" creationId="{1E019121-932F-4197-9A42-61D4D5DF8D3E}"/>
          </ac:graphicFrameMkLst>
        </pc:graphicFrameChg>
        <pc:picChg chg="del">
          <ac:chgData name="Minh Huynh" userId="01a137d4-0d81-46e0-aca6-c9185b391828" providerId="ADAL" clId="{18447838-0BCA-432B-86F3-BB78526C143F}" dt="2026-10-13T02:55:09.587" v="2549" actId="478"/>
          <ac:picMkLst>
            <pc:docMk/>
            <pc:sldMk cId="1787648695" sldId="904"/>
            <ac:picMk id="2" creationId="{6FCA070F-4587-4399-9BD6-75A05A565D03}"/>
          </ac:picMkLst>
        </pc:picChg>
      </pc:sldChg>
      <pc:sldChg chg="addSp delSp modSp add mod">
        <pc:chgData name="Minh Huynh" userId="01a137d4-0d81-46e0-aca6-c9185b391828" providerId="ADAL" clId="{18447838-0BCA-432B-86F3-BB78526C143F}" dt="2026-10-13T02:57:56.104" v="2599" actId="1076"/>
        <pc:sldMkLst>
          <pc:docMk/>
          <pc:sldMk cId="1045422390" sldId="905"/>
        </pc:sldMkLst>
        <pc:spChg chg="add del">
          <ac:chgData name="Minh Huynh" userId="01a137d4-0d81-46e0-aca6-c9185b391828" providerId="ADAL" clId="{18447838-0BCA-432B-86F3-BB78526C143F}" dt="2026-10-13T02:57:33.838" v="2556"/>
          <ac:spMkLst>
            <pc:docMk/>
            <pc:sldMk cId="1045422390" sldId="905"/>
            <ac:spMk id="2" creationId="{F1E60DDB-647A-44BE-BE48-8E5ECFC1A088}"/>
          </ac:spMkLst>
        </pc:spChg>
        <pc:spChg chg="mod">
          <ac:chgData name="Minh Huynh" userId="01a137d4-0d81-46e0-aca6-c9185b391828" providerId="ADAL" clId="{18447838-0BCA-432B-86F3-BB78526C143F}" dt="2026-10-13T02:57:47.455" v="2595" actId="20577"/>
          <ac:spMkLst>
            <pc:docMk/>
            <pc:sldMk cId="1045422390" sldId="905"/>
            <ac:spMk id="4" creationId="{7BC73E8E-0D58-4B4B-A5C4-A8AE38997407}"/>
          </ac:spMkLst>
        </pc:spChg>
        <pc:graphicFrameChg chg="del">
          <ac:chgData name="Minh Huynh" userId="01a137d4-0d81-46e0-aca6-c9185b391828" providerId="ADAL" clId="{18447838-0BCA-432B-86F3-BB78526C143F}" dt="2026-10-13T02:57:31.904" v="2554" actId="478"/>
          <ac:graphicFrameMkLst>
            <pc:docMk/>
            <pc:sldMk cId="1045422390" sldId="905"/>
            <ac:graphicFrameMk id="5" creationId="{ED8765C3-613A-4F4C-A180-3299951757A9}"/>
          </ac:graphicFrameMkLst>
        </pc:graphicFrameChg>
        <pc:graphicFrameChg chg="del">
          <ac:chgData name="Minh Huynh" userId="01a137d4-0d81-46e0-aca6-c9185b391828" providerId="ADAL" clId="{18447838-0BCA-432B-86F3-BB78526C143F}" dt="2026-10-13T02:57:31.904" v="2554" actId="478"/>
          <ac:graphicFrameMkLst>
            <pc:docMk/>
            <pc:sldMk cId="1045422390" sldId="905"/>
            <ac:graphicFrameMk id="6" creationId="{1E019121-932F-4197-9A42-61D4D5DF8D3E}"/>
          </ac:graphicFrameMkLst>
        </pc:graphicFrameChg>
        <pc:picChg chg="add mod modCrop">
          <ac:chgData name="Minh Huynh" userId="01a137d4-0d81-46e0-aca6-c9185b391828" providerId="ADAL" clId="{18447838-0BCA-432B-86F3-BB78526C143F}" dt="2026-10-13T02:57:56.104" v="2599" actId="1076"/>
          <ac:picMkLst>
            <pc:docMk/>
            <pc:sldMk cId="1045422390" sldId="905"/>
            <ac:picMk id="3" creationId="{408C6312-FD8B-4CBC-B76D-19D9F5BFB69F}"/>
          </ac:picMkLst>
        </pc:picChg>
      </pc:sldChg>
      <pc:sldChg chg="addSp delSp modSp add mod">
        <pc:chgData name="Minh Huynh" userId="01a137d4-0d81-46e0-aca6-c9185b391828" providerId="ADAL" clId="{18447838-0BCA-432B-86F3-BB78526C143F}" dt="2026-10-13T03:01:57.617" v="2674" actId="20577"/>
        <pc:sldMkLst>
          <pc:docMk/>
          <pc:sldMk cId="4258506999" sldId="906"/>
        </pc:sldMkLst>
        <pc:spChg chg="add del">
          <ac:chgData name="Minh Huynh" userId="01a137d4-0d81-46e0-aca6-c9185b391828" providerId="ADAL" clId="{18447838-0BCA-432B-86F3-BB78526C143F}" dt="2026-10-13T03:01:33.318" v="2603"/>
          <ac:spMkLst>
            <pc:docMk/>
            <pc:sldMk cId="4258506999" sldId="906"/>
            <ac:spMk id="2" creationId="{2B5DCEBB-3CA7-465A-BCB6-8273A98139B4}"/>
          </ac:spMkLst>
        </pc:spChg>
        <pc:spChg chg="mod">
          <ac:chgData name="Minh Huynh" userId="01a137d4-0d81-46e0-aca6-c9185b391828" providerId="ADAL" clId="{18447838-0BCA-432B-86F3-BB78526C143F}" dt="2026-10-13T03:01:57.617" v="2674" actId="20577"/>
          <ac:spMkLst>
            <pc:docMk/>
            <pc:sldMk cId="4258506999" sldId="906"/>
            <ac:spMk id="4" creationId="{7BC73E8E-0D58-4B4B-A5C4-A8AE38997407}"/>
          </ac:spMkLst>
        </pc:spChg>
        <pc:picChg chg="del">
          <ac:chgData name="Minh Huynh" userId="01a137d4-0d81-46e0-aca6-c9185b391828" providerId="ADAL" clId="{18447838-0BCA-432B-86F3-BB78526C143F}" dt="2026-10-13T03:01:31.307" v="2601" actId="478"/>
          <ac:picMkLst>
            <pc:docMk/>
            <pc:sldMk cId="4258506999" sldId="906"/>
            <ac:picMk id="3" creationId="{408C6312-FD8B-4CBC-B76D-19D9F5BFB69F}"/>
          </ac:picMkLst>
        </pc:picChg>
        <pc:picChg chg="add mod modCrop">
          <ac:chgData name="Minh Huynh" userId="01a137d4-0d81-46e0-aca6-c9185b391828" providerId="ADAL" clId="{18447838-0BCA-432B-86F3-BB78526C143F}" dt="2026-10-13T03:01:42.046" v="2607" actId="1076"/>
          <ac:picMkLst>
            <pc:docMk/>
            <pc:sldMk cId="4258506999" sldId="906"/>
            <ac:picMk id="5" creationId="{A8AC5D9D-3B8D-4A6F-B0B8-5820DD3642C6}"/>
          </ac:picMkLst>
        </pc:picChg>
      </pc:sldChg>
    </pc:docChg>
  </pc:docChgLst>
  <pc:docChgLst>
    <pc:chgData name="Minh Huynh" userId="01a137d4-0d81-46e0-aca6-c9185b391828" providerId="ADAL" clId="{B627D080-3587-498E-8936-D5A352E3A72D}"/>
    <pc:docChg chg="undo custSel addSld delSld modSld sldOrd">
      <pc:chgData name="Minh Huynh" userId="01a137d4-0d81-46e0-aca6-c9185b391828" providerId="ADAL" clId="{B627D080-3587-498E-8936-D5A352E3A72D}" dt="2026-10-15T01:16:16.463" v="2001" actId="20577"/>
      <pc:docMkLst>
        <pc:docMk/>
      </pc:docMkLst>
      <pc:sldChg chg="modSp mod">
        <pc:chgData name="Minh Huynh" userId="01a137d4-0d81-46e0-aca6-c9185b391828" providerId="ADAL" clId="{B627D080-3587-498E-8936-D5A352E3A72D}" dt="2026-10-14T23:24:09.770" v="27" actId="20577"/>
        <pc:sldMkLst>
          <pc:docMk/>
          <pc:sldMk cId="1972624584" sldId="257"/>
        </pc:sldMkLst>
        <pc:spChg chg="mod">
          <ac:chgData name="Minh Huynh" userId="01a137d4-0d81-46e0-aca6-c9185b391828" providerId="ADAL" clId="{B627D080-3587-498E-8936-D5A352E3A72D}" dt="2026-10-14T23:24:09.770" v="27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1407107820" sldId="606"/>
        </pc:sldMkLst>
      </pc:sldChg>
      <pc:sldChg chg="addSp delSp modSp mod modAnim">
        <pc:chgData name="Minh Huynh" userId="01a137d4-0d81-46e0-aca6-c9185b391828" providerId="ADAL" clId="{B627D080-3587-498E-8936-D5A352E3A72D}" dt="2026-10-15T00:37:05.728" v="388" actId="20577"/>
        <pc:sldMkLst>
          <pc:docMk/>
          <pc:sldMk cId="3520238144" sldId="1154"/>
        </pc:sldMkLst>
        <pc:spChg chg="add mod">
          <ac:chgData name="Minh Huynh" userId="01a137d4-0d81-46e0-aca6-c9185b391828" providerId="ADAL" clId="{B627D080-3587-498E-8936-D5A352E3A72D}" dt="2026-10-15T00:36:48.189" v="361" actId="20577"/>
          <ac:spMkLst>
            <pc:docMk/>
            <pc:sldMk cId="3520238144" sldId="1154"/>
            <ac:spMk id="2" creationId="{3CE00A46-AD27-4AC1-9E3C-92DD549E692A}"/>
          </ac:spMkLst>
        </pc:spChg>
        <pc:spChg chg="del">
          <ac:chgData name="Minh Huynh" userId="01a137d4-0d81-46e0-aca6-c9185b391828" providerId="ADAL" clId="{B627D080-3587-498E-8936-D5A352E3A72D}" dt="2026-10-15T00:34:38.386" v="31" actId="478"/>
          <ac:spMkLst>
            <pc:docMk/>
            <pc:sldMk cId="3520238144" sldId="1154"/>
            <ac:spMk id="34" creationId="{60219D00-7501-4546-97EC-893D55ED097B}"/>
          </ac:spMkLst>
        </pc:spChg>
        <pc:spChg chg="del">
          <ac:chgData name="Minh Huynh" userId="01a137d4-0d81-46e0-aca6-c9185b391828" providerId="ADAL" clId="{B627D080-3587-498E-8936-D5A352E3A72D}" dt="2026-10-15T00:34:37.925" v="30" actId="478"/>
          <ac:spMkLst>
            <pc:docMk/>
            <pc:sldMk cId="3520238144" sldId="1154"/>
            <ac:spMk id="35" creationId="{B12F1C17-A761-4110-98C3-E4EEBE561E22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36" creationId="{D0D365C6-1FD6-421D-8406-DABE9F7861FD}"/>
          </ac:spMkLst>
        </pc:spChg>
        <pc:spChg chg="del">
          <ac:chgData name="Minh Huynh" userId="01a137d4-0d81-46e0-aca6-c9185b391828" providerId="ADAL" clId="{B627D080-3587-498E-8936-D5A352E3A72D}" dt="2026-10-15T00:34:39.083" v="32" actId="478"/>
          <ac:spMkLst>
            <pc:docMk/>
            <pc:sldMk cId="3520238144" sldId="1154"/>
            <ac:spMk id="37" creationId="{DFA41DC4-2014-4116-A76C-29BD1542D73A}"/>
          </ac:spMkLst>
        </pc:spChg>
        <pc:spChg chg="del">
          <ac:chgData name="Minh Huynh" userId="01a137d4-0d81-46e0-aca6-c9185b391828" providerId="ADAL" clId="{B627D080-3587-498E-8936-D5A352E3A72D}" dt="2026-10-15T00:34:39.543" v="33" actId="478"/>
          <ac:spMkLst>
            <pc:docMk/>
            <pc:sldMk cId="3520238144" sldId="1154"/>
            <ac:spMk id="38" creationId="{B2BA9961-6798-4168-AD53-1829B0018353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39" creationId="{CB923013-60B3-4EB8-A8D1-5B1107AC28BC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40" creationId="{EE2C6F11-EBA3-47B7-BE07-6BDFFB5B620A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41" creationId="{F4AC76C8-BC02-48A2-A054-D3D497CEA2FC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42" creationId="{5E2E3658-AE8E-45FC-8D58-4CBD83E42F71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43" creationId="{2F97B32A-5AE5-43E4-8ACC-DFD21FC2AFF4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44" creationId="{3DB2E73D-0B5C-439A-B0EA-B22B7F9F6A63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45" creationId="{25DDF90C-1D17-4BD1-9817-195C5AB714F8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46" creationId="{18226E12-0B15-4AEB-B62E-63676823982D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47" creationId="{70C08DD3-DDC2-4AAD-B042-5691F5D3F73D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48" creationId="{824B4D2F-0FCE-4C4A-AF01-4AADAD740A3B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49" creationId="{2B489B30-D222-424F-93F4-7A354CF439A2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50" creationId="{B7509C2F-C4C9-422A-9273-5B2608D6E5A2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51" creationId="{138CBCA6-1AC9-4C82-AEBB-8BA2EEA79898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52" creationId="{C4581C7D-C4D3-400F-B54C-003EDBDD3DCD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53" creationId="{C47F9904-BD5B-4A88-A8BB-FFDE261DF0DB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54" creationId="{6ACE0239-A4B4-45DB-8EEC-B36576318053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55" creationId="{25DEC2AD-1918-4368-8835-C32FE05F515B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56" creationId="{F87274DD-9FBA-4CBF-AA95-00E3CAA3C41A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57" creationId="{23A7BA01-75AC-4E72-B16F-2CDCF447A1B3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58" creationId="{4FA88A04-26AF-439A-859D-5D929C1A7FC4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59" creationId="{A9A1EF69-5CC9-44DC-81FF-BD4369451698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60" creationId="{2037D199-1C50-45EB-8862-78F3C3C2D5B7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61" creationId="{12A7ED14-9969-4475-BB1D-567C992A7C39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62" creationId="{7B0E3372-0C80-4C1B-A0FB-43835B1E74A9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63" creationId="{94C49CDC-65F9-417B-BA59-4E4A6B0754F7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64" creationId="{2BBF7091-A324-469F-B2FA-72C3B8A76189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65" creationId="{E5FE08D1-F958-4557-A290-AEE821769E58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66" creationId="{48F29F5F-5279-46E8-AF74-C8B3977014BC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67" creationId="{C98E14C1-63E2-40B8-B32F-5A65E4A69A77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69" creationId="{2208E2F1-3C85-408A-BFDC-10F3619E5617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71" creationId="{932C38DB-CCD9-406D-8FEA-87F8FB656F4F}"/>
          </ac:spMkLst>
        </pc:spChg>
        <pc:spChg chg="del">
          <ac:chgData name="Minh Huynh" userId="01a137d4-0d81-46e0-aca6-c9185b391828" providerId="ADAL" clId="{B627D080-3587-498E-8936-D5A352E3A72D}" dt="2026-10-15T00:34:36.658" v="29" actId="478"/>
          <ac:spMkLst>
            <pc:docMk/>
            <pc:sldMk cId="3520238144" sldId="1154"/>
            <ac:spMk id="72" creationId="{6FD4E279-17ED-450C-9B79-A5CFB4919B0A}"/>
          </ac:spMkLst>
        </pc:spChg>
        <pc:spChg chg="add mod">
          <ac:chgData name="Minh Huynh" userId="01a137d4-0d81-46e0-aca6-c9185b391828" providerId="ADAL" clId="{B627D080-3587-498E-8936-D5A352E3A72D}" dt="2026-10-15T00:36:54.650" v="362" actId="1076"/>
          <ac:spMkLst>
            <pc:docMk/>
            <pc:sldMk cId="3520238144" sldId="1154"/>
            <ac:spMk id="74" creationId="{77B64E9C-1A14-4957-AD52-924901C22A2D}"/>
          </ac:spMkLst>
        </pc:spChg>
        <pc:spChg chg="mod">
          <ac:chgData name="Minh Huynh" userId="01a137d4-0d81-46e0-aca6-c9185b391828" providerId="ADAL" clId="{B627D080-3587-498E-8936-D5A352E3A72D}" dt="2026-10-15T00:37:05.728" v="388" actId="20577"/>
          <ac:spMkLst>
            <pc:docMk/>
            <pc:sldMk cId="3520238144" sldId="1154"/>
            <ac:spMk id="75" creationId="{F5BA484B-D995-4BA5-8B36-69BBAA9114DE}"/>
          </ac:spMkLst>
        </pc:spChg>
        <pc:cxnChg chg="del">
          <ac:chgData name="Minh Huynh" userId="01a137d4-0d81-46e0-aca6-c9185b391828" providerId="ADAL" clId="{B627D080-3587-498E-8936-D5A352E3A72D}" dt="2026-10-15T00:34:36.658" v="29" actId="478"/>
          <ac:cxnSpMkLst>
            <pc:docMk/>
            <pc:sldMk cId="3520238144" sldId="1154"/>
            <ac:cxnSpMk id="68" creationId="{32C08D4E-EFCA-4D0E-956F-A2432B6579FF}"/>
          </ac:cxnSpMkLst>
        </pc:cxnChg>
        <pc:cxnChg chg="del">
          <ac:chgData name="Minh Huynh" userId="01a137d4-0d81-46e0-aca6-c9185b391828" providerId="ADAL" clId="{B627D080-3587-498E-8936-D5A352E3A72D}" dt="2026-10-15T00:34:36.658" v="29" actId="478"/>
          <ac:cxnSpMkLst>
            <pc:docMk/>
            <pc:sldMk cId="3520238144" sldId="1154"/>
            <ac:cxnSpMk id="70" creationId="{81F5973F-7203-4ABF-832E-E5463A1333EB}"/>
          </ac:cxnSpMkLst>
        </pc:cxnChg>
        <pc:cxnChg chg="del">
          <ac:chgData name="Minh Huynh" userId="01a137d4-0d81-46e0-aca6-c9185b391828" providerId="ADAL" clId="{B627D080-3587-498E-8936-D5A352E3A72D}" dt="2026-10-15T00:34:36.658" v="29" actId="478"/>
          <ac:cxnSpMkLst>
            <pc:docMk/>
            <pc:sldMk cId="3520238144" sldId="1154"/>
            <ac:cxnSpMk id="73" creationId="{63ACDDA9-C0B0-4984-BBFF-A7438FA390C2}"/>
          </ac:cxnSpMkLst>
        </pc:cxnChg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711070875" sldId="1155"/>
        </pc:sldMkLst>
      </pc:sldChg>
      <pc:sldChg chg="add del">
        <pc:chgData name="Minh Huynh" userId="01a137d4-0d81-46e0-aca6-c9185b391828" providerId="ADAL" clId="{B627D080-3587-498E-8936-D5A352E3A72D}" dt="2026-10-15T00:38:45.841" v="391" actId="47"/>
        <pc:sldMkLst>
          <pc:docMk/>
          <pc:sldMk cId="3334341639" sldId="1155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3249847693" sldId="1156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3714263250" sldId="1180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3734423914" sldId="1187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3411983463" sldId="1208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1669648814" sldId="1211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324839387" sldId="1215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206776845" sldId="1220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094585128" sldId="1226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5399426" sldId="1240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132408675" sldId="1244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952664020" sldId="1252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60795347" sldId="1261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185986839" sldId="1262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1518683026" sldId="1267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1894680212" sldId="1271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293101966" sldId="1276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4230569743" sldId="1282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877037721" sldId="1286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568664019" sldId="1287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19068167" sldId="1465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398301853" sldId="1491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547753794" sldId="1492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838252243" sldId="1495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512563033" sldId="1501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117238447" sldId="1514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3236451149" sldId="1515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686063284" sldId="1521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1634231991" sldId="1523"/>
        </pc:sldMkLst>
      </pc:sldChg>
      <pc:sldChg chg="addSp delSp modSp add mod ord">
        <pc:chgData name="Minh Huynh" userId="01a137d4-0d81-46e0-aca6-c9185b391828" providerId="ADAL" clId="{B627D080-3587-498E-8936-D5A352E3A72D}" dt="2026-10-15T00:39:41.961" v="436"/>
        <pc:sldMkLst>
          <pc:docMk/>
          <pc:sldMk cId="4005940849" sldId="1545"/>
        </pc:sldMkLst>
        <pc:spChg chg="del">
          <ac:chgData name="Minh Huynh" userId="01a137d4-0d81-46e0-aca6-c9185b391828" providerId="ADAL" clId="{B627D080-3587-498E-8936-D5A352E3A72D}" dt="2026-10-15T00:38:48.583" v="393" actId="478"/>
          <ac:spMkLst>
            <pc:docMk/>
            <pc:sldMk cId="4005940849" sldId="1545"/>
            <ac:spMk id="2" creationId="{A2609CC6-3764-5DBA-2E04-DBF866F97502}"/>
          </ac:spMkLst>
        </pc:spChg>
        <pc:spChg chg="del">
          <ac:chgData name="Minh Huynh" userId="01a137d4-0d81-46e0-aca6-c9185b391828" providerId="ADAL" clId="{B627D080-3587-498E-8936-D5A352E3A72D}" dt="2026-10-15T00:38:48.583" v="393" actId="478"/>
          <ac:spMkLst>
            <pc:docMk/>
            <pc:sldMk cId="4005940849" sldId="1545"/>
            <ac:spMk id="3" creationId="{743B4E86-F510-E1EE-F2E5-1116F6FD5326}"/>
          </ac:spMkLst>
        </pc:spChg>
        <pc:spChg chg="del">
          <ac:chgData name="Minh Huynh" userId="01a137d4-0d81-46e0-aca6-c9185b391828" providerId="ADAL" clId="{B627D080-3587-498E-8936-D5A352E3A72D}" dt="2026-10-15T00:38:48.583" v="393" actId="478"/>
          <ac:spMkLst>
            <pc:docMk/>
            <pc:sldMk cId="4005940849" sldId="1545"/>
            <ac:spMk id="4" creationId="{4DA7F9B1-E149-296A-39A5-1233624D8BD7}"/>
          </ac:spMkLst>
        </pc:spChg>
        <pc:spChg chg="del">
          <ac:chgData name="Minh Huynh" userId="01a137d4-0d81-46e0-aca6-c9185b391828" providerId="ADAL" clId="{B627D080-3587-498E-8936-D5A352E3A72D}" dt="2026-10-15T00:38:48.583" v="393" actId="478"/>
          <ac:spMkLst>
            <pc:docMk/>
            <pc:sldMk cId="4005940849" sldId="1545"/>
            <ac:spMk id="5" creationId="{C844F57B-3666-70FB-9035-1DE47B41324C}"/>
          </ac:spMkLst>
        </pc:spChg>
        <pc:spChg chg="del">
          <ac:chgData name="Minh Huynh" userId="01a137d4-0d81-46e0-aca6-c9185b391828" providerId="ADAL" clId="{B627D080-3587-498E-8936-D5A352E3A72D}" dt="2026-10-15T00:38:48.583" v="393" actId="478"/>
          <ac:spMkLst>
            <pc:docMk/>
            <pc:sldMk cId="4005940849" sldId="1545"/>
            <ac:spMk id="6" creationId="{A9762D4E-C6F2-15E7-78F3-A4A955DB50C8}"/>
          </ac:spMkLst>
        </pc:spChg>
        <pc:spChg chg="del">
          <ac:chgData name="Minh Huynh" userId="01a137d4-0d81-46e0-aca6-c9185b391828" providerId="ADAL" clId="{B627D080-3587-498E-8936-D5A352E3A72D}" dt="2026-10-15T00:38:48.583" v="393" actId="478"/>
          <ac:spMkLst>
            <pc:docMk/>
            <pc:sldMk cId="4005940849" sldId="1545"/>
            <ac:spMk id="7" creationId="{FB9F3465-9F31-F7B8-4471-0616A80D8F73}"/>
          </ac:spMkLst>
        </pc:spChg>
        <pc:spChg chg="mod">
          <ac:chgData name="Minh Huynh" userId="01a137d4-0d81-46e0-aca6-c9185b391828" providerId="ADAL" clId="{B627D080-3587-498E-8936-D5A352E3A72D}" dt="2026-10-15T00:39:13.050" v="431" actId="20577"/>
          <ac:spMkLst>
            <pc:docMk/>
            <pc:sldMk cId="4005940849" sldId="1545"/>
            <ac:spMk id="8" creationId="{16A637E3-A62B-79F0-19AD-CEA754FD71C9}"/>
          </ac:spMkLst>
        </pc:spChg>
        <pc:spChg chg="mod">
          <ac:chgData name="Minh Huynh" userId="01a137d4-0d81-46e0-aca6-c9185b391828" providerId="ADAL" clId="{B627D080-3587-498E-8936-D5A352E3A72D}" dt="2026-10-15T00:39:08.712" v="429" actId="255"/>
          <ac:spMkLst>
            <pc:docMk/>
            <pc:sldMk cId="4005940849" sldId="1545"/>
            <ac:spMk id="9" creationId="{6CC480F1-D3E9-E5F7-F53F-283D5AAFBE19}"/>
          </ac:spMkLst>
        </pc:spChg>
        <pc:spChg chg="add mod">
          <ac:chgData name="Minh Huynh" userId="01a137d4-0d81-46e0-aca6-c9185b391828" providerId="ADAL" clId="{B627D080-3587-498E-8936-D5A352E3A72D}" dt="2026-10-15T00:39:02.516" v="428" actId="313"/>
          <ac:spMkLst>
            <pc:docMk/>
            <pc:sldMk cId="4005940849" sldId="1545"/>
            <ac:spMk id="13" creationId="{A59820F0-AF6D-44FF-9C07-625BE275902C}"/>
          </ac:spMkLst>
        </pc:spChg>
        <pc:spChg chg="mod">
          <ac:chgData name="Minh Huynh" userId="01a137d4-0d81-46e0-aca6-c9185b391828" providerId="ADAL" clId="{B627D080-3587-498E-8936-D5A352E3A72D}" dt="2026-10-15T00:39:20.012" v="434" actId="403"/>
          <ac:spMkLst>
            <pc:docMk/>
            <pc:sldMk cId="4005940849" sldId="1545"/>
            <ac:spMk id="17" creationId="{2B661135-C8DE-543B-6AA5-302A8BAC3CA6}"/>
          </ac:spMkLst>
        </pc:spChg>
        <pc:spChg chg="mod">
          <ac:chgData name="Minh Huynh" userId="01a137d4-0d81-46e0-aca6-c9185b391828" providerId="ADAL" clId="{B627D080-3587-498E-8936-D5A352E3A72D}" dt="2026-10-15T00:39:20.012" v="434" actId="403"/>
          <ac:spMkLst>
            <pc:docMk/>
            <pc:sldMk cId="4005940849" sldId="1545"/>
            <ac:spMk id="19" creationId="{89FA5D49-A32D-C9DD-B81B-95D018E85C26}"/>
          </ac:spMkLst>
        </pc:spChg>
      </pc:sldChg>
      <pc:sldChg chg="addSp delSp modSp add mod ord">
        <pc:chgData name="Minh Huynh" userId="01a137d4-0d81-46e0-aca6-c9185b391828" providerId="ADAL" clId="{B627D080-3587-498E-8936-D5A352E3A72D}" dt="2026-10-15T00:44:23.937" v="971" actId="20577"/>
        <pc:sldMkLst>
          <pc:docMk/>
          <pc:sldMk cId="1744654628" sldId="1546"/>
        </pc:sldMkLst>
        <pc:spChg chg="del">
          <ac:chgData name="Minh Huynh" userId="01a137d4-0d81-46e0-aca6-c9185b391828" providerId="ADAL" clId="{B627D080-3587-498E-8936-D5A352E3A72D}" dt="2026-10-15T00:40:26.080" v="470" actId="478"/>
          <ac:spMkLst>
            <pc:docMk/>
            <pc:sldMk cId="1744654628" sldId="1546"/>
            <ac:spMk id="8" creationId="{16A637E3-A62B-79F0-19AD-CEA754FD71C9}"/>
          </ac:spMkLst>
        </pc:spChg>
        <pc:spChg chg="del">
          <ac:chgData name="Minh Huynh" userId="01a137d4-0d81-46e0-aca6-c9185b391828" providerId="ADAL" clId="{B627D080-3587-498E-8936-D5A352E3A72D}" dt="2026-10-15T00:40:26.080" v="470" actId="478"/>
          <ac:spMkLst>
            <pc:docMk/>
            <pc:sldMk cId="1744654628" sldId="1546"/>
            <ac:spMk id="9" creationId="{6CC480F1-D3E9-E5F7-F53F-283D5AAFBE19}"/>
          </ac:spMkLst>
        </pc:spChg>
        <pc:spChg chg="add mod">
          <ac:chgData name="Minh Huynh" userId="01a137d4-0d81-46e0-aca6-c9185b391828" providerId="ADAL" clId="{B627D080-3587-498E-8936-D5A352E3A72D}" dt="2026-10-15T00:44:23.937" v="971" actId="20577"/>
          <ac:spMkLst>
            <pc:docMk/>
            <pc:sldMk cId="1744654628" sldId="1546"/>
            <ac:spMk id="10" creationId="{261AF13B-486C-455F-96F2-D2FBA3C95BD6}"/>
          </ac:spMkLst>
        </pc:spChg>
        <pc:spChg chg="mod">
          <ac:chgData name="Minh Huynh" userId="01a137d4-0d81-46e0-aca6-c9185b391828" providerId="ADAL" clId="{B627D080-3587-498E-8936-D5A352E3A72D}" dt="2026-10-15T00:40:16.808" v="469" actId="20577"/>
          <ac:spMkLst>
            <pc:docMk/>
            <pc:sldMk cId="1744654628" sldId="1546"/>
            <ac:spMk id="13" creationId="{A59820F0-AF6D-44FF-9C07-625BE275902C}"/>
          </ac:spMkLst>
        </pc:spChg>
        <pc:spChg chg="del">
          <ac:chgData name="Minh Huynh" userId="01a137d4-0d81-46e0-aca6-c9185b391828" providerId="ADAL" clId="{B627D080-3587-498E-8936-D5A352E3A72D}" dt="2026-10-15T00:40:26.080" v="470" actId="478"/>
          <ac:spMkLst>
            <pc:docMk/>
            <pc:sldMk cId="1744654628" sldId="1546"/>
            <ac:spMk id="17" creationId="{2B661135-C8DE-543B-6AA5-302A8BAC3CA6}"/>
          </ac:spMkLst>
        </pc:spChg>
        <pc:spChg chg="del">
          <ac:chgData name="Minh Huynh" userId="01a137d4-0d81-46e0-aca6-c9185b391828" providerId="ADAL" clId="{B627D080-3587-498E-8936-D5A352E3A72D}" dt="2026-10-15T00:40:26.080" v="470" actId="478"/>
          <ac:spMkLst>
            <pc:docMk/>
            <pc:sldMk cId="1744654628" sldId="1546"/>
            <ac:spMk id="19" creationId="{89FA5D49-A32D-C9DD-B81B-95D018E85C26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21" creationId="{0EF72AE4-5A47-4745-842A-040D79B0B09D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22" creationId="{080B634F-B436-4A9A-A0D6-CC66FF92B72F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23" creationId="{4E34959B-7741-4011-BAD6-DC46428136B2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24" creationId="{99F143A6-970C-40C2-BC84-AC9B91EAF93B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25" creationId="{F34086F5-3D88-403B-BB99-6B64A6B623FE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26" creationId="{694BFB6E-8D79-4FA9-896B-5EA08D07539A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27" creationId="{C2F52655-F2A8-4426-A14D-1F4E65117DA7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28" creationId="{1FCD66F6-733B-4A22-9A9C-A3EBC5183E9F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29" creationId="{CF5F4D89-68D8-48A6-B33D-19D8C9843E4E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30" creationId="{6E1D3574-F2F3-4EE3-9894-1324A38E7005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31" creationId="{D0023886-2A05-4A12-AC46-36EAF9F76974}"/>
          </ac:spMkLst>
        </pc:spChg>
        <pc:spChg chg="add mod">
          <ac:chgData name="Minh Huynh" userId="01a137d4-0d81-46e0-aca6-c9185b391828" providerId="ADAL" clId="{B627D080-3587-498E-8936-D5A352E3A72D}" dt="2026-10-15T00:43:51.832" v="964" actId="1076"/>
          <ac:spMkLst>
            <pc:docMk/>
            <pc:sldMk cId="1744654628" sldId="1546"/>
            <ac:spMk id="32" creationId="{4790463A-D1B6-4C6F-A857-75D4A8026DAF}"/>
          </ac:spMkLst>
        </pc:spChg>
        <pc:picChg chg="add mod">
          <ac:chgData name="Minh Huynh" userId="01a137d4-0d81-46e0-aca6-c9185b391828" providerId="ADAL" clId="{B627D080-3587-498E-8936-D5A352E3A72D}" dt="2026-10-15T00:43:51.832" v="964" actId="1076"/>
          <ac:picMkLst>
            <pc:docMk/>
            <pc:sldMk cId="1744654628" sldId="1546"/>
            <ac:picMk id="11" creationId="{6D771BBA-4C40-4AED-B396-C28FDA5ECF53}"/>
          </ac:picMkLst>
        </pc:picChg>
        <pc:picChg chg="add mod">
          <ac:chgData name="Minh Huynh" userId="01a137d4-0d81-46e0-aca6-c9185b391828" providerId="ADAL" clId="{B627D080-3587-498E-8936-D5A352E3A72D}" dt="2026-10-15T00:43:51.832" v="964" actId="1076"/>
          <ac:picMkLst>
            <pc:docMk/>
            <pc:sldMk cId="1744654628" sldId="1546"/>
            <ac:picMk id="12" creationId="{CE832F95-99C5-4409-82AB-754CE3D6A097}"/>
          </ac:picMkLst>
        </pc:picChg>
        <pc:picChg chg="add mod">
          <ac:chgData name="Minh Huynh" userId="01a137d4-0d81-46e0-aca6-c9185b391828" providerId="ADAL" clId="{B627D080-3587-498E-8936-D5A352E3A72D}" dt="2026-10-15T00:43:51.832" v="964" actId="1076"/>
          <ac:picMkLst>
            <pc:docMk/>
            <pc:sldMk cId="1744654628" sldId="1546"/>
            <ac:picMk id="14" creationId="{FB1D76AE-6AE4-4433-923E-5027948A526C}"/>
          </ac:picMkLst>
        </pc:picChg>
        <pc:picChg chg="add mod">
          <ac:chgData name="Minh Huynh" userId="01a137d4-0d81-46e0-aca6-c9185b391828" providerId="ADAL" clId="{B627D080-3587-498E-8936-D5A352E3A72D}" dt="2026-10-15T00:43:51.832" v="964" actId="1076"/>
          <ac:picMkLst>
            <pc:docMk/>
            <pc:sldMk cId="1744654628" sldId="1546"/>
            <ac:picMk id="15" creationId="{C4E7F588-C4FC-496A-8D85-521E1EF7AC4D}"/>
          </ac:picMkLst>
        </pc:picChg>
        <pc:picChg chg="add mod">
          <ac:chgData name="Minh Huynh" userId="01a137d4-0d81-46e0-aca6-c9185b391828" providerId="ADAL" clId="{B627D080-3587-498E-8936-D5A352E3A72D}" dt="2026-10-15T00:43:51.832" v="964" actId="1076"/>
          <ac:picMkLst>
            <pc:docMk/>
            <pc:sldMk cId="1744654628" sldId="1546"/>
            <ac:picMk id="18" creationId="{2A088A05-5A7D-4C81-912A-A00B1D0AE117}"/>
          </ac:picMkLst>
        </pc:picChg>
        <pc:picChg chg="add mod">
          <ac:chgData name="Minh Huynh" userId="01a137d4-0d81-46e0-aca6-c9185b391828" providerId="ADAL" clId="{B627D080-3587-498E-8936-D5A352E3A72D}" dt="2026-10-15T00:43:51.832" v="964" actId="1076"/>
          <ac:picMkLst>
            <pc:docMk/>
            <pc:sldMk cId="1744654628" sldId="1546"/>
            <ac:picMk id="20" creationId="{6FAE9291-E6E5-4EF3-92B7-DF5C0D668C6C}"/>
          </ac:picMkLst>
        </pc:picChg>
        <pc:cxnChg chg="del">
          <ac:chgData name="Minh Huynh" userId="01a137d4-0d81-46e0-aca6-c9185b391828" providerId="ADAL" clId="{B627D080-3587-498E-8936-D5A352E3A72D}" dt="2026-10-15T00:40:26.080" v="470" actId="478"/>
          <ac:cxnSpMkLst>
            <pc:docMk/>
            <pc:sldMk cId="1744654628" sldId="1546"/>
            <ac:cxnSpMk id="16" creationId="{4F941631-248B-FE85-055D-8A80AD1616AE}"/>
          </ac:cxnSpMkLst>
        </pc:cxnChg>
      </pc:sldChg>
      <pc:sldChg chg="addSp delSp modSp add mod">
        <pc:chgData name="Minh Huynh" userId="01a137d4-0d81-46e0-aca6-c9185b391828" providerId="ADAL" clId="{B627D080-3587-498E-8936-D5A352E3A72D}" dt="2026-10-15T00:47:32.464" v="1034" actId="20577"/>
        <pc:sldMkLst>
          <pc:docMk/>
          <pc:sldMk cId="1105551222" sldId="1547"/>
        </pc:sldMkLst>
        <pc:spChg chg="add mod">
          <ac:chgData name="Minh Huynh" userId="01a137d4-0d81-46e0-aca6-c9185b391828" providerId="ADAL" clId="{B627D080-3587-498E-8936-D5A352E3A72D}" dt="2026-10-15T00:46:21.742" v="1006" actId="1076"/>
          <ac:spMkLst>
            <pc:docMk/>
            <pc:sldMk cId="1105551222" sldId="1547"/>
            <ac:spMk id="2" creationId="{CCA9381E-020C-4439-9606-80C7FF3AA5EB}"/>
          </ac:spMkLst>
        </pc:spChg>
        <pc:spChg chg="add mod">
          <ac:chgData name="Minh Huynh" userId="01a137d4-0d81-46e0-aca6-c9185b391828" providerId="ADAL" clId="{B627D080-3587-498E-8936-D5A352E3A72D}" dt="2026-10-15T00:47:24.872" v="1030" actId="1076"/>
          <ac:spMkLst>
            <pc:docMk/>
            <pc:sldMk cId="1105551222" sldId="1547"/>
            <ac:spMk id="7" creationId="{51EAB71B-1AE2-4D18-BF98-EA2B79EB84F0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10" creationId="{261AF13B-486C-455F-96F2-D2FBA3C95BD6}"/>
          </ac:spMkLst>
        </pc:spChg>
        <pc:spChg chg="mod">
          <ac:chgData name="Minh Huynh" userId="01a137d4-0d81-46e0-aca6-c9185b391828" providerId="ADAL" clId="{B627D080-3587-498E-8936-D5A352E3A72D}" dt="2026-10-15T00:45:22.651" v="989" actId="20577"/>
          <ac:spMkLst>
            <pc:docMk/>
            <pc:sldMk cId="1105551222" sldId="1547"/>
            <ac:spMk id="13" creationId="{A59820F0-AF6D-44FF-9C07-625BE275902C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21" creationId="{0EF72AE4-5A47-4745-842A-040D79B0B09D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22" creationId="{080B634F-B436-4A9A-A0D6-CC66FF92B72F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23" creationId="{4E34959B-7741-4011-BAD6-DC46428136B2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24" creationId="{99F143A6-970C-40C2-BC84-AC9B91EAF93B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25" creationId="{F34086F5-3D88-403B-BB99-6B64A6B623FE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26" creationId="{694BFB6E-8D79-4FA9-896B-5EA08D07539A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27" creationId="{C2F52655-F2A8-4426-A14D-1F4E65117DA7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28" creationId="{1FCD66F6-733B-4A22-9A9C-A3EBC5183E9F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29" creationId="{CF5F4D89-68D8-48A6-B33D-19D8C9843E4E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30" creationId="{6E1D3574-F2F3-4EE3-9894-1324A38E7005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31" creationId="{D0023886-2A05-4A12-AC46-36EAF9F76974}"/>
          </ac:spMkLst>
        </pc:spChg>
        <pc:spChg chg="del">
          <ac:chgData name="Minh Huynh" userId="01a137d4-0d81-46e0-aca6-c9185b391828" providerId="ADAL" clId="{B627D080-3587-498E-8936-D5A352E3A72D}" dt="2026-10-15T00:45:19.461" v="973" actId="478"/>
          <ac:spMkLst>
            <pc:docMk/>
            <pc:sldMk cId="1105551222" sldId="1547"/>
            <ac:spMk id="32" creationId="{4790463A-D1B6-4C6F-A857-75D4A8026DAF}"/>
          </ac:spMkLst>
        </pc:spChg>
        <pc:spChg chg="add mod">
          <ac:chgData name="Minh Huynh" userId="01a137d4-0d81-46e0-aca6-c9185b391828" providerId="ADAL" clId="{B627D080-3587-498E-8936-D5A352E3A72D}" dt="2026-10-15T00:46:25.028" v="1008" actId="1076"/>
          <ac:spMkLst>
            <pc:docMk/>
            <pc:sldMk cId="1105551222" sldId="1547"/>
            <ac:spMk id="37" creationId="{44F85F4C-47E1-4143-B63A-8C78E11EEEB4}"/>
          </ac:spMkLst>
        </pc:spChg>
        <pc:spChg chg="add mod">
          <ac:chgData name="Minh Huynh" userId="01a137d4-0d81-46e0-aca6-c9185b391828" providerId="ADAL" clId="{B627D080-3587-498E-8936-D5A352E3A72D}" dt="2026-10-15T00:46:33.993" v="1012" actId="122"/>
          <ac:spMkLst>
            <pc:docMk/>
            <pc:sldMk cId="1105551222" sldId="1547"/>
            <ac:spMk id="38" creationId="{72944586-77F6-474B-A5F7-0D9531B6CBF3}"/>
          </ac:spMkLst>
        </pc:spChg>
        <pc:spChg chg="add mod">
          <ac:chgData name="Minh Huynh" userId="01a137d4-0d81-46e0-aca6-c9185b391828" providerId="ADAL" clId="{B627D080-3587-498E-8936-D5A352E3A72D}" dt="2026-10-15T00:46:40.756" v="1016" actId="1036"/>
          <ac:spMkLst>
            <pc:docMk/>
            <pc:sldMk cId="1105551222" sldId="1547"/>
            <ac:spMk id="39" creationId="{901197FD-D571-4ECF-8DF1-2B187AF6512E}"/>
          </ac:spMkLst>
        </pc:spChg>
        <pc:spChg chg="add mod">
          <ac:chgData name="Minh Huynh" userId="01a137d4-0d81-46e0-aca6-c9185b391828" providerId="ADAL" clId="{B627D080-3587-498E-8936-D5A352E3A72D}" dt="2026-10-15T00:47:32.464" v="1034" actId="20577"/>
          <ac:spMkLst>
            <pc:docMk/>
            <pc:sldMk cId="1105551222" sldId="1547"/>
            <ac:spMk id="40" creationId="{0FEBF007-7426-4E24-8D69-D45C82A6D296}"/>
          </ac:spMkLst>
        </pc:spChg>
        <pc:graphicFrameChg chg="add mod modGraphic">
          <ac:chgData name="Minh Huynh" userId="01a137d4-0d81-46e0-aca6-c9185b391828" providerId="ADAL" clId="{B627D080-3587-498E-8936-D5A352E3A72D}" dt="2026-10-15T00:45:35.418" v="992" actId="20577"/>
          <ac:graphicFrameMkLst>
            <pc:docMk/>
            <pc:sldMk cId="1105551222" sldId="1547"/>
            <ac:graphicFrameMk id="33" creationId="{6747A51B-0808-4AFD-89EB-E7AE0CC6B1AC}"/>
          </ac:graphicFrameMkLst>
        </pc:graphicFrameChg>
        <pc:graphicFrameChg chg="add mod modGraphic">
          <ac:chgData name="Minh Huynh" userId="01a137d4-0d81-46e0-aca6-c9185b391828" providerId="ADAL" clId="{B627D080-3587-498E-8936-D5A352E3A72D}" dt="2026-10-15T00:45:37.448" v="993" actId="20577"/>
          <ac:graphicFrameMkLst>
            <pc:docMk/>
            <pc:sldMk cId="1105551222" sldId="1547"/>
            <ac:graphicFrameMk id="34" creationId="{B57D7FF6-2B90-4C6B-A2F4-4AF437AADE4C}"/>
          </ac:graphicFrameMkLst>
        </pc:graphicFrameChg>
        <pc:picChg chg="del">
          <ac:chgData name="Minh Huynh" userId="01a137d4-0d81-46e0-aca6-c9185b391828" providerId="ADAL" clId="{B627D080-3587-498E-8936-D5A352E3A72D}" dt="2026-10-15T00:45:19.461" v="973" actId="478"/>
          <ac:picMkLst>
            <pc:docMk/>
            <pc:sldMk cId="1105551222" sldId="1547"/>
            <ac:picMk id="11" creationId="{6D771BBA-4C40-4AED-B396-C28FDA5ECF53}"/>
          </ac:picMkLst>
        </pc:picChg>
        <pc:picChg chg="del">
          <ac:chgData name="Minh Huynh" userId="01a137d4-0d81-46e0-aca6-c9185b391828" providerId="ADAL" clId="{B627D080-3587-498E-8936-D5A352E3A72D}" dt="2026-10-15T00:45:19.461" v="973" actId="478"/>
          <ac:picMkLst>
            <pc:docMk/>
            <pc:sldMk cId="1105551222" sldId="1547"/>
            <ac:picMk id="12" creationId="{CE832F95-99C5-4409-82AB-754CE3D6A097}"/>
          </ac:picMkLst>
        </pc:picChg>
        <pc:picChg chg="del">
          <ac:chgData name="Minh Huynh" userId="01a137d4-0d81-46e0-aca6-c9185b391828" providerId="ADAL" clId="{B627D080-3587-498E-8936-D5A352E3A72D}" dt="2026-10-15T00:45:19.461" v="973" actId="478"/>
          <ac:picMkLst>
            <pc:docMk/>
            <pc:sldMk cId="1105551222" sldId="1547"/>
            <ac:picMk id="14" creationId="{FB1D76AE-6AE4-4433-923E-5027948A526C}"/>
          </ac:picMkLst>
        </pc:picChg>
        <pc:picChg chg="del">
          <ac:chgData name="Minh Huynh" userId="01a137d4-0d81-46e0-aca6-c9185b391828" providerId="ADAL" clId="{B627D080-3587-498E-8936-D5A352E3A72D}" dt="2026-10-15T00:45:19.461" v="973" actId="478"/>
          <ac:picMkLst>
            <pc:docMk/>
            <pc:sldMk cId="1105551222" sldId="1547"/>
            <ac:picMk id="15" creationId="{C4E7F588-C4FC-496A-8D85-521E1EF7AC4D}"/>
          </ac:picMkLst>
        </pc:picChg>
        <pc:picChg chg="del">
          <ac:chgData name="Minh Huynh" userId="01a137d4-0d81-46e0-aca6-c9185b391828" providerId="ADAL" clId="{B627D080-3587-498E-8936-D5A352E3A72D}" dt="2026-10-15T00:45:19.461" v="973" actId="478"/>
          <ac:picMkLst>
            <pc:docMk/>
            <pc:sldMk cId="1105551222" sldId="1547"/>
            <ac:picMk id="18" creationId="{2A088A05-5A7D-4C81-912A-A00B1D0AE117}"/>
          </ac:picMkLst>
        </pc:picChg>
        <pc:picChg chg="del">
          <ac:chgData name="Minh Huynh" userId="01a137d4-0d81-46e0-aca6-c9185b391828" providerId="ADAL" clId="{B627D080-3587-498E-8936-D5A352E3A72D}" dt="2026-10-15T00:45:19.461" v="973" actId="478"/>
          <ac:picMkLst>
            <pc:docMk/>
            <pc:sldMk cId="1105551222" sldId="1547"/>
            <ac:picMk id="20" creationId="{6FAE9291-E6E5-4EF3-92B7-DF5C0D668C6C}"/>
          </ac:picMkLst>
        </pc:picChg>
        <pc:picChg chg="add mod">
          <ac:chgData name="Minh Huynh" userId="01a137d4-0d81-46e0-aca6-c9185b391828" providerId="ADAL" clId="{B627D080-3587-498E-8936-D5A352E3A72D}" dt="2026-10-15T00:46:00.794" v="999" actId="1076"/>
          <ac:picMkLst>
            <pc:docMk/>
            <pc:sldMk cId="1105551222" sldId="1547"/>
            <ac:picMk id="35" creationId="{F3F68A94-4525-4305-A95C-C388A6D01736}"/>
          </ac:picMkLst>
        </pc:picChg>
        <pc:picChg chg="add mod">
          <ac:chgData name="Minh Huynh" userId="01a137d4-0d81-46e0-aca6-c9185b391828" providerId="ADAL" clId="{B627D080-3587-498E-8936-D5A352E3A72D}" dt="2026-10-15T00:45:57.541" v="998" actId="1076"/>
          <ac:picMkLst>
            <pc:docMk/>
            <pc:sldMk cId="1105551222" sldId="1547"/>
            <ac:picMk id="36" creationId="{9421BBDC-54A6-4C11-B7AF-FBE9E5C727C4}"/>
          </ac:picMkLst>
        </pc:picChg>
        <pc:cxnChg chg="add mod">
          <ac:chgData name="Minh Huynh" userId="01a137d4-0d81-46e0-aca6-c9185b391828" providerId="ADAL" clId="{B627D080-3587-498E-8936-D5A352E3A72D}" dt="2026-10-15T00:47:12.165" v="1019" actId="208"/>
          <ac:cxnSpMkLst>
            <pc:docMk/>
            <pc:sldMk cId="1105551222" sldId="1547"/>
            <ac:cxnSpMk id="4" creationId="{EDA8757C-DD03-46F6-9318-A61311A51772}"/>
          </ac:cxnSpMkLst>
        </pc:cxnChg>
        <pc:cxnChg chg="add mod">
          <ac:chgData name="Minh Huynh" userId="01a137d4-0d81-46e0-aca6-c9185b391828" providerId="ADAL" clId="{B627D080-3587-498E-8936-D5A352E3A72D}" dt="2026-10-15T00:47:12.165" v="1019" actId="208"/>
          <ac:cxnSpMkLst>
            <pc:docMk/>
            <pc:sldMk cId="1105551222" sldId="1547"/>
            <ac:cxnSpMk id="6" creationId="{51BA2AC6-38BB-48DB-AB63-A87F4188B0A1}"/>
          </ac:cxnSpMkLst>
        </pc:cxnChg>
      </pc:sldChg>
      <pc:sldChg chg="add del">
        <pc:chgData name="Minh Huynh" userId="01a137d4-0d81-46e0-aca6-c9185b391828" providerId="ADAL" clId="{B627D080-3587-498E-8936-D5A352E3A72D}" dt="2026-10-15T00:48:00.001" v="1036" actId="47"/>
        <pc:sldMkLst>
          <pc:docMk/>
          <pc:sldMk cId="4100877963" sldId="1548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353615992" sldId="1555"/>
        </pc:sldMkLst>
      </pc:sldChg>
      <pc:sldChg chg="addSp delSp modSp add mod">
        <pc:chgData name="Minh Huynh" userId="01a137d4-0d81-46e0-aca6-c9185b391828" providerId="ADAL" clId="{B627D080-3587-498E-8936-D5A352E3A72D}" dt="2026-10-15T00:48:49.201" v="1154" actId="20577"/>
        <pc:sldMkLst>
          <pc:docMk/>
          <pc:sldMk cId="2849529266" sldId="1558"/>
        </pc:sldMkLst>
        <pc:spChg chg="del">
          <ac:chgData name="Minh Huynh" userId="01a137d4-0d81-46e0-aca6-c9185b391828" providerId="ADAL" clId="{B627D080-3587-498E-8936-D5A352E3A72D}" dt="2026-10-15T00:48:04.129" v="1039" actId="478"/>
          <ac:spMkLst>
            <pc:docMk/>
            <pc:sldMk cId="2849529266" sldId="1558"/>
            <ac:spMk id="2" creationId="{4115F01E-03DD-AD87-EAE0-D496506C5DFB}"/>
          </ac:spMkLst>
        </pc:spChg>
        <pc:spChg chg="del">
          <ac:chgData name="Minh Huynh" userId="01a137d4-0d81-46e0-aca6-c9185b391828" providerId="ADAL" clId="{B627D080-3587-498E-8936-D5A352E3A72D}" dt="2026-10-15T00:48:04.129" v="1039" actId="478"/>
          <ac:spMkLst>
            <pc:docMk/>
            <pc:sldMk cId="2849529266" sldId="1558"/>
            <ac:spMk id="3" creationId="{224D33B4-24C7-6BCE-DEC9-8775F5B089E4}"/>
          </ac:spMkLst>
        </pc:spChg>
        <pc:spChg chg="del">
          <ac:chgData name="Minh Huynh" userId="01a137d4-0d81-46e0-aca6-c9185b391828" providerId="ADAL" clId="{B627D080-3587-498E-8936-D5A352E3A72D}" dt="2026-10-15T00:48:04.129" v="1039" actId="478"/>
          <ac:spMkLst>
            <pc:docMk/>
            <pc:sldMk cId="2849529266" sldId="1558"/>
            <ac:spMk id="4" creationId="{952AD2B1-AA6E-1499-C827-E75DF322AC39}"/>
          </ac:spMkLst>
        </pc:spChg>
        <pc:spChg chg="del">
          <ac:chgData name="Minh Huynh" userId="01a137d4-0d81-46e0-aca6-c9185b391828" providerId="ADAL" clId="{B627D080-3587-498E-8936-D5A352E3A72D}" dt="2026-10-15T00:48:04.129" v="1039" actId="478"/>
          <ac:spMkLst>
            <pc:docMk/>
            <pc:sldMk cId="2849529266" sldId="1558"/>
            <ac:spMk id="5" creationId="{15F4B3A1-56BA-0CDC-8A9F-F84C3458AF12}"/>
          </ac:spMkLst>
        </pc:spChg>
        <pc:spChg chg="del">
          <ac:chgData name="Minh Huynh" userId="01a137d4-0d81-46e0-aca6-c9185b391828" providerId="ADAL" clId="{B627D080-3587-498E-8936-D5A352E3A72D}" dt="2026-10-15T00:48:04.129" v="1039" actId="478"/>
          <ac:spMkLst>
            <pc:docMk/>
            <pc:sldMk cId="2849529266" sldId="1558"/>
            <ac:spMk id="6" creationId="{5B96182E-ED2D-97B5-CA5C-049A06C576F4}"/>
          </ac:spMkLst>
        </pc:spChg>
        <pc:spChg chg="del">
          <ac:chgData name="Minh Huynh" userId="01a137d4-0d81-46e0-aca6-c9185b391828" providerId="ADAL" clId="{B627D080-3587-498E-8936-D5A352E3A72D}" dt="2026-10-15T00:48:04.129" v="1039" actId="478"/>
          <ac:spMkLst>
            <pc:docMk/>
            <pc:sldMk cId="2849529266" sldId="1558"/>
            <ac:spMk id="7" creationId="{352E097C-CEDD-0F12-FC0D-FE67D218B7AC}"/>
          </ac:spMkLst>
        </pc:spChg>
        <pc:spChg chg="del">
          <ac:chgData name="Minh Huynh" userId="01a137d4-0d81-46e0-aca6-c9185b391828" providerId="ADAL" clId="{B627D080-3587-498E-8936-D5A352E3A72D}" dt="2026-10-15T00:48:02.733" v="1038" actId="478"/>
          <ac:spMkLst>
            <pc:docMk/>
            <pc:sldMk cId="2849529266" sldId="1558"/>
            <ac:spMk id="10" creationId="{C7869CC5-6E89-CEB1-8768-648E740D203C}"/>
          </ac:spMkLst>
        </pc:spChg>
        <pc:spChg chg="del">
          <ac:chgData name="Minh Huynh" userId="01a137d4-0d81-46e0-aca6-c9185b391828" providerId="ADAL" clId="{B627D080-3587-498E-8936-D5A352E3A72D}" dt="2026-10-15T00:48:02.733" v="1038" actId="478"/>
          <ac:spMkLst>
            <pc:docMk/>
            <pc:sldMk cId="2849529266" sldId="1558"/>
            <ac:spMk id="19" creationId="{6AC3DA50-319C-4007-AB26-5A43BD4EE18F}"/>
          </ac:spMkLst>
        </pc:spChg>
        <pc:spChg chg="add mod">
          <ac:chgData name="Minh Huynh" userId="01a137d4-0d81-46e0-aca6-c9185b391828" providerId="ADAL" clId="{B627D080-3587-498E-8936-D5A352E3A72D}" dt="2026-10-15T00:48:06.919" v="1040"/>
          <ac:spMkLst>
            <pc:docMk/>
            <pc:sldMk cId="2849529266" sldId="1558"/>
            <ac:spMk id="20" creationId="{5E09FEB7-B4FF-4991-AB3F-02D9342A24C9}"/>
          </ac:spMkLst>
        </pc:spChg>
        <pc:spChg chg="add mod">
          <ac:chgData name="Minh Huynh" userId="01a137d4-0d81-46e0-aca6-c9185b391828" providerId="ADAL" clId="{B627D080-3587-498E-8936-D5A352E3A72D}" dt="2026-10-15T00:48:49.201" v="1154" actId="20577"/>
          <ac:spMkLst>
            <pc:docMk/>
            <pc:sldMk cId="2849529266" sldId="1558"/>
            <ac:spMk id="21" creationId="{756355C9-E387-450B-925D-FE26823398E7}"/>
          </ac:spMkLst>
        </pc:spChg>
      </pc:sldChg>
      <pc:sldChg chg="addSp delSp modSp add mod">
        <pc:chgData name="Minh Huynh" userId="01a137d4-0d81-46e0-aca6-c9185b391828" providerId="ADAL" clId="{B627D080-3587-498E-8936-D5A352E3A72D}" dt="2026-10-15T00:54:25.134" v="1697" actId="20577"/>
        <pc:sldMkLst>
          <pc:docMk/>
          <pc:sldMk cId="3883541420" sldId="1559"/>
        </pc:sldMkLst>
        <pc:spChg chg="mod">
          <ac:chgData name="Minh Huynh" userId="01a137d4-0d81-46e0-aca6-c9185b391828" providerId="ADAL" clId="{B627D080-3587-498E-8936-D5A352E3A72D}" dt="2026-10-15T00:54:25.134" v="1697" actId="20577"/>
          <ac:spMkLst>
            <pc:docMk/>
            <pc:sldMk cId="3883541420" sldId="1559"/>
            <ac:spMk id="10" creationId="{261AF13B-486C-455F-96F2-D2FBA3C95BD6}"/>
          </ac:spMkLst>
        </pc:spChg>
        <pc:spChg chg="mod">
          <ac:chgData name="Minh Huynh" userId="01a137d4-0d81-46e0-aca6-c9185b391828" providerId="ADAL" clId="{B627D080-3587-498E-8936-D5A352E3A72D}" dt="2026-10-15T00:49:09.172" v="1187" actId="20577"/>
          <ac:spMkLst>
            <pc:docMk/>
            <pc:sldMk cId="3883541420" sldId="1559"/>
            <ac:spMk id="13" creationId="{A59820F0-AF6D-44FF-9C07-625BE275902C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21" creationId="{0EF72AE4-5A47-4745-842A-040D79B0B09D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22" creationId="{080B634F-B436-4A9A-A0D6-CC66FF92B72F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23" creationId="{4E34959B-7741-4011-BAD6-DC46428136B2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24" creationId="{99F143A6-970C-40C2-BC84-AC9B91EAF93B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25" creationId="{F34086F5-3D88-403B-BB99-6B64A6B623FE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26" creationId="{694BFB6E-8D79-4FA9-896B-5EA08D07539A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27" creationId="{C2F52655-F2A8-4426-A14D-1F4E65117DA7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28" creationId="{1FCD66F6-733B-4A22-9A9C-A3EBC5183E9F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29" creationId="{CF5F4D89-68D8-48A6-B33D-19D8C9843E4E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30" creationId="{6E1D3574-F2F3-4EE3-9894-1324A38E7005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31" creationId="{D0023886-2A05-4A12-AC46-36EAF9F76974}"/>
          </ac:spMkLst>
        </pc:spChg>
        <pc:spChg chg="del">
          <ac:chgData name="Minh Huynh" userId="01a137d4-0d81-46e0-aca6-c9185b391828" providerId="ADAL" clId="{B627D080-3587-498E-8936-D5A352E3A72D}" dt="2026-10-15T00:49:11.623" v="1188" actId="478"/>
          <ac:spMkLst>
            <pc:docMk/>
            <pc:sldMk cId="3883541420" sldId="1559"/>
            <ac:spMk id="32" creationId="{4790463A-D1B6-4C6F-A857-75D4A8026DAF}"/>
          </ac:spMkLst>
        </pc:spChg>
        <pc:graphicFrameChg chg="add mod modGraphic">
          <ac:chgData name="Minh Huynh" userId="01a137d4-0d81-46e0-aca6-c9185b391828" providerId="ADAL" clId="{B627D080-3587-498E-8936-D5A352E3A72D}" dt="2026-10-15T00:53:36.968" v="1695" actId="1076"/>
          <ac:graphicFrameMkLst>
            <pc:docMk/>
            <pc:sldMk cId="3883541420" sldId="1559"/>
            <ac:graphicFrameMk id="33" creationId="{F31F2092-DCBC-457D-8868-31B5A26BD741}"/>
          </ac:graphicFrameMkLst>
        </pc:graphicFrameChg>
        <pc:graphicFrameChg chg="add mod modGraphic">
          <ac:chgData name="Minh Huynh" userId="01a137d4-0d81-46e0-aca6-c9185b391828" providerId="ADAL" clId="{B627D080-3587-498E-8936-D5A352E3A72D}" dt="2026-10-15T00:53:39.565" v="1696" actId="1076"/>
          <ac:graphicFrameMkLst>
            <pc:docMk/>
            <pc:sldMk cId="3883541420" sldId="1559"/>
            <ac:graphicFrameMk id="34" creationId="{68A6BB62-9676-4325-AD27-DF1244E2259A}"/>
          </ac:graphicFrameMkLst>
        </pc:graphicFrameChg>
        <pc:picChg chg="del">
          <ac:chgData name="Minh Huynh" userId="01a137d4-0d81-46e0-aca6-c9185b391828" providerId="ADAL" clId="{B627D080-3587-498E-8936-D5A352E3A72D}" dt="2026-10-15T00:49:11.623" v="1188" actId="478"/>
          <ac:picMkLst>
            <pc:docMk/>
            <pc:sldMk cId="3883541420" sldId="1559"/>
            <ac:picMk id="11" creationId="{6D771BBA-4C40-4AED-B396-C28FDA5ECF53}"/>
          </ac:picMkLst>
        </pc:picChg>
        <pc:picChg chg="del">
          <ac:chgData name="Minh Huynh" userId="01a137d4-0d81-46e0-aca6-c9185b391828" providerId="ADAL" clId="{B627D080-3587-498E-8936-D5A352E3A72D}" dt="2026-10-15T00:49:11.623" v="1188" actId="478"/>
          <ac:picMkLst>
            <pc:docMk/>
            <pc:sldMk cId="3883541420" sldId="1559"/>
            <ac:picMk id="12" creationId="{CE832F95-99C5-4409-82AB-754CE3D6A097}"/>
          </ac:picMkLst>
        </pc:picChg>
        <pc:picChg chg="del">
          <ac:chgData name="Minh Huynh" userId="01a137d4-0d81-46e0-aca6-c9185b391828" providerId="ADAL" clId="{B627D080-3587-498E-8936-D5A352E3A72D}" dt="2026-10-15T00:49:11.623" v="1188" actId="478"/>
          <ac:picMkLst>
            <pc:docMk/>
            <pc:sldMk cId="3883541420" sldId="1559"/>
            <ac:picMk id="14" creationId="{FB1D76AE-6AE4-4433-923E-5027948A526C}"/>
          </ac:picMkLst>
        </pc:picChg>
        <pc:picChg chg="del">
          <ac:chgData name="Minh Huynh" userId="01a137d4-0d81-46e0-aca6-c9185b391828" providerId="ADAL" clId="{B627D080-3587-498E-8936-D5A352E3A72D}" dt="2026-10-15T00:49:11.623" v="1188" actId="478"/>
          <ac:picMkLst>
            <pc:docMk/>
            <pc:sldMk cId="3883541420" sldId="1559"/>
            <ac:picMk id="15" creationId="{C4E7F588-C4FC-496A-8D85-521E1EF7AC4D}"/>
          </ac:picMkLst>
        </pc:picChg>
        <pc:picChg chg="del">
          <ac:chgData name="Minh Huynh" userId="01a137d4-0d81-46e0-aca6-c9185b391828" providerId="ADAL" clId="{B627D080-3587-498E-8936-D5A352E3A72D}" dt="2026-10-15T00:49:11.623" v="1188" actId="478"/>
          <ac:picMkLst>
            <pc:docMk/>
            <pc:sldMk cId="3883541420" sldId="1559"/>
            <ac:picMk id="18" creationId="{2A088A05-5A7D-4C81-912A-A00B1D0AE117}"/>
          </ac:picMkLst>
        </pc:picChg>
        <pc:picChg chg="del">
          <ac:chgData name="Minh Huynh" userId="01a137d4-0d81-46e0-aca6-c9185b391828" providerId="ADAL" clId="{B627D080-3587-498E-8936-D5A352E3A72D}" dt="2026-10-15T00:49:11.623" v="1188" actId="478"/>
          <ac:picMkLst>
            <pc:docMk/>
            <pc:sldMk cId="3883541420" sldId="1559"/>
            <ac:picMk id="20" creationId="{6FAE9291-E6E5-4EF3-92B7-DF5C0D668C6C}"/>
          </ac:picMkLst>
        </pc:picChg>
      </pc:sldChg>
      <pc:sldChg chg="add">
        <pc:chgData name="Minh Huynh" userId="01a137d4-0d81-46e0-aca6-c9185b391828" providerId="ADAL" clId="{B627D080-3587-498E-8936-D5A352E3A72D}" dt="2026-10-15T00:54:27.341" v="1698" actId="2890"/>
        <pc:sldMkLst>
          <pc:docMk/>
          <pc:sldMk cId="653185381" sldId="1560"/>
        </pc:sldMkLst>
      </pc:sldChg>
      <pc:sldChg chg="addSp delSp modSp add mod">
        <pc:chgData name="Minh Huynh" userId="01a137d4-0d81-46e0-aca6-c9185b391828" providerId="ADAL" clId="{B627D080-3587-498E-8936-D5A352E3A72D}" dt="2026-10-15T01:03:11.116" v="1752" actId="1076"/>
        <pc:sldMkLst>
          <pc:docMk/>
          <pc:sldMk cId="2433745762" sldId="1561"/>
        </pc:sldMkLst>
        <pc:spChg chg="add del mod">
          <ac:chgData name="Minh Huynh" userId="01a137d4-0d81-46e0-aca6-c9185b391828" providerId="ADAL" clId="{B627D080-3587-498E-8936-D5A352E3A72D}" dt="2026-10-15T00:56:16.411" v="1746"/>
          <ac:spMkLst>
            <pc:docMk/>
            <pc:sldMk cId="2433745762" sldId="1561"/>
            <ac:spMk id="2" creationId="{0DDB0166-6E8C-402B-91F6-BFC363D5F037}"/>
          </ac:spMkLst>
        </pc:spChg>
        <pc:spChg chg="mod">
          <ac:chgData name="Minh Huynh" userId="01a137d4-0d81-46e0-aca6-c9185b391828" providerId="ADAL" clId="{B627D080-3587-498E-8936-D5A352E3A72D}" dt="2026-10-15T00:56:16.075" v="1744" actId="20577"/>
          <ac:spMkLst>
            <pc:docMk/>
            <pc:sldMk cId="2433745762" sldId="1561"/>
            <ac:spMk id="10" creationId="{261AF13B-486C-455F-96F2-D2FBA3C95BD6}"/>
          </ac:spMkLst>
        </pc:spChg>
        <pc:spChg chg="mod">
          <ac:chgData name="Minh Huynh" userId="01a137d4-0d81-46e0-aca6-c9185b391828" providerId="ADAL" clId="{B627D080-3587-498E-8936-D5A352E3A72D}" dt="2026-10-15T00:55:45.275" v="1736" actId="20577"/>
          <ac:spMkLst>
            <pc:docMk/>
            <pc:sldMk cId="2433745762" sldId="1561"/>
            <ac:spMk id="13" creationId="{A59820F0-AF6D-44FF-9C07-625BE275902C}"/>
          </ac:spMkLst>
        </pc:spChg>
        <pc:graphicFrameChg chg="del">
          <ac:chgData name="Minh Huynh" userId="01a137d4-0d81-46e0-aca6-c9185b391828" providerId="ADAL" clId="{B627D080-3587-498E-8936-D5A352E3A72D}" dt="2026-10-15T00:55:36.441" v="1700" actId="478"/>
          <ac:graphicFrameMkLst>
            <pc:docMk/>
            <pc:sldMk cId="2433745762" sldId="1561"/>
            <ac:graphicFrameMk id="33" creationId="{F31F2092-DCBC-457D-8868-31B5A26BD741}"/>
          </ac:graphicFrameMkLst>
        </pc:graphicFrameChg>
        <pc:graphicFrameChg chg="del">
          <ac:chgData name="Minh Huynh" userId="01a137d4-0d81-46e0-aca6-c9185b391828" providerId="ADAL" clId="{B627D080-3587-498E-8936-D5A352E3A72D}" dt="2026-10-15T00:55:36.441" v="1700" actId="478"/>
          <ac:graphicFrameMkLst>
            <pc:docMk/>
            <pc:sldMk cId="2433745762" sldId="1561"/>
            <ac:graphicFrameMk id="34" creationId="{68A6BB62-9676-4325-AD27-DF1244E2259A}"/>
          </ac:graphicFrameMkLst>
        </pc:graphicFrameChg>
        <pc:picChg chg="add mod modCrop">
          <ac:chgData name="Minh Huynh" userId="01a137d4-0d81-46e0-aca6-c9185b391828" providerId="ADAL" clId="{B627D080-3587-498E-8936-D5A352E3A72D}" dt="2026-10-15T01:03:11.116" v="1752" actId="1076"/>
          <ac:picMkLst>
            <pc:docMk/>
            <pc:sldMk cId="2433745762" sldId="1561"/>
            <ac:picMk id="7" creationId="{743D7141-0F3D-47B0-9015-D21A5E72D6B7}"/>
          </ac:picMkLst>
        </pc:picChg>
      </pc:sldChg>
      <pc:sldChg chg="addSp delSp modSp add mod">
        <pc:chgData name="Minh Huynh" userId="01a137d4-0d81-46e0-aca6-c9185b391828" providerId="ADAL" clId="{B627D080-3587-498E-8936-D5A352E3A72D}" dt="2026-10-15T01:03:50.923" v="1759" actId="1076"/>
        <pc:sldMkLst>
          <pc:docMk/>
          <pc:sldMk cId="2472297911" sldId="1562"/>
        </pc:sldMkLst>
        <pc:spChg chg="add del">
          <ac:chgData name="Minh Huynh" userId="01a137d4-0d81-46e0-aca6-c9185b391828" providerId="ADAL" clId="{B627D080-3587-498E-8936-D5A352E3A72D}" dt="2026-10-15T01:03:42.789" v="1756"/>
          <ac:spMkLst>
            <pc:docMk/>
            <pc:sldMk cId="2472297911" sldId="1562"/>
            <ac:spMk id="2" creationId="{902F0CF2-A29C-44C8-ACCA-48F3CA0D66BB}"/>
          </ac:spMkLst>
        </pc:spChg>
        <pc:spChg chg="del">
          <ac:chgData name="Minh Huynh" userId="01a137d4-0d81-46e0-aca6-c9185b391828" providerId="ADAL" clId="{B627D080-3587-498E-8936-D5A352E3A72D}" dt="2026-10-15T01:03:39.548" v="1754" actId="478"/>
          <ac:spMkLst>
            <pc:docMk/>
            <pc:sldMk cId="2472297911" sldId="1562"/>
            <ac:spMk id="10" creationId="{261AF13B-486C-455F-96F2-D2FBA3C95BD6}"/>
          </ac:spMkLst>
        </pc:spChg>
        <pc:picChg chg="add mod modCrop">
          <ac:chgData name="Minh Huynh" userId="01a137d4-0d81-46e0-aca6-c9185b391828" providerId="ADAL" clId="{B627D080-3587-498E-8936-D5A352E3A72D}" dt="2026-10-15T01:03:50.923" v="1759" actId="1076"/>
          <ac:picMkLst>
            <pc:docMk/>
            <pc:sldMk cId="2472297911" sldId="1562"/>
            <ac:picMk id="3" creationId="{99F4C890-D8B4-4BD8-AECA-FF3207B143D3}"/>
          </ac:picMkLst>
        </pc:picChg>
        <pc:picChg chg="del">
          <ac:chgData name="Minh Huynh" userId="01a137d4-0d81-46e0-aca6-c9185b391828" providerId="ADAL" clId="{B627D080-3587-498E-8936-D5A352E3A72D}" dt="2026-10-15T01:03:39.548" v="1754" actId="478"/>
          <ac:picMkLst>
            <pc:docMk/>
            <pc:sldMk cId="2472297911" sldId="1562"/>
            <ac:picMk id="7" creationId="{743D7141-0F3D-47B0-9015-D21A5E72D6B7}"/>
          </ac:picMkLst>
        </pc:picChg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711814900" sldId="1563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895691839" sldId="1566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2097752908" sldId="1570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543419070" sldId="1572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3854938747" sldId="1586"/>
        </pc:sldMkLst>
      </pc:sldChg>
      <pc:sldChg chg="del">
        <pc:chgData name="Minh Huynh" userId="01a137d4-0d81-46e0-aca6-c9185b391828" providerId="ADAL" clId="{B627D080-3587-498E-8936-D5A352E3A72D}" dt="2026-10-15T00:37:12.430" v="389" actId="47"/>
        <pc:sldMkLst>
          <pc:docMk/>
          <pc:sldMk cId="3030963169" sldId="1587"/>
        </pc:sldMkLst>
      </pc:sldChg>
      <pc:sldChg chg="add del">
        <pc:chgData name="Minh Huynh" userId="01a137d4-0d81-46e0-aca6-c9185b391828" providerId="ADAL" clId="{B627D080-3587-498E-8936-D5A352E3A72D}" dt="2026-10-15T00:37:12.430" v="389" actId="47"/>
        <pc:sldMkLst>
          <pc:docMk/>
          <pc:sldMk cId="3939303465" sldId="1588"/>
        </pc:sldMkLst>
      </pc:sldChg>
      <pc:sldChg chg="addSp delSp modSp add mod">
        <pc:chgData name="Minh Huynh" userId="01a137d4-0d81-46e0-aca6-c9185b391828" providerId="ADAL" clId="{B627D080-3587-498E-8936-D5A352E3A72D}" dt="2026-10-15T01:05:31.132" v="1769"/>
        <pc:sldMkLst>
          <pc:docMk/>
          <pc:sldMk cId="1034626082" sldId="1591"/>
        </pc:sldMkLst>
        <pc:spChg chg="del">
          <ac:chgData name="Minh Huynh" userId="01a137d4-0d81-46e0-aca6-c9185b391828" providerId="ADAL" clId="{B627D080-3587-498E-8936-D5A352E3A72D}" dt="2026-10-15T01:04:58.357" v="1762" actId="478"/>
          <ac:spMkLst>
            <pc:docMk/>
            <pc:sldMk cId="1034626082" sldId="1591"/>
            <ac:spMk id="2" creationId="{EE63980A-690A-8A1D-EA91-B61A91E7368D}"/>
          </ac:spMkLst>
        </pc:spChg>
        <pc:spChg chg="del">
          <ac:chgData name="Minh Huynh" userId="01a137d4-0d81-46e0-aca6-c9185b391828" providerId="ADAL" clId="{B627D080-3587-498E-8936-D5A352E3A72D}" dt="2026-10-15T01:04:58.357" v="1762" actId="478"/>
          <ac:spMkLst>
            <pc:docMk/>
            <pc:sldMk cId="1034626082" sldId="1591"/>
            <ac:spMk id="3" creationId="{A2FF5D7D-F31A-02F9-88AE-49F66042D3EF}"/>
          </ac:spMkLst>
        </pc:spChg>
        <pc:spChg chg="del">
          <ac:chgData name="Minh Huynh" userId="01a137d4-0d81-46e0-aca6-c9185b391828" providerId="ADAL" clId="{B627D080-3587-498E-8936-D5A352E3A72D}" dt="2026-10-15T01:04:58.357" v="1762" actId="478"/>
          <ac:spMkLst>
            <pc:docMk/>
            <pc:sldMk cId="1034626082" sldId="1591"/>
            <ac:spMk id="4" creationId="{406291ED-85DB-52CF-C34A-81DD2667A259}"/>
          </ac:spMkLst>
        </pc:spChg>
        <pc:spChg chg="del">
          <ac:chgData name="Minh Huynh" userId="01a137d4-0d81-46e0-aca6-c9185b391828" providerId="ADAL" clId="{B627D080-3587-498E-8936-D5A352E3A72D}" dt="2026-10-15T01:04:58.357" v="1762" actId="478"/>
          <ac:spMkLst>
            <pc:docMk/>
            <pc:sldMk cId="1034626082" sldId="1591"/>
            <ac:spMk id="5" creationId="{E2DF5274-0E36-1CE9-C93E-BB056C81D0EF}"/>
          </ac:spMkLst>
        </pc:spChg>
        <pc:spChg chg="del">
          <ac:chgData name="Minh Huynh" userId="01a137d4-0d81-46e0-aca6-c9185b391828" providerId="ADAL" clId="{B627D080-3587-498E-8936-D5A352E3A72D}" dt="2026-10-15T01:04:58.357" v="1762" actId="478"/>
          <ac:spMkLst>
            <pc:docMk/>
            <pc:sldMk cId="1034626082" sldId="1591"/>
            <ac:spMk id="6" creationId="{46AFF01E-1428-2E46-135D-CF29F33068B0}"/>
          </ac:spMkLst>
        </pc:spChg>
        <pc:spChg chg="del">
          <ac:chgData name="Minh Huynh" userId="01a137d4-0d81-46e0-aca6-c9185b391828" providerId="ADAL" clId="{B627D080-3587-498E-8936-D5A352E3A72D}" dt="2026-10-15T01:04:58.357" v="1762" actId="478"/>
          <ac:spMkLst>
            <pc:docMk/>
            <pc:sldMk cId="1034626082" sldId="1591"/>
            <ac:spMk id="7" creationId="{FD78AB13-529F-2EE0-64EA-BB1C358BF5CF}"/>
          </ac:spMkLst>
        </pc:spChg>
        <pc:spChg chg="del">
          <ac:chgData name="Minh Huynh" userId="01a137d4-0d81-46e0-aca6-c9185b391828" providerId="ADAL" clId="{B627D080-3587-498E-8936-D5A352E3A72D}" dt="2026-10-15T01:04:56.285" v="1761" actId="478"/>
          <ac:spMkLst>
            <pc:docMk/>
            <pc:sldMk cId="1034626082" sldId="1591"/>
            <ac:spMk id="8" creationId="{0F1779AB-F75F-64D4-F1CB-3243A122F1CB}"/>
          </ac:spMkLst>
        </pc:spChg>
        <pc:spChg chg="mod">
          <ac:chgData name="Minh Huynh" userId="01a137d4-0d81-46e0-aca6-c9185b391828" providerId="ADAL" clId="{B627D080-3587-498E-8936-D5A352E3A72D}" dt="2026-10-15T01:05:12.154" v="1767" actId="14100"/>
          <ac:spMkLst>
            <pc:docMk/>
            <pc:sldMk cId="1034626082" sldId="1591"/>
            <ac:spMk id="12" creationId="{2966D07D-2C8F-0471-54C1-AE299D682816}"/>
          </ac:spMkLst>
        </pc:spChg>
        <pc:spChg chg="add mod">
          <ac:chgData name="Minh Huynh" userId="01a137d4-0d81-46e0-aca6-c9185b391828" providerId="ADAL" clId="{B627D080-3587-498E-8936-D5A352E3A72D}" dt="2026-10-15T01:05:31.132" v="1769"/>
          <ac:spMkLst>
            <pc:docMk/>
            <pc:sldMk cId="1034626082" sldId="1591"/>
            <ac:spMk id="14" creationId="{0EEF4C22-C3B7-416B-B114-FEE7C4E2225E}"/>
          </ac:spMkLst>
        </pc:spChg>
        <pc:spChg chg="mod">
          <ac:chgData name="Minh Huynh" userId="01a137d4-0d81-46e0-aca6-c9185b391828" providerId="ADAL" clId="{B627D080-3587-498E-8936-D5A352E3A72D}" dt="2026-10-15T01:05:15.131" v="1768" actId="1076"/>
          <ac:spMkLst>
            <pc:docMk/>
            <pc:sldMk cId="1034626082" sldId="1591"/>
            <ac:spMk id="16" creationId="{9F1A8420-0F8D-9E76-6329-4EEA1C50C10A}"/>
          </ac:spMkLst>
        </pc:spChg>
        <pc:graphicFrameChg chg="mod">
          <ac:chgData name="Minh Huynh" userId="01a137d4-0d81-46e0-aca6-c9185b391828" providerId="ADAL" clId="{B627D080-3587-498E-8936-D5A352E3A72D}" dt="2026-10-15T01:05:15.131" v="1768" actId="1076"/>
          <ac:graphicFrameMkLst>
            <pc:docMk/>
            <pc:sldMk cId="1034626082" sldId="1591"/>
            <ac:graphicFrameMk id="9" creationId="{017EFCEF-2A6D-4F22-C727-DB54064605E7}"/>
          </ac:graphicFrameMkLst>
        </pc:graphicFrameChg>
        <pc:graphicFrameChg chg="modGraphic">
          <ac:chgData name="Minh Huynh" userId="01a137d4-0d81-46e0-aca6-c9185b391828" providerId="ADAL" clId="{B627D080-3587-498E-8936-D5A352E3A72D}" dt="2026-10-15T01:05:03.533" v="1764" actId="20577"/>
          <ac:graphicFrameMkLst>
            <pc:docMk/>
            <pc:sldMk cId="1034626082" sldId="1591"/>
            <ac:graphicFrameMk id="11" creationId="{A71C67F3-2F42-D164-FFAB-2496FB1ADB21}"/>
          </ac:graphicFrameMkLst>
        </pc:graphicFrameChg>
      </pc:sldChg>
      <pc:sldChg chg="addSp delSp modSp add mod">
        <pc:chgData name="Minh Huynh" userId="01a137d4-0d81-46e0-aca6-c9185b391828" providerId="ADAL" clId="{B627D080-3587-498E-8936-D5A352E3A72D}" dt="2026-10-15T01:10:45.509" v="1841" actId="1076"/>
        <pc:sldMkLst>
          <pc:docMk/>
          <pc:sldMk cId="3043835810" sldId="1605"/>
        </pc:sldMkLst>
        <pc:spChg chg="del">
          <ac:chgData name="Minh Huynh" userId="01a137d4-0d81-46e0-aca6-c9185b391828" providerId="ADAL" clId="{B627D080-3587-498E-8936-D5A352E3A72D}" dt="2026-10-15T01:05:46.386" v="1771" actId="478"/>
          <ac:spMkLst>
            <pc:docMk/>
            <pc:sldMk cId="3043835810" sldId="1605"/>
            <ac:spMk id="2" creationId="{B5249DC1-B30B-86D9-3E9C-8BEF02175EED}"/>
          </ac:spMkLst>
        </pc:spChg>
        <pc:spChg chg="del">
          <ac:chgData name="Minh Huynh" userId="01a137d4-0d81-46e0-aca6-c9185b391828" providerId="ADAL" clId="{B627D080-3587-498E-8936-D5A352E3A72D}" dt="2026-10-15T01:05:46.386" v="1771" actId="478"/>
          <ac:spMkLst>
            <pc:docMk/>
            <pc:sldMk cId="3043835810" sldId="1605"/>
            <ac:spMk id="3" creationId="{32AA7563-AAC2-45E3-FEA8-1BF65CCC8DF9}"/>
          </ac:spMkLst>
        </pc:spChg>
        <pc:spChg chg="del">
          <ac:chgData name="Minh Huynh" userId="01a137d4-0d81-46e0-aca6-c9185b391828" providerId="ADAL" clId="{B627D080-3587-498E-8936-D5A352E3A72D}" dt="2026-10-15T01:05:46.386" v="1771" actId="478"/>
          <ac:spMkLst>
            <pc:docMk/>
            <pc:sldMk cId="3043835810" sldId="1605"/>
            <ac:spMk id="4" creationId="{1BEA852D-8C64-3BA9-8F94-9C7C80263615}"/>
          </ac:spMkLst>
        </pc:spChg>
        <pc:spChg chg="del">
          <ac:chgData name="Minh Huynh" userId="01a137d4-0d81-46e0-aca6-c9185b391828" providerId="ADAL" clId="{B627D080-3587-498E-8936-D5A352E3A72D}" dt="2026-10-15T01:05:46.386" v="1771" actId="478"/>
          <ac:spMkLst>
            <pc:docMk/>
            <pc:sldMk cId="3043835810" sldId="1605"/>
            <ac:spMk id="5" creationId="{837D884D-7FFF-BE54-D2F2-B37841EA2792}"/>
          </ac:spMkLst>
        </pc:spChg>
        <pc:spChg chg="del">
          <ac:chgData name="Minh Huynh" userId="01a137d4-0d81-46e0-aca6-c9185b391828" providerId="ADAL" clId="{B627D080-3587-498E-8936-D5A352E3A72D}" dt="2026-10-15T01:05:46.386" v="1771" actId="478"/>
          <ac:spMkLst>
            <pc:docMk/>
            <pc:sldMk cId="3043835810" sldId="1605"/>
            <ac:spMk id="6" creationId="{11FB830A-D4FB-A545-9EB8-F067A871FDEE}"/>
          </ac:spMkLst>
        </pc:spChg>
        <pc:spChg chg="del">
          <ac:chgData name="Minh Huynh" userId="01a137d4-0d81-46e0-aca6-c9185b391828" providerId="ADAL" clId="{B627D080-3587-498E-8936-D5A352E3A72D}" dt="2026-10-15T01:05:46.386" v="1771" actId="478"/>
          <ac:spMkLst>
            <pc:docMk/>
            <pc:sldMk cId="3043835810" sldId="1605"/>
            <ac:spMk id="7" creationId="{A539A402-A83E-F1B8-6419-B6ECA03D9378}"/>
          </ac:spMkLst>
        </pc:spChg>
        <pc:spChg chg="del">
          <ac:chgData name="Minh Huynh" userId="01a137d4-0d81-46e0-aca6-c9185b391828" providerId="ADAL" clId="{B627D080-3587-498E-8936-D5A352E3A72D}" dt="2026-10-15T01:05:48.319" v="1772" actId="478"/>
          <ac:spMkLst>
            <pc:docMk/>
            <pc:sldMk cId="3043835810" sldId="1605"/>
            <ac:spMk id="8" creationId="{4D0546A7-4129-D2E3-B496-ACB47BDDE18E}"/>
          </ac:spMkLst>
        </pc:spChg>
        <pc:spChg chg="mod">
          <ac:chgData name="Minh Huynh" userId="01a137d4-0d81-46e0-aca6-c9185b391828" providerId="ADAL" clId="{B627D080-3587-498E-8936-D5A352E3A72D}" dt="2026-10-15T01:07:00.225" v="1812" actId="1076"/>
          <ac:spMkLst>
            <pc:docMk/>
            <pc:sldMk cId="3043835810" sldId="1605"/>
            <ac:spMk id="32" creationId="{A1282EE1-A1E2-992B-4420-D26E97E957B2}"/>
          </ac:spMkLst>
        </pc:spChg>
        <pc:spChg chg="add mod">
          <ac:chgData name="Minh Huynh" userId="01a137d4-0d81-46e0-aca6-c9185b391828" providerId="ADAL" clId="{B627D080-3587-498E-8936-D5A352E3A72D}" dt="2026-10-15T01:06:00.689" v="1802" actId="20577"/>
          <ac:spMkLst>
            <pc:docMk/>
            <pc:sldMk cId="3043835810" sldId="1605"/>
            <ac:spMk id="39" creationId="{75122A5D-BB39-47DF-A3F0-51C1B68252E4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40" creationId="{E3FF973F-A741-4561-9985-811797CC835A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41" creationId="{579590BF-036C-4D28-91CD-A7423D92DD87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42" creationId="{1AC2CA89-2FA0-47D0-AB51-6DBBBC53DD67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43" creationId="{C340F3FB-AF79-473D-B4C8-830287B858AB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44" creationId="{CD7F2874-0925-4F5E-969E-715AD71276D9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45" creationId="{253B6D3D-8B94-4D44-AB85-84D8DDCB5403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46" creationId="{7B89EF68-7A91-43B2-97EF-A43FF096F802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47" creationId="{3E335056-FA8D-4999-B099-50955EA60A93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48" creationId="{B9118776-1951-4909-AB5B-82CF898536AD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49" creationId="{F80655C5-E8BD-467D-966E-17F834B69486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50" creationId="{A9AF8726-5B57-4D6C-861E-2DD40FCA5D5F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51" creationId="{C6D5FE85-C729-4C05-BD16-B75DF694C40F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52" creationId="{A21E8857-C555-44F7-A514-00196385A03F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53" creationId="{4B41F9F6-EA40-477C-9D6A-DBB16A1811F4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54" creationId="{F5E6F151-7887-487B-82E7-D2D0BCF82BD2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55" creationId="{C8C8FCA9-9C94-4F6F-AE9B-406AE919AC2C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56" creationId="{A2986F86-E4CF-479E-86D7-B8AC966D31F4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57" creationId="{0AE4568A-4E44-4CDF-9C97-543579C21D4A}"/>
          </ac:spMkLst>
        </pc:spChg>
        <pc:spChg chg="add del mod">
          <ac:chgData name="Minh Huynh" userId="01a137d4-0d81-46e0-aca6-c9185b391828" providerId="ADAL" clId="{B627D080-3587-498E-8936-D5A352E3A72D}" dt="2026-10-15T01:06:23.747" v="1804"/>
          <ac:spMkLst>
            <pc:docMk/>
            <pc:sldMk cId="3043835810" sldId="1605"/>
            <ac:spMk id="58" creationId="{156D5AB8-D441-4D65-B12B-F0B721690E9A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59" creationId="{A6D0CB19-57D1-4DB5-9E0C-C82A0AEBA775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60" creationId="{7D0AEE57-07EC-4F30-AB8F-04EDB3CDBF71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61" creationId="{AAF382DC-BE5D-4FD7-BFA1-5E99AACD76E7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62" creationId="{99F723AC-3F36-4C67-B262-9FBC65B246E5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63" creationId="{51E8892E-504A-443A-8569-C584605566A3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64" creationId="{F877A3AB-EE90-42BD-8B14-524F95384FBC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65" creationId="{94EAE18A-5138-4C2F-9034-DD414B36F1D9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66" creationId="{B1B605DC-7197-44E3-85EE-02E6A73740DB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67" creationId="{5BC69861-39F9-4689-A27F-D3F52EEB28B2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68" creationId="{8A9993DC-EB48-4503-A138-C8256F60C066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69" creationId="{D495E536-1C13-492C-A6D4-51823348B955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70" creationId="{13AEABBE-4DCD-43E2-904E-E5C1B0C49F1E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71" creationId="{D14864F5-B7EC-4EDE-9A5A-5CB0CB83C0F3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72" creationId="{A0DC80C0-A844-4309-9380-7A0F5BF680B3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73" creationId="{817BF578-8F8C-4FD5-B8B2-0DD6DDB19347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74" creationId="{9DA738C6-1480-4B4D-B88E-3AED04E81AEC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75" creationId="{8CADB2E4-07D4-4F62-BD03-D9C1F70B6F0E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76" creationId="{E6EAC51A-5EE4-465F-BCA4-5E4C749F3F7A}"/>
          </ac:spMkLst>
        </pc:spChg>
        <pc:spChg chg="add del mod">
          <ac:chgData name="Minh Huynh" userId="01a137d4-0d81-46e0-aca6-c9185b391828" providerId="ADAL" clId="{B627D080-3587-498E-8936-D5A352E3A72D}" dt="2026-10-15T01:06:47.025" v="1806"/>
          <ac:spMkLst>
            <pc:docMk/>
            <pc:sldMk cId="3043835810" sldId="1605"/>
            <ac:spMk id="77" creationId="{55176966-B918-49D3-BA06-AA52DCAA2E1E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78" creationId="{A80EAF11-B181-4059-88F7-F0959AD31EAF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79" creationId="{EFBBB120-DFC9-433B-A12E-D5D3A631062A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80" creationId="{87578614-FF5E-430B-B4D7-30719412999F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81" creationId="{A4BDB96F-D7C3-44F3-9215-18117DF9B3E8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82" creationId="{859ECC39-6523-4776-87F8-F4C77B52AD06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83" creationId="{A17A0546-0640-4335-9E33-07CABFBC21FE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84" creationId="{84B8F177-4A50-4F2C-9EE9-2BE94769582E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85" creationId="{7A20C4C5-44F0-4DCB-801B-90275AA26764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86" creationId="{E5C147C1-F451-4463-8A32-9DEA7E0CA109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87" creationId="{2E7B47D2-5D2A-4A63-B13F-4FC0AEC74FFA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88" creationId="{ED41E679-7B77-4A23-B2CB-8A61E6344CDA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89" creationId="{6E356282-A978-40B5-853D-EAD41E87A958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90" creationId="{9546EB5B-A491-4C13-AE1E-54EC3F9EA198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91" creationId="{334BA688-616F-44DC-8D69-47B6814C4FB6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92" creationId="{5A779777-FACA-4579-8F6E-E8936ED8BA45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93" creationId="{2616A1FD-A9E3-4F48-9AD1-C8083262A344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94" creationId="{1430BAE5-3554-4799-83E7-17B1EBB9DC01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95" creationId="{96C6FE3A-A467-4113-9657-FC318C291176}"/>
          </ac:spMkLst>
        </pc:spChg>
        <pc:spChg chg="add del mod">
          <ac:chgData name="Minh Huynh" userId="01a137d4-0d81-46e0-aca6-c9185b391828" providerId="ADAL" clId="{B627D080-3587-498E-8936-D5A352E3A72D}" dt="2026-10-15T01:10:13.345" v="1832"/>
          <ac:spMkLst>
            <pc:docMk/>
            <pc:sldMk cId="3043835810" sldId="1605"/>
            <ac:spMk id="96" creationId="{22A5EB4D-959F-40E2-930E-384628F1C6F7}"/>
          </ac:spMkLst>
        </pc:spChg>
        <pc:spChg chg="add mod">
          <ac:chgData name="Minh Huynh" userId="01a137d4-0d81-46e0-aca6-c9185b391828" providerId="ADAL" clId="{B627D080-3587-498E-8936-D5A352E3A72D}" dt="2026-10-15T01:10:45.509" v="1841" actId="1076"/>
          <ac:spMkLst>
            <pc:docMk/>
            <pc:sldMk cId="3043835810" sldId="1605"/>
            <ac:spMk id="97" creationId="{18732F5D-3370-45DC-BA8D-B82E52B883B9}"/>
          </ac:spMkLst>
        </pc:spChg>
        <pc:graphicFrameChg chg="modGraphic">
          <ac:chgData name="Minh Huynh" userId="01a137d4-0d81-46e0-aca6-c9185b391828" providerId="ADAL" clId="{B627D080-3587-498E-8936-D5A352E3A72D}" dt="2026-10-15T01:10:30.622" v="1839" actId="20577"/>
          <ac:graphicFrameMkLst>
            <pc:docMk/>
            <pc:sldMk cId="3043835810" sldId="1605"/>
            <ac:graphicFrameMk id="11" creationId="{4260BE88-E8EC-9BB3-6D07-A11ADCF68544}"/>
          </ac:graphicFrameMkLst>
        </pc:graphicFrameChg>
        <pc:picChg chg="add mod">
          <ac:chgData name="Minh Huynh" userId="01a137d4-0d81-46e0-aca6-c9185b391828" providerId="ADAL" clId="{B627D080-3587-498E-8936-D5A352E3A72D}" dt="2026-10-15T01:07:08.909" v="1814" actId="1076"/>
          <ac:picMkLst>
            <pc:docMk/>
            <pc:sldMk cId="3043835810" sldId="1605"/>
            <ac:picMk id="26" creationId="{6A9C8BFE-162F-431B-AAA3-B001473DD829}"/>
          </ac:picMkLst>
        </pc:picChg>
        <pc:picChg chg="add del mod">
          <ac:chgData name="Minh Huynh" userId="01a137d4-0d81-46e0-aca6-c9185b391828" providerId="ADAL" clId="{B627D080-3587-498E-8936-D5A352E3A72D}" dt="2026-10-15T01:10:18.853" v="1836" actId="21"/>
          <ac:picMkLst>
            <pc:docMk/>
            <pc:sldMk cId="3043835810" sldId="1605"/>
            <ac:picMk id="28" creationId="{6E4BC134-5096-4D16-B5EF-6C1B06FE87FD}"/>
          </ac:picMkLst>
        </pc:picChg>
        <pc:cxnChg chg="mod">
          <ac:chgData name="Minh Huynh" userId="01a137d4-0d81-46e0-aca6-c9185b391828" providerId="ADAL" clId="{B627D080-3587-498E-8936-D5A352E3A72D}" dt="2026-10-15T01:06:56.085" v="1811" actId="14100"/>
          <ac:cxnSpMkLst>
            <pc:docMk/>
            <pc:sldMk cId="3043835810" sldId="1605"/>
            <ac:cxnSpMk id="31" creationId="{18D1E865-093C-1C22-B0EE-58E30C8AE948}"/>
          </ac:cxnSpMkLst>
        </pc:cxnChg>
      </pc:sldChg>
      <pc:sldChg chg="addSp delSp modSp add del mod">
        <pc:chgData name="Minh Huynh" userId="01a137d4-0d81-46e0-aca6-c9185b391828" providerId="ADAL" clId="{B627D080-3587-498E-8936-D5A352E3A72D}" dt="2026-10-15T01:12:36.674" v="1885" actId="47"/>
        <pc:sldMkLst>
          <pc:docMk/>
          <pc:sldMk cId="2880858999" sldId="1606"/>
        </pc:sldMkLst>
        <pc:spChg chg="mod">
          <ac:chgData name="Minh Huynh" userId="01a137d4-0d81-46e0-aca6-c9185b391828" providerId="ADAL" clId="{B627D080-3587-498E-8936-D5A352E3A72D}" dt="2026-10-15T01:08:16.957" v="1820" actId="207"/>
          <ac:spMkLst>
            <pc:docMk/>
            <pc:sldMk cId="2880858999" sldId="1606"/>
            <ac:spMk id="16" creationId="{77DBBCAD-F605-BBB1-98A5-31F5042B2B63}"/>
          </ac:spMkLst>
        </pc:spChg>
        <pc:spChg chg="mod">
          <ac:chgData name="Minh Huynh" userId="01a137d4-0d81-46e0-aca6-c9185b391828" providerId="ADAL" clId="{B627D080-3587-498E-8936-D5A352E3A72D}" dt="2026-10-15T01:08:24.113" v="1821" actId="207"/>
          <ac:spMkLst>
            <pc:docMk/>
            <pc:sldMk cId="2880858999" sldId="1606"/>
            <ac:spMk id="17" creationId="{3F7186E6-6A17-BEAC-FD14-40638F6F6BC3}"/>
          </ac:spMkLst>
        </pc:spChg>
        <pc:spChg chg="mod">
          <ac:chgData name="Minh Huynh" userId="01a137d4-0d81-46e0-aca6-c9185b391828" providerId="ADAL" clId="{B627D080-3587-498E-8936-D5A352E3A72D}" dt="2026-10-15T01:08:24.113" v="1821" actId="207"/>
          <ac:spMkLst>
            <pc:docMk/>
            <pc:sldMk cId="2880858999" sldId="1606"/>
            <ac:spMk id="18" creationId="{2C8BF3BB-2F51-255E-42FE-CC25D31BA21D}"/>
          </ac:spMkLst>
        </pc:spChg>
        <pc:spChg chg="mod">
          <ac:chgData name="Minh Huynh" userId="01a137d4-0d81-46e0-aca6-c9185b391828" providerId="ADAL" clId="{B627D080-3587-498E-8936-D5A352E3A72D}" dt="2026-10-15T01:08:28.769" v="1822" actId="207"/>
          <ac:spMkLst>
            <pc:docMk/>
            <pc:sldMk cId="2880858999" sldId="1606"/>
            <ac:spMk id="23" creationId="{69DFC238-9478-89F6-BE90-54A4B8EE07A0}"/>
          </ac:spMkLst>
        </pc:spChg>
        <pc:spChg chg="mod">
          <ac:chgData name="Minh Huynh" userId="01a137d4-0d81-46e0-aca6-c9185b391828" providerId="ADAL" clId="{B627D080-3587-498E-8936-D5A352E3A72D}" dt="2026-10-15T01:08:28.769" v="1822" actId="207"/>
          <ac:spMkLst>
            <pc:docMk/>
            <pc:sldMk cId="2880858999" sldId="1606"/>
            <ac:spMk id="24" creationId="{876099BF-BFAD-9BB5-7885-AF529E065BBA}"/>
          </ac:spMkLst>
        </pc:spChg>
        <pc:spChg chg="mod">
          <ac:chgData name="Minh Huynh" userId="01a137d4-0d81-46e0-aca6-c9185b391828" providerId="ADAL" clId="{B627D080-3587-498E-8936-D5A352E3A72D}" dt="2026-10-15T01:08:28.769" v="1822" actId="207"/>
          <ac:spMkLst>
            <pc:docMk/>
            <pc:sldMk cId="2880858999" sldId="1606"/>
            <ac:spMk id="25" creationId="{D19B9F3B-2293-654C-AEF8-5CB574F7C66B}"/>
          </ac:spMkLst>
        </pc:spChg>
        <pc:spChg chg="mod">
          <ac:chgData name="Minh Huynh" userId="01a137d4-0d81-46e0-aca6-c9185b391828" providerId="ADAL" clId="{B627D080-3587-498E-8936-D5A352E3A72D}" dt="2026-10-15T01:07:42.500" v="1817" actId="1076"/>
          <ac:spMkLst>
            <pc:docMk/>
            <pc:sldMk cId="2880858999" sldId="1606"/>
            <ac:spMk id="32" creationId="{A1282EE1-A1E2-992B-4420-D26E97E957B2}"/>
          </ac:spMkLst>
        </pc:spChg>
        <pc:spChg chg="mod">
          <ac:chgData name="Minh Huynh" userId="01a137d4-0d81-46e0-aca6-c9185b391828" providerId="ADAL" clId="{B627D080-3587-498E-8936-D5A352E3A72D}" dt="2026-10-15T01:07:36.278" v="1816" actId="14100"/>
          <ac:spMkLst>
            <pc:docMk/>
            <pc:sldMk cId="2880858999" sldId="1606"/>
            <ac:spMk id="37" creationId="{73F8B7FD-7518-40D9-9630-D60191F325D7}"/>
          </ac:spMkLst>
        </pc:spChg>
        <pc:spChg chg="mod">
          <ac:chgData name="Minh Huynh" userId="01a137d4-0d81-46e0-aca6-c9185b391828" providerId="ADAL" clId="{B627D080-3587-498E-8936-D5A352E3A72D}" dt="2026-10-15T01:08:31.506" v="1823" actId="14100"/>
          <ac:spMkLst>
            <pc:docMk/>
            <pc:sldMk cId="2880858999" sldId="1606"/>
            <ac:spMk id="38" creationId="{7C18AE50-FC92-4625-B249-2DE84234EB3C}"/>
          </ac:spMkLst>
        </pc:spChg>
        <pc:spChg chg="add mod">
          <ac:chgData name="Minh Huynh" userId="01a137d4-0d81-46e0-aca6-c9185b391828" providerId="ADAL" clId="{B627D080-3587-498E-8936-D5A352E3A72D}" dt="2026-10-15T01:10:47.218" v="1842"/>
          <ac:spMkLst>
            <pc:docMk/>
            <pc:sldMk cId="2880858999" sldId="1606"/>
            <ac:spMk id="41" creationId="{8082C6BB-22FE-422F-80CD-6BFCBD535F31}"/>
          </ac:spMkLst>
        </pc:spChg>
        <pc:graphicFrameChg chg="modGraphic">
          <ac:chgData name="Minh Huynh" userId="01a137d4-0d81-46e0-aca6-c9185b391828" providerId="ADAL" clId="{B627D080-3587-498E-8936-D5A352E3A72D}" dt="2026-10-15T01:07:56.081" v="1819" actId="20577"/>
          <ac:graphicFrameMkLst>
            <pc:docMk/>
            <pc:sldMk cId="2880858999" sldId="1606"/>
            <ac:graphicFrameMk id="11" creationId="{4260BE88-E8EC-9BB3-6D07-A11ADCF68544}"/>
          </ac:graphicFrameMkLst>
        </pc:graphicFrameChg>
        <pc:graphicFrameChg chg="modGraphic">
          <ac:chgData name="Minh Huynh" userId="01a137d4-0d81-46e0-aca6-c9185b391828" providerId="ADAL" clId="{B627D080-3587-498E-8936-D5A352E3A72D}" dt="2026-10-15T01:08:48.713" v="1827" actId="207"/>
          <ac:graphicFrameMkLst>
            <pc:docMk/>
            <pc:sldMk cId="2880858999" sldId="1606"/>
            <ac:graphicFrameMk id="30" creationId="{EDFC0310-C450-5E83-6994-B19D69CCA852}"/>
          </ac:graphicFrameMkLst>
        </pc:graphicFrameChg>
        <pc:picChg chg="del">
          <ac:chgData name="Minh Huynh" userId="01a137d4-0d81-46e0-aca6-c9185b391828" providerId="ADAL" clId="{B627D080-3587-498E-8936-D5A352E3A72D}" dt="2026-10-15T01:09:06.268" v="1828" actId="478"/>
          <ac:picMkLst>
            <pc:docMk/>
            <pc:sldMk cId="2880858999" sldId="1606"/>
            <ac:picMk id="26" creationId="{6A9C8BFE-162F-431B-AAA3-B001473DD829}"/>
          </ac:picMkLst>
        </pc:picChg>
        <pc:picChg chg="add mod">
          <ac:chgData name="Minh Huynh" userId="01a137d4-0d81-46e0-aca6-c9185b391828" providerId="ADAL" clId="{B627D080-3587-498E-8936-D5A352E3A72D}" dt="2026-10-15T01:10:20.272" v="1837"/>
          <ac:picMkLst>
            <pc:docMk/>
            <pc:sldMk cId="2880858999" sldId="1606"/>
            <ac:picMk id="40" creationId="{8BB70C9C-C81C-4CB2-B2F7-DAA8CEC8FB4C}"/>
          </ac:picMkLst>
        </pc:picChg>
        <pc:cxnChg chg="mod">
          <ac:chgData name="Minh Huynh" userId="01a137d4-0d81-46e0-aca6-c9185b391828" providerId="ADAL" clId="{B627D080-3587-498E-8936-D5A352E3A72D}" dt="2026-10-15T01:07:42.500" v="1817" actId="1076"/>
          <ac:cxnSpMkLst>
            <pc:docMk/>
            <pc:sldMk cId="2880858999" sldId="1606"/>
            <ac:cxnSpMk id="31" creationId="{18D1E865-093C-1C22-B0EE-58E30C8AE948}"/>
          </ac:cxnSpMkLst>
        </pc:cxnChg>
      </pc:sldChg>
      <pc:sldChg chg="addSp delSp modSp add mod">
        <pc:chgData name="Minh Huynh" userId="01a137d4-0d81-46e0-aca6-c9185b391828" providerId="ADAL" clId="{B627D080-3587-498E-8936-D5A352E3A72D}" dt="2026-10-15T01:12:47.685" v="1893" actId="20577"/>
        <pc:sldMkLst>
          <pc:docMk/>
          <pc:sldMk cId="2452390278" sldId="1622"/>
        </pc:sldMkLst>
        <pc:spChg chg="del">
          <ac:chgData name="Minh Huynh" userId="01a137d4-0d81-46e0-aca6-c9185b391828" providerId="ADAL" clId="{B627D080-3587-498E-8936-D5A352E3A72D}" dt="2026-10-15T01:11:10.882" v="1844" actId="478"/>
          <ac:spMkLst>
            <pc:docMk/>
            <pc:sldMk cId="2452390278" sldId="1622"/>
            <ac:spMk id="2" creationId="{B5249DC1-B30B-86D9-3E9C-8BEF02175EED}"/>
          </ac:spMkLst>
        </pc:spChg>
        <pc:spChg chg="del">
          <ac:chgData name="Minh Huynh" userId="01a137d4-0d81-46e0-aca6-c9185b391828" providerId="ADAL" clId="{B627D080-3587-498E-8936-D5A352E3A72D}" dt="2026-10-15T01:11:10.882" v="1844" actId="478"/>
          <ac:spMkLst>
            <pc:docMk/>
            <pc:sldMk cId="2452390278" sldId="1622"/>
            <ac:spMk id="3" creationId="{32AA7563-AAC2-45E3-FEA8-1BF65CCC8DF9}"/>
          </ac:spMkLst>
        </pc:spChg>
        <pc:spChg chg="del">
          <ac:chgData name="Minh Huynh" userId="01a137d4-0d81-46e0-aca6-c9185b391828" providerId="ADAL" clId="{B627D080-3587-498E-8936-D5A352E3A72D}" dt="2026-10-15T01:11:10.882" v="1844" actId="478"/>
          <ac:spMkLst>
            <pc:docMk/>
            <pc:sldMk cId="2452390278" sldId="1622"/>
            <ac:spMk id="4" creationId="{1BEA852D-8C64-3BA9-8F94-9C7C80263615}"/>
          </ac:spMkLst>
        </pc:spChg>
        <pc:spChg chg="del">
          <ac:chgData name="Minh Huynh" userId="01a137d4-0d81-46e0-aca6-c9185b391828" providerId="ADAL" clId="{B627D080-3587-498E-8936-D5A352E3A72D}" dt="2026-10-15T01:11:10.882" v="1844" actId="478"/>
          <ac:spMkLst>
            <pc:docMk/>
            <pc:sldMk cId="2452390278" sldId="1622"/>
            <ac:spMk id="5" creationId="{837D884D-7FFF-BE54-D2F2-B37841EA2792}"/>
          </ac:spMkLst>
        </pc:spChg>
        <pc:spChg chg="del">
          <ac:chgData name="Minh Huynh" userId="01a137d4-0d81-46e0-aca6-c9185b391828" providerId="ADAL" clId="{B627D080-3587-498E-8936-D5A352E3A72D}" dt="2026-10-15T01:11:10.882" v="1844" actId="478"/>
          <ac:spMkLst>
            <pc:docMk/>
            <pc:sldMk cId="2452390278" sldId="1622"/>
            <ac:spMk id="6" creationId="{11FB830A-D4FB-A545-9EB8-F067A871FDEE}"/>
          </ac:spMkLst>
        </pc:spChg>
        <pc:spChg chg="del">
          <ac:chgData name="Minh Huynh" userId="01a137d4-0d81-46e0-aca6-c9185b391828" providerId="ADAL" clId="{B627D080-3587-498E-8936-D5A352E3A72D}" dt="2026-10-15T01:11:10.882" v="1844" actId="478"/>
          <ac:spMkLst>
            <pc:docMk/>
            <pc:sldMk cId="2452390278" sldId="1622"/>
            <ac:spMk id="7" creationId="{A539A402-A83E-F1B8-6419-B6ECA03D9378}"/>
          </ac:spMkLst>
        </pc:spChg>
        <pc:spChg chg="mod">
          <ac:chgData name="Minh Huynh" userId="01a137d4-0d81-46e0-aca6-c9185b391828" providerId="ADAL" clId="{B627D080-3587-498E-8936-D5A352E3A72D}" dt="2026-10-15T01:12:39.183" v="1886" actId="20577"/>
          <ac:spMkLst>
            <pc:docMk/>
            <pc:sldMk cId="2452390278" sldId="1622"/>
            <ac:spMk id="23" creationId="{BC41F3F4-FD49-4E71-B405-B2BD001BC19E}"/>
          </ac:spMkLst>
        </pc:spChg>
        <pc:spChg chg="mod">
          <ac:chgData name="Minh Huynh" userId="01a137d4-0d81-46e0-aca6-c9185b391828" providerId="ADAL" clId="{B627D080-3587-498E-8936-D5A352E3A72D}" dt="2026-10-15T01:12:40.786" v="1887" actId="20577"/>
          <ac:spMkLst>
            <pc:docMk/>
            <pc:sldMk cId="2452390278" sldId="1622"/>
            <ac:spMk id="24" creationId="{293AE365-5B18-470B-888F-8C711C7F2F51}"/>
          </ac:spMkLst>
        </pc:spChg>
        <pc:spChg chg="mod">
          <ac:chgData name="Minh Huynh" userId="01a137d4-0d81-46e0-aca6-c9185b391828" providerId="ADAL" clId="{B627D080-3587-498E-8936-D5A352E3A72D}" dt="2026-10-15T01:12:41.897" v="1888" actId="20577"/>
          <ac:spMkLst>
            <pc:docMk/>
            <pc:sldMk cId="2452390278" sldId="1622"/>
            <ac:spMk id="27" creationId="{2E079A79-04DC-4FAA-81C5-833D4888656B}"/>
          </ac:spMkLst>
        </pc:spChg>
        <pc:spChg chg="mod">
          <ac:chgData name="Minh Huynh" userId="01a137d4-0d81-46e0-aca6-c9185b391828" providerId="ADAL" clId="{B627D080-3587-498E-8936-D5A352E3A72D}" dt="2026-10-15T01:12:43.259" v="1889" actId="20577"/>
          <ac:spMkLst>
            <pc:docMk/>
            <pc:sldMk cId="2452390278" sldId="1622"/>
            <ac:spMk id="28" creationId="{4D909BD6-8F49-45AF-943E-1CCC7C76176E}"/>
          </ac:spMkLst>
        </pc:spChg>
        <pc:spChg chg="add mod">
          <ac:chgData name="Minh Huynh" userId="01a137d4-0d81-46e0-aca6-c9185b391828" providerId="ADAL" clId="{B627D080-3587-498E-8936-D5A352E3A72D}" dt="2026-10-15T01:11:18.184" v="1853" actId="20577"/>
          <ac:spMkLst>
            <pc:docMk/>
            <pc:sldMk cId="2452390278" sldId="1622"/>
            <ac:spMk id="34" creationId="{40F451E6-ACBF-4B87-89C4-128811C0F6FC}"/>
          </ac:spMkLst>
        </pc:spChg>
        <pc:spChg chg="mod">
          <ac:chgData name="Minh Huynh" userId="01a137d4-0d81-46e0-aca6-c9185b391828" providerId="ADAL" clId="{B627D080-3587-498E-8936-D5A352E3A72D}" dt="2026-10-15T01:12:44.325" v="1890" actId="20577"/>
          <ac:spMkLst>
            <pc:docMk/>
            <pc:sldMk cId="2452390278" sldId="1622"/>
            <ac:spMk id="40" creationId="{A987F271-A6B8-4EE3-B834-6CFE0BD017D6}"/>
          </ac:spMkLst>
        </pc:spChg>
        <pc:spChg chg="mod">
          <ac:chgData name="Minh Huynh" userId="01a137d4-0d81-46e0-aca6-c9185b391828" providerId="ADAL" clId="{B627D080-3587-498E-8936-D5A352E3A72D}" dt="2026-10-15T01:12:45.512" v="1891" actId="20577"/>
          <ac:spMkLst>
            <pc:docMk/>
            <pc:sldMk cId="2452390278" sldId="1622"/>
            <ac:spMk id="42" creationId="{6C1B3157-C67C-4136-A0DB-8FBAADF36D70}"/>
          </ac:spMkLst>
        </pc:spChg>
        <pc:spChg chg="mod">
          <ac:chgData name="Minh Huynh" userId="01a137d4-0d81-46e0-aca6-c9185b391828" providerId="ADAL" clId="{B627D080-3587-498E-8936-D5A352E3A72D}" dt="2026-10-15T01:12:46.574" v="1892" actId="20577"/>
          <ac:spMkLst>
            <pc:docMk/>
            <pc:sldMk cId="2452390278" sldId="1622"/>
            <ac:spMk id="47" creationId="{E189F5ED-B0E5-40FF-B140-151A06FB2BC6}"/>
          </ac:spMkLst>
        </pc:spChg>
        <pc:spChg chg="mod">
          <ac:chgData name="Minh Huynh" userId="01a137d4-0d81-46e0-aca6-c9185b391828" providerId="ADAL" clId="{B627D080-3587-498E-8936-D5A352E3A72D}" dt="2026-10-15T01:12:47.685" v="1893" actId="20577"/>
          <ac:spMkLst>
            <pc:docMk/>
            <pc:sldMk cId="2452390278" sldId="1622"/>
            <ac:spMk id="48" creationId="{462E0FDC-F8D0-4689-B533-B3DBD6F5E5A6}"/>
          </ac:spMkLst>
        </pc:spChg>
      </pc:sldChg>
      <pc:sldChg chg="addSp delSp modSp add mod">
        <pc:chgData name="Minh Huynh" userId="01a137d4-0d81-46e0-aca6-c9185b391828" providerId="ADAL" clId="{B627D080-3587-498E-8936-D5A352E3A72D}" dt="2026-10-15T01:14:07.644" v="1936" actId="21"/>
        <pc:sldMkLst>
          <pc:docMk/>
          <pc:sldMk cId="2115543749" sldId="1634"/>
        </pc:sldMkLst>
        <pc:spChg chg="add mod">
          <ac:chgData name="Minh Huynh" userId="01a137d4-0d81-46e0-aca6-c9185b391828" providerId="ADAL" clId="{B627D080-3587-498E-8936-D5A352E3A72D}" dt="2026-10-15T01:12:09.268" v="1884" actId="20577"/>
          <ac:spMkLst>
            <pc:docMk/>
            <pc:sldMk cId="2115543749" sldId="1634"/>
            <ac:spMk id="46" creationId="{81D46C95-687A-42A5-AC4F-4FD92539D801}"/>
          </ac:spMkLst>
        </pc:spChg>
        <pc:spChg chg="add del mod">
          <ac:chgData name="Minh Huynh" userId="01a137d4-0d81-46e0-aca6-c9185b391828" providerId="ADAL" clId="{B627D080-3587-498E-8936-D5A352E3A72D}" dt="2026-10-15T01:13:35.990" v="1914"/>
          <ac:spMkLst>
            <pc:docMk/>
            <pc:sldMk cId="2115543749" sldId="1634"/>
            <ac:spMk id="47" creationId="{CFE68DB7-F9F9-4024-AC33-5D3A9F38A132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49" creationId="{3D3A5195-17FE-4F45-AB11-6DE265487196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50" creationId="{C4F56B93-AE9B-48B5-870A-0A52D15511CC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51" creationId="{027CD5AF-B2D8-4BB3-A22E-1B6D4FB8B154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52" creationId="{18FDCDD5-68B5-412A-8578-BCD2DA0DFD7D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53" creationId="{24BDA090-1730-43FE-9222-1659A4070DC4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54" creationId="{C36DC1B0-5824-4203-8578-DCC492CA9F69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57" creationId="{0C964FB3-7B86-4258-A0AB-C3C1F307F240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58" creationId="{BF13231D-3C57-44C1-82AC-26D31A0A2EC7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59" creationId="{C635F9A3-EC73-424A-86A3-CB1C92166AA8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60" creationId="{3F923D06-FBD6-42C0-ACE9-813481FF73D7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61" creationId="{E5429950-3F3F-4D1A-902E-7EB706FC53C9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62" creationId="{A8541237-E05F-4F7E-BC96-4B4C8FE39270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63" creationId="{26552416-7C05-4342-8B1B-A328CA05C931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64" creationId="{21B5E912-0269-4B68-98E3-0E88BDBBC286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65" creationId="{5D491BBD-E2BD-4300-AB59-5857D771FA3A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66" creationId="{A1F62B48-3347-439E-953A-4F12ED08E77E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67" creationId="{87AAA1A9-9D61-4E96-82CF-5EA2C513262B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68" creationId="{5B0EC9C3-D775-4D43-87D3-0A8699B0E687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69" creationId="{0C730D39-BCD5-402A-82FC-BC5F0EEFEC63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70" creationId="{0EF5C7A2-1721-4E78-A294-96B5A76B6812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71" creationId="{44B9569F-44ED-4BD4-A9BC-349C8E282373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72" creationId="{649CC8AE-F72E-41E4-BB0E-672C2DF86CB5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73" creationId="{A6272941-C6F4-4AD7-8185-9452373F65DF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74" creationId="{B52C6853-6032-4D29-8FB9-033722E91BD7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75" creationId="{3C1946A2-F09C-4F24-BACE-69433D832E04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76" creationId="{956FB278-1F29-4622-A5D6-9FF0B7FD8DB7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77" creationId="{A55BC6F0-D120-4B37-B88E-33894EDA7AAF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78" creationId="{D4881291-30FF-4C19-9558-BB2EDB64A31B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79" creationId="{8C38A681-734F-465C-8096-B6F49ECB7056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80" creationId="{EF01E6C1-6EF0-4B2E-B74B-8F529BF2FB54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81" creationId="{EC646267-AB61-4080-970D-30A7AA13B0C0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82" creationId="{6DD4AAE4-015B-41D8-B8C2-E6ABA72909BA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83" creationId="{04129A4F-78C2-498E-BBD9-638EE0947A3F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84" creationId="{4F431817-E09D-482D-A984-C1B890EF0130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85" creationId="{B159BB9F-2446-46FE-B516-C15BFB0DDF8D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86" creationId="{8CC0FFC0-8A0B-43CF-8963-642E1263CEE4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87" creationId="{CACB3C1D-DE6C-4C8E-B7E5-8AF9D884E1B1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88" creationId="{ADFB208A-72C6-4D71-856D-3AFF8971B353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89" creationId="{9CB201F4-82C5-4CB9-B401-B744DD896CF3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90" creationId="{DB1F6DAF-99F0-4B39-B5CE-BF764E75E0F8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91" creationId="{A2392B02-F49C-4AF9-87EE-BFAC54656D58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92" creationId="{FFE1D1B2-293B-4D37-A320-FD5F6088FA66}"/>
          </ac:spMkLst>
        </pc:spChg>
        <pc:spChg chg="mod">
          <ac:chgData name="Minh Huynh" userId="01a137d4-0d81-46e0-aca6-c9185b391828" providerId="ADAL" clId="{B627D080-3587-498E-8936-D5A352E3A72D}" dt="2026-10-15T01:13:44.932" v="1916" actId="1076"/>
          <ac:spMkLst>
            <pc:docMk/>
            <pc:sldMk cId="2115543749" sldId="1634"/>
            <ac:spMk id="93" creationId="{2C68C3AA-4BFC-45A9-B5A9-42DB135151FF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94" creationId="{782A819A-0234-4F06-B81D-FA22640A6A77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95" creationId="{D570D247-7A63-4E3F-932D-C731B509AF1A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96" creationId="{BBB2A407-3E65-4B90-9B43-D2D141D6B50F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97" creationId="{067CB032-C5B8-4CD8-A01B-B5362D6B34EE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98" creationId="{4DD8A498-5B43-4388-BCC3-D9BFC70B05AE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99" creationId="{0B96DE27-E4CD-4C70-9CFE-5B8F81DFD7D3}"/>
          </ac:spMkLst>
        </pc:spChg>
        <pc:spChg chg="del">
          <ac:chgData name="Minh Huynh" userId="01a137d4-0d81-46e0-aca6-c9185b391828" providerId="ADAL" clId="{B627D080-3587-498E-8936-D5A352E3A72D}" dt="2026-10-15T01:11:43.333" v="1855" actId="478"/>
          <ac:spMkLst>
            <pc:docMk/>
            <pc:sldMk cId="2115543749" sldId="1634"/>
            <ac:spMk id="100" creationId="{F9A6958D-F956-4AE9-8C3E-26327C2A4677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01" creationId="{6E7477EE-F419-4EA7-B7E5-99D60B2A83D8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02" creationId="{AEF44561-D86F-4A0A-8769-FE17A34A93C8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03" creationId="{E9AFED4D-C597-4D26-A2A4-3702FA582B1A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04" creationId="{E894E109-23D7-4541-B37E-9E16F08B8244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05" creationId="{41FB5883-EC1C-46CF-9369-14B58F4400D5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06" creationId="{0D9A7F52-934B-4E41-8056-49958960CD9E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07" creationId="{C053CD8F-92D1-47C5-A17F-D40D8E1D629A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08" creationId="{6CBD2851-6B76-402C-83A0-A3F1BCC02526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09" creationId="{AEED8A65-D1D8-4BC0-8827-E88482541183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10" creationId="{9265B7FD-B53F-4AD4-870C-FA3BEC3052A9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11" creationId="{27151E37-EB92-4303-834D-CE1451E2E63D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12" creationId="{8D52C795-957C-4865-8E76-4042C89DF36E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13" creationId="{8D7E2BE1-E84E-44FA-8E1D-05A1D51D7C72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14" creationId="{07CFBE1E-066D-432A-B4FF-9C8FC897C647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15" creationId="{0144E4C4-D61E-4B7A-AB63-4BC4558DE5C6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16" creationId="{E991E73F-2F60-4BC7-98B5-B207BCF230E9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17" creationId="{B2D3564C-64E5-4C36-91AF-AE7ED4AE7F1F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18" creationId="{5214D13D-C0D2-4115-BB83-530FAA25D6B1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19" creationId="{8AE68640-A1D5-49F1-9FE2-719B763E0EE3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20" creationId="{87FA1462-7FE1-45BA-B4CB-6295583BD188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21" creationId="{3239FBCE-650B-4362-8EBC-70DAAD90EBDC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22" creationId="{D0CFD5F5-F7C1-41AA-AF88-673BBECAF410}"/>
          </ac:spMkLst>
        </pc:spChg>
        <pc:spChg chg="add del mod">
          <ac:chgData name="Minh Huynh" userId="01a137d4-0d81-46e0-aca6-c9185b391828" providerId="ADAL" clId="{B627D080-3587-498E-8936-D5A352E3A72D}" dt="2026-10-15T01:14:07.644" v="1936" actId="21"/>
          <ac:spMkLst>
            <pc:docMk/>
            <pc:sldMk cId="2115543749" sldId="1634"/>
            <ac:spMk id="123" creationId="{9B1B7445-7093-4AA6-93CE-296001FB109A}"/>
          </ac:spMkLst>
        </pc:spChg>
        <pc:cxnChg chg="mod">
          <ac:chgData name="Minh Huynh" userId="01a137d4-0d81-46e0-aca6-c9185b391828" providerId="ADAL" clId="{B627D080-3587-498E-8936-D5A352E3A72D}" dt="2026-10-15T01:13:44.932" v="1916" actId="1076"/>
          <ac:cxnSpMkLst>
            <pc:docMk/>
            <pc:sldMk cId="2115543749" sldId="1634"/>
            <ac:cxnSpMk id="34" creationId="{13E601DD-6FF3-49C2-95B1-530C59AF7403}"/>
          </ac:cxnSpMkLst>
        </pc:cxnChg>
        <pc:cxnChg chg="add del mod">
          <ac:chgData name="Minh Huynh" userId="01a137d4-0d81-46e0-aca6-c9185b391828" providerId="ADAL" clId="{B627D080-3587-498E-8936-D5A352E3A72D}" dt="2026-10-15T01:14:07.644" v="1936" actId="21"/>
          <ac:cxnSpMkLst>
            <pc:docMk/>
            <pc:sldMk cId="2115543749" sldId="1634"/>
            <ac:cxnSpMk id="48" creationId="{B44623B4-32D0-4DF3-8AAE-9E8DD45D86CC}"/>
          </ac:cxnSpMkLst>
        </pc:cxnChg>
        <pc:cxnChg chg="mod">
          <ac:chgData name="Minh Huynh" userId="01a137d4-0d81-46e0-aca6-c9185b391828" providerId="ADAL" clId="{B627D080-3587-498E-8936-D5A352E3A72D}" dt="2026-10-15T01:13:44.932" v="1916" actId="1076"/>
          <ac:cxnSpMkLst>
            <pc:docMk/>
            <pc:sldMk cId="2115543749" sldId="1634"/>
            <ac:cxnSpMk id="55" creationId="{183B261F-B6D9-485C-AEED-3E7F9456B994}"/>
          </ac:cxnSpMkLst>
        </pc:cxnChg>
        <pc:cxnChg chg="mod">
          <ac:chgData name="Minh Huynh" userId="01a137d4-0d81-46e0-aca6-c9185b391828" providerId="ADAL" clId="{B627D080-3587-498E-8936-D5A352E3A72D}" dt="2026-10-15T01:13:44.932" v="1916" actId="1076"/>
          <ac:cxnSpMkLst>
            <pc:docMk/>
            <pc:sldMk cId="2115543749" sldId="1634"/>
            <ac:cxnSpMk id="56" creationId="{8BBC8E4F-D560-4A5B-8900-66C582967E88}"/>
          </ac:cxnSpMkLst>
        </pc:cxnChg>
      </pc:sldChg>
      <pc:sldChg chg="addSp delSp modSp add mod">
        <pc:chgData name="Minh Huynh" userId="01a137d4-0d81-46e0-aca6-c9185b391828" providerId="ADAL" clId="{B627D080-3587-498E-8936-D5A352E3A72D}" dt="2026-10-15T01:14:13.821" v="1939" actId="20577"/>
        <pc:sldMkLst>
          <pc:docMk/>
          <pc:sldMk cId="3042290002" sldId="1651"/>
        </pc:sldMkLst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11" creationId="{A7487A00-B6E8-4730-A0BB-560338D2EF9E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12" creationId="{D4D85487-2C87-44A7-9238-28EB39399791}"/>
          </ac:spMkLst>
        </pc:spChg>
        <pc:spChg chg="add mod">
          <ac:chgData name="Minh Huynh" userId="01a137d4-0d81-46e0-aca6-c9185b391828" providerId="ADAL" clId="{B627D080-3587-498E-8936-D5A352E3A72D}" dt="2026-10-15T01:13:36.752" v="1915"/>
          <ac:spMkLst>
            <pc:docMk/>
            <pc:sldMk cId="3042290002" sldId="1651"/>
            <ac:spMk id="37" creationId="{2AA197E5-9CE3-4957-BDB4-0BC04ACE5CD5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39" creationId="{45A68FAD-76E0-4FB1-AE4F-B10BB07C73F8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40" creationId="{3923FD65-53C7-4769-A71C-FCDAB2A7D419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41" creationId="{CFBAE62F-2321-448F-BD29-FCFF5A4ADBDF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42" creationId="{7CA23744-C4CF-4532-AF08-3EBB5B0BD8F1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43" creationId="{B9472065-E81C-498A-8F9F-9910909F5CC8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44" creationId="{7250B771-0473-4CA1-8870-76042B43A28D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45" creationId="{9D603FC0-8146-402D-9662-AC87CFB77FED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46" creationId="{FF386429-FED7-482D-BFF0-6138E030BA89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47" creationId="{6E3DEB39-C5A1-4724-855B-E6D828961AC0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48" creationId="{C889191A-A311-4E1B-911D-DCCDF1465D2A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49" creationId="{DA294227-C680-4AAE-91E2-BE192A2B3576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50" creationId="{5F25E1CF-2DE8-4C16-920E-E35559741C64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51" creationId="{3A396946-55FC-4A48-B000-BB16A88DB6AD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52" creationId="{B1DC342B-E580-48AF-A426-9DA8B238A102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53" creationId="{0C5B8195-EA85-499B-A538-C4F04A254824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54" creationId="{393BA765-5974-488E-A704-1CD47FCC9A36}"/>
          </ac:spMkLst>
        </pc:spChg>
        <pc:spChg chg="add mod">
          <ac:chgData name="Minh Huynh" userId="01a137d4-0d81-46e0-aca6-c9185b391828" providerId="ADAL" clId="{B627D080-3587-498E-8936-D5A352E3A72D}" dt="2026-10-15T01:14:12.662" v="1938" actId="20577"/>
          <ac:spMkLst>
            <pc:docMk/>
            <pc:sldMk cId="3042290002" sldId="1651"/>
            <ac:spMk id="55" creationId="{49FED67C-D063-4A37-A6A5-B555CD4B4DF8}"/>
          </ac:spMkLst>
        </pc:spChg>
        <pc:spChg chg="add mod">
          <ac:chgData name="Minh Huynh" userId="01a137d4-0d81-46e0-aca6-c9185b391828" providerId="ADAL" clId="{B627D080-3587-498E-8936-D5A352E3A72D}" dt="2026-10-15T01:14:13.821" v="1939" actId="20577"/>
          <ac:spMkLst>
            <pc:docMk/>
            <pc:sldMk cId="3042290002" sldId="1651"/>
            <ac:spMk id="56" creationId="{497E4A2D-15D2-4E14-9A50-910A82E630C8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57" creationId="{4AC196E0-AAD9-4100-B202-757B252F0671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58" creationId="{3618E8AE-0072-4A04-AC3D-7D56C7682356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59" creationId="{E5B18B3E-7CEF-402C-A776-B1004950BCA4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60" creationId="{C6442C5E-A02C-4F08-BDA3-CA6361A5ABB0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61" creationId="{3F34046D-1E37-4A2B-A2CE-B3402367733D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62" creationId="{0002471F-2FB3-41BA-9B04-FA4096FAFE44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63" creationId="{41E9B8BF-8AD1-4FD6-9785-59E8B9939784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64" creationId="{97C951AB-3360-4990-9865-EFBF1210F042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65" creationId="{CA3C26AA-E8D0-470A-90DD-C68A5FC0DD43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66" creationId="{88276A30-E43B-4E3B-B7CF-33D1F514D751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67" creationId="{C3E18F5D-5A95-4D8E-8869-57406C134EF5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68" creationId="{B32AE273-8E77-459E-A239-1711F0EDE3DA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69" creationId="{713C6318-F173-4E92-BC74-0CF76912B9F3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70" creationId="{0EF5C7A2-1721-4E78-A294-96B5A76B6812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71" creationId="{44B9569F-44ED-4BD4-A9BC-349C8E282373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72" creationId="{649CC8AE-F72E-41E4-BB0E-672C2DF86CB5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73" creationId="{A6272941-C6F4-4AD7-8185-9452373F65DF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74" creationId="{B52C6853-6032-4D29-8FB9-033722E91BD7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75" creationId="{3C1946A2-F09C-4F24-BACE-69433D832E04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76" creationId="{956FB278-1F29-4622-A5D6-9FF0B7FD8DB7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77" creationId="{A55BC6F0-D120-4B37-B88E-33894EDA7AAF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78" creationId="{D4881291-30FF-4C19-9558-BB2EDB64A31B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79" creationId="{8C38A681-734F-465C-8096-B6F49ECB7056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80" creationId="{EF01E6C1-6EF0-4B2E-B74B-8F529BF2FB54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81" creationId="{EC646267-AB61-4080-970D-30A7AA13B0C0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82" creationId="{6DD4AAE4-015B-41D8-B8C2-E6ABA72909BA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83" creationId="{04129A4F-78C2-498E-BBD9-638EE0947A3F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84" creationId="{4F431817-E09D-482D-A984-C1B890EF0130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85" creationId="{B159BB9F-2446-46FE-B516-C15BFB0DDF8D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86" creationId="{8CC0FFC0-8A0B-43CF-8963-642E1263CEE4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87" creationId="{CACB3C1D-DE6C-4C8E-B7E5-8AF9D884E1B1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88" creationId="{ADFB208A-72C6-4D71-856D-3AFF8971B353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89" creationId="{9CB201F4-82C5-4CB9-B401-B744DD896CF3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90" creationId="{DB1F6DAF-99F0-4B39-B5CE-BF764E75E0F8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91" creationId="{A2392B02-F49C-4AF9-87EE-BFAC54656D58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92" creationId="{FFE1D1B2-293B-4D37-A320-FD5F6088FA66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93" creationId="{2C68C3AA-4BFC-45A9-B5A9-42DB135151FF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94" creationId="{66317D5A-2B91-429E-BE6F-3CFDEDACD9E8}"/>
          </ac:spMkLst>
        </pc:spChg>
        <pc:spChg chg="del mod">
          <ac:chgData name="Minh Huynh" userId="01a137d4-0d81-46e0-aca6-c9185b391828" providerId="ADAL" clId="{B627D080-3587-498E-8936-D5A352E3A72D}" dt="2026-10-15T01:14:03.522" v="1933" actId="21"/>
          <ac:spMkLst>
            <pc:docMk/>
            <pc:sldMk cId="3042290002" sldId="1651"/>
            <ac:spMk id="95" creationId="{270F9F37-D4C5-4C88-B8C5-BCEA3A227616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96" creationId="{D3A4E0EE-21BC-4E4D-846B-6127B3F4F2FE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97" creationId="{ACD07726-EFE0-4905-9EB9-52DA0687CB79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98" creationId="{F8B472E9-5CB4-4824-A5F3-F85466557B74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99" creationId="{46564801-7A05-4CFE-883E-6974213741B3}"/>
          </ac:spMkLst>
        </pc:spChg>
        <pc:spChg chg="del">
          <ac:chgData name="Minh Huynh" userId="01a137d4-0d81-46e0-aca6-c9185b391828" providerId="ADAL" clId="{B627D080-3587-498E-8936-D5A352E3A72D}" dt="2026-10-15T01:13:14.111" v="1903" actId="478"/>
          <ac:spMkLst>
            <pc:docMk/>
            <pc:sldMk cId="3042290002" sldId="1651"/>
            <ac:spMk id="100" creationId="{F9A6958D-F956-4AE9-8C3E-26327C2A4677}"/>
          </ac:spMkLst>
        </pc:spChg>
        <pc:spChg chg="add mod">
          <ac:chgData name="Minh Huynh" userId="01a137d4-0d81-46e0-aca6-c9185b391828" providerId="ADAL" clId="{B627D080-3587-498E-8936-D5A352E3A72D}" dt="2026-10-15T01:14:08.549" v="1937"/>
          <ac:spMkLst>
            <pc:docMk/>
            <pc:sldMk cId="3042290002" sldId="1651"/>
            <ac:spMk id="101" creationId="{44269909-6F7D-4671-BD4E-5F9FA347249B}"/>
          </ac:spMkLst>
        </pc:spChg>
        <pc:cxnChg chg="del mod">
          <ac:chgData name="Minh Huynh" userId="01a137d4-0d81-46e0-aca6-c9185b391828" providerId="ADAL" clId="{B627D080-3587-498E-8936-D5A352E3A72D}" dt="2026-10-15T01:14:03.522" v="1933" actId="21"/>
          <ac:cxnSpMkLst>
            <pc:docMk/>
            <pc:sldMk cId="3042290002" sldId="1651"/>
            <ac:cxnSpMk id="34" creationId="{13E601DD-6FF3-49C2-95B1-530C59AF7403}"/>
          </ac:cxnSpMkLst>
        </pc:cxnChg>
        <pc:cxnChg chg="add mod">
          <ac:chgData name="Minh Huynh" userId="01a137d4-0d81-46e0-aca6-c9185b391828" providerId="ADAL" clId="{B627D080-3587-498E-8936-D5A352E3A72D}" dt="2026-10-15T01:14:08.549" v="1937"/>
          <ac:cxnSpMkLst>
            <pc:docMk/>
            <pc:sldMk cId="3042290002" sldId="1651"/>
            <ac:cxnSpMk id="38" creationId="{01B3C1F5-BDD0-4D95-9B46-DF8EE8850142}"/>
          </ac:cxnSpMkLst>
        </pc:cxnChg>
      </pc:sldChg>
      <pc:sldChg chg="addSp delSp modSp add mod">
        <pc:chgData name="Minh Huynh" userId="01a137d4-0d81-46e0-aca6-c9185b391828" providerId="ADAL" clId="{B627D080-3587-498E-8936-D5A352E3A72D}" dt="2026-10-15T01:15:05.515" v="1977" actId="20577"/>
        <pc:sldMkLst>
          <pc:docMk/>
          <pc:sldMk cId="3986065305" sldId="1658"/>
        </pc:sldMkLst>
        <pc:spChg chg="del">
          <ac:chgData name="Minh Huynh" userId="01a137d4-0d81-46e0-aca6-c9185b391828" providerId="ADAL" clId="{B627D080-3587-498E-8936-D5A352E3A72D}" dt="2026-10-15T01:14:39.024" v="1942" actId="478"/>
          <ac:spMkLst>
            <pc:docMk/>
            <pc:sldMk cId="3986065305" sldId="1658"/>
            <ac:spMk id="2" creationId="{B5249DC1-B30B-86D9-3E9C-8BEF02175EED}"/>
          </ac:spMkLst>
        </pc:spChg>
        <pc:spChg chg="del">
          <ac:chgData name="Minh Huynh" userId="01a137d4-0d81-46e0-aca6-c9185b391828" providerId="ADAL" clId="{B627D080-3587-498E-8936-D5A352E3A72D}" dt="2026-10-15T01:14:39.024" v="1942" actId="478"/>
          <ac:spMkLst>
            <pc:docMk/>
            <pc:sldMk cId="3986065305" sldId="1658"/>
            <ac:spMk id="3" creationId="{32AA7563-AAC2-45E3-FEA8-1BF65CCC8DF9}"/>
          </ac:spMkLst>
        </pc:spChg>
        <pc:spChg chg="del">
          <ac:chgData name="Minh Huynh" userId="01a137d4-0d81-46e0-aca6-c9185b391828" providerId="ADAL" clId="{B627D080-3587-498E-8936-D5A352E3A72D}" dt="2026-10-15T01:14:39.024" v="1942" actId="478"/>
          <ac:spMkLst>
            <pc:docMk/>
            <pc:sldMk cId="3986065305" sldId="1658"/>
            <ac:spMk id="4" creationId="{1BEA852D-8C64-3BA9-8F94-9C7C80263615}"/>
          </ac:spMkLst>
        </pc:spChg>
        <pc:spChg chg="del">
          <ac:chgData name="Minh Huynh" userId="01a137d4-0d81-46e0-aca6-c9185b391828" providerId="ADAL" clId="{B627D080-3587-498E-8936-D5A352E3A72D}" dt="2026-10-15T01:14:39.024" v="1942" actId="478"/>
          <ac:spMkLst>
            <pc:docMk/>
            <pc:sldMk cId="3986065305" sldId="1658"/>
            <ac:spMk id="5" creationId="{837D884D-7FFF-BE54-D2F2-B37841EA2792}"/>
          </ac:spMkLst>
        </pc:spChg>
        <pc:spChg chg="del">
          <ac:chgData name="Minh Huynh" userId="01a137d4-0d81-46e0-aca6-c9185b391828" providerId="ADAL" clId="{B627D080-3587-498E-8936-D5A352E3A72D}" dt="2026-10-15T01:14:39.024" v="1942" actId="478"/>
          <ac:spMkLst>
            <pc:docMk/>
            <pc:sldMk cId="3986065305" sldId="1658"/>
            <ac:spMk id="6" creationId="{11FB830A-D4FB-A545-9EB8-F067A871FDEE}"/>
          </ac:spMkLst>
        </pc:spChg>
        <pc:spChg chg="del">
          <ac:chgData name="Minh Huynh" userId="01a137d4-0d81-46e0-aca6-c9185b391828" providerId="ADAL" clId="{B627D080-3587-498E-8936-D5A352E3A72D}" dt="2026-10-15T01:14:39.024" v="1942" actId="478"/>
          <ac:spMkLst>
            <pc:docMk/>
            <pc:sldMk cId="3986065305" sldId="1658"/>
            <ac:spMk id="7" creationId="{A539A402-A83E-F1B8-6419-B6ECA03D9378}"/>
          </ac:spMkLst>
        </pc:spChg>
        <pc:spChg chg="del">
          <ac:chgData name="Minh Huynh" userId="01a137d4-0d81-46e0-aca6-c9185b391828" providerId="ADAL" clId="{B627D080-3587-498E-8936-D5A352E3A72D}" dt="2026-10-15T01:14:37.426" v="1941" actId="478"/>
          <ac:spMkLst>
            <pc:docMk/>
            <pc:sldMk cId="3986065305" sldId="1658"/>
            <ac:spMk id="8" creationId="{4D0546A7-4129-D2E3-B496-ACB47BDDE18E}"/>
          </ac:spMkLst>
        </pc:spChg>
        <pc:spChg chg="mod">
          <ac:chgData name="Minh Huynh" userId="01a137d4-0d81-46e0-aca6-c9185b391828" providerId="ADAL" clId="{B627D080-3587-498E-8936-D5A352E3A72D}" dt="2026-10-15T01:15:00.820" v="1974" actId="20577"/>
          <ac:spMkLst>
            <pc:docMk/>
            <pc:sldMk cId="3986065305" sldId="1658"/>
            <ac:spMk id="35" creationId="{31BB3B87-886F-45D0-9D47-BBAA729D15F9}"/>
          </ac:spMkLst>
        </pc:spChg>
        <pc:spChg chg="mod">
          <ac:chgData name="Minh Huynh" userId="01a137d4-0d81-46e0-aca6-c9185b391828" providerId="ADAL" clId="{B627D080-3587-498E-8936-D5A352E3A72D}" dt="2026-10-15T01:15:02.432" v="1975" actId="20577"/>
          <ac:spMkLst>
            <pc:docMk/>
            <pc:sldMk cId="3986065305" sldId="1658"/>
            <ac:spMk id="36" creationId="{FE565FE4-EB8F-4006-BDF7-4E10F407027D}"/>
          </ac:spMkLst>
        </pc:spChg>
        <pc:spChg chg="mod">
          <ac:chgData name="Minh Huynh" userId="01a137d4-0d81-46e0-aca6-c9185b391828" providerId="ADAL" clId="{B627D080-3587-498E-8936-D5A352E3A72D}" dt="2026-10-15T01:15:03.744" v="1976" actId="20577"/>
          <ac:spMkLst>
            <pc:docMk/>
            <pc:sldMk cId="3986065305" sldId="1658"/>
            <ac:spMk id="38" creationId="{8F16AEE4-6C5D-4E94-97EF-EBD3B35538CA}"/>
          </ac:spMkLst>
        </pc:spChg>
        <pc:spChg chg="mod">
          <ac:chgData name="Minh Huynh" userId="01a137d4-0d81-46e0-aca6-c9185b391828" providerId="ADAL" clId="{B627D080-3587-498E-8936-D5A352E3A72D}" dt="2026-10-15T01:15:05.515" v="1977" actId="20577"/>
          <ac:spMkLst>
            <pc:docMk/>
            <pc:sldMk cId="3986065305" sldId="1658"/>
            <ac:spMk id="39" creationId="{D2AE9938-20CE-4BE3-B0C7-407D3216EA28}"/>
          </ac:spMkLst>
        </pc:spChg>
        <pc:spChg chg="add mod">
          <ac:chgData name="Minh Huynh" userId="01a137d4-0d81-46e0-aca6-c9185b391828" providerId="ADAL" clId="{B627D080-3587-498E-8936-D5A352E3A72D}" dt="2026-10-15T01:14:48.171" v="1969" actId="20577"/>
          <ac:spMkLst>
            <pc:docMk/>
            <pc:sldMk cId="3986065305" sldId="1658"/>
            <ac:spMk id="49" creationId="{95F33EC3-FF3A-4D0F-BA80-954DCF7881F6}"/>
          </ac:spMkLst>
        </pc:spChg>
        <pc:graphicFrameChg chg="modGraphic">
          <ac:chgData name="Minh Huynh" userId="01a137d4-0d81-46e0-aca6-c9185b391828" providerId="ADAL" clId="{B627D080-3587-498E-8936-D5A352E3A72D}" dt="2026-10-15T01:14:58.512" v="1973" actId="20577"/>
          <ac:graphicFrameMkLst>
            <pc:docMk/>
            <pc:sldMk cId="3986065305" sldId="1658"/>
            <ac:graphicFrameMk id="9" creationId="{9A2AC7DF-86C0-40D6-9D30-DF95A33436FD}"/>
          </ac:graphicFrameMkLst>
        </pc:graphicFrameChg>
      </pc:sldChg>
      <pc:sldChg chg="addSp delSp modSp add mod">
        <pc:chgData name="Minh Huynh" userId="01a137d4-0d81-46e0-aca6-c9185b391828" providerId="ADAL" clId="{B627D080-3587-498E-8936-D5A352E3A72D}" dt="2026-10-15T01:15:35.240" v="1986"/>
        <pc:sldMkLst>
          <pc:docMk/>
          <pc:sldMk cId="2718240337" sldId="1660"/>
        </pc:sldMkLst>
        <pc:spChg chg="del">
          <ac:chgData name="Minh Huynh" userId="01a137d4-0d81-46e0-aca6-c9185b391828" providerId="ADAL" clId="{B627D080-3587-498E-8936-D5A352E3A72D}" dt="2026-10-15T01:15:20.753" v="1979" actId="478"/>
          <ac:spMkLst>
            <pc:docMk/>
            <pc:sldMk cId="2718240337" sldId="1660"/>
            <ac:spMk id="2" creationId="{B5249DC1-B30B-86D9-3E9C-8BEF02175EED}"/>
          </ac:spMkLst>
        </pc:spChg>
        <pc:spChg chg="del">
          <ac:chgData name="Minh Huynh" userId="01a137d4-0d81-46e0-aca6-c9185b391828" providerId="ADAL" clId="{B627D080-3587-498E-8936-D5A352E3A72D}" dt="2026-10-15T01:15:20.753" v="1979" actId="478"/>
          <ac:spMkLst>
            <pc:docMk/>
            <pc:sldMk cId="2718240337" sldId="1660"/>
            <ac:spMk id="3" creationId="{32AA7563-AAC2-45E3-FEA8-1BF65CCC8DF9}"/>
          </ac:spMkLst>
        </pc:spChg>
        <pc:spChg chg="del">
          <ac:chgData name="Minh Huynh" userId="01a137d4-0d81-46e0-aca6-c9185b391828" providerId="ADAL" clId="{B627D080-3587-498E-8936-D5A352E3A72D}" dt="2026-10-15T01:15:20.753" v="1979" actId="478"/>
          <ac:spMkLst>
            <pc:docMk/>
            <pc:sldMk cId="2718240337" sldId="1660"/>
            <ac:spMk id="4" creationId="{1BEA852D-8C64-3BA9-8F94-9C7C80263615}"/>
          </ac:spMkLst>
        </pc:spChg>
        <pc:spChg chg="del">
          <ac:chgData name="Minh Huynh" userId="01a137d4-0d81-46e0-aca6-c9185b391828" providerId="ADAL" clId="{B627D080-3587-498E-8936-D5A352E3A72D}" dt="2026-10-15T01:15:20.753" v="1979" actId="478"/>
          <ac:spMkLst>
            <pc:docMk/>
            <pc:sldMk cId="2718240337" sldId="1660"/>
            <ac:spMk id="5" creationId="{837D884D-7FFF-BE54-D2F2-B37841EA2792}"/>
          </ac:spMkLst>
        </pc:spChg>
        <pc:spChg chg="del">
          <ac:chgData name="Minh Huynh" userId="01a137d4-0d81-46e0-aca6-c9185b391828" providerId="ADAL" clId="{B627D080-3587-498E-8936-D5A352E3A72D}" dt="2026-10-15T01:15:20.753" v="1979" actId="478"/>
          <ac:spMkLst>
            <pc:docMk/>
            <pc:sldMk cId="2718240337" sldId="1660"/>
            <ac:spMk id="6" creationId="{11FB830A-D4FB-A545-9EB8-F067A871FDEE}"/>
          </ac:spMkLst>
        </pc:spChg>
        <pc:spChg chg="del">
          <ac:chgData name="Minh Huynh" userId="01a137d4-0d81-46e0-aca6-c9185b391828" providerId="ADAL" clId="{B627D080-3587-498E-8936-D5A352E3A72D}" dt="2026-10-15T01:15:20.753" v="1979" actId="478"/>
          <ac:spMkLst>
            <pc:docMk/>
            <pc:sldMk cId="2718240337" sldId="1660"/>
            <ac:spMk id="7" creationId="{A539A402-A83E-F1B8-6419-B6ECA03D9378}"/>
          </ac:spMkLst>
        </pc:spChg>
        <pc:spChg chg="mod">
          <ac:chgData name="Minh Huynh" userId="01a137d4-0d81-46e0-aca6-c9185b391828" providerId="ADAL" clId="{B627D080-3587-498E-8936-D5A352E3A72D}" dt="2026-10-15T01:15:27.411" v="1982" actId="20577"/>
          <ac:spMkLst>
            <pc:docMk/>
            <pc:sldMk cId="2718240337" sldId="1660"/>
            <ac:spMk id="35" creationId="{31BB3B87-886F-45D0-9D47-BBAA729D15F9}"/>
          </ac:spMkLst>
        </pc:spChg>
        <pc:spChg chg="mod">
          <ac:chgData name="Minh Huynh" userId="01a137d4-0d81-46e0-aca6-c9185b391828" providerId="ADAL" clId="{B627D080-3587-498E-8936-D5A352E3A72D}" dt="2026-10-15T01:15:29.146" v="1983" actId="20577"/>
          <ac:spMkLst>
            <pc:docMk/>
            <pc:sldMk cId="2718240337" sldId="1660"/>
            <ac:spMk id="36" creationId="{FE565FE4-EB8F-4006-BDF7-4E10F407027D}"/>
          </ac:spMkLst>
        </pc:spChg>
        <pc:spChg chg="mod">
          <ac:chgData name="Minh Huynh" userId="01a137d4-0d81-46e0-aca6-c9185b391828" providerId="ADAL" clId="{B627D080-3587-498E-8936-D5A352E3A72D}" dt="2026-10-15T01:15:30.276" v="1984" actId="20577"/>
          <ac:spMkLst>
            <pc:docMk/>
            <pc:sldMk cId="2718240337" sldId="1660"/>
            <ac:spMk id="38" creationId="{8F16AEE4-6C5D-4E94-97EF-EBD3B35538CA}"/>
          </ac:spMkLst>
        </pc:spChg>
        <pc:spChg chg="mod">
          <ac:chgData name="Minh Huynh" userId="01a137d4-0d81-46e0-aca6-c9185b391828" providerId="ADAL" clId="{B627D080-3587-498E-8936-D5A352E3A72D}" dt="2026-10-15T01:15:32.263" v="1985" actId="20577"/>
          <ac:spMkLst>
            <pc:docMk/>
            <pc:sldMk cId="2718240337" sldId="1660"/>
            <ac:spMk id="39" creationId="{D2AE9938-20CE-4BE3-B0C7-407D3216EA28}"/>
          </ac:spMkLst>
        </pc:spChg>
        <pc:spChg chg="add mod">
          <ac:chgData name="Minh Huynh" userId="01a137d4-0d81-46e0-aca6-c9185b391828" providerId="ADAL" clId="{B627D080-3587-498E-8936-D5A352E3A72D}" dt="2026-10-15T01:15:35.240" v="1986"/>
          <ac:spMkLst>
            <pc:docMk/>
            <pc:sldMk cId="2718240337" sldId="1660"/>
            <ac:spMk id="55" creationId="{2EF5477D-58D2-4E8E-B8E3-ECF78F72D5D6}"/>
          </ac:spMkLst>
        </pc:spChg>
        <pc:graphicFrameChg chg="modGraphic">
          <ac:chgData name="Minh Huynh" userId="01a137d4-0d81-46e0-aca6-c9185b391828" providerId="ADAL" clId="{B627D080-3587-498E-8936-D5A352E3A72D}" dt="2026-10-15T01:15:25.243" v="1981" actId="20577"/>
          <ac:graphicFrameMkLst>
            <pc:docMk/>
            <pc:sldMk cId="2718240337" sldId="1660"/>
            <ac:graphicFrameMk id="9" creationId="{9A2AC7DF-86C0-40D6-9D30-DF95A33436FD}"/>
          </ac:graphicFrameMkLst>
        </pc:graphicFrameChg>
      </pc:sldChg>
      <pc:sldChg chg="addSp modSp add mod">
        <pc:chgData name="Minh Huynh" userId="01a137d4-0d81-46e0-aca6-c9185b391828" providerId="ADAL" clId="{B627D080-3587-498E-8936-D5A352E3A72D}" dt="2026-10-15T01:16:16.463" v="2001" actId="20577"/>
        <pc:sldMkLst>
          <pc:docMk/>
          <pc:sldMk cId="1035653260" sldId="1661"/>
        </pc:sldMkLst>
        <pc:spChg chg="mod">
          <ac:chgData name="Minh Huynh" userId="01a137d4-0d81-46e0-aca6-c9185b391828" providerId="ADAL" clId="{B627D080-3587-498E-8936-D5A352E3A72D}" dt="2026-10-15T01:16:04.750" v="1994" actId="20577"/>
          <ac:spMkLst>
            <pc:docMk/>
            <pc:sldMk cId="1035653260" sldId="1661"/>
            <ac:spMk id="35" creationId="{31BB3B87-886F-45D0-9D47-BBAA729D15F9}"/>
          </ac:spMkLst>
        </pc:spChg>
        <pc:spChg chg="mod">
          <ac:chgData name="Minh Huynh" userId="01a137d4-0d81-46e0-aca6-c9185b391828" providerId="ADAL" clId="{B627D080-3587-498E-8936-D5A352E3A72D}" dt="2026-10-15T01:16:06.573" v="1995" actId="20577"/>
          <ac:spMkLst>
            <pc:docMk/>
            <pc:sldMk cId="1035653260" sldId="1661"/>
            <ac:spMk id="36" creationId="{FE565FE4-EB8F-4006-BDF7-4E10F407027D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37" creationId="{8E0D33F0-5009-4900-8DF8-24806DF0937E}"/>
          </ac:spMkLst>
        </pc:spChg>
        <pc:spChg chg="mod">
          <ac:chgData name="Minh Huynh" userId="01a137d4-0d81-46e0-aca6-c9185b391828" providerId="ADAL" clId="{B627D080-3587-498E-8936-D5A352E3A72D}" dt="2026-10-15T01:16:14.784" v="2000" actId="20577"/>
          <ac:spMkLst>
            <pc:docMk/>
            <pc:sldMk cId="1035653260" sldId="1661"/>
            <ac:spMk id="38" creationId="{8F16AEE4-6C5D-4E94-97EF-EBD3B35538CA}"/>
          </ac:spMkLst>
        </pc:spChg>
        <pc:spChg chg="mod">
          <ac:chgData name="Minh Huynh" userId="01a137d4-0d81-46e0-aca6-c9185b391828" providerId="ADAL" clId="{B627D080-3587-498E-8936-D5A352E3A72D}" dt="2026-10-15T01:16:16.463" v="2001" actId="20577"/>
          <ac:spMkLst>
            <pc:docMk/>
            <pc:sldMk cId="1035653260" sldId="1661"/>
            <ac:spMk id="39" creationId="{D2AE9938-20CE-4BE3-B0C7-407D3216EA28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40" creationId="{CFCA93DC-1402-4D04-8FAE-AA75B22133AC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41" creationId="{2AAC6F2D-CC68-4E76-AC7F-2774DF9DBC48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42" creationId="{C2BEFCEC-2213-492C-842D-C16D1BB92B73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43" creationId="{5946F6BF-2DDC-4EA9-B24C-26BE180A8CA9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44" creationId="{895371A3-606F-49AF-91F1-E5C32E1FBE60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45" creationId="{45FC28C2-AD37-48C4-B294-1AE775409633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46" creationId="{3EE47CB8-956C-4C7C-9DB9-7A704783A903}"/>
          </ac:spMkLst>
        </pc:spChg>
        <pc:spChg chg="mod">
          <ac:chgData name="Minh Huynh" userId="01a137d4-0d81-46e0-aca6-c9185b391828" providerId="ADAL" clId="{B627D080-3587-498E-8936-D5A352E3A72D}" dt="2026-10-15T01:15:57.701" v="1990" actId="20577"/>
          <ac:spMkLst>
            <pc:docMk/>
            <pc:sldMk cId="1035653260" sldId="1661"/>
            <ac:spMk id="55" creationId="{23E3609E-B312-4F81-BB61-593D7C1C25CB}"/>
          </ac:spMkLst>
        </pc:spChg>
        <pc:spChg chg="mod">
          <ac:chgData name="Minh Huynh" userId="01a137d4-0d81-46e0-aca6-c9185b391828" providerId="ADAL" clId="{B627D080-3587-498E-8936-D5A352E3A72D}" dt="2026-10-15T01:15:59.747" v="1991" actId="20577"/>
          <ac:spMkLst>
            <pc:docMk/>
            <pc:sldMk cId="1035653260" sldId="1661"/>
            <ac:spMk id="56" creationId="{A85A1501-83E6-4ADD-AA28-B94327972277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57" creationId="{D9CCE2D8-885A-47F3-BC42-732BD1240CE4}"/>
          </ac:spMkLst>
        </pc:spChg>
        <pc:spChg chg="mod">
          <ac:chgData name="Minh Huynh" userId="01a137d4-0d81-46e0-aca6-c9185b391828" providerId="ADAL" clId="{B627D080-3587-498E-8936-D5A352E3A72D}" dt="2026-10-15T01:16:08.107" v="1996" actId="20577"/>
          <ac:spMkLst>
            <pc:docMk/>
            <pc:sldMk cId="1035653260" sldId="1661"/>
            <ac:spMk id="58" creationId="{E7B07232-19D5-47E4-B3F7-BC57A8E3B71A}"/>
          </ac:spMkLst>
        </pc:spChg>
        <pc:spChg chg="mod">
          <ac:chgData name="Minh Huynh" userId="01a137d4-0d81-46e0-aca6-c9185b391828" providerId="ADAL" clId="{B627D080-3587-498E-8936-D5A352E3A72D}" dt="2026-10-15T01:16:09.797" v="1997" actId="20577"/>
          <ac:spMkLst>
            <pc:docMk/>
            <pc:sldMk cId="1035653260" sldId="1661"/>
            <ac:spMk id="59" creationId="{CD435BC8-B1C9-4155-81EB-3D41B2B9253E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60" creationId="{1681C5C0-A2A5-4E2D-8F0C-75FDDCB79980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61" creationId="{C8EE00CB-F2A9-4252-B2F5-8728D7CB1DF3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62" creationId="{7F7C35F5-0563-4373-9219-22E2DFF4C27D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63" creationId="{79C0DA58-8C01-49CB-BC2A-7D54AC9A7A19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64" creationId="{D8362D0C-7F04-4EE9-A303-D932359EA82A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65" creationId="{8331CA31-3FD4-4EDC-A047-638E486D4335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66" creationId="{CCCBBFC0-019F-452E-B163-76FE228F4416}"/>
          </ac:spMkLst>
        </pc:spChg>
        <pc:spChg chg="mod">
          <ac:chgData name="Minh Huynh" userId="01a137d4-0d81-46e0-aca6-c9185b391828" providerId="ADAL" clId="{B627D080-3587-498E-8936-D5A352E3A72D}" dt="2026-10-15T01:16:01.297" v="1992" actId="20577"/>
          <ac:spMkLst>
            <pc:docMk/>
            <pc:sldMk cId="1035653260" sldId="1661"/>
            <ac:spMk id="67" creationId="{B69EA5C7-1042-43F8-8989-8C563D8D27BF}"/>
          </ac:spMkLst>
        </pc:spChg>
        <pc:spChg chg="mod">
          <ac:chgData name="Minh Huynh" userId="01a137d4-0d81-46e0-aca6-c9185b391828" providerId="ADAL" clId="{B627D080-3587-498E-8936-D5A352E3A72D}" dt="2026-10-15T01:16:02.960" v="1993" actId="20577"/>
          <ac:spMkLst>
            <pc:docMk/>
            <pc:sldMk cId="1035653260" sldId="1661"/>
            <ac:spMk id="68" creationId="{6C614AC0-C19D-41EE-AC55-33ACF2F60230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69" creationId="{78D99BCE-9E92-4B2E-B96D-DC9FA4125746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70" creationId="{16C3EBDB-2715-4F38-A679-D00B8B799910}"/>
          </ac:spMkLst>
        </pc:spChg>
        <pc:spChg chg="mod">
          <ac:chgData name="Minh Huynh" userId="01a137d4-0d81-46e0-aca6-c9185b391828" providerId="ADAL" clId="{B627D080-3587-498E-8936-D5A352E3A72D}" dt="2026-10-15T01:16:11.166" v="1998" actId="20577"/>
          <ac:spMkLst>
            <pc:docMk/>
            <pc:sldMk cId="1035653260" sldId="1661"/>
            <ac:spMk id="71" creationId="{F34021C7-A0F5-4D6C-B820-61FF747712E8}"/>
          </ac:spMkLst>
        </pc:spChg>
        <pc:spChg chg="mod">
          <ac:chgData name="Minh Huynh" userId="01a137d4-0d81-46e0-aca6-c9185b391828" providerId="ADAL" clId="{B627D080-3587-498E-8936-D5A352E3A72D}" dt="2026-10-15T01:16:13.177" v="1999" actId="20577"/>
          <ac:spMkLst>
            <pc:docMk/>
            <pc:sldMk cId="1035653260" sldId="1661"/>
            <ac:spMk id="72" creationId="{E7C41AFF-31DE-479E-95EE-6C92F993AE55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73" creationId="{40EE8377-0978-4947-8E87-E884808B3BD9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74" creationId="{AE9E2FD6-E5D3-4833-92BB-6C1DC381D160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75" creationId="{2E743432-23F0-4E1A-A5C9-9F03FC4188DE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76" creationId="{CA1EF0F1-CD93-40A0-9468-04F5448DBD32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77" creationId="{D6354EFA-FE08-410E-8BAE-EFDFD6C374BE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78" creationId="{22C09344-8E23-42C9-9BE2-46B2CC434A65}"/>
          </ac:spMkLst>
        </pc:spChg>
        <pc:spChg chg="add mod">
          <ac:chgData name="Minh Huynh" userId="01a137d4-0d81-46e0-aca6-c9185b391828" providerId="ADAL" clId="{B627D080-3587-498E-8936-D5A352E3A72D}" dt="2026-10-15T01:15:54.254" v="1989"/>
          <ac:spMkLst>
            <pc:docMk/>
            <pc:sldMk cId="1035653260" sldId="1661"/>
            <ac:spMk id="81" creationId="{9A96BC94-BF65-49B7-8F57-35A227289848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82" creationId="{37562E53-CD95-461D-8D46-7D7D341415C1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83" creationId="{D3FE99B2-71D6-4391-9C32-E4B8966DED88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86" creationId="{ACD6A1CC-CF76-479E-BD17-01E95048B64B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87" creationId="{D5CA12D7-3071-4678-BB5B-789B795EAD76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88" creationId="{6FED6C57-43B0-497F-98C3-D3E1A453D3C6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89" creationId="{178BDD90-DE3F-4E9D-AC25-29A3DBF91F97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90" creationId="{913D9AD7-A460-43B9-AB12-6474C0E4A89D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91" creationId="{29EBB716-94EB-4977-8BBE-735A7CCB3A46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92" creationId="{8440DA70-4A0C-46A1-8A78-8263989C0AA4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93" creationId="{36E5060E-CE25-43D2-AF70-5A368B65D78F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94" creationId="{7A8FFE58-73C8-4D7A-AA82-8689724014AD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95" creationId="{61787D83-A4B3-4528-AAE9-3DD5CBA52CF1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97" creationId="{337663C0-303A-4744-A8DB-E8B8C51FFB9B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98" creationId="{C4F76BDF-5030-426B-B180-06EE6D10C8BC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99" creationId="{E5CB9828-1E84-4A03-B8BE-E93FF1241899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100" creationId="{7956F8A9-91BD-4BED-AFA4-8808D6594FBA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101" creationId="{63ACAE35-7F75-4116-B908-0BDAC911711C}"/>
          </ac:spMkLst>
        </pc:spChg>
        <pc:spChg chg="mod">
          <ac:chgData name="Minh Huynh" userId="01a137d4-0d81-46e0-aca6-c9185b391828" providerId="ADAL" clId="{B627D080-3587-498E-8936-D5A352E3A72D}" dt="2026-10-15T01:15:51.272" v="1988" actId="1076"/>
          <ac:spMkLst>
            <pc:docMk/>
            <pc:sldMk cId="1035653260" sldId="1661"/>
            <ac:spMk id="102" creationId="{B9F01D23-8219-4A67-92D4-8176DBC6833D}"/>
          </ac:spMkLst>
        </pc:spChg>
        <pc:cxnChg chg="mod">
          <ac:chgData name="Minh Huynh" userId="01a137d4-0d81-46e0-aca6-c9185b391828" providerId="ADAL" clId="{B627D080-3587-498E-8936-D5A352E3A72D}" dt="2026-10-15T01:15:51.272" v="1988" actId="1076"/>
          <ac:cxnSpMkLst>
            <pc:docMk/>
            <pc:sldMk cId="1035653260" sldId="1661"/>
            <ac:cxnSpMk id="24" creationId="{D765BF5F-2507-43F8-9C6C-7B2F04BE6F9E}"/>
          </ac:cxnSpMkLst>
        </pc:cxnChg>
        <pc:cxnChg chg="mod">
          <ac:chgData name="Minh Huynh" userId="01a137d4-0d81-46e0-aca6-c9185b391828" providerId="ADAL" clId="{B627D080-3587-498E-8936-D5A352E3A72D}" dt="2026-10-15T01:15:51.272" v="1988" actId="1076"/>
          <ac:cxnSpMkLst>
            <pc:docMk/>
            <pc:sldMk cId="1035653260" sldId="1661"/>
            <ac:cxnSpMk id="79" creationId="{CD544FD5-413C-4DB5-B9B7-40339AEC1549}"/>
          </ac:cxnSpMkLst>
        </pc:cxnChg>
        <pc:cxnChg chg="mod">
          <ac:chgData name="Minh Huynh" userId="01a137d4-0d81-46e0-aca6-c9185b391828" providerId="ADAL" clId="{B627D080-3587-498E-8936-D5A352E3A72D}" dt="2026-10-15T01:15:51.272" v="1988" actId="1076"/>
          <ac:cxnSpMkLst>
            <pc:docMk/>
            <pc:sldMk cId="1035653260" sldId="1661"/>
            <ac:cxnSpMk id="80" creationId="{F88F7E41-54E8-41F4-9A67-96BE74A492A7}"/>
          </ac:cxnSpMkLst>
        </pc:cxnChg>
        <pc:cxnChg chg="mod">
          <ac:chgData name="Minh Huynh" userId="01a137d4-0d81-46e0-aca6-c9185b391828" providerId="ADAL" clId="{B627D080-3587-498E-8936-D5A352E3A72D}" dt="2026-10-15T01:15:51.272" v="1988" actId="1076"/>
          <ac:cxnSpMkLst>
            <pc:docMk/>
            <pc:sldMk cId="1035653260" sldId="1661"/>
            <ac:cxnSpMk id="96" creationId="{37A935AC-45D5-424A-82E0-07655FA23EBA}"/>
          </ac:cxnSpMkLst>
        </pc:cxnChg>
        <pc:cxnChg chg="mod">
          <ac:chgData name="Minh Huynh" userId="01a137d4-0d81-46e0-aca6-c9185b391828" providerId="ADAL" clId="{B627D080-3587-498E-8936-D5A352E3A72D}" dt="2026-10-15T01:15:51.272" v="1988" actId="1076"/>
          <ac:cxnSpMkLst>
            <pc:docMk/>
            <pc:sldMk cId="1035653260" sldId="1661"/>
            <ac:cxnSpMk id="103" creationId="{DCA90971-AF86-4E46-AD4C-192D077AF996}"/>
          </ac:cxnSpMkLst>
        </pc:cxnChg>
      </pc:sldChg>
      <pc:sldMasterChg chg="delSldLayout">
        <pc:chgData name="Minh Huynh" userId="01a137d4-0d81-46e0-aca6-c9185b391828" providerId="ADAL" clId="{B627D080-3587-498E-8936-D5A352E3A72D}" dt="2026-10-15T00:37:12.430" v="389" actId="47"/>
        <pc:sldMasterMkLst>
          <pc:docMk/>
          <pc:sldMasterMk cId="1545353966" sldId="2147483648"/>
        </pc:sldMasterMkLst>
        <pc:sldLayoutChg chg="del">
          <pc:chgData name="Minh Huynh" userId="01a137d4-0d81-46e0-aca6-c9185b391828" providerId="ADAL" clId="{B627D080-3587-498E-8936-D5A352E3A72D}" dt="2026-10-15T00:37:12.430" v="389" actId="47"/>
          <pc:sldLayoutMkLst>
            <pc:docMk/>
            <pc:sldMasterMk cId="1545353966" sldId="2147483648"/>
            <pc:sldLayoutMk cId="614587863" sldId="2147483661"/>
          </pc:sldLayoutMkLst>
        </pc:sldLayoutChg>
      </pc:sldMasterChg>
    </pc:docChg>
  </pc:docChgLst>
  <pc:docChgLst>
    <pc:chgData name="Minh Huynh" userId="01a137d4-0d81-46e0-aca6-c9185b391828" providerId="ADAL" clId="{88AB73D2-BEAC-49CB-B2E2-279547085BAB}"/>
    <pc:docChg chg="undo custSel addSld delSld modSld">
      <pc:chgData name="Minh Huynh" userId="01a137d4-0d81-46e0-aca6-c9185b391828" providerId="ADAL" clId="{88AB73D2-BEAC-49CB-B2E2-279547085BAB}" dt="2026-10-14T11:57:05.578" v="1277" actId="20577"/>
      <pc:docMkLst>
        <pc:docMk/>
      </pc:docMkLst>
      <pc:sldChg chg="modSp mod">
        <pc:chgData name="Minh Huynh" userId="01a137d4-0d81-46e0-aca6-c9185b391828" providerId="ADAL" clId="{88AB73D2-BEAC-49CB-B2E2-279547085BAB}" dt="2026-10-14T11:32:07.794" v="19" actId="20577"/>
        <pc:sldMkLst>
          <pc:docMk/>
          <pc:sldMk cId="1972624584" sldId="257"/>
        </pc:sldMkLst>
        <pc:spChg chg="mod">
          <ac:chgData name="Minh Huynh" userId="01a137d4-0d81-46e0-aca6-c9185b391828" providerId="ADAL" clId="{88AB73D2-BEAC-49CB-B2E2-279547085BAB}" dt="2026-10-14T11:32:07.794" v="19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addSp delSp modSp add mod setBg">
        <pc:chgData name="Minh Huynh" userId="01a137d4-0d81-46e0-aca6-c9185b391828" providerId="ADAL" clId="{88AB73D2-BEAC-49CB-B2E2-279547085BAB}" dt="2026-10-14T11:53:03.703" v="1231" actId="20577"/>
        <pc:sldMkLst>
          <pc:docMk/>
          <pc:sldMk cId="3861503697" sldId="1334"/>
        </pc:sldMkLst>
        <pc:spChg chg="del">
          <ac:chgData name="Minh Huynh" userId="01a137d4-0d81-46e0-aca6-c9185b391828" providerId="ADAL" clId="{88AB73D2-BEAC-49CB-B2E2-279547085BAB}" dt="2026-10-14T11:52:54.672" v="1213" actId="478"/>
          <ac:spMkLst>
            <pc:docMk/>
            <pc:sldMk cId="3861503697" sldId="1334"/>
            <ac:spMk id="220" creationId="{E3470F0B-3C49-4A64-BBCE-7F573BE614BA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22" creationId="{1A0E5006-E085-4DD5-B55E-3730681C2C13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24" creationId="{AC744BA4-D172-48F0-BE04-71B1EDED91A0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26" creationId="{4E70BB4B-46BA-4D5C-A041-B33582E1424E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28" creationId="{C1FB3C13-27E7-4F9E-A6F3-F709651B2727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30" creationId="{E57ABB0E-B43A-4EA4-A1A8-2CD02FC2EBBB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32" creationId="{53864412-E58A-487C-8F3D-7A6F67946E7F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34" creationId="{BC16AE0C-2925-42F7-9BE8-69AD68ABD48D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36" creationId="{6C98C75D-90F9-44A7-95C8-E3DC546CB4D3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38" creationId="{80983631-216D-44CD-B318-D224D11196F7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40" creationId="{A109AD0A-617E-4864-92BE-08076D04A828}"/>
          </ac:spMkLst>
        </pc:spChg>
        <pc:spChg chg="add mod">
          <ac:chgData name="Minh Huynh" userId="01a137d4-0d81-46e0-aca6-c9185b391828" providerId="ADAL" clId="{88AB73D2-BEAC-49CB-B2E2-279547085BAB}" dt="2026-10-14T11:53:03.703" v="1231" actId="20577"/>
          <ac:spMkLst>
            <pc:docMk/>
            <pc:sldMk cId="3861503697" sldId="1334"/>
            <ac:spMk id="242" creationId="{C1FC51B4-C30B-43BE-893B-DE11FAAB5227}"/>
          </ac:spMkLst>
        </pc:spChg>
      </pc:sldChg>
      <pc:sldChg chg="addSp delSp modSp mod">
        <pc:chgData name="Minh Huynh" userId="01a137d4-0d81-46e0-aca6-c9185b391828" providerId="ADAL" clId="{88AB73D2-BEAC-49CB-B2E2-279547085BAB}" dt="2026-10-14T11:37:15.471" v="585" actId="313"/>
        <pc:sldMkLst>
          <pc:docMk/>
          <pc:sldMk cId="6395444" sldId="4679"/>
        </pc:sldMkLst>
        <pc:spChg chg="add mod">
          <ac:chgData name="Minh Huynh" userId="01a137d4-0d81-46e0-aca6-c9185b391828" providerId="ADAL" clId="{88AB73D2-BEAC-49CB-B2E2-279547085BAB}" dt="2026-10-14T11:37:15.471" v="585" actId="313"/>
          <ac:spMkLst>
            <pc:docMk/>
            <pc:sldMk cId="6395444" sldId="4679"/>
            <ac:spMk id="2" creationId="{680F6D8D-0922-4394-8A70-BDE808B8E5C3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0" creationId="{4FF4E4CC-D590-4128-AD16-CBCD6513259F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1" creationId="{5148F668-4EFC-4EA6-8D86-39FF83409E48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2" creationId="{C6D995F5-5042-4841-A9EE-1ED0757DD2C1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3" creationId="{9B019923-5411-4EE6-A805-29235FB09310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4" creationId="{95EA4D1D-3EF2-4B33-96B0-86D597C635D1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5" creationId="{B8199F83-084D-4050-A30A-508DA290BD53}"/>
          </ac:spMkLst>
        </pc:spChg>
        <pc:spChg chg="del mod">
          <ac:chgData name="Minh Huynh" userId="01a137d4-0d81-46e0-aca6-c9185b391828" providerId="ADAL" clId="{88AB73D2-BEAC-49CB-B2E2-279547085BAB}" dt="2026-10-14T11:32:36.982" v="46" actId="478"/>
          <ac:spMkLst>
            <pc:docMk/>
            <pc:sldMk cId="6395444" sldId="4679"/>
            <ac:spMk id="116" creationId="{1CDC1971-0928-4CA5-887B-104E4F76CB7A}"/>
          </ac:spMkLst>
        </pc:spChg>
        <pc:spChg chg="mod">
          <ac:chgData name="Minh Huynh" userId="01a137d4-0d81-46e0-aca6-c9185b391828" providerId="ADAL" clId="{88AB73D2-BEAC-49CB-B2E2-279547085BAB}" dt="2026-10-14T11:32:22.365" v="41" actId="20577"/>
          <ac:spMkLst>
            <pc:docMk/>
            <pc:sldMk cId="6395444" sldId="4679"/>
            <ac:spMk id="129" creationId="{BAF0ED66-576B-47C3-8D44-7090A2F53881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212" creationId="{99909596-4106-4C2E-AEF5-D14E9DD946D3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213" creationId="{7949C2A5-CF7A-4FF1-B89B-94E67B22B181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214" creationId="{E093260A-75FA-4DBB-A69F-EEA3755183F5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315" creationId="{A67431D7-4F50-49F5-8046-611BC768D556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316" creationId="{DAAD297C-9B9B-4558-8CA3-1EEB12719B24}"/>
          </ac:spMkLst>
        </pc:sp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15" creationId="{7756684A-2B9F-4E46-9A05-C47D88A5FE9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16" creationId="{D9F6AB59-7B34-4BDC-8654-9B4A6120BF2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17" creationId="{950E685D-3E0D-47AA-A745-B7F5136F802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18" creationId="{88614ED3-41F3-4F8D-96B6-7888259FC9E6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19" creationId="{562F16BC-ABB1-4BE3-BC1F-EF3B26D5FACC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0" creationId="{EDDA631D-47C2-4A0A-9006-E5FFFBEDEAB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1" creationId="{708921B7-FF9A-4ACA-A242-09C20F0095C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2" creationId="{25EB6B56-E516-4001-A443-E38AC87C1AA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3" creationId="{F08C7BEF-98FD-42D8-B2DB-AE769FFCA4E9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4" creationId="{D6076394-95CF-4A44-9B6C-CB1640AFDE4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5" creationId="{6F46A4C1-AC8B-463C-AABA-49807C9BDAC1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6" creationId="{E5B67A25-2966-498F-BEC3-2C9938BC3C2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7" creationId="{992B6AD6-598B-41B8-9F47-6848C26712F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8" creationId="{21949EE7-4D4E-4320-BD42-502483E4D9D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9" creationId="{063A7C6E-D24D-4E9E-8313-72671E3E9E7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0" creationId="{E598B280-B405-484A-846A-4783AC264BE1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1" creationId="{3B797D35-CE18-466A-A924-46145B74C704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2" creationId="{D0F420A0-A972-45DD-B3FD-D022AAA0F971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3" creationId="{A86479E9-8FF5-4899-AABE-1B5E1DF08921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4" creationId="{9FB86DDF-2DA0-43F0-8C55-FAB877A45209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5" creationId="{82D12F7A-D1D5-428F-86A6-BA38DCD3CF8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6" creationId="{F28220F2-1931-4823-8259-050022374CC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7" creationId="{89B8C2DC-38AD-4E30-8E9A-1809A098996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8" creationId="{8BD542C0-7E60-4D41-8E6B-DAD2594083C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9" creationId="{17CCE358-3454-42AF-8D94-31172CFA958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0" creationId="{4348E4A0-0858-4748-9596-5D368E63710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1" creationId="{04F24B12-5F5F-49AD-A7FB-C26F2DDDFF8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2" creationId="{67EF5DE4-CE52-4631-B6E7-0DCCF5507EF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3" creationId="{A2A37CD8-E700-43F8-ABF1-27550777244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4" creationId="{BB0C3865-B325-4042-9E6C-8D4FB21801C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5" creationId="{539F971F-8B29-49F7-9864-0FF4CB104D44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6" creationId="{ADC4BF6D-F25E-42A8-8B31-54A52C8A1AB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7" creationId="{AF6A593E-CCC1-4115-AC34-7E6DC2677EA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8" creationId="{A22A96C1-B0FD-44CF-9F59-5742A96C1A2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9" creationId="{23A68A81-B479-46C7-8685-8499DF0345D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0" creationId="{440543E7-4FF9-41F0-B268-AF34989D90D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1" creationId="{84EA688A-1147-4BB9-A04D-A90873E1E3C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2" creationId="{02750E9F-31D7-4265-AAE8-8DD330DB7C9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3" creationId="{2A746F9E-DDA8-40EB-B7C3-0EABBDF6FBAC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4" creationId="{7D868936-5DC1-4AAD-8FD0-B790E9F4D92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5" creationId="{6F29CF1C-7414-4F1C-962F-F11B03891996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6" creationId="{226F02C4-FB51-4043-8FAD-A239ABE17DD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7" creationId="{4FCFBFDB-1E0F-4C26-A8C7-22E94B68E82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8" creationId="{911FAE54-961F-4AB4-B66E-65E644D725C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9" creationId="{E6E6B105-D33D-4EC1-8F65-CC148FA33C7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0" creationId="{8EEEA47D-A24D-4F6A-9384-F3A29D8E557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1" creationId="{37C35B66-F6A2-40E3-8A5B-325253801A5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2" creationId="{42D03FBF-6E91-448A-A2BF-3120622AB69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3" creationId="{846F5D5B-3905-4522-9D01-121C3EF9C6F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4" creationId="{5C261A35-0277-43C8-9DA5-F843B17DF90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5" creationId="{77D01A69-EBF3-40DE-9C72-CA40D7F90DD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6" creationId="{24318D4D-2C37-4F2B-B04D-19A7FA2041F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7" creationId="{B6E3ACD2-6DD6-49A6-913C-7D0D150139D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8" creationId="{A1F5DC40-FCFE-4431-A8DB-E1E5FBE733BF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9" creationId="{F4DF776D-F9E3-4AF5-9F0C-385ECE4E56A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0" creationId="{39BF851B-9AA8-40F5-8AE8-FD30771CBAE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1" creationId="{CDA40AE0-64EE-4A0F-AF11-DBA10E72A7A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2" creationId="{63EEB4DE-50A3-4CC5-A00B-6CDEB6DD22D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3" creationId="{1C146A5A-23D7-43E0-BE86-E463F644527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4" creationId="{8B6621C6-4A55-44C4-B9F3-97B826B637F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5" creationId="{924ABD49-80CF-492C-8869-E8280D775CE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6" creationId="{D0716682-7F0C-4DE2-BBDD-ABE08879B82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7" creationId="{97532036-F040-4C21-8E96-A91388473A4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8" creationId="{54FEF18B-89D9-4C3C-8450-8AD0100A118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9" creationId="{632C5957-769C-4A28-9D89-3D96916ED916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0" creationId="{A51858FF-5D4D-4C8E-A12A-50CAB60616F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1" creationId="{CA28ACCB-50D7-4B91-98BC-72E92C2215B1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2" creationId="{0933DA05-21F1-4406-9420-164F7DFC782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3" creationId="{8F1A34C0-D9BE-44F9-9B99-4856D419F9C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4" creationId="{9852588D-3421-4D35-B289-CCD3CFF87DF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5" creationId="{2CFA9501-0D65-4F6B-A44C-549D9D677A7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6" creationId="{988A9297-9BB3-412E-AD65-98DE82E3CB5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7" creationId="{77954C08-CF7A-4FEF-B433-C4D1D51559A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8" creationId="{8748D23D-E73F-4408-B519-F88C48942B0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9" creationId="{A152DE18-F19C-4588-9FC7-521B69EA9099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0" creationId="{E74F91D0-EBA2-4DD4-B24A-0DA0C0A069B6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1" creationId="{BC3EB3AA-3218-483B-8617-6C1BCC1D35B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2" creationId="{FB4BA5AA-FE38-42D3-B55A-77AD99E21F3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3" creationId="{41B90777-CFAF-4B23-8DC8-18A7173683F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4" creationId="{D2226242-CA2B-40AF-946E-A6EA9472BAA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5" creationId="{75B5F2E8-3FD8-4542-932D-0BD0838E3929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6" creationId="{66F160B8-1A28-4686-8714-4E68BCAA800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7" creationId="{AF0EAA7D-A4F3-4CDD-90AB-EC1EC3EE880F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8" creationId="{0451C325-EDCD-4951-B07E-28506C65ED9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9" creationId="{2D8739F2-1A25-4986-B20F-D0F072B73F24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0" creationId="{C21B01AE-2104-4FCE-B891-7CDBE9B4008C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1" creationId="{9F17E115-763B-4790-8810-BB1301770C0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2" creationId="{C3AFD79B-45C3-40CB-82AA-AFC3F867942C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3" creationId="{E4A329A9-2566-4469-ADD3-91E79D624B24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4" creationId="{F1499BEF-874D-4F38-B5D3-EE9F16958A3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5" creationId="{AE8CA8E4-850C-4032-92FE-B733CB97D5A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6" creationId="{D226CDA9-555A-4428-96D6-37E676D8D6E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7" creationId="{B90AC48F-48DB-4ED8-97B1-FDA5689894E6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8" creationId="{330D7DB0-08B0-440B-ADA3-25372A213A8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9" creationId="{23E8F6A9-A558-43A1-AFEA-C8F85581D98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10" creationId="{5BF0E09E-268C-4EE6-B8C2-5798B477517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11" creationId="{691FC23B-0946-4378-86A0-31E4296338C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12" creationId="{9D4547CC-BF39-453E-8942-6645A9D210E4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13" creationId="{8F84F358-2DFD-4CB5-80CB-F12F1512DCEC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14" creationId="{899E0586-7AE4-4B79-84DD-61953101DBCD}"/>
          </ac:picMkLst>
        </pc:picChg>
      </pc:sldChg>
      <pc:sldChg chg="addSp delSp modSp add mod">
        <pc:chgData name="Minh Huynh" userId="01a137d4-0d81-46e0-aca6-c9185b391828" providerId="ADAL" clId="{88AB73D2-BEAC-49CB-B2E2-279547085BAB}" dt="2026-10-14T11:41:02.124" v="946" actId="1076"/>
        <pc:sldMkLst>
          <pc:docMk/>
          <pc:sldMk cId="1460326707" sldId="4680"/>
        </pc:sldMkLst>
        <pc:spChg chg="mod">
          <ac:chgData name="Minh Huynh" userId="01a137d4-0d81-46e0-aca6-c9185b391828" providerId="ADAL" clId="{88AB73D2-BEAC-49CB-B2E2-279547085BAB}" dt="2026-10-14T11:39:40.303" v="933" actId="14100"/>
          <ac:spMkLst>
            <pc:docMk/>
            <pc:sldMk cId="1460326707" sldId="4680"/>
            <ac:spMk id="2" creationId="{680F6D8D-0922-4394-8A70-BDE808B8E5C3}"/>
          </ac:spMkLst>
        </pc:spChg>
        <pc:spChg chg="add del mod">
          <ac:chgData name="Minh Huynh" userId="01a137d4-0d81-46e0-aca6-c9185b391828" providerId="ADAL" clId="{88AB73D2-BEAC-49CB-B2E2-279547085BAB}" dt="2026-10-14T11:40:53.555" v="943" actId="478"/>
          <ac:spMkLst>
            <pc:docMk/>
            <pc:sldMk cId="1460326707" sldId="4680"/>
            <ac:spMk id="9" creationId="{F755E0A0-6447-4A87-90EB-997A74059B6F}"/>
          </ac:spMkLst>
        </pc:spChg>
        <pc:spChg chg="add del mod">
          <ac:chgData name="Minh Huynh" userId="01a137d4-0d81-46e0-aca6-c9185b391828" providerId="ADAL" clId="{88AB73D2-BEAC-49CB-B2E2-279547085BAB}" dt="2026-10-14T11:40:53.555" v="943" actId="478"/>
          <ac:spMkLst>
            <pc:docMk/>
            <pc:sldMk cId="1460326707" sldId="4680"/>
            <ac:spMk id="10" creationId="{A14C6606-B34B-42D4-9B40-A2FFABB49604}"/>
          </ac:spMkLst>
        </pc:spChg>
        <pc:picChg chg="add del mod">
          <ac:chgData name="Minh Huynh" userId="01a137d4-0d81-46e0-aca6-c9185b391828" providerId="ADAL" clId="{88AB73D2-BEAC-49CB-B2E2-279547085BAB}" dt="2026-10-14T11:39:50.864" v="935" actId="478"/>
          <ac:picMkLst>
            <pc:docMk/>
            <pc:sldMk cId="1460326707" sldId="4680"/>
            <ac:picMk id="4" creationId="{70131168-B56C-47A3-A6D5-4B238C0F69B0}"/>
          </ac:picMkLst>
        </pc:picChg>
        <pc:picChg chg="add del mod">
          <ac:chgData name="Minh Huynh" userId="01a137d4-0d81-46e0-aca6-c9185b391828" providerId="ADAL" clId="{88AB73D2-BEAC-49CB-B2E2-279547085BAB}" dt="2026-10-14T11:40:53.555" v="943" actId="478"/>
          <ac:picMkLst>
            <pc:docMk/>
            <pc:sldMk cId="1460326707" sldId="4680"/>
            <ac:picMk id="5" creationId="{CD3E6E83-D47E-49B4-B5D1-3C01EBE71C49}"/>
          </ac:picMkLst>
        </pc:picChg>
        <pc:picChg chg="add del mod">
          <ac:chgData name="Minh Huynh" userId="01a137d4-0d81-46e0-aca6-c9185b391828" providerId="ADAL" clId="{88AB73D2-BEAC-49CB-B2E2-279547085BAB}" dt="2026-10-14T11:40:53.555" v="943" actId="478"/>
          <ac:picMkLst>
            <pc:docMk/>
            <pc:sldMk cId="1460326707" sldId="4680"/>
            <ac:picMk id="6" creationId="{F8C146EC-714B-4227-BB75-9608A5A7F4C3}"/>
          </ac:picMkLst>
        </pc:picChg>
        <pc:picChg chg="add mod">
          <ac:chgData name="Minh Huynh" userId="01a137d4-0d81-46e0-aca6-c9185b391828" providerId="ADAL" clId="{88AB73D2-BEAC-49CB-B2E2-279547085BAB}" dt="2026-10-14T11:41:02.124" v="946" actId="1076"/>
          <ac:picMkLst>
            <pc:docMk/>
            <pc:sldMk cId="1460326707" sldId="4680"/>
            <ac:picMk id="11" creationId="{D49F8DB1-0B62-4E25-A7BB-85EDDC359CBE}"/>
          </ac:picMkLst>
        </pc:picChg>
        <pc:cxnChg chg="add del mod">
          <ac:chgData name="Minh Huynh" userId="01a137d4-0d81-46e0-aca6-c9185b391828" providerId="ADAL" clId="{88AB73D2-BEAC-49CB-B2E2-279547085BAB}" dt="2026-10-14T11:40:53.555" v="943" actId="478"/>
          <ac:cxnSpMkLst>
            <pc:docMk/>
            <pc:sldMk cId="1460326707" sldId="4680"/>
            <ac:cxnSpMk id="7" creationId="{56341878-51FF-4226-8001-53EF1179EEEF}"/>
          </ac:cxnSpMkLst>
        </pc:cxnChg>
        <pc:cxnChg chg="add del mod">
          <ac:chgData name="Minh Huynh" userId="01a137d4-0d81-46e0-aca6-c9185b391828" providerId="ADAL" clId="{88AB73D2-BEAC-49CB-B2E2-279547085BAB}" dt="2026-10-14T11:40:53.555" v="943" actId="478"/>
          <ac:cxnSpMkLst>
            <pc:docMk/>
            <pc:sldMk cId="1460326707" sldId="4680"/>
            <ac:cxnSpMk id="8" creationId="{7589351F-282A-4D50-9E6A-350ED8338BA3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0:48.494" v="942"/>
        <pc:sldMkLst>
          <pc:docMk/>
          <pc:sldMk cId="2635318698" sldId="4681"/>
        </pc:sldMkLst>
        <pc:spChg chg="del">
          <ac:chgData name="Minh Huynh" userId="01a137d4-0d81-46e0-aca6-c9185b391828" providerId="ADAL" clId="{88AB73D2-BEAC-49CB-B2E2-279547085BAB}" dt="2026-10-14T11:40:34.092" v="939" actId="478"/>
          <ac:spMkLst>
            <pc:docMk/>
            <pc:sldMk cId="2635318698" sldId="4681"/>
            <ac:spMk id="2" creationId="{680F6D8D-0922-4394-8A70-BDE808B8E5C3}"/>
          </ac:spMkLst>
        </pc:spChg>
        <pc:spChg chg="del">
          <ac:chgData name="Minh Huynh" userId="01a137d4-0d81-46e0-aca6-c9185b391828" providerId="ADAL" clId="{88AB73D2-BEAC-49CB-B2E2-279547085BAB}" dt="2026-10-14T11:40:42.722" v="940" actId="478"/>
          <ac:spMkLst>
            <pc:docMk/>
            <pc:sldMk cId="2635318698" sldId="4681"/>
            <ac:spMk id="9" creationId="{F755E0A0-6447-4A87-90EB-997A74059B6F}"/>
          </ac:spMkLst>
        </pc:spChg>
        <pc:spChg chg="del">
          <ac:chgData name="Minh Huynh" userId="01a137d4-0d81-46e0-aca6-c9185b391828" providerId="ADAL" clId="{88AB73D2-BEAC-49CB-B2E2-279547085BAB}" dt="2026-10-14T11:40:42.722" v="940" actId="478"/>
          <ac:spMkLst>
            <pc:docMk/>
            <pc:sldMk cId="2635318698" sldId="4681"/>
            <ac:spMk id="10" creationId="{A14C6606-B34B-42D4-9B40-A2FFABB49604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15" creationId="{42FA7167-F00B-4CAD-A79D-BA5D2E2C1D66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16" creationId="{7C304F98-EB0E-42FB-92C7-A73A4B11DDF6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17" creationId="{B9CF9D74-7E97-444C-B62D-99B95E68DE49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18" creationId="{2DC5EE79-A71A-480E-AF96-5CF667EE0153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19" creationId="{4451E776-E27C-45CF-89F0-1200C72B6E89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20" creationId="{6364C66B-38E2-4005-B085-2091A529D245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21" creationId="{785E0960-B618-4F8B-9349-2D1756FC8CDA}"/>
          </ac:spMkLst>
        </pc:spChg>
        <pc:picChg chg="del">
          <ac:chgData name="Minh Huynh" userId="01a137d4-0d81-46e0-aca6-c9185b391828" providerId="ADAL" clId="{88AB73D2-BEAC-49CB-B2E2-279547085BAB}" dt="2026-10-14T11:40:42.722" v="940" actId="478"/>
          <ac:picMkLst>
            <pc:docMk/>
            <pc:sldMk cId="2635318698" sldId="4681"/>
            <ac:picMk id="5" creationId="{CD3E6E83-D47E-49B4-B5D1-3C01EBE71C49}"/>
          </ac:picMkLst>
        </pc:picChg>
        <pc:picChg chg="del">
          <ac:chgData name="Minh Huynh" userId="01a137d4-0d81-46e0-aca6-c9185b391828" providerId="ADAL" clId="{88AB73D2-BEAC-49CB-B2E2-279547085BAB}" dt="2026-10-14T11:40:42.722" v="940" actId="478"/>
          <ac:picMkLst>
            <pc:docMk/>
            <pc:sldMk cId="2635318698" sldId="4681"/>
            <ac:picMk id="6" creationId="{F8C146EC-714B-4227-BB75-9608A5A7F4C3}"/>
          </ac:picMkLst>
        </pc:picChg>
        <pc:picChg chg="add mod">
          <ac:chgData name="Minh Huynh" userId="01a137d4-0d81-46e0-aca6-c9185b391828" providerId="ADAL" clId="{88AB73D2-BEAC-49CB-B2E2-279547085BAB}" dt="2026-10-14T11:40:43.484" v="941"/>
          <ac:picMkLst>
            <pc:docMk/>
            <pc:sldMk cId="2635318698" sldId="4681"/>
            <ac:picMk id="11" creationId="{712D8A0C-DBFC-4F4E-BED6-6C6D0C5BF65B}"/>
          </ac:picMkLst>
        </pc:picChg>
        <pc:picChg chg="add mod">
          <ac:chgData name="Minh Huynh" userId="01a137d4-0d81-46e0-aca6-c9185b391828" providerId="ADAL" clId="{88AB73D2-BEAC-49CB-B2E2-279547085BAB}" dt="2026-10-14T11:40:43.484" v="941"/>
          <ac:picMkLst>
            <pc:docMk/>
            <pc:sldMk cId="2635318698" sldId="4681"/>
            <ac:picMk id="12" creationId="{2B25E08B-18D3-4CAF-BBD6-C7FE96A4B10C}"/>
          </ac:picMkLst>
        </pc:picChg>
        <pc:cxnChg chg="del mod">
          <ac:chgData name="Minh Huynh" userId="01a137d4-0d81-46e0-aca6-c9185b391828" providerId="ADAL" clId="{88AB73D2-BEAC-49CB-B2E2-279547085BAB}" dt="2026-10-14T11:40:42.722" v="940" actId="478"/>
          <ac:cxnSpMkLst>
            <pc:docMk/>
            <pc:sldMk cId="2635318698" sldId="4681"/>
            <ac:cxnSpMk id="7" creationId="{56341878-51FF-4226-8001-53EF1179EEEF}"/>
          </ac:cxnSpMkLst>
        </pc:cxnChg>
        <pc:cxnChg chg="del mod">
          <ac:chgData name="Minh Huynh" userId="01a137d4-0d81-46e0-aca6-c9185b391828" providerId="ADAL" clId="{88AB73D2-BEAC-49CB-B2E2-279547085BAB}" dt="2026-10-14T11:40:42.722" v="940" actId="478"/>
          <ac:cxnSpMkLst>
            <pc:docMk/>
            <pc:sldMk cId="2635318698" sldId="4681"/>
            <ac:cxnSpMk id="8" creationId="{7589351F-282A-4D50-9E6A-350ED8338BA3}"/>
          </ac:cxnSpMkLst>
        </pc:cxnChg>
        <pc:cxnChg chg="add mod">
          <ac:chgData name="Minh Huynh" userId="01a137d4-0d81-46e0-aca6-c9185b391828" providerId="ADAL" clId="{88AB73D2-BEAC-49CB-B2E2-279547085BAB}" dt="2026-10-14T11:40:43.484" v="941"/>
          <ac:cxnSpMkLst>
            <pc:docMk/>
            <pc:sldMk cId="2635318698" sldId="4681"/>
            <ac:cxnSpMk id="13" creationId="{FBC43D6B-4B4D-4D76-A805-CFB629BEC13B}"/>
          </ac:cxnSpMkLst>
        </pc:cxnChg>
        <pc:cxnChg chg="add mod">
          <ac:chgData name="Minh Huynh" userId="01a137d4-0d81-46e0-aca6-c9185b391828" providerId="ADAL" clId="{88AB73D2-BEAC-49CB-B2E2-279547085BAB}" dt="2026-10-14T11:40:43.484" v="941"/>
          <ac:cxnSpMkLst>
            <pc:docMk/>
            <pc:sldMk cId="2635318698" sldId="4681"/>
            <ac:cxnSpMk id="14" creationId="{4EC7E5EC-9D8D-448C-9F7C-B1BFA8009681}"/>
          </ac:cxnSpMkLst>
        </pc:cxnChg>
        <pc:cxnChg chg="add mod">
          <ac:chgData name="Minh Huynh" userId="01a137d4-0d81-46e0-aca6-c9185b391828" providerId="ADAL" clId="{88AB73D2-BEAC-49CB-B2E2-279547085BAB}" dt="2026-10-14T11:40:48.494" v="942"/>
          <ac:cxnSpMkLst>
            <pc:docMk/>
            <pc:sldMk cId="2635318698" sldId="4681"/>
            <ac:cxnSpMk id="22" creationId="{F2EF4689-1478-4254-BCE1-ED5E1DF96FC2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1:16.748" v="949"/>
        <pc:sldMkLst>
          <pc:docMk/>
          <pc:sldMk cId="3240262758" sldId="4682"/>
        </pc:sldMkLst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15" creationId="{42FA7167-F00B-4CAD-A79D-BA5D2E2C1D66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16" creationId="{7C304F98-EB0E-42FB-92C7-A73A4B11DDF6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17" creationId="{B9CF9D74-7E97-444C-B62D-99B95E68DE49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18" creationId="{2DC5EE79-A71A-480E-AF96-5CF667EE0153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19" creationId="{4451E776-E27C-45CF-89F0-1200C72B6E89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20" creationId="{6364C66B-38E2-4005-B085-2091A529D245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21" creationId="{785E0960-B618-4F8B-9349-2D1756FC8CDA}"/>
          </ac:spMkLst>
        </pc:spChg>
        <pc:spChg chg="add mod">
          <ac:chgData name="Minh Huynh" userId="01a137d4-0d81-46e0-aca6-c9185b391828" providerId="ADAL" clId="{88AB73D2-BEAC-49CB-B2E2-279547085BAB}" dt="2026-10-14T11:41:16.748" v="949"/>
          <ac:spMkLst>
            <pc:docMk/>
            <pc:sldMk cId="3240262758" sldId="4682"/>
            <ac:spMk id="36" creationId="{3046F578-67F8-432F-8E3F-9C6D0A1E428C}"/>
          </ac:spMkLst>
        </pc:spChg>
        <pc:spChg chg="add mod">
          <ac:chgData name="Minh Huynh" userId="01a137d4-0d81-46e0-aca6-c9185b391828" providerId="ADAL" clId="{88AB73D2-BEAC-49CB-B2E2-279547085BAB}" dt="2026-10-14T11:41:16.748" v="949"/>
          <ac:spMkLst>
            <pc:docMk/>
            <pc:sldMk cId="3240262758" sldId="4682"/>
            <ac:spMk id="37" creationId="{D29D2052-D8C7-4F4A-85CE-955141427643}"/>
          </ac:spMkLst>
        </pc:spChg>
        <pc:spChg chg="add mod">
          <ac:chgData name="Minh Huynh" userId="01a137d4-0d81-46e0-aca6-c9185b391828" providerId="ADAL" clId="{88AB73D2-BEAC-49CB-B2E2-279547085BAB}" dt="2026-10-14T11:41:16.748" v="949"/>
          <ac:spMkLst>
            <pc:docMk/>
            <pc:sldMk cId="3240262758" sldId="4682"/>
            <ac:spMk id="38" creationId="{FBFB4328-B3C2-42C2-BD26-B9C958F4A78E}"/>
          </ac:spMkLst>
        </pc:spChg>
        <pc:spChg chg="add mod">
          <ac:chgData name="Minh Huynh" userId="01a137d4-0d81-46e0-aca6-c9185b391828" providerId="ADAL" clId="{88AB73D2-BEAC-49CB-B2E2-279547085BAB}" dt="2026-10-14T11:41:16.748" v="949"/>
          <ac:spMkLst>
            <pc:docMk/>
            <pc:sldMk cId="3240262758" sldId="4682"/>
            <ac:spMk id="39" creationId="{EA4E21FB-7361-4DAA-A203-6401E238B384}"/>
          </ac:spMkLst>
        </pc:spChg>
        <pc:spChg chg="add mod">
          <ac:chgData name="Minh Huynh" userId="01a137d4-0d81-46e0-aca6-c9185b391828" providerId="ADAL" clId="{88AB73D2-BEAC-49CB-B2E2-279547085BAB}" dt="2026-10-14T11:41:16.748" v="949"/>
          <ac:spMkLst>
            <pc:docMk/>
            <pc:sldMk cId="3240262758" sldId="4682"/>
            <ac:spMk id="40" creationId="{95A18134-79F9-48BB-915A-2403CC348A92}"/>
          </ac:spMkLst>
        </pc:spChg>
        <pc:picChg chg="del">
          <ac:chgData name="Minh Huynh" userId="01a137d4-0d81-46e0-aca6-c9185b391828" providerId="ADAL" clId="{88AB73D2-BEAC-49CB-B2E2-279547085BAB}" dt="2026-10-14T11:41:15.966" v="948" actId="478"/>
          <ac:picMkLst>
            <pc:docMk/>
            <pc:sldMk cId="3240262758" sldId="4682"/>
            <ac:picMk id="11" creationId="{712D8A0C-DBFC-4F4E-BED6-6C6D0C5BF65B}"/>
          </ac:picMkLst>
        </pc:picChg>
        <pc:picChg chg="del">
          <ac:chgData name="Minh Huynh" userId="01a137d4-0d81-46e0-aca6-c9185b391828" providerId="ADAL" clId="{88AB73D2-BEAC-49CB-B2E2-279547085BAB}" dt="2026-10-14T11:41:15.966" v="948" actId="478"/>
          <ac:picMkLst>
            <pc:docMk/>
            <pc:sldMk cId="3240262758" sldId="4682"/>
            <ac:picMk id="12" creationId="{2B25E08B-18D3-4CAF-BBD6-C7FE96A4B10C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23" creationId="{7BCB683D-CFC2-4403-9A2D-CFF6060A474A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24" creationId="{A54ECAB9-A417-40AC-8682-84A9C506CDFE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28" creationId="{CC1F0C12-A54A-488A-9ABD-EAF41293B303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29" creationId="{4EA016AC-F141-4F88-9951-3424C3833663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32" creationId="{9A156950-207E-4F20-8150-1F68DD16C3D3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33" creationId="{93A586F5-8CD1-4B12-A7FA-349B731F80B6}"/>
          </ac:picMkLst>
        </pc:picChg>
        <pc:cxnChg chg="del mod">
          <ac:chgData name="Minh Huynh" userId="01a137d4-0d81-46e0-aca6-c9185b391828" providerId="ADAL" clId="{88AB73D2-BEAC-49CB-B2E2-279547085BAB}" dt="2026-10-14T11:41:15.966" v="948" actId="478"/>
          <ac:cxnSpMkLst>
            <pc:docMk/>
            <pc:sldMk cId="3240262758" sldId="4682"/>
            <ac:cxnSpMk id="13" creationId="{FBC43D6B-4B4D-4D76-A805-CFB629BEC13B}"/>
          </ac:cxnSpMkLst>
        </pc:cxnChg>
        <pc:cxnChg chg="del mod">
          <ac:chgData name="Minh Huynh" userId="01a137d4-0d81-46e0-aca6-c9185b391828" providerId="ADAL" clId="{88AB73D2-BEAC-49CB-B2E2-279547085BAB}" dt="2026-10-14T11:41:15.966" v="948" actId="478"/>
          <ac:cxnSpMkLst>
            <pc:docMk/>
            <pc:sldMk cId="3240262758" sldId="4682"/>
            <ac:cxnSpMk id="14" creationId="{4EC7E5EC-9D8D-448C-9F7C-B1BFA8009681}"/>
          </ac:cxnSpMkLst>
        </pc:cxnChg>
        <pc:cxnChg chg="del">
          <ac:chgData name="Minh Huynh" userId="01a137d4-0d81-46e0-aca6-c9185b391828" providerId="ADAL" clId="{88AB73D2-BEAC-49CB-B2E2-279547085BAB}" dt="2026-10-14T11:41:15.966" v="948" actId="478"/>
          <ac:cxnSpMkLst>
            <pc:docMk/>
            <pc:sldMk cId="3240262758" sldId="4682"/>
            <ac:cxnSpMk id="22" creationId="{F2EF4689-1478-4254-BCE1-ED5E1DF96FC2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25" creationId="{FB031DED-AACA-4999-B530-7561BD29D355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26" creationId="{D2CD35A0-E8BC-4DA0-8997-B917A1BB379F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27" creationId="{AF1A1C44-0A6F-4BF8-B566-95E91F03F25B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30" creationId="{7CCFA244-C6BC-4330-AE44-D9A757B97A6F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31" creationId="{2064B144-3B0E-4981-98CE-FB44605C90A7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34" creationId="{36E78593-7092-44C2-90A2-E08C14C03745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35" creationId="{2701B83A-63AC-4D49-AA88-5916E8728504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1:30.708" v="952"/>
        <pc:sldMkLst>
          <pc:docMk/>
          <pc:sldMk cId="2462819518" sldId="4683"/>
        </pc:sldMkLst>
        <pc:spChg chg="del">
          <ac:chgData name="Minh Huynh" userId="01a137d4-0d81-46e0-aca6-c9185b391828" providerId="ADAL" clId="{88AB73D2-BEAC-49CB-B2E2-279547085BAB}" dt="2026-10-14T11:41:23.376" v="951" actId="478"/>
          <ac:spMkLst>
            <pc:docMk/>
            <pc:sldMk cId="2462819518" sldId="4683"/>
            <ac:spMk id="36" creationId="{3046F578-67F8-432F-8E3F-9C6D0A1E428C}"/>
          </ac:spMkLst>
        </pc:spChg>
        <pc:spChg chg="del">
          <ac:chgData name="Minh Huynh" userId="01a137d4-0d81-46e0-aca6-c9185b391828" providerId="ADAL" clId="{88AB73D2-BEAC-49CB-B2E2-279547085BAB}" dt="2026-10-14T11:41:23.376" v="951" actId="478"/>
          <ac:spMkLst>
            <pc:docMk/>
            <pc:sldMk cId="2462819518" sldId="4683"/>
            <ac:spMk id="37" creationId="{D29D2052-D8C7-4F4A-85CE-955141427643}"/>
          </ac:spMkLst>
        </pc:spChg>
        <pc:spChg chg="del">
          <ac:chgData name="Minh Huynh" userId="01a137d4-0d81-46e0-aca6-c9185b391828" providerId="ADAL" clId="{88AB73D2-BEAC-49CB-B2E2-279547085BAB}" dt="2026-10-14T11:41:23.376" v="951" actId="478"/>
          <ac:spMkLst>
            <pc:docMk/>
            <pc:sldMk cId="2462819518" sldId="4683"/>
            <ac:spMk id="38" creationId="{FBFB4328-B3C2-42C2-BD26-B9C958F4A78E}"/>
          </ac:spMkLst>
        </pc:spChg>
        <pc:spChg chg="del">
          <ac:chgData name="Minh Huynh" userId="01a137d4-0d81-46e0-aca6-c9185b391828" providerId="ADAL" clId="{88AB73D2-BEAC-49CB-B2E2-279547085BAB}" dt="2026-10-14T11:41:23.376" v="951" actId="478"/>
          <ac:spMkLst>
            <pc:docMk/>
            <pc:sldMk cId="2462819518" sldId="4683"/>
            <ac:spMk id="39" creationId="{EA4E21FB-7361-4DAA-A203-6401E238B384}"/>
          </ac:spMkLst>
        </pc:spChg>
        <pc:spChg chg="del">
          <ac:chgData name="Minh Huynh" userId="01a137d4-0d81-46e0-aca6-c9185b391828" providerId="ADAL" clId="{88AB73D2-BEAC-49CB-B2E2-279547085BAB}" dt="2026-10-14T11:41:23.376" v="951" actId="478"/>
          <ac:spMkLst>
            <pc:docMk/>
            <pc:sldMk cId="2462819518" sldId="4683"/>
            <ac:spMk id="40" creationId="{95A18134-79F9-48BB-915A-2403CC348A92}"/>
          </ac:spMkLst>
        </pc:spChg>
        <pc:spChg chg="add mod">
          <ac:chgData name="Minh Huynh" userId="01a137d4-0d81-46e0-aca6-c9185b391828" providerId="ADAL" clId="{88AB73D2-BEAC-49CB-B2E2-279547085BAB}" dt="2026-10-14T11:41:30.708" v="952"/>
          <ac:spMkLst>
            <pc:docMk/>
            <pc:sldMk cId="2462819518" sldId="4683"/>
            <ac:spMk id="68" creationId="{221CEECE-7E27-40E1-A880-05298832D75E}"/>
          </ac:spMkLst>
        </pc:spChg>
        <pc:spChg chg="add mod">
          <ac:chgData name="Minh Huynh" userId="01a137d4-0d81-46e0-aca6-c9185b391828" providerId="ADAL" clId="{88AB73D2-BEAC-49CB-B2E2-279547085BAB}" dt="2026-10-14T11:41:30.708" v="952"/>
          <ac:spMkLst>
            <pc:docMk/>
            <pc:sldMk cId="2462819518" sldId="4683"/>
            <ac:spMk id="69" creationId="{DC7F4C4E-05DC-42C9-B834-2D344E757A0C}"/>
          </ac:spMkLst>
        </pc:spChg>
        <pc:spChg chg="add mod">
          <ac:chgData name="Minh Huynh" userId="01a137d4-0d81-46e0-aca6-c9185b391828" providerId="ADAL" clId="{88AB73D2-BEAC-49CB-B2E2-279547085BAB}" dt="2026-10-14T11:41:30.708" v="952"/>
          <ac:spMkLst>
            <pc:docMk/>
            <pc:sldMk cId="2462819518" sldId="4683"/>
            <ac:spMk id="70" creationId="{96B0ECFB-7B8C-4BDF-8DC0-640CBA16704F}"/>
          </ac:spMkLst>
        </pc:spChg>
        <pc:spChg chg="add mod">
          <ac:chgData name="Minh Huynh" userId="01a137d4-0d81-46e0-aca6-c9185b391828" providerId="ADAL" clId="{88AB73D2-BEAC-49CB-B2E2-279547085BAB}" dt="2026-10-14T11:41:30.708" v="952"/>
          <ac:spMkLst>
            <pc:docMk/>
            <pc:sldMk cId="2462819518" sldId="4683"/>
            <ac:spMk id="71" creationId="{E062ADED-580B-4E6B-BA13-0149B1F21B98}"/>
          </ac:spMkLst>
        </pc:spChg>
        <pc:spChg chg="add mod">
          <ac:chgData name="Minh Huynh" userId="01a137d4-0d81-46e0-aca6-c9185b391828" providerId="ADAL" clId="{88AB73D2-BEAC-49CB-B2E2-279547085BAB}" dt="2026-10-14T11:41:30.708" v="952"/>
          <ac:spMkLst>
            <pc:docMk/>
            <pc:sldMk cId="2462819518" sldId="4683"/>
            <ac:spMk id="72" creationId="{3F399516-E6C4-446E-96A0-05D582FAA15B}"/>
          </ac:spMkLst>
        </pc:sp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22" creationId="{218D3EA2-D41E-495B-9302-8F57DC5B6FDD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23" creationId="{7BCB683D-CFC2-4403-9A2D-CFF6060A474A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24" creationId="{A54ECAB9-A417-40AC-8682-84A9C506CDFE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28" creationId="{CC1F0C12-A54A-488A-9ABD-EAF41293B303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29" creationId="{4EA016AC-F141-4F88-9951-3424C3833663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32" creationId="{9A156950-207E-4F20-8150-1F68DD16C3D3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33" creationId="{93A586F5-8CD1-4B12-A7FA-349B731F80B6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41" creationId="{153A2B69-A109-4EBE-AA6B-0C7725614EB3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44" creationId="{808C75A8-5AC0-416D-A1D2-2297BF5C9717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45" creationId="{EA4855CB-F0E6-478D-8CB4-A7553C2E79DA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48" creationId="{88DB0C6E-1335-4DE1-BBDD-220F48C75FF1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49" creationId="{A70F4EC0-B315-4A12-B6EC-5DB9154824E4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2" creationId="{CF092673-3C36-424E-BA2D-D9BF96BFC1BE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3" creationId="{CF0C75DE-72C6-47E7-961A-1ED3E902EA4E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6" creationId="{5B89C81C-84D6-4C9F-B7A9-A122153A5F90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7" creationId="{7CCD5730-43E2-434B-A814-CB4C63C64922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8" creationId="{0C8A24E7-8EB8-479C-8ACD-E92A7CD86C15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9" creationId="{0DB4D993-8BBD-4DEC-A2A8-B45744D5C34C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64" creationId="{753411CB-7DD6-443E-8610-7CCD4D2FB6FF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65" creationId="{3EBC6C21-7247-49D4-8AD8-20E550C9E67D}"/>
          </ac:picMkLst>
        </pc:pic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21" creationId="{A283933A-79E2-4420-89F8-FA7ECB2251D9}"/>
          </ac:cxnSpMkLst>
        </pc:cxnChg>
        <pc:cxnChg chg="del mod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25" creationId="{FB031DED-AACA-4999-B530-7561BD29D355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26" creationId="{D2CD35A0-E8BC-4DA0-8997-B917A1BB379F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27" creationId="{AF1A1C44-0A6F-4BF8-B566-95E91F03F25B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30" creationId="{7CCFA244-C6BC-4330-AE44-D9A757B97A6F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31" creationId="{2064B144-3B0E-4981-98CE-FB44605C90A7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34" creationId="{36E78593-7092-44C2-90A2-E08C14C03745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35" creationId="{2701B83A-63AC-4D49-AA88-5916E8728504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42" creationId="{6902D13E-F002-474B-949C-1D37227E0208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43" creationId="{08A1C57C-874F-4A9F-AA16-5E981D62E97C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46" creationId="{7513384D-77D6-496D-93F3-6E955E183091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47" creationId="{22673129-2A2B-49AC-B126-F686DF3C5DBE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50" creationId="{CB13C815-5F00-44C0-A9E4-E201F08100CE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51" creationId="{4E946A20-41B7-4B00-94E5-EFEDC6E201D8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54" creationId="{874BCB37-6F17-4465-98BA-81A405EF2D71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55" creationId="{DB0F7646-121A-48CB-80CA-9E80ADCA308E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0" creationId="{AC5236FA-52C7-46FC-9DEA-252ADBCA835A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1" creationId="{6A47C758-13AD-4E1C-AFEA-55F1EE69F498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2" creationId="{BC90D1DC-F93B-45CB-A1C3-C06CB9E627E9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3" creationId="{B5FC4946-3C82-4CDC-895D-406D88B4E69F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6" creationId="{E45E3F96-2A3D-44BB-A010-01D61A3F377D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7" creationId="{4DE73580-950A-4D91-8C18-DB57D03B6D80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1:58.285" v="956" actId="2711"/>
        <pc:sldMkLst>
          <pc:docMk/>
          <pc:sldMk cId="505707640" sldId="4684"/>
        </pc:sldMkLst>
        <pc:spChg chg="add mod">
          <ac:chgData name="Minh Huynh" userId="01a137d4-0d81-46e0-aca6-c9185b391828" providerId="ADAL" clId="{88AB73D2-BEAC-49CB-B2E2-279547085BAB}" dt="2026-10-14T11:41:58.285" v="956" actId="2711"/>
          <ac:spMkLst>
            <pc:docMk/>
            <pc:sldMk cId="505707640" sldId="4684"/>
            <ac:spMk id="37" creationId="{03857635-9E0A-4631-93F1-9401CC5F842B}"/>
          </ac:spMkLst>
        </pc:spChg>
        <pc:spChg chg="del">
          <ac:chgData name="Minh Huynh" userId="01a137d4-0d81-46e0-aca6-c9185b391828" providerId="ADAL" clId="{88AB73D2-BEAC-49CB-B2E2-279547085BAB}" dt="2026-10-14T11:41:53.860" v="954" actId="478"/>
          <ac:spMkLst>
            <pc:docMk/>
            <pc:sldMk cId="505707640" sldId="4684"/>
            <ac:spMk id="68" creationId="{221CEECE-7E27-40E1-A880-05298832D75E}"/>
          </ac:spMkLst>
        </pc:spChg>
        <pc:spChg chg="del">
          <ac:chgData name="Minh Huynh" userId="01a137d4-0d81-46e0-aca6-c9185b391828" providerId="ADAL" clId="{88AB73D2-BEAC-49CB-B2E2-279547085BAB}" dt="2026-10-14T11:41:53.860" v="954" actId="478"/>
          <ac:spMkLst>
            <pc:docMk/>
            <pc:sldMk cId="505707640" sldId="4684"/>
            <ac:spMk id="69" creationId="{DC7F4C4E-05DC-42C9-B834-2D344E757A0C}"/>
          </ac:spMkLst>
        </pc:spChg>
        <pc:spChg chg="del">
          <ac:chgData name="Minh Huynh" userId="01a137d4-0d81-46e0-aca6-c9185b391828" providerId="ADAL" clId="{88AB73D2-BEAC-49CB-B2E2-279547085BAB}" dt="2026-10-14T11:41:53.860" v="954" actId="478"/>
          <ac:spMkLst>
            <pc:docMk/>
            <pc:sldMk cId="505707640" sldId="4684"/>
            <ac:spMk id="70" creationId="{96B0ECFB-7B8C-4BDF-8DC0-640CBA16704F}"/>
          </ac:spMkLst>
        </pc:spChg>
        <pc:spChg chg="del">
          <ac:chgData name="Minh Huynh" userId="01a137d4-0d81-46e0-aca6-c9185b391828" providerId="ADAL" clId="{88AB73D2-BEAC-49CB-B2E2-279547085BAB}" dt="2026-10-14T11:41:53.860" v="954" actId="478"/>
          <ac:spMkLst>
            <pc:docMk/>
            <pc:sldMk cId="505707640" sldId="4684"/>
            <ac:spMk id="71" creationId="{E062ADED-580B-4E6B-BA13-0149B1F21B98}"/>
          </ac:spMkLst>
        </pc:spChg>
        <pc:spChg chg="del">
          <ac:chgData name="Minh Huynh" userId="01a137d4-0d81-46e0-aca6-c9185b391828" providerId="ADAL" clId="{88AB73D2-BEAC-49CB-B2E2-279547085BAB}" dt="2026-10-14T11:41:53.860" v="954" actId="478"/>
          <ac:spMkLst>
            <pc:docMk/>
            <pc:sldMk cId="505707640" sldId="4684"/>
            <ac:spMk id="72" creationId="{3F399516-E6C4-446E-96A0-05D582FAA15B}"/>
          </ac:spMkLst>
        </pc:sp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22" creationId="{218D3EA2-D41E-495B-9302-8F57DC5B6FDD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41" creationId="{153A2B69-A109-4EBE-AA6B-0C7725614EB3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44" creationId="{808C75A8-5AC0-416D-A1D2-2297BF5C9717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45" creationId="{EA4855CB-F0E6-478D-8CB4-A7553C2E79DA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48" creationId="{88DB0C6E-1335-4DE1-BBDD-220F48C75FF1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49" creationId="{A70F4EC0-B315-4A12-B6EC-5DB9154824E4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2" creationId="{CF092673-3C36-424E-BA2D-D9BF96BFC1BE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3" creationId="{CF0C75DE-72C6-47E7-961A-1ED3E902EA4E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6" creationId="{5B89C81C-84D6-4C9F-B7A9-A122153A5F90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7" creationId="{7CCD5730-43E2-434B-A814-CB4C63C64922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8" creationId="{0C8A24E7-8EB8-479C-8ACD-E92A7CD86C15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9" creationId="{0DB4D993-8BBD-4DEC-A2A8-B45744D5C34C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64" creationId="{753411CB-7DD6-443E-8610-7CCD4D2FB6FF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65" creationId="{3EBC6C21-7247-49D4-8AD8-20E550C9E67D}"/>
          </ac:picMkLst>
        </pc:picChg>
        <pc:cxnChg chg="del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21" creationId="{A283933A-79E2-4420-89F8-FA7ECB2251D9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42" creationId="{6902D13E-F002-474B-949C-1D37227E0208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43" creationId="{08A1C57C-874F-4A9F-AA16-5E981D62E97C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46" creationId="{7513384D-77D6-496D-93F3-6E955E183091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47" creationId="{22673129-2A2B-49AC-B126-F686DF3C5DBE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50" creationId="{CB13C815-5F00-44C0-A9E4-E201F08100CE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51" creationId="{4E946A20-41B7-4B00-94E5-EFEDC6E201D8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54" creationId="{874BCB37-6F17-4465-98BA-81A405EF2D71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55" creationId="{DB0F7646-121A-48CB-80CA-9E80ADCA308E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0" creationId="{AC5236FA-52C7-46FC-9DEA-252ADBCA835A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1" creationId="{6A47C758-13AD-4E1C-AFEA-55F1EE69F498}"/>
          </ac:cxnSpMkLst>
        </pc:cxnChg>
        <pc:cxnChg chg="del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2" creationId="{BC90D1DC-F93B-45CB-A1C3-C06CB9E627E9}"/>
          </ac:cxnSpMkLst>
        </pc:cxnChg>
        <pc:cxnChg chg="del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3" creationId="{B5FC4946-3C82-4CDC-895D-406D88B4E69F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6" creationId="{E45E3F96-2A3D-44BB-A010-01D61A3F377D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7" creationId="{4DE73580-950A-4D91-8C18-DB57D03B6D80}"/>
          </ac:cxnSpMkLst>
        </pc:cxnChg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640958863" sldId="4684"/>
        </pc:sldMkLst>
      </pc:sldChg>
      <pc:sldChg chg="addSp delSp modSp add mod">
        <pc:chgData name="Minh Huynh" userId="01a137d4-0d81-46e0-aca6-c9185b391828" providerId="ADAL" clId="{88AB73D2-BEAC-49CB-B2E2-279547085BAB}" dt="2026-10-14T11:42:22.939" v="983"/>
        <pc:sldMkLst>
          <pc:docMk/>
          <pc:sldMk cId="560164108" sldId="4685"/>
        </pc:sldMkLst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3" creationId="{740C3563-A9BC-4AEC-90D3-E167BFEE66A1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4" creationId="{5B7EB41A-92B4-4FE3-B4CB-10E2616A33D2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5" creationId="{C0A87144-37C3-4523-A0A0-01D80764E17B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6" creationId="{617C4A2E-DFB9-490E-B665-C4BB9F1D3CAE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7" creationId="{890C7E5E-20E8-4BC4-A472-DA5EB509D07D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8" creationId="{D2A8E951-FCB8-41AA-A543-D586BFCDF1A4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9" creationId="{C56422AB-4353-4407-910C-B30CEF0640B4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20" creationId="{2F19DA2E-E719-4C54-9C45-05209C34140F}"/>
          </ac:spMkLst>
        </pc:spChg>
        <pc:spChg chg="del">
          <ac:chgData name="Minh Huynh" userId="01a137d4-0d81-46e0-aca6-c9185b391828" providerId="ADAL" clId="{88AB73D2-BEAC-49CB-B2E2-279547085BAB}" dt="2026-10-14T11:42:22.177" v="982" actId="478"/>
          <ac:spMkLst>
            <pc:docMk/>
            <pc:sldMk cId="560164108" sldId="4685"/>
            <ac:spMk id="37" creationId="{03857635-9E0A-4631-93F1-9401CC5F842B}"/>
          </ac:spMkLst>
        </pc:spChg>
        <pc:spChg chg="mod">
          <ac:chgData name="Minh Huynh" userId="01a137d4-0d81-46e0-aca6-c9185b391828" providerId="ADAL" clId="{88AB73D2-BEAC-49CB-B2E2-279547085BAB}" dt="2026-10-14T11:42:15.954" v="981" actId="20577"/>
          <ac:spMkLst>
            <pc:docMk/>
            <pc:sldMk cId="560164108" sldId="4685"/>
            <ac:spMk id="129" creationId="{BAF0ED66-576B-47C3-8D44-7090A2F53881}"/>
          </ac:spMkLst>
        </pc:spChg>
        <pc:graphicFrameChg chg="add mod">
          <ac:chgData name="Minh Huynh" userId="01a137d4-0d81-46e0-aca6-c9185b391828" providerId="ADAL" clId="{88AB73D2-BEAC-49CB-B2E2-279547085BAB}" dt="2026-10-14T11:42:22.939" v="983"/>
          <ac:graphicFrameMkLst>
            <pc:docMk/>
            <pc:sldMk cId="560164108" sldId="4685"/>
            <ac:graphicFrameMk id="4" creationId="{AA79CA6D-35F6-49CD-870A-D14BF2BCE8DB}"/>
          </ac:graphicFrameMkLst>
        </pc:graphicFrame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5" creationId="{647CE653-332E-4886-AABC-8E32E1BA0AF2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6" creationId="{016D9CA3-3541-4AE2-B25B-9F672557FB38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7" creationId="{4F835705-EBF3-4943-B80F-4D6B4AB369D4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8" creationId="{10953A13-5D60-4FA8-97E3-D65F5B701E5E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9" creationId="{66405835-C0AA-46C2-8846-458F3E1C6E5D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10" creationId="{46FD287D-7D60-4E73-B377-2AE2C6618444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11" creationId="{3F856F6C-06E1-4F99-93D3-28B08BD28D34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12" creationId="{2B504465-3DD8-4795-8CE4-33EF9111F317}"/>
          </ac:picMkLst>
        </pc:picChg>
      </pc:sldChg>
      <pc:sldChg chg="addSp delSp modSp add">
        <pc:chgData name="Minh Huynh" userId="01a137d4-0d81-46e0-aca6-c9185b391828" providerId="ADAL" clId="{88AB73D2-BEAC-49CB-B2E2-279547085BAB}" dt="2026-10-14T11:42:43.311" v="986"/>
        <pc:sldMkLst>
          <pc:docMk/>
          <pc:sldMk cId="612435742" sldId="4686"/>
        </pc:sldMkLst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3" creationId="{740C3563-A9BC-4AEC-90D3-E167BFEE66A1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4" creationId="{5B7EB41A-92B4-4FE3-B4CB-10E2616A33D2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5" creationId="{C0A87144-37C3-4523-A0A0-01D80764E17B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6" creationId="{617C4A2E-DFB9-490E-B665-C4BB9F1D3CAE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7" creationId="{890C7E5E-20E8-4BC4-A472-DA5EB509D07D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8" creationId="{D2A8E951-FCB8-41AA-A543-D586BFCDF1A4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9" creationId="{C56422AB-4353-4407-910C-B30CEF0640B4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20" creationId="{2F19DA2E-E719-4C54-9C45-05209C34140F}"/>
          </ac:spMkLst>
        </pc:spChg>
        <pc:spChg chg="add mod">
          <ac:chgData name="Minh Huynh" userId="01a137d4-0d81-46e0-aca6-c9185b391828" providerId="ADAL" clId="{88AB73D2-BEAC-49CB-B2E2-279547085BAB}" dt="2026-10-14T11:42:43.311" v="986"/>
          <ac:spMkLst>
            <pc:docMk/>
            <pc:sldMk cId="612435742" sldId="4686"/>
            <ac:spMk id="22" creationId="{A010FEF0-EAE3-4AB1-A55C-24F7A121B792}"/>
          </ac:spMkLst>
        </pc:spChg>
        <pc:spChg chg="add mod">
          <ac:chgData name="Minh Huynh" userId="01a137d4-0d81-46e0-aca6-c9185b391828" providerId="ADAL" clId="{88AB73D2-BEAC-49CB-B2E2-279547085BAB}" dt="2026-10-14T11:42:43.311" v="986"/>
          <ac:spMkLst>
            <pc:docMk/>
            <pc:sldMk cId="612435742" sldId="4686"/>
            <ac:spMk id="23" creationId="{593E1223-456E-4E27-8AD8-996BBDCC7AF4}"/>
          </ac:spMkLst>
        </pc:spChg>
        <pc:graphicFrameChg chg="del">
          <ac:chgData name="Minh Huynh" userId="01a137d4-0d81-46e0-aca6-c9185b391828" providerId="ADAL" clId="{88AB73D2-BEAC-49CB-B2E2-279547085BAB}" dt="2026-10-14T11:42:42.540" v="985" actId="478"/>
          <ac:graphicFrameMkLst>
            <pc:docMk/>
            <pc:sldMk cId="612435742" sldId="4686"/>
            <ac:graphicFrameMk id="4" creationId="{AA79CA6D-35F6-49CD-870A-D14BF2BCE8DB}"/>
          </ac:graphicFrameMkLst>
        </pc:graphicFrameChg>
        <pc:graphicFrameChg chg="add mod">
          <ac:chgData name="Minh Huynh" userId="01a137d4-0d81-46e0-aca6-c9185b391828" providerId="ADAL" clId="{88AB73D2-BEAC-49CB-B2E2-279547085BAB}" dt="2026-10-14T11:42:43.311" v="986"/>
          <ac:graphicFrameMkLst>
            <pc:docMk/>
            <pc:sldMk cId="612435742" sldId="4686"/>
            <ac:graphicFrameMk id="21" creationId="{FEB90C0D-C699-49D8-B29C-8CB46079A35F}"/>
          </ac:graphicFrameMkLst>
        </pc:graphicFrame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5" creationId="{647CE653-332E-4886-AABC-8E32E1BA0AF2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6" creationId="{016D9CA3-3541-4AE2-B25B-9F672557FB38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7" creationId="{4F835705-EBF3-4943-B80F-4D6B4AB369D4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8" creationId="{10953A13-5D60-4FA8-97E3-D65F5B701E5E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9" creationId="{66405835-C0AA-46C2-8846-458F3E1C6E5D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10" creationId="{46FD287D-7D60-4E73-B377-2AE2C6618444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11" creationId="{3F856F6C-06E1-4F99-93D3-28B08BD28D34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12" creationId="{2B504465-3DD8-4795-8CE4-33EF9111F317}"/>
          </ac:picMkLst>
        </pc:picChg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8605224" sldId="4687"/>
        </pc:sldMkLst>
      </pc:sldChg>
      <pc:sldChg chg="addSp delSp modSp add mod">
        <pc:chgData name="Minh Huynh" userId="01a137d4-0d81-46e0-aca6-c9185b391828" providerId="ADAL" clId="{88AB73D2-BEAC-49CB-B2E2-279547085BAB}" dt="2026-10-14T11:43:07.123" v="1007" actId="20577"/>
        <pc:sldMkLst>
          <pc:docMk/>
          <pc:sldMk cId="683012423" sldId="4687"/>
        </pc:sldMkLst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6" creationId="{4DB208CA-15A1-4BA9-8A41-B4DF21FE8DE8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7" creationId="{496B8A17-918B-4F39-9567-5E13C5284393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8" creationId="{0A02168B-DB73-435B-ABCD-5D46EA87BEE2}"/>
          </ac:spMkLst>
        </pc:spChg>
        <pc:spChg chg="del">
          <ac:chgData name="Minh Huynh" userId="01a137d4-0d81-46e0-aca6-c9185b391828" providerId="ADAL" clId="{88AB73D2-BEAC-49CB-B2E2-279547085BAB}" dt="2026-10-14T11:42:59.558" v="988" actId="478"/>
          <ac:spMkLst>
            <pc:docMk/>
            <pc:sldMk cId="683012423" sldId="4687"/>
            <ac:spMk id="22" creationId="{A010FEF0-EAE3-4AB1-A55C-24F7A121B792}"/>
          </ac:spMkLst>
        </pc:spChg>
        <pc:spChg chg="del">
          <ac:chgData name="Minh Huynh" userId="01a137d4-0d81-46e0-aca6-c9185b391828" providerId="ADAL" clId="{88AB73D2-BEAC-49CB-B2E2-279547085BAB}" dt="2026-10-14T11:42:59.558" v="988" actId="478"/>
          <ac:spMkLst>
            <pc:docMk/>
            <pc:sldMk cId="683012423" sldId="4687"/>
            <ac:spMk id="23" creationId="{593E1223-456E-4E27-8AD8-996BBDCC7AF4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2" creationId="{485FB04F-55DD-4491-8763-F0910043849B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3" creationId="{19A7078E-8F0A-431D-B1F9-C14BE71DE92C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4" creationId="{B65822C0-B918-435A-ABF1-4FDB21A7FBFA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5" creationId="{0DF8790A-C08A-4F4E-937E-87904198A54F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6" creationId="{1225E890-25F3-49F1-B67E-424C543C3168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7" creationId="{1F998DF1-DAFD-4C0C-8301-525B1D5D925E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8" creationId="{42D66472-D6E7-422A-BF2C-31A8B2A58ADD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9" creationId="{4D9CEFAD-3BB2-47B1-9E04-FEE7F67E65B6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0" creationId="{7702BC92-2B90-46F1-9D0A-57CD3DD75524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1" creationId="{4CBF7365-90BA-4286-BFE4-AB119523500A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2" creationId="{6B4BC24C-623B-499C-ADDC-C1AE202374FC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3" creationId="{3C9B6BE1-0F1A-48C8-A477-0F6D23402F44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4" creationId="{FE2A316C-C246-47EC-9249-ACE2FB71B585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5" creationId="{B25D86BB-6A23-47C6-8725-6948C001C575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6" creationId="{0406A976-1C0F-4EF6-9A84-8833ACC2876B}"/>
          </ac:spMkLst>
        </pc:spChg>
        <pc:spChg chg="mod">
          <ac:chgData name="Minh Huynh" userId="01a137d4-0d81-46e0-aca6-c9185b391828" providerId="ADAL" clId="{88AB73D2-BEAC-49CB-B2E2-279547085BAB}" dt="2026-10-14T11:43:07.123" v="1007" actId="20577"/>
          <ac:spMkLst>
            <pc:docMk/>
            <pc:sldMk cId="683012423" sldId="4687"/>
            <ac:spMk id="129" creationId="{BAF0ED66-576B-47C3-8D44-7090A2F53881}"/>
          </ac:spMkLst>
        </pc:spChg>
        <pc:graphicFrameChg chg="del">
          <ac:chgData name="Minh Huynh" userId="01a137d4-0d81-46e0-aca6-c9185b391828" providerId="ADAL" clId="{88AB73D2-BEAC-49CB-B2E2-279547085BAB}" dt="2026-10-14T11:42:59.558" v="988" actId="478"/>
          <ac:graphicFrameMkLst>
            <pc:docMk/>
            <pc:sldMk cId="683012423" sldId="4687"/>
            <ac:graphicFrameMk id="21" creationId="{FEB90C0D-C699-49D8-B29C-8CB46079A35F}"/>
          </ac:graphicFrameMkLst>
        </pc:graphicFrame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" creationId="{FBBF4A5D-6E5A-453C-9005-B17238C8BCC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" creationId="{1ECD4192-DE1E-43A8-9049-D67CE10B18A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1" creationId="{3788DDCA-336B-4364-A07D-6A3ED400445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2" creationId="{119CF94A-2B15-4638-ABC2-115AE368B12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3" creationId="{1966655C-FF75-47A3-BC6E-3C9D721DAFF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4" creationId="{CBA9AD9A-028F-4510-A4B3-9B20109D907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5" creationId="{4BFE6709-83BD-4484-86F9-9366349F127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6" creationId="{53DC7EDE-3D9A-433C-A8ED-7C23E753BDC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7" creationId="{3E0C759F-5977-4F1F-AF2F-EAB32D48561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8" creationId="{686F968B-43D9-4098-89B2-F1BFCD3D839F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9" creationId="{3768C633-F2D4-43FD-B1F0-BF7437E0CE4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0" creationId="{744B07D1-1E28-447D-9CA9-260C5BE43FB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4" creationId="{9E7FAF65-4091-4983-8EA5-13D3F1AB6C4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5" creationId="{DA20B4B0-31D2-4272-B3AF-43F658B33B8A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6" creationId="{094E7242-2DBB-4748-BF9F-F418DF14E76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7" creationId="{48573E21-53EF-4216-AAB7-E0182FA9C6A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8" creationId="{86503A75-EFF5-4E9B-94A0-2DCD11359DE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9" creationId="{F2218526-B8C2-45B9-8DA4-07BD8A938C7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0" creationId="{A77C1DAB-1D6D-433C-8B91-9065C5173D6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1" creationId="{31598307-FB04-4386-90FE-3AD78406C15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2" creationId="{F24A350B-AA0B-4854-8942-67571AC5981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3" creationId="{A0E36141-6A57-4084-B3D5-4C388A1A344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4" creationId="{094DED51-6225-4255-8355-EA808DADD81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5" creationId="{AB92FBCF-5687-4759-BDA5-3D95E2B5C478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6" creationId="{5625B79A-2337-4323-9B1E-AE28AB29541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7" creationId="{8391A6F9-6C76-4260-9557-8250F6D4D7A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8" creationId="{882708AF-C290-4275-AF1F-AC7C0DEDED6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9" creationId="{CA8A6565-6EE5-4E88-AA7F-C63F84B7B8EF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0" creationId="{B2644D31-AFBE-465F-845C-EED3B65413A1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1" creationId="{5340A0CA-ED91-4499-B8D9-8B71B4D84716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2" creationId="{486407DB-8AB1-4473-93CB-0AB1721C34DF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3" creationId="{250F93D3-E31B-465F-B16C-D98ECB046B95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4" creationId="{000C4C80-EA7B-4FE7-AF39-EB14733A99E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5" creationId="{0D51187D-1E80-4BC0-A8E5-E228F8E6784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6" creationId="{DE80903A-4EE5-4D0A-ABE0-A4BAE0008098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7" creationId="{EE4857C8-F35B-4023-9C09-9BE47DCD4B5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8" creationId="{D8E4FCED-2512-4405-B53A-C3FA52A2A0E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9" creationId="{6B2E809C-2A91-4D14-8746-74366A710DB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0" creationId="{3098B583-3751-4E6C-810B-AF3B1C0D764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1" creationId="{E920B672-EE23-4409-8B13-B45F4223E00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2" creationId="{64DC133B-DDD6-494C-A508-5B854946DEB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3" creationId="{4FA780FB-97B1-41FF-B982-9D079525115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4" creationId="{2EF59E76-F48F-4F3C-A765-271035E501C3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5" creationId="{145587F8-C829-4224-8398-53CA4B248125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6" creationId="{461F4E67-06D5-476D-848C-11EBC3BC25A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7" creationId="{D57D769D-EC3E-471B-B06D-4B051C4CF71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8" creationId="{766AC206-2013-4D4B-A92A-A297CB48D6C3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9" creationId="{4ECC0BE0-C4F0-4D94-B6FF-E2942B5A2518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0" creationId="{8EB1A803-75B8-4D6E-8E93-F5CDE07D935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1" creationId="{52461E01-14C6-45A9-B225-A32A98B138D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2" creationId="{ADFFB93D-4AF3-4CB7-AC8C-29082DDAFE68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3" creationId="{225F4E8E-C550-4C2B-893D-FFC83408738A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4" creationId="{095B8193-F91E-406B-A633-19716152571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5" creationId="{35AFB85C-7E52-497A-AA14-F2B295BD025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6" creationId="{C2BCC083-0938-4DD6-8B08-BDC2E30A504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7" creationId="{F7385E38-83CC-46D5-A69E-A5F18C52F68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8" creationId="{982B12C2-D380-424E-87A5-ACB9823353B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9" creationId="{A6DCA545-495A-4021-A29B-0984248595F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0" creationId="{67F06E66-9B01-4104-A7B2-EB068739171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1" creationId="{D87D185D-9C1A-4D16-B83A-0022398B678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2" creationId="{B602E015-55D8-4E5F-83C7-25C64229041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3" creationId="{910A9076-1AD5-413B-AE28-FDD8F628821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4" creationId="{544C4BBB-7CE6-4CD5-B73C-C0B9878C294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5" creationId="{CFE7DC76-CE59-4E1C-86AD-7C741B9AF7F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6" creationId="{8C23AA1B-13E3-49CB-8984-2B389F99BF0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7" creationId="{2C52AF8A-5639-42B3-B4BB-48205EA6DE01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8" creationId="{2AE2F849-9D40-4408-9201-5A686E893F5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9" creationId="{7DF0627D-FC9A-44EE-8059-F4662651219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0" creationId="{2124B006-276F-4237-9F76-E6B6ECB1652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1" creationId="{5DA940A6-E0D2-4E64-A68A-7162980BD46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2" creationId="{CB461F62-269A-4CE9-8E26-55550E549F01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3" creationId="{D10C1B73-A152-4045-9245-588BCDBD97E1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4" creationId="{26BA5879-F6C3-4EE3-85B1-5147C032EFD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5" creationId="{C60D8839-C987-4127-8CBA-B6C0C0F7146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6" creationId="{8654F54C-A5E4-4ED5-B3A4-BA1F8D66724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7" creationId="{8D5F012F-8B12-4617-A37C-A45653A2DEB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8" creationId="{0E7032E6-4B9D-403B-BE35-C3D94BE476E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9" creationId="{253FFC1D-442A-454B-9C96-15B48BF6B87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0" creationId="{C61EDF9F-268F-44CF-AFAB-CEBA831ACA3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1" creationId="{D349B6F2-B6E8-46B9-A279-D4A5A771F0E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2" creationId="{29B282DE-BB8D-4F09-BB65-FD70765CD11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3" creationId="{C0D73ADC-EE26-4C32-ACBC-A84BBEA3197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4" creationId="{30A5A17E-8159-4D1F-A021-77C71850D1A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5" creationId="{564C37E0-C956-4FA6-B708-1E2537327D1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6" creationId="{08A09CD6-B1B6-44F1-91AF-CCCE5C1A7773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7" creationId="{F4744966-DE12-4DFB-888D-C8A49D49F9B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8" creationId="{7E059EAE-3CB5-4845-BD71-2CABBC90DDBF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9" creationId="{6FC2E570-386F-4F31-8852-638B40B0AD9A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0" creationId="{8C2A1571-730F-47CA-8824-E6AE25D46021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1" creationId="{02DAD022-EE49-4D86-AF0D-CD710809425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2" creationId="{2B71FFD0-45C6-4CD3-8CBF-586484E29A5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3" creationId="{6FF67A5A-E88C-4C4F-B1A9-776E6AB3A37A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4" creationId="{8C838165-B9EC-4F0B-9170-17957ADECAE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5" creationId="{4006D07D-00EB-4A28-9D58-40E287A9345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6" creationId="{E31DD229-C293-43F8-976B-614DDF3C7A1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7" creationId="{7EB6D794-7DC2-432D-8917-32C85E2DB186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8" creationId="{D0A2A26B-757B-419D-9965-D3FCACE2D62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9" creationId="{587F69BD-9B20-4C63-9C8F-C74FC86D57B5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10" creationId="{7598574F-3456-4B74-9B18-FFA054A6ED06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11" creationId="{6AE840AC-BE7B-45E5-9256-AED090BC3875}"/>
          </ac:picMkLst>
        </pc:picChg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4041757128" sldId="4698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354271723" sldId="4701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316471389" sldId="4709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631795223" sldId="4710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2529583106" sldId="4719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165192111" sldId="4744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725421263" sldId="4748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245211579" sldId="4753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2913342039" sldId="4758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998043843" sldId="4759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770848168" sldId="4767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886846188" sldId="4768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950456884" sldId="4769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420647700" sldId="4774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451213382" sldId="4775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533414274" sldId="4780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563493262" sldId="4786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490207672" sldId="4787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043102066" sldId="4793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2556514774" sldId="4801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706069344" sldId="4802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961048316" sldId="4813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993633514" sldId="4814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2679720689" sldId="4815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252230520" sldId="4833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22048148" sldId="4834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447723014" sldId="4835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895587130" sldId="4836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201508605" sldId="4837"/>
        </pc:sldMkLst>
      </pc:sldChg>
      <pc:sldChg chg="addSp delSp modSp add mod">
        <pc:chgData name="Minh Huynh" userId="01a137d4-0d81-46e0-aca6-c9185b391828" providerId="ADAL" clId="{88AB73D2-BEAC-49CB-B2E2-279547085BAB}" dt="2026-10-14T11:45:01.340" v="1034" actId="1076"/>
        <pc:sldMkLst>
          <pc:docMk/>
          <pc:sldMk cId="4263398601" sldId="4917"/>
        </pc:sldMkLst>
        <pc:spChg chg="mod">
          <ac:chgData name="Minh Huynh" userId="01a137d4-0d81-46e0-aca6-c9185b391828" providerId="ADAL" clId="{88AB73D2-BEAC-49CB-B2E2-279547085BAB}" dt="2026-10-14T11:45:01.340" v="1034" actId="1076"/>
          <ac:spMkLst>
            <pc:docMk/>
            <pc:sldMk cId="4263398601" sldId="4917"/>
            <ac:spMk id="6" creationId="{E722B6A7-A6DC-4B77-A927-33891BAB5CF3}"/>
          </ac:spMkLst>
        </pc:spChg>
        <pc:spChg chg="del">
          <ac:chgData name="Minh Huynh" userId="01a137d4-0d81-46e0-aca6-c9185b391828" providerId="ADAL" clId="{88AB73D2-BEAC-49CB-B2E2-279547085BAB}" dt="2026-10-14T11:43:52.840" v="1014" actId="478"/>
          <ac:spMkLst>
            <pc:docMk/>
            <pc:sldMk cId="4263398601" sldId="4917"/>
            <ac:spMk id="7" creationId="{C957D796-D11D-4F2C-AC76-FBC7839C1EB8}"/>
          </ac:spMkLst>
        </pc:spChg>
        <pc:spChg chg="del">
          <ac:chgData name="Minh Huynh" userId="01a137d4-0d81-46e0-aca6-c9185b391828" providerId="ADAL" clId="{88AB73D2-BEAC-49CB-B2E2-279547085BAB}" dt="2026-10-14T11:43:52.840" v="1014" actId="478"/>
          <ac:spMkLst>
            <pc:docMk/>
            <pc:sldMk cId="4263398601" sldId="4917"/>
            <ac:spMk id="8" creationId="{12E7E382-2199-4D60-AC7D-34361B8FEB2C}"/>
          </ac:spMkLst>
        </pc:spChg>
        <pc:spChg chg="del">
          <ac:chgData name="Minh Huynh" userId="01a137d4-0d81-46e0-aca6-c9185b391828" providerId="ADAL" clId="{88AB73D2-BEAC-49CB-B2E2-279547085BAB}" dt="2026-10-14T11:43:54.131" v="1015" actId="478"/>
          <ac:spMkLst>
            <pc:docMk/>
            <pc:sldMk cId="4263398601" sldId="4917"/>
            <ac:spMk id="9" creationId="{DB3F3C9A-F48F-4944-93B9-B7CA2F27D71B}"/>
          </ac:spMkLst>
        </pc:spChg>
        <pc:spChg chg="del">
          <ac:chgData name="Minh Huynh" userId="01a137d4-0d81-46e0-aca6-c9185b391828" providerId="ADAL" clId="{88AB73D2-BEAC-49CB-B2E2-279547085BAB}" dt="2026-10-14T11:43:54.131" v="1015" actId="478"/>
          <ac:spMkLst>
            <pc:docMk/>
            <pc:sldMk cId="4263398601" sldId="4917"/>
            <ac:spMk id="10" creationId="{86218941-BC54-4EF9-90F1-A4C1FC3A0C00}"/>
          </ac:spMkLst>
        </pc:spChg>
        <pc:spChg chg="del">
          <ac:chgData name="Minh Huynh" userId="01a137d4-0d81-46e0-aca6-c9185b391828" providerId="ADAL" clId="{88AB73D2-BEAC-49CB-B2E2-279547085BAB}" dt="2026-10-14T11:43:54.131" v="1015" actId="478"/>
          <ac:spMkLst>
            <pc:docMk/>
            <pc:sldMk cId="4263398601" sldId="4917"/>
            <ac:spMk id="11" creationId="{F3E76C09-215F-4BE8-BB75-6D7DEE328445}"/>
          </ac:spMkLst>
        </pc:spChg>
        <pc:spChg chg="del">
          <ac:chgData name="Minh Huynh" userId="01a137d4-0d81-46e0-aca6-c9185b391828" providerId="ADAL" clId="{88AB73D2-BEAC-49CB-B2E2-279547085BAB}" dt="2026-10-14T11:43:52.840" v="1014" actId="478"/>
          <ac:spMkLst>
            <pc:docMk/>
            <pc:sldMk cId="4263398601" sldId="4917"/>
            <ac:spMk id="12" creationId="{DD1BEF69-788E-47F7-AF43-BF2B68DFD300}"/>
          </ac:spMkLst>
        </pc:spChg>
        <pc:spChg chg="add mod">
          <ac:chgData name="Minh Huynh" userId="01a137d4-0d81-46e0-aca6-c9185b391828" providerId="ADAL" clId="{88AB73D2-BEAC-49CB-B2E2-279547085BAB}" dt="2026-10-14T11:44:40.995" v="1030" actId="255"/>
          <ac:spMkLst>
            <pc:docMk/>
            <pc:sldMk cId="4263398601" sldId="4917"/>
            <ac:spMk id="17" creationId="{F284B13D-C141-435D-B26B-ADCB613121C8}"/>
          </ac:spMkLst>
        </pc:spChg>
        <pc:spChg chg="del">
          <ac:chgData name="Minh Huynh" userId="01a137d4-0d81-46e0-aca6-c9185b391828" providerId="ADAL" clId="{88AB73D2-BEAC-49CB-B2E2-279547085BAB}" dt="2026-10-14T11:43:57.041" v="1016" actId="478"/>
          <ac:spMkLst>
            <pc:docMk/>
            <pc:sldMk cId="4263398601" sldId="4917"/>
            <ac:spMk id="18" creationId="{5D2DEC8E-111B-4BF4-865F-356038D551D5}"/>
          </ac:spMkLst>
        </pc:spChg>
        <pc:spChg chg="del">
          <ac:chgData name="Minh Huynh" userId="01a137d4-0d81-46e0-aca6-c9185b391828" providerId="ADAL" clId="{88AB73D2-BEAC-49CB-B2E2-279547085BAB}" dt="2026-10-14T11:43:50.981" v="1013" actId="478"/>
          <ac:spMkLst>
            <pc:docMk/>
            <pc:sldMk cId="4263398601" sldId="4917"/>
            <ac:spMk id="19" creationId="{283455D0-1794-4567-953E-640D3416FDCE}"/>
          </ac:spMkLst>
        </pc:spChg>
        <pc:spChg chg="del">
          <ac:chgData name="Minh Huynh" userId="01a137d4-0d81-46e0-aca6-c9185b391828" providerId="ADAL" clId="{88AB73D2-BEAC-49CB-B2E2-279547085BAB}" dt="2026-10-14T11:43:50.981" v="1013" actId="478"/>
          <ac:spMkLst>
            <pc:docMk/>
            <pc:sldMk cId="4263398601" sldId="4917"/>
            <ac:spMk id="20" creationId="{6F634BBE-8B94-4ECE-8B49-75F8045376B6}"/>
          </ac:spMkLst>
        </pc:spChg>
        <pc:spChg chg="del">
          <ac:chgData name="Minh Huynh" userId="01a137d4-0d81-46e0-aca6-c9185b391828" providerId="ADAL" clId="{88AB73D2-BEAC-49CB-B2E2-279547085BAB}" dt="2026-10-14T11:43:50.981" v="1013" actId="478"/>
          <ac:spMkLst>
            <pc:docMk/>
            <pc:sldMk cId="4263398601" sldId="4917"/>
            <ac:spMk id="21" creationId="{D8753033-AD13-4322-89C1-6A75FE083940}"/>
          </ac:spMkLst>
        </pc:spChg>
        <pc:spChg chg="del">
          <ac:chgData name="Minh Huynh" userId="01a137d4-0d81-46e0-aca6-c9185b391828" providerId="ADAL" clId="{88AB73D2-BEAC-49CB-B2E2-279547085BAB}" dt="2026-10-14T11:43:57.041" v="1016" actId="478"/>
          <ac:spMkLst>
            <pc:docMk/>
            <pc:sldMk cId="4263398601" sldId="4917"/>
            <ac:spMk id="22" creationId="{BB529D16-FF87-4946-9DB8-583E4CCD8ADE}"/>
          </ac:spMkLst>
        </pc:spChg>
        <pc:spChg chg="del">
          <ac:chgData name="Minh Huynh" userId="01a137d4-0d81-46e0-aca6-c9185b391828" providerId="ADAL" clId="{88AB73D2-BEAC-49CB-B2E2-279547085BAB}" dt="2026-10-14T11:43:57.041" v="1016" actId="478"/>
          <ac:spMkLst>
            <pc:docMk/>
            <pc:sldMk cId="4263398601" sldId="4917"/>
            <ac:spMk id="23" creationId="{7BFD03B5-C3C7-4FC0-BA7A-00209AA2EA52}"/>
          </ac:spMkLst>
        </pc:spChg>
        <pc:spChg chg="add mod">
          <ac:chgData name="Minh Huynh" userId="01a137d4-0d81-46e0-aca6-c9185b391828" providerId="ADAL" clId="{88AB73D2-BEAC-49CB-B2E2-279547085BAB}" dt="2026-10-14T11:44:55.926" v="1033" actId="1076"/>
          <ac:spMkLst>
            <pc:docMk/>
            <pc:sldMk cId="4263398601" sldId="4917"/>
            <ac:spMk id="24" creationId="{14DF8C5F-0BDD-474D-B95B-E5AFB2C2E11E}"/>
          </ac:spMkLst>
        </pc:spChg>
        <pc:spChg chg="add mod">
          <ac:chgData name="Minh Huynh" userId="01a137d4-0d81-46e0-aca6-c9185b391828" providerId="ADAL" clId="{88AB73D2-BEAC-49CB-B2E2-279547085BAB}" dt="2026-10-14T11:44:49.253" v="1032" actId="1076"/>
          <ac:spMkLst>
            <pc:docMk/>
            <pc:sldMk cId="4263398601" sldId="4917"/>
            <ac:spMk id="25" creationId="{9FE66593-6BD8-422E-AC33-F63B5DFF25AC}"/>
          </ac:spMkLst>
        </pc:spChg>
        <pc:spChg chg="add mod">
          <ac:chgData name="Minh Huynh" userId="01a137d4-0d81-46e0-aca6-c9185b391828" providerId="ADAL" clId="{88AB73D2-BEAC-49CB-B2E2-279547085BAB}" dt="2026-10-14T11:44:55.926" v="1033" actId="1076"/>
          <ac:spMkLst>
            <pc:docMk/>
            <pc:sldMk cId="4263398601" sldId="4917"/>
            <ac:spMk id="27" creationId="{E0A8950D-7427-49F8-BE0C-164F1A16EFD7}"/>
          </ac:spMkLst>
        </pc:spChg>
        <pc:spChg chg="add mod">
          <ac:chgData name="Minh Huynh" userId="01a137d4-0d81-46e0-aca6-c9185b391828" providerId="ADAL" clId="{88AB73D2-BEAC-49CB-B2E2-279547085BAB}" dt="2026-10-14T11:44:49.253" v="1032" actId="1076"/>
          <ac:spMkLst>
            <pc:docMk/>
            <pc:sldMk cId="4263398601" sldId="4917"/>
            <ac:spMk id="28" creationId="{6B2DBFE1-0F8F-47EE-9D8D-788C7C92616C}"/>
          </ac:spMkLst>
        </pc:spChg>
        <pc:spChg chg="del">
          <ac:chgData name="Minh Huynh" userId="01a137d4-0d81-46e0-aca6-c9185b391828" providerId="ADAL" clId="{88AB73D2-BEAC-49CB-B2E2-279547085BAB}" dt="2026-10-14T11:44:08.747" v="1021" actId="478"/>
          <ac:spMkLst>
            <pc:docMk/>
            <pc:sldMk cId="4263398601" sldId="4917"/>
            <ac:spMk id="301" creationId="{1647B96B-B739-4793-85B9-4DC6A33504BD}"/>
          </ac:spMkLst>
        </pc:spChg>
        <pc:cxnChg chg="del">
          <ac:chgData name="Minh Huynh" userId="01a137d4-0d81-46e0-aca6-c9185b391828" providerId="ADAL" clId="{88AB73D2-BEAC-49CB-B2E2-279547085BAB}" dt="2026-10-14T11:44:09.570" v="1022" actId="478"/>
          <ac:cxnSpMkLst>
            <pc:docMk/>
            <pc:sldMk cId="4263398601" sldId="4917"/>
            <ac:cxnSpMk id="3" creationId="{03692E62-FA82-4575-A54F-2424767A108C}"/>
          </ac:cxnSpMkLst>
        </pc:cxnChg>
        <pc:cxnChg chg="add mod">
          <ac:chgData name="Minh Huynh" userId="01a137d4-0d81-46e0-aca6-c9185b391828" providerId="ADAL" clId="{88AB73D2-BEAC-49CB-B2E2-279547085BAB}" dt="2026-10-14T11:44:30.318" v="1027" actId="1076"/>
          <ac:cxnSpMkLst>
            <pc:docMk/>
            <pc:sldMk cId="4263398601" sldId="4917"/>
            <ac:cxnSpMk id="26" creationId="{759BD6DA-2D48-4E78-82C2-24CB74D5F094}"/>
          </ac:cxnSpMkLst>
        </pc:cxnChg>
        <pc:cxnChg chg="add mod">
          <ac:chgData name="Minh Huynh" userId="01a137d4-0d81-46e0-aca6-c9185b391828" providerId="ADAL" clId="{88AB73D2-BEAC-49CB-B2E2-279547085BAB}" dt="2026-10-14T11:44:30.318" v="1027" actId="1076"/>
          <ac:cxnSpMkLst>
            <pc:docMk/>
            <pc:sldMk cId="4263398601" sldId="4917"/>
            <ac:cxnSpMk id="29" creationId="{DC6E7499-286F-4423-8476-91C06847B510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3:28.159" v="1011"/>
        <pc:sldMkLst>
          <pc:docMk/>
          <pc:sldMk cId="3609326107" sldId="4924"/>
        </pc:sldMkLst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10" creationId="{86218941-BC54-4EF9-90F1-A4C1FC3A0C00}"/>
          </ac:spMkLst>
        </pc:spChg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18" creationId="{A09F2C54-1AAE-4AE6-9379-420EEC055AD2}"/>
          </ac:spMkLst>
        </pc:spChg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21" creationId="{42463FEA-D5E1-42CB-AFD7-6618599BF183}"/>
          </ac:spMkLst>
        </pc:spChg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22" creationId="{78D5A3A0-D2AF-4780-86AB-F26316171D8D}"/>
          </ac:spMkLst>
        </pc:spChg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25" creationId="{F7CDD6D7-CC04-4DC3-8F0E-2A60601DFC41}"/>
          </ac:spMkLst>
        </pc:spChg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26" creationId="{D4F16FE8-6E39-4868-B2C4-1389771526DD}"/>
          </ac:spMkLst>
        </pc:spChg>
        <pc:spChg chg="add mod">
          <ac:chgData name="Minh Huynh" userId="01a137d4-0d81-46e0-aca6-c9185b391828" providerId="ADAL" clId="{88AB73D2-BEAC-49CB-B2E2-279547085BAB}" dt="2026-10-14T11:43:28.159" v="1011"/>
          <ac:spMkLst>
            <pc:docMk/>
            <pc:sldMk cId="3609326107" sldId="4924"/>
            <ac:spMk id="27" creationId="{029246C6-1D3E-49D6-9651-744FAEA74AC9}"/>
          </ac:spMkLst>
        </pc:spChg>
        <pc:spChg chg="del">
          <ac:chgData name="Minh Huynh" userId="01a137d4-0d81-46e0-aca6-c9185b391828" providerId="ADAL" clId="{88AB73D2-BEAC-49CB-B2E2-279547085BAB}" dt="2026-10-14T11:43:23.198" v="1009" actId="478"/>
          <ac:spMkLst>
            <pc:docMk/>
            <pc:sldMk cId="3609326107" sldId="4924"/>
            <ac:spMk id="55" creationId="{E6DD635F-B0AB-4992-9D48-A80579C242E8}"/>
          </ac:spMkLst>
        </pc:spChg>
      </pc:sldChg>
      <pc:sldChg chg="addSp modSp add mod">
        <pc:chgData name="Minh Huynh" userId="01a137d4-0d81-46e0-aca6-c9185b391828" providerId="ADAL" clId="{88AB73D2-BEAC-49CB-B2E2-279547085BAB}" dt="2026-10-14T11:47:21.509" v="1098" actId="1076"/>
        <pc:sldMkLst>
          <pc:docMk/>
          <pc:sldMk cId="1881668844" sldId="4925"/>
        </pc:sldMkLst>
        <pc:spChg chg="mod">
          <ac:chgData name="Minh Huynh" userId="01a137d4-0d81-46e0-aca6-c9185b391828" providerId="ADAL" clId="{88AB73D2-BEAC-49CB-B2E2-279547085BAB}" dt="2026-10-14T11:46:27.757" v="1082" actId="1076"/>
          <ac:spMkLst>
            <pc:docMk/>
            <pc:sldMk cId="1881668844" sldId="4925"/>
            <ac:spMk id="2" creationId="{2A5E670A-2BDA-454A-BEDA-D91BE75442E9}"/>
          </ac:spMkLst>
        </pc:spChg>
        <pc:spChg chg="mod">
          <ac:chgData name="Minh Huynh" userId="01a137d4-0d81-46e0-aca6-c9185b391828" providerId="ADAL" clId="{88AB73D2-BEAC-49CB-B2E2-279547085BAB}" dt="2026-10-14T11:45:54.608" v="1070" actId="1076"/>
          <ac:spMkLst>
            <pc:docMk/>
            <pc:sldMk cId="1881668844" sldId="4925"/>
            <ac:spMk id="6" creationId="{0236B21C-4F36-4CCF-87E0-1832ACEEAB7F}"/>
          </ac:spMkLst>
        </pc:spChg>
        <pc:spChg chg="mod">
          <ac:chgData name="Minh Huynh" userId="01a137d4-0d81-46e0-aca6-c9185b391828" providerId="ADAL" clId="{88AB73D2-BEAC-49CB-B2E2-279547085BAB}" dt="2026-10-14T11:45:54.608" v="1070" actId="1076"/>
          <ac:spMkLst>
            <pc:docMk/>
            <pc:sldMk cId="1881668844" sldId="4925"/>
            <ac:spMk id="7" creationId="{7D00A491-E502-4943-80B3-A4990EAE08CF}"/>
          </ac:spMkLst>
        </pc:spChg>
        <pc:spChg chg="mod">
          <ac:chgData name="Minh Huynh" userId="01a137d4-0d81-46e0-aca6-c9185b391828" providerId="ADAL" clId="{88AB73D2-BEAC-49CB-B2E2-279547085BAB}" dt="2026-10-14T11:45:54.608" v="1070" actId="1076"/>
          <ac:spMkLst>
            <pc:docMk/>
            <pc:sldMk cId="1881668844" sldId="4925"/>
            <ac:spMk id="8" creationId="{807D34A3-6870-417B-BB4F-763D4540F9D3}"/>
          </ac:spMkLst>
        </pc:spChg>
        <pc:spChg chg="mod">
          <ac:chgData name="Minh Huynh" userId="01a137d4-0d81-46e0-aca6-c9185b391828" providerId="ADAL" clId="{88AB73D2-BEAC-49CB-B2E2-279547085BAB}" dt="2026-10-14T11:46:36.435" v="1085" actId="1076"/>
          <ac:spMkLst>
            <pc:docMk/>
            <pc:sldMk cId="1881668844" sldId="4925"/>
            <ac:spMk id="9" creationId="{3E5E7A0E-E4F3-4F16-8C27-15268F173B84}"/>
          </ac:spMkLst>
        </pc:spChg>
        <pc:spChg chg="mod">
          <ac:chgData name="Minh Huynh" userId="01a137d4-0d81-46e0-aca6-c9185b391828" providerId="ADAL" clId="{88AB73D2-BEAC-49CB-B2E2-279547085BAB}" dt="2026-10-14T11:46:17.673" v="1077" actId="1076"/>
          <ac:spMkLst>
            <pc:docMk/>
            <pc:sldMk cId="1881668844" sldId="4925"/>
            <ac:spMk id="11" creationId="{17A370CC-67C8-492E-BD67-7B6CCE7B7229}"/>
          </ac:spMkLst>
        </pc:spChg>
        <pc:spChg chg="mod">
          <ac:chgData name="Minh Huynh" userId="01a137d4-0d81-46e0-aca6-c9185b391828" providerId="ADAL" clId="{88AB73D2-BEAC-49CB-B2E2-279547085BAB}" dt="2026-10-14T11:46:17.673" v="1077" actId="1076"/>
          <ac:spMkLst>
            <pc:docMk/>
            <pc:sldMk cId="1881668844" sldId="4925"/>
            <ac:spMk id="12" creationId="{5C8CE0E1-27E7-4F3F-9AD8-B5AEA9067B6C}"/>
          </ac:spMkLst>
        </pc:spChg>
        <pc:spChg chg="mod">
          <ac:chgData name="Minh Huynh" userId="01a137d4-0d81-46e0-aca6-c9185b391828" providerId="ADAL" clId="{88AB73D2-BEAC-49CB-B2E2-279547085BAB}" dt="2026-10-14T11:46:17.673" v="1077" actId="1076"/>
          <ac:spMkLst>
            <pc:docMk/>
            <pc:sldMk cId="1881668844" sldId="4925"/>
            <ac:spMk id="13" creationId="{648AFA4C-35B5-4A37-98F2-88226F6E4521}"/>
          </ac:spMkLst>
        </pc:spChg>
        <pc:spChg chg="mod">
          <ac:chgData name="Minh Huynh" userId="01a137d4-0d81-46e0-aca6-c9185b391828" providerId="ADAL" clId="{88AB73D2-BEAC-49CB-B2E2-279547085BAB}" dt="2026-10-14T11:45:38.557" v="1067" actId="2711"/>
          <ac:spMkLst>
            <pc:docMk/>
            <pc:sldMk cId="1881668844" sldId="4925"/>
            <ac:spMk id="27" creationId="{029246C6-1D3E-49D6-9651-744FAEA74AC9}"/>
          </ac:spMkLst>
        </pc:spChg>
        <pc:spChg chg="add mod">
          <ac:chgData name="Minh Huynh" userId="01a137d4-0d81-46e0-aca6-c9185b391828" providerId="ADAL" clId="{88AB73D2-BEAC-49CB-B2E2-279547085BAB}" dt="2026-10-14T11:47:11.019" v="1095" actId="1076"/>
          <ac:spMkLst>
            <pc:docMk/>
            <pc:sldMk cId="1881668844" sldId="4925"/>
            <ac:spMk id="29" creationId="{6CA2065A-BF88-4BD3-A901-2AB97CA14D5B}"/>
          </ac:spMkLst>
        </pc:spChg>
        <pc:spChg chg="add mod">
          <ac:chgData name="Minh Huynh" userId="01a137d4-0d81-46e0-aca6-c9185b391828" providerId="ADAL" clId="{88AB73D2-BEAC-49CB-B2E2-279547085BAB}" dt="2026-10-14T11:47:21.509" v="1098" actId="1076"/>
          <ac:spMkLst>
            <pc:docMk/>
            <pc:sldMk cId="1881668844" sldId="4925"/>
            <ac:spMk id="31" creationId="{51F05A91-566D-40F6-A87A-6FBA7D7740C9}"/>
          </ac:spMkLst>
        </pc:spChg>
        <pc:spChg chg="add mod">
          <ac:chgData name="Minh Huynh" userId="01a137d4-0d81-46e0-aca6-c9185b391828" providerId="ADAL" clId="{88AB73D2-BEAC-49CB-B2E2-279547085BAB}" dt="2026-10-14T11:47:18.893" v="1097" actId="1076"/>
          <ac:spMkLst>
            <pc:docMk/>
            <pc:sldMk cId="1881668844" sldId="4925"/>
            <ac:spMk id="32" creationId="{2F68CB1D-B58C-4022-AB4F-C99DE1201A27}"/>
          </ac:spMkLst>
        </pc:spChg>
        <pc:spChg chg="add mod">
          <ac:chgData name="Minh Huynh" userId="01a137d4-0d81-46e0-aca6-c9185b391828" providerId="ADAL" clId="{88AB73D2-BEAC-49CB-B2E2-279547085BAB}" dt="2026-10-14T11:47:14.556" v="1096" actId="1076"/>
          <ac:spMkLst>
            <pc:docMk/>
            <pc:sldMk cId="1881668844" sldId="4925"/>
            <ac:spMk id="33" creationId="{2FC9E211-C45A-4DD0-9405-120076C162FF}"/>
          </ac:spMkLst>
        </pc:spChg>
        <pc:spChg chg="add mod">
          <ac:chgData name="Minh Huynh" userId="01a137d4-0d81-46e0-aca6-c9185b391828" providerId="ADAL" clId="{88AB73D2-BEAC-49CB-B2E2-279547085BAB}" dt="2026-10-14T11:47:21.509" v="1098" actId="1076"/>
          <ac:spMkLst>
            <pc:docMk/>
            <pc:sldMk cId="1881668844" sldId="4925"/>
            <ac:spMk id="34" creationId="{B4543C07-64B9-4D53-A2B4-32E26ABF5180}"/>
          </ac:spMkLst>
        </pc:spChg>
        <pc:spChg chg="add mod">
          <ac:chgData name="Minh Huynh" userId="01a137d4-0d81-46e0-aca6-c9185b391828" providerId="ADAL" clId="{88AB73D2-BEAC-49CB-B2E2-279547085BAB}" dt="2026-10-14T11:47:18.893" v="1097" actId="1076"/>
          <ac:spMkLst>
            <pc:docMk/>
            <pc:sldMk cId="1881668844" sldId="4925"/>
            <ac:spMk id="35" creationId="{B12168B1-A87A-47AD-88DD-FB2099E2E5D2}"/>
          </ac:spMkLst>
        </pc:spChg>
        <pc:spChg chg="add mod">
          <ac:chgData name="Minh Huynh" userId="01a137d4-0d81-46e0-aca6-c9185b391828" providerId="ADAL" clId="{88AB73D2-BEAC-49CB-B2E2-279547085BAB}" dt="2026-10-14T11:47:14.556" v="1096" actId="1076"/>
          <ac:spMkLst>
            <pc:docMk/>
            <pc:sldMk cId="1881668844" sldId="4925"/>
            <ac:spMk id="36" creationId="{A0FC89C8-17BA-4078-840C-C783D99DAC8D}"/>
          </ac:spMkLst>
        </pc:spChg>
        <pc:cxnChg chg="mod">
          <ac:chgData name="Minh Huynh" userId="01a137d4-0d81-46e0-aca6-c9185b391828" providerId="ADAL" clId="{88AB73D2-BEAC-49CB-B2E2-279547085BAB}" dt="2026-10-14T11:46:21.957" v="1079" actId="14100"/>
          <ac:cxnSpMkLst>
            <pc:docMk/>
            <pc:sldMk cId="1881668844" sldId="4925"/>
            <ac:cxnSpMk id="17" creationId="{C59D8C90-FF15-411C-A67C-5CF707B453F7}"/>
          </ac:cxnSpMkLst>
        </pc:cxnChg>
        <pc:cxnChg chg="mod">
          <ac:chgData name="Minh Huynh" userId="01a137d4-0d81-46e0-aca6-c9185b391828" providerId="ADAL" clId="{88AB73D2-BEAC-49CB-B2E2-279547085BAB}" dt="2026-10-14T11:46:50.209" v="1089" actId="14100"/>
          <ac:cxnSpMkLst>
            <pc:docMk/>
            <pc:sldMk cId="1881668844" sldId="4925"/>
            <ac:cxnSpMk id="19" creationId="{3566B904-523E-48FE-9110-896D20FAE986}"/>
          </ac:cxnSpMkLst>
        </pc:cxnChg>
        <pc:cxnChg chg="mod">
          <ac:chgData name="Minh Huynh" userId="01a137d4-0d81-46e0-aca6-c9185b391828" providerId="ADAL" clId="{88AB73D2-BEAC-49CB-B2E2-279547085BAB}" dt="2026-10-14T11:46:08.106" v="1076" actId="14100"/>
          <ac:cxnSpMkLst>
            <pc:docMk/>
            <pc:sldMk cId="1881668844" sldId="4925"/>
            <ac:cxnSpMk id="20" creationId="{F8789D46-5982-4821-971C-31CDDFB9C3AA}"/>
          </ac:cxnSpMkLst>
        </pc:cxnChg>
        <pc:cxnChg chg="mod">
          <ac:chgData name="Minh Huynh" userId="01a137d4-0d81-46e0-aca6-c9185b391828" providerId="ADAL" clId="{88AB73D2-BEAC-49CB-B2E2-279547085BAB}" dt="2026-10-14T11:46:05.411" v="1075" actId="14100"/>
          <ac:cxnSpMkLst>
            <pc:docMk/>
            <pc:sldMk cId="1881668844" sldId="4925"/>
            <ac:cxnSpMk id="23" creationId="{C8EE81F4-7091-438A-A96D-01C1C87E2C15}"/>
          </ac:cxnSpMkLst>
        </pc:cxnChg>
        <pc:cxnChg chg="mod">
          <ac:chgData name="Minh Huynh" userId="01a137d4-0d81-46e0-aca6-c9185b391828" providerId="ADAL" clId="{88AB73D2-BEAC-49CB-B2E2-279547085BAB}" dt="2026-10-14T11:46:03.350" v="1074" actId="14100"/>
          <ac:cxnSpMkLst>
            <pc:docMk/>
            <pc:sldMk cId="1881668844" sldId="4925"/>
            <ac:cxnSpMk id="24" creationId="{2F27238F-5A03-4164-B154-6BD273AE5DD9}"/>
          </ac:cxnSpMkLst>
        </pc:cxnChg>
        <pc:cxnChg chg="add mod">
          <ac:chgData name="Minh Huynh" userId="01a137d4-0d81-46e0-aca6-c9185b391828" providerId="ADAL" clId="{88AB73D2-BEAC-49CB-B2E2-279547085BAB}" dt="2026-10-14T11:46:47.824" v="1088" actId="1076"/>
          <ac:cxnSpMkLst>
            <pc:docMk/>
            <pc:sldMk cId="1881668844" sldId="4925"/>
            <ac:cxnSpMk id="25" creationId="{E27C8D24-F655-4E40-B593-0AD33E5DAA95}"/>
          </ac:cxnSpMkLst>
        </pc:cxnChg>
        <pc:cxnChg chg="add mod">
          <ac:chgData name="Minh Huynh" userId="01a137d4-0d81-46e0-aca6-c9185b391828" providerId="ADAL" clId="{88AB73D2-BEAC-49CB-B2E2-279547085BAB}" dt="2026-10-14T11:46:47.824" v="1088" actId="1076"/>
          <ac:cxnSpMkLst>
            <pc:docMk/>
            <pc:sldMk cId="1881668844" sldId="4925"/>
            <ac:cxnSpMk id="26" creationId="{63CA39EB-D42C-47DB-8E51-57AC5BEF13FD}"/>
          </ac:cxnSpMkLst>
        </pc:cxnChg>
        <pc:cxnChg chg="add mod">
          <ac:chgData name="Minh Huynh" userId="01a137d4-0d81-46e0-aca6-c9185b391828" providerId="ADAL" clId="{88AB73D2-BEAC-49CB-B2E2-279547085BAB}" dt="2026-10-14T11:46:47.824" v="1088" actId="1076"/>
          <ac:cxnSpMkLst>
            <pc:docMk/>
            <pc:sldMk cId="1881668844" sldId="4925"/>
            <ac:cxnSpMk id="28" creationId="{DDFFC0EE-54DE-4A4B-9400-ED127ABF2CA7}"/>
          </ac:cxnSpMkLst>
        </pc:cxnChg>
        <pc:cxnChg chg="add mod">
          <ac:chgData name="Minh Huynh" userId="01a137d4-0d81-46e0-aca6-c9185b391828" providerId="ADAL" clId="{88AB73D2-BEAC-49CB-B2E2-279547085BAB}" dt="2026-10-14T11:46:55.583" v="1090"/>
          <ac:cxnSpMkLst>
            <pc:docMk/>
            <pc:sldMk cId="1881668844" sldId="4925"/>
            <ac:cxnSpMk id="30" creationId="{5B27620A-7231-4AFB-ABD3-F7AB50020DB3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7:44.500" v="1101"/>
        <pc:sldMkLst>
          <pc:docMk/>
          <pc:sldMk cId="4048538831" sldId="4937"/>
        </pc:sldMkLst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6" creationId="{95233608-33AB-4936-AF27-B5DC4F66AC3E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7" creationId="{682E9848-5633-41C9-9DFD-2DD72FDEF8FB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8" creationId="{66FE3580-D4C6-4A49-A66D-7F76F8BB5AF2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9" creationId="{F04931C9-56DD-453C-9E39-B114D58DC3A4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10" creationId="{86218941-BC54-4EF9-90F1-A4C1FC3A0C00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11" creationId="{47C01B74-C33C-49A3-BCE9-7572BAB32F45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12" creationId="{89AD89E7-CE01-48B9-91D6-BDE817148B10}"/>
          </ac:spMkLst>
        </pc:spChg>
        <pc:spChg chg="add mod">
          <ac:chgData name="Minh Huynh" userId="01a137d4-0d81-46e0-aca6-c9185b391828" providerId="ADAL" clId="{88AB73D2-BEAC-49CB-B2E2-279547085BAB}" dt="2026-10-14T11:47:44.500" v="1101"/>
          <ac:spMkLst>
            <pc:docMk/>
            <pc:sldMk cId="4048538831" sldId="4937"/>
            <ac:spMk id="18" creationId="{AE530B0E-5D74-4664-B2C6-5A8B0E8E9C26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25" creationId="{F45F9167-50D0-4540-82E3-C8F2AADBF72F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26" creationId="{4278E1CB-FECE-48D9-A38B-97A274AEA813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27" creationId="{7CA099DC-C0D1-4F95-8622-C07B8A16703E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28" creationId="{EFFE4165-F9B8-463C-848B-E33D649779CE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29" creationId="{AC9FC5EF-98F9-4488-B480-4F4D96B0A74C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30" creationId="{04849483-195C-4622-8063-8EDDBE6695D0}"/>
          </ac:spMkLst>
        </pc:spChg>
      </pc:sldChg>
      <pc:sldChg chg="addSp delSp modSp add mod">
        <pc:chgData name="Minh Huynh" userId="01a137d4-0d81-46e0-aca6-c9185b391828" providerId="ADAL" clId="{88AB73D2-BEAC-49CB-B2E2-279547085BAB}" dt="2026-10-14T11:48:06.451" v="1104"/>
        <pc:sldMkLst>
          <pc:docMk/>
          <pc:sldMk cId="3586957674" sldId="4948"/>
        </pc:sldMkLst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26" creationId="{06412E64-9BD4-4B6A-AEDB-3DCCA4669EB1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27" creationId="{543AC0F9-4583-4863-AB9B-114CB9A91B20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28" creationId="{314A8EFA-4E09-4FA3-BD6A-9C4E9D72DCC9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29" creationId="{9E57231E-1F52-48AD-B5C3-13EFBB23F519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30" creationId="{C7319F4D-F61B-4142-A8CC-31D268EB2814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31" creationId="{F8AC1F8E-46F2-4592-89B5-12EE3F84D4C5}"/>
          </ac:spMkLst>
        </pc:spChg>
        <pc:spChg chg="add mod">
          <ac:chgData name="Minh Huynh" userId="01a137d4-0d81-46e0-aca6-c9185b391828" providerId="ADAL" clId="{88AB73D2-BEAC-49CB-B2E2-279547085BAB}" dt="2026-10-14T11:48:06.451" v="1104"/>
          <ac:spMkLst>
            <pc:docMk/>
            <pc:sldMk cId="3586957674" sldId="4948"/>
            <ac:spMk id="35" creationId="{0ADD52C3-0B7B-4B6C-BC70-D625A8433727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37" creationId="{851EDE64-9CAE-4837-B4B6-55CCB5FE899D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38" creationId="{3A950A4D-D18B-4B64-9F1C-3C48011944CE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39" creationId="{8CC81B68-1EF0-496D-872C-3E8D23DE72F2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40" creationId="{3B11D962-4C7C-4356-9387-06DA585DF277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41" creationId="{DD3A8A60-8CA7-4131-B91F-67D61D3646CC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42" creationId="{4CBA59B0-5BA7-4275-BF1E-53A54B684548}"/>
          </ac:spMkLst>
        </pc:spChg>
      </pc:sldChg>
      <pc:sldChg chg="addSp delSp modSp add mod">
        <pc:chgData name="Minh Huynh" userId="01a137d4-0d81-46e0-aca6-c9185b391828" providerId="ADAL" clId="{88AB73D2-BEAC-49CB-B2E2-279547085BAB}" dt="2026-10-14T11:48:41.283" v="1129"/>
        <pc:sldMkLst>
          <pc:docMk/>
          <pc:sldMk cId="3205467194" sldId="4949"/>
        </pc:sldMkLst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" creationId="{3BA5E62A-AB7C-4FEC-B224-7E1B7C4D72D6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3" creationId="{5F6EB4E4-D656-4D71-B881-4CC4399822E8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4" creationId="{CEAEFCD9-5F15-4155-9FAB-3FD4497F765D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5" creationId="{7DC6B3C1-D274-475B-B368-EF59CA267045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7" creationId="{5C3B4234-12C5-46D8-98BE-92E06932E5B2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9" creationId="{AE855CFC-F65D-4B71-997D-470818560A1A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0" creationId="{ED8C3971-BE29-4EE0-8B8F-7769F1A35E50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1" creationId="{A8A7F203-47FD-467B-A0C4-E959F776E530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2" creationId="{A0F74E0A-F8E6-4243-806F-C914B157BE2A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3" creationId="{68644227-DF7B-4CAA-83F1-BBCDA5025F69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4" creationId="{2F419C7B-881B-421A-BAF5-2882C6AD789A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5" creationId="{6F121590-5A2A-4ED2-A72F-32EC143EE739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9" creationId="{12989C1B-EC4D-403C-9A54-1DBE1CE2FB95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1" creationId="{4D4CC4AD-F54A-4EC3-ADBA-A812803FFA1C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2" creationId="{3C7A78BE-6A1E-4B9A-8E94-BA9CE5D7BE5D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3" creationId="{F8A05F54-0C68-4F06-9910-1D940B47D508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4" creationId="{034293DC-50A3-45FC-9709-7228DDF174B4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5" creationId="{55969843-3DD3-4BF5-A385-E6714A2335AA}"/>
          </ac:spMkLst>
        </pc:spChg>
        <pc:spChg chg="add mod">
          <ac:chgData name="Minh Huynh" userId="01a137d4-0d81-46e0-aca6-c9185b391828" providerId="ADAL" clId="{88AB73D2-BEAC-49CB-B2E2-279547085BAB}" dt="2026-10-14T11:48:41.283" v="1129"/>
          <ac:spMkLst>
            <pc:docMk/>
            <pc:sldMk cId="3205467194" sldId="4949"/>
            <ac:spMk id="27" creationId="{6179327D-142B-45F9-BE61-D6BF9E3F1118}"/>
          </ac:spMkLst>
        </pc:spChg>
        <pc:spChg chg="add mod">
          <ac:chgData name="Minh Huynh" userId="01a137d4-0d81-46e0-aca6-c9185b391828" providerId="ADAL" clId="{88AB73D2-BEAC-49CB-B2E2-279547085BAB}" dt="2026-10-14T11:48:41.283" v="1129"/>
          <ac:spMkLst>
            <pc:docMk/>
            <pc:sldMk cId="3205467194" sldId="4949"/>
            <ac:spMk id="28" creationId="{E8048134-FA48-4647-A976-5C450763DD85}"/>
          </ac:spMkLst>
        </pc:spChg>
        <pc:spChg chg="add mod">
          <ac:chgData name="Minh Huynh" userId="01a137d4-0d81-46e0-aca6-c9185b391828" providerId="ADAL" clId="{88AB73D2-BEAC-49CB-B2E2-279547085BAB}" dt="2026-10-14T11:48:41.283" v="1129"/>
          <ac:spMkLst>
            <pc:docMk/>
            <pc:sldMk cId="3205467194" sldId="4949"/>
            <ac:spMk id="29" creationId="{F64D3B63-7DEB-4537-9589-B577F926196C}"/>
          </ac:spMkLst>
        </pc:spChg>
        <pc:spChg chg="mod">
          <ac:chgData name="Minh Huynh" userId="01a137d4-0d81-46e0-aca6-c9185b391828" providerId="ADAL" clId="{88AB73D2-BEAC-49CB-B2E2-279547085BAB}" dt="2026-10-14T11:48:32.131" v="1127" actId="20577"/>
          <ac:spMkLst>
            <pc:docMk/>
            <pc:sldMk cId="3205467194" sldId="4949"/>
            <ac:spMk id="35" creationId="{0ADD52C3-0B7B-4B6C-BC70-D625A8433727}"/>
          </ac:spMkLst>
        </pc:spChg>
        <pc:picChg chg="add mod">
          <ac:chgData name="Minh Huynh" userId="01a137d4-0d81-46e0-aca6-c9185b391828" providerId="ADAL" clId="{88AB73D2-BEAC-49CB-B2E2-279547085BAB}" dt="2026-10-14T11:48:41.283" v="1129"/>
          <ac:picMkLst>
            <pc:docMk/>
            <pc:sldMk cId="3205467194" sldId="4949"/>
            <ac:picMk id="26" creationId="{03DCD7B4-4257-4028-8A4E-A0EF92941184}"/>
          </ac:picMkLst>
        </pc:picChg>
        <pc:cxnChg chg="del">
          <ac:chgData name="Minh Huynh" userId="01a137d4-0d81-46e0-aca6-c9185b391828" providerId="ADAL" clId="{88AB73D2-BEAC-49CB-B2E2-279547085BAB}" dt="2026-10-14T11:48:33.997" v="1128" actId="478"/>
          <ac:cxnSpMkLst>
            <pc:docMk/>
            <pc:sldMk cId="3205467194" sldId="4949"/>
            <ac:cxnSpMk id="6" creationId="{EE1DB5E9-816A-4538-91DC-165FF64C0666}"/>
          </ac:cxnSpMkLst>
        </pc:cxnChg>
        <pc:cxnChg chg="del">
          <ac:chgData name="Minh Huynh" userId="01a137d4-0d81-46e0-aca6-c9185b391828" providerId="ADAL" clId="{88AB73D2-BEAC-49CB-B2E2-279547085BAB}" dt="2026-10-14T11:48:33.997" v="1128" actId="478"/>
          <ac:cxnSpMkLst>
            <pc:docMk/>
            <pc:sldMk cId="3205467194" sldId="4949"/>
            <ac:cxnSpMk id="8" creationId="{D0CAF3A9-91FA-4455-8849-85109C8FB37F}"/>
          </ac:cxnSpMkLst>
        </pc:cxnChg>
        <pc:cxnChg chg="del">
          <ac:chgData name="Minh Huynh" userId="01a137d4-0d81-46e0-aca6-c9185b391828" providerId="ADAL" clId="{88AB73D2-BEAC-49CB-B2E2-279547085BAB}" dt="2026-10-14T11:48:33.997" v="1128" actId="478"/>
          <ac:cxnSpMkLst>
            <pc:docMk/>
            <pc:sldMk cId="3205467194" sldId="4949"/>
            <ac:cxnSpMk id="20" creationId="{E81F3967-4FBC-4849-B48A-FDDEBC776F20}"/>
          </ac:cxnSpMkLst>
        </pc:cxnChg>
      </pc:sldChg>
      <pc:sldChg chg="delSp add del mod">
        <pc:chgData name="Minh Huynh" userId="01a137d4-0d81-46e0-aca6-c9185b391828" providerId="ADAL" clId="{88AB73D2-BEAC-49CB-B2E2-279547085BAB}" dt="2026-10-14T11:49:05.140" v="1135" actId="47"/>
        <pc:sldMkLst>
          <pc:docMk/>
          <pc:sldMk cId="2492923298" sldId="4950"/>
        </pc:sldMkLst>
        <pc:spChg chg="del">
          <ac:chgData name="Minh Huynh" userId="01a137d4-0d81-46e0-aca6-c9185b391828" providerId="ADAL" clId="{88AB73D2-BEAC-49CB-B2E2-279547085BAB}" dt="2026-10-14T11:48:56.153" v="1131" actId="478"/>
          <ac:spMkLst>
            <pc:docMk/>
            <pc:sldMk cId="2492923298" sldId="4950"/>
            <ac:spMk id="27" creationId="{6179327D-142B-45F9-BE61-D6BF9E3F1118}"/>
          </ac:spMkLst>
        </pc:spChg>
        <pc:spChg chg="del">
          <ac:chgData name="Minh Huynh" userId="01a137d4-0d81-46e0-aca6-c9185b391828" providerId="ADAL" clId="{88AB73D2-BEAC-49CB-B2E2-279547085BAB}" dt="2026-10-14T11:48:56.153" v="1131" actId="478"/>
          <ac:spMkLst>
            <pc:docMk/>
            <pc:sldMk cId="2492923298" sldId="4950"/>
            <ac:spMk id="28" creationId="{E8048134-FA48-4647-A976-5C450763DD85}"/>
          </ac:spMkLst>
        </pc:spChg>
        <pc:spChg chg="del">
          <ac:chgData name="Minh Huynh" userId="01a137d4-0d81-46e0-aca6-c9185b391828" providerId="ADAL" clId="{88AB73D2-BEAC-49CB-B2E2-279547085BAB}" dt="2026-10-14T11:48:56.153" v="1131" actId="478"/>
          <ac:spMkLst>
            <pc:docMk/>
            <pc:sldMk cId="2492923298" sldId="4950"/>
            <ac:spMk id="29" creationId="{F64D3B63-7DEB-4537-9589-B577F926196C}"/>
          </ac:spMkLst>
        </pc:spChg>
        <pc:picChg chg="del">
          <ac:chgData name="Minh Huynh" userId="01a137d4-0d81-46e0-aca6-c9185b391828" providerId="ADAL" clId="{88AB73D2-BEAC-49CB-B2E2-279547085BAB}" dt="2026-10-14T11:48:56.153" v="1131" actId="478"/>
          <ac:picMkLst>
            <pc:docMk/>
            <pc:sldMk cId="2492923298" sldId="4950"/>
            <ac:picMk id="26" creationId="{03DCD7B4-4257-4028-8A4E-A0EF92941184}"/>
          </ac:picMkLst>
        </pc:picChg>
      </pc:sldChg>
      <pc:sldChg chg="addSp delSp modSp add mod">
        <pc:chgData name="Minh Huynh" userId="01a137d4-0d81-46e0-aca6-c9185b391828" providerId="ADAL" clId="{88AB73D2-BEAC-49CB-B2E2-279547085BAB}" dt="2026-10-14T11:49:13.359" v="1149" actId="20577"/>
        <pc:sldMkLst>
          <pc:docMk/>
          <pc:sldMk cId="511627920" sldId="5012"/>
        </pc:sldMkLst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12" creationId="{72EB3B1C-9363-4FD3-95F9-DB36BA9C014E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18" creationId="{A9902133-656D-43C8-81A4-9C246CFD774C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20" creationId="{E1C3D2BB-26A4-4766-874C-7F6B05079E38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21" creationId="{1F103D01-5052-4ED2-9DE9-CB7AE3423C02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28" creationId="{68952361-AD45-419D-849D-06EB5F36AD17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29" creationId="{3FE4B89F-0E65-4B10-B74E-ABE54468BFE9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0" creationId="{8F6AB142-E95F-42C4-BE70-A581E297533B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1" creationId="{934876E4-1225-415E-A828-7FE600284548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2" creationId="{38DCC9B7-1826-4B04-AC20-2344D83BA178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3" creationId="{82849AB4-5669-44D2-BBBF-C381CB77864C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4" creationId="{F7A8B848-2560-472A-A179-549D5DCD7B2B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5" creationId="{75476621-C45F-4E02-BA20-29CFAEFB19EB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6" creationId="{C0F663B4-4AFC-486A-A336-F68FD35DF78C}"/>
          </ac:spMkLst>
        </pc:spChg>
        <pc:spChg chg="add mod">
          <ac:chgData name="Minh Huynh" userId="01a137d4-0d81-46e0-aca6-c9185b391828" providerId="ADAL" clId="{88AB73D2-BEAC-49CB-B2E2-279547085BAB}" dt="2026-10-14T11:49:13.359" v="1149" actId="20577"/>
          <ac:spMkLst>
            <pc:docMk/>
            <pc:sldMk cId="511627920" sldId="5012"/>
            <ac:spMk id="137" creationId="{21CF2DF7-E617-4469-9697-2F9B53F11A15}"/>
          </ac:spMkLst>
        </pc:spChg>
      </pc:sldChg>
      <pc:sldChg chg="addSp delSp modSp add mod">
        <pc:chgData name="Minh Huynh" userId="01a137d4-0d81-46e0-aca6-c9185b391828" providerId="ADAL" clId="{88AB73D2-BEAC-49CB-B2E2-279547085BAB}" dt="2026-10-14T11:50:20.225" v="1176" actId="20577"/>
        <pc:sldMkLst>
          <pc:docMk/>
          <pc:sldMk cId="1732695391" sldId="5033"/>
        </pc:sldMkLst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3" creationId="{8FAD3593-3BC6-489B-BCC8-D4607432CFCE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6" creationId="{81466C38-E287-423D-A6A1-8BB908DB58CA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7" creationId="{912EB275-09DA-4766-8B0F-C2CC3C691BDE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8" creationId="{CA2D12FA-1D6D-4CB2-A6D5-9BA79C27A727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9" creationId="{2DA725D8-59A9-4005-8DAF-2EBA9D280279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0" creationId="{6F6CC913-0937-4CB8-97D1-02F31BD2B0DF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1" creationId="{3D171E14-D659-4F35-A300-6DC07A54963C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2" creationId="{3A5855D7-6E43-49AA-85E0-D5F92CCB3DB0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3" creationId="{500ADFCA-ED10-4D0E-B2B5-ABA0F9E7BD3B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4" creationId="{2FA3E89F-A9E9-40ED-A799-0B485C635C99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5" creationId="{C6B0E896-FDF3-42B3-9019-B8E17CB3275E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6" creationId="{287B9272-F6FC-468C-BA01-E938EEE48A95}"/>
          </ac:spMkLst>
        </pc:spChg>
        <pc:spChg chg="mod">
          <ac:chgData name="Minh Huynh" userId="01a137d4-0d81-46e0-aca6-c9185b391828" providerId="ADAL" clId="{88AB73D2-BEAC-49CB-B2E2-279547085BAB}" dt="2026-10-14T11:50:10.332" v="1154" actId="207"/>
          <ac:spMkLst>
            <pc:docMk/>
            <pc:sldMk cId="1732695391" sldId="5033"/>
            <ac:spMk id="33" creationId="{D3B8A420-18E1-4E70-94FA-2E66B1AF3C60}"/>
          </ac:spMkLst>
        </pc:spChg>
        <pc:spChg chg="add mod">
          <ac:chgData name="Minh Huynh" userId="01a137d4-0d81-46e0-aca6-c9185b391828" providerId="ADAL" clId="{88AB73D2-BEAC-49CB-B2E2-279547085BAB}" dt="2026-10-14T11:50:20.225" v="1176" actId="20577"/>
          <ac:spMkLst>
            <pc:docMk/>
            <pc:sldMk cId="1732695391" sldId="5033"/>
            <ac:spMk id="34" creationId="{1E8F8070-3E58-49E3-A87A-22C2723B49E2}"/>
          </ac:spMkLst>
        </pc:spChg>
        <pc:grpChg chg="del">
          <ac:chgData name="Minh Huynh" userId="01a137d4-0d81-46e0-aca6-c9185b391828" providerId="ADAL" clId="{88AB73D2-BEAC-49CB-B2E2-279547085BAB}" dt="2026-10-14T11:50:06.866" v="1153" actId="478"/>
          <ac:grpSpMkLst>
            <pc:docMk/>
            <pc:sldMk cId="1732695391" sldId="5033"/>
            <ac:grpSpMk id="17" creationId="{4191BC01-42A1-4532-84A6-8E3C25A8738F}"/>
          </ac:grpSpMkLst>
        </pc:grpChg>
      </pc:sldChg>
      <pc:sldChg chg="addSp delSp modSp add mod">
        <pc:chgData name="Minh Huynh" userId="01a137d4-0d81-46e0-aca6-c9185b391828" providerId="ADAL" clId="{88AB73D2-BEAC-49CB-B2E2-279547085BAB}" dt="2026-10-14T11:50:45.958" v="1187" actId="20577"/>
        <pc:sldMkLst>
          <pc:docMk/>
          <pc:sldMk cId="3732838123" sldId="5042"/>
        </pc:sldMkLst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3" creationId="{8FAD3593-3BC6-489B-BCC8-D4607432CFCE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6" creationId="{81466C38-E287-423D-A6A1-8BB908DB58CA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7" creationId="{912EB275-09DA-4766-8B0F-C2CC3C691BDE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8" creationId="{CA2D12FA-1D6D-4CB2-A6D5-9BA79C27A727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9" creationId="{2DA725D8-59A9-4005-8DAF-2EBA9D280279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0" creationId="{6F6CC913-0937-4CB8-97D1-02F31BD2B0DF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1" creationId="{3D171E14-D659-4F35-A300-6DC07A54963C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2" creationId="{3A5855D7-6E43-49AA-85E0-D5F92CCB3DB0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3" creationId="{500ADFCA-ED10-4D0E-B2B5-ABA0F9E7BD3B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4" creationId="{2FA3E89F-A9E9-40ED-A799-0B485C635C99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5" creationId="{C6B0E896-FDF3-42B3-9019-B8E17CB3275E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6" creationId="{287B9272-F6FC-468C-BA01-E938EEE48A95}"/>
          </ac:spMkLst>
        </pc:spChg>
        <pc:spChg chg="add mod">
          <ac:chgData name="Minh Huynh" userId="01a137d4-0d81-46e0-aca6-c9185b391828" providerId="ADAL" clId="{88AB73D2-BEAC-49CB-B2E2-279547085BAB}" dt="2026-10-14T11:50:45.958" v="1187" actId="20577"/>
          <ac:spMkLst>
            <pc:docMk/>
            <pc:sldMk cId="3732838123" sldId="5042"/>
            <ac:spMk id="30" creationId="{AD1C144F-B3C0-4227-9F8E-79C68347D147}"/>
          </ac:spMkLst>
        </pc:spChg>
      </pc:sldChg>
      <pc:sldChg chg="add">
        <pc:chgData name="Minh Huynh" userId="01a137d4-0d81-46e0-aca6-c9185b391828" providerId="ADAL" clId="{88AB73D2-BEAC-49CB-B2E2-279547085BAB}" dt="2026-10-14T11:49:33.134" v="1150"/>
        <pc:sldMkLst>
          <pc:docMk/>
          <pc:sldMk cId="2637387746" sldId="5044"/>
        </pc:sldMkLst>
      </pc:sldChg>
      <pc:sldChg chg="addSp delSp modSp add mod">
        <pc:chgData name="Minh Huynh" userId="01a137d4-0d81-46e0-aca6-c9185b391828" providerId="ADAL" clId="{88AB73D2-BEAC-49CB-B2E2-279547085BAB}" dt="2026-10-14T11:51:13.204" v="1209" actId="20577"/>
        <pc:sldMkLst>
          <pc:docMk/>
          <pc:sldMk cId="88343320" sldId="5060"/>
        </pc:sldMkLst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3" creationId="{8FAD3593-3BC6-489B-BCC8-D4607432CFCE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6" creationId="{81466C38-E287-423D-A6A1-8BB908DB58CA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7" creationId="{912EB275-09DA-4766-8B0F-C2CC3C691BDE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8" creationId="{CA2D12FA-1D6D-4CB2-A6D5-9BA79C27A727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9" creationId="{2DA725D8-59A9-4005-8DAF-2EBA9D280279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0" creationId="{6F6CC913-0937-4CB8-97D1-02F31BD2B0DF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1" creationId="{3D171E14-D659-4F35-A300-6DC07A54963C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2" creationId="{3A5855D7-6E43-49AA-85E0-D5F92CCB3DB0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3" creationId="{500ADFCA-ED10-4D0E-B2B5-ABA0F9E7BD3B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4" creationId="{2FA3E89F-A9E9-40ED-A799-0B485C635C99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5" creationId="{C6B0E896-FDF3-42B3-9019-B8E17CB3275E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6" creationId="{287B9272-F6FC-468C-BA01-E938EEE48A95}"/>
          </ac:spMkLst>
        </pc:spChg>
        <pc:spChg chg="add mod">
          <ac:chgData name="Minh Huynh" userId="01a137d4-0d81-46e0-aca6-c9185b391828" providerId="ADAL" clId="{88AB73D2-BEAC-49CB-B2E2-279547085BAB}" dt="2026-10-14T11:51:13.204" v="1209" actId="20577"/>
          <ac:spMkLst>
            <pc:docMk/>
            <pc:sldMk cId="88343320" sldId="5060"/>
            <ac:spMk id="70" creationId="{21E70044-268C-4BE7-B16B-8E14426271E9}"/>
          </ac:spMkLst>
        </pc:spChg>
      </pc:sldChg>
      <pc:sldChg chg="add">
        <pc:chgData name="Minh Huynh" userId="01a137d4-0d81-46e0-aca6-c9185b391828" providerId="ADAL" clId="{88AB73D2-BEAC-49CB-B2E2-279547085BAB}" dt="2026-10-14T11:52:24.556" v="1210"/>
        <pc:sldMkLst>
          <pc:docMk/>
          <pc:sldMk cId="1032328716" sldId="5123"/>
        </pc:sldMkLst>
      </pc:sldChg>
      <pc:sldChg chg="addSp delSp modSp add mod">
        <pc:chgData name="Minh Huynh" userId="01a137d4-0d81-46e0-aca6-c9185b391828" providerId="ADAL" clId="{88AB73D2-BEAC-49CB-B2E2-279547085BAB}" dt="2026-10-14T11:56:34.052" v="1245" actId="478"/>
        <pc:sldMkLst>
          <pc:docMk/>
          <pc:sldMk cId="3053731873" sldId="5139"/>
        </pc:sldMkLst>
        <pc:spChg chg="del">
          <ac:chgData name="Minh Huynh" userId="01a137d4-0d81-46e0-aca6-c9185b391828" providerId="ADAL" clId="{88AB73D2-BEAC-49CB-B2E2-279547085BAB}" dt="2026-10-14T11:56:34.052" v="1245" actId="478"/>
          <ac:spMkLst>
            <pc:docMk/>
            <pc:sldMk cId="3053731873" sldId="5139"/>
            <ac:spMk id="31" creationId="{98A7A72D-CDBD-408C-8C62-68364214414D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15" creationId="{334555E8-3720-4068-B779-264F8C4633F2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17" creationId="{FCCE30CF-F742-4737-A1DB-F09CD6EDD4E3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18" creationId="{A1062329-B559-4817-81B1-158649C29213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19" creationId="{DD6A7DE6-BF13-4CD5-90C5-C129F3EB7654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0" creationId="{8BEAEA02-3621-4FF1-A54F-9D8474F58026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1" creationId="{32432F97-0242-446C-BDA0-CC6BBCDE407F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2" creationId="{EEFA374D-79A6-4F76-B64E-D58A223C2318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4" creationId="{A9A8E3EB-F774-4121-852B-04A5463992BD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5" creationId="{25A9A18D-2EAB-4C0B-9B9F-8E353FA4E7AE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6" creationId="{AC0A153F-1918-4AD3-83E7-25826DEC8239}"/>
          </ac:spMkLst>
        </pc:spChg>
        <pc:spChg chg="add mod">
          <ac:chgData name="Minh Huynh" userId="01a137d4-0d81-46e0-aca6-c9185b391828" providerId="ADAL" clId="{88AB73D2-BEAC-49CB-B2E2-279547085BAB}" dt="2026-10-14T11:53:27.044" v="1243" actId="20577"/>
          <ac:spMkLst>
            <pc:docMk/>
            <pc:sldMk cId="3053731873" sldId="5139"/>
            <ac:spMk id="164" creationId="{A5AD6619-7FAB-4DE5-AFF9-A14862F8A353}"/>
          </ac:spMkLst>
        </pc:spChg>
      </pc:sldChg>
      <pc:sldChg chg="addSp delSp modSp add mod">
        <pc:chgData name="Minh Huynh" userId="01a137d4-0d81-46e0-aca6-c9185b391828" providerId="ADAL" clId="{88AB73D2-BEAC-49CB-B2E2-279547085BAB}" dt="2026-10-14T11:57:05.578" v="1277" actId="20577"/>
        <pc:sldMkLst>
          <pc:docMk/>
          <pc:sldMk cId="1342646836" sldId="5140"/>
        </pc:sldMkLst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" creationId="{A3450CA7-6104-43C7-98C2-0A6D4C967B9F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3" creationId="{C3011B0B-446C-4566-8F16-67F5E4C41FB4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4" creationId="{C138306A-B5EC-489E-92E2-ED04600B86C4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" creationId="{542F8BE5-21D2-42EA-8841-B7ED7102773A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6" creationId="{FEF39692-6B51-485E-B0E9-3ED39EE97BFE}"/>
          </ac:spMkLst>
        </pc:spChg>
        <pc:spChg chg="del">
          <ac:chgData name="Minh Huynh" userId="01a137d4-0d81-46e0-aca6-c9185b391828" providerId="ADAL" clId="{88AB73D2-BEAC-49CB-B2E2-279547085BAB}" dt="2026-10-14T11:56:40.823" v="1246" actId="478"/>
          <ac:spMkLst>
            <pc:docMk/>
            <pc:sldMk cId="1342646836" sldId="5140"/>
            <ac:spMk id="31" creationId="{98A7A72D-CDBD-408C-8C62-68364214414D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79" creationId="{E35EDC8A-478D-4C52-89D1-E56922D5E6AC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80" creationId="{647368F3-9D5B-475E-9B41-AE64F474951F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1" creationId="{BE9CA5F6-1833-4D88-8592-4A6BAC4DE29A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2" creationId="{59804CF4-BA7B-4C6C-8D5A-468CB5B6B461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3" creationId="{31583E57-735E-4C74-A320-2E41AD22DF49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4" creationId="{9BC3B86F-D25B-4B5F-80D2-96A3DD675D60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5" creationId="{6CAEEF93-4596-4AAE-B849-B435E5D78EDE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6" creationId="{276A5A40-B6E8-490C-AEB8-08128D56AB55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7" creationId="{B5441DBF-80CA-4BFD-8F10-BE99986B06F8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8" creationId="{355B4742-8CBA-487B-A790-35A05E1A41BB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9" creationId="{6EBD33BD-D55B-418E-BA2F-F7D4582E7A7E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40" creationId="{BEF9B775-8137-44FC-8D9D-77255BE3C45E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41" creationId="{F7DA5A8C-C787-45CB-AAA5-BA546CD14CEC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42" creationId="{B6C532C1-69B9-4DCC-A72F-9A7F10A94ED0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3" creationId="{795E1D52-7D8C-4969-AEDE-B5D447352C23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4" creationId="{88BA6FBC-5981-40BA-87AE-47BD0D0DD8D0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5" creationId="{93542286-25CD-4545-9755-6A747172CF64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6" creationId="{AA7BFA5C-9DF0-4C1B-A537-601A42C0ADD4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7" creationId="{5895713A-8FDE-488A-99B4-7DEA1FE4EE8B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8" creationId="{1B237C25-3BBC-4504-A923-F5CD3CE3960F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9" creationId="{8D8CAD30-B32B-447C-8E43-D272D663C59F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60" creationId="{8EF8EB3A-5440-4C6C-BE31-03BA09B3958E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61" creationId="{A180495B-81E2-495C-8DE5-B71DAAAA9136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62" creationId="{5170BD27-3A3F-486C-BA51-9671EF0E5993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63" creationId="{DFDE2CCB-BA40-4668-A8EC-EE7E1698DAF8}"/>
          </ac:spMkLst>
        </pc:spChg>
        <pc:spChg chg="mod">
          <ac:chgData name="Minh Huynh" userId="01a137d4-0d81-46e0-aca6-c9185b391828" providerId="ADAL" clId="{88AB73D2-BEAC-49CB-B2E2-279547085BAB}" dt="2026-10-14T11:57:05.578" v="1277" actId="20577"/>
          <ac:spMkLst>
            <pc:docMk/>
            <pc:sldMk cId="1342646836" sldId="5140"/>
            <ac:spMk id="164" creationId="{A5AD6619-7FAB-4DE5-AFF9-A14862F8A353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65" creationId="{CED1AD3C-64C4-492A-952C-B242FD27557B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66" creationId="{565A679C-051F-454E-AE2A-B1341A768BBE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67" creationId="{AAE3D768-3B41-472F-BC8A-5188996E9310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68" creationId="{55AADB30-7E61-4623-AD2F-A3AA058AA7AD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69" creationId="{88186B8E-115D-4065-9161-25CDE5D77EA6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0" creationId="{0DE0B430-8ADA-443A-A758-7DFAED83ACBD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1" creationId="{6C8303E3-F844-4592-9A8B-E24CB3E5F64B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2" creationId="{DB9A8D35-012A-485F-A9BB-C2CD2ECAF6A1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3" creationId="{8A0FA689-CC3F-464D-9ABD-A5610FB1060B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4" creationId="{4F4DE155-BC93-457C-B272-451893392886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5" creationId="{D5E0DAD1-9C70-41E0-97F5-6DAE775A7DF4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6" creationId="{4B616AD9-662F-4F86-9967-B956ED107238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7" creationId="{95355562-694F-41EA-A9A5-3BAA0A7A5660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81" creationId="{D892EE61-76B7-4556-A38B-F610745DE9C3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97" creationId="{EBA32395-6521-43A8-8B0C-BD72FE54A14D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98" creationId="{0AE81C77-3660-45B0-A0D1-B2B573DF5C32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99" creationId="{AE8CF4A8-D628-466E-92D3-2E3EE503D6CF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0" creationId="{1558FC4A-93D6-463C-937D-98E4A57CC193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1" creationId="{8FB40D3C-A370-444A-BFFE-4C1223C12E45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2" creationId="{F974259A-8DFE-4943-B10B-4C7AFB30880C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3" creationId="{ED7568FC-C99F-4B53-8E23-7AC036A85589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4" creationId="{41EA5637-8A4A-4F31-A438-F2CEBC31E8DB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5" creationId="{9DA2D1FC-CED7-4594-AEAF-880A7A0BBEF0}"/>
          </ac:spMkLst>
        </pc:spChg>
        <pc:grpChg chg="add mod">
          <ac:chgData name="Minh Huynh" userId="01a137d4-0d81-46e0-aca6-c9185b391828" providerId="ADAL" clId="{88AB73D2-BEAC-49CB-B2E2-279547085BAB}" dt="2026-10-14T11:56:55.148" v="1251"/>
          <ac:grpSpMkLst>
            <pc:docMk/>
            <pc:sldMk cId="1342646836" sldId="5140"/>
            <ac:grpSpMk id="178" creationId="{9A40A136-0CB4-484F-96CB-0D46134AC7B1}"/>
          </ac:grpSpMkLst>
        </pc:grp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7" creationId="{B94C8ABD-9A1C-4E29-A400-DD52D6416FF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8" creationId="{036AFCA3-286B-40E7-AC84-367783D95FD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9" creationId="{84CEA432-1738-47CF-BCBA-4E616EF533F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0" creationId="{D39A3FA7-F21A-4025-BAF4-BE041731F09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1" creationId="{9373DDED-6D99-4876-BCA2-FE316499ACD1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2" creationId="{9671366B-BEC8-4FDA-8C11-621BAEBF1B3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3" creationId="{F5D52A32-2CCF-4C6E-BD0C-04A399DFF644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4" creationId="{264F88B3-40F8-43EB-B733-BE6910CAFDF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5" creationId="{46511898-259E-4F37-AF61-802F961FC75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6" creationId="{D356B2CA-BFFF-4B6F-8474-F6F6103CC72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7" creationId="{E0E45690-15EF-4D97-98F6-9DF914C42E3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8" creationId="{97EF56E6-ADF2-4AB3-8110-896CAE2D8ED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9" creationId="{D4550247-D9C9-42CB-A233-B25AB39158A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0" creationId="{78D70442-3D1A-46DC-AEC8-AFA4B9BDC910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2" creationId="{0F9C92A5-DD99-4227-9954-E696A37869F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3" creationId="{31B8036B-7969-4EEB-902A-FE89DCAAEF5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4" creationId="{4F27119C-0333-4C8C-B9D2-E925B4579E84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5" creationId="{99832710-A4ED-4921-B64E-B4E04E643D3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6" creationId="{06A68CB9-4A2F-417F-BE73-7D4CDA97066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7" creationId="{D769D53B-94B2-4CEE-90B4-693F85DC3860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8" creationId="{4DA503EA-FD2D-4A78-9872-5A755C53C39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9" creationId="{4F4406F8-45C9-44B1-99F3-3DE9871ACFA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0" creationId="{473ECF5B-466A-4AC8-AD2C-39F827FE0CC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1" creationId="{F74F7345-0232-48FB-A59F-6B692AB2286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2" creationId="{6CDDBB71-130E-4D31-A011-48DA6F82DA3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3" creationId="{71BD0B9D-FFF0-4EEC-A8BE-83CC8464BAB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4" creationId="{86621D3C-A0E7-431A-9526-2ECE933AE28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5" creationId="{9557D7A5-3461-41A7-9030-620864C1D1D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6" creationId="{C60C5183-F0B2-4B19-8158-E5AE3D89C581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7" creationId="{335AD2F1-8E5A-41F3-8D61-27E49A1E2FB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8" creationId="{2F7BCC03-9500-4C72-84D4-1B9423BE29A1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9" creationId="{40CF0741-2654-44D4-A040-794DEFE890A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0" creationId="{D1E53735-06D1-43FA-B63F-500E88F46BB3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1" creationId="{B254CF09-8552-4BDD-B519-B1D48A61B823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2" creationId="{0893F063-98E1-4C05-A362-ECF2F0E8EE2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3" creationId="{77B128FC-6535-4375-AFCE-E27BC0E9DF5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4" creationId="{02F0F64E-65ED-4C43-ADF8-0C151842E61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5" creationId="{0B95AAAF-3024-447E-A10F-044AA82CDB1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6" creationId="{C94AB924-941A-432A-9663-28ABC71686A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7" creationId="{5C2B1902-02AE-4754-85E5-56C0F4834CF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8" creationId="{07FBC401-D08F-4662-B2E5-278374B85E6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9" creationId="{A69A6404-F2C2-448A-A372-0E292ED0DF7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0" creationId="{5950A98E-AED1-43DA-9D8D-D419BB6AF81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1" creationId="{BD8F3E25-4A72-4A39-A63C-91A0E4E7B7F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2" creationId="{F05C14D7-3C17-4DD2-9FDD-12ED60CEC00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3" creationId="{9754481D-90E1-448E-BEAC-D1A19246938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4" creationId="{6477E4F4-E12E-45E8-84CC-A6CC5909AE2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5" creationId="{D8F350EA-E337-46B0-B347-B920F597162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6" creationId="{4295AC91-0737-4017-98C7-E5CC6D843C6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7" creationId="{3FC84B9D-2DD5-491B-BE66-70AAE71F8C04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8" creationId="{D57E7E43-69D4-476D-A310-D365020BCC1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9" creationId="{B970D602-E02E-4F8A-BD63-1E63CCE5E46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0" creationId="{5734779E-1682-44A9-960C-1C5EB7D32C00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1" creationId="{8604C67A-F928-453F-9D98-5E90CBF5ED1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2" creationId="{61085E21-E5C7-4F60-ACF2-CC19BAFFB09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3" creationId="{8BFE1CFF-0AA1-4873-A184-6CBD7646032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4" creationId="{F0E57DB7-B454-42E0-B3CF-E60DA74FE5C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5" creationId="{3389D841-E318-47C3-BEFD-1526EEF7CFD6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6" creationId="{201840D7-E7DF-48BE-BE1B-3BB0AB1D6A2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7" creationId="{379E6D76-2F6B-4B0C-B1BE-8DEF5DFD6F3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8" creationId="{F80AFBA3-8160-45ED-9714-0EC8AE46E7F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1" creationId="{FB2DB5AA-B389-42ED-9CE3-3D2A847E02F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2" creationId="{F64E0E9E-BE90-454D-9B31-5BE79B9AA56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3" creationId="{7E77B30A-5E2A-4F4C-A8C3-4BFB188254E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4" creationId="{B4D997B8-2241-4FBC-B31B-2D350A23548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5" creationId="{45CD227F-9B5A-4FE8-A2CB-243A7DA1A82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6" creationId="{5E2CAD7D-25A0-42A1-9F45-12991834AC21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7" creationId="{EAFB9609-5C9B-49DB-9A60-27D27301DFE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8" creationId="{AFB40C71-FEED-4090-8A9A-3FEA861E89A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9" creationId="{CB0BA1B4-225A-4517-8AA7-0B951DDD692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0" creationId="{27728E7A-7CB8-43EA-AEA6-0759A2EB852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1" creationId="{56B56B31-F30C-4D91-AFD5-8111E5B1B5E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2" creationId="{76AFD761-B532-4928-8862-CA215E99C69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3" creationId="{D37BDFCC-04D4-40DF-B9FB-6F33A0E1C45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4" creationId="{60A1E44F-25B6-4CA5-B887-F6C68AD5DAE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5" creationId="{6C9CA440-C3DA-49F9-ABDE-D31D725D0E0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6" creationId="{8B412B8C-886A-462A-B6A0-3CDCED33B0A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7" creationId="{A3146DDE-FAF8-42CF-BCED-8DA808D0DD6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8" creationId="{2A659D6F-12A7-4317-AE7E-9E4B3D9D1AD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9" creationId="{04E5A6B5-954A-4BB5-ADDC-3D0EDECF437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0" creationId="{AB0E03DD-293C-4F13-9956-190D2A3D56E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1" creationId="{DD66A99A-E911-4933-8AEF-8AD4FA43580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2" creationId="{A2062022-0148-4B8D-8631-1C6075A0089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3" creationId="{C2714094-4CCC-443D-A6A9-9F38C694083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4" creationId="{F95A1908-7337-4671-AEBC-5BD7DB84576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5" creationId="{BFBE05F7-4423-41C3-90C6-F659C5B79AE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6" creationId="{3817A654-0C96-4E63-B5EE-F9F252566A1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7" creationId="{D4710DD5-3F36-439E-82F4-28AFD5AB35B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8" creationId="{CEA749E9-E1AE-43A4-AF57-676FC7F98C1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9" creationId="{C14ADBED-5279-47B6-B51D-9389F3DA8FC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0" creationId="{9ACC82BC-1D9D-42E7-8E5E-76AE58844694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1" creationId="{16B59883-5426-4055-A0EB-E278D8766FE1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2" creationId="{0E565EC0-45BB-4576-8417-2BEF9C5D305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3" creationId="{721F3045-022E-4122-8629-662EEA4EAA6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4" creationId="{8D4D55A1-318A-493F-8B1D-F3CAAC65C55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6" creationId="{84A54B75-4D7E-4A27-AD4D-794EF9C9AC8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23" creationId="{4F5E7F6D-910F-4FAE-BFC4-D9A5D0D825E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27" creationId="{73B72AA4-FEE3-4229-8285-8B2F5D3B562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28" creationId="{0DD3A79B-540E-4D53-9A3B-575CEC1E9CD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29" creationId="{EA2EF069-5A3E-45C6-BDA8-F3293892F686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3" creationId="{AD0D1B70-41A3-4580-9743-2A19B4EE6BC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4" creationId="{C347580A-0A49-427F-9D29-0C86BB315EC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5" creationId="{51F15E6A-DEA8-4DB8-B514-E0E969782A5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6" creationId="{3B35B022-489E-4FEE-B19F-AA59C1CFD1C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7" creationId="{3B40A574-5EF0-4A42-ADFD-0B2E9C814F76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8" creationId="{874BBF72-22A7-40DC-8D59-5AD86B3A390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9" creationId="{726B8544-E607-44F3-B51E-0684C1DE922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50" creationId="{F27D68AD-737F-4A81-A354-BF750BFEC50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51" creationId="{BBC7065E-2250-4DBE-A784-FB8492057DF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52" creationId="{38F244B8-1A6D-456A-98C3-3AA6396CDF2B}"/>
          </ac:picMkLst>
        </pc:picChg>
        <pc:inkChg chg="mod">
          <ac:chgData name="Minh Huynh" userId="01a137d4-0d81-46e0-aca6-c9185b391828" providerId="ADAL" clId="{88AB73D2-BEAC-49CB-B2E2-279547085BAB}" dt="2026-10-14T11:56:55.148" v="1251"/>
          <ac:inkMkLst>
            <pc:docMk/>
            <pc:sldMk cId="1342646836" sldId="5140"/>
            <ac:inkMk id="179" creationId="{5A406A65-9761-4110-9988-4FF239029C82}"/>
          </ac:inkMkLst>
        </pc:inkChg>
        <pc:inkChg chg="mod">
          <ac:chgData name="Minh Huynh" userId="01a137d4-0d81-46e0-aca6-c9185b391828" providerId="ADAL" clId="{88AB73D2-BEAC-49CB-B2E2-279547085BAB}" dt="2026-10-14T11:56:55.148" v="1251"/>
          <ac:inkMkLst>
            <pc:docMk/>
            <pc:sldMk cId="1342646836" sldId="5140"/>
            <ac:inkMk id="180" creationId="{D9626E0C-433F-4989-B151-3F6F6AD974E5}"/>
          </ac:inkMkLst>
        </pc:inkChg>
        <pc:inkChg chg="add mod">
          <ac:chgData name="Minh Huynh" userId="01a137d4-0d81-46e0-aca6-c9185b391828" providerId="ADAL" clId="{88AB73D2-BEAC-49CB-B2E2-279547085BAB}" dt="2026-10-14T11:56:55.148" v="1251"/>
          <ac:inkMkLst>
            <pc:docMk/>
            <pc:sldMk cId="1342646836" sldId="5140"/>
            <ac:inkMk id="182" creationId="{68594915-F0D5-4D88-9182-0CB908CA4A98}"/>
          </ac:inkMkLst>
        </pc:inkChg>
        <pc:inkChg chg="add mod">
          <ac:chgData name="Minh Huynh" userId="01a137d4-0d81-46e0-aca6-c9185b391828" providerId="ADAL" clId="{88AB73D2-BEAC-49CB-B2E2-279547085BAB}" dt="2026-10-14T11:56:55.148" v="1251"/>
          <ac:inkMkLst>
            <pc:docMk/>
            <pc:sldMk cId="1342646836" sldId="5140"/>
            <ac:inkMk id="183" creationId="{058D1C42-1A21-488D-ADC3-9EB46E797327}"/>
          </ac:inkMkLst>
        </pc:inkChg>
      </pc:sldChg>
      <pc:sldChg chg="delSp add del mod">
        <pc:chgData name="Minh Huynh" userId="01a137d4-0d81-46e0-aca6-c9185b391828" providerId="ADAL" clId="{88AB73D2-BEAC-49CB-B2E2-279547085BAB}" dt="2026-10-14T11:56:56.500" v="1252" actId="47"/>
        <pc:sldMkLst>
          <pc:docMk/>
          <pc:sldMk cId="2850801908" sldId="5177"/>
        </pc:sldMkLst>
        <pc:spChg chg="del">
          <ac:chgData name="Minh Huynh" userId="01a137d4-0d81-46e0-aca6-c9185b391828" providerId="ADAL" clId="{88AB73D2-BEAC-49CB-B2E2-279547085BAB}" dt="2026-10-14T11:56:46.766" v="1250" actId="478"/>
          <ac:spMkLst>
            <pc:docMk/>
            <pc:sldMk cId="2850801908" sldId="5177"/>
            <ac:spMk id="8" creationId="{E0BC13A5-8959-022E-163F-C3E94D783900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29" creationId="{842EFC0D-01FA-4C78-A888-D3B862F51797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30" creationId="{604DD276-86C0-49C2-861F-EB8DC2521F6C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31" creationId="{B4FC8E08-AE3A-4EF0-A161-B67D97568029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32" creationId="{B6C027D0-6CF9-41F9-8CF2-0FC53C81438B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33" creationId="{0FBAEEBB-6C48-4670-B34C-FEB2DE9F9D1D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34" creationId="{396BD48E-A322-4AE6-AAC6-76ACB0EDE4BA}"/>
          </ac:spMkLst>
        </pc:spChg>
      </pc:sldChg>
    </pc:docChg>
  </pc:docChgLst>
  <pc:docChgLst>
    <pc:chgData name="Minh Huynh" userId="01a137d4-0d81-46e0-aca6-c9185b391828" providerId="ADAL" clId="{228DCBF7-2D91-4473-9F7E-959AF134A5D6}"/>
    <pc:docChg chg="undo custSel addSld delSld modSld">
      <pc:chgData name="Minh Huynh" userId="01a137d4-0d81-46e0-aca6-c9185b391828" providerId="ADAL" clId="{228DCBF7-2D91-4473-9F7E-959AF134A5D6}" dt="2026-10-14T12:29:00.023" v="757"/>
      <pc:docMkLst>
        <pc:docMk/>
      </pc:docMkLst>
      <pc:sldChg chg="modSp mod">
        <pc:chgData name="Minh Huynh" userId="01a137d4-0d81-46e0-aca6-c9185b391828" providerId="ADAL" clId="{228DCBF7-2D91-4473-9F7E-959AF134A5D6}" dt="2026-10-14T11:59:45.764" v="29" actId="20577"/>
        <pc:sldMkLst>
          <pc:docMk/>
          <pc:sldMk cId="1972624584" sldId="257"/>
        </pc:sldMkLst>
        <pc:spChg chg="mod">
          <ac:chgData name="Minh Huynh" userId="01a137d4-0d81-46e0-aca6-c9185b391828" providerId="ADAL" clId="{228DCBF7-2D91-4473-9F7E-959AF134A5D6}" dt="2026-10-14T11:59:45.764" v="29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8:49.566" v="225" actId="20577"/>
        <pc:sldMkLst>
          <pc:docMk/>
          <pc:sldMk cId="1407107820" sldId="606"/>
        </pc:sldMkLst>
        <pc:spChg chg="del">
          <ac:chgData name="Minh Huynh" userId="01a137d4-0d81-46e0-aca6-c9185b391828" providerId="ADAL" clId="{228DCBF7-2D91-4473-9F7E-959AF134A5D6}" dt="2026-10-14T12:08:42.513" v="207" actId="478"/>
          <ac:spMkLst>
            <pc:docMk/>
            <pc:sldMk cId="1407107820" sldId="606"/>
            <ac:spMk id="2" creationId="{4490ED02-AFB9-A1F1-656C-100BB8FBC21C}"/>
          </ac:spMkLst>
        </pc:spChg>
        <pc:spChg chg="del">
          <ac:chgData name="Minh Huynh" userId="01a137d4-0d81-46e0-aca6-c9185b391828" providerId="ADAL" clId="{228DCBF7-2D91-4473-9F7E-959AF134A5D6}" dt="2026-10-14T12:08:42.513" v="207" actId="478"/>
          <ac:spMkLst>
            <pc:docMk/>
            <pc:sldMk cId="1407107820" sldId="606"/>
            <ac:spMk id="3" creationId="{0F993B70-3EDE-709D-83F4-9D6C05EF7D9B}"/>
          </ac:spMkLst>
        </pc:spChg>
        <pc:spChg chg="del">
          <ac:chgData name="Minh Huynh" userId="01a137d4-0d81-46e0-aca6-c9185b391828" providerId="ADAL" clId="{228DCBF7-2D91-4473-9F7E-959AF134A5D6}" dt="2026-10-14T12:08:42.513" v="207" actId="478"/>
          <ac:spMkLst>
            <pc:docMk/>
            <pc:sldMk cId="1407107820" sldId="606"/>
            <ac:spMk id="4" creationId="{7885E8AD-D806-4B31-5383-3DC6652FB3BD}"/>
          </ac:spMkLst>
        </pc:spChg>
        <pc:spChg chg="del">
          <ac:chgData name="Minh Huynh" userId="01a137d4-0d81-46e0-aca6-c9185b391828" providerId="ADAL" clId="{228DCBF7-2D91-4473-9F7E-959AF134A5D6}" dt="2026-10-14T12:08:42.513" v="207" actId="478"/>
          <ac:spMkLst>
            <pc:docMk/>
            <pc:sldMk cId="1407107820" sldId="606"/>
            <ac:spMk id="5" creationId="{A7ED532E-E70D-B797-3DB4-3A5B20FBD21F}"/>
          </ac:spMkLst>
        </pc:spChg>
        <pc:spChg chg="del">
          <ac:chgData name="Minh Huynh" userId="01a137d4-0d81-46e0-aca6-c9185b391828" providerId="ADAL" clId="{228DCBF7-2D91-4473-9F7E-959AF134A5D6}" dt="2026-10-14T12:08:42.513" v="207" actId="478"/>
          <ac:spMkLst>
            <pc:docMk/>
            <pc:sldMk cId="1407107820" sldId="606"/>
            <ac:spMk id="6" creationId="{D141985C-47E9-7C8F-3A6B-424D60540793}"/>
          </ac:spMkLst>
        </pc:spChg>
        <pc:spChg chg="del">
          <ac:chgData name="Minh Huynh" userId="01a137d4-0d81-46e0-aca6-c9185b391828" providerId="ADAL" clId="{228DCBF7-2D91-4473-9F7E-959AF134A5D6}" dt="2026-10-14T12:08:42.513" v="207" actId="478"/>
          <ac:spMkLst>
            <pc:docMk/>
            <pc:sldMk cId="1407107820" sldId="606"/>
            <ac:spMk id="7" creationId="{62EE9A8D-6684-C50C-A695-3C97D784A33D}"/>
          </ac:spMkLst>
        </pc:spChg>
        <pc:spChg chg="del">
          <ac:chgData name="Minh Huynh" userId="01a137d4-0d81-46e0-aca6-c9185b391828" providerId="ADAL" clId="{228DCBF7-2D91-4473-9F7E-959AF134A5D6}" dt="2026-10-14T12:08:42.513" v="207" actId="478"/>
          <ac:spMkLst>
            <pc:docMk/>
            <pc:sldMk cId="1407107820" sldId="606"/>
            <ac:spMk id="8" creationId="{E38C5D63-DB68-78E3-B90C-6CA172A899E7}"/>
          </ac:spMkLst>
        </pc:spChg>
        <pc:spChg chg="add mod">
          <ac:chgData name="Minh Huynh" userId="01a137d4-0d81-46e0-aca6-c9185b391828" providerId="ADAL" clId="{228DCBF7-2D91-4473-9F7E-959AF134A5D6}" dt="2026-10-14T12:08:49.566" v="225" actId="20577"/>
          <ac:spMkLst>
            <pc:docMk/>
            <pc:sldMk cId="1407107820" sldId="606"/>
            <ac:spMk id="22" creationId="{01BBBA6E-2A32-48EA-891A-C5CA7ED78B7B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1:03.201" v="55" actId="20577"/>
        <pc:sldMkLst>
          <pc:docMk/>
          <pc:sldMk cId="3520238144" sldId="1154"/>
        </pc:sldMkLst>
        <pc:spChg chg="del">
          <ac:chgData name="Minh Huynh" userId="01a137d4-0d81-46e0-aca6-c9185b391828" providerId="ADAL" clId="{228DCBF7-2D91-4473-9F7E-959AF134A5D6}" dt="2026-10-14T12:00:48.741" v="31" actId="478"/>
          <ac:spMkLst>
            <pc:docMk/>
            <pc:sldMk cId="3520238144" sldId="1154"/>
            <ac:spMk id="74" creationId="{9E669D42-F9D2-4078-99A9-1C50EBAE7177}"/>
          </ac:spMkLst>
        </pc:spChg>
        <pc:spChg chg="add mod">
          <ac:chgData name="Minh Huynh" userId="01a137d4-0d81-46e0-aca6-c9185b391828" providerId="ADAL" clId="{228DCBF7-2D91-4473-9F7E-959AF134A5D6}" dt="2026-10-14T12:01:03.201" v="55" actId="20577"/>
          <ac:spMkLst>
            <pc:docMk/>
            <pc:sldMk cId="3520238144" sldId="1154"/>
            <ac:spMk id="75" creationId="{F5BA484B-D995-4BA5-8B36-69BBAA9114DE}"/>
          </ac:spMkLst>
        </pc:spChg>
        <pc:spChg chg="del">
          <ac:chgData name="Minh Huynh" userId="01a137d4-0d81-46e0-aca6-c9185b391828" providerId="ADAL" clId="{228DCBF7-2D91-4473-9F7E-959AF134A5D6}" dt="2026-10-14T12:00:50.343" v="32" actId="478"/>
          <ac:spMkLst>
            <pc:docMk/>
            <pc:sldMk cId="3520238144" sldId="1154"/>
            <ac:spMk id="83" creationId="{20A8F3A4-6405-4196-8C86-D5BFFCF5E52B}"/>
          </ac:spMkLst>
        </pc:spChg>
        <pc:spChg chg="del">
          <ac:chgData name="Minh Huynh" userId="01a137d4-0d81-46e0-aca6-c9185b391828" providerId="ADAL" clId="{228DCBF7-2D91-4473-9F7E-959AF134A5D6}" dt="2026-10-14T12:00:50.343" v="32" actId="478"/>
          <ac:spMkLst>
            <pc:docMk/>
            <pc:sldMk cId="3520238144" sldId="1154"/>
            <ac:spMk id="84" creationId="{E8E2D363-894F-44C4-87E9-E046CC90C6DA}"/>
          </ac:spMkLst>
        </pc:spChg>
        <pc:spChg chg="del">
          <ac:chgData name="Minh Huynh" userId="01a137d4-0d81-46e0-aca6-c9185b391828" providerId="ADAL" clId="{228DCBF7-2D91-4473-9F7E-959AF134A5D6}" dt="2026-10-14T12:00:50.343" v="32" actId="478"/>
          <ac:spMkLst>
            <pc:docMk/>
            <pc:sldMk cId="3520238144" sldId="1154"/>
            <ac:spMk id="85" creationId="{C7B5E122-C51F-421A-8E28-0BC336CD1FDC}"/>
          </ac:spMkLst>
        </pc:spChg>
        <pc:spChg chg="del">
          <ac:chgData name="Minh Huynh" userId="01a137d4-0d81-46e0-aca6-c9185b391828" providerId="ADAL" clId="{228DCBF7-2D91-4473-9F7E-959AF134A5D6}" dt="2026-10-14T12:00:50.343" v="32" actId="478"/>
          <ac:spMkLst>
            <pc:docMk/>
            <pc:sldMk cId="3520238144" sldId="1154"/>
            <ac:spMk id="86" creationId="{724E4CD2-ED2C-418C-9B87-5EB44B850B35}"/>
          </ac:spMkLst>
        </pc:spChg>
        <pc:spChg chg="del">
          <ac:chgData name="Minh Huynh" userId="01a137d4-0d81-46e0-aca6-c9185b391828" providerId="ADAL" clId="{228DCBF7-2D91-4473-9F7E-959AF134A5D6}" dt="2026-10-14T12:00:50.343" v="32" actId="478"/>
          <ac:spMkLst>
            <pc:docMk/>
            <pc:sldMk cId="3520238144" sldId="1154"/>
            <ac:spMk id="87" creationId="{44CCCED5-9296-4527-B3C8-5D04FB856DA4}"/>
          </ac:spMkLst>
        </pc:spChg>
        <pc:spChg chg="del">
          <ac:chgData name="Minh Huynh" userId="01a137d4-0d81-46e0-aca6-c9185b391828" providerId="ADAL" clId="{228DCBF7-2D91-4473-9F7E-959AF134A5D6}" dt="2026-10-14T12:00:50.343" v="32" actId="478"/>
          <ac:spMkLst>
            <pc:docMk/>
            <pc:sldMk cId="3520238144" sldId="1154"/>
            <ac:spMk id="88" creationId="{6E25578A-CFC4-4E44-ADE2-B2635B4F8919}"/>
          </ac:spMkLst>
        </pc:spChg>
        <pc:spChg chg="del">
          <ac:chgData name="Minh Huynh" userId="01a137d4-0d81-46e0-aca6-c9185b391828" providerId="ADAL" clId="{228DCBF7-2D91-4473-9F7E-959AF134A5D6}" dt="2026-10-14T12:00:50.343" v="32" actId="478"/>
          <ac:spMkLst>
            <pc:docMk/>
            <pc:sldMk cId="3520238144" sldId="1154"/>
            <ac:spMk id="89" creationId="{7017CE11-95A4-4C76-9FB8-A02CC152CF7A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1:29.790" v="81"/>
        <pc:sldMkLst>
          <pc:docMk/>
          <pc:sldMk cId="711070875" sldId="1155"/>
        </pc:sldMkLst>
        <pc:spChg chg="del">
          <ac:chgData name="Minh Huynh" userId="01a137d4-0d81-46e0-aca6-c9185b391828" providerId="ADAL" clId="{228DCBF7-2D91-4473-9F7E-959AF134A5D6}" dt="2026-10-14T12:01:26.996" v="77" actId="478"/>
          <ac:spMkLst>
            <pc:docMk/>
            <pc:sldMk cId="711070875" sldId="1155"/>
            <ac:spMk id="34" creationId="{60219D00-7501-4546-97EC-893D55ED097B}"/>
          </ac:spMkLst>
        </pc:spChg>
        <pc:spChg chg="del">
          <ac:chgData name="Minh Huynh" userId="01a137d4-0d81-46e0-aca6-c9185b391828" providerId="ADAL" clId="{228DCBF7-2D91-4473-9F7E-959AF134A5D6}" dt="2026-10-14T12:01:27.755" v="78" actId="478"/>
          <ac:spMkLst>
            <pc:docMk/>
            <pc:sldMk cId="711070875" sldId="1155"/>
            <ac:spMk id="35" creationId="{B12F1C17-A761-4110-98C3-E4EEBE561E22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36" creationId="{D0D365C6-1FD6-421D-8406-DABE9F7861FD}"/>
          </ac:spMkLst>
        </pc:spChg>
        <pc:spChg chg="del">
          <ac:chgData name="Minh Huynh" userId="01a137d4-0d81-46e0-aca6-c9185b391828" providerId="ADAL" clId="{228DCBF7-2D91-4473-9F7E-959AF134A5D6}" dt="2026-10-14T12:01:29.033" v="80" actId="478"/>
          <ac:spMkLst>
            <pc:docMk/>
            <pc:sldMk cId="711070875" sldId="1155"/>
            <ac:spMk id="37" creationId="{DFA41DC4-2014-4116-A76C-29BD1542D73A}"/>
          </ac:spMkLst>
        </pc:spChg>
        <pc:spChg chg="del">
          <ac:chgData name="Minh Huynh" userId="01a137d4-0d81-46e0-aca6-c9185b391828" providerId="ADAL" clId="{228DCBF7-2D91-4473-9F7E-959AF134A5D6}" dt="2026-10-14T12:01:28.355" v="79" actId="478"/>
          <ac:spMkLst>
            <pc:docMk/>
            <pc:sldMk cId="711070875" sldId="1155"/>
            <ac:spMk id="38" creationId="{B2BA9961-6798-4168-AD53-1829B0018353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39" creationId="{CB923013-60B3-4EB8-A8D1-5B1107AC28BC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40" creationId="{EE2C6F11-EBA3-47B7-BE07-6BDFFB5B620A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41" creationId="{F4AC76C8-BC02-48A2-A054-D3D497CEA2FC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42" creationId="{5E2E3658-AE8E-45FC-8D58-4CBD83E42F71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43" creationId="{2F97B32A-5AE5-43E4-8ACC-DFD21FC2AFF4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44" creationId="{3DB2E73D-0B5C-439A-B0EA-B22B7F9F6A63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45" creationId="{25DDF90C-1D17-4BD1-9817-195C5AB714F8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46" creationId="{18226E12-0B15-4AEB-B62E-63676823982D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47" creationId="{70C08DD3-DDC2-4AAD-B042-5691F5D3F73D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48" creationId="{824B4D2F-0FCE-4C4A-AF01-4AADAD740A3B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49" creationId="{2B489B30-D222-424F-93F4-7A354CF439A2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50" creationId="{B7509C2F-C4C9-422A-9273-5B2608D6E5A2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51" creationId="{138CBCA6-1AC9-4C82-AEBB-8BA2EEA79898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52" creationId="{C4581C7D-C4D3-400F-B54C-003EDBDD3DCD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53" creationId="{C47F9904-BD5B-4A88-A8BB-FFDE261DF0DB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54" creationId="{6ACE0239-A4B4-45DB-8EEC-B36576318053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55" creationId="{25DEC2AD-1918-4368-8835-C32FE05F515B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56" creationId="{F87274DD-9FBA-4CBF-AA95-00E3CAA3C41A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57" creationId="{23A7BA01-75AC-4E72-B16F-2CDCF447A1B3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58" creationId="{4FA88A04-26AF-439A-859D-5D929C1A7FC4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59" creationId="{A9A1EF69-5CC9-44DC-81FF-BD4369451698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60" creationId="{2037D199-1C50-45EB-8862-78F3C3C2D5B7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61" creationId="{12A7ED14-9969-4475-BB1D-567C992A7C39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62" creationId="{7B0E3372-0C80-4C1B-A0FB-43835B1E74A9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63" creationId="{94C49CDC-65F9-417B-BA59-4E4A6B0754F7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64" creationId="{2BBF7091-A324-469F-B2FA-72C3B8A76189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65" creationId="{E5FE08D1-F958-4557-A290-AEE821769E58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66" creationId="{48F29F5F-5279-46E8-AF74-C8B3977014BC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67" creationId="{C98E14C1-63E2-40B8-B32F-5A65E4A69A77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69" creationId="{2208E2F1-3C85-408A-BFDC-10F3619E5617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71" creationId="{932C38DB-CCD9-406D-8FEA-87F8FB656F4F}"/>
          </ac:spMkLst>
        </pc:spChg>
        <pc:spChg chg="del">
          <ac:chgData name="Minh Huynh" userId="01a137d4-0d81-46e0-aca6-c9185b391828" providerId="ADAL" clId="{228DCBF7-2D91-4473-9F7E-959AF134A5D6}" dt="2026-10-14T12:01:25.260" v="76" actId="478"/>
          <ac:spMkLst>
            <pc:docMk/>
            <pc:sldMk cId="711070875" sldId="1155"/>
            <ac:spMk id="72" creationId="{6FD4E279-17ED-450C-9B79-A5CFB4919B0A}"/>
          </ac:spMkLst>
        </pc:spChg>
        <pc:spChg chg="add mod">
          <ac:chgData name="Minh Huynh" userId="01a137d4-0d81-46e0-aca6-c9185b391828" providerId="ADAL" clId="{228DCBF7-2D91-4473-9F7E-959AF134A5D6}" dt="2026-10-14T12:01:29.790" v="81"/>
          <ac:spMkLst>
            <pc:docMk/>
            <pc:sldMk cId="711070875" sldId="1155"/>
            <ac:spMk id="74" creationId="{C1F754D5-F838-48EA-BA52-F30B04A59CAA}"/>
          </ac:spMkLst>
        </pc:spChg>
        <pc:spChg chg="mod">
          <ac:chgData name="Minh Huynh" userId="01a137d4-0d81-46e0-aca6-c9185b391828" providerId="ADAL" clId="{228DCBF7-2D91-4473-9F7E-959AF134A5D6}" dt="2026-10-14T12:01:15.276" v="75" actId="20577"/>
          <ac:spMkLst>
            <pc:docMk/>
            <pc:sldMk cId="711070875" sldId="1155"/>
            <ac:spMk id="75" creationId="{F5BA484B-D995-4BA5-8B36-69BBAA9114DE}"/>
          </ac:spMkLst>
        </pc:spChg>
        <pc:spChg chg="add mod">
          <ac:chgData name="Minh Huynh" userId="01a137d4-0d81-46e0-aca6-c9185b391828" providerId="ADAL" clId="{228DCBF7-2D91-4473-9F7E-959AF134A5D6}" dt="2026-10-14T12:01:29.790" v="81"/>
          <ac:spMkLst>
            <pc:docMk/>
            <pc:sldMk cId="711070875" sldId="1155"/>
            <ac:spMk id="76" creationId="{AEA60B8D-50EE-44F1-A205-1AD9E67438EF}"/>
          </ac:spMkLst>
        </pc:spChg>
        <pc:spChg chg="add mod">
          <ac:chgData name="Minh Huynh" userId="01a137d4-0d81-46e0-aca6-c9185b391828" providerId="ADAL" clId="{228DCBF7-2D91-4473-9F7E-959AF134A5D6}" dt="2026-10-14T12:01:29.790" v="81"/>
          <ac:spMkLst>
            <pc:docMk/>
            <pc:sldMk cId="711070875" sldId="1155"/>
            <ac:spMk id="77" creationId="{7C593BB5-D8D2-46C6-92A5-54CB21FE86E9}"/>
          </ac:spMkLst>
        </pc:spChg>
        <pc:spChg chg="add mod">
          <ac:chgData name="Minh Huynh" userId="01a137d4-0d81-46e0-aca6-c9185b391828" providerId="ADAL" clId="{228DCBF7-2D91-4473-9F7E-959AF134A5D6}" dt="2026-10-14T12:01:29.790" v="81"/>
          <ac:spMkLst>
            <pc:docMk/>
            <pc:sldMk cId="711070875" sldId="1155"/>
            <ac:spMk id="78" creationId="{20E67DEE-C449-4401-BEB2-829BB4643ACF}"/>
          </ac:spMkLst>
        </pc:spChg>
        <pc:spChg chg="add mod">
          <ac:chgData name="Minh Huynh" userId="01a137d4-0d81-46e0-aca6-c9185b391828" providerId="ADAL" clId="{228DCBF7-2D91-4473-9F7E-959AF134A5D6}" dt="2026-10-14T12:01:29.790" v="81"/>
          <ac:spMkLst>
            <pc:docMk/>
            <pc:sldMk cId="711070875" sldId="1155"/>
            <ac:spMk id="79" creationId="{65FD0AE8-85FA-4F83-AAAD-1548E991A3A4}"/>
          </ac:spMkLst>
        </pc:spChg>
        <pc:spChg chg="add mod">
          <ac:chgData name="Minh Huynh" userId="01a137d4-0d81-46e0-aca6-c9185b391828" providerId="ADAL" clId="{228DCBF7-2D91-4473-9F7E-959AF134A5D6}" dt="2026-10-14T12:01:29.790" v="81"/>
          <ac:spMkLst>
            <pc:docMk/>
            <pc:sldMk cId="711070875" sldId="1155"/>
            <ac:spMk id="80" creationId="{1B16D93B-C3AF-450A-9414-E03FF5391C75}"/>
          </ac:spMkLst>
        </pc:spChg>
        <pc:spChg chg="add mod">
          <ac:chgData name="Minh Huynh" userId="01a137d4-0d81-46e0-aca6-c9185b391828" providerId="ADAL" clId="{228DCBF7-2D91-4473-9F7E-959AF134A5D6}" dt="2026-10-14T12:01:29.790" v="81"/>
          <ac:spMkLst>
            <pc:docMk/>
            <pc:sldMk cId="711070875" sldId="1155"/>
            <ac:spMk id="81" creationId="{E14A1883-67D8-41E4-B3B5-FA3A6C9EA568}"/>
          </ac:spMkLst>
        </pc:spChg>
        <pc:graphicFrameChg chg="add mod">
          <ac:chgData name="Minh Huynh" userId="01a137d4-0d81-46e0-aca6-c9185b391828" providerId="ADAL" clId="{228DCBF7-2D91-4473-9F7E-959AF134A5D6}" dt="2026-10-14T12:01:29.790" v="81"/>
          <ac:graphicFrameMkLst>
            <pc:docMk/>
            <pc:sldMk cId="711070875" sldId="1155"/>
            <ac:graphicFrameMk id="85" creationId="{AE945B46-7FB1-4A68-BBAE-9EE8BD094C6F}"/>
          </ac:graphicFrameMkLst>
        </pc:graphicFrameChg>
        <pc:graphicFrameChg chg="add mod">
          <ac:chgData name="Minh Huynh" userId="01a137d4-0d81-46e0-aca6-c9185b391828" providerId="ADAL" clId="{228DCBF7-2D91-4473-9F7E-959AF134A5D6}" dt="2026-10-14T12:01:29.790" v="81"/>
          <ac:graphicFrameMkLst>
            <pc:docMk/>
            <pc:sldMk cId="711070875" sldId="1155"/>
            <ac:graphicFrameMk id="87" creationId="{F1ED9524-1282-4AFF-8E5E-8DB9CB7D4605}"/>
          </ac:graphicFrameMkLst>
        </pc:graphicFrameChg>
        <pc:graphicFrameChg chg="add mod">
          <ac:chgData name="Minh Huynh" userId="01a137d4-0d81-46e0-aca6-c9185b391828" providerId="ADAL" clId="{228DCBF7-2D91-4473-9F7E-959AF134A5D6}" dt="2026-10-14T12:01:29.790" v="81"/>
          <ac:graphicFrameMkLst>
            <pc:docMk/>
            <pc:sldMk cId="711070875" sldId="1155"/>
            <ac:graphicFrameMk id="89" creationId="{6BD77BE3-3D1A-4122-8CC1-62665E009282}"/>
          </ac:graphicFrameMkLst>
        </pc:graphicFrameChg>
        <pc:graphicFrameChg chg="add mod">
          <ac:chgData name="Minh Huynh" userId="01a137d4-0d81-46e0-aca6-c9185b391828" providerId="ADAL" clId="{228DCBF7-2D91-4473-9F7E-959AF134A5D6}" dt="2026-10-14T12:01:29.790" v="81"/>
          <ac:graphicFrameMkLst>
            <pc:docMk/>
            <pc:sldMk cId="711070875" sldId="1155"/>
            <ac:graphicFrameMk id="94" creationId="{CFC3BC59-4737-4E4D-91A1-130B79199B4C}"/>
          </ac:graphicFrameMkLst>
        </pc:graphicFrameChg>
        <pc:cxnChg chg="del">
          <ac:chgData name="Minh Huynh" userId="01a137d4-0d81-46e0-aca6-c9185b391828" providerId="ADAL" clId="{228DCBF7-2D91-4473-9F7E-959AF134A5D6}" dt="2026-10-14T12:01:25.260" v="76" actId="478"/>
          <ac:cxnSpMkLst>
            <pc:docMk/>
            <pc:sldMk cId="711070875" sldId="1155"/>
            <ac:cxnSpMk id="68" creationId="{32C08D4E-EFCA-4D0E-956F-A2432B6579FF}"/>
          </ac:cxnSpMkLst>
        </pc:cxnChg>
        <pc:cxnChg chg="del">
          <ac:chgData name="Minh Huynh" userId="01a137d4-0d81-46e0-aca6-c9185b391828" providerId="ADAL" clId="{228DCBF7-2D91-4473-9F7E-959AF134A5D6}" dt="2026-10-14T12:01:25.260" v="76" actId="478"/>
          <ac:cxnSpMkLst>
            <pc:docMk/>
            <pc:sldMk cId="711070875" sldId="1155"/>
            <ac:cxnSpMk id="70" creationId="{81F5973F-7203-4ABF-832E-E5463A1333EB}"/>
          </ac:cxnSpMkLst>
        </pc:cxnChg>
        <pc:cxnChg chg="del">
          <ac:chgData name="Minh Huynh" userId="01a137d4-0d81-46e0-aca6-c9185b391828" providerId="ADAL" clId="{228DCBF7-2D91-4473-9F7E-959AF134A5D6}" dt="2026-10-14T12:01:25.260" v="76" actId="478"/>
          <ac:cxnSpMkLst>
            <pc:docMk/>
            <pc:sldMk cId="711070875" sldId="1155"/>
            <ac:cxnSpMk id="73" creationId="{63ACDDA9-C0B0-4984-BBFF-A7438FA390C2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82" creationId="{9062A202-92E6-4CFA-929B-363B1D75303E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83" creationId="{8CD3C966-CB07-4531-A5AD-1D2129B67AA2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84" creationId="{61BD772A-45D3-4CC3-912D-4004572D9A6F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86" creationId="{62872E2D-08DB-41AE-87A0-6B31CCF863AF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88" creationId="{634388A8-251E-40A4-9189-54F6D984DE4F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90" creationId="{4C0036D5-34DB-4CED-A812-4D498A3C5F58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91" creationId="{ED942188-3485-4A2C-99B0-407EDB5C7E13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92" creationId="{02AC1DE1-51C9-4318-81C3-1B8096051D19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93" creationId="{84211C0B-144B-4E8A-9E09-8BD3BE2387AB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95" creationId="{0CA15FCC-30FF-45FD-9EC1-4A7B5B1A5ED2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96" creationId="{277CC341-2CF6-49CB-B2FA-4551D35A19E9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97" creationId="{5407892F-EAF1-4510-9D84-844731F4F64C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98" creationId="{E0A8A771-42E8-4923-8834-27BFB16AACB2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99" creationId="{9469EAB3-3ED1-4139-863D-87767016E6AE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100" creationId="{045FA021-F0E6-43C6-9205-8231C5BE66DB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101" creationId="{9A9C2B08-897F-4753-9F33-3579B576F4D8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102" creationId="{008CD7BB-978F-4693-9588-D7505A621DA1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103" creationId="{9FD60688-5F6B-4477-ADD3-4AC4AD2B8518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104" creationId="{07EFC91B-1AD7-4B27-9105-0271FE81B710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105" creationId="{3656C44F-723E-40E4-A486-5B055AC1F18B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106" creationId="{1CAF82F7-C23E-4809-90F1-2EADBAA7DCDF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107" creationId="{437B9860-9C6E-418D-BB0E-23102C39AD82}"/>
          </ac:cxnSpMkLst>
        </pc:cxnChg>
        <pc:cxnChg chg="add mod">
          <ac:chgData name="Minh Huynh" userId="01a137d4-0d81-46e0-aca6-c9185b391828" providerId="ADAL" clId="{228DCBF7-2D91-4473-9F7E-959AF134A5D6}" dt="2026-10-14T12:01:29.790" v="81"/>
          <ac:cxnSpMkLst>
            <pc:docMk/>
            <pc:sldMk cId="711070875" sldId="1155"/>
            <ac:cxnSpMk id="108" creationId="{03B250BE-880C-4FB3-B82C-5643ACC5C7F6}"/>
          </ac:cxnSpMkLst>
        </pc:cxnChg>
      </pc:sldChg>
      <pc:sldChg chg="addSp delSp modSp add mod modAnim">
        <pc:chgData name="Minh Huynh" userId="01a137d4-0d81-46e0-aca6-c9185b391828" providerId="ADAL" clId="{228DCBF7-2D91-4473-9F7E-959AF134A5D6}" dt="2026-10-14T12:03:17.927" v="120" actId="14100"/>
        <pc:sldMkLst>
          <pc:docMk/>
          <pc:sldMk cId="3249847693" sldId="1156"/>
        </pc:sldMkLst>
        <pc:spChg chg="add mod">
          <ac:chgData name="Minh Huynh" userId="01a137d4-0d81-46e0-aca6-c9185b391828" providerId="ADAL" clId="{228DCBF7-2D91-4473-9F7E-959AF134A5D6}" dt="2026-10-14T12:03:12.932" v="119" actId="14100"/>
          <ac:spMkLst>
            <pc:docMk/>
            <pc:sldMk cId="3249847693" sldId="1156"/>
            <ac:spMk id="3" creationId="{5C57431D-630D-4F04-9906-A02B65B2F06B}"/>
          </ac:spMkLst>
        </pc:spChg>
        <pc:spChg chg="add del mod">
          <ac:chgData name="Minh Huynh" userId="01a137d4-0d81-46e0-aca6-c9185b391828" providerId="ADAL" clId="{228DCBF7-2D91-4473-9F7E-959AF134A5D6}" dt="2026-10-14T12:02:43.351" v="110"/>
          <ac:spMkLst>
            <pc:docMk/>
            <pc:sldMk cId="3249847693" sldId="1156"/>
            <ac:spMk id="42" creationId="{09B848EF-CE24-4D8B-8C60-9D7DC0A897E5}"/>
          </ac:spMkLst>
        </pc:spChg>
        <pc:spChg chg="add del mod">
          <ac:chgData name="Minh Huynh" userId="01a137d4-0d81-46e0-aca6-c9185b391828" providerId="ADAL" clId="{228DCBF7-2D91-4473-9F7E-959AF134A5D6}" dt="2026-10-14T12:02:43.351" v="110"/>
          <ac:spMkLst>
            <pc:docMk/>
            <pc:sldMk cId="3249847693" sldId="1156"/>
            <ac:spMk id="43" creationId="{57C7AC63-C602-4802-92FA-FF2E643D5548}"/>
          </ac:spMkLst>
        </pc:spChg>
        <pc:spChg chg="add del mod">
          <ac:chgData name="Minh Huynh" userId="01a137d4-0d81-46e0-aca6-c9185b391828" providerId="ADAL" clId="{228DCBF7-2D91-4473-9F7E-959AF134A5D6}" dt="2026-10-14T12:02:43.351" v="110"/>
          <ac:spMkLst>
            <pc:docMk/>
            <pc:sldMk cId="3249847693" sldId="1156"/>
            <ac:spMk id="44" creationId="{BEB052D4-742F-48D5-87A8-2C1245B73053}"/>
          </ac:spMkLst>
        </pc:spChg>
        <pc:spChg chg="add del mod">
          <ac:chgData name="Minh Huynh" userId="01a137d4-0d81-46e0-aca6-c9185b391828" providerId="ADAL" clId="{228DCBF7-2D91-4473-9F7E-959AF134A5D6}" dt="2026-10-14T12:02:43.351" v="110"/>
          <ac:spMkLst>
            <pc:docMk/>
            <pc:sldMk cId="3249847693" sldId="1156"/>
            <ac:spMk id="45" creationId="{BE0312AC-543B-4371-AAA2-4DE1B0749527}"/>
          </ac:spMkLst>
        </pc:spChg>
        <pc:spChg chg="del">
          <ac:chgData name="Minh Huynh" userId="01a137d4-0d81-46e0-aca6-c9185b391828" providerId="ADAL" clId="{228DCBF7-2D91-4473-9F7E-959AF134A5D6}" dt="2026-10-14T12:01:46.041" v="83" actId="478"/>
          <ac:spMkLst>
            <pc:docMk/>
            <pc:sldMk cId="3249847693" sldId="1156"/>
            <ac:spMk id="74" creationId="{C1F754D5-F838-48EA-BA52-F30B04A59CAA}"/>
          </ac:spMkLst>
        </pc:spChg>
        <pc:spChg chg="mod">
          <ac:chgData name="Minh Huynh" userId="01a137d4-0d81-46e0-aca6-c9185b391828" providerId="ADAL" clId="{228DCBF7-2D91-4473-9F7E-959AF134A5D6}" dt="2026-10-14T12:01:48.744" v="95" actId="20577"/>
          <ac:spMkLst>
            <pc:docMk/>
            <pc:sldMk cId="3249847693" sldId="1156"/>
            <ac:spMk id="75" creationId="{F5BA484B-D995-4BA5-8B36-69BBAA9114DE}"/>
          </ac:spMkLst>
        </pc:spChg>
        <pc:spChg chg="del">
          <ac:chgData name="Minh Huynh" userId="01a137d4-0d81-46e0-aca6-c9185b391828" providerId="ADAL" clId="{228DCBF7-2D91-4473-9F7E-959AF134A5D6}" dt="2026-10-14T12:01:46.041" v="83" actId="478"/>
          <ac:spMkLst>
            <pc:docMk/>
            <pc:sldMk cId="3249847693" sldId="1156"/>
            <ac:spMk id="76" creationId="{AEA60B8D-50EE-44F1-A205-1AD9E67438EF}"/>
          </ac:spMkLst>
        </pc:spChg>
        <pc:spChg chg="del">
          <ac:chgData name="Minh Huynh" userId="01a137d4-0d81-46e0-aca6-c9185b391828" providerId="ADAL" clId="{228DCBF7-2D91-4473-9F7E-959AF134A5D6}" dt="2026-10-14T12:01:46.041" v="83" actId="478"/>
          <ac:spMkLst>
            <pc:docMk/>
            <pc:sldMk cId="3249847693" sldId="1156"/>
            <ac:spMk id="77" creationId="{7C593BB5-D8D2-46C6-92A5-54CB21FE86E9}"/>
          </ac:spMkLst>
        </pc:spChg>
        <pc:spChg chg="del">
          <ac:chgData name="Minh Huynh" userId="01a137d4-0d81-46e0-aca6-c9185b391828" providerId="ADAL" clId="{228DCBF7-2D91-4473-9F7E-959AF134A5D6}" dt="2026-10-14T12:01:46.041" v="83" actId="478"/>
          <ac:spMkLst>
            <pc:docMk/>
            <pc:sldMk cId="3249847693" sldId="1156"/>
            <ac:spMk id="78" creationId="{20E67DEE-C449-4401-BEB2-829BB4643ACF}"/>
          </ac:spMkLst>
        </pc:spChg>
        <pc:spChg chg="del">
          <ac:chgData name="Minh Huynh" userId="01a137d4-0d81-46e0-aca6-c9185b391828" providerId="ADAL" clId="{228DCBF7-2D91-4473-9F7E-959AF134A5D6}" dt="2026-10-14T12:01:46.041" v="83" actId="478"/>
          <ac:spMkLst>
            <pc:docMk/>
            <pc:sldMk cId="3249847693" sldId="1156"/>
            <ac:spMk id="79" creationId="{65FD0AE8-85FA-4F83-AAAD-1548E991A3A4}"/>
          </ac:spMkLst>
        </pc:spChg>
        <pc:spChg chg="del">
          <ac:chgData name="Minh Huynh" userId="01a137d4-0d81-46e0-aca6-c9185b391828" providerId="ADAL" clId="{228DCBF7-2D91-4473-9F7E-959AF134A5D6}" dt="2026-10-14T12:01:46.041" v="83" actId="478"/>
          <ac:spMkLst>
            <pc:docMk/>
            <pc:sldMk cId="3249847693" sldId="1156"/>
            <ac:spMk id="80" creationId="{1B16D93B-C3AF-450A-9414-E03FF5391C75}"/>
          </ac:spMkLst>
        </pc:spChg>
        <pc:spChg chg="del">
          <ac:chgData name="Minh Huynh" userId="01a137d4-0d81-46e0-aca6-c9185b391828" providerId="ADAL" clId="{228DCBF7-2D91-4473-9F7E-959AF134A5D6}" dt="2026-10-14T12:01:46.041" v="83" actId="478"/>
          <ac:spMkLst>
            <pc:docMk/>
            <pc:sldMk cId="3249847693" sldId="1156"/>
            <ac:spMk id="81" creationId="{E14A1883-67D8-41E4-B3B5-FA3A6C9EA568}"/>
          </ac:spMkLst>
        </pc:spChg>
        <pc:graphicFrameChg chg="add del mod">
          <ac:chgData name="Minh Huynh" userId="01a137d4-0d81-46e0-aca6-c9185b391828" providerId="ADAL" clId="{228DCBF7-2D91-4473-9F7E-959AF134A5D6}" dt="2026-10-14T12:01:58.942" v="97" actId="478"/>
          <ac:graphicFrameMkLst>
            <pc:docMk/>
            <pc:sldMk cId="3249847693" sldId="1156"/>
            <ac:graphicFrameMk id="2" creationId="{68C603CA-3225-4CBD-8D3C-460A6F19F73C}"/>
          </ac:graphicFrameMkLst>
        </pc:graphicFrameChg>
        <pc:graphicFrameChg chg="add del mod">
          <ac:chgData name="Minh Huynh" userId="01a137d4-0d81-46e0-aca6-c9185b391828" providerId="ADAL" clId="{228DCBF7-2D91-4473-9F7E-959AF134A5D6}" dt="2026-10-14T12:02:11.872" v="102" actId="478"/>
          <ac:graphicFrameMkLst>
            <pc:docMk/>
            <pc:sldMk cId="3249847693" sldId="1156"/>
            <ac:graphicFrameMk id="4" creationId="{1CB1B201-789F-4FE2-BA2F-B6E5C804D2AC}"/>
          </ac:graphicFrameMkLst>
        </pc:graphicFrameChg>
        <pc:graphicFrameChg chg="add del mod">
          <ac:chgData name="Minh Huynh" userId="01a137d4-0d81-46e0-aca6-c9185b391828" providerId="ADAL" clId="{228DCBF7-2D91-4473-9F7E-959AF134A5D6}" dt="2026-10-14T12:02:43.351" v="110"/>
          <ac:graphicFrameMkLst>
            <pc:docMk/>
            <pc:sldMk cId="3249847693" sldId="1156"/>
            <ac:graphicFrameMk id="40" creationId="{71713435-82FF-4AC8-93F9-DE7B7CCDCF2F}"/>
          </ac:graphicFrameMkLst>
        </pc:graphicFrameChg>
        <pc:graphicFrameChg chg="add del mod">
          <ac:chgData name="Minh Huynh" userId="01a137d4-0d81-46e0-aca6-c9185b391828" providerId="ADAL" clId="{228DCBF7-2D91-4473-9F7E-959AF134A5D6}" dt="2026-10-14T12:02:43.351" v="110"/>
          <ac:graphicFrameMkLst>
            <pc:docMk/>
            <pc:sldMk cId="3249847693" sldId="1156"/>
            <ac:graphicFrameMk id="41" creationId="{69DBF242-6F52-402B-905D-79C19CC8371E}"/>
          </ac:graphicFrameMkLst>
        </pc:graphicFrameChg>
        <pc:graphicFrameChg chg="del">
          <ac:chgData name="Minh Huynh" userId="01a137d4-0d81-46e0-aca6-c9185b391828" providerId="ADAL" clId="{228DCBF7-2D91-4473-9F7E-959AF134A5D6}" dt="2026-10-14T12:01:46.041" v="83" actId="478"/>
          <ac:graphicFrameMkLst>
            <pc:docMk/>
            <pc:sldMk cId="3249847693" sldId="1156"/>
            <ac:graphicFrameMk id="85" creationId="{AE945B46-7FB1-4A68-BBAE-9EE8BD094C6F}"/>
          </ac:graphicFrameMkLst>
        </pc:graphicFrameChg>
        <pc:graphicFrameChg chg="del">
          <ac:chgData name="Minh Huynh" userId="01a137d4-0d81-46e0-aca6-c9185b391828" providerId="ADAL" clId="{228DCBF7-2D91-4473-9F7E-959AF134A5D6}" dt="2026-10-14T12:01:46.041" v="83" actId="478"/>
          <ac:graphicFrameMkLst>
            <pc:docMk/>
            <pc:sldMk cId="3249847693" sldId="1156"/>
            <ac:graphicFrameMk id="87" creationId="{F1ED9524-1282-4AFF-8E5E-8DB9CB7D4605}"/>
          </ac:graphicFrameMkLst>
        </pc:graphicFrameChg>
        <pc:graphicFrameChg chg="del">
          <ac:chgData name="Minh Huynh" userId="01a137d4-0d81-46e0-aca6-c9185b391828" providerId="ADAL" clId="{228DCBF7-2D91-4473-9F7E-959AF134A5D6}" dt="2026-10-14T12:01:46.041" v="83" actId="478"/>
          <ac:graphicFrameMkLst>
            <pc:docMk/>
            <pc:sldMk cId="3249847693" sldId="1156"/>
            <ac:graphicFrameMk id="89" creationId="{6BD77BE3-3D1A-4122-8CC1-62665E009282}"/>
          </ac:graphicFrameMkLst>
        </pc:graphicFrameChg>
        <pc:graphicFrameChg chg="del">
          <ac:chgData name="Minh Huynh" userId="01a137d4-0d81-46e0-aca6-c9185b391828" providerId="ADAL" clId="{228DCBF7-2D91-4473-9F7E-959AF134A5D6}" dt="2026-10-14T12:01:46.041" v="83" actId="478"/>
          <ac:graphicFrameMkLst>
            <pc:docMk/>
            <pc:sldMk cId="3249847693" sldId="1156"/>
            <ac:graphicFrameMk id="94" creationId="{CFC3BC59-4737-4E4D-91A1-130B79199B4C}"/>
          </ac:graphicFrameMkLst>
        </pc:graphicFrameChg>
        <pc:picChg chg="add del">
          <ac:chgData name="Minh Huynh" userId="01a137d4-0d81-46e0-aca6-c9185b391828" providerId="ADAL" clId="{228DCBF7-2D91-4473-9F7E-959AF134A5D6}" dt="2026-10-14T12:02:47.009" v="112"/>
          <ac:picMkLst>
            <pc:docMk/>
            <pc:sldMk cId="3249847693" sldId="1156"/>
            <ac:picMk id="5" creationId="{657ECA50-77FF-401C-8FFE-D655211C2200}"/>
          </ac:picMkLst>
        </pc:picChg>
        <pc:picChg chg="add mod modCrop">
          <ac:chgData name="Minh Huynh" userId="01a137d4-0d81-46e0-aca6-c9185b391828" providerId="ADAL" clId="{228DCBF7-2D91-4473-9F7E-959AF134A5D6}" dt="2026-10-14T12:03:17.927" v="120" actId="14100"/>
          <ac:picMkLst>
            <pc:docMk/>
            <pc:sldMk cId="3249847693" sldId="1156"/>
            <ac:picMk id="7" creationId="{E58C4A65-F09E-4E43-BBEB-A3D531A33622}"/>
          </ac:picMkLst>
        </pc:pic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82" creationId="{9062A202-92E6-4CFA-929B-363B1D75303E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83" creationId="{8CD3C966-CB07-4531-A5AD-1D2129B67AA2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84" creationId="{61BD772A-45D3-4CC3-912D-4004572D9A6F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86" creationId="{62872E2D-08DB-41AE-87A0-6B31CCF863AF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88" creationId="{634388A8-251E-40A4-9189-54F6D984DE4F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90" creationId="{4C0036D5-34DB-4CED-A812-4D498A3C5F58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91" creationId="{ED942188-3485-4A2C-99B0-407EDB5C7E13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92" creationId="{02AC1DE1-51C9-4318-81C3-1B8096051D19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93" creationId="{84211C0B-144B-4E8A-9E09-8BD3BE2387AB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95" creationId="{0CA15FCC-30FF-45FD-9EC1-4A7B5B1A5ED2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96" creationId="{277CC341-2CF6-49CB-B2FA-4551D35A19E9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97" creationId="{5407892F-EAF1-4510-9D84-844731F4F64C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98" creationId="{E0A8A771-42E8-4923-8834-27BFB16AACB2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99" creationId="{9469EAB3-3ED1-4139-863D-87767016E6AE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100" creationId="{045FA021-F0E6-43C6-9205-8231C5BE66DB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101" creationId="{9A9C2B08-897F-4753-9F33-3579B576F4D8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102" creationId="{008CD7BB-978F-4693-9588-D7505A621DA1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103" creationId="{9FD60688-5F6B-4477-ADD3-4AC4AD2B8518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104" creationId="{07EFC91B-1AD7-4B27-9105-0271FE81B710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105" creationId="{3656C44F-723E-40E4-A486-5B055AC1F18B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106" creationId="{1CAF82F7-C23E-4809-90F1-2EADBAA7DCDF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107" creationId="{437B9860-9C6E-418D-BB0E-23102C39AD82}"/>
          </ac:cxnSpMkLst>
        </pc:cxnChg>
        <pc:cxnChg chg="del">
          <ac:chgData name="Minh Huynh" userId="01a137d4-0d81-46e0-aca6-c9185b391828" providerId="ADAL" clId="{228DCBF7-2D91-4473-9F7E-959AF134A5D6}" dt="2026-10-14T12:01:46.041" v="83" actId="478"/>
          <ac:cxnSpMkLst>
            <pc:docMk/>
            <pc:sldMk cId="3249847693" sldId="1156"/>
            <ac:cxnSpMk id="108" creationId="{03B250BE-880C-4FB3-B82C-5643ACC5C7F6}"/>
          </ac:cxnSpMkLst>
        </pc:cxnChg>
      </pc:sldChg>
      <pc:sldChg chg="addSp delSp modSp add mod">
        <pc:chgData name="Minh Huynh" userId="01a137d4-0d81-46e0-aca6-c9185b391828" providerId="ADAL" clId="{228DCBF7-2D91-4473-9F7E-959AF134A5D6}" dt="2026-10-14T12:03:43.861" v="123"/>
        <pc:sldMkLst>
          <pc:docMk/>
          <pc:sldMk cId="3714263250" sldId="1180"/>
        </pc:sldMkLst>
        <pc:spChg chg="del">
          <ac:chgData name="Minh Huynh" userId="01a137d4-0d81-46e0-aca6-c9185b391828" providerId="ADAL" clId="{228DCBF7-2D91-4473-9F7E-959AF134A5D6}" dt="2026-10-14T12:03:41.577" v="122" actId="478"/>
          <ac:spMkLst>
            <pc:docMk/>
            <pc:sldMk cId="3714263250" sldId="1180"/>
            <ac:spMk id="10" creationId="{A40D1B22-8B5D-49C0-B830-836EB64C2AFF}"/>
          </ac:spMkLst>
        </pc:spChg>
        <pc:spChg chg="add mod">
          <ac:chgData name="Minh Huynh" userId="01a137d4-0d81-46e0-aca6-c9185b391828" providerId="ADAL" clId="{228DCBF7-2D91-4473-9F7E-959AF134A5D6}" dt="2026-10-14T12:03:43.861" v="123"/>
          <ac:spMkLst>
            <pc:docMk/>
            <pc:sldMk cId="3714263250" sldId="1180"/>
            <ac:spMk id="17" creationId="{85419950-8AA6-428F-99CF-14E41BA58153}"/>
          </ac:spMkLst>
        </pc:spChg>
        <pc:spChg chg="del">
          <ac:chgData name="Minh Huynh" userId="01a137d4-0d81-46e0-aca6-c9185b391828" providerId="ADAL" clId="{228DCBF7-2D91-4473-9F7E-959AF134A5D6}" dt="2026-10-14T12:03:41.577" v="122" actId="478"/>
          <ac:spMkLst>
            <pc:docMk/>
            <pc:sldMk cId="3714263250" sldId="1180"/>
            <ac:spMk id="44" creationId="{93462B6D-5CCE-43C4-A612-36DD560D7DAA}"/>
          </ac:spMkLst>
        </pc:spChg>
        <pc:spChg chg="del">
          <ac:chgData name="Minh Huynh" userId="01a137d4-0d81-46e0-aca6-c9185b391828" providerId="ADAL" clId="{228DCBF7-2D91-4473-9F7E-959AF134A5D6}" dt="2026-10-14T12:03:41.577" v="122" actId="478"/>
          <ac:spMkLst>
            <pc:docMk/>
            <pc:sldMk cId="3714263250" sldId="1180"/>
            <ac:spMk id="45" creationId="{9AB274A7-E554-4CC9-B3BB-7F51F29C5740}"/>
          </ac:spMkLst>
        </pc:spChg>
        <pc:spChg chg="del">
          <ac:chgData name="Minh Huynh" userId="01a137d4-0d81-46e0-aca6-c9185b391828" providerId="ADAL" clId="{228DCBF7-2D91-4473-9F7E-959AF134A5D6}" dt="2026-10-14T12:03:41.577" v="122" actId="478"/>
          <ac:spMkLst>
            <pc:docMk/>
            <pc:sldMk cId="3714263250" sldId="1180"/>
            <ac:spMk id="74" creationId="{B61C5065-8524-4D2E-8D78-CC4C0124D503}"/>
          </ac:spMkLst>
        </pc:spChg>
        <pc:spChg chg="del">
          <ac:chgData name="Minh Huynh" userId="01a137d4-0d81-46e0-aca6-c9185b391828" providerId="ADAL" clId="{228DCBF7-2D91-4473-9F7E-959AF134A5D6}" dt="2026-10-14T12:03:41.577" v="122" actId="478"/>
          <ac:spMkLst>
            <pc:docMk/>
            <pc:sldMk cId="3714263250" sldId="1180"/>
            <ac:spMk id="78" creationId="{465BEECE-3250-4A6F-B8E4-307DFBE333D5}"/>
          </ac:spMkLst>
        </pc:spChg>
        <pc:spChg chg="del">
          <ac:chgData name="Minh Huynh" userId="01a137d4-0d81-46e0-aca6-c9185b391828" providerId="ADAL" clId="{228DCBF7-2D91-4473-9F7E-959AF134A5D6}" dt="2026-10-14T12:03:41.577" v="122" actId="478"/>
          <ac:spMkLst>
            <pc:docMk/>
            <pc:sldMk cId="3714263250" sldId="1180"/>
            <ac:spMk id="79" creationId="{D9AE7961-AA66-4F66-B087-2315232759BF}"/>
          </ac:spMkLst>
        </pc:spChg>
        <pc:spChg chg="del">
          <ac:chgData name="Minh Huynh" userId="01a137d4-0d81-46e0-aca6-c9185b391828" providerId="ADAL" clId="{228DCBF7-2D91-4473-9F7E-959AF134A5D6}" dt="2026-10-14T12:03:41.577" v="122" actId="478"/>
          <ac:spMkLst>
            <pc:docMk/>
            <pc:sldMk cId="3714263250" sldId="1180"/>
            <ac:spMk id="80" creationId="{C5329594-FF0E-4100-B694-BB44119769C2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4:06.592" v="126"/>
        <pc:sldMkLst>
          <pc:docMk/>
          <pc:sldMk cId="3734423914" sldId="1187"/>
        </pc:sldMkLst>
        <pc:spChg chg="del">
          <ac:chgData name="Minh Huynh" userId="01a137d4-0d81-46e0-aca6-c9185b391828" providerId="ADAL" clId="{228DCBF7-2D91-4473-9F7E-959AF134A5D6}" dt="2026-10-14T12:04:03.508" v="125" actId="478"/>
          <ac:spMkLst>
            <pc:docMk/>
            <pc:sldMk cId="3734423914" sldId="1187"/>
            <ac:spMk id="10" creationId="{A40D1B22-8B5D-49C0-B830-836EB64C2AFF}"/>
          </ac:spMkLst>
        </pc:spChg>
        <pc:spChg chg="add mod">
          <ac:chgData name="Minh Huynh" userId="01a137d4-0d81-46e0-aca6-c9185b391828" providerId="ADAL" clId="{228DCBF7-2D91-4473-9F7E-959AF134A5D6}" dt="2026-10-14T12:04:06.592" v="126"/>
          <ac:spMkLst>
            <pc:docMk/>
            <pc:sldMk cId="3734423914" sldId="1187"/>
            <ac:spMk id="11" creationId="{9281227D-7E10-42DE-80BC-A4BFDCD301BB}"/>
          </ac:spMkLst>
        </pc:spChg>
        <pc:spChg chg="del">
          <ac:chgData name="Minh Huynh" userId="01a137d4-0d81-46e0-aca6-c9185b391828" providerId="ADAL" clId="{228DCBF7-2D91-4473-9F7E-959AF134A5D6}" dt="2026-10-14T12:04:03.508" v="125" actId="478"/>
          <ac:spMkLst>
            <pc:docMk/>
            <pc:sldMk cId="3734423914" sldId="1187"/>
            <ac:spMk id="44" creationId="{93462B6D-5CCE-43C4-A612-36DD560D7DAA}"/>
          </ac:spMkLst>
        </pc:spChg>
        <pc:spChg chg="del">
          <ac:chgData name="Minh Huynh" userId="01a137d4-0d81-46e0-aca6-c9185b391828" providerId="ADAL" clId="{228DCBF7-2D91-4473-9F7E-959AF134A5D6}" dt="2026-10-14T12:04:03.508" v="125" actId="478"/>
          <ac:spMkLst>
            <pc:docMk/>
            <pc:sldMk cId="3734423914" sldId="1187"/>
            <ac:spMk id="45" creationId="{9AB274A7-E554-4CC9-B3BB-7F51F29C5740}"/>
          </ac:spMkLst>
        </pc:spChg>
        <pc:spChg chg="del">
          <ac:chgData name="Minh Huynh" userId="01a137d4-0d81-46e0-aca6-c9185b391828" providerId="ADAL" clId="{228DCBF7-2D91-4473-9F7E-959AF134A5D6}" dt="2026-10-14T12:04:03.508" v="125" actId="478"/>
          <ac:spMkLst>
            <pc:docMk/>
            <pc:sldMk cId="3734423914" sldId="1187"/>
            <ac:spMk id="74" creationId="{B61C5065-8524-4D2E-8D78-CC4C0124D503}"/>
          </ac:spMkLst>
        </pc:spChg>
        <pc:spChg chg="del">
          <ac:chgData name="Minh Huynh" userId="01a137d4-0d81-46e0-aca6-c9185b391828" providerId="ADAL" clId="{228DCBF7-2D91-4473-9F7E-959AF134A5D6}" dt="2026-10-14T12:04:03.508" v="125" actId="478"/>
          <ac:spMkLst>
            <pc:docMk/>
            <pc:sldMk cId="3734423914" sldId="1187"/>
            <ac:spMk id="78" creationId="{465BEECE-3250-4A6F-B8E4-307DFBE333D5}"/>
          </ac:spMkLst>
        </pc:spChg>
        <pc:spChg chg="del">
          <ac:chgData name="Minh Huynh" userId="01a137d4-0d81-46e0-aca6-c9185b391828" providerId="ADAL" clId="{228DCBF7-2D91-4473-9F7E-959AF134A5D6}" dt="2026-10-14T12:04:03.508" v="125" actId="478"/>
          <ac:spMkLst>
            <pc:docMk/>
            <pc:sldMk cId="3734423914" sldId="1187"/>
            <ac:spMk id="79" creationId="{D9AE7961-AA66-4F66-B087-2315232759BF}"/>
          </ac:spMkLst>
        </pc:spChg>
        <pc:spChg chg="del">
          <ac:chgData name="Minh Huynh" userId="01a137d4-0d81-46e0-aca6-c9185b391828" providerId="ADAL" clId="{228DCBF7-2D91-4473-9F7E-959AF134A5D6}" dt="2026-10-14T12:04:03.508" v="125" actId="478"/>
          <ac:spMkLst>
            <pc:docMk/>
            <pc:sldMk cId="3734423914" sldId="1187"/>
            <ac:spMk id="80" creationId="{C5329594-FF0E-4100-B694-BB44119769C2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5:36.038" v="141" actId="1076"/>
        <pc:sldMkLst>
          <pc:docMk/>
          <pc:sldMk cId="3411983463" sldId="1208"/>
        </pc:sldMkLst>
        <pc:spChg chg="del">
          <ac:chgData name="Minh Huynh" userId="01a137d4-0d81-46e0-aca6-c9185b391828" providerId="ADAL" clId="{228DCBF7-2D91-4473-9F7E-959AF134A5D6}" dt="2026-10-14T12:04:45.287" v="128" actId="478"/>
          <ac:spMkLst>
            <pc:docMk/>
            <pc:sldMk cId="3411983463" sldId="1208"/>
            <ac:spMk id="2" creationId="{6176F820-31BE-6C84-F04D-A8EBE3E4D139}"/>
          </ac:spMkLst>
        </pc:spChg>
        <pc:spChg chg="del mod">
          <ac:chgData name="Minh Huynh" userId="01a137d4-0d81-46e0-aca6-c9185b391828" providerId="ADAL" clId="{228DCBF7-2D91-4473-9F7E-959AF134A5D6}" dt="2026-10-14T12:05:01.288" v="131" actId="478"/>
          <ac:spMkLst>
            <pc:docMk/>
            <pc:sldMk cId="3411983463" sldId="1208"/>
            <ac:spMk id="4" creationId="{079784E2-9262-4104-9D65-152323B9B71D}"/>
          </ac:spMkLst>
        </pc:spChg>
        <pc:spChg chg="del mod">
          <ac:chgData name="Minh Huynh" userId="01a137d4-0d81-46e0-aca6-c9185b391828" providerId="ADAL" clId="{228DCBF7-2D91-4473-9F7E-959AF134A5D6}" dt="2026-10-14T12:05:02.478" v="132" actId="478"/>
          <ac:spMkLst>
            <pc:docMk/>
            <pc:sldMk cId="3411983463" sldId="1208"/>
            <ac:spMk id="5" creationId="{451B9B5F-4F4E-4AB4-88E4-70934BFC302F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17" creationId="{400F35EC-2F76-4B4E-9A31-BC0B4A31ADB6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18" creationId="{FC7F326A-7643-4338-8706-2E0BCF088701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19" creationId="{5ECC0AF2-AF56-4ED8-98D8-4B56D7060E0E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20" creationId="{1214ECEA-860C-405D-AC00-26B5B8A0D0DA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21" creationId="{1D3B77DE-EBA6-4E30-8196-D1EE415163BC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22" creationId="{CC551DAC-1ABD-4DAB-9F49-B25D68BC364C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23" creationId="{66800006-5CA1-41CC-B0D6-ED3CC38941B3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24" creationId="{58625785-9406-4812-B295-A7BBE28E0899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25" creationId="{021CE0D1-64D8-49E8-BB55-A9C260BB7DA2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26" creationId="{DBB9A1DF-F389-463E-8BC3-BB2E0C9B7AAD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28" creationId="{D803A5A2-2490-41C5-A643-D913A8AA7481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34" creationId="{F06E300B-8454-4C17-8BEA-CD7A4E31F7DE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35" creationId="{7BF2501B-58B0-46A6-8415-4527009BA5C5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36" creationId="{7D18EA7F-E85F-437D-BBAC-CC79963291AE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37" creationId="{308E791B-CA9F-4D6C-8502-A9C56E7BF322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38" creationId="{4E72471D-D16D-4757-A88E-A65417764746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40" creationId="{DA9A5D9F-B4CE-46E8-9AAF-9A256058425C}"/>
          </ac:spMkLst>
        </pc:spChg>
        <pc:spChg chg="mod">
          <ac:chgData name="Minh Huynh" userId="01a137d4-0d81-46e0-aca6-c9185b391828" providerId="ADAL" clId="{228DCBF7-2D91-4473-9F7E-959AF134A5D6}" dt="2026-10-14T12:04:50.740" v="129" actId="1076"/>
          <ac:spMkLst>
            <pc:docMk/>
            <pc:sldMk cId="3411983463" sldId="1208"/>
            <ac:spMk id="50" creationId="{73063647-97F7-4F64-A521-C187802755FD}"/>
          </ac:spMkLst>
        </pc:spChg>
        <pc:spChg chg="mod">
          <ac:chgData name="Minh Huynh" userId="01a137d4-0d81-46e0-aca6-c9185b391828" providerId="ADAL" clId="{228DCBF7-2D91-4473-9F7E-959AF134A5D6}" dt="2026-10-14T12:04:50.740" v="129" actId="1076"/>
          <ac:spMkLst>
            <pc:docMk/>
            <pc:sldMk cId="3411983463" sldId="1208"/>
            <ac:spMk id="51" creationId="{80B02D45-6CF9-4F9C-B98C-3C72DC5162CB}"/>
          </ac:spMkLst>
        </pc:spChg>
        <pc:spChg chg="mod">
          <ac:chgData name="Minh Huynh" userId="01a137d4-0d81-46e0-aca6-c9185b391828" providerId="ADAL" clId="{228DCBF7-2D91-4473-9F7E-959AF134A5D6}" dt="2026-10-14T12:04:50.740" v="129" actId="1076"/>
          <ac:spMkLst>
            <pc:docMk/>
            <pc:sldMk cId="3411983463" sldId="1208"/>
            <ac:spMk id="52" creationId="{503FF3DC-5126-41FE-9BAC-1D279305C1EB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53" creationId="{DB9C427A-4F23-46DB-B6D4-4C44B2D9AAC8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54" creationId="{64BE59A1-FB3B-4B7E-B5CA-5300E802FD9D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55" creationId="{6AD70799-27E3-4FF7-84E8-A9F9BCBBC037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56" creationId="{AF8A9FC3-C722-4250-B255-2D038AAF678E}"/>
          </ac:spMkLst>
        </pc:spChg>
        <pc:spChg chg="mod">
          <ac:chgData name="Minh Huynh" userId="01a137d4-0d81-46e0-aca6-c9185b391828" providerId="ADAL" clId="{228DCBF7-2D91-4473-9F7E-959AF134A5D6}" dt="2026-10-14T12:05:36.038" v="141" actId="1076"/>
          <ac:spMkLst>
            <pc:docMk/>
            <pc:sldMk cId="3411983463" sldId="1208"/>
            <ac:spMk id="57" creationId="{B7882347-9B19-4B91-8CF2-537420D99D6B}"/>
          </ac:spMkLst>
        </pc:spChg>
        <pc:spChg chg="mod">
          <ac:chgData name="Minh Huynh" userId="01a137d4-0d81-46e0-aca6-c9185b391828" providerId="ADAL" clId="{228DCBF7-2D91-4473-9F7E-959AF134A5D6}" dt="2026-10-14T12:04:50.740" v="129" actId="1076"/>
          <ac:spMkLst>
            <pc:docMk/>
            <pc:sldMk cId="3411983463" sldId="1208"/>
            <ac:spMk id="58" creationId="{711A3B62-EEE3-4DF7-B2A8-27B6A0819F13}"/>
          </ac:spMkLst>
        </pc:spChg>
        <pc:spChg chg="mod">
          <ac:chgData name="Minh Huynh" userId="01a137d4-0d81-46e0-aca6-c9185b391828" providerId="ADAL" clId="{228DCBF7-2D91-4473-9F7E-959AF134A5D6}" dt="2026-10-14T12:04:50.740" v="129" actId="1076"/>
          <ac:spMkLst>
            <pc:docMk/>
            <pc:sldMk cId="3411983463" sldId="1208"/>
            <ac:spMk id="59" creationId="{C0373A3C-9D85-4BA9-A7BD-5537DC2F808A}"/>
          </ac:spMkLst>
        </pc:spChg>
        <pc:spChg chg="add mod">
          <ac:chgData name="Minh Huynh" userId="01a137d4-0d81-46e0-aca6-c9185b391828" providerId="ADAL" clId="{228DCBF7-2D91-4473-9F7E-959AF134A5D6}" dt="2026-10-14T12:04:53.611" v="130"/>
          <ac:spMkLst>
            <pc:docMk/>
            <pc:sldMk cId="3411983463" sldId="1208"/>
            <ac:spMk id="61" creationId="{58DEFE96-E63D-4C1A-BE9A-F8C233C6BC20}"/>
          </ac:spMkLst>
        </pc:spChg>
        <pc:graphicFrameChg chg="mod">
          <ac:chgData name="Minh Huynh" userId="01a137d4-0d81-46e0-aca6-c9185b391828" providerId="ADAL" clId="{228DCBF7-2D91-4473-9F7E-959AF134A5D6}" dt="2026-10-14T12:05:36.038" v="141" actId="1076"/>
          <ac:graphicFrameMkLst>
            <pc:docMk/>
            <pc:sldMk cId="3411983463" sldId="1208"/>
            <ac:graphicFrameMk id="11" creationId="{15AF1A29-AD60-406F-B8A3-EC93904438F3}"/>
          </ac:graphicFrameMkLst>
        </pc:graphicFrameChg>
        <pc:graphicFrameChg chg="mod modGraphic">
          <ac:chgData name="Minh Huynh" userId="01a137d4-0d81-46e0-aca6-c9185b391828" providerId="ADAL" clId="{228DCBF7-2D91-4473-9F7E-959AF134A5D6}" dt="2026-10-14T12:05:36.038" v="141" actId="1076"/>
          <ac:graphicFrameMkLst>
            <pc:docMk/>
            <pc:sldMk cId="3411983463" sldId="1208"/>
            <ac:graphicFrameMk id="60" creationId="{1C2FA7FF-5C3E-48ED-9B88-4CAA8368A2CC}"/>
          </ac:graphicFrameMkLst>
        </pc:graphicFrame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27" creationId="{12FF40FD-8DC0-448B-A3DA-61F76BDAE882}"/>
          </ac:cxnSpMkLst>
        </pc:cxn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29" creationId="{A5D774AE-D33C-4608-A0DF-A7E8027218D3}"/>
          </ac:cxnSpMkLst>
        </pc:cxn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30" creationId="{E8704087-047D-4274-BFB7-FFB0C6EB9BA2}"/>
          </ac:cxnSpMkLst>
        </pc:cxn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31" creationId="{844EBA2C-0F5E-41A8-AAC4-CC67417C8639}"/>
          </ac:cxnSpMkLst>
        </pc:cxn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32" creationId="{FEA9BADB-6A0E-421F-9CB8-72B3ABFBFFE9}"/>
          </ac:cxnSpMkLst>
        </pc:cxn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33" creationId="{102B2D8C-9A23-4D5F-98DF-1B086799F817}"/>
          </ac:cxnSpMkLst>
        </pc:cxn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39" creationId="{DD793A5E-E3F5-40D5-BAB8-488BA5D5EC27}"/>
          </ac:cxnSpMkLst>
        </pc:cxn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42" creationId="{BFC4AF7B-6936-4036-8219-B734AFB73D34}"/>
          </ac:cxnSpMkLst>
        </pc:cxn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46" creationId="{ED4D4045-5E55-44D7-BB5E-21DE2FE669DC}"/>
          </ac:cxnSpMkLst>
        </pc:cxn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47" creationId="{D62B2DCE-7E03-4BA8-8705-96CA6D27A8E1}"/>
          </ac:cxnSpMkLst>
        </pc:cxn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48" creationId="{322FF903-96D6-4C44-9222-FF8308F21B6B}"/>
          </ac:cxnSpMkLst>
        </pc:cxnChg>
        <pc:cxnChg chg="mod">
          <ac:chgData name="Minh Huynh" userId="01a137d4-0d81-46e0-aca6-c9185b391828" providerId="ADAL" clId="{228DCBF7-2D91-4473-9F7E-959AF134A5D6}" dt="2026-10-14T12:05:36.038" v="141" actId="1076"/>
          <ac:cxnSpMkLst>
            <pc:docMk/>
            <pc:sldMk cId="3411983463" sldId="1208"/>
            <ac:cxnSpMk id="49" creationId="{227785BB-4D05-4668-ACCC-0EF0D97EA22F}"/>
          </ac:cxnSpMkLst>
        </pc:cxnChg>
      </pc:sldChg>
      <pc:sldChg chg="add del">
        <pc:chgData name="Minh Huynh" userId="01a137d4-0d81-46e0-aca6-c9185b391828" providerId="ADAL" clId="{228DCBF7-2D91-4473-9F7E-959AF134A5D6}" dt="2026-10-14T12:05:10.696" v="134" actId="2890"/>
        <pc:sldMkLst>
          <pc:docMk/>
          <pc:sldMk cId="2988711958" sldId="1209"/>
        </pc:sldMkLst>
      </pc:sldChg>
      <pc:sldChg chg="addSp delSp modSp add mod">
        <pc:chgData name="Minh Huynh" userId="01a137d4-0d81-46e0-aca6-c9185b391828" providerId="ADAL" clId="{228DCBF7-2D91-4473-9F7E-959AF134A5D6}" dt="2026-10-14T12:05:55.646" v="148" actId="1076"/>
        <pc:sldMkLst>
          <pc:docMk/>
          <pc:sldMk cId="1669648814" sldId="1211"/>
        </pc:sldMkLst>
        <pc:spChg chg="del">
          <ac:chgData name="Minh Huynh" userId="01a137d4-0d81-46e0-aca6-c9185b391828" providerId="ADAL" clId="{228DCBF7-2D91-4473-9F7E-959AF134A5D6}" dt="2026-10-14T12:05:19.636" v="136" actId="478"/>
          <ac:spMkLst>
            <pc:docMk/>
            <pc:sldMk cId="1669648814" sldId="1211"/>
            <ac:spMk id="2" creationId="{D8D2E592-F587-57DF-E802-F618DAD78AEA}"/>
          </ac:spMkLst>
        </pc:spChg>
        <pc:spChg chg="del mod">
          <ac:chgData name="Minh Huynh" userId="01a137d4-0d81-46e0-aca6-c9185b391828" providerId="ADAL" clId="{228DCBF7-2D91-4473-9F7E-959AF134A5D6}" dt="2026-10-14T12:05:51.084" v="146" actId="478"/>
          <ac:spMkLst>
            <pc:docMk/>
            <pc:sldMk cId="1669648814" sldId="1211"/>
            <ac:spMk id="46" creationId="{D65C4476-FD04-4AFF-B96D-F14B90C7D250}"/>
          </ac:spMkLst>
        </pc:spChg>
        <pc:spChg chg="del mod">
          <ac:chgData name="Minh Huynh" userId="01a137d4-0d81-46e0-aca6-c9185b391828" providerId="ADAL" clId="{228DCBF7-2D91-4473-9F7E-959AF134A5D6}" dt="2026-10-14T12:05:51.084" v="146" actId="478"/>
          <ac:spMkLst>
            <pc:docMk/>
            <pc:sldMk cId="1669648814" sldId="1211"/>
            <ac:spMk id="47" creationId="{8E84FE38-8C86-4383-A0BA-7D42C57CCFAC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48" creationId="{6002143E-5228-4A82-80BC-622C3D8C3FC5}"/>
          </ac:spMkLst>
        </pc:spChg>
        <pc:spChg chg="add mod">
          <ac:chgData name="Minh Huynh" userId="01a137d4-0d81-46e0-aca6-c9185b391828" providerId="ADAL" clId="{228DCBF7-2D91-4473-9F7E-959AF134A5D6}" dt="2026-10-14T12:05:25.558" v="138"/>
          <ac:spMkLst>
            <pc:docMk/>
            <pc:sldMk cId="1669648814" sldId="1211"/>
            <ac:spMk id="49" creationId="{481BB63F-BB9C-4CE5-811E-166FBA385086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50" creationId="{1BE0A41A-CCB7-4045-84FF-CD57F56FE8B5}"/>
          </ac:spMkLst>
        </pc:spChg>
        <pc:spChg chg="del mod">
          <ac:chgData name="Minh Huynh" userId="01a137d4-0d81-46e0-aca6-c9185b391828" providerId="ADAL" clId="{228DCBF7-2D91-4473-9F7E-959AF134A5D6}" dt="2026-10-14T12:05:39.747" v="142" actId="478"/>
          <ac:spMkLst>
            <pc:docMk/>
            <pc:sldMk cId="1669648814" sldId="1211"/>
            <ac:spMk id="51" creationId="{60807ECE-D60A-4044-B8F8-1743A06D164F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53" creationId="{74A6A6B5-17AE-4A2C-B652-0F715DEDAAF8}"/>
          </ac:spMkLst>
        </pc:spChg>
        <pc:spChg chg="del mod">
          <ac:chgData name="Minh Huynh" userId="01a137d4-0d81-46e0-aca6-c9185b391828" providerId="ADAL" clId="{228DCBF7-2D91-4473-9F7E-959AF134A5D6}" dt="2026-10-14T12:05:43.879" v="145" actId="478"/>
          <ac:spMkLst>
            <pc:docMk/>
            <pc:sldMk cId="1669648814" sldId="1211"/>
            <ac:spMk id="54" creationId="{E264438D-4554-4868-A0BB-3F7EF300C660}"/>
          </ac:spMkLst>
        </pc:spChg>
        <pc:spChg chg="add mod">
          <ac:chgData name="Minh Huynh" userId="01a137d4-0d81-46e0-aca6-c9185b391828" providerId="ADAL" clId="{228DCBF7-2D91-4473-9F7E-959AF134A5D6}" dt="2026-10-14T12:05:55.646" v="148" actId="1076"/>
          <ac:spMkLst>
            <pc:docMk/>
            <pc:sldMk cId="1669648814" sldId="1211"/>
            <ac:spMk id="56" creationId="{F6875FEC-5DDA-4EF7-99D1-9CB8CDD8DF7F}"/>
          </ac:spMkLst>
        </pc:spChg>
        <pc:spChg chg="add mod">
          <ac:chgData name="Minh Huynh" userId="01a137d4-0d81-46e0-aca6-c9185b391828" providerId="ADAL" clId="{228DCBF7-2D91-4473-9F7E-959AF134A5D6}" dt="2026-10-14T12:05:55.646" v="148" actId="1076"/>
          <ac:spMkLst>
            <pc:docMk/>
            <pc:sldMk cId="1669648814" sldId="1211"/>
            <ac:spMk id="57" creationId="{1332C59E-3134-45FA-ABF5-06872BA70517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58" creationId="{2EC9106F-2471-4CB1-B2AD-98F5E397765A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59" creationId="{817912C1-EF93-43D1-A0D4-238AC822E4E4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60" creationId="{BE067DBF-E3E4-4E9A-BC9C-C493401C1A8E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61" creationId="{4C40AAE2-EEC8-4C7E-8CAC-33E12EECB09C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62" creationId="{20336B49-D133-4432-91CA-C462BDE3BEDE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63" creationId="{9EBA2A10-0918-42D3-87C1-E9171B45625A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64" creationId="{AADD523F-66FF-4110-949A-9DA104663ABC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65" creationId="{69D40F16-B6E3-488F-B2DB-23A7991B5A63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66" creationId="{A1C89A6A-D9E1-49C5-BA4D-72B9EEF188DC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67" creationId="{FB98BE07-F2BE-4A09-A8D7-D8985CE8EEA9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69" creationId="{08BA5DD9-97A8-4BBC-9BDB-E0731D19CC1A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76" creationId="{819F9B0E-D42F-49EE-ACE6-7D6F67F0B37C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77" creationId="{65B8815F-9EAB-4764-8CCD-9BAC96A801D1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81" creationId="{1ED23316-3171-4E90-B77B-4A43335895A5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82" creationId="{AE8B5CD6-60B5-4513-94A7-1FB5ED509C4D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83" creationId="{C8BA2B8C-6E01-4EB3-84E7-C787317DB75B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85" creationId="{2BD65B1B-D5FE-4F38-93AB-3B813621AFDD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91" creationId="{E9EF2404-11F8-4FF7-844C-A9A421C9AC88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92" creationId="{30EFF907-89C0-4DF4-BFE7-C409BE7CC5E8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93" creationId="{B191668C-B03A-43A0-A540-9BF3D109607F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94" creationId="{B06C7F3E-6A5B-4D77-A8D1-821C275D5230}"/>
          </ac:spMkLst>
        </pc:spChg>
        <pc:spChg chg="mod">
          <ac:chgData name="Minh Huynh" userId="01a137d4-0d81-46e0-aca6-c9185b391828" providerId="ADAL" clId="{228DCBF7-2D91-4473-9F7E-959AF134A5D6}" dt="2026-10-14T12:05:23.102" v="137" actId="1076"/>
          <ac:spMkLst>
            <pc:docMk/>
            <pc:sldMk cId="1669648814" sldId="1211"/>
            <ac:spMk id="95" creationId="{0487484A-4FCC-4ECD-A500-1358C491C640}"/>
          </ac:spMkLst>
        </pc:spChg>
        <pc:graphicFrameChg chg="add del mod">
          <ac:chgData name="Minh Huynh" userId="01a137d4-0d81-46e0-aca6-c9185b391828" providerId="ADAL" clId="{228DCBF7-2D91-4473-9F7E-959AF134A5D6}" dt="2026-10-14T12:05:41.873" v="144" actId="478"/>
          <ac:graphicFrameMkLst>
            <pc:docMk/>
            <pc:sldMk cId="1669648814" sldId="1211"/>
            <ac:graphicFrameMk id="52" creationId="{AF09E7E8-8CDE-48BC-AA5D-C629697613F3}"/>
          </ac:graphicFrameMkLst>
        </pc:graphicFrameChg>
        <pc:graphicFrameChg chg="mod">
          <ac:chgData name="Minh Huynh" userId="01a137d4-0d81-46e0-aca6-c9185b391828" providerId="ADAL" clId="{228DCBF7-2D91-4473-9F7E-959AF134A5D6}" dt="2026-10-14T12:05:23.102" v="137" actId="1076"/>
          <ac:graphicFrameMkLst>
            <pc:docMk/>
            <pc:sldMk cId="1669648814" sldId="1211"/>
            <ac:graphicFrameMk id="55" creationId="{ED98AFA9-F1E1-4EE7-AAE2-40FF98A5B55A}"/>
          </ac:graphicFrameMkLst>
        </pc:graphicFrame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68" creationId="{5FB80A5D-81C1-4B88-9F12-66E49423FBA4}"/>
          </ac:cxnSpMkLst>
        </pc:cxn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70" creationId="{EACDEB0A-B779-4827-A074-0154CEB9E74E}"/>
          </ac:cxnSpMkLst>
        </pc:cxn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71" creationId="{CA08FC52-4E01-472E-940A-E86E81E2B512}"/>
          </ac:cxnSpMkLst>
        </pc:cxn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72" creationId="{D8D80500-68B9-43E8-B0DF-66962A1D3C75}"/>
          </ac:cxnSpMkLst>
        </pc:cxn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73" creationId="{EF3C7EE4-20B7-4483-A2C1-36166AE706F7}"/>
          </ac:cxnSpMkLst>
        </pc:cxn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75" creationId="{09007DBA-E34B-4E64-A0A6-CF303B4A0A22}"/>
          </ac:cxnSpMkLst>
        </pc:cxn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84" creationId="{53CBFAD8-4E27-4D47-BFB8-1201AD8F8161}"/>
          </ac:cxnSpMkLst>
        </pc:cxn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86" creationId="{35D24651-D95D-4C6F-8387-ECB2F4D63176}"/>
          </ac:cxnSpMkLst>
        </pc:cxn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87" creationId="{C37FB18C-BAF2-4FCD-821D-13712EE70D71}"/>
          </ac:cxnSpMkLst>
        </pc:cxn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88" creationId="{861461AF-15C9-4755-8B71-D7D02889973E}"/>
          </ac:cxnSpMkLst>
        </pc:cxn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89" creationId="{9E61F1CE-44B5-4A01-9339-5FE6B4D10C2E}"/>
          </ac:cxnSpMkLst>
        </pc:cxnChg>
        <pc:cxnChg chg="mod">
          <ac:chgData name="Minh Huynh" userId="01a137d4-0d81-46e0-aca6-c9185b391828" providerId="ADAL" clId="{228DCBF7-2D91-4473-9F7E-959AF134A5D6}" dt="2026-10-14T12:05:23.102" v="137" actId="1076"/>
          <ac:cxnSpMkLst>
            <pc:docMk/>
            <pc:sldMk cId="1669648814" sldId="1211"/>
            <ac:cxnSpMk id="90" creationId="{8F20994F-031A-4230-81EA-5C21DDBBD848}"/>
          </ac:cxnSpMkLst>
        </pc:cxnChg>
      </pc:sldChg>
      <pc:sldChg chg="addSp delSp modSp add mod">
        <pc:chgData name="Minh Huynh" userId="01a137d4-0d81-46e0-aca6-c9185b391828" providerId="ADAL" clId="{228DCBF7-2D91-4473-9F7E-959AF134A5D6}" dt="2026-10-14T12:06:21.642" v="152"/>
        <pc:sldMkLst>
          <pc:docMk/>
          <pc:sldMk cId="2324839387" sldId="1215"/>
        </pc:sldMkLst>
        <pc:spChg chg="del">
          <ac:chgData name="Minh Huynh" userId="01a137d4-0d81-46e0-aca6-c9185b391828" providerId="ADAL" clId="{228DCBF7-2D91-4473-9F7E-959AF134A5D6}" dt="2026-10-14T12:06:17.825" v="151" actId="478"/>
          <ac:spMkLst>
            <pc:docMk/>
            <pc:sldMk cId="2324839387" sldId="1215"/>
            <ac:spMk id="10" creationId="{9E09BD55-B602-2570-F147-719200FA783D}"/>
          </ac:spMkLst>
        </pc:spChg>
        <pc:spChg chg="add mod">
          <ac:chgData name="Minh Huynh" userId="01a137d4-0d81-46e0-aca6-c9185b391828" providerId="ADAL" clId="{228DCBF7-2D91-4473-9F7E-959AF134A5D6}" dt="2026-10-14T12:06:21.642" v="152"/>
          <ac:spMkLst>
            <pc:docMk/>
            <pc:sldMk cId="2324839387" sldId="1215"/>
            <ac:spMk id="12" creationId="{8C3B17C5-E703-4237-8DF2-11F016F9503B}"/>
          </ac:spMkLst>
        </pc:spChg>
        <pc:spChg chg="del">
          <ac:chgData name="Minh Huynh" userId="01a137d4-0d81-46e0-aca6-c9185b391828" providerId="ADAL" clId="{228DCBF7-2D91-4473-9F7E-959AF134A5D6}" dt="2026-10-14T12:06:17.825" v="151" actId="478"/>
          <ac:spMkLst>
            <pc:docMk/>
            <pc:sldMk cId="2324839387" sldId="1215"/>
            <ac:spMk id="44" creationId="{64DF72B5-9663-169E-137A-2D46C28554FA}"/>
          </ac:spMkLst>
        </pc:spChg>
        <pc:spChg chg="del">
          <ac:chgData name="Minh Huynh" userId="01a137d4-0d81-46e0-aca6-c9185b391828" providerId="ADAL" clId="{228DCBF7-2D91-4473-9F7E-959AF134A5D6}" dt="2026-10-14T12:06:17.825" v="151" actId="478"/>
          <ac:spMkLst>
            <pc:docMk/>
            <pc:sldMk cId="2324839387" sldId="1215"/>
            <ac:spMk id="45" creationId="{D4A720A5-98E0-870C-DCD5-8E25609F5B0C}"/>
          </ac:spMkLst>
        </pc:spChg>
        <pc:spChg chg="del">
          <ac:chgData name="Minh Huynh" userId="01a137d4-0d81-46e0-aca6-c9185b391828" providerId="ADAL" clId="{228DCBF7-2D91-4473-9F7E-959AF134A5D6}" dt="2026-10-14T12:06:17.825" v="151" actId="478"/>
          <ac:spMkLst>
            <pc:docMk/>
            <pc:sldMk cId="2324839387" sldId="1215"/>
            <ac:spMk id="74" creationId="{A305FA21-C11D-64C6-C427-2B4F45720EB8}"/>
          </ac:spMkLst>
        </pc:spChg>
        <pc:spChg chg="del">
          <ac:chgData name="Minh Huynh" userId="01a137d4-0d81-46e0-aca6-c9185b391828" providerId="ADAL" clId="{228DCBF7-2D91-4473-9F7E-959AF134A5D6}" dt="2026-10-14T12:06:17.825" v="151" actId="478"/>
          <ac:spMkLst>
            <pc:docMk/>
            <pc:sldMk cId="2324839387" sldId="1215"/>
            <ac:spMk id="78" creationId="{029214D1-1368-BECF-C932-41E4D3391946}"/>
          </ac:spMkLst>
        </pc:spChg>
        <pc:spChg chg="del">
          <ac:chgData name="Minh Huynh" userId="01a137d4-0d81-46e0-aca6-c9185b391828" providerId="ADAL" clId="{228DCBF7-2D91-4473-9F7E-959AF134A5D6}" dt="2026-10-14T12:06:17.825" v="151" actId="478"/>
          <ac:spMkLst>
            <pc:docMk/>
            <pc:sldMk cId="2324839387" sldId="1215"/>
            <ac:spMk id="79" creationId="{BCBACF18-C268-79A7-E53B-79BE99A2AE07}"/>
          </ac:spMkLst>
        </pc:spChg>
        <pc:spChg chg="del">
          <ac:chgData name="Minh Huynh" userId="01a137d4-0d81-46e0-aca6-c9185b391828" providerId="ADAL" clId="{228DCBF7-2D91-4473-9F7E-959AF134A5D6}" dt="2026-10-14T12:06:17.825" v="151" actId="478"/>
          <ac:spMkLst>
            <pc:docMk/>
            <pc:sldMk cId="2324839387" sldId="1215"/>
            <ac:spMk id="80" creationId="{7AD76E6A-85C1-6CCC-4D49-ABF402FFC472}"/>
          </ac:spMkLst>
        </pc:spChg>
        <pc:spChg chg="del">
          <ac:chgData name="Minh Huynh" userId="01a137d4-0d81-46e0-aca6-c9185b391828" providerId="ADAL" clId="{228DCBF7-2D91-4473-9F7E-959AF134A5D6}" dt="2026-10-14T12:06:15.791" v="150" actId="478"/>
          <ac:spMkLst>
            <pc:docMk/>
            <pc:sldMk cId="2324839387" sldId="1215"/>
            <ac:spMk id="86" creationId="{2E098417-366D-EEA8-D32C-0559F9580201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7:05.153" v="173" actId="20577"/>
        <pc:sldMkLst>
          <pc:docMk/>
          <pc:sldMk cId="2206776845" sldId="1220"/>
        </pc:sldMkLst>
        <pc:spChg chg="mod">
          <ac:chgData name="Minh Huynh" userId="01a137d4-0d81-46e0-aca6-c9185b391828" providerId="ADAL" clId="{228DCBF7-2D91-4473-9F7E-959AF134A5D6}" dt="2026-10-14T12:06:54.520" v="159" actId="2085"/>
          <ac:spMkLst>
            <pc:docMk/>
            <pc:sldMk cId="2206776845" sldId="1220"/>
            <ac:spMk id="2" creationId="{0016B261-74E1-B890-5D1C-80FAC57A6070}"/>
          </ac:spMkLst>
        </pc:spChg>
        <pc:spChg chg="mod">
          <ac:chgData name="Minh Huynh" userId="01a137d4-0d81-46e0-aca6-c9185b391828" providerId="ADAL" clId="{228DCBF7-2D91-4473-9F7E-959AF134A5D6}" dt="2026-10-14T12:06:38.945" v="154" actId="1076"/>
          <ac:spMkLst>
            <pc:docMk/>
            <pc:sldMk cId="2206776845" sldId="1220"/>
            <ac:spMk id="5" creationId="{0CC515C4-9C0D-9F0E-AD72-AFE0841C64F7}"/>
          </ac:spMkLst>
        </pc:spChg>
        <pc:spChg chg="mod">
          <ac:chgData name="Minh Huynh" userId="01a137d4-0d81-46e0-aca6-c9185b391828" providerId="ADAL" clId="{228DCBF7-2D91-4473-9F7E-959AF134A5D6}" dt="2026-10-14T12:06:38.945" v="154" actId="1076"/>
          <ac:spMkLst>
            <pc:docMk/>
            <pc:sldMk cId="2206776845" sldId="1220"/>
            <ac:spMk id="6" creationId="{C1894501-9995-8FD8-79BB-9BC370C84D3A}"/>
          </ac:spMkLst>
        </pc:spChg>
        <pc:spChg chg="mod">
          <ac:chgData name="Minh Huynh" userId="01a137d4-0d81-46e0-aca6-c9185b391828" providerId="ADAL" clId="{228DCBF7-2D91-4473-9F7E-959AF134A5D6}" dt="2026-10-14T12:06:38.945" v="154" actId="1076"/>
          <ac:spMkLst>
            <pc:docMk/>
            <pc:sldMk cId="2206776845" sldId="1220"/>
            <ac:spMk id="7" creationId="{E7B29EB7-18CB-7B9E-479D-F5909D72338A}"/>
          </ac:spMkLst>
        </pc:spChg>
        <pc:spChg chg="mod">
          <ac:chgData name="Minh Huynh" userId="01a137d4-0d81-46e0-aca6-c9185b391828" providerId="ADAL" clId="{228DCBF7-2D91-4473-9F7E-959AF134A5D6}" dt="2026-10-14T12:06:38.945" v="154" actId="1076"/>
          <ac:spMkLst>
            <pc:docMk/>
            <pc:sldMk cId="2206776845" sldId="1220"/>
            <ac:spMk id="8" creationId="{ED1CDCD0-AD66-28A8-8917-185D80BC401C}"/>
          </ac:spMkLst>
        </pc:spChg>
        <pc:spChg chg="del">
          <ac:chgData name="Minh Huynh" userId="01a137d4-0d81-46e0-aca6-c9185b391828" providerId="ADAL" clId="{228DCBF7-2D91-4473-9F7E-959AF134A5D6}" dt="2026-10-14T12:06:59.372" v="161" actId="478"/>
          <ac:spMkLst>
            <pc:docMk/>
            <pc:sldMk cId="2206776845" sldId="1220"/>
            <ac:spMk id="10" creationId="{830E2DE8-AE3E-9268-D4C1-530E623BFF48}"/>
          </ac:spMkLst>
        </pc:spChg>
        <pc:spChg chg="mod">
          <ac:chgData name="Minh Huynh" userId="01a137d4-0d81-46e0-aca6-c9185b391828" providerId="ADAL" clId="{228DCBF7-2D91-4473-9F7E-959AF134A5D6}" dt="2026-10-14T12:06:38.945" v="154" actId="1076"/>
          <ac:spMkLst>
            <pc:docMk/>
            <pc:sldMk cId="2206776845" sldId="1220"/>
            <ac:spMk id="11" creationId="{4825D848-731F-5814-FAF1-154EE57B8076}"/>
          </ac:spMkLst>
        </pc:spChg>
        <pc:spChg chg="mod">
          <ac:chgData name="Minh Huynh" userId="01a137d4-0d81-46e0-aca6-c9185b391828" providerId="ADAL" clId="{228DCBF7-2D91-4473-9F7E-959AF134A5D6}" dt="2026-10-14T12:06:38.945" v="154" actId="1076"/>
          <ac:spMkLst>
            <pc:docMk/>
            <pc:sldMk cId="2206776845" sldId="1220"/>
            <ac:spMk id="12" creationId="{514430B5-6FC1-4A37-1485-F691E85E663D}"/>
          </ac:spMkLst>
        </pc:spChg>
        <pc:spChg chg="mod">
          <ac:chgData name="Minh Huynh" userId="01a137d4-0d81-46e0-aca6-c9185b391828" providerId="ADAL" clId="{228DCBF7-2D91-4473-9F7E-959AF134A5D6}" dt="2026-10-14T12:06:38.945" v="154" actId="1076"/>
          <ac:spMkLst>
            <pc:docMk/>
            <pc:sldMk cId="2206776845" sldId="1220"/>
            <ac:spMk id="13" creationId="{56D9D4DD-4685-2CF2-2A55-420E530B47EE}"/>
          </ac:spMkLst>
        </pc:spChg>
        <pc:spChg chg="mod">
          <ac:chgData name="Minh Huynh" userId="01a137d4-0d81-46e0-aca6-c9185b391828" providerId="ADAL" clId="{228DCBF7-2D91-4473-9F7E-959AF134A5D6}" dt="2026-10-14T12:06:38.945" v="154" actId="1076"/>
          <ac:spMkLst>
            <pc:docMk/>
            <pc:sldMk cId="2206776845" sldId="1220"/>
            <ac:spMk id="14" creationId="{1383DF36-00F5-BB07-B67E-26337EA54205}"/>
          </ac:spMkLst>
        </pc:spChg>
        <pc:spChg chg="add mod">
          <ac:chgData name="Minh Huynh" userId="01a137d4-0d81-46e0-aca6-c9185b391828" providerId="ADAL" clId="{228DCBF7-2D91-4473-9F7E-959AF134A5D6}" dt="2026-10-14T12:07:05.153" v="173" actId="20577"/>
          <ac:spMkLst>
            <pc:docMk/>
            <pc:sldMk cId="2206776845" sldId="1220"/>
            <ac:spMk id="18" creationId="{C87EF551-8965-4A95-9C8D-040F2A29E68F}"/>
          </ac:spMkLst>
        </pc:spChg>
        <pc:spChg chg="del">
          <ac:chgData name="Minh Huynh" userId="01a137d4-0d81-46e0-aca6-c9185b391828" providerId="ADAL" clId="{228DCBF7-2D91-4473-9F7E-959AF134A5D6}" dt="2026-10-14T12:06:59.372" v="161" actId="478"/>
          <ac:spMkLst>
            <pc:docMk/>
            <pc:sldMk cId="2206776845" sldId="1220"/>
            <ac:spMk id="44" creationId="{295701D2-8FB2-41CA-E010-81C2A33B8CB5}"/>
          </ac:spMkLst>
        </pc:spChg>
        <pc:spChg chg="del">
          <ac:chgData name="Minh Huynh" userId="01a137d4-0d81-46e0-aca6-c9185b391828" providerId="ADAL" clId="{228DCBF7-2D91-4473-9F7E-959AF134A5D6}" dt="2026-10-14T12:06:59.372" v="161" actId="478"/>
          <ac:spMkLst>
            <pc:docMk/>
            <pc:sldMk cId="2206776845" sldId="1220"/>
            <ac:spMk id="45" creationId="{B3BA2723-282C-3888-C6FA-C9534268291E}"/>
          </ac:spMkLst>
        </pc:spChg>
        <pc:spChg chg="del">
          <ac:chgData name="Minh Huynh" userId="01a137d4-0d81-46e0-aca6-c9185b391828" providerId="ADAL" clId="{228DCBF7-2D91-4473-9F7E-959AF134A5D6}" dt="2026-10-14T12:06:57.245" v="160" actId="478"/>
          <ac:spMkLst>
            <pc:docMk/>
            <pc:sldMk cId="2206776845" sldId="1220"/>
            <ac:spMk id="74" creationId="{09F358E9-2E42-D7F6-F1AD-B3ADA43EF64B}"/>
          </ac:spMkLst>
        </pc:spChg>
        <pc:spChg chg="del">
          <ac:chgData name="Minh Huynh" userId="01a137d4-0d81-46e0-aca6-c9185b391828" providerId="ADAL" clId="{228DCBF7-2D91-4473-9F7E-959AF134A5D6}" dt="2026-10-14T12:06:59.372" v="161" actId="478"/>
          <ac:spMkLst>
            <pc:docMk/>
            <pc:sldMk cId="2206776845" sldId="1220"/>
            <ac:spMk id="78" creationId="{01EA472D-2142-81FF-6B0D-B2177BA347D7}"/>
          </ac:spMkLst>
        </pc:spChg>
        <pc:spChg chg="del">
          <ac:chgData name="Minh Huynh" userId="01a137d4-0d81-46e0-aca6-c9185b391828" providerId="ADAL" clId="{228DCBF7-2D91-4473-9F7E-959AF134A5D6}" dt="2026-10-14T12:06:59.372" v="161" actId="478"/>
          <ac:spMkLst>
            <pc:docMk/>
            <pc:sldMk cId="2206776845" sldId="1220"/>
            <ac:spMk id="79" creationId="{CA048CF3-F12E-9C60-7D77-FFB4E17B9254}"/>
          </ac:spMkLst>
        </pc:spChg>
        <pc:spChg chg="del">
          <ac:chgData name="Minh Huynh" userId="01a137d4-0d81-46e0-aca6-c9185b391828" providerId="ADAL" clId="{228DCBF7-2D91-4473-9F7E-959AF134A5D6}" dt="2026-10-14T12:06:59.372" v="161" actId="478"/>
          <ac:spMkLst>
            <pc:docMk/>
            <pc:sldMk cId="2206776845" sldId="1220"/>
            <ac:spMk id="80" creationId="{5FD4788C-0896-10F5-6461-B56D630F877D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7:26.199" v="176"/>
        <pc:sldMkLst>
          <pc:docMk/>
          <pc:sldMk cId="2094585128" sldId="1226"/>
        </pc:sldMkLst>
        <pc:spChg chg="del">
          <ac:chgData name="Minh Huynh" userId="01a137d4-0d81-46e0-aca6-c9185b391828" providerId="ADAL" clId="{228DCBF7-2D91-4473-9F7E-959AF134A5D6}" dt="2026-10-14T12:07:23.167" v="175" actId="478"/>
          <ac:spMkLst>
            <pc:docMk/>
            <pc:sldMk cId="2094585128" sldId="1226"/>
            <ac:spMk id="10" creationId="{946905A2-E590-AD58-4CC7-CFF75E3611A4}"/>
          </ac:spMkLst>
        </pc:spChg>
        <pc:spChg chg="add mod">
          <ac:chgData name="Minh Huynh" userId="01a137d4-0d81-46e0-aca6-c9185b391828" providerId="ADAL" clId="{228DCBF7-2D91-4473-9F7E-959AF134A5D6}" dt="2026-10-14T12:07:26.199" v="176"/>
          <ac:spMkLst>
            <pc:docMk/>
            <pc:sldMk cId="2094585128" sldId="1226"/>
            <ac:spMk id="41" creationId="{9200354C-D864-4AB9-B35E-8B41E0B1F042}"/>
          </ac:spMkLst>
        </pc:spChg>
        <pc:spChg chg="del">
          <ac:chgData name="Minh Huynh" userId="01a137d4-0d81-46e0-aca6-c9185b391828" providerId="ADAL" clId="{228DCBF7-2D91-4473-9F7E-959AF134A5D6}" dt="2026-10-14T12:07:23.167" v="175" actId="478"/>
          <ac:spMkLst>
            <pc:docMk/>
            <pc:sldMk cId="2094585128" sldId="1226"/>
            <ac:spMk id="44" creationId="{96975218-EF51-1E8E-90C3-0A5218AE00CA}"/>
          </ac:spMkLst>
        </pc:spChg>
        <pc:spChg chg="del">
          <ac:chgData name="Minh Huynh" userId="01a137d4-0d81-46e0-aca6-c9185b391828" providerId="ADAL" clId="{228DCBF7-2D91-4473-9F7E-959AF134A5D6}" dt="2026-10-14T12:07:23.167" v="175" actId="478"/>
          <ac:spMkLst>
            <pc:docMk/>
            <pc:sldMk cId="2094585128" sldId="1226"/>
            <ac:spMk id="45" creationId="{0E93318E-87C9-C014-2625-5347A1F78FB0}"/>
          </ac:spMkLst>
        </pc:spChg>
        <pc:spChg chg="del">
          <ac:chgData name="Minh Huynh" userId="01a137d4-0d81-46e0-aca6-c9185b391828" providerId="ADAL" clId="{228DCBF7-2D91-4473-9F7E-959AF134A5D6}" dt="2026-10-14T12:07:23.167" v="175" actId="478"/>
          <ac:spMkLst>
            <pc:docMk/>
            <pc:sldMk cId="2094585128" sldId="1226"/>
            <ac:spMk id="74" creationId="{A7864950-23FC-B1F8-8DFF-778658E13DF5}"/>
          </ac:spMkLst>
        </pc:spChg>
        <pc:spChg chg="del">
          <ac:chgData name="Minh Huynh" userId="01a137d4-0d81-46e0-aca6-c9185b391828" providerId="ADAL" clId="{228DCBF7-2D91-4473-9F7E-959AF134A5D6}" dt="2026-10-14T12:07:23.167" v="175" actId="478"/>
          <ac:spMkLst>
            <pc:docMk/>
            <pc:sldMk cId="2094585128" sldId="1226"/>
            <ac:spMk id="78" creationId="{91D9975D-FB44-D87F-218B-2037FC0B65F9}"/>
          </ac:spMkLst>
        </pc:spChg>
        <pc:spChg chg="del">
          <ac:chgData name="Minh Huynh" userId="01a137d4-0d81-46e0-aca6-c9185b391828" providerId="ADAL" clId="{228DCBF7-2D91-4473-9F7E-959AF134A5D6}" dt="2026-10-14T12:07:23.167" v="175" actId="478"/>
          <ac:spMkLst>
            <pc:docMk/>
            <pc:sldMk cId="2094585128" sldId="1226"/>
            <ac:spMk id="79" creationId="{B27E0498-2A84-1161-033A-2CCCA5B55654}"/>
          </ac:spMkLst>
        </pc:spChg>
        <pc:spChg chg="del">
          <ac:chgData name="Minh Huynh" userId="01a137d4-0d81-46e0-aca6-c9185b391828" providerId="ADAL" clId="{228DCBF7-2D91-4473-9F7E-959AF134A5D6}" dt="2026-10-14T12:07:23.167" v="175" actId="478"/>
          <ac:spMkLst>
            <pc:docMk/>
            <pc:sldMk cId="2094585128" sldId="1226"/>
            <ac:spMk id="80" creationId="{4373640F-9819-4D65-BA93-607B957D0696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8:16.969" v="203" actId="478"/>
        <pc:sldMkLst>
          <pc:docMk/>
          <pc:sldMk cId="25399426" sldId="1240"/>
        </pc:sldMkLst>
        <pc:spChg chg="del">
          <ac:chgData name="Minh Huynh" userId="01a137d4-0d81-46e0-aca6-c9185b391828" providerId="ADAL" clId="{228DCBF7-2D91-4473-9F7E-959AF134A5D6}" dt="2026-10-14T12:07:55.510" v="181" actId="478"/>
          <ac:spMkLst>
            <pc:docMk/>
            <pc:sldMk cId="25399426" sldId="1240"/>
            <ac:spMk id="2" creationId="{EA18AE1B-BCFF-C3EF-428B-0779F283BC12}"/>
          </ac:spMkLst>
        </pc:spChg>
        <pc:spChg chg="del">
          <ac:chgData name="Minh Huynh" userId="01a137d4-0d81-46e0-aca6-c9185b391828" providerId="ADAL" clId="{228DCBF7-2D91-4473-9F7E-959AF134A5D6}" dt="2026-10-14T12:08:16.969" v="203" actId="478"/>
          <ac:spMkLst>
            <pc:docMk/>
            <pc:sldMk cId="25399426" sldId="1240"/>
            <ac:spMk id="4" creationId="{AAC0E1F2-7673-BFA6-3CAB-40A9487549FB}"/>
          </ac:spMkLst>
        </pc:spChg>
        <pc:spChg chg="del">
          <ac:chgData name="Minh Huynh" userId="01a137d4-0d81-46e0-aca6-c9185b391828" providerId="ADAL" clId="{228DCBF7-2D91-4473-9F7E-959AF134A5D6}" dt="2026-10-14T12:07:55.510" v="181" actId="478"/>
          <ac:spMkLst>
            <pc:docMk/>
            <pc:sldMk cId="25399426" sldId="1240"/>
            <ac:spMk id="10" creationId="{038948E9-2F0E-EA1B-7365-79AE34EB907E}"/>
          </ac:spMkLst>
        </pc:spChg>
        <pc:spChg chg="add mod">
          <ac:chgData name="Minh Huynh" userId="01a137d4-0d81-46e0-aca6-c9185b391828" providerId="ADAL" clId="{228DCBF7-2D91-4473-9F7E-959AF134A5D6}" dt="2026-10-14T12:08:03.036" v="199" actId="20577"/>
          <ac:spMkLst>
            <pc:docMk/>
            <pc:sldMk cId="25399426" sldId="1240"/>
            <ac:spMk id="13" creationId="{4EACE79B-B5E9-44AD-B18C-D9DEFE0E65EC}"/>
          </ac:spMkLst>
        </pc:spChg>
        <pc:spChg chg="del">
          <ac:chgData name="Minh Huynh" userId="01a137d4-0d81-46e0-aca6-c9185b391828" providerId="ADAL" clId="{228DCBF7-2D91-4473-9F7E-959AF134A5D6}" dt="2026-10-14T12:07:55.510" v="181" actId="478"/>
          <ac:spMkLst>
            <pc:docMk/>
            <pc:sldMk cId="25399426" sldId="1240"/>
            <ac:spMk id="44" creationId="{7D7D92D6-07DC-931C-9387-61B2DA7DFABF}"/>
          </ac:spMkLst>
        </pc:spChg>
        <pc:spChg chg="del">
          <ac:chgData name="Minh Huynh" userId="01a137d4-0d81-46e0-aca6-c9185b391828" providerId="ADAL" clId="{228DCBF7-2D91-4473-9F7E-959AF134A5D6}" dt="2026-10-14T12:07:55.510" v="181" actId="478"/>
          <ac:spMkLst>
            <pc:docMk/>
            <pc:sldMk cId="25399426" sldId="1240"/>
            <ac:spMk id="45" creationId="{06C9CF6B-CC06-3CBC-51BE-26214E234C67}"/>
          </ac:spMkLst>
        </pc:spChg>
        <pc:spChg chg="del">
          <ac:chgData name="Minh Huynh" userId="01a137d4-0d81-46e0-aca6-c9185b391828" providerId="ADAL" clId="{228DCBF7-2D91-4473-9F7E-959AF134A5D6}" dt="2026-10-14T12:07:55.510" v="181" actId="478"/>
          <ac:spMkLst>
            <pc:docMk/>
            <pc:sldMk cId="25399426" sldId="1240"/>
            <ac:spMk id="74" creationId="{3B226DCE-D4A2-F468-AA0E-F4BBD5F64C62}"/>
          </ac:spMkLst>
        </pc:spChg>
        <pc:spChg chg="del">
          <ac:chgData name="Minh Huynh" userId="01a137d4-0d81-46e0-aca6-c9185b391828" providerId="ADAL" clId="{228DCBF7-2D91-4473-9F7E-959AF134A5D6}" dt="2026-10-14T12:07:55.510" v="181" actId="478"/>
          <ac:spMkLst>
            <pc:docMk/>
            <pc:sldMk cId="25399426" sldId="1240"/>
            <ac:spMk id="78" creationId="{787645EA-F05E-9B00-96AE-5A44531A64A7}"/>
          </ac:spMkLst>
        </pc:spChg>
        <pc:spChg chg="del">
          <ac:chgData name="Minh Huynh" userId="01a137d4-0d81-46e0-aca6-c9185b391828" providerId="ADAL" clId="{228DCBF7-2D91-4473-9F7E-959AF134A5D6}" dt="2026-10-14T12:07:55.510" v="181" actId="478"/>
          <ac:spMkLst>
            <pc:docMk/>
            <pc:sldMk cId="25399426" sldId="1240"/>
            <ac:spMk id="79" creationId="{68BD8ED0-E4AB-1D2B-0D0C-F1DFFFBC69FA}"/>
          </ac:spMkLst>
        </pc:spChg>
        <pc:spChg chg="del">
          <ac:chgData name="Minh Huynh" userId="01a137d4-0d81-46e0-aca6-c9185b391828" providerId="ADAL" clId="{228DCBF7-2D91-4473-9F7E-959AF134A5D6}" dt="2026-10-14T12:07:55.510" v="181" actId="478"/>
          <ac:spMkLst>
            <pc:docMk/>
            <pc:sldMk cId="25399426" sldId="1240"/>
            <ac:spMk id="80" creationId="{18ACD014-F828-CE50-F691-1F98FE1EF628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7:43.295" v="179"/>
        <pc:sldMkLst>
          <pc:docMk/>
          <pc:sldMk cId="2132408675" sldId="1244"/>
        </pc:sldMkLst>
        <pc:spChg chg="del">
          <ac:chgData name="Minh Huynh" userId="01a137d4-0d81-46e0-aca6-c9185b391828" providerId="ADAL" clId="{228DCBF7-2D91-4473-9F7E-959AF134A5D6}" dt="2026-10-14T12:07:40.554" v="178" actId="478"/>
          <ac:spMkLst>
            <pc:docMk/>
            <pc:sldMk cId="2132408675" sldId="1244"/>
            <ac:spMk id="10" creationId="{E31F2C90-DC6A-B00E-1EB4-F8F99B4F593A}"/>
          </ac:spMkLst>
        </pc:spChg>
        <pc:spChg chg="add mod">
          <ac:chgData name="Minh Huynh" userId="01a137d4-0d81-46e0-aca6-c9185b391828" providerId="ADAL" clId="{228DCBF7-2D91-4473-9F7E-959AF134A5D6}" dt="2026-10-14T12:07:43.295" v="179"/>
          <ac:spMkLst>
            <pc:docMk/>
            <pc:sldMk cId="2132408675" sldId="1244"/>
            <ac:spMk id="14" creationId="{FBA8CBBF-07C0-453C-B812-C6E1E8AD8FE0}"/>
          </ac:spMkLst>
        </pc:spChg>
        <pc:spChg chg="del">
          <ac:chgData name="Minh Huynh" userId="01a137d4-0d81-46e0-aca6-c9185b391828" providerId="ADAL" clId="{228DCBF7-2D91-4473-9F7E-959AF134A5D6}" dt="2026-10-14T12:07:40.554" v="178" actId="478"/>
          <ac:spMkLst>
            <pc:docMk/>
            <pc:sldMk cId="2132408675" sldId="1244"/>
            <ac:spMk id="44" creationId="{3A9DB58D-D355-0840-E163-0A477E02F212}"/>
          </ac:spMkLst>
        </pc:spChg>
        <pc:spChg chg="del">
          <ac:chgData name="Minh Huynh" userId="01a137d4-0d81-46e0-aca6-c9185b391828" providerId="ADAL" clId="{228DCBF7-2D91-4473-9F7E-959AF134A5D6}" dt="2026-10-14T12:07:40.554" v="178" actId="478"/>
          <ac:spMkLst>
            <pc:docMk/>
            <pc:sldMk cId="2132408675" sldId="1244"/>
            <ac:spMk id="45" creationId="{1C176049-83FF-0A7E-09A6-9697F5119A88}"/>
          </ac:spMkLst>
        </pc:spChg>
        <pc:spChg chg="del">
          <ac:chgData name="Minh Huynh" userId="01a137d4-0d81-46e0-aca6-c9185b391828" providerId="ADAL" clId="{228DCBF7-2D91-4473-9F7E-959AF134A5D6}" dt="2026-10-14T12:07:40.554" v="178" actId="478"/>
          <ac:spMkLst>
            <pc:docMk/>
            <pc:sldMk cId="2132408675" sldId="1244"/>
            <ac:spMk id="74" creationId="{5CFD2237-628E-90B5-CDE0-E35F1B048F33}"/>
          </ac:spMkLst>
        </pc:spChg>
        <pc:spChg chg="del">
          <ac:chgData name="Minh Huynh" userId="01a137d4-0d81-46e0-aca6-c9185b391828" providerId="ADAL" clId="{228DCBF7-2D91-4473-9F7E-959AF134A5D6}" dt="2026-10-14T12:07:40.554" v="178" actId="478"/>
          <ac:spMkLst>
            <pc:docMk/>
            <pc:sldMk cId="2132408675" sldId="1244"/>
            <ac:spMk id="78" creationId="{994FBC65-E5B9-1AA5-4DEA-4E434D4CCED3}"/>
          </ac:spMkLst>
        </pc:spChg>
        <pc:spChg chg="del">
          <ac:chgData name="Minh Huynh" userId="01a137d4-0d81-46e0-aca6-c9185b391828" providerId="ADAL" clId="{228DCBF7-2D91-4473-9F7E-959AF134A5D6}" dt="2026-10-14T12:07:40.554" v="178" actId="478"/>
          <ac:spMkLst>
            <pc:docMk/>
            <pc:sldMk cId="2132408675" sldId="1244"/>
            <ac:spMk id="79" creationId="{FD8D90F0-149A-62FB-7DAD-2A1994F2EF3E}"/>
          </ac:spMkLst>
        </pc:spChg>
        <pc:spChg chg="del">
          <ac:chgData name="Minh Huynh" userId="01a137d4-0d81-46e0-aca6-c9185b391828" providerId="ADAL" clId="{228DCBF7-2D91-4473-9F7E-959AF134A5D6}" dt="2026-10-14T12:07:40.554" v="178" actId="478"/>
          <ac:spMkLst>
            <pc:docMk/>
            <pc:sldMk cId="2132408675" sldId="1244"/>
            <ac:spMk id="80" creationId="{9207A3BF-082E-625C-DEBB-8E1A87CED4FD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8:35.793" v="205"/>
        <pc:sldMkLst>
          <pc:docMk/>
          <pc:sldMk cId="952664020" sldId="1252"/>
        </pc:sldMkLst>
        <pc:spChg chg="del">
          <ac:chgData name="Minh Huynh" userId="01a137d4-0d81-46e0-aca6-c9185b391828" providerId="ADAL" clId="{228DCBF7-2D91-4473-9F7E-959AF134A5D6}" dt="2026-10-14T12:08:11.828" v="201" actId="478"/>
          <ac:spMkLst>
            <pc:docMk/>
            <pc:sldMk cId="952664020" sldId="1252"/>
            <ac:spMk id="2" creationId="{14DD9924-7C39-0A6D-B555-260FA653BB41}"/>
          </ac:spMkLst>
        </pc:spChg>
        <pc:spChg chg="del">
          <ac:chgData name="Minh Huynh" userId="01a137d4-0d81-46e0-aca6-c9185b391828" providerId="ADAL" clId="{228DCBF7-2D91-4473-9F7E-959AF134A5D6}" dt="2026-10-14T12:08:11.828" v="201" actId="478"/>
          <ac:spMkLst>
            <pc:docMk/>
            <pc:sldMk cId="952664020" sldId="1252"/>
            <ac:spMk id="10" creationId="{67FD360C-773E-B08B-CB8C-2EB9FC25F854}"/>
          </ac:spMkLst>
        </pc:spChg>
        <pc:spChg chg="add mod">
          <ac:chgData name="Minh Huynh" userId="01a137d4-0d81-46e0-aca6-c9185b391828" providerId="ADAL" clId="{228DCBF7-2D91-4473-9F7E-959AF134A5D6}" dt="2026-10-14T12:08:14.876" v="202"/>
          <ac:spMkLst>
            <pc:docMk/>
            <pc:sldMk cId="952664020" sldId="1252"/>
            <ac:spMk id="25" creationId="{5E38BB17-13DF-4FA7-97AD-12865079144B}"/>
          </ac:spMkLst>
        </pc:spChg>
        <pc:spChg chg="add del mod">
          <ac:chgData name="Minh Huynh" userId="01a137d4-0d81-46e0-aca6-c9185b391828" providerId="ADAL" clId="{228DCBF7-2D91-4473-9F7E-959AF134A5D6}" dt="2026-10-14T12:08:35.793" v="205"/>
          <ac:spMkLst>
            <pc:docMk/>
            <pc:sldMk cId="952664020" sldId="1252"/>
            <ac:spMk id="26" creationId="{31268A95-D6B4-4364-8035-E1B54F486766}"/>
          </ac:spMkLst>
        </pc:spChg>
        <pc:spChg chg="del">
          <ac:chgData name="Minh Huynh" userId="01a137d4-0d81-46e0-aca6-c9185b391828" providerId="ADAL" clId="{228DCBF7-2D91-4473-9F7E-959AF134A5D6}" dt="2026-10-14T12:08:11.828" v="201" actId="478"/>
          <ac:spMkLst>
            <pc:docMk/>
            <pc:sldMk cId="952664020" sldId="1252"/>
            <ac:spMk id="44" creationId="{6C8305B3-9D9D-9550-2FE7-B132D3F88BCF}"/>
          </ac:spMkLst>
        </pc:spChg>
        <pc:spChg chg="del">
          <ac:chgData name="Minh Huynh" userId="01a137d4-0d81-46e0-aca6-c9185b391828" providerId="ADAL" clId="{228DCBF7-2D91-4473-9F7E-959AF134A5D6}" dt="2026-10-14T12:08:11.828" v="201" actId="478"/>
          <ac:spMkLst>
            <pc:docMk/>
            <pc:sldMk cId="952664020" sldId="1252"/>
            <ac:spMk id="45" creationId="{44E73675-EB90-14D8-85BE-AEC8A7ABD1E4}"/>
          </ac:spMkLst>
        </pc:spChg>
        <pc:spChg chg="del">
          <ac:chgData name="Minh Huynh" userId="01a137d4-0d81-46e0-aca6-c9185b391828" providerId="ADAL" clId="{228DCBF7-2D91-4473-9F7E-959AF134A5D6}" dt="2026-10-14T12:08:11.828" v="201" actId="478"/>
          <ac:spMkLst>
            <pc:docMk/>
            <pc:sldMk cId="952664020" sldId="1252"/>
            <ac:spMk id="74" creationId="{1E5F3390-D085-03A3-62E0-740FDAD37483}"/>
          </ac:spMkLst>
        </pc:spChg>
        <pc:spChg chg="del">
          <ac:chgData name="Minh Huynh" userId="01a137d4-0d81-46e0-aca6-c9185b391828" providerId="ADAL" clId="{228DCBF7-2D91-4473-9F7E-959AF134A5D6}" dt="2026-10-14T12:08:11.828" v="201" actId="478"/>
          <ac:spMkLst>
            <pc:docMk/>
            <pc:sldMk cId="952664020" sldId="1252"/>
            <ac:spMk id="78" creationId="{1FDA3661-C020-79C6-9D9B-43B6F97E2916}"/>
          </ac:spMkLst>
        </pc:spChg>
        <pc:spChg chg="del">
          <ac:chgData name="Minh Huynh" userId="01a137d4-0d81-46e0-aca6-c9185b391828" providerId="ADAL" clId="{228DCBF7-2D91-4473-9F7E-959AF134A5D6}" dt="2026-10-14T12:08:11.828" v="201" actId="478"/>
          <ac:spMkLst>
            <pc:docMk/>
            <pc:sldMk cId="952664020" sldId="1252"/>
            <ac:spMk id="79" creationId="{BD5B83AB-1D9E-E42C-4A12-AAC5E5480B5A}"/>
          </ac:spMkLst>
        </pc:spChg>
        <pc:spChg chg="del">
          <ac:chgData name="Minh Huynh" userId="01a137d4-0d81-46e0-aca6-c9185b391828" providerId="ADAL" clId="{228DCBF7-2D91-4473-9F7E-959AF134A5D6}" dt="2026-10-14T12:08:11.828" v="201" actId="478"/>
          <ac:spMkLst>
            <pc:docMk/>
            <pc:sldMk cId="952664020" sldId="1252"/>
            <ac:spMk id="80" creationId="{631903E9-A277-73F8-968D-BC0113C4128D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9:10.259" v="229"/>
        <pc:sldMkLst>
          <pc:docMk/>
          <pc:sldMk cId="60795347" sldId="1261"/>
        </pc:sldMkLst>
        <pc:spChg chg="del">
          <ac:chgData name="Minh Huynh" userId="01a137d4-0d81-46e0-aca6-c9185b391828" providerId="ADAL" clId="{228DCBF7-2D91-4473-9F7E-959AF134A5D6}" dt="2026-10-14T12:09:04.530" v="227" actId="478"/>
          <ac:spMkLst>
            <pc:docMk/>
            <pc:sldMk cId="60795347" sldId="1261"/>
            <ac:spMk id="2" creationId="{5F64DD71-DED3-2F0F-5D0F-9B6F22796E60}"/>
          </ac:spMkLst>
        </pc:spChg>
        <pc:spChg chg="del">
          <ac:chgData name="Minh Huynh" userId="01a137d4-0d81-46e0-aca6-c9185b391828" providerId="ADAL" clId="{228DCBF7-2D91-4473-9F7E-959AF134A5D6}" dt="2026-10-14T12:09:04.530" v="227" actId="478"/>
          <ac:spMkLst>
            <pc:docMk/>
            <pc:sldMk cId="60795347" sldId="1261"/>
            <ac:spMk id="3" creationId="{FDB0B870-F6FE-0C08-C6A2-620F5BF8BF6E}"/>
          </ac:spMkLst>
        </pc:spChg>
        <pc:spChg chg="del">
          <ac:chgData name="Minh Huynh" userId="01a137d4-0d81-46e0-aca6-c9185b391828" providerId="ADAL" clId="{228DCBF7-2D91-4473-9F7E-959AF134A5D6}" dt="2026-10-14T12:09:04.530" v="227" actId="478"/>
          <ac:spMkLst>
            <pc:docMk/>
            <pc:sldMk cId="60795347" sldId="1261"/>
            <ac:spMk id="4" creationId="{C67B6236-0C32-5A13-1A9B-8B01D542647C}"/>
          </ac:spMkLst>
        </pc:spChg>
        <pc:spChg chg="del">
          <ac:chgData name="Minh Huynh" userId="01a137d4-0d81-46e0-aca6-c9185b391828" providerId="ADAL" clId="{228DCBF7-2D91-4473-9F7E-959AF134A5D6}" dt="2026-10-14T12:09:04.530" v="227" actId="478"/>
          <ac:spMkLst>
            <pc:docMk/>
            <pc:sldMk cId="60795347" sldId="1261"/>
            <ac:spMk id="5" creationId="{5F30AE6C-E948-EEE5-D949-3444ED1BB72C}"/>
          </ac:spMkLst>
        </pc:spChg>
        <pc:spChg chg="del">
          <ac:chgData name="Minh Huynh" userId="01a137d4-0d81-46e0-aca6-c9185b391828" providerId="ADAL" clId="{228DCBF7-2D91-4473-9F7E-959AF134A5D6}" dt="2026-10-14T12:09:04.530" v="227" actId="478"/>
          <ac:spMkLst>
            <pc:docMk/>
            <pc:sldMk cId="60795347" sldId="1261"/>
            <ac:spMk id="6" creationId="{0C440723-3424-F9DE-0939-196E76D0E8D9}"/>
          </ac:spMkLst>
        </pc:spChg>
        <pc:spChg chg="del">
          <ac:chgData name="Minh Huynh" userId="01a137d4-0d81-46e0-aca6-c9185b391828" providerId="ADAL" clId="{228DCBF7-2D91-4473-9F7E-959AF134A5D6}" dt="2026-10-14T12:09:04.530" v="227" actId="478"/>
          <ac:spMkLst>
            <pc:docMk/>
            <pc:sldMk cId="60795347" sldId="1261"/>
            <ac:spMk id="7" creationId="{ADE25162-A80C-808C-C1FC-84E5716C330F}"/>
          </ac:spMkLst>
        </pc:spChg>
        <pc:spChg chg="del">
          <ac:chgData name="Minh Huynh" userId="01a137d4-0d81-46e0-aca6-c9185b391828" providerId="ADAL" clId="{228DCBF7-2D91-4473-9F7E-959AF134A5D6}" dt="2026-10-14T12:09:04.530" v="227" actId="478"/>
          <ac:spMkLst>
            <pc:docMk/>
            <pc:sldMk cId="60795347" sldId="1261"/>
            <ac:spMk id="8" creationId="{5C53EAC0-4ACE-F631-2943-492F3208220B}"/>
          </ac:spMkLst>
        </pc:spChg>
        <pc:spChg chg="add mod">
          <ac:chgData name="Minh Huynh" userId="01a137d4-0d81-46e0-aca6-c9185b391828" providerId="ADAL" clId="{228DCBF7-2D91-4473-9F7E-959AF134A5D6}" dt="2026-10-14T12:09:10.259" v="229"/>
          <ac:spMkLst>
            <pc:docMk/>
            <pc:sldMk cId="60795347" sldId="1261"/>
            <ac:spMk id="26" creationId="{E4441832-A349-4811-B60C-48F409577DB5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9:11.434" v="230"/>
        <pc:sldMkLst>
          <pc:docMk/>
          <pc:sldMk cId="2185986839" sldId="1262"/>
        </pc:sldMkLst>
        <pc:spChg chg="del">
          <ac:chgData name="Minh Huynh" userId="01a137d4-0d81-46e0-aca6-c9185b391828" providerId="ADAL" clId="{228DCBF7-2D91-4473-9F7E-959AF134A5D6}" dt="2026-10-14T12:09:07.308" v="228" actId="478"/>
          <ac:spMkLst>
            <pc:docMk/>
            <pc:sldMk cId="2185986839" sldId="1262"/>
            <ac:spMk id="2" creationId="{B0D34A95-1325-A312-452B-950D72AB247D}"/>
          </ac:spMkLst>
        </pc:spChg>
        <pc:spChg chg="del">
          <ac:chgData name="Minh Huynh" userId="01a137d4-0d81-46e0-aca6-c9185b391828" providerId="ADAL" clId="{228DCBF7-2D91-4473-9F7E-959AF134A5D6}" dt="2026-10-14T12:09:07.308" v="228" actId="478"/>
          <ac:spMkLst>
            <pc:docMk/>
            <pc:sldMk cId="2185986839" sldId="1262"/>
            <ac:spMk id="3" creationId="{F7245ABC-4F33-CDE2-E84A-83E076479276}"/>
          </ac:spMkLst>
        </pc:spChg>
        <pc:spChg chg="del">
          <ac:chgData name="Minh Huynh" userId="01a137d4-0d81-46e0-aca6-c9185b391828" providerId="ADAL" clId="{228DCBF7-2D91-4473-9F7E-959AF134A5D6}" dt="2026-10-14T12:09:07.308" v="228" actId="478"/>
          <ac:spMkLst>
            <pc:docMk/>
            <pc:sldMk cId="2185986839" sldId="1262"/>
            <ac:spMk id="4" creationId="{88B6F699-968C-1EB0-E4CD-0A693E9E06B4}"/>
          </ac:spMkLst>
        </pc:spChg>
        <pc:spChg chg="del">
          <ac:chgData name="Minh Huynh" userId="01a137d4-0d81-46e0-aca6-c9185b391828" providerId="ADAL" clId="{228DCBF7-2D91-4473-9F7E-959AF134A5D6}" dt="2026-10-14T12:09:07.308" v="228" actId="478"/>
          <ac:spMkLst>
            <pc:docMk/>
            <pc:sldMk cId="2185986839" sldId="1262"/>
            <ac:spMk id="5" creationId="{037A660E-1CE2-D572-F874-6176C5351D82}"/>
          </ac:spMkLst>
        </pc:spChg>
        <pc:spChg chg="del">
          <ac:chgData name="Minh Huynh" userId="01a137d4-0d81-46e0-aca6-c9185b391828" providerId="ADAL" clId="{228DCBF7-2D91-4473-9F7E-959AF134A5D6}" dt="2026-10-14T12:09:07.308" v="228" actId="478"/>
          <ac:spMkLst>
            <pc:docMk/>
            <pc:sldMk cId="2185986839" sldId="1262"/>
            <ac:spMk id="6" creationId="{322BC2D7-886F-3F84-A17E-A9718120B77A}"/>
          </ac:spMkLst>
        </pc:spChg>
        <pc:spChg chg="del">
          <ac:chgData name="Minh Huynh" userId="01a137d4-0d81-46e0-aca6-c9185b391828" providerId="ADAL" clId="{228DCBF7-2D91-4473-9F7E-959AF134A5D6}" dt="2026-10-14T12:09:07.308" v="228" actId="478"/>
          <ac:spMkLst>
            <pc:docMk/>
            <pc:sldMk cId="2185986839" sldId="1262"/>
            <ac:spMk id="7" creationId="{00AA204D-C5CD-E3FF-1C2F-68FF7E9CCBE5}"/>
          </ac:spMkLst>
        </pc:spChg>
        <pc:spChg chg="del">
          <ac:chgData name="Minh Huynh" userId="01a137d4-0d81-46e0-aca6-c9185b391828" providerId="ADAL" clId="{228DCBF7-2D91-4473-9F7E-959AF134A5D6}" dt="2026-10-14T12:09:07.308" v="228" actId="478"/>
          <ac:spMkLst>
            <pc:docMk/>
            <pc:sldMk cId="2185986839" sldId="1262"/>
            <ac:spMk id="8" creationId="{52DE8210-7D02-78A3-6A9D-0888DE393890}"/>
          </ac:spMkLst>
        </pc:spChg>
        <pc:spChg chg="add mod">
          <ac:chgData name="Minh Huynh" userId="01a137d4-0d81-46e0-aca6-c9185b391828" providerId="ADAL" clId="{228DCBF7-2D91-4473-9F7E-959AF134A5D6}" dt="2026-10-14T12:09:11.434" v="230"/>
          <ac:spMkLst>
            <pc:docMk/>
            <pc:sldMk cId="2185986839" sldId="1262"/>
            <ac:spMk id="21" creationId="{875DF2AF-56A3-4CB7-AE5C-689781D94583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09:44.641" v="267" actId="20577"/>
        <pc:sldMkLst>
          <pc:docMk/>
          <pc:sldMk cId="1518683026" sldId="1267"/>
        </pc:sldMkLst>
        <pc:spChg chg="del">
          <ac:chgData name="Minh Huynh" userId="01a137d4-0d81-46e0-aca6-c9185b391828" providerId="ADAL" clId="{228DCBF7-2D91-4473-9F7E-959AF134A5D6}" dt="2026-10-14T12:09:32.145" v="232" actId="478"/>
          <ac:spMkLst>
            <pc:docMk/>
            <pc:sldMk cId="1518683026" sldId="1267"/>
            <ac:spMk id="7" creationId="{128B828E-A4EC-6F98-FD4B-3808499D7F41}"/>
          </ac:spMkLst>
        </pc:spChg>
        <pc:spChg chg="del">
          <ac:chgData name="Minh Huynh" userId="01a137d4-0d81-46e0-aca6-c9185b391828" providerId="ADAL" clId="{228DCBF7-2D91-4473-9F7E-959AF134A5D6}" dt="2026-10-14T12:09:32.145" v="232" actId="478"/>
          <ac:spMkLst>
            <pc:docMk/>
            <pc:sldMk cId="1518683026" sldId="1267"/>
            <ac:spMk id="8" creationId="{BF232048-345A-212A-C2DE-DEC4919EEEBC}"/>
          </ac:spMkLst>
        </pc:spChg>
        <pc:spChg chg="del">
          <ac:chgData name="Minh Huynh" userId="01a137d4-0d81-46e0-aca6-c9185b391828" providerId="ADAL" clId="{228DCBF7-2D91-4473-9F7E-959AF134A5D6}" dt="2026-10-14T12:09:32.145" v="232" actId="478"/>
          <ac:spMkLst>
            <pc:docMk/>
            <pc:sldMk cId="1518683026" sldId="1267"/>
            <ac:spMk id="9" creationId="{D24DAB31-3B64-FF3C-356C-07E557683DD6}"/>
          </ac:spMkLst>
        </pc:spChg>
        <pc:spChg chg="del">
          <ac:chgData name="Minh Huynh" userId="01a137d4-0d81-46e0-aca6-c9185b391828" providerId="ADAL" clId="{228DCBF7-2D91-4473-9F7E-959AF134A5D6}" dt="2026-10-14T12:09:32.145" v="232" actId="478"/>
          <ac:spMkLst>
            <pc:docMk/>
            <pc:sldMk cId="1518683026" sldId="1267"/>
            <ac:spMk id="10" creationId="{EADFA30F-22C7-81BC-2D91-CF90BB2FABEC}"/>
          </ac:spMkLst>
        </pc:spChg>
        <pc:spChg chg="del">
          <ac:chgData name="Minh Huynh" userId="01a137d4-0d81-46e0-aca6-c9185b391828" providerId="ADAL" clId="{228DCBF7-2D91-4473-9F7E-959AF134A5D6}" dt="2026-10-14T12:09:32.145" v="232" actId="478"/>
          <ac:spMkLst>
            <pc:docMk/>
            <pc:sldMk cId="1518683026" sldId="1267"/>
            <ac:spMk id="11" creationId="{29793E9C-3E69-89E2-4466-F71C56CB2CC0}"/>
          </ac:spMkLst>
        </pc:spChg>
        <pc:spChg chg="del">
          <ac:chgData name="Minh Huynh" userId="01a137d4-0d81-46e0-aca6-c9185b391828" providerId="ADAL" clId="{228DCBF7-2D91-4473-9F7E-959AF134A5D6}" dt="2026-10-14T12:09:32.145" v="232" actId="478"/>
          <ac:spMkLst>
            <pc:docMk/>
            <pc:sldMk cId="1518683026" sldId="1267"/>
            <ac:spMk id="12" creationId="{EA808FF7-708E-365C-A27E-E006E9848B35}"/>
          </ac:spMkLst>
        </pc:spChg>
        <pc:spChg chg="del">
          <ac:chgData name="Minh Huynh" userId="01a137d4-0d81-46e0-aca6-c9185b391828" providerId="ADAL" clId="{228DCBF7-2D91-4473-9F7E-959AF134A5D6}" dt="2026-10-14T12:09:32.145" v="232" actId="478"/>
          <ac:spMkLst>
            <pc:docMk/>
            <pc:sldMk cId="1518683026" sldId="1267"/>
            <ac:spMk id="13" creationId="{D381083E-3160-C0F8-84F9-0FFC8169FA46}"/>
          </ac:spMkLst>
        </pc:spChg>
        <pc:spChg chg="add mod">
          <ac:chgData name="Minh Huynh" userId="01a137d4-0d81-46e0-aca6-c9185b391828" providerId="ADAL" clId="{228DCBF7-2D91-4473-9F7E-959AF134A5D6}" dt="2026-10-14T12:09:44.641" v="267" actId="20577"/>
          <ac:spMkLst>
            <pc:docMk/>
            <pc:sldMk cId="1518683026" sldId="1267"/>
            <ac:spMk id="24" creationId="{4148B79A-D587-4F86-A4D3-D67493E74AD8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10:00.938" v="270"/>
        <pc:sldMkLst>
          <pc:docMk/>
          <pc:sldMk cId="1894680212" sldId="1271"/>
        </pc:sldMkLst>
        <pc:spChg chg="del">
          <ac:chgData name="Minh Huynh" userId="01a137d4-0d81-46e0-aca6-c9185b391828" providerId="ADAL" clId="{228DCBF7-2D91-4473-9F7E-959AF134A5D6}" dt="2026-10-14T12:09:57.806" v="269" actId="478"/>
          <ac:spMkLst>
            <pc:docMk/>
            <pc:sldMk cId="1894680212" sldId="1271"/>
            <ac:spMk id="2" creationId="{2503FF94-2090-F99A-69E3-F16BEBF6BB6E}"/>
          </ac:spMkLst>
        </pc:spChg>
        <pc:spChg chg="del">
          <ac:chgData name="Minh Huynh" userId="01a137d4-0d81-46e0-aca6-c9185b391828" providerId="ADAL" clId="{228DCBF7-2D91-4473-9F7E-959AF134A5D6}" dt="2026-10-14T12:09:57.806" v="269" actId="478"/>
          <ac:spMkLst>
            <pc:docMk/>
            <pc:sldMk cId="1894680212" sldId="1271"/>
            <ac:spMk id="3" creationId="{31868835-22F4-87B2-55D3-83EBE46BA166}"/>
          </ac:spMkLst>
        </pc:spChg>
        <pc:spChg chg="del">
          <ac:chgData name="Minh Huynh" userId="01a137d4-0d81-46e0-aca6-c9185b391828" providerId="ADAL" clId="{228DCBF7-2D91-4473-9F7E-959AF134A5D6}" dt="2026-10-14T12:09:57.806" v="269" actId="478"/>
          <ac:spMkLst>
            <pc:docMk/>
            <pc:sldMk cId="1894680212" sldId="1271"/>
            <ac:spMk id="4" creationId="{FE95B4E7-EB93-29BD-36F3-D9A32B175A98}"/>
          </ac:spMkLst>
        </pc:spChg>
        <pc:spChg chg="del">
          <ac:chgData name="Minh Huynh" userId="01a137d4-0d81-46e0-aca6-c9185b391828" providerId="ADAL" clId="{228DCBF7-2D91-4473-9F7E-959AF134A5D6}" dt="2026-10-14T12:09:57.806" v="269" actId="478"/>
          <ac:spMkLst>
            <pc:docMk/>
            <pc:sldMk cId="1894680212" sldId="1271"/>
            <ac:spMk id="5" creationId="{3544EFE9-F577-01DD-4B3F-8FC9C32859A7}"/>
          </ac:spMkLst>
        </pc:spChg>
        <pc:spChg chg="del">
          <ac:chgData name="Minh Huynh" userId="01a137d4-0d81-46e0-aca6-c9185b391828" providerId="ADAL" clId="{228DCBF7-2D91-4473-9F7E-959AF134A5D6}" dt="2026-10-14T12:09:57.806" v="269" actId="478"/>
          <ac:spMkLst>
            <pc:docMk/>
            <pc:sldMk cId="1894680212" sldId="1271"/>
            <ac:spMk id="6" creationId="{AD38908C-6D42-278E-6F4A-432E914A1E36}"/>
          </ac:spMkLst>
        </pc:spChg>
        <pc:spChg chg="del">
          <ac:chgData name="Minh Huynh" userId="01a137d4-0d81-46e0-aca6-c9185b391828" providerId="ADAL" clId="{228DCBF7-2D91-4473-9F7E-959AF134A5D6}" dt="2026-10-14T12:09:57.806" v="269" actId="478"/>
          <ac:spMkLst>
            <pc:docMk/>
            <pc:sldMk cId="1894680212" sldId="1271"/>
            <ac:spMk id="7" creationId="{A1586173-D89E-FC3C-A26A-E6C982E245F0}"/>
          </ac:spMkLst>
        </pc:spChg>
        <pc:spChg chg="del">
          <ac:chgData name="Minh Huynh" userId="01a137d4-0d81-46e0-aca6-c9185b391828" providerId="ADAL" clId="{228DCBF7-2D91-4473-9F7E-959AF134A5D6}" dt="2026-10-14T12:09:57.806" v="269" actId="478"/>
          <ac:spMkLst>
            <pc:docMk/>
            <pc:sldMk cId="1894680212" sldId="1271"/>
            <ac:spMk id="8" creationId="{B90BBD37-5C8D-FDEC-7062-7A4831FBC5A5}"/>
          </ac:spMkLst>
        </pc:spChg>
        <pc:spChg chg="add mod">
          <ac:chgData name="Minh Huynh" userId="01a137d4-0d81-46e0-aca6-c9185b391828" providerId="ADAL" clId="{228DCBF7-2D91-4473-9F7E-959AF134A5D6}" dt="2026-10-14T12:10:00.938" v="270"/>
          <ac:spMkLst>
            <pc:docMk/>
            <pc:sldMk cId="1894680212" sldId="1271"/>
            <ac:spMk id="86" creationId="{A4D5F821-AE42-4608-B4BB-DC25EA7E4D90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10:23.149" v="293" actId="20577"/>
        <pc:sldMkLst>
          <pc:docMk/>
          <pc:sldMk cId="2293101966" sldId="1276"/>
        </pc:sldMkLst>
        <pc:spChg chg="del">
          <ac:chgData name="Minh Huynh" userId="01a137d4-0d81-46e0-aca6-c9185b391828" providerId="ADAL" clId="{228DCBF7-2D91-4473-9F7E-959AF134A5D6}" dt="2026-10-14T12:10:14.956" v="272" actId="478"/>
          <ac:spMkLst>
            <pc:docMk/>
            <pc:sldMk cId="2293101966" sldId="1276"/>
            <ac:spMk id="3" creationId="{03E37439-BB7D-D19A-0BE8-E4E7DC616359}"/>
          </ac:spMkLst>
        </pc:spChg>
        <pc:spChg chg="del">
          <ac:chgData name="Minh Huynh" userId="01a137d4-0d81-46e0-aca6-c9185b391828" providerId="ADAL" clId="{228DCBF7-2D91-4473-9F7E-959AF134A5D6}" dt="2026-10-14T12:10:16.493" v="273" actId="478"/>
          <ac:spMkLst>
            <pc:docMk/>
            <pc:sldMk cId="2293101966" sldId="1276"/>
            <ac:spMk id="10" creationId="{93090F60-A45F-A7E1-105F-21BBCC785B2F}"/>
          </ac:spMkLst>
        </pc:spChg>
        <pc:spChg chg="add mod">
          <ac:chgData name="Minh Huynh" userId="01a137d4-0d81-46e0-aca6-c9185b391828" providerId="ADAL" clId="{228DCBF7-2D91-4473-9F7E-959AF134A5D6}" dt="2026-10-14T12:10:23.149" v="293" actId="20577"/>
          <ac:spMkLst>
            <pc:docMk/>
            <pc:sldMk cId="2293101966" sldId="1276"/>
            <ac:spMk id="15" creationId="{EE8E3D33-F091-420E-8C6E-C6A2CD1E2A4A}"/>
          </ac:spMkLst>
        </pc:spChg>
        <pc:spChg chg="del">
          <ac:chgData name="Minh Huynh" userId="01a137d4-0d81-46e0-aca6-c9185b391828" providerId="ADAL" clId="{228DCBF7-2D91-4473-9F7E-959AF134A5D6}" dt="2026-10-14T12:10:16.493" v="273" actId="478"/>
          <ac:spMkLst>
            <pc:docMk/>
            <pc:sldMk cId="2293101966" sldId="1276"/>
            <ac:spMk id="44" creationId="{486DD7B7-B035-3E9A-2D2E-9D454E46C41E}"/>
          </ac:spMkLst>
        </pc:spChg>
        <pc:spChg chg="del">
          <ac:chgData name="Minh Huynh" userId="01a137d4-0d81-46e0-aca6-c9185b391828" providerId="ADAL" clId="{228DCBF7-2D91-4473-9F7E-959AF134A5D6}" dt="2026-10-14T12:10:16.493" v="273" actId="478"/>
          <ac:spMkLst>
            <pc:docMk/>
            <pc:sldMk cId="2293101966" sldId="1276"/>
            <ac:spMk id="45" creationId="{B2C2A7B0-C8F4-6C95-7373-DE806479C89D}"/>
          </ac:spMkLst>
        </pc:spChg>
        <pc:spChg chg="del">
          <ac:chgData name="Minh Huynh" userId="01a137d4-0d81-46e0-aca6-c9185b391828" providerId="ADAL" clId="{228DCBF7-2D91-4473-9F7E-959AF134A5D6}" dt="2026-10-14T12:10:16.493" v="273" actId="478"/>
          <ac:spMkLst>
            <pc:docMk/>
            <pc:sldMk cId="2293101966" sldId="1276"/>
            <ac:spMk id="74" creationId="{78078893-13B1-BB2A-1C4D-6FF0037AC663}"/>
          </ac:spMkLst>
        </pc:spChg>
        <pc:spChg chg="del">
          <ac:chgData name="Minh Huynh" userId="01a137d4-0d81-46e0-aca6-c9185b391828" providerId="ADAL" clId="{228DCBF7-2D91-4473-9F7E-959AF134A5D6}" dt="2026-10-14T12:10:16.493" v="273" actId="478"/>
          <ac:spMkLst>
            <pc:docMk/>
            <pc:sldMk cId="2293101966" sldId="1276"/>
            <ac:spMk id="78" creationId="{BE8CB6C8-0BC2-8635-02F9-FA015AAFB68D}"/>
          </ac:spMkLst>
        </pc:spChg>
        <pc:spChg chg="del">
          <ac:chgData name="Minh Huynh" userId="01a137d4-0d81-46e0-aca6-c9185b391828" providerId="ADAL" clId="{228DCBF7-2D91-4473-9F7E-959AF134A5D6}" dt="2026-10-14T12:10:16.493" v="273" actId="478"/>
          <ac:spMkLst>
            <pc:docMk/>
            <pc:sldMk cId="2293101966" sldId="1276"/>
            <ac:spMk id="79" creationId="{DF6A8924-80B2-283F-6711-0939654986E7}"/>
          </ac:spMkLst>
        </pc:spChg>
        <pc:spChg chg="del">
          <ac:chgData name="Minh Huynh" userId="01a137d4-0d81-46e0-aca6-c9185b391828" providerId="ADAL" clId="{228DCBF7-2D91-4473-9F7E-959AF134A5D6}" dt="2026-10-14T12:10:16.493" v="273" actId="478"/>
          <ac:spMkLst>
            <pc:docMk/>
            <pc:sldMk cId="2293101966" sldId="1276"/>
            <ac:spMk id="80" creationId="{13F6663A-92FC-9C74-16D5-89ABB30687A6}"/>
          </ac:spMkLst>
        </pc:spChg>
      </pc:sldChg>
      <pc:sldChg chg="addSp modSp add mod">
        <pc:chgData name="Minh Huynh" userId="01a137d4-0d81-46e0-aca6-c9185b391828" providerId="ADAL" clId="{228DCBF7-2D91-4473-9F7E-959AF134A5D6}" dt="2026-10-14T12:10:41.919" v="296"/>
        <pc:sldMkLst>
          <pc:docMk/>
          <pc:sldMk cId="4230569743" sldId="1282"/>
        </pc:sldMkLst>
        <pc:spChg chg="mod">
          <ac:chgData name="Minh Huynh" userId="01a137d4-0d81-46e0-aca6-c9185b391828" providerId="ADAL" clId="{228DCBF7-2D91-4473-9F7E-959AF134A5D6}" dt="2026-10-14T12:10:39.485" v="295" actId="1076"/>
          <ac:spMkLst>
            <pc:docMk/>
            <pc:sldMk cId="4230569743" sldId="1282"/>
            <ac:spMk id="2" creationId="{486E7B67-4683-4355-BE95-33F3EC5AE3F5}"/>
          </ac:spMkLst>
        </pc:spChg>
        <pc:spChg chg="mod">
          <ac:chgData name="Minh Huynh" userId="01a137d4-0d81-46e0-aca6-c9185b391828" providerId="ADAL" clId="{228DCBF7-2D91-4473-9F7E-959AF134A5D6}" dt="2026-10-14T12:10:39.485" v="295" actId="1076"/>
          <ac:spMkLst>
            <pc:docMk/>
            <pc:sldMk cId="4230569743" sldId="1282"/>
            <ac:spMk id="6" creationId="{45D72098-05C6-C818-3BFD-E04A5B1764FF}"/>
          </ac:spMkLst>
        </pc:spChg>
        <pc:spChg chg="add mod">
          <ac:chgData name="Minh Huynh" userId="01a137d4-0d81-46e0-aca6-c9185b391828" providerId="ADAL" clId="{228DCBF7-2D91-4473-9F7E-959AF134A5D6}" dt="2026-10-14T12:10:41.919" v="296"/>
          <ac:spMkLst>
            <pc:docMk/>
            <pc:sldMk cId="4230569743" sldId="1282"/>
            <ac:spMk id="8" creationId="{5DE0E2EB-3E67-4E7A-9077-F17B1743C481}"/>
          </ac:spMkLst>
        </pc:spChg>
        <pc:spChg chg="mod">
          <ac:chgData name="Minh Huynh" userId="01a137d4-0d81-46e0-aca6-c9185b391828" providerId="ADAL" clId="{228DCBF7-2D91-4473-9F7E-959AF134A5D6}" dt="2026-10-14T12:10:39.485" v="295" actId="1076"/>
          <ac:spMkLst>
            <pc:docMk/>
            <pc:sldMk cId="4230569743" sldId="1282"/>
            <ac:spMk id="11" creationId="{097076AF-2CA6-42F4-A20C-F3013E87DEB3}"/>
          </ac:spMkLst>
        </pc:spChg>
        <pc:spChg chg="mod">
          <ac:chgData name="Minh Huynh" userId="01a137d4-0d81-46e0-aca6-c9185b391828" providerId="ADAL" clId="{228DCBF7-2D91-4473-9F7E-959AF134A5D6}" dt="2026-10-14T12:10:39.485" v="295" actId="1076"/>
          <ac:spMkLst>
            <pc:docMk/>
            <pc:sldMk cId="4230569743" sldId="1282"/>
            <ac:spMk id="13" creationId="{A9FCBD1A-2908-488D-8AFE-B570107DEA06}"/>
          </ac:spMkLst>
        </pc:spChg>
        <pc:cxnChg chg="mod">
          <ac:chgData name="Minh Huynh" userId="01a137d4-0d81-46e0-aca6-c9185b391828" providerId="ADAL" clId="{228DCBF7-2D91-4473-9F7E-959AF134A5D6}" dt="2026-10-14T12:10:39.485" v="295" actId="1076"/>
          <ac:cxnSpMkLst>
            <pc:docMk/>
            <pc:sldMk cId="4230569743" sldId="1282"/>
            <ac:cxnSpMk id="7" creationId="{0BC70B05-36A2-4E8B-801E-24E7D55DDB66}"/>
          </ac:cxnSpMkLst>
        </pc:cxnChg>
        <pc:cxnChg chg="mod">
          <ac:chgData name="Minh Huynh" userId="01a137d4-0d81-46e0-aca6-c9185b391828" providerId="ADAL" clId="{228DCBF7-2D91-4473-9F7E-959AF134A5D6}" dt="2026-10-14T12:10:39.485" v="295" actId="1076"/>
          <ac:cxnSpMkLst>
            <pc:docMk/>
            <pc:sldMk cId="4230569743" sldId="1282"/>
            <ac:cxnSpMk id="17" creationId="{730550F3-74E4-42A8-AF00-E28F936397EF}"/>
          </ac:cxnSpMkLst>
        </pc:cxnChg>
      </pc:sldChg>
      <pc:sldChg chg="addSp delSp modSp add mod modAnim">
        <pc:chgData name="Minh Huynh" userId="01a137d4-0d81-46e0-aca6-c9185b391828" providerId="ADAL" clId="{228DCBF7-2D91-4473-9F7E-959AF134A5D6}" dt="2026-10-14T12:11:35.945" v="306" actId="14100"/>
        <pc:sldMkLst>
          <pc:docMk/>
          <pc:sldMk cId="877037721" sldId="1286"/>
        </pc:sldMkLst>
        <pc:spChg chg="del">
          <ac:chgData name="Minh Huynh" userId="01a137d4-0d81-46e0-aca6-c9185b391828" providerId="ADAL" clId="{228DCBF7-2D91-4473-9F7E-959AF134A5D6}" dt="2026-10-14T12:10:59.249" v="298" actId="478"/>
          <ac:spMkLst>
            <pc:docMk/>
            <pc:sldMk cId="877037721" sldId="1286"/>
            <ac:spMk id="3" creationId="{3F7B90F9-043D-A246-A3D8-23FD1761B25F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4" creationId="{189C9251-3E66-D53E-6E41-F7E36FD3BBD3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6" creationId="{32B67F7E-6F67-A7DA-4F69-37E368CF5254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7" creationId="{D548AA79-D13B-31D9-4EEA-232D9CD746F2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8" creationId="{41F1776C-CC83-D8D7-4EBC-E293B98BB27D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9" creationId="{E67CDC39-A2E7-EB5D-933F-C2A9447546F1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11" creationId="{D2C0F65E-A22D-E24D-98A0-5CDF97D5AA3D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12" creationId="{5C12D236-BE50-69DD-7C0A-7A295AF0A526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13" creationId="{8423C11F-48D2-BE12-B835-40B72114D33C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14" creationId="{B8C8D6FC-9D35-66CF-47F4-A997E27360DF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15" creationId="{2A9D81CB-7FD3-5EB2-4C25-0773EB46C90E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16" creationId="{752D7CD8-60E7-D263-F34B-4900A711DC23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18" creationId="{89AFB470-CF4E-E21F-66DC-23E4CAFFE799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19" creationId="{B7627509-82A8-8669-380F-2BDA4E3B5F4B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20" creationId="{0BB6A90B-A03A-B207-C4FB-975B55DC5C96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22" creationId="{ADE43C2D-EB6C-4F8E-0EE0-E331A8AE2A6E}"/>
          </ac:spMkLst>
        </pc:spChg>
        <pc:spChg chg="mod">
          <ac:chgData name="Minh Huynh" userId="01a137d4-0d81-46e0-aca6-c9185b391828" providerId="ADAL" clId="{228DCBF7-2D91-4473-9F7E-959AF134A5D6}" dt="2026-10-14T12:11:30.339" v="304" actId="1076"/>
          <ac:spMkLst>
            <pc:docMk/>
            <pc:sldMk cId="877037721" sldId="1286"/>
            <ac:spMk id="23" creationId="{09A4F59B-97A5-63FD-8FBB-00363A3118C1}"/>
          </ac:spMkLst>
        </pc:spChg>
        <pc:spChg chg="add mod">
          <ac:chgData name="Minh Huynh" userId="01a137d4-0d81-46e0-aca6-c9185b391828" providerId="ADAL" clId="{228DCBF7-2D91-4473-9F7E-959AF134A5D6}" dt="2026-10-14T12:11:04.633" v="300"/>
          <ac:spMkLst>
            <pc:docMk/>
            <pc:sldMk cId="877037721" sldId="1286"/>
            <ac:spMk id="24" creationId="{4EF67EB8-11D2-4BAF-A08A-03858DF00300}"/>
          </ac:spMkLst>
        </pc:spChg>
        <pc:spChg chg="add mod">
          <ac:chgData name="Minh Huynh" userId="01a137d4-0d81-46e0-aca6-c9185b391828" providerId="ADAL" clId="{228DCBF7-2D91-4473-9F7E-959AF134A5D6}" dt="2026-10-14T12:11:35.945" v="306" actId="14100"/>
          <ac:spMkLst>
            <pc:docMk/>
            <pc:sldMk cId="877037721" sldId="1286"/>
            <ac:spMk id="25" creationId="{2B3677F5-F5DC-4A15-B139-C143BE38BA46}"/>
          </ac:spMkLst>
        </pc:spChg>
        <pc:spChg chg="del">
          <ac:chgData name="Minh Huynh" userId="01a137d4-0d81-46e0-aca6-c9185b391828" providerId="ADAL" clId="{228DCBF7-2D91-4473-9F7E-959AF134A5D6}" dt="2026-10-14T12:11:00.386" v="299" actId="478"/>
          <ac:spMkLst>
            <pc:docMk/>
            <pc:sldMk cId="877037721" sldId="1286"/>
            <ac:spMk id="29" creationId="{DD5507EC-4063-4ABF-8032-DE1D34E359E9}"/>
          </ac:spMkLst>
        </pc:spChg>
        <pc:picChg chg="mod">
          <ac:chgData name="Minh Huynh" userId="01a137d4-0d81-46e0-aca6-c9185b391828" providerId="ADAL" clId="{228DCBF7-2D91-4473-9F7E-959AF134A5D6}" dt="2026-10-14T12:11:30.339" v="304" actId="1076"/>
          <ac:picMkLst>
            <pc:docMk/>
            <pc:sldMk cId="877037721" sldId="1286"/>
            <ac:picMk id="5" creationId="{F4068632-C50E-FBBC-A338-4F1CE701576F}"/>
          </ac:picMkLst>
        </pc:picChg>
        <pc:picChg chg="mod">
          <ac:chgData name="Minh Huynh" userId="01a137d4-0d81-46e0-aca6-c9185b391828" providerId="ADAL" clId="{228DCBF7-2D91-4473-9F7E-959AF134A5D6}" dt="2026-10-14T12:11:30.339" v="304" actId="1076"/>
          <ac:picMkLst>
            <pc:docMk/>
            <pc:sldMk cId="877037721" sldId="1286"/>
            <ac:picMk id="17" creationId="{06E076CE-30FE-CD06-16C1-3CBA38141F1A}"/>
          </ac:picMkLst>
        </pc:picChg>
      </pc:sldChg>
      <pc:sldChg chg="modSp add mod">
        <pc:chgData name="Minh Huynh" userId="01a137d4-0d81-46e0-aca6-c9185b391828" providerId="ADAL" clId="{228DCBF7-2D91-4473-9F7E-959AF134A5D6}" dt="2026-10-14T12:12:47.818" v="319" actId="207"/>
        <pc:sldMkLst>
          <pc:docMk/>
          <pc:sldMk cId="2568664019" sldId="1287"/>
        </pc:sldMkLst>
        <pc:spChg chg="mod">
          <ac:chgData name="Minh Huynh" userId="01a137d4-0d81-46e0-aca6-c9185b391828" providerId="ADAL" clId="{228DCBF7-2D91-4473-9F7E-959AF134A5D6}" dt="2026-10-14T12:11:50.925" v="308" actId="207"/>
          <ac:spMkLst>
            <pc:docMk/>
            <pc:sldMk cId="2568664019" sldId="1287"/>
            <ac:spMk id="6" creationId="{32B67F7E-6F67-A7DA-4F69-37E368CF5254}"/>
          </ac:spMkLst>
        </pc:spChg>
        <pc:spChg chg="mod">
          <ac:chgData name="Minh Huynh" userId="01a137d4-0d81-46e0-aca6-c9185b391828" providerId="ADAL" clId="{228DCBF7-2D91-4473-9F7E-959AF134A5D6}" dt="2026-10-14T12:12:38.078" v="316" actId="207"/>
          <ac:spMkLst>
            <pc:docMk/>
            <pc:sldMk cId="2568664019" sldId="1287"/>
            <ac:spMk id="7" creationId="{D548AA79-D13B-31D9-4EEA-232D9CD746F2}"/>
          </ac:spMkLst>
        </pc:spChg>
        <pc:spChg chg="mod">
          <ac:chgData name="Minh Huynh" userId="01a137d4-0d81-46e0-aca6-c9185b391828" providerId="ADAL" clId="{228DCBF7-2D91-4473-9F7E-959AF134A5D6}" dt="2026-10-14T12:12:45.199" v="318" actId="207"/>
          <ac:spMkLst>
            <pc:docMk/>
            <pc:sldMk cId="2568664019" sldId="1287"/>
            <ac:spMk id="8" creationId="{41F1776C-CC83-D8D7-4EBC-E293B98BB27D}"/>
          </ac:spMkLst>
        </pc:spChg>
        <pc:spChg chg="mod">
          <ac:chgData name="Minh Huynh" userId="01a137d4-0d81-46e0-aca6-c9185b391828" providerId="ADAL" clId="{228DCBF7-2D91-4473-9F7E-959AF134A5D6}" dt="2026-10-14T12:12:00.007" v="309" actId="207"/>
          <ac:spMkLst>
            <pc:docMk/>
            <pc:sldMk cId="2568664019" sldId="1287"/>
            <ac:spMk id="12" creationId="{5C12D236-BE50-69DD-7C0A-7A295AF0A526}"/>
          </ac:spMkLst>
        </pc:spChg>
        <pc:spChg chg="mod">
          <ac:chgData name="Minh Huynh" userId="01a137d4-0d81-46e0-aca6-c9185b391828" providerId="ADAL" clId="{228DCBF7-2D91-4473-9F7E-959AF134A5D6}" dt="2026-10-14T12:12:41.689" v="317" actId="207"/>
          <ac:spMkLst>
            <pc:docMk/>
            <pc:sldMk cId="2568664019" sldId="1287"/>
            <ac:spMk id="13" creationId="{8423C11F-48D2-BE12-B835-40B72114D33C}"/>
          </ac:spMkLst>
        </pc:spChg>
        <pc:spChg chg="mod">
          <ac:chgData name="Minh Huynh" userId="01a137d4-0d81-46e0-aca6-c9185b391828" providerId="ADAL" clId="{228DCBF7-2D91-4473-9F7E-959AF134A5D6}" dt="2026-10-14T12:12:47.818" v="319" actId="207"/>
          <ac:spMkLst>
            <pc:docMk/>
            <pc:sldMk cId="2568664019" sldId="1287"/>
            <ac:spMk id="14" creationId="{B8C8D6FC-9D35-66CF-47F4-A997E27360DF}"/>
          </ac:spMkLst>
        </pc:spChg>
        <pc:spChg chg="mod">
          <ac:chgData name="Minh Huynh" userId="01a137d4-0d81-46e0-aca6-c9185b391828" providerId="ADAL" clId="{228DCBF7-2D91-4473-9F7E-959AF134A5D6}" dt="2026-10-14T12:11:50.925" v="308" actId="207"/>
          <ac:spMkLst>
            <pc:docMk/>
            <pc:sldMk cId="2568664019" sldId="1287"/>
            <ac:spMk id="16" creationId="{752D7CD8-60E7-D263-F34B-4900A711DC23}"/>
          </ac:spMkLst>
        </pc:spChg>
        <pc:spChg chg="mod">
          <ac:chgData name="Minh Huynh" userId="01a137d4-0d81-46e0-aca6-c9185b391828" providerId="ADAL" clId="{228DCBF7-2D91-4473-9F7E-959AF134A5D6}" dt="2026-10-14T12:11:50.925" v="308" actId="207"/>
          <ac:spMkLst>
            <pc:docMk/>
            <pc:sldMk cId="2568664019" sldId="1287"/>
            <ac:spMk id="18" creationId="{89AFB470-CF4E-E21F-66DC-23E4CAFFE799}"/>
          </ac:spMkLst>
        </pc:spChg>
        <pc:spChg chg="mod">
          <ac:chgData name="Minh Huynh" userId="01a137d4-0d81-46e0-aca6-c9185b391828" providerId="ADAL" clId="{228DCBF7-2D91-4473-9F7E-959AF134A5D6}" dt="2026-10-14T12:11:50.925" v="308" actId="207"/>
          <ac:spMkLst>
            <pc:docMk/>
            <pc:sldMk cId="2568664019" sldId="1287"/>
            <ac:spMk id="19" creationId="{B7627509-82A8-8669-380F-2BDA4E3B5F4B}"/>
          </ac:spMkLst>
        </pc:spChg>
        <pc:spChg chg="mod">
          <ac:chgData name="Minh Huynh" userId="01a137d4-0d81-46e0-aca6-c9185b391828" providerId="ADAL" clId="{228DCBF7-2D91-4473-9F7E-959AF134A5D6}" dt="2026-10-14T12:12:03.049" v="310" actId="207"/>
          <ac:spMkLst>
            <pc:docMk/>
            <pc:sldMk cId="2568664019" sldId="1287"/>
            <ac:spMk id="20" creationId="{0BB6A90B-A03A-B207-C4FB-975B55DC5C96}"/>
          </ac:spMkLst>
        </pc:spChg>
        <pc:spChg chg="mod">
          <ac:chgData name="Minh Huynh" userId="01a137d4-0d81-46e0-aca6-c9185b391828" providerId="ADAL" clId="{228DCBF7-2D91-4473-9F7E-959AF134A5D6}" dt="2026-10-14T12:11:50.925" v="308" actId="207"/>
          <ac:spMkLst>
            <pc:docMk/>
            <pc:sldMk cId="2568664019" sldId="1287"/>
            <ac:spMk id="22" creationId="{ADE43C2D-EB6C-4F8E-0EE0-E331A8AE2A6E}"/>
          </ac:spMkLst>
        </pc:spChg>
        <pc:spChg chg="mod">
          <ac:chgData name="Minh Huynh" userId="01a137d4-0d81-46e0-aca6-c9185b391828" providerId="ADAL" clId="{228DCBF7-2D91-4473-9F7E-959AF134A5D6}" dt="2026-10-14T12:11:50.925" v="308" actId="207"/>
          <ac:spMkLst>
            <pc:docMk/>
            <pc:sldMk cId="2568664019" sldId="1287"/>
            <ac:spMk id="23" creationId="{09A4F59B-97A5-63FD-8FBB-00363A3118C1}"/>
          </ac:spMkLst>
        </pc:spChg>
        <pc:spChg chg="mod">
          <ac:chgData name="Minh Huynh" userId="01a137d4-0d81-46e0-aca6-c9185b391828" providerId="ADAL" clId="{228DCBF7-2D91-4473-9F7E-959AF134A5D6}" dt="2026-10-14T12:12:22.733" v="313" actId="207"/>
          <ac:spMkLst>
            <pc:docMk/>
            <pc:sldMk cId="2568664019" sldId="1287"/>
            <ac:spMk id="25" creationId="{2B3677F5-F5DC-4A15-B139-C143BE38BA46}"/>
          </ac:spMkLst>
        </pc:spChg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3861503697" sldId="1334"/>
        </pc:sldMkLst>
      </pc:sldChg>
      <pc:sldChg chg="addSp delSp modSp add mod">
        <pc:chgData name="Minh Huynh" userId="01a137d4-0d81-46e0-aca6-c9185b391828" providerId="ADAL" clId="{228DCBF7-2D91-4473-9F7E-959AF134A5D6}" dt="2026-10-14T12:16:39.624" v="345" actId="57"/>
        <pc:sldMkLst>
          <pc:docMk/>
          <pc:sldMk cId="219068167" sldId="1465"/>
        </pc:sldMkLst>
        <pc:spChg chg="del">
          <ac:chgData name="Minh Huynh" userId="01a137d4-0d81-46e0-aca6-c9185b391828" providerId="ADAL" clId="{228DCBF7-2D91-4473-9F7E-959AF134A5D6}" dt="2026-10-14T12:16:28.733" v="321" actId="478"/>
          <ac:spMkLst>
            <pc:docMk/>
            <pc:sldMk cId="219068167" sldId="1465"/>
            <ac:spMk id="3" creationId="{06A4675E-B24E-077B-FB79-C0880C0F9C5E}"/>
          </ac:spMkLst>
        </pc:spChg>
        <pc:spChg chg="del">
          <ac:chgData name="Minh Huynh" userId="01a137d4-0d81-46e0-aca6-c9185b391828" providerId="ADAL" clId="{228DCBF7-2D91-4473-9F7E-959AF134A5D6}" dt="2026-10-14T12:16:28.733" v="321" actId="478"/>
          <ac:spMkLst>
            <pc:docMk/>
            <pc:sldMk cId="219068167" sldId="1465"/>
            <ac:spMk id="4" creationId="{982288D1-27CF-3E8D-8CAB-F6A183D3D925}"/>
          </ac:spMkLst>
        </pc:spChg>
        <pc:spChg chg="del">
          <ac:chgData name="Minh Huynh" userId="01a137d4-0d81-46e0-aca6-c9185b391828" providerId="ADAL" clId="{228DCBF7-2D91-4473-9F7E-959AF134A5D6}" dt="2026-10-14T12:16:28.733" v="321" actId="478"/>
          <ac:spMkLst>
            <pc:docMk/>
            <pc:sldMk cId="219068167" sldId="1465"/>
            <ac:spMk id="5" creationId="{3CEC455B-DEAF-EDAC-8D99-D620CEA9D0EA}"/>
          </ac:spMkLst>
        </pc:spChg>
        <pc:spChg chg="del">
          <ac:chgData name="Minh Huynh" userId="01a137d4-0d81-46e0-aca6-c9185b391828" providerId="ADAL" clId="{228DCBF7-2D91-4473-9F7E-959AF134A5D6}" dt="2026-10-14T12:16:28.733" v="321" actId="478"/>
          <ac:spMkLst>
            <pc:docMk/>
            <pc:sldMk cId="219068167" sldId="1465"/>
            <ac:spMk id="6" creationId="{12196DDE-DA3A-DB39-92BB-2F60F566038F}"/>
          </ac:spMkLst>
        </pc:spChg>
        <pc:spChg chg="del">
          <ac:chgData name="Minh Huynh" userId="01a137d4-0d81-46e0-aca6-c9185b391828" providerId="ADAL" clId="{228DCBF7-2D91-4473-9F7E-959AF134A5D6}" dt="2026-10-14T12:16:28.733" v="321" actId="478"/>
          <ac:spMkLst>
            <pc:docMk/>
            <pc:sldMk cId="219068167" sldId="1465"/>
            <ac:spMk id="7" creationId="{8C467462-FA59-BB1D-F34C-53EFA854476B}"/>
          </ac:spMkLst>
        </pc:spChg>
        <pc:spChg chg="del">
          <ac:chgData name="Minh Huynh" userId="01a137d4-0d81-46e0-aca6-c9185b391828" providerId="ADAL" clId="{228DCBF7-2D91-4473-9F7E-959AF134A5D6}" dt="2026-10-14T12:16:28.733" v="321" actId="478"/>
          <ac:spMkLst>
            <pc:docMk/>
            <pc:sldMk cId="219068167" sldId="1465"/>
            <ac:spMk id="12" creationId="{0B9CB8C8-8F61-4114-A012-987509C904A9}"/>
          </ac:spMkLst>
        </pc:spChg>
        <pc:spChg chg="del">
          <ac:chgData name="Minh Huynh" userId="01a137d4-0d81-46e0-aca6-c9185b391828" providerId="ADAL" clId="{228DCBF7-2D91-4473-9F7E-959AF134A5D6}" dt="2026-10-14T12:16:28.733" v="321" actId="478"/>
          <ac:spMkLst>
            <pc:docMk/>
            <pc:sldMk cId="219068167" sldId="1465"/>
            <ac:spMk id="15" creationId="{032D3645-7D36-432E-BD30-C21CBE0DC656}"/>
          </ac:spMkLst>
        </pc:spChg>
        <pc:spChg chg="del">
          <ac:chgData name="Minh Huynh" userId="01a137d4-0d81-46e0-aca6-c9185b391828" providerId="ADAL" clId="{228DCBF7-2D91-4473-9F7E-959AF134A5D6}" dt="2026-10-14T12:16:28.733" v="321" actId="478"/>
          <ac:spMkLst>
            <pc:docMk/>
            <pc:sldMk cId="219068167" sldId="1465"/>
            <ac:spMk id="16" creationId="{E1488939-6622-4BA6-B3D2-A6AEF9634580}"/>
          </ac:spMkLst>
        </pc:spChg>
        <pc:spChg chg="del">
          <ac:chgData name="Minh Huynh" userId="01a137d4-0d81-46e0-aca6-c9185b391828" providerId="ADAL" clId="{228DCBF7-2D91-4473-9F7E-959AF134A5D6}" dt="2026-10-14T12:16:28.733" v="321" actId="478"/>
          <ac:spMkLst>
            <pc:docMk/>
            <pc:sldMk cId="219068167" sldId="1465"/>
            <ac:spMk id="17" creationId="{A361DB6A-EA54-4C08-8AB3-EA507D296698}"/>
          </ac:spMkLst>
        </pc:spChg>
        <pc:spChg chg="add mod">
          <ac:chgData name="Minh Huynh" userId="01a137d4-0d81-46e0-aca6-c9185b391828" providerId="ADAL" clId="{228DCBF7-2D91-4473-9F7E-959AF134A5D6}" dt="2026-10-14T12:16:39.624" v="345" actId="57"/>
          <ac:spMkLst>
            <pc:docMk/>
            <pc:sldMk cId="219068167" sldId="1465"/>
            <ac:spMk id="18" creationId="{ECC51F00-4141-47FD-843F-7A262899DE23}"/>
          </ac:spMkLst>
        </pc:spChg>
      </pc:sldChg>
      <pc:sldChg chg="add del">
        <pc:chgData name="Minh Huynh" userId="01a137d4-0d81-46e0-aca6-c9185b391828" providerId="ADAL" clId="{228DCBF7-2D91-4473-9F7E-959AF134A5D6}" dt="2026-10-14T12:19:00.264" v="393"/>
        <pc:sldMkLst>
          <pc:docMk/>
          <pc:sldMk cId="2694347321" sldId="1480"/>
        </pc:sldMkLst>
      </pc:sldChg>
      <pc:sldChg chg="addSp delSp modSp add mod">
        <pc:chgData name="Minh Huynh" userId="01a137d4-0d81-46e0-aca6-c9185b391828" providerId="ADAL" clId="{228DCBF7-2D91-4473-9F7E-959AF134A5D6}" dt="2026-10-14T12:19:47.083" v="421" actId="20577"/>
        <pc:sldMkLst>
          <pc:docMk/>
          <pc:sldMk cId="398301853" sldId="1491"/>
        </pc:sldMkLst>
        <pc:spChg chg="add mod">
          <ac:chgData name="Minh Huynh" userId="01a137d4-0d81-46e0-aca6-c9185b391828" providerId="ADAL" clId="{228DCBF7-2D91-4473-9F7E-959AF134A5D6}" dt="2026-10-14T12:19:47.083" v="421" actId="20577"/>
          <ac:spMkLst>
            <pc:docMk/>
            <pc:sldMk cId="398301853" sldId="1491"/>
            <ac:spMk id="15" creationId="{91F3ECFD-F2C6-4D77-B4E5-A9529F4EBC86}"/>
          </ac:spMkLst>
        </pc:spChg>
        <pc:spChg chg="del">
          <ac:chgData name="Minh Huynh" userId="01a137d4-0d81-46e0-aca6-c9185b391828" providerId="ADAL" clId="{228DCBF7-2D91-4473-9F7E-959AF134A5D6}" dt="2026-10-14T12:19:35.410" v="395" actId="478"/>
          <ac:spMkLst>
            <pc:docMk/>
            <pc:sldMk cId="398301853" sldId="1491"/>
            <ac:spMk id="18" creationId="{675C8D40-C48D-4EA7-9880-31F766A480EA}"/>
          </ac:spMkLst>
        </pc:spChg>
        <pc:spChg chg="del">
          <ac:chgData name="Minh Huynh" userId="01a137d4-0d81-46e0-aca6-c9185b391828" providerId="ADAL" clId="{228DCBF7-2D91-4473-9F7E-959AF134A5D6}" dt="2026-10-14T12:19:35.410" v="395" actId="478"/>
          <ac:spMkLst>
            <pc:docMk/>
            <pc:sldMk cId="398301853" sldId="1491"/>
            <ac:spMk id="19" creationId="{1A2D4EE2-CB81-4657-95A2-F125F03EB44F}"/>
          </ac:spMkLst>
        </pc:spChg>
        <pc:spChg chg="del">
          <ac:chgData name="Minh Huynh" userId="01a137d4-0d81-46e0-aca6-c9185b391828" providerId="ADAL" clId="{228DCBF7-2D91-4473-9F7E-959AF134A5D6}" dt="2026-10-14T12:19:35.410" v="395" actId="478"/>
          <ac:spMkLst>
            <pc:docMk/>
            <pc:sldMk cId="398301853" sldId="1491"/>
            <ac:spMk id="20" creationId="{9A4CE909-8399-4409-A8EA-63FB45A62F88}"/>
          </ac:spMkLst>
        </pc:spChg>
        <pc:spChg chg="del">
          <ac:chgData name="Minh Huynh" userId="01a137d4-0d81-46e0-aca6-c9185b391828" providerId="ADAL" clId="{228DCBF7-2D91-4473-9F7E-959AF134A5D6}" dt="2026-10-14T12:19:35.410" v="395" actId="478"/>
          <ac:spMkLst>
            <pc:docMk/>
            <pc:sldMk cId="398301853" sldId="1491"/>
            <ac:spMk id="21" creationId="{E67CF83B-ED65-49F6-9B1A-A17F1FA61254}"/>
          </ac:spMkLst>
        </pc:spChg>
        <pc:spChg chg="del">
          <ac:chgData name="Minh Huynh" userId="01a137d4-0d81-46e0-aca6-c9185b391828" providerId="ADAL" clId="{228DCBF7-2D91-4473-9F7E-959AF134A5D6}" dt="2026-10-14T12:19:35.410" v="395" actId="478"/>
          <ac:spMkLst>
            <pc:docMk/>
            <pc:sldMk cId="398301853" sldId="1491"/>
            <ac:spMk id="22" creationId="{C833E474-6604-4DB5-9EE5-994300A52EC4}"/>
          </ac:spMkLst>
        </pc:spChg>
        <pc:spChg chg="del">
          <ac:chgData name="Minh Huynh" userId="01a137d4-0d81-46e0-aca6-c9185b391828" providerId="ADAL" clId="{228DCBF7-2D91-4473-9F7E-959AF134A5D6}" dt="2026-10-14T12:19:35.410" v="395" actId="478"/>
          <ac:spMkLst>
            <pc:docMk/>
            <pc:sldMk cId="398301853" sldId="1491"/>
            <ac:spMk id="23" creationId="{FE626086-0C62-4195-A307-31D98387F1A4}"/>
          </ac:spMkLst>
        </pc:spChg>
        <pc:spChg chg="del">
          <ac:chgData name="Minh Huynh" userId="01a137d4-0d81-46e0-aca6-c9185b391828" providerId="ADAL" clId="{228DCBF7-2D91-4473-9F7E-959AF134A5D6}" dt="2026-10-14T12:19:35.410" v="395" actId="478"/>
          <ac:spMkLst>
            <pc:docMk/>
            <pc:sldMk cId="398301853" sldId="1491"/>
            <ac:spMk id="24" creationId="{5ECC90A9-8D83-402E-B1DE-F8B990C2F9F1}"/>
          </ac:spMkLst>
        </pc:spChg>
        <pc:spChg chg="del">
          <ac:chgData name="Minh Huynh" userId="01a137d4-0d81-46e0-aca6-c9185b391828" providerId="ADAL" clId="{228DCBF7-2D91-4473-9F7E-959AF134A5D6}" dt="2026-10-14T12:19:35.410" v="395" actId="478"/>
          <ac:spMkLst>
            <pc:docMk/>
            <pc:sldMk cId="398301853" sldId="1491"/>
            <ac:spMk id="25" creationId="{8FF0724A-84C2-4B20-A92E-53E7A2533728}"/>
          </ac:spMkLst>
        </pc:spChg>
        <pc:spChg chg="del">
          <ac:chgData name="Minh Huynh" userId="01a137d4-0d81-46e0-aca6-c9185b391828" providerId="ADAL" clId="{228DCBF7-2D91-4473-9F7E-959AF134A5D6}" dt="2026-10-14T12:19:35.410" v="395" actId="478"/>
          <ac:spMkLst>
            <pc:docMk/>
            <pc:sldMk cId="398301853" sldId="1491"/>
            <ac:spMk id="26" creationId="{1D5654A9-64DD-4E57-B07C-585628403D2A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20:11.186" v="425"/>
        <pc:sldMkLst>
          <pc:docMk/>
          <pc:sldMk cId="547753794" sldId="1492"/>
        </pc:sldMkLst>
        <pc:spChg chg="del">
          <ac:chgData name="Minh Huynh" userId="01a137d4-0d81-46e0-aca6-c9185b391828" providerId="ADAL" clId="{228DCBF7-2D91-4473-9F7E-959AF134A5D6}" dt="2026-10-14T12:20:05.316" v="423" actId="478"/>
          <ac:spMkLst>
            <pc:docMk/>
            <pc:sldMk cId="547753794" sldId="1492"/>
            <ac:spMk id="18" creationId="{675C8D40-C48D-4EA7-9880-31F766A480EA}"/>
          </ac:spMkLst>
        </pc:spChg>
        <pc:spChg chg="del">
          <ac:chgData name="Minh Huynh" userId="01a137d4-0d81-46e0-aca6-c9185b391828" providerId="ADAL" clId="{228DCBF7-2D91-4473-9F7E-959AF134A5D6}" dt="2026-10-14T12:20:05.316" v="423" actId="478"/>
          <ac:spMkLst>
            <pc:docMk/>
            <pc:sldMk cId="547753794" sldId="1492"/>
            <ac:spMk id="19" creationId="{1A2D4EE2-CB81-4657-95A2-F125F03EB44F}"/>
          </ac:spMkLst>
        </pc:spChg>
        <pc:spChg chg="del">
          <ac:chgData name="Minh Huynh" userId="01a137d4-0d81-46e0-aca6-c9185b391828" providerId="ADAL" clId="{228DCBF7-2D91-4473-9F7E-959AF134A5D6}" dt="2026-10-14T12:20:05.316" v="423" actId="478"/>
          <ac:spMkLst>
            <pc:docMk/>
            <pc:sldMk cId="547753794" sldId="1492"/>
            <ac:spMk id="20" creationId="{9A4CE909-8399-4409-A8EA-63FB45A62F88}"/>
          </ac:spMkLst>
        </pc:spChg>
        <pc:spChg chg="del">
          <ac:chgData name="Minh Huynh" userId="01a137d4-0d81-46e0-aca6-c9185b391828" providerId="ADAL" clId="{228DCBF7-2D91-4473-9F7E-959AF134A5D6}" dt="2026-10-14T12:20:05.316" v="423" actId="478"/>
          <ac:spMkLst>
            <pc:docMk/>
            <pc:sldMk cId="547753794" sldId="1492"/>
            <ac:spMk id="21" creationId="{E67CF83B-ED65-49F6-9B1A-A17F1FA61254}"/>
          </ac:spMkLst>
        </pc:spChg>
        <pc:spChg chg="del">
          <ac:chgData name="Minh Huynh" userId="01a137d4-0d81-46e0-aca6-c9185b391828" providerId="ADAL" clId="{228DCBF7-2D91-4473-9F7E-959AF134A5D6}" dt="2026-10-14T12:20:05.316" v="423" actId="478"/>
          <ac:spMkLst>
            <pc:docMk/>
            <pc:sldMk cId="547753794" sldId="1492"/>
            <ac:spMk id="22" creationId="{C833E474-6604-4DB5-9EE5-994300A52EC4}"/>
          </ac:spMkLst>
        </pc:spChg>
        <pc:spChg chg="del">
          <ac:chgData name="Minh Huynh" userId="01a137d4-0d81-46e0-aca6-c9185b391828" providerId="ADAL" clId="{228DCBF7-2D91-4473-9F7E-959AF134A5D6}" dt="2026-10-14T12:20:05.316" v="423" actId="478"/>
          <ac:spMkLst>
            <pc:docMk/>
            <pc:sldMk cId="547753794" sldId="1492"/>
            <ac:spMk id="23" creationId="{FE626086-0C62-4195-A307-31D98387F1A4}"/>
          </ac:spMkLst>
        </pc:spChg>
        <pc:spChg chg="del">
          <ac:chgData name="Minh Huynh" userId="01a137d4-0d81-46e0-aca6-c9185b391828" providerId="ADAL" clId="{228DCBF7-2D91-4473-9F7E-959AF134A5D6}" dt="2026-10-14T12:20:05.316" v="423" actId="478"/>
          <ac:spMkLst>
            <pc:docMk/>
            <pc:sldMk cId="547753794" sldId="1492"/>
            <ac:spMk id="24" creationId="{5ECC90A9-8D83-402E-B1DE-F8B990C2F9F1}"/>
          </ac:spMkLst>
        </pc:spChg>
        <pc:spChg chg="del">
          <ac:chgData name="Minh Huynh" userId="01a137d4-0d81-46e0-aca6-c9185b391828" providerId="ADAL" clId="{228DCBF7-2D91-4473-9F7E-959AF134A5D6}" dt="2026-10-14T12:20:05.316" v="423" actId="478"/>
          <ac:spMkLst>
            <pc:docMk/>
            <pc:sldMk cId="547753794" sldId="1492"/>
            <ac:spMk id="25" creationId="{8FF0724A-84C2-4B20-A92E-53E7A2533728}"/>
          </ac:spMkLst>
        </pc:spChg>
        <pc:spChg chg="del">
          <ac:chgData name="Minh Huynh" userId="01a137d4-0d81-46e0-aca6-c9185b391828" providerId="ADAL" clId="{228DCBF7-2D91-4473-9F7E-959AF134A5D6}" dt="2026-10-14T12:20:05.316" v="423" actId="478"/>
          <ac:spMkLst>
            <pc:docMk/>
            <pc:sldMk cId="547753794" sldId="1492"/>
            <ac:spMk id="26" creationId="{1D5654A9-64DD-4E57-B07C-585628403D2A}"/>
          </ac:spMkLst>
        </pc:spChg>
        <pc:spChg chg="del">
          <ac:chgData name="Minh Huynh" userId="01a137d4-0d81-46e0-aca6-c9185b391828" providerId="ADAL" clId="{228DCBF7-2D91-4473-9F7E-959AF134A5D6}" dt="2026-10-14T12:20:07.890" v="424" actId="478"/>
          <ac:spMkLst>
            <pc:docMk/>
            <pc:sldMk cId="547753794" sldId="1492"/>
            <ac:spMk id="38" creationId="{1E813C35-A2DC-436A-816A-BC60444DE52B}"/>
          </ac:spMkLst>
        </pc:spChg>
        <pc:spChg chg="add mod">
          <ac:chgData name="Minh Huynh" userId="01a137d4-0d81-46e0-aca6-c9185b391828" providerId="ADAL" clId="{228DCBF7-2D91-4473-9F7E-959AF134A5D6}" dt="2026-10-14T12:20:11.186" v="425"/>
          <ac:spMkLst>
            <pc:docMk/>
            <pc:sldMk cId="547753794" sldId="1492"/>
            <ac:spMk id="40" creationId="{D0D76A08-5EEF-4DB0-B45F-FF77BCDFD465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24:54.616" v="678" actId="20577"/>
        <pc:sldMkLst>
          <pc:docMk/>
          <pc:sldMk cId="2838252243" sldId="1495"/>
        </pc:sldMkLst>
        <pc:spChg chg="add mod">
          <ac:chgData name="Minh Huynh" userId="01a137d4-0d81-46e0-aca6-c9185b391828" providerId="ADAL" clId="{228DCBF7-2D91-4473-9F7E-959AF134A5D6}" dt="2026-10-14T12:22:54.201" v="459" actId="1582"/>
          <ac:spMkLst>
            <pc:docMk/>
            <pc:sldMk cId="2838252243" sldId="1495"/>
            <ac:spMk id="2" creationId="{32A8A31C-64EC-4E60-A2FD-206DDC965D51}"/>
          </ac:spMkLst>
        </pc:spChg>
        <pc:spChg chg="add mod">
          <ac:chgData name="Minh Huynh" userId="01a137d4-0d81-46e0-aca6-c9185b391828" providerId="ADAL" clId="{228DCBF7-2D91-4473-9F7E-959AF134A5D6}" dt="2026-10-14T12:23:13.921" v="465" actId="1076"/>
          <ac:spMkLst>
            <pc:docMk/>
            <pc:sldMk cId="2838252243" sldId="1495"/>
            <ac:spMk id="3" creationId="{9D73F781-2C5D-45A8-9E38-176FF2BD02EA}"/>
          </ac:spMkLst>
        </pc:spChg>
        <pc:spChg chg="add mod">
          <ac:chgData name="Minh Huynh" userId="01a137d4-0d81-46e0-aca6-c9185b391828" providerId="ADAL" clId="{228DCBF7-2D91-4473-9F7E-959AF134A5D6}" dt="2026-10-14T12:24:54.616" v="678" actId="20577"/>
          <ac:spMkLst>
            <pc:docMk/>
            <pc:sldMk cId="2838252243" sldId="1495"/>
            <ac:spMk id="4" creationId="{6FC5C04C-628C-4BC7-AA65-2699818325FD}"/>
          </ac:spMkLst>
        </pc:spChg>
        <pc:spChg chg="add mod">
          <ac:chgData name="Minh Huynh" userId="01a137d4-0d81-46e0-aca6-c9185b391828" providerId="ADAL" clId="{228DCBF7-2D91-4473-9F7E-959AF134A5D6}" dt="2026-10-14T12:21:57.019" v="448" actId="20577"/>
          <ac:spMkLst>
            <pc:docMk/>
            <pc:sldMk cId="2838252243" sldId="1495"/>
            <ac:spMk id="13" creationId="{7F8DFABD-9945-4F0F-BA18-47BF69FECA93}"/>
          </ac:spMkLst>
        </pc:spChg>
        <pc:spChg chg="del">
          <ac:chgData name="Minh Huynh" userId="01a137d4-0d81-46e0-aca6-c9185b391828" providerId="ADAL" clId="{228DCBF7-2D91-4473-9F7E-959AF134A5D6}" dt="2026-10-14T12:21:43.401" v="427" actId="478"/>
          <ac:spMkLst>
            <pc:docMk/>
            <pc:sldMk cId="2838252243" sldId="1495"/>
            <ac:spMk id="15" creationId="{A6EFC55A-5A5E-4B74-A017-EED08C94247F}"/>
          </ac:spMkLst>
        </pc:spChg>
        <pc:spChg chg="add mod">
          <ac:chgData name="Minh Huynh" userId="01a137d4-0d81-46e0-aca6-c9185b391828" providerId="ADAL" clId="{228DCBF7-2D91-4473-9F7E-959AF134A5D6}" dt="2026-10-14T12:23:02.507" v="463" actId="14100"/>
          <ac:spMkLst>
            <pc:docMk/>
            <pc:sldMk cId="2838252243" sldId="1495"/>
            <ac:spMk id="16" creationId="{6257C982-239A-4EBC-A64C-8F73BD5A6A1F}"/>
          </ac:spMkLst>
        </pc:spChg>
        <pc:spChg chg="del">
          <ac:chgData name="Minh Huynh" userId="01a137d4-0d81-46e0-aca6-c9185b391828" providerId="ADAL" clId="{228DCBF7-2D91-4473-9F7E-959AF134A5D6}" dt="2026-10-14T12:21:45.181" v="428" actId="478"/>
          <ac:spMkLst>
            <pc:docMk/>
            <pc:sldMk cId="2838252243" sldId="1495"/>
            <ac:spMk id="18" creationId="{675C8D40-C48D-4EA7-9880-31F766A480EA}"/>
          </ac:spMkLst>
        </pc:spChg>
        <pc:spChg chg="del">
          <ac:chgData name="Minh Huynh" userId="01a137d4-0d81-46e0-aca6-c9185b391828" providerId="ADAL" clId="{228DCBF7-2D91-4473-9F7E-959AF134A5D6}" dt="2026-10-14T12:21:45.181" v="428" actId="478"/>
          <ac:spMkLst>
            <pc:docMk/>
            <pc:sldMk cId="2838252243" sldId="1495"/>
            <ac:spMk id="19" creationId="{1A2D4EE2-CB81-4657-95A2-F125F03EB44F}"/>
          </ac:spMkLst>
        </pc:spChg>
        <pc:spChg chg="del">
          <ac:chgData name="Minh Huynh" userId="01a137d4-0d81-46e0-aca6-c9185b391828" providerId="ADAL" clId="{228DCBF7-2D91-4473-9F7E-959AF134A5D6}" dt="2026-10-14T12:21:45.181" v="428" actId="478"/>
          <ac:spMkLst>
            <pc:docMk/>
            <pc:sldMk cId="2838252243" sldId="1495"/>
            <ac:spMk id="20" creationId="{9A4CE909-8399-4409-A8EA-63FB45A62F88}"/>
          </ac:spMkLst>
        </pc:spChg>
        <pc:spChg chg="del">
          <ac:chgData name="Minh Huynh" userId="01a137d4-0d81-46e0-aca6-c9185b391828" providerId="ADAL" clId="{228DCBF7-2D91-4473-9F7E-959AF134A5D6}" dt="2026-10-14T12:21:45.181" v="428" actId="478"/>
          <ac:spMkLst>
            <pc:docMk/>
            <pc:sldMk cId="2838252243" sldId="1495"/>
            <ac:spMk id="21" creationId="{E67CF83B-ED65-49F6-9B1A-A17F1FA61254}"/>
          </ac:spMkLst>
        </pc:spChg>
        <pc:spChg chg="del">
          <ac:chgData name="Minh Huynh" userId="01a137d4-0d81-46e0-aca6-c9185b391828" providerId="ADAL" clId="{228DCBF7-2D91-4473-9F7E-959AF134A5D6}" dt="2026-10-14T12:21:45.181" v="428" actId="478"/>
          <ac:spMkLst>
            <pc:docMk/>
            <pc:sldMk cId="2838252243" sldId="1495"/>
            <ac:spMk id="22" creationId="{C833E474-6604-4DB5-9EE5-994300A52EC4}"/>
          </ac:spMkLst>
        </pc:spChg>
        <pc:spChg chg="del">
          <ac:chgData name="Minh Huynh" userId="01a137d4-0d81-46e0-aca6-c9185b391828" providerId="ADAL" clId="{228DCBF7-2D91-4473-9F7E-959AF134A5D6}" dt="2026-10-14T12:21:45.181" v="428" actId="478"/>
          <ac:spMkLst>
            <pc:docMk/>
            <pc:sldMk cId="2838252243" sldId="1495"/>
            <ac:spMk id="23" creationId="{FE626086-0C62-4195-A307-31D98387F1A4}"/>
          </ac:spMkLst>
        </pc:spChg>
        <pc:spChg chg="del">
          <ac:chgData name="Minh Huynh" userId="01a137d4-0d81-46e0-aca6-c9185b391828" providerId="ADAL" clId="{228DCBF7-2D91-4473-9F7E-959AF134A5D6}" dt="2026-10-14T12:21:45.181" v="428" actId="478"/>
          <ac:spMkLst>
            <pc:docMk/>
            <pc:sldMk cId="2838252243" sldId="1495"/>
            <ac:spMk id="24" creationId="{5ECC90A9-8D83-402E-B1DE-F8B990C2F9F1}"/>
          </ac:spMkLst>
        </pc:spChg>
        <pc:spChg chg="del">
          <ac:chgData name="Minh Huynh" userId="01a137d4-0d81-46e0-aca6-c9185b391828" providerId="ADAL" clId="{228DCBF7-2D91-4473-9F7E-959AF134A5D6}" dt="2026-10-14T12:21:45.181" v="428" actId="478"/>
          <ac:spMkLst>
            <pc:docMk/>
            <pc:sldMk cId="2838252243" sldId="1495"/>
            <ac:spMk id="25" creationId="{8FF0724A-84C2-4B20-A92E-53E7A2533728}"/>
          </ac:spMkLst>
        </pc:spChg>
        <pc:spChg chg="del">
          <ac:chgData name="Minh Huynh" userId="01a137d4-0d81-46e0-aca6-c9185b391828" providerId="ADAL" clId="{228DCBF7-2D91-4473-9F7E-959AF134A5D6}" dt="2026-10-14T12:21:45.181" v="428" actId="478"/>
          <ac:spMkLst>
            <pc:docMk/>
            <pc:sldMk cId="2838252243" sldId="1495"/>
            <ac:spMk id="26" creationId="{1D5654A9-64DD-4E57-B07C-585628403D2A}"/>
          </ac:spMkLst>
        </pc:spChg>
        <pc:spChg chg="add mod">
          <ac:chgData name="Minh Huynh" userId="01a137d4-0d81-46e0-aca6-c9185b391828" providerId="ADAL" clId="{228DCBF7-2D91-4473-9F7E-959AF134A5D6}" dt="2026-10-14T12:24:24.813" v="544" actId="1076"/>
          <ac:spMkLst>
            <pc:docMk/>
            <pc:sldMk cId="2838252243" sldId="1495"/>
            <ac:spMk id="27" creationId="{CA18C073-D256-47E3-8F0D-D025BA885A3A}"/>
          </ac:spMkLst>
        </pc:spChg>
        <pc:picChg chg="mod modCrop">
          <ac:chgData name="Minh Huynh" userId="01a137d4-0d81-46e0-aca6-c9185b391828" providerId="ADAL" clId="{228DCBF7-2D91-4473-9F7E-959AF134A5D6}" dt="2026-10-14T12:23:30.315" v="466" actId="732"/>
          <ac:picMkLst>
            <pc:docMk/>
            <pc:sldMk cId="2838252243" sldId="1495"/>
            <ac:picMk id="5" creationId="{6BE26968-1AAB-4259-A909-4079B81CDDD7}"/>
          </ac:picMkLst>
        </pc:picChg>
        <pc:picChg chg="add mod modCrop">
          <ac:chgData name="Minh Huynh" userId="01a137d4-0d81-46e0-aca6-c9185b391828" providerId="ADAL" clId="{228DCBF7-2D91-4473-9F7E-959AF134A5D6}" dt="2026-10-14T12:23:36.218" v="467" actId="732"/>
          <ac:picMkLst>
            <pc:docMk/>
            <pc:sldMk cId="2838252243" sldId="1495"/>
            <ac:picMk id="14" creationId="{D983F5ED-9266-41C9-B8CC-6342DCD1B9B3}"/>
          </ac:picMkLst>
        </pc:picChg>
      </pc:sldChg>
      <pc:sldChg chg="delSp add del mod">
        <pc:chgData name="Minh Huynh" userId="01a137d4-0d81-46e0-aca6-c9185b391828" providerId="ADAL" clId="{228DCBF7-2D91-4473-9F7E-959AF134A5D6}" dt="2026-10-14T12:25:33.130" v="685" actId="47"/>
        <pc:sldMkLst>
          <pc:docMk/>
          <pc:sldMk cId="798827240" sldId="1500"/>
        </pc:sldMkLst>
        <pc:picChg chg="del">
          <ac:chgData name="Minh Huynh" userId="01a137d4-0d81-46e0-aca6-c9185b391828" providerId="ADAL" clId="{228DCBF7-2D91-4473-9F7E-959AF134A5D6}" dt="2026-10-14T12:25:30.807" v="684" actId="478"/>
          <ac:picMkLst>
            <pc:docMk/>
            <pc:sldMk cId="798827240" sldId="1500"/>
            <ac:picMk id="4" creationId="{5C5642D8-369E-428D-AD38-A68D3F12771D}"/>
          </ac:picMkLst>
        </pc:picChg>
      </pc:sldChg>
      <pc:sldChg chg="addSp delSp modSp add mod">
        <pc:chgData name="Minh Huynh" userId="01a137d4-0d81-46e0-aca6-c9185b391828" providerId="ADAL" clId="{228DCBF7-2D91-4473-9F7E-959AF134A5D6}" dt="2026-10-14T12:25:48.131" v="688"/>
        <pc:sldMkLst>
          <pc:docMk/>
          <pc:sldMk cId="512563033" sldId="1501"/>
        </pc:sldMkLst>
        <pc:spChg chg="add mod">
          <ac:chgData name="Minh Huynh" userId="01a137d4-0d81-46e0-aca6-c9185b391828" providerId="ADAL" clId="{228DCBF7-2D91-4473-9F7E-959AF134A5D6}" dt="2026-10-14T12:25:48.131" v="688"/>
          <ac:spMkLst>
            <pc:docMk/>
            <pc:sldMk cId="512563033" sldId="1501"/>
            <ac:spMk id="13" creationId="{379DD607-F670-41ED-B25F-48C76E1A3A0D}"/>
          </ac:spMkLst>
        </pc:spChg>
        <pc:spChg chg="del">
          <ac:chgData name="Minh Huynh" userId="01a137d4-0d81-46e0-aca6-c9185b391828" providerId="ADAL" clId="{228DCBF7-2D91-4473-9F7E-959AF134A5D6}" dt="2026-10-14T12:25:44.270" v="687" actId="478"/>
          <ac:spMkLst>
            <pc:docMk/>
            <pc:sldMk cId="512563033" sldId="1501"/>
            <ac:spMk id="18" creationId="{675C8D40-C48D-4EA7-9880-31F766A480EA}"/>
          </ac:spMkLst>
        </pc:spChg>
        <pc:spChg chg="del">
          <ac:chgData name="Minh Huynh" userId="01a137d4-0d81-46e0-aca6-c9185b391828" providerId="ADAL" clId="{228DCBF7-2D91-4473-9F7E-959AF134A5D6}" dt="2026-10-14T12:25:44.270" v="687" actId="478"/>
          <ac:spMkLst>
            <pc:docMk/>
            <pc:sldMk cId="512563033" sldId="1501"/>
            <ac:spMk id="19" creationId="{1A2D4EE2-CB81-4657-95A2-F125F03EB44F}"/>
          </ac:spMkLst>
        </pc:spChg>
        <pc:spChg chg="del">
          <ac:chgData name="Minh Huynh" userId="01a137d4-0d81-46e0-aca6-c9185b391828" providerId="ADAL" clId="{228DCBF7-2D91-4473-9F7E-959AF134A5D6}" dt="2026-10-14T12:25:44.270" v="687" actId="478"/>
          <ac:spMkLst>
            <pc:docMk/>
            <pc:sldMk cId="512563033" sldId="1501"/>
            <ac:spMk id="20" creationId="{9A4CE909-8399-4409-A8EA-63FB45A62F88}"/>
          </ac:spMkLst>
        </pc:spChg>
        <pc:spChg chg="del">
          <ac:chgData name="Minh Huynh" userId="01a137d4-0d81-46e0-aca6-c9185b391828" providerId="ADAL" clId="{228DCBF7-2D91-4473-9F7E-959AF134A5D6}" dt="2026-10-14T12:25:44.270" v="687" actId="478"/>
          <ac:spMkLst>
            <pc:docMk/>
            <pc:sldMk cId="512563033" sldId="1501"/>
            <ac:spMk id="21" creationId="{E67CF83B-ED65-49F6-9B1A-A17F1FA61254}"/>
          </ac:spMkLst>
        </pc:spChg>
        <pc:spChg chg="del">
          <ac:chgData name="Minh Huynh" userId="01a137d4-0d81-46e0-aca6-c9185b391828" providerId="ADAL" clId="{228DCBF7-2D91-4473-9F7E-959AF134A5D6}" dt="2026-10-14T12:25:44.270" v="687" actId="478"/>
          <ac:spMkLst>
            <pc:docMk/>
            <pc:sldMk cId="512563033" sldId="1501"/>
            <ac:spMk id="22" creationId="{C833E474-6604-4DB5-9EE5-994300A52EC4}"/>
          </ac:spMkLst>
        </pc:spChg>
        <pc:spChg chg="del">
          <ac:chgData name="Minh Huynh" userId="01a137d4-0d81-46e0-aca6-c9185b391828" providerId="ADAL" clId="{228DCBF7-2D91-4473-9F7E-959AF134A5D6}" dt="2026-10-14T12:25:44.270" v="687" actId="478"/>
          <ac:spMkLst>
            <pc:docMk/>
            <pc:sldMk cId="512563033" sldId="1501"/>
            <ac:spMk id="23" creationId="{FE626086-0C62-4195-A307-31D98387F1A4}"/>
          </ac:spMkLst>
        </pc:spChg>
        <pc:spChg chg="del">
          <ac:chgData name="Minh Huynh" userId="01a137d4-0d81-46e0-aca6-c9185b391828" providerId="ADAL" clId="{228DCBF7-2D91-4473-9F7E-959AF134A5D6}" dt="2026-10-14T12:25:44.270" v="687" actId="478"/>
          <ac:spMkLst>
            <pc:docMk/>
            <pc:sldMk cId="512563033" sldId="1501"/>
            <ac:spMk id="24" creationId="{5ECC90A9-8D83-402E-B1DE-F8B990C2F9F1}"/>
          </ac:spMkLst>
        </pc:spChg>
        <pc:spChg chg="del">
          <ac:chgData name="Minh Huynh" userId="01a137d4-0d81-46e0-aca6-c9185b391828" providerId="ADAL" clId="{228DCBF7-2D91-4473-9F7E-959AF134A5D6}" dt="2026-10-14T12:25:44.270" v="687" actId="478"/>
          <ac:spMkLst>
            <pc:docMk/>
            <pc:sldMk cId="512563033" sldId="1501"/>
            <ac:spMk id="25" creationId="{8FF0724A-84C2-4B20-A92E-53E7A2533728}"/>
          </ac:spMkLst>
        </pc:spChg>
        <pc:spChg chg="del">
          <ac:chgData name="Minh Huynh" userId="01a137d4-0d81-46e0-aca6-c9185b391828" providerId="ADAL" clId="{228DCBF7-2D91-4473-9F7E-959AF134A5D6}" dt="2026-10-14T12:25:44.270" v="687" actId="478"/>
          <ac:spMkLst>
            <pc:docMk/>
            <pc:sldMk cId="512563033" sldId="1501"/>
            <ac:spMk id="26" creationId="{1D5654A9-64DD-4E57-B07C-585628403D2A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17:14.192" v="348"/>
        <pc:sldMkLst>
          <pc:docMk/>
          <pc:sldMk cId="2117238447" sldId="1514"/>
        </pc:sldMkLst>
        <pc:spChg chg="add mod">
          <ac:chgData name="Minh Huynh" userId="01a137d4-0d81-46e0-aca6-c9185b391828" providerId="ADAL" clId="{228DCBF7-2D91-4473-9F7E-959AF134A5D6}" dt="2026-10-14T12:17:14.192" v="348"/>
          <ac:spMkLst>
            <pc:docMk/>
            <pc:sldMk cId="2117238447" sldId="1514"/>
            <ac:spMk id="17" creationId="{3F217196-35CA-4C84-8D0C-CF60EA305FE3}"/>
          </ac:spMkLst>
        </pc:spChg>
        <pc:spChg chg="del">
          <ac:chgData name="Minh Huynh" userId="01a137d4-0d81-46e0-aca6-c9185b391828" providerId="ADAL" clId="{228DCBF7-2D91-4473-9F7E-959AF134A5D6}" dt="2026-10-14T12:17:11.431" v="347" actId="478"/>
          <ac:spMkLst>
            <pc:docMk/>
            <pc:sldMk cId="2117238447" sldId="1514"/>
            <ac:spMk id="18" creationId="{AB04D6AA-D575-96BB-7AF7-CD5CE91E4A7E}"/>
          </ac:spMkLst>
        </pc:spChg>
        <pc:spChg chg="del">
          <ac:chgData name="Minh Huynh" userId="01a137d4-0d81-46e0-aca6-c9185b391828" providerId="ADAL" clId="{228DCBF7-2D91-4473-9F7E-959AF134A5D6}" dt="2026-10-14T12:17:11.431" v="347" actId="478"/>
          <ac:spMkLst>
            <pc:docMk/>
            <pc:sldMk cId="2117238447" sldId="1514"/>
            <ac:spMk id="19" creationId="{593835A4-B705-DDC5-2AA5-BCCDCD0D6067}"/>
          </ac:spMkLst>
        </pc:spChg>
        <pc:spChg chg="del">
          <ac:chgData name="Minh Huynh" userId="01a137d4-0d81-46e0-aca6-c9185b391828" providerId="ADAL" clId="{228DCBF7-2D91-4473-9F7E-959AF134A5D6}" dt="2026-10-14T12:17:11.431" v="347" actId="478"/>
          <ac:spMkLst>
            <pc:docMk/>
            <pc:sldMk cId="2117238447" sldId="1514"/>
            <ac:spMk id="20" creationId="{BBE960C7-3C0A-2DE4-454E-1916124467B1}"/>
          </ac:spMkLst>
        </pc:spChg>
        <pc:spChg chg="del">
          <ac:chgData name="Minh Huynh" userId="01a137d4-0d81-46e0-aca6-c9185b391828" providerId="ADAL" clId="{228DCBF7-2D91-4473-9F7E-959AF134A5D6}" dt="2026-10-14T12:17:11.431" v="347" actId="478"/>
          <ac:spMkLst>
            <pc:docMk/>
            <pc:sldMk cId="2117238447" sldId="1514"/>
            <ac:spMk id="21" creationId="{5315FA77-CBD5-73BD-5449-AD4E3CFC05F5}"/>
          </ac:spMkLst>
        </pc:spChg>
        <pc:spChg chg="del">
          <ac:chgData name="Minh Huynh" userId="01a137d4-0d81-46e0-aca6-c9185b391828" providerId="ADAL" clId="{228DCBF7-2D91-4473-9F7E-959AF134A5D6}" dt="2026-10-14T12:17:11.431" v="347" actId="478"/>
          <ac:spMkLst>
            <pc:docMk/>
            <pc:sldMk cId="2117238447" sldId="1514"/>
            <ac:spMk id="22" creationId="{236E411F-52D3-542E-D946-CBB06797DAFA}"/>
          </ac:spMkLst>
        </pc:spChg>
        <pc:spChg chg="del">
          <ac:chgData name="Minh Huynh" userId="01a137d4-0d81-46e0-aca6-c9185b391828" providerId="ADAL" clId="{228DCBF7-2D91-4473-9F7E-959AF134A5D6}" dt="2026-10-14T12:17:11.431" v="347" actId="478"/>
          <ac:spMkLst>
            <pc:docMk/>
            <pc:sldMk cId="2117238447" sldId="1514"/>
            <ac:spMk id="23" creationId="{8CEA2001-FD9A-A117-B2D0-B40CBF67FA2F}"/>
          </ac:spMkLst>
        </pc:spChg>
        <pc:spChg chg="del">
          <ac:chgData name="Minh Huynh" userId="01a137d4-0d81-46e0-aca6-c9185b391828" providerId="ADAL" clId="{228DCBF7-2D91-4473-9F7E-959AF134A5D6}" dt="2026-10-14T12:17:11.431" v="347" actId="478"/>
          <ac:spMkLst>
            <pc:docMk/>
            <pc:sldMk cId="2117238447" sldId="1514"/>
            <ac:spMk id="24" creationId="{4B9E5E7D-B1D6-A1B1-29D5-E0C01FC2586E}"/>
          </ac:spMkLst>
        </pc:spChg>
        <pc:spChg chg="del">
          <ac:chgData name="Minh Huynh" userId="01a137d4-0d81-46e0-aca6-c9185b391828" providerId="ADAL" clId="{228DCBF7-2D91-4473-9F7E-959AF134A5D6}" dt="2026-10-14T12:17:11.431" v="347" actId="478"/>
          <ac:spMkLst>
            <pc:docMk/>
            <pc:sldMk cId="2117238447" sldId="1514"/>
            <ac:spMk id="25" creationId="{DCCD2B60-E08C-8A94-A1C5-23A73D8B530A}"/>
          </ac:spMkLst>
        </pc:spChg>
        <pc:spChg chg="del">
          <ac:chgData name="Minh Huynh" userId="01a137d4-0d81-46e0-aca6-c9185b391828" providerId="ADAL" clId="{228DCBF7-2D91-4473-9F7E-959AF134A5D6}" dt="2026-10-14T12:17:11.431" v="347" actId="478"/>
          <ac:spMkLst>
            <pc:docMk/>
            <pc:sldMk cId="2117238447" sldId="1514"/>
            <ac:spMk id="26" creationId="{BB8008EF-A712-6397-1790-3BC524EB9417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17:39.221" v="351"/>
        <pc:sldMkLst>
          <pc:docMk/>
          <pc:sldMk cId="3236451149" sldId="1515"/>
        </pc:sldMkLst>
        <pc:spChg chg="add mod">
          <ac:chgData name="Minh Huynh" userId="01a137d4-0d81-46e0-aca6-c9185b391828" providerId="ADAL" clId="{228DCBF7-2D91-4473-9F7E-959AF134A5D6}" dt="2026-10-14T12:17:39.221" v="351"/>
          <ac:spMkLst>
            <pc:docMk/>
            <pc:sldMk cId="3236451149" sldId="1515"/>
            <ac:spMk id="14" creationId="{690DB21E-E430-419E-BE68-5FD51ABC8928}"/>
          </ac:spMkLst>
        </pc:spChg>
        <pc:spChg chg="del">
          <ac:chgData name="Minh Huynh" userId="01a137d4-0d81-46e0-aca6-c9185b391828" providerId="ADAL" clId="{228DCBF7-2D91-4473-9F7E-959AF134A5D6}" dt="2026-10-14T12:17:36.286" v="350" actId="478"/>
          <ac:spMkLst>
            <pc:docMk/>
            <pc:sldMk cId="3236451149" sldId="1515"/>
            <ac:spMk id="18" creationId="{74613AC9-4E9B-EF43-A06A-8B0F4E8993A5}"/>
          </ac:spMkLst>
        </pc:spChg>
        <pc:spChg chg="del">
          <ac:chgData name="Minh Huynh" userId="01a137d4-0d81-46e0-aca6-c9185b391828" providerId="ADAL" clId="{228DCBF7-2D91-4473-9F7E-959AF134A5D6}" dt="2026-10-14T12:17:36.286" v="350" actId="478"/>
          <ac:spMkLst>
            <pc:docMk/>
            <pc:sldMk cId="3236451149" sldId="1515"/>
            <ac:spMk id="19" creationId="{0964DC8E-3E0C-7209-FA11-5FA4F77EBFA9}"/>
          </ac:spMkLst>
        </pc:spChg>
        <pc:spChg chg="del">
          <ac:chgData name="Minh Huynh" userId="01a137d4-0d81-46e0-aca6-c9185b391828" providerId="ADAL" clId="{228DCBF7-2D91-4473-9F7E-959AF134A5D6}" dt="2026-10-14T12:17:36.286" v="350" actId="478"/>
          <ac:spMkLst>
            <pc:docMk/>
            <pc:sldMk cId="3236451149" sldId="1515"/>
            <ac:spMk id="20" creationId="{1E51ED94-7445-59F8-5600-FB9C0BB16F69}"/>
          </ac:spMkLst>
        </pc:spChg>
        <pc:spChg chg="del">
          <ac:chgData name="Minh Huynh" userId="01a137d4-0d81-46e0-aca6-c9185b391828" providerId="ADAL" clId="{228DCBF7-2D91-4473-9F7E-959AF134A5D6}" dt="2026-10-14T12:17:36.286" v="350" actId="478"/>
          <ac:spMkLst>
            <pc:docMk/>
            <pc:sldMk cId="3236451149" sldId="1515"/>
            <ac:spMk id="21" creationId="{03A34D72-E4B9-BD2C-ACFA-68B81ED850CD}"/>
          </ac:spMkLst>
        </pc:spChg>
        <pc:spChg chg="del">
          <ac:chgData name="Minh Huynh" userId="01a137d4-0d81-46e0-aca6-c9185b391828" providerId="ADAL" clId="{228DCBF7-2D91-4473-9F7E-959AF134A5D6}" dt="2026-10-14T12:17:36.286" v="350" actId="478"/>
          <ac:spMkLst>
            <pc:docMk/>
            <pc:sldMk cId="3236451149" sldId="1515"/>
            <ac:spMk id="22" creationId="{C0E7BE67-C810-12ED-FD5B-FA68670A2410}"/>
          </ac:spMkLst>
        </pc:spChg>
        <pc:spChg chg="del">
          <ac:chgData name="Minh Huynh" userId="01a137d4-0d81-46e0-aca6-c9185b391828" providerId="ADAL" clId="{228DCBF7-2D91-4473-9F7E-959AF134A5D6}" dt="2026-10-14T12:17:36.286" v="350" actId="478"/>
          <ac:spMkLst>
            <pc:docMk/>
            <pc:sldMk cId="3236451149" sldId="1515"/>
            <ac:spMk id="23" creationId="{6C0A9226-8564-76C0-0EBB-EFAF56981C34}"/>
          </ac:spMkLst>
        </pc:spChg>
        <pc:spChg chg="del">
          <ac:chgData name="Minh Huynh" userId="01a137d4-0d81-46e0-aca6-c9185b391828" providerId="ADAL" clId="{228DCBF7-2D91-4473-9F7E-959AF134A5D6}" dt="2026-10-14T12:17:36.286" v="350" actId="478"/>
          <ac:spMkLst>
            <pc:docMk/>
            <pc:sldMk cId="3236451149" sldId="1515"/>
            <ac:spMk id="24" creationId="{206E93E8-F6B4-9FA6-BB57-841D9E740204}"/>
          </ac:spMkLst>
        </pc:spChg>
        <pc:spChg chg="del">
          <ac:chgData name="Minh Huynh" userId="01a137d4-0d81-46e0-aca6-c9185b391828" providerId="ADAL" clId="{228DCBF7-2D91-4473-9F7E-959AF134A5D6}" dt="2026-10-14T12:17:36.286" v="350" actId="478"/>
          <ac:spMkLst>
            <pc:docMk/>
            <pc:sldMk cId="3236451149" sldId="1515"/>
            <ac:spMk id="25" creationId="{3C0EC019-692A-6773-B2D0-0D45F59BD0C5}"/>
          </ac:spMkLst>
        </pc:spChg>
        <pc:spChg chg="del">
          <ac:chgData name="Minh Huynh" userId="01a137d4-0d81-46e0-aca6-c9185b391828" providerId="ADAL" clId="{228DCBF7-2D91-4473-9F7E-959AF134A5D6}" dt="2026-10-14T12:17:36.286" v="350" actId="478"/>
          <ac:spMkLst>
            <pc:docMk/>
            <pc:sldMk cId="3236451149" sldId="1515"/>
            <ac:spMk id="26" creationId="{2401C4B1-38F1-C89C-C35A-B3D4473DAD10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18:11.686" v="388" actId="20577"/>
        <pc:sldMkLst>
          <pc:docMk/>
          <pc:sldMk cId="686063284" sldId="1521"/>
        </pc:sldMkLst>
        <pc:spChg chg="add mod">
          <ac:chgData name="Minh Huynh" userId="01a137d4-0d81-46e0-aca6-c9185b391828" providerId="ADAL" clId="{228DCBF7-2D91-4473-9F7E-959AF134A5D6}" dt="2026-10-14T12:18:11.686" v="388" actId="20577"/>
          <ac:spMkLst>
            <pc:docMk/>
            <pc:sldMk cId="686063284" sldId="1521"/>
            <ac:spMk id="16" creationId="{7E6B5B4F-6393-4D60-BE62-208DF84714E9}"/>
          </ac:spMkLst>
        </pc:spChg>
        <pc:spChg chg="del">
          <ac:chgData name="Minh Huynh" userId="01a137d4-0d81-46e0-aca6-c9185b391828" providerId="ADAL" clId="{228DCBF7-2D91-4473-9F7E-959AF134A5D6}" dt="2026-10-14T12:17:57.196" v="353" actId="478"/>
          <ac:spMkLst>
            <pc:docMk/>
            <pc:sldMk cId="686063284" sldId="1521"/>
            <ac:spMk id="18" creationId="{AB91C331-0A71-708E-FEEA-33976BCD9EAC}"/>
          </ac:spMkLst>
        </pc:spChg>
        <pc:spChg chg="del">
          <ac:chgData name="Minh Huynh" userId="01a137d4-0d81-46e0-aca6-c9185b391828" providerId="ADAL" clId="{228DCBF7-2D91-4473-9F7E-959AF134A5D6}" dt="2026-10-14T12:17:57.196" v="353" actId="478"/>
          <ac:spMkLst>
            <pc:docMk/>
            <pc:sldMk cId="686063284" sldId="1521"/>
            <ac:spMk id="19" creationId="{5D826BCD-26F4-44E9-0AAE-F32E07E08D7A}"/>
          </ac:spMkLst>
        </pc:spChg>
        <pc:spChg chg="del">
          <ac:chgData name="Minh Huynh" userId="01a137d4-0d81-46e0-aca6-c9185b391828" providerId="ADAL" clId="{228DCBF7-2D91-4473-9F7E-959AF134A5D6}" dt="2026-10-14T12:17:57.196" v="353" actId="478"/>
          <ac:spMkLst>
            <pc:docMk/>
            <pc:sldMk cId="686063284" sldId="1521"/>
            <ac:spMk id="20" creationId="{DEBDBCBA-6D06-7BFA-0052-E89EB3840378}"/>
          </ac:spMkLst>
        </pc:spChg>
        <pc:spChg chg="del">
          <ac:chgData name="Minh Huynh" userId="01a137d4-0d81-46e0-aca6-c9185b391828" providerId="ADAL" clId="{228DCBF7-2D91-4473-9F7E-959AF134A5D6}" dt="2026-10-14T12:17:57.196" v="353" actId="478"/>
          <ac:spMkLst>
            <pc:docMk/>
            <pc:sldMk cId="686063284" sldId="1521"/>
            <ac:spMk id="21" creationId="{6C9416BA-2540-7926-8004-C77A1A47CD5A}"/>
          </ac:spMkLst>
        </pc:spChg>
        <pc:spChg chg="del">
          <ac:chgData name="Minh Huynh" userId="01a137d4-0d81-46e0-aca6-c9185b391828" providerId="ADAL" clId="{228DCBF7-2D91-4473-9F7E-959AF134A5D6}" dt="2026-10-14T12:17:57.196" v="353" actId="478"/>
          <ac:spMkLst>
            <pc:docMk/>
            <pc:sldMk cId="686063284" sldId="1521"/>
            <ac:spMk id="22" creationId="{EBFB8C9E-7681-F1A7-FE3E-01BA1D0F2706}"/>
          </ac:spMkLst>
        </pc:spChg>
        <pc:spChg chg="del">
          <ac:chgData name="Minh Huynh" userId="01a137d4-0d81-46e0-aca6-c9185b391828" providerId="ADAL" clId="{228DCBF7-2D91-4473-9F7E-959AF134A5D6}" dt="2026-10-14T12:17:57.196" v="353" actId="478"/>
          <ac:spMkLst>
            <pc:docMk/>
            <pc:sldMk cId="686063284" sldId="1521"/>
            <ac:spMk id="23" creationId="{40D55C6B-A8BC-0F5F-23AA-147ADF3486E2}"/>
          </ac:spMkLst>
        </pc:spChg>
        <pc:spChg chg="del">
          <ac:chgData name="Minh Huynh" userId="01a137d4-0d81-46e0-aca6-c9185b391828" providerId="ADAL" clId="{228DCBF7-2D91-4473-9F7E-959AF134A5D6}" dt="2026-10-14T12:17:57.196" v="353" actId="478"/>
          <ac:spMkLst>
            <pc:docMk/>
            <pc:sldMk cId="686063284" sldId="1521"/>
            <ac:spMk id="24" creationId="{8503643A-BE58-5622-0DE9-7CE2B068474E}"/>
          </ac:spMkLst>
        </pc:spChg>
        <pc:spChg chg="del">
          <ac:chgData name="Minh Huynh" userId="01a137d4-0d81-46e0-aca6-c9185b391828" providerId="ADAL" clId="{228DCBF7-2D91-4473-9F7E-959AF134A5D6}" dt="2026-10-14T12:17:57.196" v="353" actId="478"/>
          <ac:spMkLst>
            <pc:docMk/>
            <pc:sldMk cId="686063284" sldId="1521"/>
            <ac:spMk id="25" creationId="{F0DED4E5-9E64-9F92-1600-40F2C62F1971}"/>
          </ac:spMkLst>
        </pc:spChg>
        <pc:spChg chg="del">
          <ac:chgData name="Minh Huynh" userId="01a137d4-0d81-46e0-aca6-c9185b391828" providerId="ADAL" clId="{228DCBF7-2D91-4473-9F7E-959AF134A5D6}" dt="2026-10-14T12:17:57.196" v="353" actId="478"/>
          <ac:spMkLst>
            <pc:docMk/>
            <pc:sldMk cId="686063284" sldId="1521"/>
            <ac:spMk id="26" creationId="{20DA6176-D01F-56E7-0195-531AF7190FC4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18:26.212" v="391"/>
        <pc:sldMkLst>
          <pc:docMk/>
          <pc:sldMk cId="1634231991" sldId="1523"/>
        </pc:sldMkLst>
        <pc:spChg chg="add mod">
          <ac:chgData name="Minh Huynh" userId="01a137d4-0d81-46e0-aca6-c9185b391828" providerId="ADAL" clId="{228DCBF7-2D91-4473-9F7E-959AF134A5D6}" dt="2026-10-14T12:18:26.212" v="391"/>
          <ac:spMkLst>
            <pc:docMk/>
            <pc:sldMk cId="1634231991" sldId="1523"/>
            <ac:spMk id="17" creationId="{14A6AEB6-0186-4B69-8DDC-235C0A679018}"/>
          </ac:spMkLst>
        </pc:spChg>
        <pc:spChg chg="del">
          <ac:chgData name="Minh Huynh" userId="01a137d4-0d81-46e0-aca6-c9185b391828" providerId="ADAL" clId="{228DCBF7-2D91-4473-9F7E-959AF134A5D6}" dt="2026-10-14T12:18:21.904" v="390" actId="478"/>
          <ac:spMkLst>
            <pc:docMk/>
            <pc:sldMk cId="1634231991" sldId="1523"/>
            <ac:spMk id="18" creationId="{8CE2F8FE-27CF-96C6-E6D5-A534F1BC8E79}"/>
          </ac:spMkLst>
        </pc:spChg>
        <pc:spChg chg="del">
          <ac:chgData name="Minh Huynh" userId="01a137d4-0d81-46e0-aca6-c9185b391828" providerId="ADAL" clId="{228DCBF7-2D91-4473-9F7E-959AF134A5D6}" dt="2026-10-14T12:18:21.904" v="390" actId="478"/>
          <ac:spMkLst>
            <pc:docMk/>
            <pc:sldMk cId="1634231991" sldId="1523"/>
            <ac:spMk id="19" creationId="{DE6E3005-DE2B-1717-DF4E-36710D1ECFBE}"/>
          </ac:spMkLst>
        </pc:spChg>
        <pc:spChg chg="del">
          <ac:chgData name="Minh Huynh" userId="01a137d4-0d81-46e0-aca6-c9185b391828" providerId="ADAL" clId="{228DCBF7-2D91-4473-9F7E-959AF134A5D6}" dt="2026-10-14T12:18:21.904" v="390" actId="478"/>
          <ac:spMkLst>
            <pc:docMk/>
            <pc:sldMk cId="1634231991" sldId="1523"/>
            <ac:spMk id="20" creationId="{67A325C6-136A-BF1E-4B0F-747F67076E34}"/>
          </ac:spMkLst>
        </pc:spChg>
        <pc:spChg chg="del">
          <ac:chgData name="Minh Huynh" userId="01a137d4-0d81-46e0-aca6-c9185b391828" providerId="ADAL" clId="{228DCBF7-2D91-4473-9F7E-959AF134A5D6}" dt="2026-10-14T12:18:21.904" v="390" actId="478"/>
          <ac:spMkLst>
            <pc:docMk/>
            <pc:sldMk cId="1634231991" sldId="1523"/>
            <ac:spMk id="21" creationId="{6469925A-8A55-C7B6-E701-433C8EE2AAA7}"/>
          </ac:spMkLst>
        </pc:spChg>
        <pc:spChg chg="del">
          <ac:chgData name="Minh Huynh" userId="01a137d4-0d81-46e0-aca6-c9185b391828" providerId="ADAL" clId="{228DCBF7-2D91-4473-9F7E-959AF134A5D6}" dt="2026-10-14T12:18:21.904" v="390" actId="478"/>
          <ac:spMkLst>
            <pc:docMk/>
            <pc:sldMk cId="1634231991" sldId="1523"/>
            <ac:spMk id="22" creationId="{5A7D038D-36F8-79AD-AA00-80EBC6F28CD1}"/>
          </ac:spMkLst>
        </pc:spChg>
        <pc:spChg chg="del">
          <ac:chgData name="Minh Huynh" userId="01a137d4-0d81-46e0-aca6-c9185b391828" providerId="ADAL" clId="{228DCBF7-2D91-4473-9F7E-959AF134A5D6}" dt="2026-10-14T12:18:21.904" v="390" actId="478"/>
          <ac:spMkLst>
            <pc:docMk/>
            <pc:sldMk cId="1634231991" sldId="1523"/>
            <ac:spMk id="23" creationId="{F1B1294A-B893-156B-465D-7DCC946821B5}"/>
          </ac:spMkLst>
        </pc:spChg>
        <pc:spChg chg="del">
          <ac:chgData name="Minh Huynh" userId="01a137d4-0d81-46e0-aca6-c9185b391828" providerId="ADAL" clId="{228DCBF7-2D91-4473-9F7E-959AF134A5D6}" dt="2026-10-14T12:18:21.904" v="390" actId="478"/>
          <ac:spMkLst>
            <pc:docMk/>
            <pc:sldMk cId="1634231991" sldId="1523"/>
            <ac:spMk id="24" creationId="{B0CDCD5B-25B7-E1CA-0C52-C29376A5C573}"/>
          </ac:spMkLst>
        </pc:spChg>
        <pc:spChg chg="del">
          <ac:chgData name="Minh Huynh" userId="01a137d4-0d81-46e0-aca6-c9185b391828" providerId="ADAL" clId="{228DCBF7-2D91-4473-9F7E-959AF134A5D6}" dt="2026-10-14T12:18:21.904" v="390" actId="478"/>
          <ac:spMkLst>
            <pc:docMk/>
            <pc:sldMk cId="1634231991" sldId="1523"/>
            <ac:spMk id="25" creationId="{5216B335-8759-7F30-5493-9A0984F83640}"/>
          </ac:spMkLst>
        </pc:spChg>
        <pc:spChg chg="del">
          <ac:chgData name="Minh Huynh" userId="01a137d4-0d81-46e0-aca6-c9185b391828" providerId="ADAL" clId="{228DCBF7-2D91-4473-9F7E-959AF134A5D6}" dt="2026-10-14T12:18:21.904" v="390" actId="478"/>
          <ac:spMkLst>
            <pc:docMk/>
            <pc:sldMk cId="1634231991" sldId="1523"/>
            <ac:spMk id="26" creationId="{91EEF44E-7F74-316D-9DD7-54DC33C365EB}"/>
          </ac:spMkLst>
        </pc:spChg>
      </pc:sldChg>
      <pc:sldChg chg="delSp add del mod">
        <pc:chgData name="Minh Huynh" userId="01a137d4-0d81-46e0-aca6-c9185b391828" providerId="ADAL" clId="{228DCBF7-2D91-4473-9F7E-959AF134A5D6}" dt="2026-10-14T12:26:12.479" v="689" actId="47"/>
        <pc:sldMkLst>
          <pc:docMk/>
          <pc:sldMk cId="606212868" sldId="1524"/>
        </pc:sldMkLst>
        <pc:spChg chg="del">
          <ac:chgData name="Minh Huynh" userId="01a137d4-0d81-46e0-aca6-c9185b391828" providerId="ADAL" clId="{228DCBF7-2D91-4473-9F7E-959AF134A5D6}" dt="2026-10-14T12:25:15.027" v="680" actId="478"/>
          <ac:spMkLst>
            <pc:docMk/>
            <pc:sldMk cId="606212868" sldId="1524"/>
            <ac:spMk id="2" creationId="{32A8A31C-64EC-4E60-A2FD-206DDC965D51}"/>
          </ac:spMkLst>
        </pc:spChg>
        <pc:spChg chg="del">
          <ac:chgData name="Minh Huynh" userId="01a137d4-0d81-46e0-aca6-c9185b391828" providerId="ADAL" clId="{228DCBF7-2D91-4473-9F7E-959AF134A5D6}" dt="2026-10-14T12:25:15.027" v="680" actId="478"/>
          <ac:spMkLst>
            <pc:docMk/>
            <pc:sldMk cId="606212868" sldId="1524"/>
            <ac:spMk id="3" creationId="{9D73F781-2C5D-45A8-9E38-176FF2BD02EA}"/>
          </ac:spMkLst>
        </pc:spChg>
        <pc:spChg chg="del">
          <ac:chgData name="Minh Huynh" userId="01a137d4-0d81-46e0-aca6-c9185b391828" providerId="ADAL" clId="{228DCBF7-2D91-4473-9F7E-959AF134A5D6}" dt="2026-10-14T12:25:17.612" v="682" actId="478"/>
          <ac:spMkLst>
            <pc:docMk/>
            <pc:sldMk cId="606212868" sldId="1524"/>
            <ac:spMk id="4" creationId="{6FC5C04C-628C-4BC7-AA65-2699818325FD}"/>
          </ac:spMkLst>
        </pc:spChg>
        <pc:spChg chg="del">
          <ac:chgData name="Minh Huynh" userId="01a137d4-0d81-46e0-aca6-c9185b391828" providerId="ADAL" clId="{228DCBF7-2D91-4473-9F7E-959AF134A5D6}" dt="2026-10-14T12:25:15.027" v="680" actId="478"/>
          <ac:spMkLst>
            <pc:docMk/>
            <pc:sldMk cId="606212868" sldId="1524"/>
            <ac:spMk id="16" creationId="{6257C982-239A-4EBC-A64C-8F73BD5A6A1F}"/>
          </ac:spMkLst>
        </pc:spChg>
        <pc:spChg chg="del">
          <ac:chgData name="Minh Huynh" userId="01a137d4-0d81-46e0-aca6-c9185b391828" providerId="ADAL" clId="{228DCBF7-2D91-4473-9F7E-959AF134A5D6}" dt="2026-10-14T12:25:15.027" v="680" actId="478"/>
          <ac:spMkLst>
            <pc:docMk/>
            <pc:sldMk cId="606212868" sldId="1524"/>
            <ac:spMk id="27" creationId="{CA18C073-D256-47E3-8F0D-D025BA885A3A}"/>
          </ac:spMkLst>
        </pc:spChg>
        <pc:picChg chg="del">
          <ac:chgData name="Minh Huynh" userId="01a137d4-0d81-46e0-aca6-c9185b391828" providerId="ADAL" clId="{228DCBF7-2D91-4473-9F7E-959AF134A5D6}" dt="2026-10-14T12:25:15.843" v="681" actId="478"/>
          <ac:picMkLst>
            <pc:docMk/>
            <pc:sldMk cId="606212868" sldId="1524"/>
            <ac:picMk id="5" creationId="{6BE26968-1AAB-4259-A909-4079B81CDDD7}"/>
          </ac:picMkLst>
        </pc:picChg>
        <pc:picChg chg="del">
          <ac:chgData name="Minh Huynh" userId="01a137d4-0d81-46e0-aca6-c9185b391828" providerId="ADAL" clId="{228DCBF7-2D91-4473-9F7E-959AF134A5D6}" dt="2026-10-14T12:25:15.027" v="680" actId="478"/>
          <ac:picMkLst>
            <pc:docMk/>
            <pc:sldMk cId="606212868" sldId="1524"/>
            <ac:picMk id="14" creationId="{D983F5ED-9266-41C9-B8CC-6342DCD1B9B3}"/>
          </ac:picMkLst>
        </pc:picChg>
      </pc:sldChg>
      <pc:sldChg chg="addSp delSp modSp add mod">
        <pc:chgData name="Minh Huynh" userId="01a137d4-0d81-46e0-aca6-c9185b391828" providerId="ADAL" clId="{228DCBF7-2D91-4473-9F7E-959AF134A5D6}" dt="2026-10-14T12:26:27.316" v="712" actId="20577"/>
        <pc:sldMkLst>
          <pc:docMk/>
          <pc:sldMk cId="353615992" sldId="1555"/>
        </pc:sldMkLst>
        <pc:spChg chg="del">
          <ac:chgData name="Minh Huynh" userId="01a137d4-0d81-46e0-aca6-c9185b391828" providerId="ADAL" clId="{228DCBF7-2D91-4473-9F7E-959AF134A5D6}" dt="2026-10-14T12:26:17.724" v="692" actId="478"/>
          <ac:spMkLst>
            <pc:docMk/>
            <pc:sldMk cId="353615992" sldId="1555"/>
            <ac:spMk id="2" creationId="{4E425CC1-9F65-7FF9-0437-241596726215}"/>
          </ac:spMkLst>
        </pc:spChg>
        <pc:spChg chg="del">
          <ac:chgData name="Minh Huynh" userId="01a137d4-0d81-46e0-aca6-c9185b391828" providerId="ADAL" clId="{228DCBF7-2D91-4473-9F7E-959AF134A5D6}" dt="2026-10-14T12:26:16.007" v="691" actId="478"/>
          <ac:spMkLst>
            <pc:docMk/>
            <pc:sldMk cId="353615992" sldId="1555"/>
            <ac:spMk id="6" creationId="{70713567-6A2F-BD3E-8318-74EA15CAC22A}"/>
          </ac:spMkLst>
        </pc:spChg>
        <pc:spChg chg="del">
          <ac:chgData name="Minh Huynh" userId="01a137d4-0d81-46e0-aca6-c9185b391828" providerId="ADAL" clId="{228DCBF7-2D91-4473-9F7E-959AF134A5D6}" dt="2026-10-14T12:26:17.724" v="692" actId="478"/>
          <ac:spMkLst>
            <pc:docMk/>
            <pc:sldMk cId="353615992" sldId="1555"/>
            <ac:spMk id="18" creationId="{2270B256-3DE0-7D22-697F-018BF63ADDD1}"/>
          </ac:spMkLst>
        </pc:spChg>
        <pc:spChg chg="del">
          <ac:chgData name="Minh Huynh" userId="01a137d4-0d81-46e0-aca6-c9185b391828" providerId="ADAL" clId="{228DCBF7-2D91-4473-9F7E-959AF134A5D6}" dt="2026-10-14T12:26:17.724" v="692" actId="478"/>
          <ac:spMkLst>
            <pc:docMk/>
            <pc:sldMk cId="353615992" sldId="1555"/>
            <ac:spMk id="19" creationId="{65481EEA-42A0-E064-5C8C-38C973FFB910}"/>
          </ac:spMkLst>
        </pc:spChg>
        <pc:spChg chg="del">
          <ac:chgData name="Minh Huynh" userId="01a137d4-0d81-46e0-aca6-c9185b391828" providerId="ADAL" clId="{228DCBF7-2D91-4473-9F7E-959AF134A5D6}" dt="2026-10-14T12:26:17.724" v="692" actId="478"/>
          <ac:spMkLst>
            <pc:docMk/>
            <pc:sldMk cId="353615992" sldId="1555"/>
            <ac:spMk id="20" creationId="{7B9E703A-E975-B570-72BE-76CA7AF17419}"/>
          </ac:spMkLst>
        </pc:spChg>
        <pc:spChg chg="del">
          <ac:chgData name="Minh Huynh" userId="01a137d4-0d81-46e0-aca6-c9185b391828" providerId="ADAL" clId="{228DCBF7-2D91-4473-9F7E-959AF134A5D6}" dt="2026-10-14T12:26:17.724" v="692" actId="478"/>
          <ac:spMkLst>
            <pc:docMk/>
            <pc:sldMk cId="353615992" sldId="1555"/>
            <ac:spMk id="21" creationId="{A10AE959-FCFA-1650-9E79-8242A51DC1FF}"/>
          </ac:spMkLst>
        </pc:spChg>
        <pc:spChg chg="del">
          <ac:chgData name="Minh Huynh" userId="01a137d4-0d81-46e0-aca6-c9185b391828" providerId="ADAL" clId="{228DCBF7-2D91-4473-9F7E-959AF134A5D6}" dt="2026-10-14T12:26:17.724" v="692" actId="478"/>
          <ac:spMkLst>
            <pc:docMk/>
            <pc:sldMk cId="353615992" sldId="1555"/>
            <ac:spMk id="22" creationId="{E5B5A40D-25EF-1A2D-4760-F394AF76FD9D}"/>
          </ac:spMkLst>
        </pc:spChg>
        <pc:spChg chg="del">
          <ac:chgData name="Minh Huynh" userId="01a137d4-0d81-46e0-aca6-c9185b391828" providerId="ADAL" clId="{228DCBF7-2D91-4473-9F7E-959AF134A5D6}" dt="2026-10-14T12:26:17.724" v="692" actId="478"/>
          <ac:spMkLst>
            <pc:docMk/>
            <pc:sldMk cId="353615992" sldId="1555"/>
            <ac:spMk id="23" creationId="{D80C949D-5262-F85E-EE6B-ADFB25CDEC9B}"/>
          </ac:spMkLst>
        </pc:spChg>
        <pc:spChg chg="del">
          <ac:chgData name="Minh Huynh" userId="01a137d4-0d81-46e0-aca6-c9185b391828" providerId="ADAL" clId="{228DCBF7-2D91-4473-9F7E-959AF134A5D6}" dt="2026-10-14T12:26:17.724" v="692" actId="478"/>
          <ac:spMkLst>
            <pc:docMk/>
            <pc:sldMk cId="353615992" sldId="1555"/>
            <ac:spMk id="24" creationId="{8D4EB976-BE09-F44C-C255-79E85D501299}"/>
          </ac:spMkLst>
        </pc:spChg>
        <pc:spChg chg="del">
          <ac:chgData name="Minh Huynh" userId="01a137d4-0d81-46e0-aca6-c9185b391828" providerId="ADAL" clId="{228DCBF7-2D91-4473-9F7E-959AF134A5D6}" dt="2026-10-14T12:26:17.724" v="692" actId="478"/>
          <ac:spMkLst>
            <pc:docMk/>
            <pc:sldMk cId="353615992" sldId="1555"/>
            <ac:spMk id="25" creationId="{2072F1E3-5F02-A698-315E-5601C7AF44DE}"/>
          </ac:spMkLst>
        </pc:spChg>
        <pc:spChg chg="del">
          <ac:chgData name="Minh Huynh" userId="01a137d4-0d81-46e0-aca6-c9185b391828" providerId="ADAL" clId="{228DCBF7-2D91-4473-9F7E-959AF134A5D6}" dt="2026-10-14T12:26:17.724" v="692" actId="478"/>
          <ac:spMkLst>
            <pc:docMk/>
            <pc:sldMk cId="353615992" sldId="1555"/>
            <ac:spMk id="26" creationId="{411E7EB1-DD0E-ACB7-6D11-E262838035D9}"/>
          </ac:spMkLst>
        </pc:spChg>
        <pc:spChg chg="add mod">
          <ac:chgData name="Minh Huynh" userId="01a137d4-0d81-46e0-aca6-c9185b391828" providerId="ADAL" clId="{228DCBF7-2D91-4473-9F7E-959AF134A5D6}" dt="2026-10-14T12:26:27.316" v="712" actId="20577"/>
          <ac:spMkLst>
            <pc:docMk/>
            <pc:sldMk cId="353615992" sldId="1555"/>
            <ac:spMk id="27" creationId="{2BF098BB-95F2-400F-B0C6-2DEA086BEDBC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26:44.633" v="716"/>
        <pc:sldMkLst>
          <pc:docMk/>
          <pc:sldMk cId="2711814900" sldId="1563"/>
        </pc:sldMkLst>
        <pc:spChg chg="del">
          <ac:chgData name="Minh Huynh" userId="01a137d4-0d81-46e0-aca6-c9185b391828" providerId="ADAL" clId="{228DCBF7-2D91-4473-9F7E-959AF134A5D6}" dt="2026-10-14T12:26:41.006" v="714" actId="478"/>
          <ac:spMkLst>
            <pc:docMk/>
            <pc:sldMk cId="2711814900" sldId="1563"/>
            <ac:spMk id="2" creationId="{276C172B-3B66-9BEA-1EF5-452844145AAF}"/>
          </ac:spMkLst>
        </pc:spChg>
        <pc:spChg chg="del">
          <ac:chgData name="Minh Huynh" userId="01a137d4-0d81-46e0-aca6-c9185b391828" providerId="ADAL" clId="{228DCBF7-2D91-4473-9F7E-959AF134A5D6}" dt="2026-10-14T12:26:41.914" v="715" actId="478"/>
          <ac:spMkLst>
            <pc:docMk/>
            <pc:sldMk cId="2711814900" sldId="1563"/>
            <ac:spMk id="6" creationId="{86CA5836-1B63-8471-127F-F6F0EF5F23F4}"/>
          </ac:spMkLst>
        </pc:spChg>
        <pc:spChg chg="del">
          <ac:chgData name="Minh Huynh" userId="01a137d4-0d81-46e0-aca6-c9185b391828" providerId="ADAL" clId="{228DCBF7-2D91-4473-9F7E-959AF134A5D6}" dt="2026-10-14T12:26:41.006" v="714" actId="478"/>
          <ac:spMkLst>
            <pc:docMk/>
            <pc:sldMk cId="2711814900" sldId="1563"/>
            <ac:spMk id="18" creationId="{3AA5688B-3375-D711-EB35-BF91BBB7EB94}"/>
          </ac:spMkLst>
        </pc:spChg>
        <pc:spChg chg="del">
          <ac:chgData name="Minh Huynh" userId="01a137d4-0d81-46e0-aca6-c9185b391828" providerId="ADAL" clId="{228DCBF7-2D91-4473-9F7E-959AF134A5D6}" dt="2026-10-14T12:26:41.006" v="714" actId="478"/>
          <ac:spMkLst>
            <pc:docMk/>
            <pc:sldMk cId="2711814900" sldId="1563"/>
            <ac:spMk id="19" creationId="{E6A423C9-717C-CDA5-9EF0-DCF62DD858E6}"/>
          </ac:spMkLst>
        </pc:spChg>
        <pc:spChg chg="del">
          <ac:chgData name="Minh Huynh" userId="01a137d4-0d81-46e0-aca6-c9185b391828" providerId="ADAL" clId="{228DCBF7-2D91-4473-9F7E-959AF134A5D6}" dt="2026-10-14T12:26:41.006" v="714" actId="478"/>
          <ac:spMkLst>
            <pc:docMk/>
            <pc:sldMk cId="2711814900" sldId="1563"/>
            <ac:spMk id="20" creationId="{C604020C-D429-5BA9-134C-C21F07E6F717}"/>
          </ac:spMkLst>
        </pc:spChg>
        <pc:spChg chg="del">
          <ac:chgData name="Minh Huynh" userId="01a137d4-0d81-46e0-aca6-c9185b391828" providerId="ADAL" clId="{228DCBF7-2D91-4473-9F7E-959AF134A5D6}" dt="2026-10-14T12:26:41.006" v="714" actId="478"/>
          <ac:spMkLst>
            <pc:docMk/>
            <pc:sldMk cId="2711814900" sldId="1563"/>
            <ac:spMk id="21" creationId="{61050DD3-66E3-39DB-DF61-BA3ADF1FDF87}"/>
          </ac:spMkLst>
        </pc:spChg>
        <pc:spChg chg="del">
          <ac:chgData name="Minh Huynh" userId="01a137d4-0d81-46e0-aca6-c9185b391828" providerId="ADAL" clId="{228DCBF7-2D91-4473-9F7E-959AF134A5D6}" dt="2026-10-14T12:26:41.006" v="714" actId="478"/>
          <ac:spMkLst>
            <pc:docMk/>
            <pc:sldMk cId="2711814900" sldId="1563"/>
            <ac:spMk id="22" creationId="{99B5629F-A445-B4D9-4AC2-4FE1136F4151}"/>
          </ac:spMkLst>
        </pc:spChg>
        <pc:spChg chg="del">
          <ac:chgData name="Minh Huynh" userId="01a137d4-0d81-46e0-aca6-c9185b391828" providerId="ADAL" clId="{228DCBF7-2D91-4473-9F7E-959AF134A5D6}" dt="2026-10-14T12:26:41.006" v="714" actId="478"/>
          <ac:spMkLst>
            <pc:docMk/>
            <pc:sldMk cId="2711814900" sldId="1563"/>
            <ac:spMk id="23" creationId="{2E624D69-A1BE-5527-3E35-82869FBC4EFE}"/>
          </ac:spMkLst>
        </pc:spChg>
        <pc:spChg chg="del">
          <ac:chgData name="Minh Huynh" userId="01a137d4-0d81-46e0-aca6-c9185b391828" providerId="ADAL" clId="{228DCBF7-2D91-4473-9F7E-959AF134A5D6}" dt="2026-10-14T12:26:41.006" v="714" actId="478"/>
          <ac:spMkLst>
            <pc:docMk/>
            <pc:sldMk cId="2711814900" sldId="1563"/>
            <ac:spMk id="24" creationId="{26B94607-292B-C157-93E2-6682F16BADE6}"/>
          </ac:spMkLst>
        </pc:spChg>
        <pc:spChg chg="del">
          <ac:chgData name="Minh Huynh" userId="01a137d4-0d81-46e0-aca6-c9185b391828" providerId="ADAL" clId="{228DCBF7-2D91-4473-9F7E-959AF134A5D6}" dt="2026-10-14T12:26:41.006" v="714" actId="478"/>
          <ac:spMkLst>
            <pc:docMk/>
            <pc:sldMk cId="2711814900" sldId="1563"/>
            <ac:spMk id="25" creationId="{91719CBC-D075-8241-A073-B3301EEE898C}"/>
          </ac:spMkLst>
        </pc:spChg>
        <pc:spChg chg="del">
          <ac:chgData name="Minh Huynh" userId="01a137d4-0d81-46e0-aca6-c9185b391828" providerId="ADAL" clId="{228DCBF7-2D91-4473-9F7E-959AF134A5D6}" dt="2026-10-14T12:26:41.006" v="714" actId="478"/>
          <ac:spMkLst>
            <pc:docMk/>
            <pc:sldMk cId="2711814900" sldId="1563"/>
            <ac:spMk id="26" creationId="{0E5A2BD1-FDB5-0384-C831-D10A4CBB2420}"/>
          </ac:spMkLst>
        </pc:spChg>
        <pc:spChg chg="add mod">
          <ac:chgData name="Minh Huynh" userId="01a137d4-0d81-46e0-aca6-c9185b391828" providerId="ADAL" clId="{228DCBF7-2D91-4473-9F7E-959AF134A5D6}" dt="2026-10-14T12:26:44.633" v="716"/>
          <ac:spMkLst>
            <pc:docMk/>
            <pc:sldMk cId="2711814900" sldId="1563"/>
            <ac:spMk id="27" creationId="{85B753A7-5801-4DA2-B69A-764DB404436F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27:18.111" v="734" actId="1076"/>
        <pc:sldMkLst>
          <pc:docMk/>
          <pc:sldMk cId="895691839" sldId="1566"/>
        </pc:sldMkLst>
        <pc:spChg chg="del">
          <ac:chgData name="Minh Huynh" userId="01a137d4-0d81-46e0-aca6-c9185b391828" providerId="ADAL" clId="{228DCBF7-2D91-4473-9F7E-959AF134A5D6}" dt="2026-10-14T12:26:53.847" v="718" actId="478"/>
          <ac:spMkLst>
            <pc:docMk/>
            <pc:sldMk cId="895691839" sldId="1566"/>
            <ac:spMk id="2" creationId="{EE4887F7-E7FF-B44A-11F2-EF104ED8369A}"/>
          </ac:spMkLst>
        </pc:spChg>
        <pc:spChg chg="add mod">
          <ac:chgData name="Minh Huynh" userId="01a137d4-0d81-46e0-aca6-c9185b391828" providerId="ADAL" clId="{228DCBF7-2D91-4473-9F7E-959AF134A5D6}" dt="2026-10-14T12:26:56.369" v="719"/>
          <ac:spMkLst>
            <pc:docMk/>
            <pc:sldMk cId="895691839" sldId="1566"/>
            <ac:spMk id="13" creationId="{CE6B9BDC-D158-4691-9836-FE3FD352A9B4}"/>
          </ac:spMkLst>
        </pc:spChg>
        <pc:spChg chg="mod">
          <ac:chgData name="Minh Huynh" userId="01a137d4-0d81-46e0-aca6-c9185b391828" providerId="ADAL" clId="{228DCBF7-2D91-4473-9F7E-959AF134A5D6}" dt="2026-10-14T12:27:18.111" v="734" actId="1076"/>
          <ac:spMkLst>
            <pc:docMk/>
            <pc:sldMk cId="895691839" sldId="1566"/>
            <ac:spMk id="16" creationId="{F23B2870-82AD-0DCA-18B4-72F491D05BD6}"/>
          </ac:spMkLst>
        </pc:spChg>
        <pc:spChg chg="del">
          <ac:chgData name="Minh Huynh" userId="01a137d4-0d81-46e0-aca6-c9185b391828" providerId="ADAL" clId="{228DCBF7-2D91-4473-9F7E-959AF134A5D6}" dt="2026-10-14T12:26:53.847" v="718" actId="478"/>
          <ac:spMkLst>
            <pc:docMk/>
            <pc:sldMk cId="895691839" sldId="1566"/>
            <ac:spMk id="18" creationId="{09785D6A-B71B-BA62-1CB9-A1D9B0E93979}"/>
          </ac:spMkLst>
        </pc:spChg>
        <pc:spChg chg="del">
          <ac:chgData name="Minh Huynh" userId="01a137d4-0d81-46e0-aca6-c9185b391828" providerId="ADAL" clId="{228DCBF7-2D91-4473-9F7E-959AF134A5D6}" dt="2026-10-14T12:26:53.847" v="718" actId="478"/>
          <ac:spMkLst>
            <pc:docMk/>
            <pc:sldMk cId="895691839" sldId="1566"/>
            <ac:spMk id="19" creationId="{F308AD70-17B9-D9E9-26E8-85C15F35C824}"/>
          </ac:spMkLst>
        </pc:spChg>
        <pc:spChg chg="del">
          <ac:chgData name="Minh Huynh" userId="01a137d4-0d81-46e0-aca6-c9185b391828" providerId="ADAL" clId="{228DCBF7-2D91-4473-9F7E-959AF134A5D6}" dt="2026-10-14T12:26:53.847" v="718" actId="478"/>
          <ac:spMkLst>
            <pc:docMk/>
            <pc:sldMk cId="895691839" sldId="1566"/>
            <ac:spMk id="20" creationId="{A70153DB-A651-FE9C-996D-DC944E353AB2}"/>
          </ac:spMkLst>
        </pc:spChg>
        <pc:spChg chg="del">
          <ac:chgData name="Minh Huynh" userId="01a137d4-0d81-46e0-aca6-c9185b391828" providerId="ADAL" clId="{228DCBF7-2D91-4473-9F7E-959AF134A5D6}" dt="2026-10-14T12:26:53.847" v="718" actId="478"/>
          <ac:spMkLst>
            <pc:docMk/>
            <pc:sldMk cId="895691839" sldId="1566"/>
            <ac:spMk id="21" creationId="{090055FB-55AD-AB82-54D3-224B8DB1E208}"/>
          </ac:spMkLst>
        </pc:spChg>
        <pc:spChg chg="del">
          <ac:chgData name="Minh Huynh" userId="01a137d4-0d81-46e0-aca6-c9185b391828" providerId="ADAL" clId="{228DCBF7-2D91-4473-9F7E-959AF134A5D6}" dt="2026-10-14T12:26:53.847" v="718" actId="478"/>
          <ac:spMkLst>
            <pc:docMk/>
            <pc:sldMk cId="895691839" sldId="1566"/>
            <ac:spMk id="22" creationId="{77FDE529-2315-E114-B9DE-AB634F145F44}"/>
          </ac:spMkLst>
        </pc:spChg>
        <pc:spChg chg="del">
          <ac:chgData name="Minh Huynh" userId="01a137d4-0d81-46e0-aca6-c9185b391828" providerId="ADAL" clId="{228DCBF7-2D91-4473-9F7E-959AF134A5D6}" dt="2026-10-14T12:26:53.847" v="718" actId="478"/>
          <ac:spMkLst>
            <pc:docMk/>
            <pc:sldMk cId="895691839" sldId="1566"/>
            <ac:spMk id="23" creationId="{3E051DA2-09DB-4150-1022-ED0A07FCAAD0}"/>
          </ac:spMkLst>
        </pc:spChg>
        <pc:spChg chg="del">
          <ac:chgData name="Minh Huynh" userId="01a137d4-0d81-46e0-aca6-c9185b391828" providerId="ADAL" clId="{228DCBF7-2D91-4473-9F7E-959AF134A5D6}" dt="2026-10-14T12:26:53.847" v="718" actId="478"/>
          <ac:spMkLst>
            <pc:docMk/>
            <pc:sldMk cId="895691839" sldId="1566"/>
            <ac:spMk id="24" creationId="{1C0BF968-0340-D264-3F9C-F395CACBB0F2}"/>
          </ac:spMkLst>
        </pc:spChg>
        <pc:spChg chg="del">
          <ac:chgData name="Minh Huynh" userId="01a137d4-0d81-46e0-aca6-c9185b391828" providerId="ADAL" clId="{228DCBF7-2D91-4473-9F7E-959AF134A5D6}" dt="2026-10-14T12:26:53.847" v="718" actId="478"/>
          <ac:spMkLst>
            <pc:docMk/>
            <pc:sldMk cId="895691839" sldId="1566"/>
            <ac:spMk id="25" creationId="{94FF59E0-D762-C07A-FF23-89205F46EDB6}"/>
          </ac:spMkLst>
        </pc:spChg>
        <pc:spChg chg="del">
          <ac:chgData name="Minh Huynh" userId="01a137d4-0d81-46e0-aca6-c9185b391828" providerId="ADAL" clId="{228DCBF7-2D91-4473-9F7E-959AF134A5D6}" dt="2026-10-14T12:26:53.847" v="718" actId="478"/>
          <ac:spMkLst>
            <pc:docMk/>
            <pc:sldMk cId="895691839" sldId="1566"/>
            <ac:spMk id="26" creationId="{80BB3525-0D15-7DE1-E7D2-776D21611724}"/>
          </ac:spMkLst>
        </pc:spChg>
      </pc:sldChg>
      <pc:sldChg chg="addSp modSp add">
        <pc:chgData name="Minh Huynh" userId="01a137d4-0d81-46e0-aca6-c9185b391828" providerId="ADAL" clId="{228DCBF7-2D91-4473-9F7E-959AF134A5D6}" dt="2026-10-14T12:27:31.428" v="736"/>
        <pc:sldMkLst>
          <pc:docMk/>
          <pc:sldMk cId="2097752908" sldId="1570"/>
        </pc:sldMkLst>
        <pc:spChg chg="add mod">
          <ac:chgData name="Minh Huynh" userId="01a137d4-0d81-46e0-aca6-c9185b391828" providerId="ADAL" clId="{228DCBF7-2D91-4473-9F7E-959AF134A5D6}" dt="2026-10-14T12:27:31.428" v="736"/>
          <ac:spMkLst>
            <pc:docMk/>
            <pc:sldMk cId="2097752908" sldId="1570"/>
            <ac:spMk id="4" creationId="{491D03AD-C002-4A39-A800-BA6591CEF731}"/>
          </ac:spMkLst>
        </pc:spChg>
      </pc:sldChg>
      <pc:sldChg chg="addSp modSp add mod">
        <pc:chgData name="Minh Huynh" userId="01a137d4-0d81-46e0-aca6-c9185b391828" providerId="ADAL" clId="{228DCBF7-2D91-4473-9F7E-959AF134A5D6}" dt="2026-10-14T12:28:32.373" v="748" actId="1076"/>
        <pc:sldMkLst>
          <pc:docMk/>
          <pc:sldMk cId="543419070" sldId="1572"/>
        </pc:sldMkLst>
        <pc:spChg chg="add mod">
          <ac:chgData name="Minh Huynh" userId="01a137d4-0d81-46e0-aca6-c9185b391828" providerId="ADAL" clId="{228DCBF7-2D91-4473-9F7E-959AF134A5D6}" dt="2026-10-14T12:27:43.097" v="738"/>
          <ac:spMkLst>
            <pc:docMk/>
            <pc:sldMk cId="543419070" sldId="1572"/>
            <ac:spMk id="4" creationId="{A375FEA6-6693-4579-82FF-2CCFC2480DD0}"/>
          </ac:spMkLst>
        </pc:spChg>
        <pc:picChg chg="add mod modCrop">
          <ac:chgData name="Minh Huynh" userId="01a137d4-0d81-46e0-aca6-c9185b391828" providerId="ADAL" clId="{228DCBF7-2D91-4473-9F7E-959AF134A5D6}" dt="2026-10-14T12:28:32.373" v="748" actId="1076"/>
          <ac:picMkLst>
            <pc:docMk/>
            <pc:sldMk cId="543419070" sldId="1572"/>
            <ac:picMk id="6" creationId="{AC9B86CA-479A-4549-83B3-1EFAF5D5FAA7}"/>
          </ac:picMkLst>
        </pc:picChg>
      </pc:sldChg>
      <pc:sldChg chg="addSp modSp add del">
        <pc:chgData name="Minh Huynh" userId="01a137d4-0d81-46e0-aca6-c9185b391828" providerId="ADAL" clId="{228DCBF7-2D91-4473-9F7E-959AF134A5D6}" dt="2026-10-14T12:28:35.228" v="749" actId="47"/>
        <pc:sldMkLst>
          <pc:docMk/>
          <pc:sldMk cId="4044011231" sldId="1585"/>
        </pc:sldMkLst>
        <pc:spChg chg="add mod">
          <ac:chgData name="Minh Huynh" userId="01a137d4-0d81-46e0-aca6-c9185b391828" providerId="ADAL" clId="{228DCBF7-2D91-4473-9F7E-959AF134A5D6}" dt="2026-10-14T12:27:57.095" v="740"/>
          <ac:spMkLst>
            <pc:docMk/>
            <pc:sldMk cId="4044011231" sldId="1585"/>
            <ac:spMk id="20" creationId="{773CAF03-4B03-4ED4-8F80-AF8C697D950C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28:48.106" v="752"/>
        <pc:sldMkLst>
          <pc:docMk/>
          <pc:sldMk cId="3854938747" sldId="1586"/>
        </pc:sldMkLst>
        <pc:spChg chg="del">
          <ac:chgData name="Minh Huynh" userId="01a137d4-0d81-46e0-aca6-c9185b391828" providerId="ADAL" clId="{228DCBF7-2D91-4473-9F7E-959AF134A5D6}" dt="2026-10-14T12:28:44.528" v="751" actId="478"/>
          <ac:spMkLst>
            <pc:docMk/>
            <pc:sldMk cId="3854938747" sldId="1586"/>
            <ac:spMk id="2" creationId="{4F70A620-7C93-FE9C-D65D-2DBC68D50799}"/>
          </ac:spMkLst>
        </pc:spChg>
        <pc:spChg chg="del">
          <ac:chgData name="Minh Huynh" userId="01a137d4-0d81-46e0-aca6-c9185b391828" providerId="ADAL" clId="{228DCBF7-2D91-4473-9F7E-959AF134A5D6}" dt="2026-10-14T12:28:44.528" v="751" actId="478"/>
          <ac:spMkLst>
            <pc:docMk/>
            <pc:sldMk cId="3854938747" sldId="1586"/>
            <ac:spMk id="18" creationId="{6A9461F6-D259-1793-2480-11CCBB54184D}"/>
          </ac:spMkLst>
        </pc:spChg>
        <pc:spChg chg="del">
          <ac:chgData name="Minh Huynh" userId="01a137d4-0d81-46e0-aca6-c9185b391828" providerId="ADAL" clId="{228DCBF7-2D91-4473-9F7E-959AF134A5D6}" dt="2026-10-14T12:28:44.528" v="751" actId="478"/>
          <ac:spMkLst>
            <pc:docMk/>
            <pc:sldMk cId="3854938747" sldId="1586"/>
            <ac:spMk id="19" creationId="{13719F1F-17C3-CD4A-7EDF-943807292485}"/>
          </ac:spMkLst>
        </pc:spChg>
        <pc:spChg chg="del">
          <ac:chgData name="Minh Huynh" userId="01a137d4-0d81-46e0-aca6-c9185b391828" providerId="ADAL" clId="{228DCBF7-2D91-4473-9F7E-959AF134A5D6}" dt="2026-10-14T12:28:44.528" v="751" actId="478"/>
          <ac:spMkLst>
            <pc:docMk/>
            <pc:sldMk cId="3854938747" sldId="1586"/>
            <ac:spMk id="20" creationId="{3E0833AE-BCC3-A02A-3A18-8B40FC5929B7}"/>
          </ac:spMkLst>
        </pc:spChg>
        <pc:spChg chg="del">
          <ac:chgData name="Minh Huynh" userId="01a137d4-0d81-46e0-aca6-c9185b391828" providerId="ADAL" clId="{228DCBF7-2D91-4473-9F7E-959AF134A5D6}" dt="2026-10-14T12:28:44.528" v="751" actId="478"/>
          <ac:spMkLst>
            <pc:docMk/>
            <pc:sldMk cId="3854938747" sldId="1586"/>
            <ac:spMk id="21" creationId="{3C784898-1766-1983-94B7-A92ADA0A88BC}"/>
          </ac:spMkLst>
        </pc:spChg>
        <pc:spChg chg="del">
          <ac:chgData name="Minh Huynh" userId="01a137d4-0d81-46e0-aca6-c9185b391828" providerId="ADAL" clId="{228DCBF7-2D91-4473-9F7E-959AF134A5D6}" dt="2026-10-14T12:28:44.528" v="751" actId="478"/>
          <ac:spMkLst>
            <pc:docMk/>
            <pc:sldMk cId="3854938747" sldId="1586"/>
            <ac:spMk id="22" creationId="{EDC8A2D6-B6C6-3CA3-C4CE-583604355C07}"/>
          </ac:spMkLst>
        </pc:spChg>
        <pc:spChg chg="del">
          <ac:chgData name="Minh Huynh" userId="01a137d4-0d81-46e0-aca6-c9185b391828" providerId="ADAL" clId="{228DCBF7-2D91-4473-9F7E-959AF134A5D6}" dt="2026-10-14T12:28:44.528" v="751" actId="478"/>
          <ac:spMkLst>
            <pc:docMk/>
            <pc:sldMk cId="3854938747" sldId="1586"/>
            <ac:spMk id="23" creationId="{C87300D6-D0DE-FE6F-9416-C87123175650}"/>
          </ac:spMkLst>
        </pc:spChg>
        <pc:spChg chg="del">
          <ac:chgData name="Minh Huynh" userId="01a137d4-0d81-46e0-aca6-c9185b391828" providerId="ADAL" clId="{228DCBF7-2D91-4473-9F7E-959AF134A5D6}" dt="2026-10-14T12:28:44.528" v="751" actId="478"/>
          <ac:spMkLst>
            <pc:docMk/>
            <pc:sldMk cId="3854938747" sldId="1586"/>
            <ac:spMk id="24" creationId="{F057012F-76E8-66AA-93B7-7A08128E2D46}"/>
          </ac:spMkLst>
        </pc:spChg>
        <pc:spChg chg="del">
          <ac:chgData name="Minh Huynh" userId="01a137d4-0d81-46e0-aca6-c9185b391828" providerId="ADAL" clId="{228DCBF7-2D91-4473-9F7E-959AF134A5D6}" dt="2026-10-14T12:28:44.528" v="751" actId="478"/>
          <ac:spMkLst>
            <pc:docMk/>
            <pc:sldMk cId="3854938747" sldId="1586"/>
            <ac:spMk id="25" creationId="{15730020-5DFF-45F6-F974-438D5CFC5B0E}"/>
          </ac:spMkLst>
        </pc:spChg>
        <pc:spChg chg="del">
          <ac:chgData name="Minh Huynh" userId="01a137d4-0d81-46e0-aca6-c9185b391828" providerId="ADAL" clId="{228DCBF7-2D91-4473-9F7E-959AF134A5D6}" dt="2026-10-14T12:28:44.528" v="751" actId="478"/>
          <ac:spMkLst>
            <pc:docMk/>
            <pc:sldMk cId="3854938747" sldId="1586"/>
            <ac:spMk id="26" creationId="{C01ACA57-7A2B-41D1-0D69-2C871DCC015B}"/>
          </ac:spMkLst>
        </pc:spChg>
        <pc:spChg chg="add mod">
          <ac:chgData name="Minh Huynh" userId="01a137d4-0d81-46e0-aca6-c9185b391828" providerId="ADAL" clId="{228DCBF7-2D91-4473-9F7E-959AF134A5D6}" dt="2026-10-14T12:28:48.106" v="752"/>
          <ac:spMkLst>
            <pc:docMk/>
            <pc:sldMk cId="3854938747" sldId="1586"/>
            <ac:spMk id="27" creationId="{87BAF4F0-245A-4345-9506-D63F7FFC6A1F}"/>
          </ac:spMkLst>
        </pc:spChg>
      </pc:sldChg>
      <pc:sldChg chg="addSp delSp modSp add mod">
        <pc:chgData name="Minh Huynh" userId="01a137d4-0d81-46e0-aca6-c9185b391828" providerId="ADAL" clId="{228DCBF7-2D91-4473-9F7E-959AF134A5D6}" dt="2026-10-14T12:29:00.023" v="757"/>
        <pc:sldMkLst>
          <pc:docMk/>
          <pc:sldMk cId="3030963169" sldId="1587"/>
        </pc:sldMkLst>
        <pc:spChg chg="del">
          <ac:chgData name="Minh Huynh" userId="01a137d4-0d81-46e0-aca6-c9185b391828" providerId="ADAL" clId="{228DCBF7-2D91-4473-9F7E-959AF134A5D6}" dt="2026-10-14T12:28:57.414" v="756" actId="478"/>
          <ac:spMkLst>
            <pc:docMk/>
            <pc:sldMk cId="3030963169" sldId="1587"/>
            <ac:spMk id="2" creationId="{BB124280-440A-4138-F01C-294DF31ADDF5}"/>
          </ac:spMkLst>
        </pc:spChg>
        <pc:spChg chg="del">
          <ac:chgData name="Minh Huynh" userId="01a137d4-0d81-46e0-aca6-c9185b391828" providerId="ADAL" clId="{228DCBF7-2D91-4473-9F7E-959AF134A5D6}" dt="2026-10-14T12:28:57.414" v="756" actId="478"/>
          <ac:spMkLst>
            <pc:docMk/>
            <pc:sldMk cId="3030963169" sldId="1587"/>
            <ac:spMk id="18" creationId="{BB254382-8C1C-B37A-81E6-B63368389792}"/>
          </ac:spMkLst>
        </pc:spChg>
        <pc:spChg chg="del">
          <ac:chgData name="Minh Huynh" userId="01a137d4-0d81-46e0-aca6-c9185b391828" providerId="ADAL" clId="{228DCBF7-2D91-4473-9F7E-959AF134A5D6}" dt="2026-10-14T12:28:57.414" v="756" actId="478"/>
          <ac:spMkLst>
            <pc:docMk/>
            <pc:sldMk cId="3030963169" sldId="1587"/>
            <ac:spMk id="19" creationId="{926E6CBE-E065-7F35-2872-D75E15399EB9}"/>
          </ac:spMkLst>
        </pc:spChg>
        <pc:spChg chg="del">
          <ac:chgData name="Minh Huynh" userId="01a137d4-0d81-46e0-aca6-c9185b391828" providerId="ADAL" clId="{228DCBF7-2D91-4473-9F7E-959AF134A5D6}" dt="2026-10-14T12:28:57.414" v="756" actId="478"/>
          <ac:spMkLst>
            <pc:docMk/>
            <pc:sldMk cId="3030963169" sldId="1587"/>
            <ac:spMk id="20" creationId="{9BACAF7F-FB0C-3E78-CEBD-3C180CB6B82B}"/>
          </ac:spMkLst>
        </pc:spChg>
        <pc:spChg chg="del">
          <ac:chgData name="Minh Huynh" userId="01a137d4-0d81-46e0-aca6-c9185b391828" providerId="ADAL" clId="{228DCBF7-2D91-4473-9F7E-959AF134A5D6}" dt="2026-10-14T12:28:57.414" v="756" actId="478"/>
          <ac:spMkLst>
            <pc:docMk/>
            <pc:sldMk cId="3030963169" sldId="1587"/>
            <ac:spMk id="21" creationId="{18A81629-E68A-4751-8C31-923B7136BC64}"/>
          </ac:spMkLst>
        </pc:spChg>
        <pc:spChg chg="del">
          <ac:chgData name="Minh Huynh" userId="01a137d4-0d81-46e0-aca6-c9185b391828" providerId="ADAL" clId="{228DCBF7-2D91-4473-9F7E-959AF134A5D6}" dt="2026-10-14T12:28:57.414" v="756" actId="478"/>
          <ac:spMkLst>
            <pc:docMk/>
            <pc:sldMk cId="3030963169" sldId="1587"/>
            <ac:spMk id="22" creationId="{50739A6B-C0CB-978D-DE88-C984FF937AEA}"/>
          </ac:spMkLst>
        </pc:spChg>
        <pc:spChg chg="del">
          <ac:chgData name="Minh Huynh" userId="01a137d4-0d81-46e0-aca6-c9185b391828" providerId="ADAL" clId="{228DCBF7-2D91-4473-9F7E-959AF134A5D6}" dt="2026-10-14T12:28:57.414" v="756" actId="478"/>
          <ac:spMkLst>
            <pc:docMk/>
            <pc:sldMk cId="3030963169" sldId="1587"/>
            <ac:spMk id="23" creationId="{3E232FC5-095F-3CA1-2DA0-C2E30FC056F9}"/>
          </ac:spMkLst>
        </pc:spChg>
        <pc:spChg chg="del">
          <ac:chgData name="Minh Huynh" userId="01a137d4-0d81-46e0-aca6-c9185b391828" providerId="ADAL" clId="{228DCBF7-2D91-4473-9F7E-959AF134A5D6}" dt="2026-10-14T12:28:57.414" v="756" actId="478"/>
          <ac:spMkLst>
            <pc:docMk/>
            <pc:sldMk cId="3030963169" sldId="1587"/>
            <ac:spMk id="24" creationId="{B56A3202-E8A0-23F9-8CE6-1559F2B7E986}"/>
          </ac:spMkLst>
        </pc:spChg>
        <pc:spChg chg="del">
          <ac:chgData name="Minh Huynh" userId="01a137d4-0d81-46e0-aca6-c9185b391828" providerId="ADAL" clId="{228DCBF7-2D91-4473-9F7E-959AF134A5D6}" dt="2026-10-14T12:28:57.414" v="756" actId="478"/>
          <ac:spMkLst>
            <pc:docMk/>
            <pc:sldMk cId="3030963169" sldId="1587"/>
            <ac:spMk id="25" creationId="{A41648BF-7760-B20C-0F94-E33674E79E61}"/>
          </ac:spMkLst>
        </pc:spChg>
        <pc:spChg chg="del">
          <ac:chgData name="Minh Huynh" userId="01a137d4-0d81-46e0-aca6-c9185b391828" providerId="ADAL" clId="{228DCBF7-2D91-4473-9F7E-959AF134A5D6}" dt="2026-10-14T12:28:57.414" v="756" actId="478"/>
          <ac:spMkLst>
            <pc:docMk/>
            <pc:sldMk cId="3030963169" sldId="1587"/>
            <ac:spMk id="26" creationId="{ECF074CD-891A-03CF-ED56-6FE5FD0E509A}"/>
          </ac:spMkLst>
        </pc:spChg>
        <pc:spChg chg="add mod">
          <ac:chgData name="Minh Huynh" userId="01a137d4-0d81-46e0-aca6-c9185b391828" providerId="ADAL" clId="{228DCBF7-2D91-4473-9F7E-959AF134A5D6}" dt="2026-10-14T12:29:00.023" v="757"/>
          <ac:spMkLst>
            <pc:docMk/>
            <pc:sldMk cId="3030963169" sldId="1587"/>
            <ac:spMk id="27" creationId="{A56C1788-E873-4D47-8903-0E7A4DB1911B}"/>
          </ac:spMkLst>
        </pc:spChg>
      </pc:sldChg>
      <pc:sldChg chg="add del">
        <pc:chgData name="Minh Huynh" userId="01a137d4-0d81-46e0-aca6-c9185b391828" providerId="ADAL" clId="{228DCBF7-2D91-4473-9F7E-959AF134A5D6}" dt="2026-10-14T12:28:54.851" v="754" actId="47"/>
        <pc:sldMkLst>
          <pc:docMk/>
          <pc:sldMk cId="3187274154" sldId="1587"/>
        </pc:sldMkLst>
      </pc:sldChg>
      <pc:sldChg chg="del">
        <pc:chgData name="Minh Huynh" userId="01a137d4-0d81-46e0-aca6-c9185b391828" providerId="ADAL" clId="{228DCBF7-2D91-4473-9F7E-959AF134A5D6}" dt="2026-10-14T12:00:57.222" v="34" actId="47"/>
        <pc:sldMkLst>
          <pc:docMk/>
          <pc:sldMk cId="6395444" sldId="4679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1460326707" sldId="4680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2635318698" sldId="4681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3240262758" sldId="4682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2462819518" sldId="4683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505707640" sldId="4684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560164108" sldId="4685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612435742" sldId="4686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683012423" sldId="4687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4263398601" sldId="4917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3609326107" sldId="4924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1881668844" sldId="4925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4048538831" sldId="4937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3586957674" sldId="4948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3205467194" sldId="4949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511627920" sldId="5012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1732695391" sldId="5033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3732838123" sldId="5042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2637387746" sldId="5044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88343320" sldId="5060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1032328716" sldId="5123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3053731873" sldId="5139"/>
        </pc:sldMkLst>
      </pc:sldChg>
      <pc:sldChg chg="del">
        <pc:chgData name="Minh Huynh" userId="01a137d4-0d81-46e0-aca6-c9185b391828" providerId="ADAL" clId="{228DCBF7-2D91-4473-9F7E-959AF134A5D6}" dt="2026-10-14T11:59:32.030" v="0" actId="47"/>
        <pc:sldMkLst>
          <pc:docMk/>
          <pc:sldMk cId="1342646836" sldId="51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20094-FB53-4D74-90C8-3B90ED5CA22C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2D812-793F-4284-A735-A7869CB1D0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26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C5DF-115C-1F69-2BC6-7BE71B01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603F4-756A-0B49-56CA-8FB12E33D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A57B3-92DB-D877-0A4F-807483FB5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CBC69-115A-BBC2-E95E-31EC169FB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9657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4A984-FA65-47CB-8377-447F50C0CDED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0733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C5DF-115C-1F69-2BC6-7BE71B01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603F4-756A-0B49-56CA-8FB12E33D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A57B3-92DB-D877-0A4F-807483FB5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CBC69-115A-BBC2-E95E-31EC169FB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468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C5DF-115C-1F69-2BC6-7BE71B01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603F4-756A-0B49-56CA-8FB12E33D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A57B3-92DB-D877-0A4F-807483FB5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CBC69-115A-BBC2-E95E-31EC169FB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138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9AE13-5BDD-F9C6-7858-496C516B0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58482-6E60-A71E-8523-CACE39BB6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A080E-1695-DB3D-7E9C-CD3C86BBB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22C29-5FDF-E0F0-A0D5-A1B29ECAB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7745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C5DF-115C-1F69-2BC6-7BE71B01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603F4-756A-0B49-56CA-8FB12E33D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A57B3-92DB-D877-0A4F-807483FB5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CBC69-115A-BBC2-E95E-31EC169FB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822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C5DF-115C-1F69-2BC6-7BE71B01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603F4-756A-0B49-56CA-8FB12E33D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A57B3-92DB-D877-0A4F-807483FB5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CBC69-115A-BBC2-E95E-31EC169FB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124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C5DF-115C-1F69-2BC6-7BE71B01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603F4-756A-0B49-56CA-8FB12E33D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A57B3-92DB-D877-0A4F-807483FB5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CBC69-115A-BBC2-E95E-31EC169FB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0311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C5DF-115C-1F69-2BC6-7BE71B01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603F4-756A-0B49-56CA-8FB12E33D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A57B3-92DB-D877-0A4F-807483FB5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CBC69-115A-BBC2-E95E-31EC169FB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00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F349D-89FE-ED0C-9B91-3F7CA4FBB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201F0-49B9-740E-7D58-68DC43FB0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7AD41-B859-AD0D-845C-08D27CE98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12138-7361-07FD-96E0-3641E2DAC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79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ACBA-A3EF-D718-B2FC-1B9DA3D2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07328-88E7-5581-A138-A50EE2EA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EB77A-C9D4-E3F5-297E-372A69B92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44D3B-765A-F273-5BE9-A8A82B09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930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ACBA-A3EF-D718-B2FC-1B9DA3D2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07328-88E7-5581-A138-A50EE2EA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EB77A-C9D4-E3F5-297E-372A69B92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44D3B-765A-F273-5BE9-A8A82B09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101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ACBA-A3EF-D718-B2FC-1B9DA3D2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07328-88E7-5581-A138-A50EE2EA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EB77A-C9D4-E3F5-297E-372A69B92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44D3B-765A-F273-5BE9-A8A82B09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559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ACBA-A3EF-D718-B2FC-1B9DA3D2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07328-88E7-5581-A138-A50EE2EA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EB77A-C9D4-E3F5-297E-372A69B92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44D3B-765A-F273-5BE9-A8A82B09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724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ACBA-A3EF-D718-B2FC-1B9DA3D2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07328-88E7-5581-A138-A50EE2EA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EB77A-C9D4-E3F5-297E-372A69B92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44D3B-765A-F273-5BE9-A8A82B09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933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ACBA-A3EF-D718-B2FC-1B9DA3D2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07328-88E7-5581-A138-A50EE2EA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EB77A-C9D4-E3F5-297E-372A69B92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44D3B-765A-F273-5BE9-A8A82B09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681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ACBA-A3EF-D718-B2FC-1B9DA3D2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07328-88E7-5581-A138-A50EE2EA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EB77A-C9D4-E3F5-297E-372A69B92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44D3B-765A-F273-5BE9-A8A82B09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5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71A4-B58C-40C7-ACC7-F9107E270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DC486-8B1F-4847-A672-1F19F18B1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E2605-B86B-4C39-8E3E-2CAE474A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65D82-0C1E-49B6-A4BF-143B5B02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B8211-EA2C-4B21-B907-FEB4789A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32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64996-8C1B-4123-A1BC-945F2156E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FE586-118E-43AA-BDAC-F934F1B6A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799EE-A009-4AD7-8ED2-7354238C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790F5-AD0B-43F8-8DB0-7EECCB97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C7043-66F3-4CEE-91CC-F1DF2161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88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DCE0-F641-452D-A2FB-06326DFBD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81646-EEC0-40CE-811B-25E2D6676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82203-5BD0-460E-8CB1-736A09FD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D4E99-EF41-40F5-9AD2-0BF43235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11A29-198E-45B2-8AA1-26302A64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30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ABB1-27E8-436E-8391-4B8C0C39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A4C12-77F3-48C8-8BE1-E4A1C1989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118EC-B1F9-4335-91E8-686527BD3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72C4C-E9D2-4A38-9DA8-9CCE4F36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D95C8-3B1A-434B-8CFD-21357279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4E9D6-A6ED-44F2-B68F-235194BF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683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FE22-686D-475D-9181-FA16A63F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57003-FCF9-427D-9B84-9D315916D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C2113-0F6D-44B9-A7DA-15B001B53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CD859-3D33-4C96-B95D-D469DE6BE8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F3856-CFCB-4BA0-A8FF-F8316EBDC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C432C-32B4-4CC8-B68C-47E17B6A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80297-F617-45A3-B914-2442CE2A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97718-06C4-4512-A9E5-C903625D5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00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8CC0-6B93-4300-A6C4-1180D4B8B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C27AA-EB2D-48E6-8049-520B20C3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ACAC1-7E7C-4885-BC2B-375C36FC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04426-EFCE-4CF3-81B9-6AD5E3B9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925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6C1FA-B0CD-4727-9A52-1C7BB444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27923-117E-491B-923F-6124ABAB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2EFD9-3B27-4105-B54F-231AB46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67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9437-EDEF-4324-99E9-547688B7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B2CC-C30A-49F5-B061-BF9842728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BD8A7-1529-4F7D-BB45-A2DAFF9B6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747F8-1F0B-44CC-B76C-249768AB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3826A-99D0-4B68-B53F-9FAF1218F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7E538-222A-46EF-81A1-9B0B735A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98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F5A6-C530-43CA-98DD-35BD7B59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428680-95AA-4A86-9335-60A58BD82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835A1-2663-47F6-8582-B225E4F72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CF1C3-8D1D-47A7-A841-09CD8B0C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D9B48-80EB-492B-A33D-C7623162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AA910-09B5-4489-B817-0A87DF35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47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DD80-9431-4960-B3E9-29FBBB99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5B747-B8F9-4B6A-A480-D5F0BFC09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5DA87-F4D9-43E5-9761-FC0DCA40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9904E-C9ED-4568-A230-6E7B1866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47D12-63D5-4AE8-9E5A-033061CA4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0526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CD830-63FA-49DB-9533-A5610633E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578AE-FCA6-4113-965E-A40264BC2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B8185-7406-4AA8-88F8-9E3C39347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0EFAC-5B41-46D0-BA68-D4759CCE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27DBC-E9B6-4236-9E3A-9BB1EB52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6661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with logo">
  <p:cSld name="Blank slide with log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964" y="6061928"/>
            <a:ext cx="1712692" cy="7291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413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53226-C1E9-484E-AA28-9B754F452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09D47-4554-4BAF-A6EB-D43FB5CBE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3EB1F-CFEF-44CA-A347-2991A2779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59D23-133D-4E17-A6C3-77C76B79CC34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117A1-4C96-4D99-AEA5-541B9CFD8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625DF-A619-40A9-A782-E56F44E3E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35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9CE681-010B-4831-B0B7-EA09487CD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56F341A-4AE1-42E8-8AC0-A35CBFF2FFFA}"/>
              </a:ext>
            </a:extLst>
          </p:cNvPr>
          <p:cNvSpPr/>
          <p:nvPr/>
        </p:nvSpPr>
        <p:spPr>
          <a:xfrm>
            <a:off x="393403" y="318976"/>
            <a:ext cx="2658141" cy="6230680"/>
          </a:xfrm>
          <a:custGeom>
            <a:avLst/>
            <a:gdLst>
              <a:gd name="connsiteX0" fmla="*/ 0 w 2658141"/>
              <a:gd name="connsiteY0" fmla="*/ 0 h 6230680"/>
              <a:gd name="connsiteX1" fmla="*/ 1180216 w 2658141"/>
              <a:gd name="connsiteY1" fmla="*/ 0 h 6230680"/>
              <a:gd name="connsiteX2" fmla="*/ 1339704 w 2658141"/>
              <a:gd name="connsiteY2" fmla="*/ 2073350 h 6230680"/>
              <a:gd name="connsiteX3" fmla="*/ 1499192 w 2658141"/>
              <a:gd name="connsiteY3" fmla="*/ 0 h 6230680"/>
              <a:gd name="connsiteX4" fmla="*/ 2658141 w 2658141"/>
              <a:gd name="connsiteY4" fmla="*/ 0 h 6230680"/>
              <a:gd name="connsiteX5" fmla="*/ 2658141 w 2658141"/>
              <a:gd name="connsiteY5" fmla="*/ 6230680 h 6230680"/>
              <a:gd name="connsiteX6" fmla="*/ 1941343 w 2658141"/>
              <a:gd name="connsiteY6" fmla="*/ 6230680 h 6230680"/>
              <a:gd name="connsiteX7" fmla="*/ 1941343 w 2658141"/>
              <a:gd name="connsiteY7" fmla="*/ 3646968 h 6230680"/>
              <a:gd name="connsiteX8" fmla="*/ 1746943 w 2658141"/>
              <a:gd name="connsiteY8" fmla="*/ 6230680 h 6230680"/>
              <a:gd name="connsiteX9" fmla="*/ 941860 w 2658141"/>
              <a:gd name="connsiteY9" fmla="*/ 6230680 h 6230680"/>
              <a:gd name="connsiteX10" fmla="*/ 784255 w 2658141"/>
              <a:gd name="connsiteY10" fmla="*/ 4359982 h 6230680"/>
              <a:gd name="connsiteX11" fmla="*/ 729486 w 2658141"/>
              <a:gd name="connsiteY11" fmla="*/ 3636336 h 6230680"/>
              <a:gd name="connsiteX12" fmla="*/ 729486 w 2658141"/>
              <a:gd name="connsiteY12" fmla="*/ 3709898 h 6230680"/>
              <a:gd name="connsiteX13" fmla="*/ 728386 w 2658141"/>
              <a:gd name="connsiteY13" fmla="*/ 3696842 h 6230680"/>
              <a:gd name="connsiteX14" fmla="*/ 728386 w 2658141"/>
              <a:gd name="connsiteY14" fmla="*/ 6230680 h 6230680"/>
              <a:gd name="connsiteX15" fmla="*/ 0 w 2658141"/>
              <a:gd name="connsiteY15" fmla="*/ 6230680 h 6230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658141" h="6230680">
                <a:moveTo>
                  <a:pt x="0" y="0"/>
                </a:moveTo>
                <a:lnTo>
                  <a:pt x="1180216" y="0"/>
                </a:lnTo>
                <a:lnTo>
                  <a:pt x="1339704" y="2073350"/>
                </a:lnTo>
                <a:lnTo>
                  <a:pt x="1499192" y="0"/>
                </a:lnTo>
                <a:lnTo>
                  <a:pt x="2658141" y="0"/>
                </a:lnTo>
                <a:lnTo>
                  <a:pt x="2658141" y="6230680"/>
                </a:lnTo>
                <a:lnTo>
                  <a:pt x="1941343" y="6230680"/>
                </a:lnTo>
                <a:lnTo>
                  <a:pt x="1941343" y="3646968"/>
                </a:lnTo>
                <a:lnTo>
                  <a:pt x="1746943" y="6230680"/>
                </a:lnTo>
                <a:lnTo>
                  <a:pt x="941860" y="6230680"/>
                </a:lnTo>
                <a:lnTo>
                  <a:pt x="784255" y="4359982"/>
                </a:lnTo>
                <a:lnTo>
                  <a:pt x="729486" y="3636336"/>
                </a:lnTo>
                <a:lnTo>
                  <a:pt x="729486" y="3709898"/>
                </a:lnTo>
                <a:lnTo>
                  <a:pt x="728386" y="3696842"/>
                </a:lnTo>
                <a:lnTo>
                  <a:pt x="728386" y="6230680"/>
                </a:lnTo>
                <a:lnTo>
                  <a:pt x="0" y="623068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A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488F87-1197-471A-B44E-DB7CDC810C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454" t="7318" b="33527"/>
          <a:stretch/>
        </p:blipFill>
        <p:spPr>
          <a:xfrm>
            <a:off x="7736304" y="505326"/>
            <a:ext cx="4455695" cy="4054642"/>
          </a:xfrm>
          <a:prstGeom prst="rect">
            <a:avLst/>
          </a:prstGeom>
        </p:spPr>
      </p:pic>
      <p:pic>
        <p:nvPicPr>
          <p:cNvPr id="7" name="Picture 6" descr="Registry configuration summary | Monash Compulsory Units Portal (CUP)">
            <a:extLst>
              <a:ext uri="{FF2B5EF4-FFF2-40B4-BE49-F238E27FC236}">
                <a16:creationId xmlns:a16="http://schemas.microsoft.com/office/drawing/2014/main" id="{EBA1EB12-C8B5-4D38-A22A-F8EA37CBD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523" y="422390"/>
            <a:ext cx="2091086" cy="66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3AD52F1-D9EC-43D5-B468-7D23A6262D47}"/>
              </a:ext>
            </a:extLst>
          </p:cNvPr>
          <p:cNvSpPr/>
          <p:nvPr/>
        </p:nvSpPr>
        <p:spPr>
          <a:xfrm>
            <a:off x="4818185" y="3077307"/>
            <a:ext cx="6570979" cy="1403610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gency FB" panose="020B0503020202020204" pitchFamily="34" charset="0"/>
                <a:ea typeface="+mn-ea"/>
                <a:cs typeface="+mn-cs"/>
                <a:sym typeface="Arial"/>
              </a:rPr>
              <a:t>STATISTICS</a:t>
            </a:r>
            <a:endParaRPr kumimoji="0" lang="en-AU" sz="1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gency FB" panose="020B0503020202020204" pitchFamily="34" charset="0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B6F01-F247-4E5E-AC9E-2D11F2681474}"/>
              </a:ext>
            </a:extLst>
          </p:cNvPr>
          <p:cNvSpPr/>
          <p:nvPr/>
        </p:nvSpPr>
        <p:spPr>
          <a:xfrm>
            <a:off x="6096000" y="4553950"/>
            <a:ext cx="5293165" cy="5004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Arial"/>
              </a:rPr>
              <a:t>Session 8: Classification &amp; Prediction</a:t>
            </a:r>
            <a:endParaRPr kumimoji="0" lang="en-AU" sz="2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 Narrow" panose="020B0606020202030204" pitchFamily="34" charset="0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262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0D06D-FC79-700B-FA20-E7ABC455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941631-248B-FE85-055D-8A80AD1616AE}"/>
              </a:ext>
            </a:extLst>
          </p:cNvPr>
          <p:cNvCxnSpPr>
            <a:cxnSpLocks/>
          </p:cNvCxnSpPr>
          <p:nvPr/>
        </p:nvCxnSpPr>
        <p:spPr>
          <a:xfrm>
            <a:off x="6096000" y="1126671"/>
            <a:ext cx="0" cy="5551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B661135-C8DE-543B-6AA5-302A8BAC3CA6}"/>
              </a:ext>
            </a:extLst>
          </p:cNvPr>
          <p:cNvSpPr txBox="1"/>
          <p:nvPr/>
        </p:nvSpPr>
        <p:spPr>
          <a:xfrm>
            <a:off x="359229" y="1126671"/>
            <a:ext cx="5568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 Narrow" panose="020B0606020202030204" pitchFamily="34" charset="0"/>
              </a:rPr>
              <a:t>Explain</a:t>
            </a:r>
            <a:endParaRPr lang="en-AU" sz="3200" b="1" dirty="0">
              <a:latin typeface="Arial Narrow" panose="020B0606020202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FA5D49-A32D-C9DD-B81B-95D018E85C26}"/>
              </a:ext>
            </a:extLst>
          </p:cNvPr>
          <p:cNvSpPr txBox="1"/>
          <p:nvPr/>
        </p:nvSpPr>
        <p:spPr>
          <a:xfrm>
            <a:off x="6264732" y="1122975"/>
            <a:ext cx="5568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 Narrow" panose="020B0606020202030204" pitchFamily="34" charset="0"/>
              </a:rPr>
              <a:t>Predict</a:t>
            </a:r>
            <a:endParaRPr lang="en-AU" sz="3200" b="1" dirty="0"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A637E3-A62B-79F0-19AD-CEA754FD71C9}"/>
              </a:ext>
            </a:extLst>
          </p:cNvPr>
          <p:cNvSpPr txBox="1"/>
          <p:nvPr/>
        </p:nvSpPr>
        <p:spPr>
          <a:xfrm>
            <a:off x="359229" y="1894114"/>
            <a:ext cx="55680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The goal is to understand relationships between variables and uncover why something happens.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 Narrow" panose="020B0606020202030204" pitchFamily="34" charset="0"/>
              </a:rPr>
              <a:t>Example: </a:t>
            </a:r>
            <a:r>
              <a:rPr lang="en-US" altLang="en-US" sz="2400" dirty="0">
                <a:latin typeface="Arial Narrow" panose="020B0606020202030204" pitchFamily="34" charset="0"/>
              </a:rPr>
              <a:t>Using regression to see how difference in ratings, training hours, coaching experience, etc., influence score margin.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 Narrow" panose="020B0606020202030204" pitchFamily="34" charset="0"/>
              </a:rPr>
              <a:t>Focus: </a:t>
            </a:r>
            <a:r>
              <a:rPr lang="en-US" altLang="en-US" sz="2400" dirty="0">
                <a:latin typeface="Arial Narrow" panose="020B0606020202030204" pitchFamily="34" charset="0"/>
              </a:rPr>
              <a:t>coefficients, significance tests, causal or correlational interpretations.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480F1-D3E9-E5F7-F53F-283D5AAFBE19}"/>
              </a:ext>
            </a:extLst>
          </p:cNvPr>
          <p:cNvSpPr txBox="1"/>
          <p:nvPr/>
        </p:nvSpPr>
        <p:spPr>
          <a:xfrm>
            <a:off x="6264741" y="1894113"/>
            <a:ext cx="55680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The goal is to forecast outcomes as accurately as possible, often without needing to interpret the underlying relationships.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 Narrow" panose="020B0606020202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 Narrow" panose="020B0606020202030204" pitchFamily="34" charset="0"/>
              </a:rPr>
              <a:t>Example: </a:t>
            </a:r>
            <a:r>
              <a:rPr lang="en-US" sz="2400" dirty="0">
                <a:latin typeface="Arial Narrow" panose="020B0606020202030204" pitchFamily="34" charset="0"/>
              </a:rPr>
              <a:t>Using a machine learning model to predict exam scores for future students.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Arial Narrow" panose="020B0606020202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 Narrow" panose="020B0606020202030204" pitchFamily="34" charset="0"/>
              </a:rPr>
              <a:t>Focus: </a:t>
            </a:r>
            <a:r>
              <a:rPr lang="en-US" sz="2400" dirty="0">
                <a:latin typeface="Arial Narrow" panose="020B0606020202030204" pitchFamily="34" charset="0"/>
              </a:rPr>
              <a:t>accuracy metrics (e.g., RMSE, accuracy, precision/recall), out-of-sample performance.</a:t>
            </a:r>
            <a:endParaRPr lang="en-US" altLang="en-US" sz="2400" dirty="0"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9820F0-AF6D-44FF-9C07-625BE275902C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Explanation vs Prediction</a:t>
            </a:r>
          </a:p>
        </p:txBody>
      </p:sp>
    </p:spTree>
    <p:extLst>
      <p:ext uri="{BB962C8B-B14F-4D97-AF65-F5344CB8AC3E}">
        <p14:creationId xmlns:p14="http://schemas.microsoft.com/office/powerpoint/2010/main" val="400594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F5BA484B-D995-4BA5-8B36-69BBAA9114DE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Recap: Multiple Regression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E00A46-AD27-4AC1-9E3C-92DD549E692A}"/>
              </a:ext>
            </a:extLst>
          </p:cNvPr>
          <p:cNvSpPr txBox="1"/>
          <p:nvPr/>
        </p:nvSpPr>
        <p:spPr>
          <a:xfrm>
            <a:off x="202019" y="861237"/>
            <a:ext cx="116213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Last time we looked at building regression models when the outcome was numeric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For example, we could look at modelling: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Income ($)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Exam score (points)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Height (cm)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Return on investment (ROI in points)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The key is: the outcome (y) was numeric and measured on a continuous scale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7B64E9C-1A14-4957-AD52-924901C22A2D}"/>
                  </a:ext>
                </a:extLst>
              </p:cNvPr>
              <p:cNvSpPr txBox="1"/>
              <p:nvPr/>
            </p:nvSpPr>
            <p:spPr>
              <a:xfrm>
                <a:off x="3366081" y="1708737"/>
                <a:ext cx="48823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/>
                        </a:rPr>
                        <m:t>𝑦</m:t>
                      </m:r>
                      <m:r>
                        <a:rPr kumimoji="0" lang="en-AU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kumimoji="0" lang="en-AU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AU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0" lang="en-AU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0" lang="en-AU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kumimoji="0" lang="en-AU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AU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0" lang="en-AU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0" lang="en-AU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  <m:sSub>
                        <m:sSubPr>
                          <m:ctrlPr>
                            <a:rPr lang="en-A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A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 Condensed" panose="020B0604020202020204" charset="0"/>
                  <a:ea typeface="Roboto Condensed" panose="020B0604020202020204" charset="0"/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7B64E9C-1A14-4957-AD52-924901C22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081" y="1708737"/>
                <a:ext cx="4882362" cy="461665"/>
              </a:xfrm>
              <a:prstGeom prst="rect">
                <a:avLst/>
              </a:prstGeom>
              <a:blipFill>
                <a:blip r:embed="rId3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23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0D06D-FC79-700B-FA20-E7ABC455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59820F0-AF6D-44FF-9C07-625BE275902C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Training and Testing Data Sets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AF13B-486C-455F-96F2-D2FBA3C95BD6}"/>
              </a:ext>
            </a:extLst>
          </p:cNvPr>
          <p:cNvSpPr txBox="1"/>
          <p:nvPr/>
        </p:nvSpPr>
        <p:spPr>
          <a:xfrm>
            <a:off x="64169" y="861237"/>
            <a:ext cx="433238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Arial Narrow" panose="020B0606020202030204" pitchFamily="34" charset="0"/>
              </a:rPr>
              <a:t>Training set: </a:t>
            </a:r>
            <a:r>
              <a:rPr lang="en-AU" sz="2400" dirty="0">
                <a:latin typeface="Arial Narrow" panose="020B0606020202030204" pitchFamily="34" charset="0"/>
              </a:rPr>
              <a:t>used to build / fit the model. The model ‘learns’ the relationship between predictors (X) and the outcome (Y).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10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Arial Narrow" panose="020B0606020202030204" pitchFamily="34" charset="0"/>
              </a:rPr>
              <a:t>Testing set: </a:t>
            </a:r>
            <a:r>
              <a:rPr lang="en-AU" sz="2400" dirty="0">
                <a:latin typeface="Arial Narrow" panose="020B0606020202030204" pitchFamily="34" charset="0"/>
              </a:rPr>
              <a:t>Used to evaluate the model’s performance on unseen data, checking if it generalises beyond the training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10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There is no universally correct training/test split.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 Narrow" panose="020B0606020202030204" pitchFamily="34" charset="0"/>
              </a:rPr>
              <a:t>A larger training set gives the model more observations to learn from.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771BBA-4C40-4AED-B396-C28FDA5ECF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77" t="34705" r="25649" b="32558"/>
          <a:stretch/>
        </p:blipFill>
        <p:spPr>
          <a:xfrm>
            <a:off x="4619468" y="2762151"/>
            <a:ext cx="3600000" cy="12354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832F95-99C5-4409-82AB-754CE3D6A0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077" t="34705" r="25649" b="32558"/>
          <a:stretch/>
        </p:blipFill>
        <p:spPr>
          <a:xfrm>
            <a:off x="8529622" y="896127"/>
            <a:ext cx="3600000" cy="12354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1D76AE-6AE4-4433-923E-5027948A52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077" t="34705" r="25649" b="32558"/>
          <a:stretch/>
        </p:blipFill>
        <p:spPr>
          <a:xfrm>
            <a:off x="8529622" y="2762151"/>
            <a:ext cx="3600000" cy="12354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E7F588-C4FC-496A-8D85-521E1EF7AC4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077" t="34705" r="25649" b="32558"/>
          <a:stretch/>
        </p:blipFill>
        <p:spPr>
          <a:xfrm>
            <a:off x="4619468" y="4628175"/>
            <a:ext cx="3600000" cy="12354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088A05-5A7D-4C81-912A-A00B1D0AE11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3077" t="34705" r="25649" b="32558"/>
          <a:stretch/>
        </p:blipFill>
        <p:spPr>
          <a:xfrm>
            <a:off x="8529622" y="4628175"/>
            <a:ext cx="3600000" cy="12354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AE9291-E6E5-4EF3-92B7-DF5C0D668C6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3077" t="34705" r="25649" b="32558"/>
          <a:stretch/>
        </p:blipFill>
        <p:spPr>
          <a:xfrm>
            <a:off x="4619468" y="896127"/>
            <a:ext cx="3600000" cy="12354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EF72AE4-5A47-4745-842A-040D79B0B09D}"/>
              </a:ext>
            </a:extLst>
          </p:cNvPr>
          <p:cNvSpPr txBox="1"/>
          <p:nvPr/>
        </p:nvSpPr>
        <p:spPr>
          <a:xfrm>
            <a:off x="11383663" y="5062003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20%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0B634F-B436-4A9A-A0D6-CC66FF92B72F}"/>
              </a:ext>
            </a:extLst>
          </p:cNvPr>
          <p:cNvSpPr txBox="1"/>
          <p:nvPr/>
        </p:nvSpPr>
        <p:spPr>
          <a:xfrm>
            <a:off x="9542028" y="5062003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80%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34959B-7741-4011-BAD6-DC46428136B2}"/>
              </a:ext>
            </a:extLst>
          </p:cNvPr>
          <p:cNvSpPr txBox="1"/>
          <p:nvPr/>
        </p:nvSpPr>
        <p:spPr>
          <a:xfrm>
            <a:off x="7330079" y="5060562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25%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F143A6-970C-40C2-BC84-AC9B91EAF93B}"/>
              </a:ext>
            </a:extLst>
          </p:cNvPr>
          <p:cNvSpPr txBox="1"/>
          <p:nvPr/>
        </p:nvSpPr>
        <p:spPr>
          <a:xfrm>
            <a:off x="5560158" y="5060562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75%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4086F5-3D88-403B-BB99-6B64A6B623FE}"/>
              </a:ext>
            </a:extLst>
          </p:cNvPr>
          <p:cNvSpPr txBox="1"/>
          <p:nvPr/>
        </p:nvSpPr>
        <p:spPr>
          <a:xfrm>
            <a:off x="7154766" y="3195084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35%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4BFB6E-8D79-4FA9-896B-5EA08D07539A}"/>
              </a:ext>
            </a:extLst>
          </p:cNvPr>
          <p:cNvSpPr txBox="1"/>
          <p:nvPr/>
        </p:nvSpPr>
        <p:spPr>
          <a:xfrm>
            <a:off x="5383916" y="3195084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65%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F52655-F2A8-4426-A14D-1F4E65117DA7}"/>
              </a:ext>
            </a:extLst>
          </p:cNvPr>
          <p:cNvSpPr txBox="1"/>
          <p:nvPr/>
        </p:nvSpPr>
        <p:spPr>
          <a:xfrm>
            <a:off x="6915464" y="1329606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50%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CD66F6-733B-4A22-9A9C-A3EBC5183E9F}"/>
              </a:ext>
            </a:extLst>
          </p:cNvPr>
          <p:cNvSpPr txBox="1"/>
          <p:nvPr/>
        </p:nvSpPr>
        <p:spPr>
          <a:xfrm>
            <a:off x="5145544" y="1329606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50%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5F4D89-68D8-48A6-B33D-19D8C9843E4E}"/>
              </a:ext>
            </a:extLst>
          </p:cNvPr>
          <p:cNvSpPr txBox="1"/>
          <p:nvPr/>
        </p:nvSpPr>
        <p:spPr>
          <a:xfrm>
            <a:off x="10969048" y="1329606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40%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1D3574-F2F3-4EE3-9894-1324A38E7005}"/>
              </a:ext>
            </a:extLst>
          </p:cNvPr>
          <p:cNvSpPr txBox="1"/>
          <p:nvPr/>
        </p:nvSpPr>
        <p:spPr>
          <a:xfrm>
            <a:off x="9199128" y="1329606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60%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023886-2A05-4A12-AC46-36EAF9F76974}"/>
              </a:ext>
            </a:extLst>
          </p:cNvPr>
          <p:cNvSpPr txBox="1"/>
          <p:nvPr/>
        </p:nvSpPr>
        <p:spPr>
          <a:xfrm>
            <a:off x="11173314" y="3195084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30%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90463A-D1B6-4C6F-A857-75D4A8026DAF}"/>
              </a:ext>
            </a:extLst>
          </p:cNvPr>
          <p:cNvSpPr txBox="1"/>
          <p:nvPr/>
        </p:nvSpPr>
        <p:spPr>
          <a:xfrm>
            <a:off x="9402464" y="3195084"/>
            <a:ext cx="829229" cy="55399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gency FB" panose="020B0503020202020204" pitchFamily="34" charset="0"/>
              </a:rPr>
              <a:t>70%</a:t>
            </a:r>
          </a:p>
        </p:txBody>
      </p:sp>
    </p:spTree>
    <p:extLst>
      <p:ext uri="{BB962C8B-B14F-4D97-AF65-F5344CB8AC3E}">
        <p14:creationId xmlns:p14="http://schemas.microsoft.com/office/powerpoint/2010/main" val="1744654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0D06D-FC79-700B-FA20-E7ABC455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59820F0-AF6D-44FF-9C07-625BE275902C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Comparing Models</a:t>
            </a:r>
          </a:p>
        </p:txBody>
      </p:sp>
      <p:graphicFrame>
        <p:nvGraphicFramePr>
          <p:cNvPr id="33" name="Table 2">
            <a:extLst>
              <a:ext uri="{FF2B5EF4-FFF2-40B4-BE49-F238E27FC236}">
                <a16:creationId xmlns:a16="http://schemas.microsoft.com/office/drawing/2014/main" id="{6747A51B-0808-4AFD-89EB-E7AE0CC6B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518468"/>
              </p:ext>
            </p:extLst>
          </p:nvPr>
        </p:nvGraphicFramePr>
        <p:xfrm>
          <a:off x="877245" y="2117820"/>
          <a:ext cx="1109980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9980">
                  <a:extLst>
                    <a:ext uri="{9D8B030D-6E8A-4147-A177-3AD203B41FA5}">
                      <a16:colId xmlns:a16="http://schemas.microsoft.com/office/drawing/2014/main" val="2717867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19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-17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05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02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4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7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911033"/>
                  </a:ext>
                </a:extLst>
              </a:tr>
            </a:tbl>
          </a:graphicData>
        </a:graphic>
      </p:graphicFrame>
      <p:graphicFrame>
        <p:nvGraphicFramePr>
          <p:cNvPr id="34" name="Table 2">
            <a:extLst>
              <a:ext uri="{FF2B5EF4-FFF2-40B4-BE49-F238E27FC236}">
                <a16:creationId xmlns:a16="http://schemas.microsoft.com/office/drawing/2014/main" id="{B57D7FF6-2B90-4C6B-A2F4-4AF437AAD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541802"/>
              </p:ext>
            </p:extLst>
          </p:nvPr>
        </p:nvGraphicFramePr>
        <p:xfrm>
          <a:off x="1987226" y="2117820"/>
          <a:ext cx="1109980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9980">
                  <a:extLst>
                    <a:ext uri="{9D8B030D-6E8A-4147-A177-3AD203B41FA5}">
                      <a16:colId xmlns:a16="http://schemas.microsoft.com/office/drawing/2014/main" val="2717867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19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05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-17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02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4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7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911033"/>
                  </a:ext>
                </a:extLst>
              </a:tr>
            </a:tbl>
          </a:graphicData>
        </a:graphic>
      </p:graphicFrame>
      <p:pic>
        <p:nvPicPr>
          <p:cNvPr id="35" name="Picture 34">
            <a:extLst>
              <a:ext uri="{FF2B5EF4-FFF2-40B4-BE49-F238E27FC236}">
                <a16:creationId xmlns:a16="http://schemas.microsoft.com/office/drawing/2014/main" id="{F3F68A94-4525-4305-A95C-C388A6D01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216" y="909000"/>
            <a:ext cx="3543239" cy="2520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421BBDC-54A6-4C11-B7AF-FBE9E5C72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215" y="4031233"/>
            <a:ext cx="3543240" cy="252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A9381E-020C-4439-9606-80C7FF3AA5EB}"/>
              </a:ext>
            </a:extLst>
          </p:cNvPr>
          <p:cNvSpPr txBox="1"/>
          <p:nvPr/>
        </p:nvSpPr>
        <p:spPr>
          <a:xfrm>
            <a:off x="8197702" y="3296093"/>
            <a:ext cx="51754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F85F4C-47E1-4143-B63A-8C78E11EEEB4}"/>
              </a:ext>
            </a:extLst>
          </p:cNvPr>
          <p:cNvSpPr txBox="1"/>
          <p:nvPr/>
        </p:nvSpPr>
        <p:spPr>
          <a:xfrm>
            <a:off x="8197701" y="6366567"/>
            <a:ext cx="51754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944586-77F6-474B-A5F7-0D9531B6CBF3}"/>
              </a:ext>
            </a:extLst>
          </p:cNvPr>
          <p:cNvSpPr txBox="1"/>
          <p:nvPr/>
        </p:nvSpPr>
        <p:spPr>
          <a:xfrm>
            <a:off x="6198779" y="4921901"/>
            <a:ext cx="51754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1197FD-D571-4ECF-8DF1-2B187AF6512E}"/>
              </a:ext>
            </a:extLst>
          </p:cNvPr>
          <p:cNvSpPr txBox="1"/>
          <p:nvPr/>
        </p:nvSpPr>
        <p:spPr>
          <a:xfrm>
            <a:off x="6198779" y="1820934"/>
            <a:ext cx="51754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A8757C-DD03-46F6-9318-A61311A51772}"/>
              </a:ext>
            </a:extLst>
          </p:cNvPr>
          <p:cNvCxnSpPr/>
          <p:nvPr/>
        </p:nvCxnSpPr>
        <p:spPr>
          <a:xfrm flipV="1">
            <a:off x="3498112" y="2117820"/>
            <a:ext cx="2597888" cy="12979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BA2AC6-38BB-48DB-AB63-A87F4188B0A1}"/>
              </a:ext>
            </a:extLst>
          </p:cNvPr>
          <p:cNvCxnSpPr/>
          <p:nvPr/>
        </p:nvCxnSpPr>
        <p:spPr>
          <a:xfrm>
            <a:off x="3498112" y="3429000"/>
            <a:ext cx="2509283" cy="16775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1EAB71B-1AE2-4D18-BF98-EA2B79EB84F0}"/>
              </a:ext>
            </a:extLst>
          </p:cNvPr>
          <p:cNvSpPr txBox="1"/>
          <p:nvPr/>
        </p:nvSpPr>
        <p:spPr>
          <a:xfrm>
            <a:off x="10385099" y="1886987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latin typeface="Arial Narrow" panose="020B0606020202030204" pitchFamily="34" charset="0"/>
              </a:rPr>
              <a:t>Model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EBF007-7426-4E24-8D69-D45C82A6D296}"/>
              </a:ext>
            </a:extLst>
          </p:cNvPr>
          <p:cNvSpPr txBox="1"/>
          <p:nvPr/>
        </p:nvSpPr>
        <p:spPr>
          <a:xfrm>
            <a:off x="10385099" y="4921901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latin typeface="Arial Narrow" panose="020B0606020202030204" pitchFamily="34" charset="0"/>
              </a:rPr>
              <a:t>Model 2</a:t>
            </a:r>
          </a:p>
        </p:txBody>
      </p:sp>
    </p:spTree>
    <p:extLst>
      <p:ext uri="{BB962C8B-B14F-4D97-AF65-F5344CB8AC3E}">
        <p14:creationId xmlns:p14="http://schemas.microsoft.com/office/powerpoint/2010/main" val="1105551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4ED5-D4A4-1C5D-CC87-E4F5281B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F5129D8-64B1-7A14-91D3-F3D0A00CF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991" y="1224238"/>
            <a:ext cx="5558498" cy="39532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2AB292-83D9-9E3C-BC7E-0090E6718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790" y="1224238"/>
            <a:ext cx="5558496" cy="395327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438167-A3D9-D8B8-B2A1-30845FDC5F4E}"/>
              </a:ext>
            </a:extLst>
          </p:cNvPr>
          <p:cNvCxnSpPr>
            <a:cxnSpLocks/>
          </p:cNvCxnSpPr>
          <p:nvPr/>
        </p:nvCxnSpPr>
        <p:spPr>
          <a:xfrm>
            <a:off x="1607736" y="2790245"/>
            <a:ext cx="0" cy="9281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41ADCB-9484-5A24-852B-55D32A4DA16F}"/>
              </a:ext>
            </a:extLst>
          </p:cNvPr>
          <p:cNvCxnSpPr>
            <a:cxnSpLocks/>
          </p:cNvCxnSpPr>
          <p:nvPr/>
        </p:nvCxnSpPr>
        <p:spPr>
          <a:xfrm>
            <a:off x="7839272" y="2790245"/>
            <a:ext cx="0" cy="11160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141C1E-9850-4B0F-FD7C-71EE8D454FDE}"/>
              </a:ext>
            </a:extLst>
          </p:cNvPr>
          <p:cNvCxnSpPr>
            <a:cxnSpLocks/>
          </p:cNvCxnSpPr>
          <p:nvPr/>
        </p:nvCxnSpPr>
        <p:spPr>
          <a:xfrm>
            <a:off x="2684810" y="3236360"/>
            <a:ext cx="0" cy="7418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DEE126-3840-9C34-F0AC-CFF804A0EE65}"/>
              </a:ext>
            </a:extLst>
          </p:cNvPr>
          <p:cNvCxnSpPr>
            <a:cxnSpLocks/>
          </p:cNvCxnSpPr>
          <p:nvPr/>
        </p:nvCxnSpPr>
        <p:spPr>
          <a:xfrm>
            <a:off x="8921223" y="3236360"/>
            <a:ext cx="0" cy="7418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73F1C6-0B2C-1731-2E6B-C5E8E3380873}"/>
              </a:ext>
            </a:extLst>
          </p:cNvPr>
          <p:cNvCxnSpPr>
            <a:cxnSpLocks/>
          </p:cNvCxnSpPr>
          <p:nvPr/>
        </p:nvCxnSpPr>
        <p:spPr>
          <a:xfrm>
            <a:off x="3476461" y="1930524"/>
            <a:ext cx="0" cy="9650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EF3E4A-F970-4E82-3438-A4205EC57425}"/>
              </a:ext>
            </a:extLst>
          </p:cNvPr>
          <p:cNvCxnSpPr>
            <a:cxnSpLocks/>
          </p:cNvCxnSpPr>
          <p:nvPr/>
        </p:nvCxnSpPr>
        <p:spPr>
          <a:xfrm>
            <a:off x="9708672" y="1930524"/>
            <a:ext cx="0" cy="13058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A60EB6-E64C-A38B-92D7-075F8A6D29CB}"/>
              </a:ext>
            </a:extLst>
          </p:cNvPr>
          <p:cNvCxnSpPr>
            <a:cxnSpLocks/>
          </p:cNvCxnSpPr>
          <p:nvPr/>
        </p:nvCxnSpPr>
        <p:spPr>
          <a:xfrm>
            <a:off x="4743476" y="2335837"/>
            <a:ext cx="0" cy="4544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19721D-AAFE-E0B0-30EF-B10CDD88D18D}"/>
              </a:ext>
            </a:extLst>
          </p:cNvPr>
          <p:cNvCxnSpPr>
            <a:cxnSpLocks/>
          </p:cNvCxnSpPr>
          <p:nvPr/>
        </p:nvCxnSpPr>
        <p:spPr>
          <a:xfrm>
            <a:off x="10969616" y="2037408"/>
            <a:ext cx="0" cy="7528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E09FEB7-B4FF-4991-AB3F-02D9342A24C9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Comparing Models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6355C9-E387-450B-925D-FE26823398E7}"/>
              </a:ext>
            </a:extLst>
          </p:cNvPr>
          <p:cNvSpPr txBox="1"/>
          <p:nvPr/>
        </p:nvSpPr>
        <p:spPr>
          <a:xfrm>
            <a:off x="202019" y="5468303"/>
            <a:ext cx="11621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 Narrow" panose="020B0606020202030204" pitchFamily="34" charset="0"/>
              </a:rPr>
              <a:t>New (Test) data is used to evaluate the models – we want the model that has less error</a:t>
            </a:r>
          </a:p>
        </p:txBody>
      </p:sp>
    </p:spTree>
    <p:extLst>
      <p:ext uri="{BB962C8B-B14F-4D97-AF65-F5344CB8AC3E}">
        <p14:creationId xmlns:p14="http://schemas.microsoft.com/office/powerpoint/2010/main" val="284952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0D06D-FC79-700B-FA20-E7ABC455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59820F0-AF6D-44FF-9C07-625BE275902C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Regression vs Classification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AF13B-486C-455F-96F2-D2FBA3C95BD6}"/>
              </a:ext>
            </a:extLst>
          </p:cNvPr>
          <p:cNvSpPr txBox="1"/>
          <p:nvPr/>
        </p:nvSpPr>
        <p:spPr>
          <a:xfrm>
            <a:off x="64168" y="861237"/>
            <a:ext cx="58687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Suppose that instead of modelling a continuous outcome (-</a:t>
            </a:r>
            <a:r>
              <a:rPr lang="en-AU" sz="2400" dirty="0">
                <a:latin typeface="Arial Narrow" panose="020B0606020202030204" pitchFamily="34" charset="0"/>
                <a:sym typeface="Symbol" panose="05050102010706020507" pitchFamily="18" charset="2"/>
              </a:rPr>
              <a:t>, +</a:t>
            </a:r>
            <a:r>
              <a:rPr lang="en-AU" sz="2400" dirty="0">
                <a:latin typeface="Arial Narrow" panose="020B0606020202030204" pitchFamily="34" charset="0"/>
              </a:rPr>
              <a:t>), we wanted to examine a binary outcome (0, 1).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We cannot use linear regression because the model will make predictions less than 0 and greater than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Therefore we will need a different type of model – one that fits a binary (0, 1) outcome.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Sometimes, these types of models are called ‘classification’ models.</a:t>
            </a:r>
          </a:p>
        </p:txBody>
      </p:sp>
      <p:graphicFrame>
        <p:nvGraphicFramePr>
          <p:cNvPr id="33" name="!!T1!!">
            <a:extLst>
              <a:ext uri="{FF2B5EF4-FFF2-40B4-BE49-F238E27FC236}">
                <a16:creationId xmlns:a16="http://schemas.microsoft.com/office/drawing/2014/main" id="{F31F2092-DCBC-457D-8868-31B5A26BD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633359"/>
              </p:ext>
            </p:extLst>
          </p:nvPr>
        </p:nvGraphicFramePr>
        <p:xfrm>
          <a:off x="7334082" y="1453860"/>
          <a:ext cx="1109980" cy="3708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9980">
                  <a:extLst>
                    <a:ext uri="{9D8B030D-6E8A-4147-A177-3AD203B41FA5}">
                      <a16:colId xmlns:a16="http://schemas.microsoft.com/office/drawing/2014/main" val="2717867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Continuous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19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-17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05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02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4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7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911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201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17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136532"/>
                  </a:ext>
                </a:extLst>
              </a:tr>
            </a:tbl>
          </a:graphicData>
        </a:graphic>
      </p:graphicFrame>
      <p:graphicFrame>
        <p:nvGraphicFramePr>
          <p:cNvPr id="34" name="!!T3!!">
            <a:extLst>
              <a:ext uri="{FF2B5EF4-FFF2-40B4-BE49-F238E27FC236}">
                <a16:creationId xmlns:a16="http://schemas.microsoft.com/office/drawing/2014/main" id="{68A6BB62-9676-4325-AD27-DF1244E22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417713"/>
              </p:ext>
            </p:extLst>
          </p:nvPr>
        </p:nvGraphicFramePr>
        <p:xfrm>
          <a:off x="9940870" y="1453860"/>
          <a:ext cx="1109980" cy="3708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9980">
                  <a:extLst>
                    <a:ext uri="{9D8B030D-6E8A-4147-A177-3AD203B41FA5}">
                      <a16:colId xmlns:a16="http://schemas.microsoft.com/office/drawing/2014/main" val="2717867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19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05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02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4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7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911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201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17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136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541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0D06D-FC79-700B-FA20-E7ABC455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59820F0-AF6D-44FF-9C07-625BE275902C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Regression vs Classification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AF13B-486C-455F-96F2-D2FBA3C95BD6}"/>
              </a:ext>
            </a:extLst>
          </p:cNvPr>
          <p:cNvSpPr txBox="1"/>
          <p:nvPr/>
        </p:nvSpPr>
        <p:spPr>
          <a:xfrm>
            <a:off x="64168" y="861237"/>
            <a:ext cx="58687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Suppose that instead of modelling a continuous outcome (-</a:t>
            </a:r>
            <a:r>
              <a:rPr lang="en-AU" sz="2400" dirty="0">
                <a:latin typeface="Arial Narrow" panose="020B0606020202030204" pitchFamily="34" charset="0"/>
                <a:sym typeface="Symbol" panose="05050102010706020507" pitchFamily="18" charset="2"/>
              </a:rPr>
              <a:t>, +</a:t>
            </a:r>
            <a:r>
              <a:rPr lang="en-AU" sz="2400" dirty="0">
                <a:latin typeface="Arial Narrow" panose="020B0606020202030204" pitchFamily="34" charset="0"/>
              </a:rPr>
              <a:t>), we wanted to examine a binary outcome (0, 1).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We cannot use linear regression because the model will make predictions less than 0 and greater than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Therefore we will need a different type of model – one that fits a binary (0, 1) outcome.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Sometimes, these types of models are called ‘classification’ models.</a:t>
            </a:r>
          </a:p>
        </p:txBody>
      </p:sp>
      <p:graphicFrame>
        <p:nvGraphicFramePr>
          <p:cNvPr id="33" name="!!T1!!">
            <a:extLst>
              <a:ext uri="{FF2B5EF4-FFF2-40B4-BE49-F238E27FC236}">
                <a16:creationId xmlns:a16="http://schemas.microsoft.com/office/drawing/2014/main" id="{F31F2092-DCBC-457D-8868-31B5A26BD741}"/>
              </a:ext>
            </a:extLst>
          </p:cNvPr>
          <p:cNvGraphicFramePr>
            <a:graphicFrameLocks noGrp="1"/>
          </p:cNvGraphicFramePr>
          <p:nvPr/>
        </p:nvGraphicFramePr>
        <p:xfrm>
          <a:off x="7334082" y="1453860"/>
          <a:ext cx="1109980" cy="3708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9980">
                  <a:extLst>
                    <a:ext uri="{9D8B030D-6E8A-4147-A177-3AD203B41FA5}">
                      <a16:colId xmlns:a16="http://schemas.microsoft.com/office/drawing/2014/main" val="2717867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Continuous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19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-17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05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02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4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7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911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201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17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136532"/>
                  </a:ext>
                </a:extLst>
              </a:tr>
            </a:tbl>
          </a:graphicData>
        </a:graphic>
      </p:graphicFrame>
      <p:graphicFrame>
        <p:nvGraphicFramePr>
          <p:cNvPr id="34" name="!!T3!!">
            <a:extLst>
              <a:ext uri="{FF2B5EF4-FFF2-40B4-BE49-F238E27FC236}">
                <a16:creationId xmlns:a16="http://schemas.microsoft.com/office/drawing/2014/main" id="{68A6BB62-9676-4325-AD27-DF1244E2259A}"/>
              </a:ext>
            </a:extLst>
          </p:cNvPr>
          <p:cNvGraphicFramePr>
            <a:graphicFrameLocks noGrp="1"/>
          </p:cNvGraphicFramePr>
          <p:nvPr/>
        </p:nvGraphicFramePr>
        <p:xfrm>
          <a:off x="9940870" y="1453860"/>
          <a:ext cx="1109980" cy="3708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9980">
                  <a:extLst>
                    <a:ext uri="{9D8B030D-6E8A-4147-A177-3AD203B41FA5}">
                      <a16:colId xmlns:a16="http://schemas.microsoft.com/office/drawing/2014/main" val="2717867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19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05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02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4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7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911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201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17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136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185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0D06D-FC79-700B-FA20-E7ABC455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59820F0-AF6D-44FF-9C07-625BE275902C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Linear Probability Model (LPM)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AF13B-486C-455F-96F2-D2FBA3C95BD6}"/>
              </a:ext>
            </a:extLst>
          </p:cNvPr>
          <p:cNvSpPr txBox="1"/>
          <p:nvPr/>
        </p:nvSpPr>
        <p:spPr>
          <a:xfrm>
            <a:off x="64168" y="861237"/>
            <a:ext cx="58687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The linear probability model (LPM) uses linear regression to model a binary outcome, coded as 0 or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Predicted values represent the probability that the outcome equals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Each coefficient describes the change in probability for a one-unit increase in a predictor, holding other predictors constant.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A key limitation is that predicted probabilities can fall below 0 or above 1.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3D7141-0F3D-47B0-9015-D21A5E72D6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659" t="29555" r="1709" b="6157"/>
          <a:stretch/>
        </p:blipFill>
        <p:spPr>
          <a:xfrm>
            <a:off x="6422065" y="1031358"/>
            <a:ext cx="5423022" cy="465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45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0D06D-FC79-700B-FA20-E7ABC455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59820F0-AF6D-44FF-9C07-625BE275902C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Linear Probability Model (LPM)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4C890-D8B4-4BD8-AECA-FF3207B143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331"/>
          <a:stretch/>
        </p:blipFill>
        <p:spPr>
          <a:xfrm>
            <a:off x="0" y="817821"/>
            <a:ext cx="12192000" cy="522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97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5454D-55DE-BC4C-D3E4-4C8D88D6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7EFCEF-2A6D-4F22-C727-DB5406460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394455"/>
              </p:ext>
            </p:extLst>
          </p:nvPr>
        </p:nvGraphicFramePr>
        <p:xfrm>
          <a:off x="7378246" y="1228548"/>
          <a:ext cx="2895494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494">
                  <a:extLst>
                    <a:ext uri="{9D8B030D-6E8A-4147-A177-3AD203B41FA5}">
                      <a16:colId xmlns:a16="http://schemas.microsoft.com/office/drawing/2014/main" val="3441808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Prediction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95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0.321 + 0.013(-17) = 0.094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51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0.321 + 0.013(-30) = -0.080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3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0.321 + 0.013(0) = 0.321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024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0.321 + 0.013(18) = 0.562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1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0.321 + 0.013(31) = 0.735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94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0.321 + 0.013(46) = 0.936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742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0.321 + 0.013(10) = 0.455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29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0.321 + 0.013(5) = 0.388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34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0.321 + 0.013(20) = 0.588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3691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71C67F3-2F42-D164-FFAB-2496FB1AD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745928"/>
              </p:ext>
            </p:extLst>
          </p:nvPr>
        </p:nvGraphicFramePr>
        <p:xfrm>
          <a:off x="337568" y="1228548"/>
          <a:ext cx="1762063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3441808341"/>
                    </a:ext>
                  </a:extLst>
                </a:gridCol>
                <a:gridCol w="607633">
                  <a:extLst>
                    <a:ext uri="{9D8B030D-6E8A-4147-A177-3AD203B41FA5}">
                      <a16:colId xmlns:a16="http://schemas.microsoft.com/office/drawing/2014/main" val="917131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X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Y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95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-17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51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-30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3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024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1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31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94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46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742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29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34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20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3691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966D07D-2C8F-0471-54C1-AE299D682816}"/>
              </a:ext>
            </a:extLst>
          </p:cNvPr>
          <p:cNvSpPr txBox="1"/>
          <p:nvPr/>
        </p:nvSpPr>
        <p:spPr>
          <a:xfrm>
            <a:off x="3381877" y="2988035"/>
            <a:ext cx="271412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ucida Console" panose="020B0609040504020204" pitchFamily="49" charset="0"/>
              </a:rPr>
              <a:t>Y = 0.321 + 0.013(X)</a:t>
            </a:r>
            <a:endParaRPr lang="en-AU" sz="1600" dirty="0">
              <a:latin typeface="Lucida Console" panose="020B0609040504020204" pitchFamily="49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C7749B8-396C-5A44-7FD6-F06CF4634A8E}"/>
              </a:ext>
            </a:extLst>
          </p:cNvPr>
          <p:cNvSpPr/>
          <p:nvPr/>
        </p:nvSpPr>
        <p:spPr>
          <a:xfrm>
            <a:off x="2293314" y="2914996"/>
            <a:ext cx="978408" cy="4846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F1A8420-0F8D-9E76-6329-4EEA1C50C10A}"/>
              </a:ext>
            </a:extLst>
          </p:cNvPr>
          <p:cNvSpPr/>
          <p:nvPr/>
        </p:nvSpPr>
        <p:spPr>
          <a:xfrm>
            <a:off x="6206155" y="2916516"/>
            <a:ext cx="978408" cy="4846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EF4C22-C3B7-416B-B114-FEE7C4E2225E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Linear Probability Model (LPM)</a:t>
            </a:r>
          </a:p>
        </p:txBody>
      </p:sp>
    </p:spTree>
    <p:extLst>
      <p:ext uri="{BB962C8B-B14F-4D97-AF65-F5344CB8AC3E}">
        <p14:creationId xmlns:p14="http://schemas.microsoft.com/office/powerpoint/2010/main" val="103462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E4E6-A594-EEB4-CB41-C1955B9B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260BE88-E8EC-9BB3-6D07-A11ADCF68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002686"/>
              </p:ext>
            </p:extLst>
          </p:nvPr>
        </p:nvGraphicFramePr>
        <p:xfrm>
          <a:off x="337568" y="1228548"/>
          <a:ext cx="3109967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063">
                  <a:extLst>
                    <a:ext uri="{9D8B030D-6E8A-4147-A177-3AD203B41FA5}">
                      <a16:colId xmlns:a16="http://schemas.microsoft.com/office/drawing/2014/main" val="3441808341"/>
                    </a:ext>
                  </a:extLst>
                </a:gridCol>
                <a:gridCol w="797452">
                  <a:extLst>
                    <a:ext uri="{9D8B030D-6E8A-4147-A177-3AD203B41FA5}">
                      <a16:colId xmlns:a16="http://schemas.microsoft.com/office/drawing/2014/main" val="917131792"/>
                    </a:ext>
                  </a:extLst>
                </a:gridCol>
                <a:gridCol w="797452">
                  <a:extLst>
                    <a:ext uri="{9D8B030D-6E8A-4147-A177-3AD203B41FA5}">
                      <a16:colId xmlns:a16="http://schemas.microsoft.com/office/drawing/2014/main" val="2400386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X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Y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Pred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95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-17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.094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51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-30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-.080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3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.321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024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.562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1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31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.735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94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46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.936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742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.455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29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.388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34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20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.588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36910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9CBF23E5-009F-2297-94D8-857D8F31C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7" y="1228547"/>
            <a:ext cx="2612325" cy="41589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1F33B0-6EE5-0410-6885-65FC11A07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837" y="1228547"/>
            <a:ext cx="2613600" cy="4161029"/>
          </a:xfrm>
          <a:prstGeom prst="rect">
            <a:avLst/>
          </a:prstGeom>
        </p:spPr>
      </p:pic>
      <p:sp>
        <p:nvSpPr>
          <p:cNvPr id="9" name="!!9!!">
            <a:extLst>
              <a:ext uri="{FF2B5EF4-FFF2-40B4-BE49-F238E27FC236}">
                <a16:creationId xmlns:a16="http://schemas.microsoft.com/office/drawing/2014/main" id="{395FA0BB-DF11-ED6B-EA21-03A74B0580B6}"/>
              </a:ext>
            </a:extLst>
          </p:cNvPr>
          <p:cNvSpPr/>
          <p:nvPr/>
        </p:nvSpPr>
        <p:spPr>
          <a:xfrm>
            <a:off x="5969686" y="1618207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!!5!!">
            <a:extLst>
              <a:ext uri="{FF2B5EF4-FFF2-40B4-BE49-F238E27FC236}">
                <a16:creationId xmlns:a16="http://schemas.microsoft.com/office/drawing/2014/main" id="{B10C23F6-2DD7-2456-698A-735F56FDBE30}"/>
              </a:ext>
            </a:extLst>
          </p:cNvPr>
          <p:cNvSpPr/>
          <p:nvPr/>
        </p:nvSpPr>
        <p:spPr>
          <a:xfrm>
            <a:off x="5969686" y="2235623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!!9!!">
            <a:extLst>
              <a:ext uri="{FF2B5EF4-FFF2-40B4-BE49-F238E27FC236}">
                <a16:creationId xmlns:a16="http://schemas.microsoft.com/office/drawing/2014/main" id="{C89827BE-B928-1056-95C5-81D4B48C6987}"/>
              </a:ext>
            </a:extLst>
          </p:cNvPr>
          <p:cNvSpPr/>
          <p:nvPr/>
        </p:nvSpPr>
        <p:spPr>
          <a:xfrm>
            <a:off x="5969686" y="2677193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!!4!!">
            <a:extLst>
              <a:ext uri="{FF2B5EF4-FFF2-40B4-BE49-F238E27FC236}">
                <a16:creationId xmlns:a16="http://schemas.microsoft.com/office/drawing/2014/main" id="{438235D7-5B56-B48A-00B1-53EE6245EFB1}"/>
              </a:ext>
            </a:extLst>
          </p:cNvPr>
          <p:cNvSpPr/>
          <p:nvPr/>
        </p:nvSpPr>
        <p:spPr>
          <a:xfrm>
            <a:off x="5969686" y="2765407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!!d!!">
            <a:extLst>
              <a:ext uri="{FF2B5EF4-FFF2-40B4-BE49-F238E27FC236}">
                <a16:creationId xmlns:a16="http://schemas.microsoft.com/office/drawing/2014/main" id="{77DBBCAD-F605-BBB1-98A5-31F5042B2B63}"/>
              </a:ext>
            </a:extLst>
          </p:cNvPr>
          <p:cNvSpPr/>
          <p:nvPr/>
        </p:nvSpPr>
        <p:spPr>
          <a:xfrm>
            <a:off x="5969686" y="3086671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!!c!!">
            <a:extLst>
              <a:ext uri="{FF2B5EF4-FFF2-40B4-BE49-F238E27FC236}">
                <a16:creationId xmlns:a16="http://schemas.microsoft.com/office/drawing/2014/main" id="{3F7186E6-6A17-BEAC-FD14-40638F6F6BC3}"/>
              </a:ext>
            </a:extLst>
          </p:cNvPr>
          <p:cNvSpPr/>
          <p:nvPr/>
        </p:nvSpPr>
        <p:spPr>
          <a:xfrm>
            <a:off x="5969686" y="3283364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!!3!!">
            <a:extLst>
              <a:ext uri="{FF2B5EF4-FFF2-40B4-BE49-F238E27FC236}">
                <a16:creationId xmlns:a16="http://schemas.microsoft.com/office/drawing/2014/main" id="{2C8BF3BB-2F51-255E-42FE-CC25D31BA21D}"/>
              </a:ext>
            </a:extLst>
          </p:cNvPr>
          <p:cNvSpPr/>
          <p:nvPr/>
        </p:nvSpPr>
        <p:spPr>
          <a:xfrm>
            <a:off x="5969686" y="3494426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!!1!!">
            <a:extLst>
              <a:ext uri="{FF2B5EF4-FFF2-40B4-BE49-F238E27FC236}">
                <a16:creationId xmlns:a16="http://schemas.microsoft.com/office/drawing/2014/main" id="{09031286-172E-ACA6-E031-0711C1D56651}"/>
              </a:ext>
            </a:extLst>
          </p:cNvPr>
          <p:cNvSpPr/>
          <p:nvPr/>
        </p:nvSpPr>
        <p:spPr>
          <a:xfrm>
            <a:off x="5969686" y="4186108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!!2!!">
            <a:extLst>
              <a:ext uri="{FF2B5EF4-FFF2-40B4-BE49-F238E27FC236}">
                <a16:creationId xmlns:a16="http://schemas.microsoft.com/office/drawing/2014/main" id="{A26C68FD-9BCC-E6D7-46B4-0A8D2526D357}"/>
              </a:ext>
            </a:extLst>
          </p:cNvPr>
          <p:cNvSpPr/>
          <p:nvPr/>
        </p:nvSpPr>
        <p:spPr>
          <a:xfrm>
            <a:off x="5969686" y="4714827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234313-D32D-1603-56B4-8269A03917A2}"/>
              </a:ext>
            </a:extLst>
          </p:cNvPr>
          <p:cNvSpPr txBox="1"/>
          <p:nvPr/>
        </p:nvSpPr>
        <p:spPr>
          <a:xfrm>
            <a:off x="6033052" y="4615435"/>
            <a:ext cx="4219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-.080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79A8D5-F095-1B7F-B634-A737416BEF7E}"/>
              </a:ext>
            </a:extLst>
          </p:cNvPr>
          <p:cNvSpPr txBox="1"/>
          <p:nvPr/>
        </p:nvSpPr>
        <p:spPr>
          <a:xfrm>
            <a:off x="6041686" y="4103828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.094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DFC238-9478-89F6-BE90-54A4B8EE07A0}"/>
              </a:ext>
            </a:extLst>
          </p:cNvPr>
          <p:cNvSpPr txBox="1"/>
          <p:nvPr/>
        </p:nvSpPr>
        <p:spPr>
          <a:xfrm>
            <a:off x="6005242" y="3421341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.321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6099BF-BFAD-9BB5-7885-AF529E065BBA}"/>
              </a:ext>
            </a:extLst>
          </p:cNvPr>
          <p:cNvSpPr txBox="1"/>
          <p:nvPr/>
        </p:nvSpPr>
        <p:spPr>
          <a:xfrm>
            <a:off x="5581767" y="3196765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.388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9B9F3B-2293-654C-AEF8-5CB574F7C66B}"/>
              </a:ext>
            </a:extLst>
          </p:cNvPr>
          <p:cNvSpPr txBox="1"/>
          <p:nvPr/>
        </p:nvSpPr>
        <p:spPr>
          <a:xfrm>
            <a:off x="6007157" y="3002007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.455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D1E865-093C-1C22-B0EE-58E30C8AE948}"/>
              </a:ext>
            </a:extLst>
          </p:cNvPr>
          <p:cNvCxnSpPr>
            <a:cxnSpLocks/>
          </p:cNvCxnSpPr>
          <p:nvPr/>
        </p:nvCxnSpPr>
        <p:spPr>
          <a:xfrm>
            <a:off x="5080000" y="2991847"/>
            <a:ext cx="2182037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1282EE1-A1E2-992B-4420-D26E97E957B2}"/>
              </a:ext>
            </a:extLst>
          </p:cNvPr>
          <p:cNvSpPr txBox="1"/>
          <p:nvPr/>
        </p:nvSpPr>
        <p:spPr>
          <a:xfrm>
            <a:off x="7237356" y="2776447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Narrow" panose="020B0606020202030204" pitchFamily="34" charset="0"/>
              </a:rPr>
              <a:t>threshold</a:t>
            </a:r>
            <a:endParaRPr lang="en-AU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DFC0310-C450-5E83-6994-B19D69CCA852}"/>
              </a:ext>
            </a:extLst>
          </p:cNvPr>
          <p:cNvGraphicFramePr>
            <a:graphicFrameLocks noGrp="1"/>
          </p:cNvGraphicFramePr>
          <p:nvPr/>
        </p:nvGraphicFramePr>
        <p:xfrm>
          <a:off x="3450076" y="1228548"/>
          <a:ext cx="773911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1">
                  <a:extLst>
                    <a:ext uri="{9D8B030D-6E8A-4147-A177-3AD203B41FA5}">
                      <a16:colId xmlns:a16="http://schemas.microsoft.com/office/drawing/2014/main" val="2400386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Class 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95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51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3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024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solidFill>
                          <a:srgbClr val="0070C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1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solidFill>
                          <a:srgbClr val="0070C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94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solidFill>
                          <a:srgbClr val="0070C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742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29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34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solidFill>
                          <a:srgbClr val="0070C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36910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C23E8A8F-57C9-2EE3-249F-63903AEF82B5}"/>
              </a:ext>
            </a:extLst>
          </p:cNvPr>
          <p:cNvSpPr txBox="1"/>
          <p:nvPr/>
        </p:nvSpPr>
        <p:spPr>
          <a:xfrm>
            <a:off x="5993206" y="2687979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.562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FF27FE-623E-379C-7E04-D1A6CE020801}"/>
              </a:ext>
            </a:extLst>
          </p:cNvPr>
          <p:cNvSpPr txBox="1"/>
          <p:nvPr/>
        </p:nvSpPr>
        <p:spPr>
          <a:xfrm>
            <a:off x="5611507" y="2592612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.588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86871E-1B63-6363-AA65-FF5BBC2BD7FB}"/>
              </a:ext>
            </a:extLst>
          </p:cNvPr>
          <p:cNvSpPr txBox="1"/>
          <p:nvPr/>
        </p:nvSpPr>
        <p:spPr>
          <a:xfrm>
            <a:off x="6010987" y="1517294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.936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62B5F0-EDA1-BF0D-67C4-C727AD353112}"/>
              </a:ext>
            </a:extLst>
          </p:cNvPr>
          <p:cNvSpPr txBox="1"/>
          <p:nvPr/>
        </p:nvSpPr>
        <p:spPr>
          <a:xfrm>
            <a:off x="6005060" y="2149375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.735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F8B7FD-7518-40D9-9630-D60191F325D7}"/>
              </a:ext>
            </a:extLst>
          </p:cNvPr>
          <p:cNvSpPr/>
          <p:nvPr/>
        </p:nvSpPr>
        <p:spPr>
          <a:xfrm>
            <a:off x="5080000" y="3002006"/>
            <a:ext cx="1875162" cy="229594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C18AE50-FC92-4625-B249-2DE84234EB3C}"/>
              </a:ext>
            </a:extLst>
          </p:cNvPr>
          <p:cNvSpPr/>
          <p:nvPr/>
        </p:nvSpPr>
        <p:spPr>
          <a:xfrm>
            <a:off x="5080000" y="1238813"/>
            <a:ext cx="1875162" cy="1744146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122A5D-BB39-47DF-A3F0-51C1B68252E4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Thresholds &amp; Classification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A9C8BFE-162F-431B-AAA3-B001473DD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6491" y="1869143"/>
            <a:ext cx="3780609" cy="2864922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18732F5D-3370-45DC-BA8D-B82E52B883B9}"/>
              </a:ext>
            </a:extLst>
          </p:cNvPr>
          <p:cNvSpPr txBox="1"/>
          <p:nvPr/>
        </p:nvSpPr>
        <p:spPr>
          <a:xfrm>
            <a:off x="1049643" y="799639"/>
            <a:ext cx="271412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ucida Console" panose="020B0609040504020204" pitchFamily="49" charset="0"/>
              </a:rPr>
              <a:t>Y = 0.321 + 0.013(X)</a:t>
            </a:r>
            <a:endParaRPr lang="en-AU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83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E4E6-A594-EEB4-CB41-C1955B9B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C41F3F4-FD49-4E71-B405-B2BD001BC19E}"/>
              </a:ext>
            </a:extLst>
          </p:cNvPr>
          <p:cNvSpPr/>
          <p:nvPr/>
        </p:nvSpPr>
        <p:spPr>
          <a:xfrm>
            <a:off x="1505559" y="3093619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3AE365-5B18-470B-888F-8C711C7F2F51}"/>
              </a:ext>
            </a:extLst>
          </p:cNvPr>
          <p:cNvSpPr/>
          <p:nvPr/>
        </p:nvSpPr>
        <p:spPr>
          <a:xfrm>
            <a:off x="1505559" y="3880946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8BB225-90A0-40E3-AF82-887E59FD1302}"/>
              </a:ext>
            </a:extLst>
          </p:cNvPr>
          <p:cNvSpPr/>
          <p:nvPr/>
        </p:nvSpPr>
        <p:spPr>
          <a:xfrm>
            <a:off x="2628506" y="3093619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dirty="0">
                <a:solidFill>
                  <a:schemeClr val="tx1"/>
                </a:solidFill>
                <a:latin typeface="Agency FB" panose="020B0503020202020204" pitchFamily="34" charset="0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2701E6-47AA-48FF-AD5D-FB4E44B9255A}"/>
              </a:ext>
            </a:extLst>
          </p:cNvPr>
          <p:cNvSpPr/>
          <p:nvPr/>
        </p:nvSpPr>
        <p:spPr>
          <a:xfrm>
            <a:off x="3751453" y="3880946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dirty="0">
                <a:solidFill>
                  <a:schemeClr val="tx1"/>
                </a:solidFill>
                <a:latin typeface="Agency FB" panose="020B0503020202020204" pitchFamily="34" charset="0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079A79-04DC-4FAA-81C5-833D4888656B}"/>
              </a:ext>
            </a:extLst>
          </p:cNvPr>
          <p:cNvSpPr/>
          <p:nvPr/>
        </p:nvSpPr>
        <p:spPr>
          <a:xfrm>
            <a:off x="2628506" y="2306292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909BD6-8F49-45AF-943E-1CCC7C76176E}"/>
              </a:ext>
            </a:extLst>
          </p:cNvPr>
          <p:cNvSpPr/>
          <p:nvPr/>
        </p:nvSpPr>
        <p:spPr>
          <a:xfrm>
            <a:off x="3751453" y="2306292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12F915-1662-4A5A-9D70-A58DD2C4016B}"/>
              </a:ext>
            </a:extLst>
          </p:cNvPr>
          <p:cNvSpPr/>
          <p:nvPr/>
        </p:nvSpPr>
        <p:spPr>
          <a:xfrm>
            <a:off x="976170" y="1518965"/>
            <a:ext cx="1652336" cy="1572127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AU" sz="2800" b="1" dirty="0">
              <a:latin typeface="Agency FB" panose="020B0503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6782CD-0F61-4CBE-95D1-6C53A57644C0}"/>
              </a:ext>
            </a:extLst>
          </p:cNvPr>
          <p:cNvSpPr/>
          <p:nvPr/>
        </p:nvSpPr>
        <p:spPr>
          <a:xfrm rot="16200000">
            <a:off x="454800" y="3612462"/>
            <a:ext cx="1572128" cy="529388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PREDICTED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FCC35A-5CC4-473A-8DF5-CFC4B4A9611F}"/>
              </a:ext>
            </a:extLst>
          </p:cNvPr>
          <p:cNvSpPr/>
          <p:nvPr/>
        </p:nvSpPr>
        <p:spPr>
          <a:xfrm rot="5400000">
            <a:off x="3359050" y="788419"/>
            <a:ext cx="784801" cy="2245893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ACTUAL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9F02E7-1FFD-4DC3-A3FB-12D178275D33}"/>
              </a:ext>
            </a:extLst>
          </p:cNvPr>
          <p:cNvSpPr/>
          <p:nvPr/>
        </p:nvSpPr>
        <p:spPr>
          <a:xfrm>
            <a:off x="3751452" y="3093619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dirty="0">
                <a:solidFill>
                  <a:schemeClr val="tx1"/>
                </a:solidFill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BC00D7-9BD2-45C1-B017-ED4894F3E286}"/>
              </a:ext>
            </a:extLst>
          </p:cNvPr>
          <p:cNvSpPr/>
          <p:nvPr/>
        </p:nvSpPr>
        <p:spPr>
          <a:xfrm>
            <a:off x="2628505" y="3880946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dirty="0">
                <a:solidFill>
                  <a:schemeClr val="tx1"/>
                </a:solidFill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87F271-A6B8-4EE3-B834-6CFE0BD017D6}"/>
              </a:ext>
            </a:extLst>
          </p:cNvPr>
          <p:cNvSpPr/>
          <p:nvPr/>
        </p:nvSpPr>
        <p:spPr>
          <a:xfrm>
            <a:off x="7840989" y="3091758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1B3157-C67C-4136-A0DB-8FBAADF36D70}"/>
              </a:ext>
            </a:extLst>
          </p:cNvPr>
          <p:cNvSpPr/>
          <p:nvPr/>
        </p:nvSpPr>
        <p:spPr>
          <a:xfrm>
            <a:off x="7840989" y="3879085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06DE98-8A1D-4F93-BB33-1C741ED44053}"/>
              </a:ext>
            </a:extLst>
          </p:cNvPr>
          <p:cNvSpPr/>
          <p:nvPr/>
        </p:nvSpPr>
        <p:spPr>
          <a:xfrm>
            <a:off x="8963936" y="3091758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True Positive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49B56B2-7320-47D5-A0A4-850878F9A452}"/>
              </a:ext>
            </a:extLst>
          </p:cNvPr>
          <p:cNvSpPr/>
          <p:nvPr/>
        </p:nvSpPr>
        <p:spPr>
          <a:xfrm>
            <a:off x="10086883" y="3879085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True Negative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89F5ED-B0E5-40FF-B140-151A06FB2BC6}"/>
              </a:ext>
            </a:extLst>
          </p:cNvPr>
          <p:cNvSpPr/>
          <p:nvPr/>
        </p:nvSpPr>
        <p:spPr>
          <a:xfrm>
            <a:off x="8963936" y="2304431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62E0FDC-F8D0-4689-B533-B3DBD6F5E5A6}"/>
              </a:ext>
            </a:extLst>
          </p:cNvPr>
          <p:cNvSpPr/>
          <p:nvPr/>
        </p:nvSpPr>
        <p:spPr>
          <a:xfrm>
            <a:off x="10086883" y="2304431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E01A0C-D8BF-4720-A292-13FFBC5AC39F}"/>
              </a:ext>
            </a:extLst>
          </p:cNvPr>
          <p:cNvSpPr/>
          <p:nvPr/>
        </p:nvSpPr>
        <p:spPr>
          <a:xfrm>
            <a:off x="7311600" y="1517104"/>
            <a:ext cx="1652336" cy="1572127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AU" sz="2800" b="1" dirty="0">
              <a:latin typeface="Agency FB" panose="020B0503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85823B1-A119-41F4-9CCE-44C7D20EC905}"/>
              </a:ext>
            </a:extLst>
          </p:cNvPr>
          <p:cNvSpPr/>
          <p:nvPr/>
        </p:nvSpPr>
        <p:spPr>
          <a:xfrm rot="16200000">
            <a:off x="6790230" y="3610601"/>
            <a:ext cx="1572128" cy="529388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PREDICTED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D1FDD3B-A7E4-467E-896A-09BF57F6709A}"/>
              </a:ext>
            </a:extLst>
          </p:cNvPr>
          <p:cNvSpPr/>
          <p:nvPr/>
        </p:nvSpPr>
        <p:spPr>
          <a:xfrm rot="5400000">
            <a:off x="9694480" y="786558"/>
            <a:ext cx="784801" cy="2245893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ACTUAL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4A639AD-514D-43BE-9907-643A03DCEB9C}"/>
              </a:ext>
            </a:extLst>
          </p:cNvPr>
          <p:cNvSpPr/>
          <p:nvPr/>
        </p:nvSpPr>
        <p:spPr>
          <a:xfrm>
            <a:off x="10086882" y="3091758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False Positive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B1F38A-8BEE-4970-8F3B-E53833D971C6}"/>
              </a:ext>
            </a:extLst>
          </p:cNvPr>
          <p:cNvSpPr/>
          <p:nvPr/>
        </p:nvSpPr>
        <p:spPr>
          <a:xfrm>
            <a:off x="8963935" y="3879085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False Negative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F451E6-ACBF-4B87-89C4-128811C0F6FC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Classification Errors</a:t>
            </a:r>
          </a:p>
        </p:txBody>
      </p:sp>
    </p:spTree>
    <p:extLst>
      <p:ext uri="{BB962C8B-B14F-4D97-AF65-F5344CB8AC3E}">
        <p14:creationId xmlns:p14="http://schemas.microsoft.com/office/powerpoint/2010/main" val="245239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E4E6-A594-EEB4-CB41-C1955B9B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E601DD-6FF3-49C2-95B1-530C59AF7403}"/>
              </a:ext>
            </a:extLst>
          </p:cNvPr>
          <p:cNvCxnSpPr>
            <a:cxnSpLocks/>
          </p:cNvCxnSpPr>
          <p:nvPr/>
        </p:nvCxnSpPr>
        <p:spPr>
          <a:xfrm>
            <a:off x="6160169" y="808855"/>
            <a:ext cx="0" cy="579291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0EF5C7A2-1721-4E78-A294-96B5A76B6812}"/>
              </a:ext>
            </a:extLst>
          </p:cNvPr>
          <p:cNvSpPr/>
          <p:nvPr/>
        </p:nvSpPr>
        <p:spPr>
          <a:xfrm>
            <a:off x="1664369" y="2845174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4B9569F-44ED-4BD4-A9BC-349C8E282373}"/>
              </a:ext>
            </a:extLst>
          </p:cNvPr>
          <p:cNvSpPr/>
          <p:nvPr/>
        </p:nvSpPr>
        <p:spPr>
          <a:xfrm>
            <a:off x="1664369" y="3632501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49CC8AE-F72E-41E4-BB0E-672C2DF86CB5}"/>
              </a:ext>
            </a:extLst>
          </p:cNvPr>
          <p:cNvSpPr/>
          <p:nvPr/>
        </p:nvSpPr>
        <p:spPr>
          <a:xfrm>
            <a:off x="2787316" y="2845174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242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6272941-C6F4-4AD7-8185-9452373F65DF}"/>
              </a:ext>
            </a:extLst>
          </p:cNvPr>
          <p:cNvSpPr/>
          <p:nvPr/>
        </p:nvSpPr>
        <p:spPr>
          <a:xfrm>
            <a:off x="2787316" y="2057847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52C6853-6032-4D29-8FB9-033722E91BD7}"/>
              </a:ext>
            </a:extLst>
          </p:cNvPr>
          <p:cNvSpPr/>
          <p:nvPr/>
        </p:nvSpPr>
        <p:spPr>
          <a:xfrm>
            <a:off x="3910263" y="2057847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C1946A2-F09C-4F24-BACE-69433D832E04}"/>
              </a:ext>
            </a:extLst>
          </p:cNvPr>
          <p:cNvSpPr/>
          <p:nvPr/>
        </p:nvSpPr>
        <p:spPr>
          <a:xfrm>
            <a:off x="1134980" y="1270520"/>
            <a:ext cx="1652336" cy="1572127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AU" sz="2800" b="1" dirty="0">
              <a:latin typeface="Agency FB" panose="020B0503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56FB278-1F29-4622-A5D6-9FF0B7FD8DB7}"/>
              </a:ext>
            </a:extLst>
          </p:cNvPr>
          <p:cNvSpPr/>
          <p:nvPr/>
        </p:nvSpPr>
        <p:spPr>
          <a:xfrm rot="16200000">
            <a:off x="613610" y="3364017"/>
            <a:ext cx="1572128" cy="529388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PREDICTED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55BC6F0-D120-4B37-B88E-33894EDA7AAF}"/>
              </a:ext>
            </a:extLst>
          </p:cNvPr>
          <p:cNvSpPr/>
          <p:nvPr/>
        </p:nvSpPr>
        <p:spPr>
          <a:xfrm rot="5400000">
            <a:off x="3517860" y="539974"/>
            <a:ext cx="784801" cy="2245893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ACTUAL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4881291-30FF-4C19-9558-BB2EDB64A31B}"/>
              </a:ext>
            </a:extLst>
          </p:cNvPr>
          <p:cNvSpPr/>
          <p:nvPr/>
        </p:nvSpPr>
        <p:spPr>
          <a:xfrm>
            <a:off x="3910262" y="2845174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47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C38A681-734F-465C-8096-B6F49ECB7056}"/>
              </a:ext>
            </a:extLst>
          </p:cNvPr>
          <p:cNvSpPr/>
          <p:nvPr/>
        </p:nvSpPr>
        <p:spPr>
          <a:xfrm>
            <a:off x="3910263" y="3632501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210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F01E6C1-6EF0-4B2E-B74B-8F529BF2FB54}"/>
              </a:ext>
            </a:extLst>
          </p:cNvPr>
          <p:cNvSpPr/>
          <p:nvPr/>
        </p:nvSpPr>
        <p:spPr>
          <a:xfrm>
            <a:off x="2787315" y="3632501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51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C646267-AB61-4080-970D-30A7AA13B0C0}"/>
              </a:ext>
            </a:extLst>
          </p:cNvPr>
          <p:cNvSpPr/>
          <p:nvPr/>
        </p:nvSpPr>
        <p:spPr>
          <a:xfrm>
            <a:off x="7688179" y="2845174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DD4AAE4-015B-41D8-B8C2-E6ABA72909BA}"/>
              </a:ext>
            </a:extLst>
          </p:cNvPr>
          <p:cNvSpPr/>
          <p:nvPr/>
        </p:nvSpPr>
        <p:spPr>
          <a:xfrm>
            <a:off x="7688179" y="3632501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4129A4F-78C2-498E-BBD9-638EE0947A3F}"/>
              </a:ext>
            </a:extLst>
          </p:cNvPr>
          <p:cNvSpPr/>
          <p:nvPr/>
        </p:nvSpPr>
        <p:spPr>
          <a:xfrm>
            <a:off x="8811126" y="2845174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239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F431817-E09D-482D-A984-C1B890EF0130}"/>
              </a:ext>
            </a:extLst>
          </p:cNvPr>
          <p:cNvSpPr/>
          <p:nvPr/>
        </p:nvSpPr>
        <p:spPr>
          <a:xfrm>
            <a:off x="8811126" y="2057847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159BB9F-2446-46FE-B516-C15BFB0DDF8D}"/>
              </a:ext>
            </a:extLst>
          </p:cNvPr>
          <p:cNvSpPr/>
          <p:nvPr/>
        </p:nvSpPr>
        <p:spPr>
          <a:xfrm>
            <a:off x="9934073" y="2057847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CC0FFC0-8A0B-43CF-8963-642E1263CEE4}"/>
              </a:ext>
            </a:extLst>
          </p:cNvPr>
          <p:cNvSpPr/>
          <p:nvPr/>
        </p:nvSpPr>
        <p:spPr>
          <a:xfrm>
            <a:off x="7158790" y="1270520"/>
            <a:ext cx="1652336" cy="1572127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AU" sz="2800" b="1" dirty="0">
              <a:latin typeface="Agency FB" panose="020B050302020202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ACB3C1D-DE6C-4C8E-B7E5-8AF9D884E1B1}"/>
              </a:ext>
            </a:extLst>
          </p:cNvPr>
          <p:cNvSpPr/>
          <p:nvPr/>
        </p:nvSpPr>
        <p:spPr>
          <a:xfrm rot="16200000">
            <a:off x="6637420" y="3364017"/>
            <a:ext cx="1572128" cy="529388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PREDICTED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DFB208A-72C6-4D71-856D-3AFF8971B353}"/>
              </a:ext>
            </a:extLst>
          </p:cNvPr>
          <p:cNvSpPr/>
          <p:nvPr/>
        </p:nvSpPr>
        <p:spPr>
          <a:xfrm rot="5400000">
            <a:off x="9541670" y="539974"/>
            <a:ext cx="784801" cy="2245893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ACTUAL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CB201F4-82C5-4CB9-B401-B744DD896CF3}"/>
              </a:ext>
            </a:extLst>
          </p:cNvPr>
          <p:cNvSpPr/>
          <p:nvPr/>
        </p:nvSpPr>
        <p:spPr>
          <a:xfrm>
            <a:off x="9934072" y="2845174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40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B1F6DAF-99F0-4B39-B5CE-BF764E75E0F8}"/>
              </a:ext>
            </a:extLst>
          </p:cNvPr>
          <p:cNvSpPr/>
          <p:nvPr/>
        </p:nvSpPr>
        <p:spPr>
          <a:xfrm>
            <a:off x="9934073" y="3632501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141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2392B02-F49C-4AF9-87EE-BFAC54656D58}"/>
              </a:ext>
            </a:extLst>
          </p:cNvPr>
          <p:cNvSpPr/>
          <p:nvPr/>
        </p:nvSpPr>
        <p:spPr>
          <a:xfrm>
            <a:off x="8811125" y="3632501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32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E1D1B2-293B-4D37-A320-FD5F6088FA66}"/>
              </a:ext>
            </a:extLst>
          </p:cNvPr>
          <p:cNvSpPr txBox="1"/>
          <p:nvPr/>
        </p:nvSpPr>
        <p:spPr>
          <a:xfrm>
            <a:off x="1134980" y="811382"/>
            <a:ext cx="3898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gency FB" panose="020B0503020202020204" pitchFamily="34" charset="0"/>
              </a:rPr>
              <a:t>Model 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C68C3AA-4BFC-45A9-B5A9-42DB135151FF}"/>
              </a:ext>
            </a:extLst>
          </p:cNvPr>
          <p:cNvSpPr txBox="1"/>
          <p:nvPr/>
        </p:nvSpPr>
        <p:spPr>
          <a:xfrm>
            <a:off x="7158790" y="808855"/>
            <a:ext cx="3898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gency FB" panose="020B0503020202020204" pitchFamily="34" charset="0"/>
              </a:rPr>
              <a:t>Model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3A5195-17FE-4F45-AB11-6DE265487196}"/>
              </a:ext>
            </a:extLst>
          </p:cNvPr>
          <p:cNvSpPr txBox="1"/>
          <p:nvPr/>
        </p:nvSpPr>
        <p:spPr>
          <a:xfrm>
            <a:off x="87231" y="4818606"/>
            <a:ext cx="1652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Arial Narrow" panose="020B0606020202030204" pitchFamily="34" charset="0"/>
              </a:rPr>
              <a:t>False Positive Rate</a:t>
            </a:r>
          </a:p>
          <a:p>
            <a:r>
              <a:rPr lang="en-AU" sz="1600" dirty="0">
                <a:latin typeface="Arial Narrow" panose="020B0606020202030204" pitchFamily="34" charset="0"/>
              </a:rPr>
              <a:t>(Type I Error)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4F56B93-AE9B-48B5-870A-0A52D15511CC}"/>
                  </a:ext>
                </a:extLst>
              </p:cNvPr>
              <p:cNvSpPr txBox="1"/>
              <p:nvPr/>
            </p:nvSpPr>
            <p:spPr>
              <a:xfrm>
                <a:off x="1673894" y="4756434"/>
                <a:ext cx="1036630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4F56B93-AE9B-48B5-870A-0A52D1551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894" y="4756434"/>
                <a:ext cx="1036630" cy="4651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27CD5AF-B2D8-4BB3-A22E-1B6D4FB8B154}"/>
                  </a:ext>
                </a:extLst>
              </p:cNvPr>
              <p:cNvSpPr txBox="1"/>
              <p:nvPr/>
            </p:nvSpPr>
            <p:spPr>
              <a:xfrm>
                <a:off x="1690086" y="6043605"/>
                <a:ext cx="75430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=0.183</m:t>
                      </m:r>
                    </m:oMath>
                  </m:oMathPara>
                </a14:m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27CD5AF-B2D8-4BB3-A22E-1B6D4FB8B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086" y="6043605"/>
                <a:ext cx="754309" cy="246221"/>
              </a:xfrm>
              <a:prstGeom prst="rect">
                <a:avLst/>
              </a:prstGeom>
              <a:blipFill>
                <a:blip r:embed="rId4"/>
                <a:stretch>
                  <a:fillRect l="-2419" r="-4839" b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18FDCDD5-68B5-412A-8578-BCD2DA0DFD7D}"/>
              </a:ext>
            </a:extLst>
          </p:cNvPr>
          <p:cNvSpPr txBox="1"/>
          <p:nvPr/>
        </p:nvSpPr>
        <p:spPr>
          <a:xfrm>
            <a:off x="6200067" y="4818606"/>
            <a:ext cx="1652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Arial Narrow" panose="020B0606020202030204" pitchFamily="34" charset="0"/>
              </a:rPr>
              <a:t>False Positive Rate</a:t>
            </a:r>
          </a:p>
          <a:p>
            <a:r>
              <a:rPr lang="en-AU" sz="1600" dirty="0">
                <a:latin typeface="Arial Narrow" panose="020B0606020202030204" pitchFamily="34" charset="0"/>
              </a:rPr>
              <a:t>(Type I Error)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4BDA090-1730-43FE-9222-1659A4070DC4}"/>
                  </a:ext>
                </a:extLst>
              </p:cNvPr>
              <p:cNvSpPr txBox="1"/>
              <p:nvPr/>
            </p:nvSpPr>
            <p:spPr>
              <a:xfrm>
                <a:off x="7786730" y="4756434"/>
                <a:ext cx="1036630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4BDA090-1730-43FE-9222-1659A4070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6730" y="4756434"/>
                <a:ext cx="1036630" cy="4651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36DC1B0-5824-4203-8578-DCC492CA9F69}"/>
                  </a:ext>
                </a:extLst>
              </p:cNvPr>
              <p:cNvSpPr txBox="1"/>
              <p:nvPr/>
            </p:nvSpPr>
            <p:spPr>
              <a:xfrm>
                <a:off x="7802922" y="6043605"/>
                <a:ext cx="75430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=0.221</m:t>
                      </m:r>
                    </m:oMath>
                  </m:oMathPara>
                </a14:m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36DC1B0-5824-4203-8578-DCC492CA9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922" y="6043605"/>
                <a:ext cx="754309" cy="246221"/>
              </a:xfrm>
              <a:prstGeom prst="rect">
                <a:avLst/>
              </a:prstGeom>
              <a:blipFill>
                <a:blip r:embed="rId6"/>
                <a:stretch>
                  <a:fillRect l="-2419" r="-4839" b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83B261F-B6D9-485C-AEED-3E7F9456B994}"/>
              </a:ext>
            </a:extLst>
          </p:cNvPr>
          <p:cNvCxnSpPr/>
          <p:nvPr/>
        </p:nvCxnSpPr>
        <p:spPr>
          <a:xfrm>
            <a:off x="2971800" y="4756434"/>
            <a:ext cx="0" cy="170686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BBC8E4F-D560-4A5B-8900-66C582967E88}"/>
              </a:ext>
            </a:extLst>
          </p:cNvPr>
          <p:cNvCxnSpPr/>
          <p:nvPr/>
        </p:nvCxnSpPr>
        <p:spPr>
          <a:xfrm>
            <a:off x="9010650" y="4756434"/>
            <a:ext cx="0" cy="170686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C964FB3-7B86-4258-A0AB-C3C1F307F240}"/>
              </a:ext>
            </a:extLst>
          </p:cNvPr>
          <p:cNvSpPr txBox="1"/>
          <p:nvPr/>
        </p:nvSpPr>
        <p:spPr>
          <a:xfrm>
            <a:off x="2971799" y="4830906"/>
            <a:ext cx="1743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Arial Narrow" panose="020B0606020202030204" pitchFamily="34" charset="0"/>
              </a:rPr>
              <a:t>False Negative Rate</a:t>
            </a:r>
          </a:p>
          <a:p>
            <a:r>
              <a:rPr lang="en-AU" sz="1600" dirty="0">
                <a:latin typeface="Arial Narrow" panose="020B0606020202030204" pitchFamily="34" charset="0"/>
              </a:rPr>
              <a:t>(Type II Error)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13231D-3C57-44C1-82AC-26D31A0A2EC7}"/>
              </a:ext>
            </a:extLst>
          </p:cNvPr>
          <p:cNvSpPr txBox="1"/>
          <p:nvPr/>
        </p:nvSpPr>
        <p:spPr>
          <a:xfrm>
            <a:off x="9084635" y="4830906"/>
            <a:ext cx="1726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Arial Narrow" panose="020B0606020202030204" pitchFamily="34" charset="0"/>
              </a:rPr>
              <a:t>False Negative Rate</a:t>
            </a:r>
          </a:p>
          <a:p>
            <a:r>
              <a:rPr lang="en-AU" sz="1600" dirty="0">
                <a:latin typeface="Arial Narrow" panose="020B0606020202030204" pitchFamily="34" charset="0"/>
              </a:rPr>
              <a:t>(Type II Error)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635F9A3-EC73-424A-86A3-CB1C92166AA8}"/>
                  </a:ext>
                </a:extLst>
              </p:cNvPr>
              <p:cNvSpPr txBox="1"/>
              <p:nvPr/>
            </p:nvSpPr>
            <p:spPr>
              <a:xfrm>
                <a:off x="4698682" y="4756434"/>
                <a:ext cx="1060675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635F9A3-EC73-424A-86A3-CB1C92166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682" y="4756434"/>
                <a:ext cx="1060675" cy="4651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F923D06-FBD6-42C0-ACE9-813481FF73D7}"/>
                  </a:ext>
                </a:extLst>
              </p:cNvPr>
              <p:cNvSpPr txBox="1"/>
              <p:nvPr/>
            </p:nvSpPr>
            <p:spPr>
              <a:xfrm>
                <a:off x="4689157" y="5344383"/>
                <a:ext cx="1071512" cy="471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51+242</m:t>
                          </m:r>
                        </m:den>
                      </m:f>
                    </m:oMath>
                  </m:oMathPara>
                </a14:m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F923D06-FBD6-42C0-ACE9-813481FF7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157" y="5344383"/>
                <a:ext cx="1071512" cy="4717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5429950-3F3F-4D1A-902E-7EB706FC53C9}"/>
                  </a:ext>
                </a:extLst>
              </p:cNvPr>
              <p:cNvSpPr txBox="1"/>
              <p:nvPr/>
            </p:nvSpPr>
            <p:spPr>
              <a:xfrm>
                <a:off x="4714874" y="6043605"/>
                <a:ext cx="75430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=0.174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5429950-3F3F-4D1A-902E-7EB706FC5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74" y="6043605"/>
                <a:ext cx="754309" cy="246221"/>
              </a:xfrm>
              <a:prstGeom prst="rect">
                <a:avLst/>
              </a:prstGeom>
              <a:blipFill>
                <a:blip r:embed="rId9"/>
                <a:stretch>
                  <a:fillRect l="-2419" r="-4839" b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8541237-E05F-4F7E-BC96-4B4C8FE39270}"/>
                  </a:ext>
                </a:extLst>
              </p:cNvPr>
              <p:cNvSpPr txBox="1"/>
              <p:nvPr/>
            </p:nvSpPr>
            <p:spPr>
              <a:xfrm>
                <a:off x="10811518" y="4756434"/>
                <a:ext cx="1036630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i="1">
                              <a:latin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en-AU" sz="1600" i="1"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en-AU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i="1">
                              <a:latin typeface="Cambria Math" panose="02040503050406030204" pitchFamily="18" charset="0"/>
                            </a:rPr>
                            <m:t>𝑇𝑃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8541237-E05F-4F7E-BC96-4B4C8FE39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518" y="4756434"/>
                <a:ext cx="1036630" cy="4651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6552416-7C05-4342-8B1B-A328CA05C931}"/>
                  </a:ext>
                </a:extLst>
              </p:cNvPr>
              <p:cNvSpPr txBox="1"/>
              <p:nvPr/>
            </p:nvSpPr>
            <p:spPr>
              <a:xfrm>
                <a:off x="10801993" y="5344383"/>
                <a:ext cx="1071512" cy="466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32+239</m:t>
                          </m:r>
                        </m:den>
                      </m:f>
                    </m:oMath>
                  </m:oMathPara>
                </a14:m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6552416-7C05-4342-8B1B-A328CA05C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1993" y="5344383"/>
                <a:ext cx="1071512" cy="4667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1B5E912-0269-4B68-98E3-0E88BDBBC286}"/>
                  </a:ext>
                </a:extLst>
              </p:cNvPr>
              <p:cNvSpPr txBox="1"/>
              <p:nvPr/>
            </p:nvSpPr>
            <p:spPr>
              <a:xfrm>
                <a:off x="10827710" y="6043605"/>
                <a:ext cx="7884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=0. 118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1B5E912-0269-4B68-98E3-0E88BDBBC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7710" y="6043605"/>
                <a:ext cx="788486" cy="246221"/>
              </a:xfrm>
              <a:prstGeom prst="rect">
                <a:avLst/>
              </a:prstGeom>
              <a:blipFill>
                <a:blip r:embed="rId12"/>
                <a:stretch>
                  <a:fillRect l="-2308" r="-4615" b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D491BBD-E2BD-4300-AB59-5857D771FA3A}"/>
                  </a:ext>
                </a:extLst>
              </p:cNvPr>
              <p:cNvSpPr txBox="1"/>
              <p:nvPr/>
            </p:nvSpPr>
            <p:spPr>
              <a:xfrm>
                <a:off x="1664369" y="5344383"/>
                <a:ext cx="1071512" cy="465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47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47+210</m:t>
                          </m:r>
                        </m:den>
                      </m:f>
                    </m:oMath>
                  </m:oMathPara>
                </a14:m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D491BBD-E2BD-4300-AB59-5857D771F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369" y="5344383"/>
                <a:ext cx="1071512" cy="46583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1F62B48-3347-439E-953A-4F12ED08E77E}"/>
                  </a:ext>
                </a:extLst>
              </p:cNvPr>
              <p:cNvSpPr txBox="1"/>
              <p:nvPr/>
            </p:nvSpPr>
            <p:spPr>
              <a:xfrm>
                <a:off x="7777205" y="5344383"/>
                <a:ext cx="1071512" cy="466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40+141</m:t>
                          </m:r>
                        </m:den>
                      </m:f>
                    </m:oMath>
                  </m:oMathPara>
                </a14:m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1F62B48-3347-439E-953A-4F12ED08E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205" y="5344383"/>
                <a:ext cx="1071512" cy="4667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81D46C95-687A-42A5-AC4F-4FD92539D80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Comparing Models - Classification Errors</a:t>
            </a:r>
          </a:p>
        </p:txBody>
      </p:sp>
    </p:spTree>
    <p:extLst>
      <p:ext uri="{BB962C8B-B14F-4D97-AF65-F5344CB8AC3E}">
        <p14:creationId xmlns:p14="http://schemas.microsoft.com/office/powerpoint/2010/main" val="211554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E4E6-A594-EEB4-CB41-C1955B9B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2AA197E5-9CE3-4957-BDB4-0BC04ACE5CD5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Comparing Models - Classification Errors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1B3C1F5-BDD0-4D95-9B46-DF8EE8850142}"/>
              </a:ext>
            </a:extLst>
          </p:cNvPr>
          <p:cNvCxnSpPr>
            <a:cxnSpLocks/>
          </p:cNvCxnSpPr>
          <p:nvPr/>
        </p:nvCxnSpPr>
        <p:spPr>
          <a:xfrm>
            <a:off x="6160169" y="806328"/>
            <a:ext cx="0" cy="53761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5A68FAD-76E0-4FB1-AE4F-B10BB07C73F8}"/>
              </a:ext>
            </a:extLst>
          </p:cNvPr>
          <p:cNvSpPr/>
          <p:nvPr/>
        </p:nvSpPr>
        <p:spPr>
          <a:xfrm>
            <a:off x="1664369" y="2842647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23FD65-53C7-4769-A71C-FCDAB2A7D419}"/>
              </a:ext>
            </a:extLst>
          </p:cNvPr>
          <p:cNvSpPr/>
          <p:nvPr/>
        </p:nvSpPr>
        <p:spPr>
          <a:xfrm>
            <a:off x="1664369" y="3629974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FBAE62F-2321-448F-BD29-FCFF5A4ADBDF}"/>
              </a:ext>
            </a:extLst>
          </p:cNvPr>
          <p:cNvSpPr/>
          <p:nvPr/>
        </p:nvSpPr>
        <p:spPr>
          <a:xfrm>
            <a:off x="2787316" y="2842647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242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A23744-C4CF-4532-AF08-3EBB5B0BD8F1}"/>
              </a:ext>
            </a:extLst>
          </p:cNvPr>
          <p:cNvSpPr/>
          <p:nvPr/>
        </p:nvSpPr>
        <p:spPr>
          <a:xfrm>
            <a:off x="2787316" y="2055320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9472065-E81C-498A-8F9F-9910909F5CC8}"/>
              </a:ext>
            </a:extLst>
          </p:cNvPr>
          <p:cNvSpPr/>
          <p:nvPr/>
        </p:nvSpPr>
        <p:spPr>
          <a:xfrm>
            <a:off x="3910263" y="2055320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50B771-0473-4CA1-8870-76042B43A28D}"/>
              </a:ext>
            </a:extLst>
          </p:cNvPr>
          <p:cNvSpPr/>
          <p:nvPr/>
        </p:nvSpPr>
        <p:spPr>
          <a:xfrm>
            <a:off x="1134980" y="1267993"/>
            <a:ext cx="1652336" cy="1572127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AU" sz="2800" b="1" dirty="0">
              <a:latin typeface="Agency FB" panose="020B0503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603FC0-8146-402D-9662-AC87CFB77FED}"/>
              </a:ext>
            </a:extLst>
          </p:cNvPr>
          <p:cNvSpPr/>
          <p:nvPr/>
        </p:nvSpPr>
        <p:spPr>
          <a:xfrm rot="16200000">
            <a:off x="613610" y="3361490"/>
            <a:ext cx="1572128" cy="529388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PREDICTED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F386429-FED7-482D-BFF0-6138E030BA89}"/>
              </a:ext>
            </a:extLst>
          </p:cNvPr>
          <p:cNvSpPr/>
          <p:nvPr/>
        </p:nvSpPr>
        <p:spPr>
          <a:xfrm rot="5400000">
            <a:off x="3517860" y="537447"/>
            <a:ext cx="784801" cy="2245893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ACTUAL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889191A-A311-4E1B-911D-DCCDF1465D2A}"/>
              </a:ext>
            </a:extLst>
          </p:cNvPr>
          <p:cNvSpPr/>
          <p:nvPr/>
        </p:nvSpPr>
        <p:spPr>
          <a:xfrm>
            <a:off x="3910262" y="2842647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47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C5B8195-EA85-499B-A538-C4F04A254824}"/>
              </a:ext>
            </a:extLst>
          </p:cNvPr>
          <p:cNvSpPr/>
          <p:nvPr/>
        </p:nvSpPr>
        <p:spPr>
          <a:xfrm>
            <a:off x="3910263" y="3629974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210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93BA765-5974-488E-A704-1CD47FCC9A36}"/>
              </a:ext>
            </a:extLst>
          </p:cNvPr>
          <p:cNvSpPr/>
          <p:nvPr/>
        </p:nvSpPr>
        <p:spPr>
          <a:xfrm>
            <a:off x="2787315" y="3629974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51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9FED67C-D063-4A37-A6A5-B555CD4B4DF8}"/>
              </a:ext>
            </a:extLst>
          </p:cNvPr>
          <p:cNvSpPr/>
          <p:nvPr/>
        </p:nvSpPr>
        <p:spPr>
          <a:xfrm>
            <a:off x="7688179" y="2842647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7E4A2D-15D2-4E14-9A50-910A82E630C8}"/>
              </a:ext>
            </a:extLst>
          </p:cNvPr>
          <p:cNvSpPr/>
          <p:nvPr/>
        </p:nvSpPr>
        <p:spPr>
          <a:xfrm>
            <a:off x="7688179" y="3629974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AC196E0-AAD9-4100-B202-757B252F0671}"/>
              </a:ext>
            </a:extLst>
          </p:cNvPr>
          <p:cNvSpPr/>
          <p:nvPr/>
        </p:nvSpPr>
        <p:spPr>
          <a:xfrm>
            <a:off x="8811126" y="2842647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239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618E8AE-0072-4A04-AC3D-7D56C7682356}"/>
              </a:ext>
            </a:extLst>
          </p:cNvPr>
          <p:cNvSpPr/>
          <p:nvPr/>
        </p:nvSpPr>
        <p:spPr>
          <a:xfrm>
            <a:off x="8811126" y="2055320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5B18B3E-7CEF-402C-A776-B1004950BCA4}"/>
              </a:ext>
            </a:extLst>
          </p:cNvPr>
          <p:cNvSpPr/>
          <p:nvPr/>
        </p:nvSpPr>
        <p:spPr>
          <a:xfrm>
            <a:off x="9934073" y="2055320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6442C5E-A02C-4F08-BDA3-CA6361A5ABB0}"/>
              </a:ext>
            </a:extLst>
          </p:cNvPr>
          <p:cNvSpPr/>
          <p:nvPr/>
        </p:nvSpPr>
        <p:spPr>
          <a:xfrm>
            <a:off x="7158790" y="1267993"/>
            <a:ext cx="1652336" cy="1572127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AU" sz="2800" b="1" dirty="0">
              <a:latin typeface="Agency FB" panose="020B0503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34046D-1E37-4A2B-A2CE-B3402367733D}"/>
              </a:ext>
            </a:extLst>
          </p:cNvPr>
          <p:cNvSpPr/>
          <p:nvPr/>
        </p:nvSpPr>
        <p:spPr>
          <a:xfrm rot="16200000">
            <a:off x="6637420" y="3361490"/>
            <a:ext cx="1572128" cy="529388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PREDICTED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002471F-2FB3-41BA-9B04-FA4096FAFE44}"/>
              </a:ext>
            </a:extLst>
          </p:cNvPr>
          <p:cNvSpPr/>
          <p:nvPr/>
        </p:nvSpPr>
        <p:spPr>
          <a:xfrm rot="5400000">
            <a:off x="9541670" y="537447"/>
            <a:ext cx="784801" cy="2245893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ACTUAL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E9B8BF-8AD1-4FD6-9785-59E8B9939784}"/>
              </a:ext>
            </a:extLst>
          </p:cNvPr>
          <p:cNvSpPr/>
          <p:nvPr/>
        </p:nvSpPr>
        <p:spPr>
          <a:xfrm>
            <a:off x="9934072" y="2842647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40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7C951AB-3360-4990-9865-EFBF1210F042}"/>
              </a:ext>
            </a:extLst>
          </p:cNvPr>
          <p:cNvSpPr/>
          <p:nvPr/>
        </p:nvSpPr>
        <p:spPr>
          <a:xfrm>
            <a:off x="9934073" y="3629974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141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A3C26AA-E8D0-470A-90DD-C68A5FC0DD43}"/>
              </a:ext>
            </a:extLst>
          </p:cNvPr>
          <p:cNvSpPr/>
          <p:nvPr/>
        </p:nvSpPr>
        <p:spPr>
          <a:xfrm>
            <a:off x="8811125" y="3629974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276A30-E43B-4E3B-B7CF-33D1F514D751}"/>
              </a:ext>
            </a:extLst>
          </p:cNvPr>
          <p:cNvSpPr txBox="1"/>
          <p:nvPr/>
        </p:nvSpPr>
        <p:spPr>
          <a:xfrm>
            <a:off x="1134980" y="808855"/>
            <a:ext cx="3898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gency FB" panose="020B0503020202020204" pitchFamily="34" charset="0"/>
              </a:rPr>
              <a:t>Model 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E18F5D-5A95-4D8E-8869-57406C134EF5}"/>
              </a:ext>
            </a:extLst>
          </p:cNvPr>
          <p:cNvSpPr txBox="1"/>
          <p:nvPr/>
        </p:nvSpPr>
        <p:spPr>
          <a:xfrm>
            <a:off x="7158790" y="806328"/>
            <a:ext cx="3898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gency FB" panose="020B0503020202020204" pitchFamily="34" charset="0"/>
              </a:rPr>
              <a:t>Model 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2AE273-8E77-459E-A239-1711F0EDE3DA}"/>
              </a:ext>
            </a:extLst>
          </p:cNvPr>
          <p:cNvSpPr txBox="1"/>
          <p:nvPr/>
        </p:nvSpPr>
        <p:spPr>
          <a:xfrm>
            <a:off x="1117579" y="4816079"/>
            <a:ext cx="165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Arial Narrow" panose="020B0606020202030204" pitchFamily="34" charset="0"/>
              </a:rPr>
              <a:t>Overall Accuracy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13C6318-F173-4E92-BC74-0CF76912B9F3}"/>
                  </a:ext>
                </a:extLst>
              </p:cNvPr>
              <p:cNvSpPr txBox="1"/>
              <p:nvPr/>
            </p:nvSpPr>
            <p:spPr>
              <a:xfrm>
                <a:off x="2704242" y="4753907"/>
                <a:ext cx="2072170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13C6318-F173-4E92-BC74-0CF76912B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242" y="4753907"/>
                <a:ext cx="2072170" cy="4651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6317D5A-2B91-429E-BE6F-3CFDEDACD9E8}"/>
                  </a:ext>
                </a:extLst>
              </p:cNvPr>
              <p:cNvSpPr txBox="1"/>
              <p:nvPr/>
            </p:nvSpPr>
            <p:spPr>
              <a:xfrm>
                <a:off x="2720434" y="6041078"/>
                <a:ext cx="76553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=0.823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6317D5A-2B91-429E-BE6F-3CFDEDACD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434" y="6041078"/>
                <a:ext cx="765531" cy="246221"/>
              </a:xfrm>
              <a:prstGeom prst="rect">
                <a:avLst/>
              </a:prstGeom>
              <a:blipFill>
                <a:blip r:embed="rId4"/>
                <a:stretch>
                  <a:fillRect l="-1587" r="-3968" b="-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3A4E0EE-21BC-4E4D-846B-6127B3F4F2FE}"/>
                  </a:ext>
                </a:extLst>
              </p:cNvPr>
              <p:cNvSpPr txBox="1"/>
              <p:nvPr/>
            </p:nvSpPr>
            <p:spPr>
              <a:xfrm>
                <a:off x="2694717" y="5341856"/>
                <a:ext cx="2141933" cy="466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242+210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242+210+51+47</m:t>
                          </m:r>
                        </m:den>
                      </m:f>
                    </m:oMath>
                  </m:oMathPara>
                </a14:m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3A4E0EE-21BC-4E4D-846B-6127B3F4F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717" y="5341856"/>
                <a:ext cx="2141933" cy="4667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ACD07726-EFE0-4905-9EB9-52DA0687CB79}"/>
              </a:ext>
            </a:extLst>
          </p:cNvPr>
          <p:cNvSpPr txBox="1"/>
          <p:nvPr/>
        </p:nvSpPr>
        <p:spPr>
          <a:xfrm>
            <a:off x="7095464" y="4816079"/>
            <a:ext cx="165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Arial Narrow" panose="020B0606020202030204" pitchFamily="34" charset="0"/>
              </a:rPr>
              <a:t>Overall Accuracy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8B472E9-5CB4-4824-A5F3-F85466557B74}"/>
                  </a:ext>
                </a:extLst>
              </p:cNvPr>
              <p:cNvSpPr txBox="1"/>
              <p:nvPr/>
            </p:nvSpPr>
            <p:spPr>
              <a:xfrm>
                <a:off x="8682127" y="4753907"/>
                <a:ext cx="2072170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8B472E9-5CB4-4824-A5F3-F85466557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127" y="4753907"/>
                <a:ext cx="2072170" cy="4651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6564801-7A05-4CFE-883E-6974213741B3}"/>
                  </a:ext>
                </a:extLst>
              </p:cNvPr>
              <p:cNvSpPr txBox="1"/>
              <p:nvPr/>
            </p:nvSpPr>
            <p:spPr>
              <a:xfrm>
                <a:off x="8698319" y="6041078"/>
                <a:ext cx="76553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=0.841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6564801-7A05-4CFE-883E-697421374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319" y="6041078"/>
                <a:ext cx="765531" cy="246221"/>
              </a:xfrm>
              <a:prstGeom prst="rect">
                <a:avLst/>
              </a:prstGeom>
              <a:blipFill>
                <a:blip r:embed="rId7"/>
                <a:stretch>
                  <a:fillRect l="-1600" r="-4000" b="-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4269909-6F7D-4671-BD4E-5F9FA347249B}"/>
                  </a:ext>
                </a:extLst>
              </p:cNvPr>
              <p:cNvSpPr txBox="1"/>
              <p:nvPr/>
            </p:nvSpPr>
            <p:spPr>
              <a:xfrm>
                <a:off x="8672602" y="5341856"/>
                <a:ext cx="2141933" cy="466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239+141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239+141+32+40</m:t>
                          </m:r>
                        </m:den>
                      </m:f>
                    </m:oMath>
                  </m:oMathPara>
                </a14:m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4269909-6F7D-4671-BD4E-5F9FA3472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602" y="5341856"/>
                <a:ext cx="2141933" cy="466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29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E4E6-A594-EEB4-CB41-C1955B9B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2AC7DF-86C0-40D6-9D30-DF95A3343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43672"/>
              </p:ext>
            </p:extLst>
          </p:nvPr>
        </p:nvGraphicFramePr>
        <p:xfrm>
          <a:off x="337568" y="1228548"/>
          <a:ext cx="3109967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063">
                  <a:extLst>
                    <a:ext uri="{9D8B030D-6E8A-4147-A177-3AD203B41FA5}">
                      <a16:colId xmlns:a16="http://schemas.microsoft.com/office/drawing/2014/main" val="3441808341"/>
                    </a:ext>
                  </a:extLst>
                </a:gridCol>
                <a:gridCol w="797452">
                  <a:extLst>
                    <a:ext uri="{9D8B030D-6E8A-4147-A177-3AD203B41FA5}">
                      <a16:colId xmlns:a16="http://schemas.microsoft.com/office/drawing/2014/main" val="917131792"/>
                    </a:ext>
                  </a:extLst>
                </a:gridCol>
                <a:gridCol w="797452">
                  <a:extLst>
                    <a:ext uri="{9D8B030D-6E8A-4147-A177-3AD203B41FA5}">
                      <a16:colId xmlns:a16="http://schemas.microsoft.com/office/drawing/2014/main" val="2400386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X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Y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Pred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95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-17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.094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51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-30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-.080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3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.321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024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.562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1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31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.735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94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46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.936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742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.455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29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.388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34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20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.588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3691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A3DADF5-F52B-47D8-8300-9AEA457D7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7" y="1228547"/>
            <a:ext cx="2612325" cy="4158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35B4A5-F96C-4F55-ADCA-54B05C33F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837" y="1228547"/>
            <a:ext cx="2613600" cy="4161029"/>
          </a:xfrm>
          <a:prstGeom prst="rect">
            <a:avLst/>
          </a:prstGeom>
        </p:spPr>
      </p:pic>
      <p:sp>
        <p:nvSpPr>
          <p:cNvPr id="12" name="!!9!!">
            <a:extLst>
              <a:ext uri="{FF2B5EF4-FFF2-40B4-BE49-F238E27FC236}">
                <a16:creationId xmlns:a16="http://schemas.microsoft.com/office/drawing/2014/main" id="{BF379E7E-BE1E-4572-AC83-21402A63F365}"/>
              </a:ext>
            </a:extLst>
          </p:cNvPr>
          <p:cNvSpPr/>
          <p:nvPr/>
        </p:nvSpPr>
        <p:spPr>
          <a:xfrm>
            <a:off x="5969686" y="1618207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!!5!!">
            <a:extLst>
              <a:ext uri="{FF2B5EF4-FFF2-40B4-BE49-F238E27FC236}">
                <a16:creationId xmlns:a16="http://schemas.microsoft.com/office/drawing/2014/main" id="{B5E766E9-AA12-429C-AE3E-CED47EC3CDEE}"/>
              </a:ext>
            </a:extLst>
          </p:cNvPr>
          <p:cNvSpPr/>
          <p:nvPr/>
        </p:nvSpPr>
        <p:spPr>
          <a:xfrm>
            <a:off x="5969686" y="2235623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!!9!!">
            <a:extLst>
              <a:ext uri="{FF2B5EF4-FFF2-40B4-BE49-F238E27FC236}">
                <a16:creationId xmlns:a16="http://schemas.microsoft.com/office/drawing/2014/main" id="{96D54785-2D5F-473B-97D2-D76F187CB965}"/>
              </a:ext>
            </a:extLst>
          </p:cNvPr>
          <p:cNvSpPr/>
          <p:nvPr/>
        </p:nvSpPr>
        <p:spPr>
          <a:xfrm>
            <a:off x="5969686" y="2677193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!!4!!">
            <a:extLst>
              <a:ext uri="{FF2B5EF4-FFF2-40B4-BE49-F238E27FC236}">
                <a16:creationId xmlns:a16="http://schemas.microsoft.com/office/drawing/2014/main" id="{44CAFD51-9A89-4AF0-B8A7-D92FD5325A1C}"/>
              </a:ext>
            </a:extLst>
          </p:cNvPr>
          <p:cNvSpPr/>
          <p:nvPr/>
        </p:nvSpPr>
        <p:spPr>
          <a:xfrm>
            <a:off x="5969686" y="2765407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!!d!!">
            <a:extLst>
              <a:ext uri="{FF2B5EF4-FFF2-40B4-BE49-F238E27FC236}">
                <a16:creationId xmlns:a16="http://schemas.microsoft.com/office/drawing/2014/main" id="{AFA599FE-C8C3-408A-A78C-8BF13754DE5C}"/>
              </a:ext>
            </a:extLst>
          </p:cNvPr>
          <p:cNvSpPr/>
          <p:nvPr/>
        </p:nvSpPr>
        <p:spPr>
          <a:xfrm>
            <a:off x="5969686" y="3086671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!!c!!">
            <a:extLst>
              <a:ext uri="{FF2B5EF4-FFF2-40B4-BE49-F238E27FC236}">
                <a16:creationId xmlns:a16="http://schemas.microsoft.com/office/drawing/2014/main" id="{6BC9B30E-AFC6-413F-B75D-F74C65AABE7E}"/>
              </a:ext>
            </a:extLst>
          </p:cNvPr>
          <p:cNvSpPr/>
          <p:nvPr/>
        </p:nvSpPr>
        <p:spPr>
          <a:xfrm>
            <a:off x="5969686" y="3283364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!!3!!">
            <a:extLst>
              <a:ext uri="{FF2B5EF4-FFF2-40B4-BE49-F238E27FC236}">
                <a16:creationId xmlns:a16="http://schemas.microsoft.com/office/drawing/2014/main" id="{88A31E60-6CF1-4E45-B946-D322EF6AA23E}"/>
              </a:ext>
            </a:extLst>
          </p:cNvPr>
          <p:cNvSpPr/>
          <p:nvPr/>
        </p:nvSpPr>
        <p:spPr>
          <a:xfrm>
            <a:off x="5969686" y="3494426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!!1!!">
            <a:extLst>
              <a:ext uri="{FF2B5EF4-FFF2-40B4-BE49-F238E27FC236}">
                <a16:creationId xmlns:a16="http://schemas.microsoft.com/office/drawing/2014/main" id="{D7A5F5C8-3377-4243-AB67-1311F7AC26F2}"/>
              </a:ext>
            </a:extLst>
          </p:cNvPr>
          <p:cNvSpPr/>
          <p:nvPr/>
        </p:nvSpPr>
        <p:spPr>
          <a:xfrm>
            <a:off x="5969686" y="4186108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!!2!!">
            <a:extLst>
              <a:ext uri="{FF2B5EF4-FFF2-40B4-BE49-F238E27FC236}">
                <a16:creationId xmlns:a16="http://schemas.microsoft.com/office/drawing/2014/main" id="{93D478E7-C8C3-40D0-9042-79ABDE5F066A}"/>
              </a:ext>
            </a:extLst>
          </p:cNvPr>
          <p:cNvSpPr/>
          <p:nvPr/>
        </p:nvSpPr>
        <p:spPr>
          <a:xfrm>
            <a:off x="5969686" y="4714827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617E3F-B999-4101-962D-D52BECCEFB60}"/>
              </a:ext>
            </a:extLst>
          </p:cNvPr>
          <p:cNvSpPr txBox="1"/>
          <p:nvPr/>
        </p:nvSpPr>
        <p:spPr>
          <a:xfrm>
            <a:off x="6033052" y="4615435"/>
            <a:ext cx="4219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-.080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17986C-3959-4B8C-B49F-278D1D684F94}"/>
              </a:ext>
            </a:extLst>
          </p:cNvPr>
          <p:cNvSpPr txBox="1"/>
          <p:nvPr/>
        </p:nvSpPr>
        <p:spPr>
          <a:xfrm>
            <a:off x="6041686" y="4103828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.094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6D1FB-4B25-4DFE-A505-844DC9BF51C7}"/>
              </a:ext>
            </a:extLst>
          </p:cNvPr>
          <p:cNvSpPr txBox="1"/>
          <p:nvPr/>
        </p:nvSpPr>
        <p:spPr>
          <a:xfrm>
            <a:off x="6005242" y="3421341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.321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F596C2-3372-43FE-A679-A9F6C7DCD7A7}"/>
              </a:ext>
            </a:extLst>
          </p:cNvPr>
          <p:cNvSpPr txBox="1"/>
          <p:nvPr/>
        </p:nvSpPr>
        <p:spPr>
          <a:xfrm>
            <a:off x="5581767" y="3196765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.388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73E12B-6DCC-47EE-8045-682B90F2E98D}"/>
              </a:ext>
            </a:extLst>
          </p:cNvPr>
          <p:cNvSpPr txBox="1"/>
          <p:nvPr/>
        </p:nvSpPr>
        <p:spPr>
          <a:xfrm>
            <a:off x="6007157" y="3002007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.455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84E5081-26A0-434C-A12D-DFB8055FC39D}"/>
              </a:ext>
            </a:extLst>
          </p:cNvPr>
          <p:cNvGraphicFramePr>
            <a:graphicFrameLocks noGrp="1"/>
          </p:cNvGraphicFramePr>
          <p:nvPr/>
        </p:nvGraphicFramePr>
        <p:xfrm>
          <a:off x="3450076" y="1228548"/>
          <a:ext cx="773911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1">
                  <a:extLst>
                    <a:ext uri="{9D8B030D-6E8A-4147-A177-3AD203B41FA5}">
                      <a16:colId xmlns:a16="http://schemas.microsoft.com/office/drawing/2014/main" val="2400386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Class 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95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51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3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024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1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94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742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29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34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3691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B2809E04-0208-4809-A53E-04A3854B2795}"/>
              </a:ext>
            </a:extLst>
          </p:cNvPr>
          <p:cNvSpPr txBox="1"/>
          <p:nvPr/>
        </p:nvSpPr>
        <p:spPr>
          <a:xfrm>
            <a:off x="5993206" y="2687979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.562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2864E2-B169-4447-879F-124CF9411D1D}"/>
              </a:ext>
            </a:extLst>
          </p:cNvPr>
          <p:cNvSpPr txBox="1"/>
          <p:nvPr/>
        </p:nvSpPr>
        <p:spPr>
          <a:xfrm>
            <a:off x="5611507" y="2592612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.588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502298-F942-44E9-A956-4B8A80E6ED53}"/>
              </a:ext>
            </a:extLst>
          </p:cNvPr>
          <p:cNvSpPr txBox="1"/>
          <p:nvPr/>
        </p:nvSpPr>
        <p:spPr>
          <a:xfrm>
            <a:off x="6010987" y="1517294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.936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13DE82-D0D1-4D78-973B-91A91CDB39A0}"/>
              </a:ext>
            </a:extLst>
          </p:cNvPr>
          <p:cNvSpPr txBox="1"/>
          <p:nvPr/>
        </p:nvSpPr>
        <p:spPr>
          <a:xfrm>
            <a:off x="6005060" y="2149375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.735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63224C-9F78-45F7-A0B6-1537C7C03A7F}"/>
              </a:ext>
            </a:extLst>
          </p:cNvPr>
          <p:cNvSpPr/>
          <p:nvPr/>
        </p:nvSpPr>
        <p:spPr>
          <a:xfrm>
            <a:off x="5080000" y="3778741"/>
            <a:ext cx="1875162" cy="151920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1698A7-3026-4ECC-84C2-3009F7BC32C9}"/>
              </a:ext>
            </a:extLst>
          </p:cNvPr>
          <p:cNvSpPr/>
          <p:nvPr/>
        </p:nvSpPr>
        <p:spPr>
          <a:xfrm>
            <a:off x="5080000" y="1238812"/>
            <a:ext cx="1875162" cy="2507687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BB3B87-886F-45D0-9D47-BBAA729D15F9}"/>
              </a:ext>
            </a:extLst>
          </p:cNvPr>
          <p:cNvSpPr/>
          <p:nvPr/>
        </p:nvSpPr>
        <p:spPr>
          <a:xfrm>
            <a:off x="8178185" y="3112303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565FE4-EB8F-4006-BDF7-4E10F407027D}"/>
              </a:ext>
            </a:extLst>
          </p:cNvPr>
          <p:cNvSpPr/>
          <p:nvPr/>
        </p:nvSpPr>
        <p:spPr>
          <a:xfrm>
            <a:off x="8178185" y="3899630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0D33F0-5009-4900-8DF8-24806DF0937E}"/>
              </a:ext>
            </a:extLst>
          </p:cNvPr>
          <p:cNvSpPr/>
          <p:nvPr/>
        </p:nvSpPr>
        <p:spPr>
          <a:xfrm>
            <a:off x="9301132" y="3112303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16AEE4-6C5D-4E94-97EF-EBD3B35538CA}"/>
              </a:ext>
            </a:extLst>
          </p:cNvPr>
          <p:cNvSpPr/>
          <p:nvPr/>
        </p:nvSpPr>
        <p:spPr>
          <a:xfrm>
            <a:off x="9301132" y="2324976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AE9938-20CE-4BE3-B0C7-407D3216EA28}"/>
              </a:ext>
            </a:extLst>
          </p:cNvPr>
          <p:cNvSpPr/>
          <p:nvPr/>
        </p:nvSpPr>
        <p:spPr>
          <a:xfrm>
            <a:off x="10424079" y="2324976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CA93DC-1402-4D04-8FAE-AA75B22133AC}"/>
              </a:ext>
            </a:extLst>
          </p:cNvPr>
          <p:cNvSpPr/>
          <p:nvPr/>
        </p:nvSpPr>
        <p:spPr>
          <a:xfrm>
            <a:off x="7648796" y="1537649"/>
            <a:ext cx="1652336" cy="1572127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AU" sz="2800" b="1" dirty="0">
              <a:latin typeface="Agency FB" panose="020B0503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AC6F2D-CC68-4E76-AC7F-2774DF9DBC48}"/>
              </a:ext>
            </a:extLst>
          </p:cNvPr>
          <p:cNvSpPr/>
          <p:nvPr/>
        </p:nvSpPr>
        <p:spPr>
          <a:xfrm rot="16200000">
            <a:off x="7127426" y="3631146"/>
            <a:ext cx="1572128" cy="529388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PREDICTED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BEFCEC-2213-492C-842D-C16D1BB92B73}"/>
              </a:ext>
            </a:extLst>
          </p:cNvPr>
          <p:cNvSpPr/>
          <p:nvPr/>
        </p:nvSpPr>
        <p:spPr>
          <a:xfrm rot="5400000">
            <a:off x="10031676" y="807103"/>
            <a:ext cx="784801" cy="2245893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ACTUAL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946F6BF-2DDC-4EA9-B24C-26BE180A8CA9}"/>
              </a:ext>
            </a:extLst>
          </p:cNvPr>
          <p:cNvSpPr/>
          <p:nvPr/>
        </p:nvSpPr>
        <p:spPr>
          <a:xfrm>
            <a:off x="10424078" y="3112303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95371A3-606F-49AF-91F1-E5C32E1FBE60}"/>
              </a:ext>
            </a:extLst>
          </p:cNvPr>
          <p:cNvSpPr/>
          <p:nvPr/>
        </p:nvSpPr>
        <p:spPr>
          <a:xfrm>
            <a:off x="10424079" y="3899630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FC28C2-AD37-48C4-B294-1AE775409633}"/>
              </a:ext>
            </a:extLst>
          </p:cNvPr>
          <p:cNvSpPr/>
          <p:nvPr/>
        </p:nvSpPr>
        <p:spPr>
          <a:xfrm>
            <a:off x="9301131" y="3899630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E47CB8-956C-4C7C-9DB9-7A704783A903}"/>
              </a:ext>
            </a:extLst>
          </p:cNvPr>
          <p:cNvSpPr txBox="1"/>
          <p:nvPr/>
        </p:nvSpPr>
        <p:spPr>
          <a:xfrm>
            <a:off x="7648796" y="1078511"/>
            <a:ext cx="3898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gency FB" panose="020B0503020202020204" pitchFamily="34" charset="0"/>
              </a:rPr>
              <a:t>Using Threshold 0.25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E4CAF8E-2139-4045-B654-F1A48BEC7B5F}"/>
              </a:ext>
            </a:extLst>
          </p:cNvPr>
          <p:cNvCxnSpPr/>
          <p:nvPr/>
        </p:nvCxnSpPr>
        <p:spPr>
          <a:xfrm>
            <a:off x="4754880" y="3765210"/>
            <a:ext cx="2682240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670AB84-A64C-4D7B-96F0-69730DF43153}"/>
              </a:ext>
            </a:extLst>
          </p:cNvPr>
          <p:cNvSpPr txBox="1"/>
          <p:nvPr/>
        </p:nvSpPr>
        <p:spPr>
          <a:xfrm>
            <a:off x="6941660" y="3549810"/>
            <a:ext cx="7058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Arial Narrow" panose="020B0606020202030204" pitchFamily="34" charset="0"/>
              </a:rPr>
              <a:t>threshold</a:t>
            </a:r>
            <a:endParaRPr lang="en-AU" sz="1200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F33EC3-FF3A-4D0F-BA80-954DCF7881F6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Using Different Thresholds</a:t>
            </a:r>
          </a:p>
        </p:txBody>
      </p:sp>
    </p:spTree>
    <p:extLst>
      <p:ext uri="{BB962C8B-B14F-4D97-AF65-F5344CB8AC3E}">
        <p14:creationId xmlns:p14="http://schemas.microsoft.com/office/powerpoint/2010/main" val="398606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E4E6-A594-EEB4-CB41-C1955B9B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2AC7DF-86C0-40D6-9D30-DF95A3343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66387"/>
              </p:ext>
            </p:extLst>
          </p:nvPr>
        </p:nvGraphicFramePr>
        <p:xfrm>
          <a:off x="337568" y="1228548"/>
          <a:ext cx="3109967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063">
                  <a:extLst>
                    <a:ext uri="{9D8B030D-6E8A-4147-A177-3AD203B41FA5}">
                      <a16:colId xmlns:a16="http://schemas.microsoft.com/office/drawing/2014/main" val="3441808341"/>
                    </a:ext>
                  </a:extLst>
                </a:gridCol>
                <a:gridCol w="797452">
                  <a:extLst>
                    <a:ext uri="{9D8B030D-6E8A-4147-A177-3AD203B41FA5}">
                      <a16:colId xmlns:a16="http://schemas.microsoft.com/office/drawing/2014/main" val="917131792"/>
                    </a:ext>
                  </a:extLst>
                </a:gridCol>
                <a:gridCol w="797452">
                  <a:extLst>
                    <a:ext uri="{9D8B030D-6E8A-4147-A177-3AD203B41FA5}">
                      <a16:colId xmlns:a16="http://schemas.microsoft.com/office/drawing/2014/main" val="2400386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X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Y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Pred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95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-17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.094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51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-30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-.080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3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.321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024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.562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1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31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.735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94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46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.936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742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10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.455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29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5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.388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34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20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0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.588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3691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A3DADF5-F52B-47D8-8300-9AEA457D7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7" y="1228547"/>
            <a:ext cx="2612325" cy="4158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35B4A5-F96C-4F55-ADCA-54B05C33F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837" y="1228547"/>
            <a:ext cx="2613600" cy="4161029"/>
          </a:xfrm>
          <a:prstGeom prst="rect">
            <a:avLst/>
          </a:prstGeom>
        </p:spPr>
      </p:pic>
      <p:sp>
        <p:nvSpPr>
          <p:cNvPr id="12" name="!!9!!">
            <a:extLst>
              <a:ext uri="{FF2B5EF4-FFF2-40B4-BE49-F238E27FC236}">
                <a16:creationId xmlns:a16="http://schemas.microsoft.com/office/drawing/2014/main" id="{BF379E7E-BE1E-4572-AC83-21402A63F365}"/>
              </a:ext>
            </a:extLst>
          </p:cNvPr>
          <p:cNvSpPr/>
          <p:nvPr/>
        </p:nvSpPr>
        <p:spPr>
          <a:xfrm>
            <a:off x="5969686" y="1618207"/>
            <a:ext cx="72000" cy="72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!!5!!">
            <a:extLst>
              <a:ext uri="{FF2B5EF4-FFF2-40B4-BE49-F238E27FC236}">
                <a16:creationId xmlns:a16="http://schemas.microsoft.com/office/drawing/2014/main" id="{B5E766E9-AA12-429C-AE3E-CED47EC3CDEE}"/>
              </a:ext>
            </a:extLst>
          </p:cNvPr>
          <p:cNvSpPr/>
          <p:nvPr/>
        </p:nvSpPr>
        <p:spPr>
          <a:xfrm>
            <a:off x="5969686" y="2235623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!!9!!">
            <a:extLst>
              <a:ext uri="{FF2B5EF4-FFF2-40B4-BE49-F238E27FC236}">
                <a16:creationId xmlns:a16="http://schemas.microsoft.com/office/drawing/2014/main" id="{96D54785-2D5F-473B-97D2-D76F187CB965}"/>
              </a:ext>
            </a:extLst>
          </p:cNvPr>
          <p:cNvSpPr/>
          <p:nvPr/>
        </p:nvSpPr>
        <p:spPr>
          <a:xfrm>
            <a:off x="5969686" y="2677193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!!4!!">
            <a:extLst>
              <a:ext uri="{FF2B5EF4-FFF2-40B4-BE49-F238E27FC236}">
                <a16:creationId xmlns:a16="http://schemas.microsoft.com/office/drawing/2014/main" id="{44CAFD51-9A89-4AF0-B8A7-D92FD5325A1C}"/>
              </a:ext>
            </a:extLst>
          </p:cNvPr>
          <p:cNvSpPr/>
          <p:nvPr/>
        </p:nvSpPr>
        <p:spPr>
          <a:xfrm>
            <a:off x="5969686" y="2765407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!!d!!">
            <a:extLst>
              <a:ext uri="{FF2B5EF4-FFF2-40B4-BE49-F238E27FC236}">
                <a16:creationId xmlns:a16="http://schemas.microsoft.com/office/drawing/2014/main" id="{AFA599FE-C8C3-408A-A78C-8BF13754DE5C}"/>
              </a:ext>
            </a:extLst>
          </p:cNvPr>
          <p:cNvSpPr/>
          <p:nvPr/>
        </p:nvSpPr>
        <p:spPr>
          <a:xfrm>
            <a:off x="5969686" y="3086671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!!c!!">
            <a:extLst>
              <a:ext uri="{FF2B5EF4-FFF2-40B4-BE49-F238E27FC236}">
                <a16:creationId xmlns:a16="http://schemas.microsoft.com/office/drawing/2014/main" id="{6BC9B30E-AFC6-413F-B75D-F74C65AABE7E}"/>
              </a:ext>
            </a:extLst>
          </p:cNvPr>
          <p:cNvSpPr/>
          <p:nvPr/>
        </p:nvSpPr>
        <p:spPr>
          <a:xfrm>
            <a:off x="5969686" y="3283364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!!3!!">
            <a:extLst>
              <a:ext uri="{FF2B5EF4-FFF2-40B4-BE49-F238E27FC236}">
                <a16:creationId xmlns:a16="http://schemas.microsoft.com/office/drawing/2014/main" id="{88A31E60-6CF1-4E45-B946-D322EF6AA23E}"/>
              </a:ext>
            </a:extLst>
          </p:cNvPr>
          <p:cNvSpPr/>
          <p:nvPr/>
        </p:nvSpPr>
        <p:spPr>
          <a:xfrm>
            <a:off x="5969686" y="3494426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!!1!!">
            <a:extLst>
              <a:ext uri="{FF2B5EF4-FFF2-40B4-BE49-F238E27FC236}">
                <a16:creationId xmlns:a16="http://schemas.microsoft.com/office/drawing/2014/main" id="{D7A5F5C8-3377-4243-AB67-1311F7AC26F2}"/>
              </a:ext>
            </a:extLst>
          </p:cNvPr>
          <p:cNvSpPr/>
          <p:nvPr/>
        </p:nvSpPr>
        <p:spPr>
          <a:xfrm>
            <a:off x="5969686" y="4186108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!!2!!">
            <a:extLst>
              <a:ext uri="{FF2B5EF4-FFF2-40B4-BE49-F238E27FC236}">
                <a16:creationId xmlns:a16="http://schemas.microsoft.com/office/drawing/2014/main" id="{93D478E7-C8C3-40D0-9042-79ABDE5F066A}"/>
              </a:ext>
            </a:extLst>
          </p:cNvPr>
          <p:cNvSpPr/>
          <p:nvPr/>
        </p:nvSpPr>
        <p:spPr>
          <a:xfrm>
            <a:off x="5969686" y="4714827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617E3F-B999-4101-962D-D52BECCEFB60}"/>
              </a:ext>
            </a:extLst>
          </p:cNvPr>
          <p:cNvSpPr txBox="1"/>
          <p:nvPr/>
        </p:nvSpPr>
        <p:spPr>
          <a:xfrm>
            <a:off x="6033052" y="4615435"/>
            <a:ext cx="4219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-.080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17986C-3959-4B8C-B49F-278D1D684F94}"/>
              </a:ext>
            </a:extLst>
          </p:cNvPr>
          <p:cNvSpPr txBox="1"/>
          <p:nvPr/>
        </p:nvSpPr>
        <p:spPr>
          <a:xfrm>
            <a:off x="6041686" y="4103828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.094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84E5081-26A0-434C-A12D-DFB8055FC39D}"/>
              </a:ext>
            </a:extLst>
          </p:cNvPr>
          <p:cNvGraphicFramePr>
            <a:graphicFrameLocks noGrp="1"/>
          </p:cNvGraphicFramePr>
          <p:nvPr/>
        </p:nvGraphicFramePr>
        <p:xfrm>
          <a:off x="3450076" y="1228548"/>
          <a:ext cx="773911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1">
                  <a:extLst>
                    <a:ext uri="{9D8B030D-6E8A-4147-A177-3AD203B41FA5}">
                      <a16:colId xmlns:a16="http://schemas.microsoft.com/office/drawing/2014/main" val="2400386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Narrow" panose="020B0606020202030204" pitchFamily="34" charset="0"/>
                        </a:rPr>
                        <a:t>Class </a:t>
                      </a:r>
                      <a:endParaRPr lang="en-AU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95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51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3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024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1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94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742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29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34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36910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79502298-F942-44E9-A956-4B8A80E6ED53}"/>
              </a:ext>
            </a:extLst>
          </p:cNvPr>
          <p:cNvSpPr txBox="1"/>
          <p:nvPr/>
        </p:nvSpPr>
        <p:spPr>
          <a:xfrm>
            <a:off x="6010987" y="1517294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Arial Narrow" panose="020B0606020202030204" pitchFamily="34" charset="0"/>
              </a:rPr>
              <a:t>.936</a:t>
            </a:r>
            <a:endParaRPr lang="en-AU" sz="1000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63224C-9F78-45F7-A0B6-1537C7C03A7F}"/>
              </a:ext>
            </a:extLst>
          </p:cNvPr>
          <p:cNvSpPr/>
          <p:nvPr/>
        </p:nvSpPr>
        <p:spPr>
          <a:xfrm>
            <a:off x="5080000" y="2239986"/>
            <a:ext cx="1875162" cy="305796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1698A7-3026-4ECC-84C2-3009F7BC32C9}"/>
              </a:ext>
            </a:extLst>
          </p:cNvPr>
          <p:cNvSpPr/>
          <p:nvPr/>
        </p:nvSpPr>
        <p:spPr>
          <a:xfrm>
            <a:off x="5080000" y="1238813"/>
            <a:ext cx="1875162" cy="992448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BB3B87-886F-45D0-9D47-BBAA729D15F9}"/>
              </a:ext>
            </a:extLst>
          </p:cNvPr>
          <p:cNvSpPr/>
          <p:nvPr/>
        </p:nvSpPr>
        <p:spPr>
          <a:xfrm>
            <a:off x="8178185" y="3112303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565FE4-EB8F-4006-BDF7-4E10F407027D}"/>
              </a:ext>
            </a:extLst>
          </p:cNvPr>
          <p:cNvSpPr/>
          <p:nvPr/>
        </p:nvSpPr>
        <p:spPr>
          <a:xfrm>
            <a:off x="8178185" y="3899630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0D33F0-5009-4900-8DF8-24806DF0937E}"/>
              </a:ext>
            </a:extLst>
          </p:cNvPr>
          <p:cNvSpPr/>
          <p:nvPr/>
        </p:nvSpPr>
        <p:spPr>
          <a:xfrm>
            <a:off x="9301132" y="3112303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16AEE4-6C5D-4E94-97EF-EBD3B35538CA}"/>
              </a:ext>
            </a:extLst>
          </p:cNvPr>
          <p:cNvSpPr/>
          <p:nvPr/>
        </p:nvSpPr>
        <p:spPr>
          <a:xfrm>
            <a:off x="9301132" y="2324976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AE9938-20CE-4BE3-B0C7-407D3216EA28}"/>
              </a:ext>
            </a:extLst>
          </p:cNvPr>
          <p:cNvSpPr/>
          <p:nvPr/>
        </p:nvSpPr>
        <p:spPr>
          <a:xfrm>
            <a:off x="10424079" y="2324976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CA93DC-1402-4D04-8FAE-AA75B22133AC}"/>
              </a:ext>
            </a:extLst>
          </p:cNvPr>
          <p:cNvSpPr/>
          <p:nvPr/>
        </p:nvSpPr>
        <p:spPr>
          <a:xfrm>
            <a:off x="7648796" y="1537649"/>
            <a:ext cx="1652336" cy="1572127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AU" sz="2800" b="1" dirty="0">
              <a:latin typeface="Agency FB" panose="020B0503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AC6F2D-CC68-4E76-AC7F-2774DF9DBC48}"/>
              </a:ext>
            </a:extLst>
          </p:cNvPr>
          <p:cNvSpPr/>
          <p:nvPr/>
        </p:nvSpPr>
        <p:spPr>
          <a:xfrm rot="16200000">
            <a:off x="7127426" y="3631146"/>
            <a:ext cx="1572128" cy="529388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PREDICTED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BEFCEC-2213-492C-842D-C16D1BB92B73}"/>
              </a:ext>
            </a:extLst>
          </p:cNvPr>
          <p:cNvSpPr/>
          <p:nvPr/>
        </p:nvSpPr>
        <p:spPr>
          <a:xfrm rot="5400000">
            <a:off x="10031676" y="807103"/>
            <a:ext cx="784801" cy="2245893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ACTUAL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946F6BF-2DDC-4EA9-B24C-26BE180A8CA9}"/>
              </a:ext>
            </a:extLst>
          </p:cNvPr>
          <p:cNvSpPr/>
          <p:nvPr/>
        </p:nvSpPr>
        <p:spPr>
          <a:xfrm>
            <a:off x="10424078" y="3112303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95371A3-606F-49AF-91F1-E5C32E1FBE60}"/>
              </a:ext>
            </a:extLst>
          </p:cNvPr>
          <p:cNvSpPr/>
          <p:nvPr/>
        </p:nvSpPr>
        <p:spPr>
          <a:xfrm>
            <a:off x="10424079" y="3899630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FC28C2-AD37-48C4-B294-1AE775409633}"/>
              </a:ext>
            </a:extLst>
          </p:cNvPr>
          <p:cNvSpPr/>
          <p:nvPr/>
        </p:nvSpPr>
        <p:spPr>
          <a:xfrm>
            <a:off x="9301131" y="3899630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E47CB8-956C-4C7C-9DB9-7A704783A903}"/>
              </a:ext>
            </a:extLst>
          </p:cNvPr>
          <p:cNvSpPr txBox="1"/>
          <p:nvPr/>
        </p:nvSpPr>
        <p:spPr>
          <a:xfrm>
            <a:off x="7648796" y="1078511"/>
            <a:ext cx="3898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gency FB" panose="020B0503020202020204" pitchFamily="34" charset="0"/>
              </a:rPr>
              <a:t>Using Threshold 0.75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E4CAF8E-2139-4045-B654-F1A48BEC7B5F}"/>
              </a:ext>
            </a:extLst>
          </p:cNvPr>
          <p:cNvCxnSpPr/>
          <p:nvPr/>
        </p:nvCxnSpPr>
        <p:spPr>
          <a:xfrm>
            <a:off x="4754880" y="2235623"/>
            <a:ext cx="2682240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670AB84-A64C-4D7B-96F0-69730DF43153}"/>
              </a:ext>
            </a:extLst>
          </p:cNvPr>
          <p:cNvSpPr txBox="1"/>
          <p:nvPr/>
        </p:nvSpPr>
        <p:spPr>
          <a:xfrm>
            <a:off x="6941660" y="2020223"/>
            <a:ext cx="7058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Arial Narrow" panose="020B0606020202030204" pitchFamily="34" charset="0"/>
              </a:rPr>
              <a:t>threshold</a:t>
            </a:r>
            <a:endParaRPr lang="en-AU" sz="1200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4EB18D-524B-40AC-8C59-9D8DF20C5318}"/>
              </a:ext>
            </a:extLst>
          </p:cNvPr>
          <p:cNvSpPr txBox="1"/>
          <p:nvPr/>
        </p:nvSpPr>
        <p:spPr>
          <a:xfrm>
            <a:off x="6005242" y="3421341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.321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CE3E25-20C4-4359-ACAA-27E5229F51EC}"/>
              </a:ext>
            </a:extLst>
          </p:cNvPr>
          <p:cNvSpPr txBox="1"/>
          <p:nvPr/>
        </p:nvSpPr>
        <p:spPr>
          <a:xfrm>
            <a:off x="5581767" y="3196765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.388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A86B40-727C-4CD7-A2E8-B6A9A1401D55}"/>
              </a:ext>
            </a:extLst>
          </p:cNvPr>
          <p:cNvSpPr txBox="1"/>
          <p:nvPr/>
        </p:nvSpPr>
        <p:spPr>
          <a:xfrm>
            <a:off x="6007157" y="3002007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.455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577388-C9E3-4F2E-9E05-493B56321FF9}"/>
              </a:ext>
            </a:extLst>
          </p:cNvPr>
          <p:cNvSpPr txBox="1"/>
          <p:nvPr/>
        </p:nvSpPr>
        <p:spPr>
          <a:xfrm>
            <a:off x="5993206" y="2687979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.562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8E1CF0-EE1F-436D-8073-622567E48FC4}"/>
              </a:ext>
            </a:extLst>
          </p:cNvPr>
          <p:cNvSpPr txBox="1"/>
          <p:nvPr/>
        </p:nvSpPr>
        <p:spPr>
          <a:xfrm>
            <a:off x="5611507" y="2592612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.588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F88979-4F03-411A-AF0C-8E3F82CA73F6}"/>
              </a:ext>
            </a:extLst>
          </p:cNvPr>
          <p:cNvSpPr txBox="1"/>
          <p:nvPr/>
        </p:nvSpPr>
        <p:spPr>
          <a:xfrm>
            <a:off x="6005060" y="2149375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Arial Narrow" panose="020B0606020202030204" pitchFamily="34" charset="0"/>
              </a:rPr>
              <a:t>.735</a:t>
            </a:r>
            <a:endParaRPr lang="en-AU" sz="1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F5477D-58D2-4E8E-B8E3-ECF78F72D5D6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Using Different Thresholds</a:t>
            </a:r>
          </a:p>
        </p:txBody>
      </p:sp>
    </p:spTree>
    <p:extLst>
      <p:ext uri="{BB962C8B-B14F-4D97-AF65-F5344CB8AC3E}">
        <p14:creationId xmlns:p14="http://schemas.microsoft.com/office/powerpoint/2010/main" val="271824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E4E6-A594-EEB4-CB41-C1955B9B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1BB3B87-886F-45D0-9D47-BBAA729D15F9}"/>
              </a:ext>
            </a:extLst>
          </p:cNvPr>
          <p:cNvSpPr/>
          <p:nvPr/>
        </p:nvSpPr>
        <p:spPr>
          <a:xfrm>
            <a:off x="8769857" y="2701336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565FE4-EB8F-4006-BDF7-4E10F407027D}"/>
              </a:ext>
            </a:extLst>
          </p:cNvPr>
          <p:cNvSpPr/>
          <p:nvPr/>
        </p:nvSpPr>
        <p:spPr>
          <a:xfrm>
            <a:off x="8769857" y="3488663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0D33F0-5009-4900-8DF8-24806DF0937E}"/>
              </a:ext>
            </a:extLst>
          </p:cNvPr>
          <p:cNvSpPr/>
          <p:nvPr/>
        </p:nvSpPr>
        <p:spPr>
          <a:xfrm>
            <a:off x="9892804" y="2701336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16AEE4-6C5D-4E94-97EF-EBD3B35538CA}"/>
              </a:ext>
            </a:extLst>
          </p:cNvPr>
          <p:cNvSpPr/>
          <p:nvPr/>
        </p:nvSpPr>
        <p:spPr>
          <a:xfrm>
            <a:off x="9892804" y="1914009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AE9938-20CE-4BE3-B0C7-407D3216EA28}"/>
              </a:ext>
            </a:extLst>
          </p:cNvPr>
          <p:cNvSpPr/>
          <p:nvPr/>
        </p:nvSpPr>
        <p:spPr>
          <a:xfrm>
            <a:off x="11015751" y="1914009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CA93DC-1402-4D04-8FAE-AA75B22133AC}"/>
              </a:ext>
            </a:extLst>
          </p:cNvPr>
          <p:cNvSpPr/>
          <p:nvPr/>
        </p:nvSpPr>
        <p:spPr>
          <a:xfrm>
            <a:off x="8240468" y="1126682"/>
            <a:ext cx="1652336" cy="1572127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AU" sz="2800" b="1" dirty="0">
              <a:latin typeface="Agency FB" panose="020B0503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AC6F2D-CC68-4E76-AC7F-2774DF9DBC48}"/>
              </a:ext>
            </a:extLst>
          </p:cNvPr>
          <p:cNvSpPr/>
          <p:nvPr/>
        </p:nvSpPr>
        <p:spPr>
          <a:xfrm rot="16200000">
            <a:off x="7719098" y="3220179"/>
            <a:ext cx="1572128" cy="529388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PREDICTED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BEFCEC-2213-492C-842D-C16D1BB92B73}"/>
              </a:ext>
            </a:extLst>
          </p:cNvPr>
          <p:cNvSpPr/>
          <p:nvPr/>
        </p:nvSpPr>
        <p:spPr>
          <a:xfrm rot="5400000">
            <a:off x="10623348" y="396136"/>
            <a:ext cx="784801" cy="2245893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ACTUAL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946F6BF-2DDC-4EA9-B24C-26BE180A8CA9}"/>
              </a:ext>
            </a:extLst>
          </p:cNvPr>
          <p:cNvSpPr/>
          <p:nvPr/>
        </p:nvSpPr>
        <p:spPr>
          <a:xfrm>
            <a:off x="11015750" y="2701336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95371A3-606F-49AF-91F1-E5C32E1FBE60}"/>
              </a:ext>
            </a:extLst>
          </p:cNvPr>
          <p:cNvSpPr/>
          <p:nvPr/>
        </p:nvSpPr>
        <p:spPr>
          <a:xfrm>
            <a:off x="11015751" y="3488663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FC28C2-AD37-48C4-B294-1AE775409633}"/>
              </a:ext>
            </a:extLst>
          </p:cNvPr>
          <p:cNvSpPr/>
          <p:nvPr/>
        </p:nvSpPr>
        <p:spPr>
          <a:xfrm>
            <a:off x="9892803" y="3488663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E47CB8-956C-4C7C-9DB9-7A704783A903}"/>
              </a:ext>
            </a:extLst>
          </p:cNvPr>
          <p:cNvSpPr txBox="1"/>
          <p:nvPr/>
        </p:nvSpPr>
        <p:spPr>
          <a:xfrm>
            <a:off x="8240468" y="667544"/>
            <a:ext cx="3898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gency FB" panose="020B0503020202020204" pitchFamily="34" charset="0"/>
              </a:rPr>
              <a:t>Using Threshold 0.75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3E3609E-B312-4F81-BB61-593D7C1C25CB}"/>
              </a:ext>
            </a:extLst>
          </p:cNvPr>
          <p:cNvSpPr/>
          <p:nvPr/>
        </p:nvSpPr>
        <p:spPr>
          <a:xfrm>
            <a:off x="582691" y="2698810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5A1501-83E6-4ADD-AA28-B94327972277}"/>
              </a:ext>
            </a:extLst>
          </p:cNvPr>
          <p:cNvSpPr/>
          <p:nvPr/>
        </p:nvSpPr>
        <p:spPr>
          <a:xfrm>
            <a:off x="582691" y="3486137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9CCE2D8-885A-47F3-BC42-732BD1240CE4}"/>
              </a:ext>
            </a:extLst>
          </p:cNvPr>
          <p:cNvSpPr/>
          <p:nvPr/>
        </p:nvSpPr>
        <p:spPr>
          <a:xfrm>
            <a:off x="1705638" y="2698810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7B07232-19D5-47E4-B3F7-BC57A8E3B71A}"/>
              </a:ext>
            </a:extLst>
          </p:cNvPr>
          <p:cNvSpPr/>
          <p:nvPr/>
        </p:nvSpPr>
        <p:spPr>
          <a:xfrm>
            <a:off x="1705638" y="1911483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D435BC8-B1C9-4155-81EB-3D41B2B9253E}"/>
              </a:ext>
            </a:extLst>
          </p:cNvPr>
          <p:cNvSpPr/>
          <p:nvPr/>
        </p:nvSpPr>
        <p:spPr>
          <a:xfrm>
            <a:off x="2828585" y="1911483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681C5C0-A2A5-4E2D-8F0C-75FDDCB79980}"/>
              </a:ext>
            </a:extLst>
          </p:cNvPr>
          <p:cNvSpPr/>
          <p:nvPr/>
        </p:nvSpPr>
        <p:spPr>
          <a:xfrm>
            <a:off x="53302" y="1124156"/>
            <a:ext cx="1652336" cy="1572127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AU" sz="2800" b="1" dirty="0">
              <a:latin typeface="Agency FB" panose="020B0503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8EE00CB-F2A9-4252-B2F5-8728D7CB1DF3}"/>
              </a:ext>
            </a:extLst>
          </p:cNvPr>
          <p:cNvSpPr/>
          <p:nvPr/>
        </p:nvSpPr>
        <p:spPr>
          <a:xfrm rot="16200000">
            <a:off x="-468068" y="3217653"/>
            <a:ext cx="1572128" cy="529388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PREDICTED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F7C35F5-0563-4373-9219-22E2DFF4C27D}"/>
              </a:ext>
            </a:extLst>
          </p:cNvPr>
          <p:cNvSpPr/>
          <p:nvPr/>
        </p:nvSpPr>
        <p:spPr>
          <a:xfrm rot="5400000">
            <a:off x="2436182" y="393610"/>
            <a:ext cx="784801" cy="2245893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ACTUAL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9C0DA58-8C01-49CB-BC2A-7D54AC9A7A19}"/>
              </a:ext>
            </a:extLst>
          </p:cNvPr>
          <p:cNvSpPr/>
          <p:nvPr/>
        </p:nvSpPr>
        <p:spPr>
          <a:xfrm>
            <a:off x="2828584" y="2698810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3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8362D0C-7F04-4EE9-A303-D932359EA82A}"/>
              </a:ext>
            </a:extLst>
          </p:cNvPr>
          <p:cNvSpPr/>
          <p:nvPr/>
        </p:nvSpPr>
        <p:spPr>
          <a:xfrm>
            <a:off x="2828585" y="3486137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331CA31-3FD4-4EDC-A047-638E486D4335}"/>
              </a:ext>
            </a:extLst>
          </p:cNvPr>
          <p:cNvSpPr/>
          <p:nvPr/>
        </p:nvSpPr>
        <p:spPr>
          <a:xfrm>
            <a:off x="1705637" y="3486137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CBBFC0-019F-452E-B163-76FE228F4416}"/>
              </a:ext>
            </a:extLst>
          </p:cNvPr>
          <p:cNvSpPr txBox="1"/>
          <p:nvPr/>
        </p:nvSpPr>
        <p:spPr>
          <a:xfrm>
            <a:off x="53302" y="665018"/>
            <a:ext cx="3898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gency FB" panose="020B0503020202020204" pitchFamily="34" charset="0"/>
              </a:rPr>
              <a:t>Using Threshold 0.25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69EA5C7-1042-43F8-8989-8C563D8D27BF}"/>
              </a:ext>
            </a:extLst>
          </p:cNvPr>
          <p:cNvSpPr/>
          <p:nvPr/>
        </p:nvSpPr>
        <p:spPr>
          <a:xfrm>
            <a:off x="4676271" y="2696283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C614AC0-C19D-41EE-AC55-33ACF2F60230}"/>
              </a:ext>
            </a:extLst>
          </p:cNvPr>
          <p:cNvSpPr/>
          <p:nvPr/>
        </p:nvSpPr>
        <p:spPr>
          <a:xfrm>
            <a:off x="4676271" y="3483610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8D99BCE-9E92-4B2E-B96D-DC9FA4125746}"/>
              </a:ext>
            </a:extLst>
          </p:cNvPr>
          <p:cNvSpPr/>
          <p:nvPr/>
        </p:nvSpPr>
        <p:spPr>
          <a:xfrm>
            <a:off x="5799218" y="2696283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3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6C3EBDB-2715-4F38-A679-D00B8B799910}"/>
              </a:ext>
            </a:extLst>
          </p:cNvPr>
          <p:cNvSpPr/>
          <p:nvPr/>
        </p:nvSpPr>
        <p:spPr>
          <a:xfrm>
            <a:off x="6922165" y="3483610"/>
            <a:ext cx="1122947" cy="7848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4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34021C7-A0F5-4D6C-B820-61FF747712E8}"/>
              </a:ext>
            </a:extLst>
          </p:cNvPr>
          <p:cNvSpPr/>
          <p:nvPr/>
        </p:nvSpPr>
        <p:spPr>
          <a:xfrm>
            <a:off x="5799218" y="1908956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7C41AFF-31DE-479E-95EE-6C92F993AE55}"/>
              </a:ext>
            </a:extLst>
          </p:cNvPr>
          <p:cNvSpPr/>
          <p:nvPr/>
        </p:nvSpPr>
        <p:spPr>
          <a:xfrm>
            <a:off x="6922165" y="1908956"/>
            <a:ext cx="1122947" cy="784800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EE8377-0978-4947-8E87-E884808B3BD9}"/>
              </a:ext>
            </a:extLst>
          </p:cNvPr>
          <p:cNvSpPr/>
          <p:nvPr/>
        </p:nvSpPr>
        <p:spPr>
          <a:xfrm>
            <a:off x="4146882" y="1121629"/>
            <a:ext cx="1652336" cy="1572127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AU" sz="2800" b="1" dirty="0">
              <a:latin typeface="Agency FB" panose="020B0503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E9E2FD6-E5D3-4833-92BB-6C1DC381D160}"/>
              </a:ext>
            </a:extLst>
          </p:cNvPr>
          <p:cNvSpPr/>
          <p:nvPr/>
        </p:nvSpPr>
        <p:spPr>
          <a:xfrm rot="16200000">
            <a:off x="3625512" y="3215126"/>
            <a:ext cx="1572128" cy="529388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PREDICTED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E743432-23F0-4E1A-A5C9-9F03FC4188DE}"/>
              </a:ext>
            </a:extLst>
          </p:cNvPr>
          <p:cNvSpPr/>
          <p:nvPr/>
        </p:nvSpPr>
        <p:spPr>
          <a:xfrm rot="5400000">
            <a:off x="6529762" y="391083"/>
            <a:ext cx="784801" cy="2245893"/>
          </a:xfrm>
          <a:prstGeom prst="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ACTUAL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A1EF0F1-CD93-40A0-9468-04F5448DBD32}"/>
              </a:ext>
            </a:extLst>
          </p:cNvPr>
          <p:cNvSpPr/>
          <p:nvPr/>
        </p:nvSpPr>
        <p:spPr>
          <a:xfrm>
            <a:off x="6922164" y="2696283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6354EFA-FE08-410E-8BAE-EFDFD6C374BE}"/>
              </a:ext>
            </a:extLst>
          </p:cNvPr>
          <p:cNvSpPr/>
          <p:nvPr/>
        </p:nvSpPr>
        <p:spPr>
          <a:xfrm>
            <a:off x="5799217" y="3483610"/>
            <a:ext cx="1122947" cy="78480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AU" sz="2400" dirty="0">
                <a:solidFill>
                  <a:schemeClr val="bg1"/>
                </a:solidFill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C09344-8E23-42C9-9BE2-46B2CC434A65}"/>
              </a:ext>
            </a:extLst>
          </p:cNvPr>
          <p:cNvSpPr txBox="1"/>
          <p:nvPr/>
        </p:nvSpPr>
        <p:spPr>
          <a:xfrm>
            <a:off x="4146882" y="663841"/>
            <a:ext cx="3898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gency FB" panose="020B0503020202020204" pitchFamily="34" charset="0"/>
              </a:rPr>
              <a:t>Using Threshold 0.50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D544FD5-413C-4DB5-B9B7-40339AEC1549}"/>
              </a:ext>
            </a:extLst>
          </p:cNvPr>
          <p:cNvCxnSpPr>
            <a:cxnSpLocks/>
          </p:cNvCxnSpPr>
          <p:nvPr/>
        </p:nvCxnSpPr>
        <p:spPr>
          <a:xfrm>
            <a:off x="4046098" y="665017"/>
            <a:ext cx="0" cy="629542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88F7E41-54E8-41F4-9A67-96BE74A492A7}"/>
              </a:ext>
            </a:extLst>
          </p:cNvPr>
          <p:cNvCxnSpPr>
            <a:cxnSpLocks/>
          </p:cNvCxnSpPr>
          <p:nvPr/>
        </p:nvCxnSpPr>
        <p:spPr>
          <a:xfrm>
            <a:off x="8134003" y="663841"/>
            <a:ext cx="0" cy="629542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7562E53-CD95-461D-8D46-7D7D341415C1}"/>
                  </a:ext>
                </a:extLst>
              </p:cNvPr>
              <p:cNvSpPr txBox="1"/>
              <p:nvPr/>
            </p:nvSpPr>
            <p:spPr>
              <a:xfrm>
                <a:off x="4302193" y="4549230"/>
                <a:ext cx="1493999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𝐹𝑃𝑅</m:t>
                      </m:r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7562E53-CD95-461D-8D46-7D7D34141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193" y="4549230"/>
                <a:ext cx="1493999" cy="4651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3FE99B2-71D6-4391-9C32-E4B8966DED88}"/>
                  </a:ext>
                </a:extLst>
              </p:cNvPr>
              <p:cNvSpPr txBox="1"/>
              <p:nvPr/>
            </p:nvSpPr>
            <p:spPr>
              <a:xfrm>
                <a:off x="4737132" y="5836401"/>
                <a:ext cx="65171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=0.20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3FE99B2-71D6-4391-9C32-E4B8966DE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132" y="5836401"/>
                <a:ext cx="651717" cy="246221"/>
              </a:xfrm>
              <a:prstGeom prst="rect">
                <a:avLst/>
              </a:prstGeom>
              <a:blipFill>
                <a:blip r:embed="rId4"/>
                <a:stretch>
                  <a:fillRect l="-1869" r="-5607" b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CD6A1CC-CF76-479E-BD17-01E95048B64B}"/>
                  </a:ext>
                </a:extLst>
              </p:cNvPr>
              <p:cNvSpPr txBox="1"/>
              <p:nvPr/>
            </p:nvSpPr>
            <p:spPr>
              <a:xfrm>
                <a:off x="6364445" y="4546964"/>
                <a:ext cx="1518044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𝐹𝑁𝑅</m:t>
                      </m:r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CD6A1CC-CF76-479E-BD17-01E95048B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445" y="4546964"/>
                <a:ext cx="1518044" cy="4651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5CA12D7-3071-4678-BB5B-789B795EAD76}"/>
                  </a:ext>
                </a:extLst>
              </p:cNvPr>
              <p:cNvSpPr txBox="1"/>
              <p:nvPr/>
            </p:nvSpPr>
            <p:spPr>
              <a:xfrm>
                <a:off x="6810977" y="5134913"/>
                <a:ext cx="741293" cy="466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5CA12D7-3071-4678-BB5B-789B795EA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977" y="5134913"/>
                <a:ext cx="741293" cy="4667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FED6C57-43B0-497F-98C3-D3E1A453D3C6}"/>
                  </a:ext>
                </a:extLst>
              </p:cNvPr>
              <p:cNvSpPr txBox="1"/>
              <p:nvPr/>
            </p:nvSpPr>
            <p:spPr>
              <a:xfrm>
                <a:off x="6836694" y="5834135"/>
                <a:ext cx="65171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=0.25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FED6C57-43B0-497F-98C3-D3E1A453D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694" y="5834135"/>
                <a:ext cx="651717" cy="246221"/>
              </a:xfrm>
              <a:prstGeom prst="rect">
                <a:avLst/>
              </a:prstGeom>
              <a:blipFill>
                <a:blip r:embed="rId7"/>
                <a:stretch>
                  <a:fillRect l="-1887" r="-660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78BDD90-DE3F-4E9D-AC25-29A3DBF91F97}"/>
                  </a:ext>
                </a:extLst>
              </p:cNvPr>
              <p:cNvSpPr txBox="1"/>
              <p:nvPr/>
            </p:nvSpPr>
            <p:spPr>
              <a:xfrm>
                <a:off x="4711415" y="5137179"/>
                <a:ext cx="741293" cy="466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78BDD90-DE3F-4E9D-AC25-29A3DBF91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415" y="5137179"/>
                <a:ext cx="741293" cy="466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765BF5F-2507-43F8-9C6C-7B2F04BE6F9E}"/>
              </a:ext>
            </a:extLst>
          </p:cNvPr>
          <p:cNvCxnSpPr/>
          <p:nvPr/>
        </p:nvCxnSpPr>
        <p:spPr>
          <a:xfrm>
            <a:off x="6139032" y="4546964"/>
            <a:ext cx="0" cy="169271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13D9AD7-A460-43B9-AB12-6474C0E4A89D}"/>
                  </a:ext>
                </a:extLst>
              </p:cNvPr>
              <p:cNvSpPr txBox="1"/>
              <p:nvPr/>
            </p:nvSpPr>
            <p:spPr>
              <a:xfrm>
                <a:off x="8385518" y="4546705"/>
                <a:ext cx="1493999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𝐹𝑃𝑅</m:t>
                      </m:r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13D9AD7-A460-43B9-AB12-6474C0E4A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518" y="4546705"/>
                <a:ext cx="1493999" cy="4651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9EBB716-94EB-4977-8BBE-735A7CCB3A46}"/>
                  </a:ext>
                </a:extLst>
              </p:cNvPr>
              <p:cNvSpPr txBox="1"/>
              <p:nvPr/>
            </p:nvSpPr>
            <p:spPr>
              <a:xfrm>
                <a:off x="8820457" y="5833876"/>
                <a:ext cx="65171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=0.00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9EBB716-94EB-4977-8BBE-735A7CCB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0457" y="5833876"/>
                <a:ext cx="651717" cy="246221"/>
              </a:xfrm>
              <a:prstGeom prst="rect">
                <a:avLst/>
              </a:prstGeom>
              <a:blipFill>
                <a:blip r:embed="rId10"/>
                <a:stretch>
                  <a:fillRect l="-1869" r="-4673" b="-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440DA70-4A0C-46A1-8A78-8263989C0AA4}"/>
                  </a:ext>
                </a:extLst>
              </p:cNvPr>
              <p:cNvSpPr txBox="1"/>
              <p:nvPr/>
            </p:nvSpPr>
            <p:spPr>
              <a:xfrm>
                <a:off x="10447770" y="4544439"/>
                <a:ext cx="1518044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𝐹𝑁𝑅</m:t>
                      </m:r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440DA70-4A0C-46A1-8A78-8263989C0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7770" y="4544439"/>
                <a:ext cx="1518044" cy="4651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6E5060E-CE25-43D2-AF70-5A368B65D78F}"/>
                  </a:ext>
                </a:extLst>
              </p:cNvPr>
              <p:cNvSpPr txBox="1"/>
              <p:nvPr/>
            </p:nvSpPr>
            <p:spPr>
              <a:xfrm>
                <a:off x="10894302" y="5132388"/>
                <a:ext cx="741293" cy="466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6E5060E-CE25-43D2-AF70-5A368B65D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4302" y="5132388"/>
                <a:ext cx="741293" cy="4667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A8FFE58-73C8-4D7A-AA82-8689724014AD}"/>
                  </a:ext>
                </a:extLst>
              </p:cNvPr>
              <p:cNvSpPr txBox="1"/>
              <p:nvPr/>
            </p:nvSpPr>
            <p:spPr>
              <a:xfrm>
                <a:off x="10920019" y="5831610"/>
                <a:ext cx="65171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=0.80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A8FFE58-73C8-4D7A-AA82-868972401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0019" y="5831610"/>
                <a:ext cx="651717" cy="246221"/>
              </a:xfrm>
              <a:prstGeom prst="rect">
                <a:avLst/>
              </a:prstGeom>
              <a:blipFill>
                <a:blip r:embed="rId13"/>
                <a:stretch>
                  <a:fillRect l="-1869" r="-5607" b="-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1787D83-A4B3-4528-AAE9-3DD5CBA52CF1}"/>
                  </a:ext>
                </a:extLst>
              </p:cNvPr>
              <p:cNvSpPr txBox="1"/>
              <p:nvPr/>
            </p:nvSpPr>
            <p:spPr>
              <a:xfrm>
                <a:off x="8794740" y="5134654"/>
                <a:ext cx="741293" cy="466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1787D83-A4B3-4528-AAE9-3DD5CBA52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40" y="5134654"/>
                <a:ext cx="741293" cy="4667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7A935AC-45D5-424A-82E0-07655FA23EBA}"/>
              </a:ext>
            </a:extLst>
          </p:cNvPr>
          <p:cNvCxnSpPr/>
          <p:nvPr/>
        </p:nvCxnSpPr>
        <p:spPr>
          <a:xfrm>
            <a:off x="10222357" y="4544439"/>
            <a:ext cx="0" cy="169271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37663C0-303A-4744-A8DB-E8B8C51FFB9B}"/>
                  </a:ext>
                </a:extLst>
              </p:cNvPr>
              <p:cNvSpPr txBox="1"/>
              <p:nvPr/>
            </p:nvSpPr>
            <p:spPr>
              <a:xfrm>
                <a:off x="162219" y="4543958"/>
                <a:ext cx="1493999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𝐹𝑃𝑅</m:t>
                      </m:r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37663C0-303A-4744-A8DB-E8B8C51FF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19" y="4543958"/>
                <a:ext cx="1493999" cy="4651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4F76BDF-5030-426B-B180-06EE6D10C8BC}"/>
                  </a:ext>
                </a:extLst>
              </p:cNvPr>
              <p:cNvSpPr txBox="1"/>
              <p:nvPr/>
            </p:nvSpPr>
            <p:spPr>
              <a:xfrm>
                <a:off x="597158" y="5831129"/>
                <a:ext cx="65171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=0.60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4F76BDF-5030-426B-B180-06EE6D10C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58" y="5831129"/>
                <a:ext cx="651717" cy="246221"/>
              </a:xfrm>
              <a:prstGeom prst="rect">
                <a:avLst/>
              </a:prstGeom>
              <a:blipFill>
                <a:blip r:embed="rId16"/>
                <a:stretch>
                  <a:fillRect l="-1869" r="-4673" b="-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5CB9828-1E84-4A03-B8BE-E93FF1241899}"/>
                  </a:ext>
                </a:extLst>
              </p:cNvPr>
              <p:cNvSpPr txBox="1"/>
              <p:nvPr/>
            </p:nvSpPr>
            <p:spPr>
              <a:xfrm>
                <a:off x="2224471" y="4541692"/>
                <a:ext cx="1518044" cy="46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𝐹𝑁𝑅</m:t>
                      </m:r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5CB9828-1E84-4A03-B8BE-E93FF1241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471" y="4541692"/>
                <a:ext cx="1518044" cy="46512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956F8A9-91BD-4BED-AFA4-8808D6594FBA}"/>
                  </a:ext>
                </a:extLst>
              </p:cNvPr>
              <p:cNvSpPr txBox="1"/>
              <p:nvPr/>
            </p:nvSpPr>
            <p:spPr>
              <a:xfrm>
                <a:off x="2671003" y="5129641"/>
                <a:ext cx="741293" cy="466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956F8A9-91BD-4BED-AFA4-8808D6594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003" y="5129641"/>
                <a:ext cx="741293" cy="4667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3ACAE35-7F75-4116-B908-0BDAC911711C}"/>
                  </a:ext>
                </a:extLst>
              </p:cNvPr>
              <p:cNvSpPr txBox="1"/>
              <p:nvPr/>
            </p:nvSpPr>
            <p:spPr>
              <a:xfrm>
                <a:off x="2696720" y="5828863"/>
                <a:ext cx="65171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=0.00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3ACAE35-7F75-4116-B908-0BDAC9117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720" y="5828863"/>
                <a:ext cx="651717" cy="246221"/>
              </a:xfrm>
              <a:prstGeom prst="rect">
                <a:avLst/>
              </a:prstGeom>
              <a:blipFill>
                <a:blip r:embed="rId19"/>
                <a:stretch>
                  <a:fillRect l="-1869" r="-5607" b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9F01D23-8219-4A67-92D4-8176DBC6833D}"/>
                  </a:ext>
                </a:extLst>
              </p:cNvPr>
              <p:cNvSpPr txBox="1"/>
              <p:nvPr/>
            </p:nvSpPr>
            <p:spPr>
              <a:xfrm>
                <a:off x="571441" y="5131907"/>
                <a:ext cx="741293" cy="466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9F01D23-8219-4A67-92D4-8176DBC68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41" y="5131907"/>
                <a:ext cx="741293" cy="46673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CA90971-AF86-4E46-AD4C-192D077AF996}"/>
              </a:ext>
            </a:extLst>
          </p:cNvPr>
          <p:cNvCxnSpPr/>
          <p:nvPr/>
        </p:nvCxnSpPr>
        <p:spPr>
          <a:xfrm>
            <a:off x="1999058" y="4541692"/>
            <a:ext cx="0" cy="169271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A96BC94-BF65-49B7-8F57-35A227289848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Using Different Thresholds</a:t>
            </a:r>
          </a:p>
        </p:txBody>
      </p:sp>
    </p:spTree>
    <p:extLst>
      <p:ext uri="{BB962C8B-B14F-4D97-AF65-F5344CB8AC3E}">
        <p14:creationId xmlns:p14="http://schemas.microsoft.com/office/powerpoint/2010/main" val="103565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2196</TotalTime>
  <Words>1243</Words>
  <Application>Microsoft Office PowerPoint</Application>
  <PresentationFormat>Widescreen</PresentationFormat>
  <Paragraphs>508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Agency FB</vt:lpstr>
      <vt:lpstr>Aptos</vt:lpstr>
      <vt:lpstr>Arial</vt:lpstr>
      <vt:lpstr>Arial Narrow</vt:lpstr>
      <vt:lpstr>Calibri</vt:lpstr>
      <vt:lpstr>Calibri Light</vt:lpstr>
      <vt:lpstr>Cambria Math</vt:lpstr>
      <vt:lpstr>Courier New</vt:lpstr>
      <vt:lpstr>Lucida Console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 Huynh</dc:creator>
  <cp:lastModifiedBy>Minh Huynh</cp:lastModifiedBy>
  <cp:revision>36</cp:revision>
  <dcterms:created xsi:type="dcterms:W3CDTF">2026-10-12T10:11:40Z</dcterms:created>
  <dcterms:modified xsi:type="dcterms:W3CDTF">2026-10-15T01:17:09Z</dcterms:modified>
</cp:coreProperties>
</file>