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7" r:id="rId2"/>
    <p:sldId id="883" r:id="rId3"/>
    <p:sldId id="884" r:id="rId4"/>
    <p:sldId id="885" r:id="rId5"/>
    <p:sldId id="886" r:id="rId6"/>
    <p:sldId id="4402" r:id="rId7"/>
    <p:sldId id="4435" r:id="rId8"/>
    <p:sldId id="4469" r:id="rId9"/>
    <p:sldId id="4471" r:id="rId10"/>
    <p:sldId id="4473" r:id="rId11"/>
    <p:sldId id="4496" r:id="rId12"/>
    <p:sldId id="4518" r:id="rId13"/>
    <p:sldId id="4521" r:id="rId14"/>
    <p:sldId id="4535" r:id="rId15"/>
    <p:sldId id="4546" r:id="rId16"/>
    <p:sldId id="4554" r:id="rId17"/>
    <p:sldId id="4563" r:id="rId18"/>
    <p:sldId id="4568" r:id="rId19"/>
    <p:sldId id="4578" r:id="rId20"/>
    <p:sldId id="4593" r:id="rId21"/>
    <p:sldId id="459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100" d="100"/>
          <a:sy n="100" d="100"/>
        </p:scale>
        <p:origin x="696" y="288"/>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nh Huynh" userId="01a137d4-0d81-46e0-aca6-c9185b391828" providerId="ADAL" clId="{CF02122B-8685-4227-9B3E-A85B24F402DE}"/>
    <pc:docChg chg="undo redo custSel addSld delSld modSld sldOrd">
      <pc:chgData name="Minh Huynh" userId="01a137d4-0d81-46e0-aca6-c9185b391828" providerId="ADAL" clId="{CF02122B-8685-4227-9B3E-A85B24F402DE}" dt="2026-10-13T10:21:53.210" v="1500" actId="47"/>
      <pc:docMkLst>
        <pc:docMk/>
      </pc:docMkLst>
      <pc:sldChg chg="modSp mod">
        <pc:chgData name="Minh Huynh" userId="01a137d4-0d81-46e0-aca6-c9185b391828" providerId="ADAL" clId="{CF02122B-8685-4227-9B3E-A85B24F402DE}" dt="2026-10-13T09:54:45.387" v="18" actId="20577"/>
        <pc:sldMkLst>
          <pc:docMk/>
          <pc:sldMk cId="1972624584" sldId="257"/>
        </pc:sldMkLst>
        <pc:spChg chg="mod">
          <ac:chgData name="Minh Huynh" userId="01a137d4-0d81-46e0-aca6-c9185b391828" providerId="ADAL" clId="{CF02122B-8685-4227-9B3E-A85B24F402DE}" dt="2026-10-13T09:54:45.387" v="18" actId="20577"/>
          <ac:spMkLst>
            <pc:docMk/>
            <pc:sldMk cId="1972624584" sldId="257"/>
            <ac:spMk id="13" creationId="{F11B6F01-F247-4E5E-AC9E-2D11F2681474}"/>
          </ac:spMkLst>
        </pc:spChg>
      </pc:sldChg>
      <pc:sldChg chg="addSp delSp modSp mod">
        <pc:chgData name="Minh Huynh" userId="01a137d4-0d81-46e0-aca6-c9185b391828" providerId="ADAL" clId="{CF02122B-8685-4227-9B3E-A85B24F402DE}" dt="2026-10-13T09:58:50.622" v="514" actId="1076"/>
        <pc:sldMkLst>
          <pc:docMk/>
          <pc:sldMk cId="1166963934" sldId="883"/>
        </pc:sldMkLst>
        <pc:spChg chg="mod">
          <ac:chgData name="Minh Huynh" userId="01a137d4-0d81-46e0-aca6-c9185b391828" providerId="ADAL" clId="{CF02122B-8685-4227-9B3E-A85B24F402DE}" dt="2026-10-13T09:57:51.314" v="409" actId="20577"/>
          <ac:spMkLst>
            <pc:docMk/>
            <pc:sldMk cId="1166963934" sldId="883"/>
            <ac:spMk id="4" creationId="{7BC73E8E-0D58-4B4B-A5C4-A8AE38997407}"/>
          </ac:spMkLst>
        </pc:spChg>
        <pc:spChg chg="mod">
          <ac:chgData name="Minh Huynh" userId="01a137d4-0d81-46e0-aca6-c9185b391828" providerId="ADAL" clId="{CF02122B-8685-4227-9B3E-A85B24F402DE}" dt="2026-10-13T09:58:29.244" v="510" actId="14100"/>
          <ac:spMkLst>
            <pc:docMk/>
            <pc:sldMk cId="1166963934" sldId="883"/>
            <ac:spMk id="5" creationId="{3BBBF4A9-1FF9-45CB-8257-FB748ECAEB1A}"/>
          </ac:spMkLst>
        </pc:spChg>
        <pc:picChg chg="del">
          <ac:chgData name="Minh Huynh" userId="01a137d4-0d81-46e0-aca6-c9185b391828" providerId="ADAL" clId="{CF02122B-8685-4227-9B3E-A85B24F402DE}" dt="2026-10-13T09:55:52.310" v="19" actId="478"/>
          <ac:picMkLst>
            <pc:docMk/>
            <pc:sldMk cId="1166963934" sldId="883"/>
            <ac:picMk id="2" creationId="{E7851CAB-89FE-468A-8C22-3319479649C7}"/>
          </ac:picMkLst>
        </pc:picChg>
        <pc:picChg chg="add mod">
          <ac:chgData name="Minh Huynh" userId="01a137d4-0d81-46e0-aca6-c9185b391828" providerId="ADAL" clId="{CF02122B-8685-4227-9B3E-A85B24F402DE}" dt="2026-10-13T09:58:50.622" v="514" actId="1076"/>
          <ac:picMkLst>
            <pc:docMk/>
            <pc:sldMk cId="1166963934" sldId="883"/>
            <ac:picMk id="6" creationId="{AE84BA3B-1BB1-4423-ABB5-6ACA17848C9D}"/>
          </ac:picMkLst>
        </pc:picChg>
      </pc:sldChg>
      <pc:sldChg chg="addSp delSp modSp add mod">
        <pc:chgData name="Minh Huynh" userId="01a137d4-0d81-46e0-aca6-c9185b391828" providerId="ADAL" clId="{CF02122B-8685-4227-9B3E-A85B24F402DE}" dt="2026-10-13T10:01:22.670" v="625" actId="1076"/>
        <pc:sldMkLst>
          <pc:docMk/>
          <pc:sldMk cId="4161395220" sldId="884"/>
        </pc:sldMkLst>
        <pc:spChg chg="mod">
          <ac:chgData name="Minh Huynh" userId="01a137d4-0d81-46e0-aca6-c9185b391828" providerId="ADAL" clId="{CF02122B-8685-4227-9B3E-A85B24F402DE}" dt="2026-10-13T10:00:16.101" v="572" actId="20577"/>
          <ac:spMkLst>
            <pc:docMk/>
            <pc:sldMk cId="4161395220" sldId="884"/>
            <ac:spMk id="4" creationId="{7BC73E8E-0D58-4B4B-A5C4-A8AE38997407}"/>
          </ac:spMkLst>
        </pc:spChg>
        <pc:spChg chg="mod">
          <ac:chgData name="Minh Huynh" userId="01a137d4-0d81-46e0-aca6-c9185b391828" providerId="ADAL" clId="{CF02122B-8685-4227-9B3E-A85B24F402DE}" dt="2026-10-13T10:01:15.991" v="621" actId="14100"/>
          <ac:spMkLst>
            <pc:docMk/>
            <pc:sldMk cId="4161395220" sldId="884"/>
            <ac:spMk id="5" creationId="{3BBBF4A9-1FF9-45CB-8257-FB748ECAEB1A}"/>
          </ac:spMkLst>
        </pc:spChg>
        <pc:graphicFrameChg chg="add del mod">
          <ac:chgData name="Minh Huynh" userId="01a137d4-0d81-46e0-aca6-c9185b391828" providerId="ADAL" clId="{CF02122B-8685-4227-9B3E-A85B24F402DE}" dt="2026-10-13T10:00:41.391" v="583" actId="478"/>
          <ac:graphicFrameMkLst>
            <pc:docMk/>
            <pc:sldMk cId="4161395220" sldId="884"/>
            <ac:graphicFrameMk id="7" creationId="{BA943B7F-E664-46C5-8FE5-622AD8F35283}"/>
          </ac:graphicFrameMkLst>
        </pc:graphicFrameChg>
        <pc:picChg chg="del">
          <ac:chgData name="Minh Huynh" userId="01a137d4-0d81-46e0-aca6-c9185b391828" providerId="ADAL" clId="{CF02122B-8685-4227-9B3E-A85B24F402DE}" dt="2026-10-13T09:59:37.575" v="516" actId="478"/>
          <ac:picMkLst>
            <pc:docMk/>
            <pc:sldMk cId="4161395220" sldId="884"/>
            <ac:picMk id="6" creationId="{AE84BA3B-1BB1-4423-ABB5-6ACA17848C9D}"/>
          </ac:picMkLst>
        </pc:picChg>
        <pc:picChg chg="add mod">
          <ac:chgData name="Minh Huynh" userId="01a137d4-0d81-46e0-aca6-c9185b391828" providerId="ADAL" clId="{CF02122B-8685-4227-9B3E-A85B24F402DE}" dt="2026-10-13T10:01:22.670" v="625" actId="1076"/>
          <ac:picMkLst>
            <pc:docMk/>
            <pc:sldMk cId="4161395220" sldId="884"/>
            <ac:picMk id="8" creationId="{5AD9CC63-9F8E-4996-89E7-315F06303FD0}"/>
          </ac:picMkLst>
        </pc:picChg>
      </pc:sldChg>
      <pc:sldChg chg="addSp delSp modSp add mod">
        <pc:chgData name="Minh Huynh" userId="01a137d4-0d81-46e0-aca6-c9185b391828" providerId="ADAL" clId="{CF02122B-8685-4227-9B3E-A85B24F402DE}" dt="2026-10-13T10:03:07.662" v="688" actId="20577"/>
        <pc:sldMkLst>
          <pc:docMk/>
          <pc:sldMk cId="3990577403" sldId="885"/>
        </pc:sldMkLst>
        <pc:spChg chg="mod">
          <ac:chgData name="Minh Huynh" userId="01a137d4-0d81-46e0-aca6-c9185b391828" providerId="ADAL" clId="{CF02122B-8685-4227-9B3E-A85B24F402DE}" dt="2026-10-13T10:01:40.652" v="636" actId="20577"/>
          <ac:spMkLst>
            <pc:docMk/>
            <pc:sldMk cId="3990577403" sldId="885"/>
            <ac:spMk id="4" creationId="{7BC73E8E-0D58-4B4B-A5C4-A8AE38997407}"/>
          </ac:spMkLst>
        </pc:spChg>
        <pc:spChg chg="mod">
          <ac:chgData name="Minh Huynh" userId="01a137d4-0d81-46e0-aca6-c9185b391828" providerId="ADAL" clId="{CF02122B-8685-4227-9B3E-A85B24F402DE}" dt="2026-10-13T10:03:07.662" v="688" actId="20577"/>
          <ac:spMkLst>
            <pc:docMk/>
            <pc:sldMk cId="3990577403" sldId="885"/>
            <ac:spMk id="5" creationId="{3BBBF4A9-1FF9-45CB-8257-FB748ECAEB1A}"/>
          </ac:spMkLst>
        </pc:spChg>
        <pc:picChg chg="add del mod">
          <ac:chgData name="Minh Huynh" userId="01a137d4-0d81-46e0-aca6-c9185b391828" providerId="ADAL" clId="{CF02122B-8685-4227-9B3E-A85B24F402DE}" dt="2026-10-13T10:01:49.365" v="639" actId="21"/>
          <ac:picMkLst>
            <pc:docMk/>
            <pc:sldMk cId="3990577403" sldId="885"/>
            <ac:picMk id="6" creationId="{FE6C7E84-BC17-40DE-8BFE-C1A21052E418}"/>
          </ac:picMkLst>
        </pc:picChg>
        <pc:picChg chg="add mod">
          <ac:chgData name="Minh Huynh" userId="01a137d4-0d81-46e0-aca6-c9185b391828" providerId="ADAL" clId="{CF02122B-8685-4227-9B3E-A85B24F402DE}" dt="2026-10-13T10:01:58.994" v="646" actId="1076"/>
          <ac:picMkLst>
            <pc:docMk/>
            <pc:sldMk cId="3990577403" sldId="885"/>
            <ac:picMk id="7" creationId="{D72A64B2-69DE-4B19-B56E-CECBF7044AE7}"/>
          </ac:picMkLst>
        </pc:picChg>
        <pc:picChg chg="del">
          <ac:chgData name="Minh Huynh" userId="01a137d4-0d81-46e0-aca6-c9185b391828" providerId="ADAL" clId="{CF02122B-8685-4227-9B3E-A85B24F402DE}" dt="2026-10-13T10:01:47.368" v="637" actId="478"/>
          <ac:picMkLst>
            <pc:docMk/>
            <pc:sldMk cId="3990577403" sldId="885"/>
            <ac:picMk id="8" creationId="{5AD9CC63-9F8E-4996-89E7-315F06303FD0}"/>
          </ac:picMkLst>
        </pc:picChg>
      </pc:sldChg>
      <pc:sldChg chg="addSp delSp modSp add mod">
        <pc:chgData name="Minh Huynh" userId="01a137d4-0d81-46e0-aca6-c9185b391828" providerId="ADAL" clId="{CF02122B-8685-4227-9B3E-A85B24F402DE}" dt="2026-10-13T10:04:46.492" v="712" actId="255"/>
        <pc:sldMkLst>
          <pc:docMk/>
          <pc:sldMk cId="4248706899" sldId="886"/>
        </pc:sldMkLst>
        <pc:spChg chg="mod">
          <ac:chgData name="Minh Huynh" userId="01a137d4-0d81-46e0-aca6-c9185b391828" providerId="ADAL" clId="{CF02122B-8685-4227-9B3E-A85B24F402DE}" dt="2026-10-13T10:03:39.997" v="700" actId="20577"/>
          <ac:spMkLst>
            <pc:docMk/>
            <pc:sldMk cId="4248706899" sldId="886"/>
            <ac:spMk id="4" creationId="{7BC73E8E-0D58-4B4B-A5C4-A8AE38997407}"/>
          </ac:spMkLst>
        </pc:spChg>
        <pc:spChg chg="del">
          <ac:chgData name="Minh Huynh" userId="01a137d4-0d81-46e0-aca6-c9185b391828" providerId="ADAL" clId="{CF02122B-8685-4227-9B3E-A85B24F402DE}" dt="2026-10-13T10:03:53.789" v="702" actId="478"/>
          <ac:spMkLst>
            <pc:docMk/>
            <pc:sldMk cId="4248706899" sldId="886"/>
            <ac:spMk id="5" creationId="{3BBBF4A9-1FF9-45CB-8257-FB748ECAEB1A}"/>
          </ac:spMkLst>
        </pc:spChg>
        <pc:spChg chg="add mod">
          <ac:chgData name="Minh Huynh" userId="01a137d4-0d81-46e0-aca6-c9185b391828" providerId="ADAL" clId="{CF02122B-8685-4227-9B3E-A85B24F402DE}" dt="2026-10-13T10:04:42.010" v="710" actId="1076"/>
          <ac:spMkLst>
            <pc:docMk/>
            <pc:sldMk cId="4248706899" sldId="886"/>
            <ac:spMk id="6" creationId="{9A35D4F0-877C-44CB-903F-1C71A94A4C9D}"/>
          </ac:spMkLst>
        </pc:spChg>
        <pc:graphicFrameChg chg="add mod modGraphic">
          <ac:chgData name="Minh Huynh" userId="01a137d4-0d81-46e0-aca6-c9185b391828" providerId="ADAL" clId="{CF02122B-8685-4227-9B3E-A85B24F402DE}" dt="2026-10-13T10:04:46.492" v="712" actId="255"/>
          <ac:graphicFrameMkLst>
            <pc:docMk/>
            <pc:sldMk cId="4248706899" sldId="886"/>
            <ac:graphicFrameMk id="8" creationId="{0403CDC1-4B4D-4F0E-9059-FC01B9662EE9}"/>
          </ac:graphicFrameMkLst>
        </pc:graphicFrameChg>
        <pc:picChg chg="del">
          <ac:chgData name="Minh Huynh" userId="01a137d4-0d81-46e0-aca6-c9185b391828" providerId="ADAL" clId="{CF02122B-8685-4227-9B3E-A85B24F402DE}" dt="2026-10-13T10:03:41.310" v="701" actId="478"/>
          <ac:picMkLst>
            <pc:docMk/>
            <pc:sldMk cId="4248706899" sldId="886"/>
            <ac:picMk id="7" creationId="{D72A64B2-69DE-4B19-B56E-CECBF7044AE7}"/>
          </ac:picMkLst>
        </pc:picChg>
      </pc:sldChg>
      <pc:sldChg chg="del">
        <pc:chgData name="Minh Huynh" userId="01a137d4-0d81-46e0-aca6-c9185b391828" providerId="ADAL" clId="{CF02122B-8685-4227-9B3E-A85B24F402DE}" dt="2026-10-13T09:54:35.156" v="0" actId="47"/>
        <pc:sldMkLst>
          <pc:docMk/>
          <pc:sldMk cId="950690789" sldId="4365"/>
        </pc:sldMkLst>
      </pc:sldChg>
      <pc:sldChg chg="del">
        <pc:chgData name="Minh Huynh" userId="01a137d4-0d81-46e0-aca6-c9185b391828" providerId="ADAL" clId="{CF02122B-8685-4227-9B3E-A85B24F402DE}" dt="2026-10-13T09:54:35.156" v="0" actId="47"/>
        <pc:sldMkLst>
          <pc:docMk/>
          <pc:sldMk cId="3735371360" sldId="4378"/>
        </pc:sldMkLst>
      </pc:sldChg>
      <pc:sldChg chg="del">
        <pc:chgData name="Minh Huynh" userId="01a137d4-0d81-46e0-aca6-c9185b391828" providerId="ADAL" clId="{CF02122B-8685-4227-9B3E-A85B24F402DE}" dt="2026-10-13T09:54:35.156" v="0" actId="47"/>
        <pc:sldMkLst>
          <pc:docMk/>
          <pc:sldMk cId="3009185353" sldId="4379"/>
        </pc:sldMkLst>
      </pc:sldChg>
      <pc:sldChg chg="addSp delSp modSp add mod">
        <pc:chgData name="Minh Huynh" userId="01a137d4-0d81-46e0-aca6-c9185b391828" providerId="ADAL" clId="{CF02122B-8685-4227-9B3E-A85B24F402DE}" dt="2026-10-13T10:08:29.572" v="1178" actId="207"/>
        <pc:sldMkLst>
          <pc:docMk/>
          <pc:sldMk cId="948970440" sldId="4402"/>
        </pc:sldMkLst>
        <pc:spChg chg="del">
          <ac:chgData name="Minh Huynh" userId="01a137d4-0d81-46e0-aca6-c9185b391828" providerId="ADAL" clId="{CF02122B-8685-4227-9B3E-A85B24F402DE}" dt="2026-10-13T10:05:27.168" v="719" actId="478"/>
          <ac:spMkLst>
            <pc:docMk/>
            <pc:sldMk cId="948970440" sldId="4402"/>
            <ac:spMk id="9" creationId="{274AF733-5518-4709-8CB2-B899A8D12C92}"/>
          </ac:spMkLst>
        </pc:spChg>
        <pc:spChg chg="add mod">
          <ac:chgData name="Minh Huynh" userId="01a137d4-0d81-46e0-aca6-c9185b391828" providerId="ADAL" clId="{CF02122B-8685-4227-9B3E-A85B24F402DE}" dt="2026-10-13T10:05:25.264" v="718"/>
          <ac:spMkLst>
            <pc:docMk/>
            <pc:sldMk cId="948970440" sldId="4402"/>
            <ac:spMk id="15" creationId="{EC1C95F5-6A0F-455A-ABF6-EB0936A066F9}"/>
          </ac:spMkLst>
        </pc:spChg>
        <pc:spChg chg="mod">
          <ac:chgData name="Minh Huynh" userId="01a137d4-0d81-46e0-aca6-c9185b391828" providerId="ADAL" clId="{CF02122B-8685-4227-9B3E-A85B24F402DE}" dt="2026-10-13T10:08:29.572" v="1178" actId="207"/>
          <ac:spMkLst>
            <pc:docMk/>
            <pc:sldMk cId="948970440" sldId="4402"/>
            <ac:spMk id="16" creationId="{BC49603C-6AA2-457D-AF4E-8B3F785DAE1E}"/>
          </ac:spMkLst>
        </pc:spChg>
        <pc:spChg chg="del">
          <ac:chgData name="Minh Huynh" userId="01a137d4-0d81-46e0-aca6-c9185b391828" providerId="ADAL" clId="{CF02122B-8685-4227-9B3E-A85B24F402DE}" dt="2026-10-13T10:05:15.373" v="714" actId="478"/>
          <ac:spMkLst>
            <pc:docMk/>
            <pc:sldMk cId="948970440" sldId="4402"/>
            <ac:spMk id="17" creationId="{DA6AE146-654F-4033-B9AC-1E09CD292D96}"/>
          </ac:spMkLst>
        </pc:spChg>
        <pc:spChg chg="del">
          <ac:chgData name="Minh Huynh" userId="01a137d4-0d81-46e0-aca6-c9185b391828" providerId="ADAL" clId="{CF02122B-8685-4227-9B3E-A85B24F402DE}" dt="2026-10-13T10:05:15.373" v="714" actId="478"/>
          <ac:spMkLst>
            <pc:docMk/>
            <pc:sldMk cId="948970440" sldId="4402"/>
            <ac:spMk id="18" creationId="{2017006E-C48F-41C0-AD24-1C0C305C3C90}"/>
          </ac:spMkLst>
        </pc:spChg>
        <pc:spChg chg="del">
          <ac:chgData name="Minh Huynh" userId="01a137d4-0d81-46e0-aca6-c9185b391828" providerId="ADAL" clId="{CF02122B-8685-4227-9B3E-A85B24F402DE}" dt="2026-10-13T10:05:15.373" v="714" actId="478"/>
          <ac:spMkLst>
            <pc:docMk/>
            <pc:sldMk cId="948970440" sldId="4402"/>
            <ac:spMk id="19" creationId="{D025FDA7-FCCA-4855-8D96-FD15969E33F4}"/>
          </ac:spMkLst>
        </pc:spChg>
        <pc:spChg chg="del">
          <ac:chgData name="Minh Huynh" userId="01a137d4-0d81-46e0-aca6-c9185b391828" providerId="ADAL" clId="{CF02122B-8685-4227-9B3E-A85B24F402DE}" dt="2026-10-13T10:05:15.373" v="714" actId="478"/>
          <ac:spMkLst>
            <pc:docMk/>
            <pc:sldMk cId="948970440" sldId="4402"/>
            <ac:spMk id="26" creationId="{6FDBD5E1-665A-42E8-B542-A6ACE81D204F}"/>
          </ac:spMkLst>
        </pc:spChg>
        <pc:spChg chg="del">
          <ac:chgData name="Minh Huynh" userId="01a137d4-0d81-46e0-aca6-c9185b391828" providerId="ADAL" clId="{CF02122B-8685-4227-9B3E-A85B24F402DE}" dt="2026-10-13T10:05:15.373" v="714" actId="478"/>
          <ac:spMkLst>
            <pc:docMk/>
            <pc:sldMk cId="948970440" sldId="4402"/>
            <ac:spMk id="27" creationId="{957449ED-34A3-4169-B387-DC68D3871F35}"/>
          </ac:spMkLst>
        </pc:spChg>
        <pc:spChg chg="del">
          <ac:chgData name="Minh Huynh" userId="01a137d4-0d81-46e0-aca6-c9185b391828" providerId="ADAL" clId="{CF02122B-8685-4227-9B3E-A85B24F402DE}" dt="2026-10-13T10:05:15.373" v="714" actId="478"/>
          <ac:spMkLst>
            <pc:docMk/>
            <pc:sldMk cId="948970440" sldId="4402"/>
            <ac:spMk id="28" creationId="{16945115-EF21-4144-B22E-8D259E2DE49D}"/>
          </ac:spMkLst>
        </pc:spChg>
        <pc:spChg chg="del">
          <ac:chgData name="Minh Huynh" userId="01a137d4-0d81-46e0-aca6-c9185b391828" providerId="ADAL" clId="{CF02122B-8685-4227-9B3E-A85B24F402DE}" dt="2026-10-13T10:05:15.373" v="714" actId="478"/>
          <ac:spMkLst>
            <pc:docMk/>
            <pc:sldMk cId="948970440" sldId="4402"/>
            <ac:spMk id="29" creationId="{3AEE2E39-D416-4956-8AFA-443061445380}"/>
          </ac:spMkLst>
        </pc:spChg>
        <pc:spChg chg="del">
          <ac:chgData name="Minh Huynh" userId="01a137d4-0d81-46e0-aca6-c9185b391828" providerId="ADAL" clId="{CF02122B-8685-4227-9B3E-A85B24F402DE}" dt="2026-10-13T10:05:15.373" v="714" actId="478"/>
          <ac:spMkLst>
            <pc:docMk/>
            <pc:sldMk cId="948970440" sldId="4402"/>
            <ac:spMk id="30" creationId="{0DC7BE95-500E-4DA0-85DC-486CDAF4E7CC}"/>
          </ac:spMkLst>
        </pc:spChg>
        <pc:spChg chg="del">
          <ac:chgData name="Minh Huynh" userId="01a137d4-0d81-46e0-aca6-c9185b391828" providerId="ADAL" clId="{CF02122B-8685-4227-9B3E-A85B24F402DE}" dt="2026-10-13T10:05:15.373" v="714" actId="478"/>
          <ac:spMkLst>
            <pc:docMk/>
            <pc:sldMk cId="948970440" sldId="4402"/>
            <ac:spMk id="31" creationId="{A21C8DB3-859D-4BBC-8D65-BF4994842727}"/>
          </ac:spMkLst>
        </pc:spChg>
        <pc:spChg chg="del">
          <ac:chgData name="Minh Huynh" userId="01a137d4-0d81-46e0-aca6-c9185b391828" providerId="ADAL" clId="{CF02122B-8685-4227-9B3E-A85B24F402DE}" dt="2026-10-13T10:05:15.373" v="714" actId="478"/>
          <ac:spMkLst>
            <pc:docMk/>
            <pc:sldMk cId="948970440" sldId="4402"/>
            <ac:spMk id="32" creationId="{F10E2FB2-B5B9-4B30-9B98-90C01C0ACC0D}"/>
          </ac:spMkLst>
        </pc:spChg>
        <pc:picChg chg="mod">
          <ac:chgData name="Minh Huynh" userId="01a137d4-0d81-46e0-aca6-c9185b391828" providerId="ADAL" clId="{CF02122B-8685-4227-9B3E-A85B24F402DE}" dt="2026-10-13T10:05:55.216" v="722" actId="1076"/>
          <ac:picMkLst>
            <pc:docMk/>
            <pc:sldMk cId="948970440" sldId="4402"/>
            <ac:picMk id="16386" creationId="{934D4D33-A229-4777-BA91-483B455F76B7}"/>
          </ac:picMkLst>
        </pc:picChg>
      </pc:sldChg>
      <pc:sldChg chg="del">
        <pc:chgData name="Minh Huynh" userId="01a137d4-0d81-46e0-aca6-c9185b391828" providerId="ADAL" clId="{CF02122B-8685-4227-9B3E-A85B24F402DE}" dt="2026-10-13T09:54:35.156" v="0" actId="47"/>
        <pc:sldMkLst>
          <pc:docMk/>
          <pc:sldMk cId="3987322098" sldId="4416"/>
        </pc:sldMkLst>
      </pc:sldChg>
      <pc:sldChg chg="del">
        <pc:chgData name="Minh Huynh" userId="01a137d4-0d81-46e0-aca6-c9185b391828" providerId="ADAL" clId="{CF02122B-8685-4227-9B3E-A85B24F402DE}" dt="2026-10-13T09:54:35.156" v="0" actId="47"/>
        <pc:sldMkLst>
          <pc:docMk/>
          <pc:sldMk cId="1445164029" sldId="4425"/>
        </pc:sldMkLst>
      </pc:sldChg>
      <pc:sldChg chg="del">
        <pc:chgData name="Minh Huynh" userId="01a137d4-0d81-46e0-aca6-c9185b391828" providerId="ADAL" clId="{CF02122B-8685-4227-9B3E-A85B24F402DE}" dt="2026-10-13T09:54:35.156" v="0" actId="47"/>
        <pc:sldMkLst>
          <pc:docMk/>
          <pc:sldMk cId="412457508" sldId="4426"/>
        </pc:sldMkLst>
      </pc:sldChg>
      <pc:sldChg chg="addSp delSp modSp add mod">
        <pc:chgData name="Minh Huynh" userId="01a137d4-0d81-46e0-aca6-c9185b391828" providerId="ADAL" clId="{CF02122B-8685-4227-9B3E-A85B24F402DE}" dt="2026-10-13T10:08:55.033" v="1182"/>
        <pc:sldMkLst>
          <pc:docMk/>
          <pc:sldMk cId="3972383475" sldId="4435"/>
        </pc:sldMkLst>
        <pc:spChg chg="del">
          <ac:chgData name="Minh Huynh" userId="01a137d4-0d81-46e0-aca6-c9185b391828" providerId="ADAL" clId="{CF02122B-8685-4227-9B3E-A85B24F402DE}" dt="2026-10-13T10:08:49.768" v="1180" actId="478"/>
          <ac:spMkLst>
            <pc:docMk/>
            <pc:sldMk cId="3972383475" sldId="4435"/>
            <ac:spMk id="9" creationId="{274AF733-5518-4709-8CB2-B899A8D12C92}"/>
          </ac:spMkLst>
        </pc:spChg>
        <pc:spChg chg="add mod">
          <ac:chgData name="Minh Huynh" userId="01a137d4-0d81-46e0-aca6-c9185b391828" providerId="ADAL" clId="{CF02122B-8685-4227-9B3E-A85B24F402DE}" dt="2026-10-13T10:08:55.033" v="1182"/>
          <ac:spMkLst>
            <pc:docMk/>
            <pc:sldMk cId="3972383475" sldId="4435"/>
            <ac:spMk id="20" creationId="{7FAC479C-6720-4D1E-A9AB-31836C0A3BD2}"/>
          </ac:spMkLst>
        </pc:spChg>
        <pc:spChg chg="del">
          <ac:chgData name="Minh Huynh" userId="01a137d4-0d81-46e0-aca6-c9185b391828" providerId="ADAL" clId="{CF02122B-8685-4227-9B3E-A85B24F402DE}" dt="2026-10-13T10:08:51.039" v="1181" actId="478"/>
          <ac:spMkLst>
            <pc:docMk/>
            <pc:sldMk cId="3972383475" sldId="4435"/>
            <ac:spMk id="26" creationId="{48313235-E04B-4AEF-8D99-9515FDA7DC52}"/>
          </ac:spMkLst>
        </pc:spChg>
        <pc:spChg chg="del">
          <ac:chgData name="Minh Huynh" userId="01a137d4-0d81-46e0-aca6-c9185b391828" providerId="ADAL" clId="{CF02122B-8685-4227-9B3E-A85B24F402DE}" dt="2026-10-13T10:08:51.039" v="1181" actId="478"/>
          <ac:spMkLst>
            <pc:docMk/>
            <pc:sldMk cId="3972383475" sldId="4435"/>
            <ac:spMk id="27" creationId="{8651F3DE-363B-4A26-B27B-110B32E17A7B}"/>
          </ac:spMkLst>
        </pc:spChg>
        <pc:spChg chg="del">
          <ac:chgData name="Minh Huynh" userId="01a137d4-0d81-46e0-aca6-c9185b391828" providerId="ADAL" clId="{CF02122B-8685-4227-9B3E-A85B24F402DE}" dt="2026-10-13T10:08:51.039" v="1181" actId="478"/>
          <ac:spMkLst>
            <pc:docMk/>
            <pc:sldMk cId="3972383475" sldId="4435"/>
            <ac:spMk id="28" creationId="{ABE24270-FED7-46E7-BD1A-E012EB1842A0}"/>
          </ac:spMkLst>
        </pc:spChg>
        <pc:spChg chg="del">
          <ac:chgData name="Minh Huynh" userId="01a137d4-0d81-46e0-aca6-c9185b391828" providerId="ADAL" clId="{CF02122B-8685-4227-9B3E-A85B24F402DE}" dt="2026-10-13T10:08:51.039" v="1181" actId="478"/>
          <ac:spMkLst>
            <pc:docMk/>
            <pc:sldMk cId="3972383475" sldId="4435"/>
            <ac:spMk id="29" creationId="{015C0AF2-F4CA-4A9C-9CC7-270E87D903C3}"/>
          </ac:spMkLst>
        </pc:spChg>
        <pc:spChg chg="del">
          <ac:chgData name="Minh Huynh" userId="01a137d4-0d81-46e0-aca6-c9185b391828" providerId="ADAL" clId="{CF02122B-8685-4227-9B3E-A85B24F402DE}" dt="2026-10-13T10:08:51.039" v="1181" actId="478"/>
          <ac:spMkLst>
            <pc:docMk/>
            <pc:sldMk cId="3972383475" sldId="4435"/>
            <ac:spMk id="30" creationId="{F74B5200-09D6-437A-880D-9DF949BD63D0}"/>
          </ac:spMkLst>
        </pc:spChg>
        <pc:spChg chg="del">
          <ac:chgData name="Minh Huynh" userId="01a137d4-0d81-46e0-aca6-c9185b391828" providerId="ADAL" clId="{CF02122B-8685-4227-9B3E-A85B24F402DE}" dt="2026-10-13T10:08:51.039" v="1181" actId="478"/>
          <ac:spMkLst>
            <pc:docMk/>
            <pc:sldMk cId="3972383475" sldId="4435"/>
            <ac:spMk id="31" creationId="{35EA1758-AAC3-4AB9-908A-8FEF63A678DE}"/>
          </ac:spMkLst>
        </pc:spChg>
        <pc:spChg chg="del">
          <ac:chgData name="Minh Huynh" userId="01a137d4-0d81-46e0-aca6-c9185b391828" providerId="ADAL" clId="{CF02122B-8685-4227-9B3E-A85B24F402DE}" dt="2026-10-13T10:08:51.039" v="1181" actId="478"/>
          <ac:spMkLst>
            <pc:docMk/>
            <pc:sldMk cId="3972383475" sldId="4435"/>
            <ac:spMk id="32" creationId="{436C0B1F-0460-4683-9D7F-CE12003F442C}"/>
          </ac:spMkLst>
        </pc:spChg>
        <pc:spChg chg="del">
          <ac:chgData name="Minh Huynh" userId="01a137d4-0d81-46e0-aca6-c9185b391828" providerId="ADAL" clId="{CF02122B-8685-4227-9B3E-A85B24F402DE}" dt="2026-10-13T10:08:51.039" v="1181" actId="478"/>
          <ac:spMkLst>
            <pc:docMk/>
            <pc:sldMk cId="3972383475" sldId="4435"/>
            <ac:spMk id="33" creationId="{CF547FE3-ADC2-43BE-B41C-3C8D1B3A093D}"/>
          </ac:spMkLst>
        </pc:spChg>
        <pc:spChg chg="del">
          <ac:chgData name="Minh Huynh" userId="01a137d4-0d81-46e0-aca6-c9185b391828" providerId="ADAL" clId="{CF02122B-8685-4227-9B3E-A85B24F402DE}" dt="2026-10-13T10:08:51.039" v="1181" actId="478"/>
          <ac:spMkLst>
            <pc:docMk/>
            <pc:sldMk cId="3972383475" sldId="4435"/>
            <ac:spMk id="34" creationId="{F4619AA9-A10C-4EEF-82E8-7432ED7030CD}"/>
          </ac:spMkLst>
        </pc:spChg>
        <pc:spChg chg="del">
          <ac:chgData name="Minh Huynh" userId="01a137d4-0d81-46e0-aca6-c9185b391828" providerId="ADAL" clId="{CF02122B-8685-4227-9B3E-A85B24F402DE}" dt="2026-10-13T10:08:51.039" v="1181" actId="478"/>
          <ac:spMkLst>
            <pc:docMk/>
            <pc:sldMk cId="3972383475" sldId="4435"/>
            <ac:spMk id="35" creationId="{1D297A1C-6235-4454-A036-01F07E2DCAAA}"/>
          </ac:spMkLst>
        </pc:spChg>
      </pc:sldChg>
      <pc:sldChg chg="del">
        <pc:chgData name="Minh Huynh" userId="01a137d4-0d81-46e0-aca6-c9185b391828" providerId="ADAL" clId="{CF02122B-8685-4227-9B3E-A85B24F402DE}" dt="2026-10-13T09:54:35.156" v="0" actId="47"/>
        <pc:sldMkLst>
          <pc:docMk/>
          <pc:sldMk cId="395577533" sldId="4446"/>
        </pc:sldMkLst>
      </pc:sldChg>
      <pc:sldChg chg="del">
        <pc:chgData name="Minh Huynh" userId="01a137d4-0d81-46e0-aca6-c9185b391828" providerId="ADAL" clId="{CF02122B-8685-4227-9B3E-A85B24F402DE}" dt="2026-10-13T09:54:35.156" v="0" actId="47"/>
        <pc:sldMkLst>
          <pc:docMk/>
          <pc:sldMk cId="3522385299" sldId="4465"/>
        </pc:sldMkLst>
      </pc:sldChg>
      <pc:sldChg chg="del">
        <pc:chgData name="Minh Huynh" userId="01a137d4-0d81-46e0-aca6-c9185b391828" providerId="ADAL" clId="{CF02122B-8685-4227-9B3E-A85B24F402DE}" dt="2026-10-13T09:54:35.156" v="0" actId="47"/>
        <pc:sldMkLst>
          <pc:docMk/>
          <pc:sldMk cId="1734041963" sldId="4466"/>
        </pc:sldMkLst>
      </pc:sldChg>
      <pc:sldChg chg="addSp delSp modSp add mod">
        <pc:chgData name="Minh Huynh" userId="01a137d4-0d81-46e0-aca6-c9185b391828" providerId="ADAL" clId="{CF02122B-8685-4227-9B3E-A85B24F402DE}" dt="2026-10-13T10:09:29.091" v="1207" actId="20577"/>
        <pc:sldMkLst>
          <pc:docMk/>
          <pc:sldMk cId="2977395832" sldId="4469"/>
        </pc:sldMkLst>
        <pc:spChg chg="del">
          <ac:chgData name="Minh Huynh" userId="01a137d4-0d81-46e0-aca6-c9185b391828" providerId="ADAL" clId="{CF02122B-8685-4227-9B3E-A85B24F402DE}" dt="2026-10-13T10:09:18.844" v="1185" actId="478"/>
          <ac:spMkLst>
            <pc:docMk/>
            <pc:sldMk cId="2977395832" sldId="4469"/>
            <ac:spMk id="16" creationId="{216DD188-8A5A-40D9-9B86-2BE5D9435EB8}"/>
          </ac:spMkLst>
        </pc:spChg>
        <pc:spChg chg="del">
          <ac:chgData name="Minh Huynh" userId="01a137d4-0d81-46e0-aca6-c9185b391828" providerId="ADAL" clId="{CF02122B-8685-4227-9B3E-A85B24F402DE}" dt="2026-10-13T10:09:18.844" v="1185" actId="478"/>
          <ac:spMkLst>
            <pc:docMk/>
            <pc:sldMk cId="2977395832" sldId="4469"/>
            <ac:spMk id="17" creationId="{FD837F71-92F1-40F8-A449-ECB5D2983FE8}"/>
          </ac:spMkLst>
        </pc:spChg>
        <pc:spChg chg="del">
          <ac:chgData name="Minh Huynh" userId="01a137d4-0d81-46e0-aca6-c9185b391828" providerId="ADAL" clId="{CF02122B-8685-4227-9B3E-A85B24F402DE}" dt="2026-10-13T10:09:18.844" v="1185" actId="478"/>
          <ac:spMkLst>
            <pc:docMk/>
            <pc:sldMk cId="2977395832" sldId="4469"/>
            <ac:spMk id="18" creationId="{F511F27D-C4CF-4531-96DC-E028EBB8E9CF}"/>
          </ac:spMkLst>
        </pc:spChg>
        <pc:spChg chg="del">
          <ac:chgData name="Minh Huynh" userId="01a137d4-0d81-46e0-aca6-c9185b391828" providerId="ADAL" clId="{CF02122B-8685-4227-9B3E-A85B24F402DE}" dt="2026-10-13T10:09:18.844" v="1185" actId="478"/>
          <ac:spMkLst>
            <pc:docMk/>
            <pc:sldMk cId="2977395832" sldId="4469"/>
            <ac:spMk id="19" creationId="{02B66A19-0152-486A-A9C4-A749516DCEDD}"/>
          </ac:spMkLst>
        </pc:spChg>
        <pc:spChg chg="del">
          <ac:chgData name="Minh Huynh" userId="01a137d4-0d81-46e0-aca6-c9185b391828" providerId="ADAL" clId="{CF02122B-8685-4227-9B3E-A85B24F402DE}" dt="2026-10-13T10:09:18.844" v="1185" actId="478"/>
          <ac:spMkLst>
            <pc:docMk/>
            <pc:sldMk cId="2977395832" sldId="4469"/>
            <ac:spMk id="20" creationId="{652311E4-E7BC-48B8-95BE-4B3DA28B6F9C}"/>
          </ac:spMkLst>
        </pc:spChg>
        <pc:spChg chg="del">
          <ac:chgData name="Minh Huynh" userId="01a137d4-0d81-46e0-aca6-c9185b391828" providerId="ADAL" clId="{CF02122B-8685-4227-9B3E-A85B24F402DE}" dt="2026-10-13T10:09:18.844" v="1185" actId="478"/>
          <ac:spMkLst>
            <pc:docMk/>
            <pc:sldMk cId="2977395832" sldId="4469"/>
            <ac:spMk id="21" creationId="{C6D4E577-42DE-4620-96B2-B27B7B5B0001}"/>
          </ac:spMkLst>
        </pc:spChg>
        <pc:spChg chg="del">
          <ac:chgData name="Minh Huynh" userId="01a137d4-0d81-46e0-aca6-c9185b391828" providerId="ADAL" clId="{CF02122B-8685-4227-9B3E-A85B24F402DE}" dt="2026-10-13T10:09:18.844" v="1185" actId="478"/>
          <ac:spMkLst>
            <pc:docMk/>
            <pc:sldMk cId="2977395832" sldId="4469"/>
            <ac:spMk id="22" creationId="{76521838-B1AA-4FE8-A741-1DDBBDDF2AC3}"/>
          </ac:spMkLst>
        </pc:spChg>
        <pc:spChg chg="del">
          <ac:chgData name="Minh Huynh" userId="01a137d4-0d81-46e0-aca6-c9185b391828" providerId="ADAL" clId="{CF02122B-8685-4227-9B3E-A85B24F402DE}" dt="2026-10-13T10:09:18.844" v="1185" actId="478"/>
          <ac:spMkLst>
            <pc:docMk/>
            <pc:sldMk cId="2977395832" sldId="4469"/>
            <ac:spMk id="23" creationId="{D20DEC61-3C8D-468B-8740-2AF7B430F14E}"/>
          </ac:spMkLst>
        </pc:spChg>
        <pc:spChg chg="del">
          <ac:chgData name="Minh Huynh" userId="01a137d4-0d81-46e0-aca6-c9185b391828" providerId="ADAL" clId="{CF02122B-8685-4227-9B3E-A85B24F402DE}" dt="2026-10-13T10:09:18.844" v="1185" actId="478"/>
          <ac:spMkLst>
            <pc:docMk/>
            <pc:sldMk cId="2977395832" sldId="4469"/>
            <ac:spMk id="24" creationId="{4AE45562-1BD9-4442-A346-E8A0111DD90B}"/>
          </ac:spMkLst>
        </pc:spChg>
        <pc:spChg chg="del">
          <ac:chgData name="Minh Huynh" userId="01a137d4-0d81-46e0-aca6-c9185b391828" providerId="ADAL" clId="{CF02122B-8685-4227-9B3E-A85B24F402DE}" dt="2026-10-13T10:09:18.844" v="1185" actId="478"/>
          <ac:spMkLst>
            <pc:docMk/>
            <pc:sldMk cId="2977395832" sldId="4469"/>
            <ac:spMk id="25" creationId="{C8ED9B0D-6CCE-4E36-A6F6-8DD064197890}"/>
          </ac:spMkLst>
        </pc:spChg>
        <pc:spChg chg="del">
          <ac:chgData name="Minh Huynh" userId="01a137d4-0d81-46e0-aca6-c9185b391828" providerId="ADAL" clId="{CF02122B-8685-4227-9B3E-A85B24F402DE}" dt="2026-10-13T10:09:18.844" v="1185" actId="478"/>
          <ac:spMkLst>
            <pc:docMk/>
            <pc:sldMk cId="2977395832" sldId="4469"/>
            <ac:spMk id="26" creationId="{213B5F16-AEBB-4AF9-A8BE-E1F665ACE58E}"/>
          </ac:spMkLst>
        </pc:spChg>
        <pc:spChg chg="del">
          <ac:chgData name="Minh Huynh" userId="01a137d4-0d81-46e0-aca6-c9185b391828" providerId="ADAL" clId="{CF02122B-8685-4227-9B3E-A85B24F402DE}" dt="2026-10-13T10:09:18.844" v="1185" actId="478"/>
          <ac:spMkLst>
            <pc:docMk/>
            <pc:sldMk cId="2977395832" sldId="4469"/>
            <ac:spMk id="27" creationId="{214F3BA2-2887-4D81-97CB-B4490DCDB410}"/>
          </ac:spMkLst>
        </pc:spChg>
        <pc:spChg chg="del">
          <ac:chgData name="Minh Huynh" userId="01a137d4-0d81-46e0-aca6-c9185b391828" providerId="ADAL" clId="{CF02122B-8685-4227-9B3E-A85B24F402DE}" dt="2026-10-13T10:09:18.844" v="1185" actId="478"/>
          <ac:spMkLst>
            <pc:docMk/>
            <pc:sldMk cId="2977395832" sldId="4469"/>
            <ac:spMk id="28" creationId="{E9EA9892-61DA-41F0-BB89-711FCA45CF43}"/>
          </ac:spMkLst>
        </pc:spChg>
        <pc:spChg chg="add mod">
          <ac:chgData name="Minh Huynh" userId="01a137d4-0d81-46e0-aca6-c9185b391828" providerId="ADAL" clId="{CF02122B-8685-4227-9B3E-A85B24F402DE}" dt="2026-10-13T10:09:29.091" v="1207" actId="20577"/>
          <ac:spMkLst>
            <pc:docMk/>
            <pc:sldMk cId="2977395832" sldId="4469"/>
            <ac:spMk id="29" creationId="{BEA97F0A-DC76-49A0-9613-0BFB9544D51C}"/>
          </ac:spMkLst>
        </pc:spChg>
        <pc:spChg chg="del">
          <ac:chgData name="Minh Huynh" userId="01a137d4-0d81-46e0-aca6-c9185b391828" providerId="ADAL" clId="{CF02122B-8685-4227-9B3E-A85B24F402DE}" dt="2026-10-13T10:09:17.259" v="1184" actId="478"/>
          <ac:spMkLst>
            <pc:docMk/>
            <pc:sldMk cId="2977395832" sldId="4469"/>
            <ac:spMk id="81" creationId="{FB9452E1-2F55-47A6-9FC0-5D515A7EF402}"/>
          </ac:spMkLst>
        </pc:spChg>
      </pc:sldChg>
      <pc:sldChg chg="addSp delSp modSp add mod">
        <pc:chgData name="Minh Huynh" userId="01a137d4-0d81-46e0-aca6-c9185b391828" providerId="ADAL" clId="{CF02122B-8685-4227-9B3E-A85B24F402DE}" dt="2026-10-13T10:12:26.786" v="1288" actId="1076"/>
        <pc:sldMkLst>
          <pc:docMk/>
          <pc:sldMk cId="815801266" sldId="4471"/>
        </pc:sldMkLst>
        <pc:spChg chg="del">
          <ac:chgData name="Minh Huynh" userId="01a137d4-0d81-46e0-aca6-c9185b391828" providerId="ADAL" clId="{CF02122B-8685-4227-9B3E-A85B24F402DE}" dt="2026-10-13T10:09:46.308" v="1209" actId="478"/>
          <ac:spMkLst>
            <pc:docMk/>
            <pc:sldMk cId="815801266" sldId="4471"/>
            <ac:spMk id="12" creationId="{57946335-B9E2-47F4-A890-8A79D1F4DF5B}"/>
          </ac:spMkLst>
        </pc:spChg>
        <pc:spChg chg="del">
          <ac:chgData name="Minh Huynh" userId="01a137d4-0d81-46e0-aca6-c9185b391828" providerId="ADAL" clId="{CF02122B-8685-4227-9B3E-A85B24F402DE}" dt="2026-10-13T10:10:08.616" v="1234" actId="478"/>
          <ac:spMkLst>
            <pc:docMk/>
            <pc:sldMk cId="815801266" sldId="4471"/>
            <ac:spMk id="13" creationId="{44EB9DBD-8373-4754-A680-82FF287BACA2}"/>
          </ac:spMkLst>
        </pc:spChg>
        <pc:spChg chg="del">
          <ac:chgData name="Minh Huynh" userId="01a137d4-0d81-46e0-aca6-c9185b391828" providerId="ADAL" clId="{CF02122B-8685-4227-9B3E-A85B24F402DE}" dt="2026-10-13T10:09:46.308" v="1209" actId="478"/>
          <ac:spMkLst>
            <pc:docMk/>
            <pc:sldMk cId="815801266" sldId="4471"/>
            <ac:spMk id="14" creationId="{3D5CDE13-35B7-4938-BCDC-F71F20B6ADE1}"/>
          </ac:spMkLst>
        </pc:spChg>
        <pc:spChg chg="del">
          <ac:chgData name="Minh Huynh" userId="01a137d4-0d81-46e0-aca6-c9185b391828" providerId="ADAL" clId="{CF02122B-8685-4227-9B3E-A85B24F402DE}" dt="2026-10-13T10:09:46.308" v="1209" actId="478"/>
          <ac:spMkLst>
            <pc:docMk/>
            <pc:sldMk cId="815801266" sldId="4471"/>
            <ac:spMk id="15" creationId="{E9EB42CF-7333-4B12-A0F0-92673FA2DB76}"/>
          </ac:spMkLst>
        </pc:spChg>
        <pc:spChg chg="del">
          <ac:chgData name="Minh Huynh" userId="01a137d4-0d81-46e0-aca6-c9185b391828" providerId="ADAL" clId="{CF02122B-8685-4227-9B3E-A85B24F402DE}" dt="2026-10-13T10:09:46.308" v="1209" actId="478"/>
          <ac:spMkLst>
            <pc:docMk/>
            <pc:sldMk cId="815801266" sldId="4471"/>
            <ac:spMk id="16" creationId="{0C218757-9842-4687-ABCB-58F33FEAC9EA}"/>
          </ac:spMkLst>
        </pc:spChg>
        <pc:spChg chg="del">
          <ac:chgData name="Minh Huynh" userId="01a137d4-0d81-46e0-aca6-c9185b391828" providerId="ADAL" clId="{CF02122B-8685-4227-9B3E-A85B24F402DE}" dt="2026-10-13T10:10:08.616" v="1234" actId="478"/>
          <ac:spMkLst>
            <pc:docMk/>
            <pc:sldMk cId="815801266" sldId="4471"/>
            <ac:spMk id="17" creationId="{84E4FD9F-C416-4F8B-A873-1D478599B5FA}"/>
          </ac:spMkLst>
        </pc:spChg>
        <pc:spChg chg="del">
          <ac:chgData name="Minh Huynh" userId="01a137d4-0d81-46e0-aca6-c9185b391828" providerId="ADAL" clId="{CF02122B-8685-4227-9B3E-A85B24F402DE}" dt="2026-10-13T10:09:46.308" v="1209" actId="478"/>
          <ac:spMkLst>
            <pc:docMk/>
            <pc:sldMk cId="815801266" sldId="4471"/>
            <ac:spMk id="18" creationId="{2DF71CBC-D386-4FA0-91AD-3658A3AA26B1}"/>
          </ac:spMkLst>
        </pc:spChg>
        <pc:spChg chg="del">
          <ac:chgData name="Minh Huynh" userId="01a137d4-0d81-46e0-aca6-c9185b391828" providerId="ADAL" clId="{CF02122B-8685-4227-9B3E-A85B24F402DE}" dt="2026-10-13T10:09:46.308" v="1209" actId="478"/>
          <ac:spMkLst>
            <pc:docMk/>
            <pc:sldMk cId="815801266" sldId="4471"/>
            <ac:spMk id="19" creationId="{F605BD9E-6359-441C-8619-760A6E638DA4}"/>
          </ac:spMkLst>
        </pc:spChg>
        <pc:spChg chg="del">
          <ac:chgData name="Minh Huynh" userId="01a137d4-0d81-46e0-aca6-c9185b391828" providerId="ADAL" clId="{CF02122B-8685-4227-9B3E-A85B24F402DE}" dt="2026-10-13T10:09:46.308" v="1209" actId="478"/>
          <ac:spMkLst>
            <pc:docMk/>
            <pc:sldMk cId="815801266" sldId="4471"/>
            <ac:spMk id="20" creationId="{6A4A67C3-C441-4CAB-BC7B-669B056CBC16}"/>
          </ac:spMkLst>
        </pc:spChg>
        <pc:spChg chg="del">
          <ac:chgData name="Minh Huynh" userId="01a137d4-0d81-46e0-aca6-c9185b391828" providerId="ADAL" clId="{CF02122B-8685-4227-9B3E-A85B24F402DE}" dt="2026-10-13T10:09:46.308" v="1209" actId="478"/>
          <ac:spMkLst>
            <pc:docMk/>
            <pc:sldMk cId="815801266" sldId="4471"/>
            <ac:spMk id="21" creationId="{DF29437F-B315-4233-896D-A974D5A446A8}"/>
          </ac:spMkLst>
        </pc:spChg>
        <pc:spChg chg="del">
          <ac:chgData name="Minh Huynh" userId="01a137d4-0d81-46e0-aca6-c9185b391828" providerId="ADAL" clId="{CF02122B-8685-4227-9B3E-A85B24F402DE}" dt="2026-10-13T10:09:46.308" v="1209" actId="478"/>
          <ac:spMkLst>
            <pc:docMk/>
            <pc:sldMk cId="815801266" sldId="4471"/>
            <ac:spMk id="22" creationId="{EA22C7B7-9E82-4CA1-B892-EEC3BC6EF4A2}"/>
          </ac:spMkLst>
        </pc:spChg>
        <pc:spChg chg="del">
          <ac:chgData name="Minh Huynh" userId="01a137d4-0d81-46e0-aca6-c9185b391828" providerId="ADAL" clId="{CF02122B-8685-4227-9B3E-A85B24F402DE}" dt="2026-10-13T10:09:46.308" v="1209" actId="478"/>
          <ac:spMkLst>
            <pc:docMk/>
            <pc:sldMk cId="815801266" sldId="4471"/>
            <ac:spMk id="23" creationId="{3942C582-3742-4771-8625-1BCE69C8B85E}"/>
          </ac:spMkLst>
        </pc:spChg>
        <pc:spChg chg="del">
          <ac:chgData name="Minh Huynh" userId="01a137d4-0d81-46e0-aca6-c9185b391828" providerId="ADAL" clId="{CF02122B-8685-4227-9B3E-A85B24F402DE}" dt="2026-10-13T10:09:46.308" v="1209" actId="478"/>
          <ac:spMkLst>
            <pc:docMk/>
            <pc:sldMk cId="815801266" sldId="4471"/>
            <ac:spMk id="24" creationId="{DA7F014F-9698-4281-9B2E-793A23390F49}"/>
          </ac:spMkLst>
        </pc:spChg>
        <pc:spChg chg="del">
          <ac:chgData name="Minh Huynh" userId="01a137d4-0d81-46e0-aca6-c9185b391828" providerId="ADAL" clId="{CF02122B-8685-4227-9B3E-A85B24F402DE}" dt="2026-10-13T10:09:46.308" v="1209" actId="478"/>
          <ac:spMkLst>
            <pc:docMk/>
            <pc:sldMk cId="815801266" sldId="4471"/>
            <ac:spMk id="25" creationId="{0B574169-55C8-4188-B9C8-8D43A9479976}"/>
          </ac:spMkLst>
        </pc:spChg>
        <pc:spChg chg="del">
          <ac:chgData name="Minh Huynh" userId="01a137d4-0d81-46e0-aca6-c9185b391828" providerId="ADAL" clId="{CF02122B-8685-4227-9B3E-A85B24F402DE}" dt="2026-10-13T10:09:46.308" v="1209" actId="478"/>
          <ac:spMkLst>
            <pc:docMk/>
            <pc:sldMk cId="815801266" sldId="4471"/>
            <ac:spMk id="26" creationId="{4C62C915-3FFA-4E59-9640-EEB942F846DE}"/>
          </ac:spMkLst>
        </pc:spChg>
        <pc:spChg chg="add mod">
          <ac:chgData name="Minh Huynh" userId="01a137d4-0d81-46e0-aca6-c9185b391828" providerId="ADAL" clId="{CF02122B-8685-4227-9B3E-A85B24F402DE}" dt="2026-10-13T10:09:59.604" v="1233" actId="20577"/>
          <ac:spMkLst>
            <pc:docMk/>
            <pc:sldMk cId="815801266" sldId="4471"/>
            <ac:spMk id="27" creationId="{A0A9333B-1C9A-4DA2-BCA9-64B5AE2E0C99}"/>
          </ac:spMkLst>
        </pc:spChg>
        <pc:spChg chg="add mod">
          <ac:chgData name="Minh Huynh" userId="01a137d4-0d81-46e0-aca6-c9185b391828" providerId="ADAL" clId="{CF02122B-8685-4227-9B3E-A85B24F402DE}" dt="2026-10-13T10:11:20.675" v="1280" actId="255"/>
          <ac:spMkLst>
            <pc:docMk/>
            <pc:sldMk cId="815801266" sldId="4471"/>
            <ac:spMk id="28" creationId="{B1158C15-9828-442B-B7FD-7B743BBE6CF4}"/>
          </ac:spMkLst>
        </pc:spChg>
        <pc:spChg chg="add mod">
          <ac:chgData name="Minh Huynh" userId="01a137d4-0d81-46e0-aca6-c9185b391828" providerId="ADAL" clId="{CF02122B-8685-4227-9B3E-A85B24F402DE}" dt="2026-10-13T10:12:26.786" v="1288" actId="1076"/>
          <ac:spMkLst>
            <pc:docMk/>
            <pc:sldMk cId="815801266" sldId="4471"/>
            <ac:spMk id="30" creationId="{14FE7C7C-9E18-4700-A10C-994A48938525}"/>
          </ac:spMkLst>
        </pc:spChg>
        <pc:spChg chg="add mod">
          <ac:chgData name="Minh Huynh" userId="01a137d4-0d81-46e0-aca6-c9185b391828" providerId="ADAL" clId="{CF02122B-8685-4227-9B3E-A85B24F402DE}" dt="2026-10-13T10:12:26.786" v="1288" actId="1076"/>
          <ac:spMkLst>
            <pc:docMk/>
            <pc:sldMk cId="815801266" sldId="4471"/>
            <ac:spMk id="31" creationId="{E97720FB-64A1-4A41-B3A0-D69B81B106BA}"/>
          </ac:spMkLst>
        </pc:spChg>
        <pc:spChg chg="add mod">
          <ac:chgData name="Minh Huynh" userId="01a137d4-0d81-46e0-aca6-c9185b391828" providerId="ADAL" clId="{CF02122B-8685-4227-9B3E-A85B24F402DE}" dt="2026-10-13T10:12:26.786" v="1288" actId="1076"/>
          <ac:spMkLst>
            <pc:docMk/>
            <pc:sldMk cId="815801266" sldId="4471"/>
            <ac:spMk id="32" creationId="{AD6CD9C2-46B4-479E-957B-67B6F7606979}"/>
          </ac:spMkLst>
        </pc:spChg>
        <pc:spChg chg="add del mod">
          <ac:chgData name="Minh Huynh" userId="01a137d4-0d81-46e0-aca6-c9185b391828" providerId="ADAL" clId="{CF02122B-8685-4227-9B3E-A85B24F402DE}" dt="2026-10-13T10:12:22.134" v="1287" actId="478"/>
          <ac:spMkLst>
            <pc:docMk/>
            <pc:sldMk cId="815801266" sldId="4471"/>
            <ac:spMk id="34" creationId="{EC5E5B56-3751-4DCC-938E-EC39C6642C4E}"/>
          </ac:spMkLst>
        </pc:spChg>
        <pc:spChg chg="add del mod">
          <ac:chgData name="Minh Huynh" userId="01a137d4-0d81-46e0-aca6-c9185b391828" providerId="ADAL" clId="{CF02122B-8685-4227-9B3E-A85B24F402DE}" dt="2026-10-13T10:12:22.134" v="1287" actId="478"/>
          <ac:spMkLst>
            <pc:docMk/>
            <pc:sldMk cId="815801266" sldId="4471"/>
            <ac:spMk id="35" creationId="{CCD5D13E-B36D-4F4D-82E4-DFAA5577F3AD}"/>
          </ac:spMkLst>
        </pc:spChg>
        <pc:spChg chg="add del mod">
          <ac:chgData name="Minh Huynh" userId="01a137d4-0d81-46e0-aca6-c9185b391828" providerId="ADAL" clId="{CF02122B-8685-4227-9B3E-A85B24F402DE}" dt="2026-10-13T10:12:22.134" v="1287" actId="478"/>
          <ac:spMkLst>
            <pc:docMk/>
            <pc:sldMk cId="815801266" sldId="4471"/>
            <ac:spMk id="36" creationId="{4B468003-0A17-4AF8-994B-709AFBABD8BB}"/>
          </ac:spMkLst>
        </pc:spChg>
        <pc:spChg chg="add del mod">
          <ac:chgData name="Minh Huynh" userId="01a137d4-0d81-46e0-aca6-c9185b391828" providerId="ADAL" clId="{CF02122B-8685-4227-9B3E-A85B24F402DE}" dt="2026-10-13T10:12:22.134" v="1287" actId="478"/>
          <ac:spMkLst>
            <pc:docMk/>
            <pc:sldMk cId="815801266" sldId="4471"/>
            <ac:spMk id="37" creationId="{64865BEB-00C0-421C-9F39-CFAA6595B4C0}"/>
          </ac:spMkLst>
        </pc:spChg>
        <pc:picChg chg="add mod">
          <ac:chgData name="Minh Huynh" userId="01a137d4-0d81-46e0-aca6-c9185b391828" providerId="ADAL" clId="{CF02122B-8685-4227-9B3E-A85B24F402DE}" dt="2026-10-13T10:12:26.786" v="1288" actId="1076"/>
          <ac:picMkLst>
            <pc:docMk/>
            <pc:sldMk cId="815801266" sldId="4471"/>
            <ac:picMk id="29" creationId="{FD20449A-19CA-450E-8693-001A1C7A51E4}"/>
          </ac:picMkLst>
        </pc:picChg>
        <pc:picChg chg="del">
          <ac:chgData name="Minh Huynh" userId="01a137d4-0d81-46e0-aca6-c9185b391828" providerId="ADAL" clId="{CF02122B-8685-4227-9B3E-A85B24F402DE}" dt="2026-10-13T10:10:08.616" v="1234" actId="478"/>
          <ac:picMkLst>
            <pc:docMk/>
            <pc:sldMk cId="815801266" sldId="4471"/>
            <ac:picMk id="13314" creationId="{FECAEC91-D6DA-4831-A5B9-EC8F124F3571}"/>
          </ac:picMkLst>
        </pc:picChg>
        <pc:cxnChg chg="add mod">
          <ac:chgData name="Minh Huynh" userId="01a137d4-0d81-46e0-aca6-c9185b391828" providerId="ADAL" clId="{CF02122B-8685-4227-9B3E-A85B24F402DE}" dt="2026-10-13T10:12:26.786" v="1288" actId="1076"/>
          <ac:cxnSpMkLst>
            <pc:docMk/>
            <pc:sldMk cId="815801266" sldId="4471"/>
            <ac:cxnSpMk id="33" creationId="{BAC8D325-F611-4161-91E7-BF8CCCEB5849}"/>
          </ac:cxnSpMkLst>
        </pc:cxnChg>
      </pc:sldChg>
      <pc:sldChg chg="addSp delSp modSp add del mod">
        <pc:chgData name="Minh Huynh" userId="01a137d4-0d81-46e0-aca6-c9185b391828" providerId="ADAL" clId="{CF02122B-8685-4227-9B3E-A85B24F402DE}" dt="2026-10-13T10:21:53.210" v="1500" actId="47"/>
        <pc:sldMkLst>
          <pc:docMk/>
          <pc:sldMk cId="2776696997" sldId="4472"/>
        </pc:sldMkLst>
        <pc:spChg chg="del">
          <ac:chgData name="Minh Huynh" userId="01a137d4-0d81-46e0-aca6-c9185b391828" providerId="ADAL" clId="{CF02122B-8685-4227-9B3E-A85B24F402DE}" dt="2026-10-13T10:12:30.941" v="1290" actId="478"/>
          <ac:spMkLst>
            <pc:docMk/>
            <pc:sldMk cId="2776696997" sldId="4472"/>
            <ac:spMk id="28" creationId="{B1158C15-9828-442B-B7FD-7B743BBE6CF4}"/>
          </ac:spMkLst>
        </pc:spChg>
        <pc:spChg chg="del">
          <ac:chgData name="Minh Huynh" userId="01a137d4-0d81-46e0-aca6-c9185b391828" providerId="ADAL" clId="{CF02122B-8685-4227-9B3E-A85B24F402DE}" dt="2026-10-13T10:12:30.941" v="1290" actId="478"/>
          <ac:spMkLst>
            <pc:docMk/>
            <pc:sldMk cId="2776696997" sldId="4472"/>
            <ac:spMk id="30" creationId="{14FE7C7C-9E18-4700-A10C-994A48938525}"/>
          </ac:spMkLst>
        </pc:spChg>
        <pc:spChg chg="del">
          <ac:chgData name="Minh Huynh" userId="01a137d4-0d81-46e0-aca6-c9185b391828" providerId="ADAL" clId="{CF02122B-8685-4227-9B3E-A85B24F402DE}" dt="2026-10-13T10:12:30.941" v="1290" actId="478"/>
          <ac:spMkLst>
            <pc:docMk/>
            <pc:sldMk cId="2776696997" sldId="4472"/>
            <ac:spMk id="31" creationId="{E97720FB-64A1-4A41-B3A0-D69B81B106BA}"/>
          </ac:spMkLst>
        </pc:spChg>
        <pc:spChg chg="del">
          <ac:chgData name="Minh Huynh" userId="01a137d4-0d81-46e0-aca6-c9185b391828" providerId="ADAL" clId="{CF02122B-8685-4227-9B3E-A85B24F402DE}" dt="2026-10-13T10:12:30.941" v="1290" actId="478"/>
          <ac:spMkLst>
            <pc:docMk/>
            <pc:sldMk cId="2776696997" sldId="4472"/>
            <ac:spMk id="32" creationId="{AD6CD9C2-46B4-479E-957B-67B6F7606979}"/>
          </ac:spMkLst>
        </pc:spChg>
        <pc:graphicFrameChg chg="add del mod">
          <ac:chgData name="Minh Huynh" userId="01a137d4-0d81-46e0-aca6-c9185b391828" providerId="ADAL" clId="{CF02122B-8685-4227-9B3E-A85B24F402DE}" dt="2026-10-13T10:12:54.320" v="1295" actId="478"/>
          <ac:graphicFrameMkLst>
            <pc:docMk/>
            <pc:sldMk cId="2776696997" sldId="4472"/>
            <ac:graphicFrameMk id="10" creationId="{13CB10CE-B394-4A65-A913-ACA7BD119567}"/>
          </ac:graphicFrameMkLst>
        </pc:graphicFrameChg>
        <pc:picChg chg="del">
          <ac:chgData name="Minh Huynh" userId="01a137d4-0d81-46e0-aca6-c9185b391828" providerId="ADAL" clId="{CF02122B-8685-4227-9B3E-A85B24F402DE}" dt="2026-10-13T10:12:30.941" v="1290" actId="478"/>
          <ac:picMkLst>
            <pc:docMk/>
            <pc:sldMk cId="2776696997" sldId="4472"/>
            <ac:picMk id="29" creationId="{FD20449A-19CA-450E-8693-001A1C7A51E4}"/>
          </ac:picMkLst>
        </pc:picChg>
        <pc:cxnChg chg="del">
          <ac:chgData name="Minh Huynh" userId="01a137d4-0d81-46e0-aca6-c9185b391828" providerId="ADAL" clId="{CF02122B-8685-4227-9B3E-A85B24F402DE}" dt="2026-10-13T10:12:30.941" v="1290" actId="478"/>
          <ac:cxnSpMkLst>
            <pc:docMk/>
            <pc:sldMk cId="2776696997" sldId="4472"/>
            <ac:cxnSpMk id="33" creationId="{BAC8D325-F611-4161-91E7-BF8CCCEB5849}"/>
          </ac:cxnSpMkLst>
        </pc:cxnChg>
      </pc:sldChg>
      <pc:sldChg chg="addSp delSp modSp add mod ord">
        <pc:chgData name="Minh Huynh" userId="01a137d4-0d81-46e0-aca6-c9185b391828" providerId="ADAL" clId="{CF02122B-8685-4227-9B3E-A85B24F402DE}" dt="2026-10-13T10:13:39.654" v="1313" actId="1076"/>
        <pc:sldMkLst>
          <pc:docMk/>
          <pc:sldMk cId="2580079608" sldId="4473"/>
        </pc:sldMkLst>
        <pc:spChg chg="add mod">
          <ac:chgData name="Minh Huynh" userId="01a137d4-0d81-46e0-aca6-c9185b391828" providerId="ADAL" clId="{CF02122B-8685-4227-9B3E-A85B24F402DE}" dt="2026-10-13T10:13:39.654" v="1313" actId="1076"/>
          <ac:spMkLst>
            <pc:docMk/>
            <pc:sldMk cId="2580079608" sldId="4473"/>
            <ac:spMk id="10" creationId="{16E226E0-4A2D-49A7-BC2E-BC154AA87571}"/>
          </ac:spMkLst>
        </pc:spChg>
        <pc:spChg chg="add mod">
          <ac:chgData name="Minh Huynh" userId="01a137d4-0d81-46e0-aca6-c9185b391828" providerId="ADAL" clId="{CF02122B-8685-4227-9B3E-A85B24F402DE}" dt="2026-10-13T10:13:35.614" v="1312" actId="1076"/>
          <ac:spMkLst>
            <pc:docMk/>
            <pc:sldMk cId="2580079608" sldId="4473"/>
            <ac:spMk id="12" creationId="{DFFBA832-BB4E-4722-AEA0-9E5E02097210}"/>
          </ac:spMkLst>
        </pc:spChg>
        <pc:spChg chg="add mod">
          <ac:chgData name="Minh Huynh" userId="01a137d4-0d81-46e0-aca6-c9185b391828" providerId="ADAL" clId="{CF02122B-8685-4227-9B3E-A85B24F402DE}" dt="2026-10-13T10:13:35.614" v="1312" actId="1076"/>
          <ac:spMkLst>
            <pc:docMk/>
            <pc:sldMk cId="2580079608" sldId="4473"/>
            <ac:spMk id="13" creationId="{B80BF70C-71B4-452C-9100-812614F65419}"/>
          </ac:spMkLst>
        </pc:spChg>
        <pc:spChg chg="add mod">
          <ac:chgData name="Minh Huynh" userId="01a137d4-0d81-46e0-aca6-c9185b391828" providerId="ADAL" clId="{CF02122B-8685-4227-9B3E-A85B24F402DE}" dt="2026-10-13T10:13:35.614" v="1312" actId="1076"/>
          <ac:spMkLst>
            <pc:docMk/>
            <pc:sldMk cId="2580079608" sldId="4473"/>
            <ac:spMk id="14" creationId="{5CB02B4D-0560-4780-B5F1-C16A3780920A}"/>
          </ac:spMkLst>
        </pc:spChg>
        <pc:spChg chg="add mod">
          <ac:chgData name="Minh Huynh" userId="01a137d4-0d81-46e0-aca6-c9185b391828" providerId="ADAL" clId="{CF02122B-8685-4227-9B3E-A85B24F402DE}" dt="2026-10-13T10:13:35.614" v="1312" actId="1076"/>
          <ac:spMkLst>
            <pc:docMk/>
            <pc:sldMk cId="2580079608" sldId="4473"/>
            <ac:spMk id="16" creationId="{B02F4FF4-69F0-4EA8-AB5E-A21C58762512}"/>
          </ac:spMkLst>
        </pc:spChg>
        <pc:spChg chg="add mod">
          <ac:chgData name="Minh Huynh" userId="01a137d4-0d81-46e0-aca6-c9185b391828" providerId="ADAL" clId="{CF02122B-8685-4227-9B3E-A85B24F402DE}" dt="2026-10-13T10:13:35.614" v="1312" actId="1076"/>
          <ac:spMkLst>
            <pc:docMk/>
            <pc:sldMk cId="2580079608" sldId="4473"/>
            <ac:spMk id="17" creationId="{1021D167-917B-4338-9143-01768309C4E9}"/>
          </ac:spMkLst>
        </pc:spChg>
        <pc:spChg chg="add mod">
          <ac:chgData name="Minh Huynh" userId="01a137d4-0d81-46e0-aca6-c9185b391828" providerId="ADAL" clId="{CF02122B-8685-4227-9B3E-A85B24F402DE}" dt="2026-10-13T10:13:35.614" v="1312" actId="1076"/>
          <ac:spMkLst>
            <pc:docMk/>
            <pc:sldMk cId="2580079608" sldId="4473"/>
            <ac:spMk id="18" creationId="{8FEE1F48-0639-419F-9F69-FAC3FFA26E45}"/>
          </ac:spMkLst>
        </pc:spChg>
        <pc:spChg chg="add mod">
          <ac:chgData name="Minh Huynh" userId="01a137d4-0d81-46e0-aca6-c9185b391828" providerId="ADAL" clId="{CF02122B-8685-4227-9B3E-A85B24F402DE}" dt="2026-10-13T10:13:35.614" v="1312" actId="1076"/>
          <ac:spMkLst>
            <pc:docMk/>
            <pc:sldMk cId="2580079608" sldId="4473"/>
            <ac:spMk id="19" creationId="{640A3842-DB46-458C-8340-1A6F9E6965C9}"/>
          </ac:spMkLst>
        </pc:spChg>
        <pc:spChg chg="mod">
          <ac:chgData name="Minh Huynh" userId="01a137d4-0d81-46e0-aca6-c9185b391828" providerId="ADAL" clId="{CF02122B-8685-4227-9B3E-A85B24F402DE}" dt="2026-10-13T10:13:22.127" v="1310" actId="20577"/>
          <ac:spMkLst>
            <pc:docMk/>
            <pc:sldMk cId="2580079608" sldId="4473"/>
            <ac:spMk id="28" creationId="{B1158C15-9828-442B-B7FD-7B743BBE6CF4}"/>
          </ac:spMkLst>
        </pc:spChg>
        <pc:spChg chg="del">
          <ac:chgData name="Minh Huynh" userId="01a137d4-0d81-46e0-aca6-c9185b391828" providerId="ADAL" clId="{CF02122B-8685-4227-9B3E-A85B24F402DE}" dt="2026-10-13T10:13:00.152" v="1296" actId="478"/>
          <ac:spMkLst>
            <pc:docMk/>
            <pc:sldMk cId="2580079608" sldId="4473"/>
            <ac:spMk id="30" creationId="{14FE7C7C-9E18-4700-A10C-994A48938525}"/>
          </ac:spMkLst>
        </pc:spChg>
        <pc:spChg chg="del">
          <ac:chgData name="Minh Huynh" userId="01a137d4-0d81-46e0-aca6-c9185b391828" providerId="ADAL" clId="{CF02122B-8685-4227-9B3E-A85B24F402DE}" dt="2026-10-13T10:13:00.152" v="1296" actId="478"/>
          <ac:spMkLst>
            <pc:docMk/>
            <pc:sldMk cId="2580079608" sldId="4473"/>
            <ac:spMk id="31" creationId="{E97720FB-64A1-4A41-B3A0-D69B81B106BA}"/>
          </ac:spMkLst>
        </pc:spChg>
        <pc:spChg chg="del">
          <ac:chgData name="Minh Huynh" userId="01a137d4-0d81-46e0-aca6-c9185b391828" providerId="ADAL" clId="{CF02122B-8685-4227-9B3E-A85B24F402DE}" dt="2026-10-13T10:13:00.152" v="1296" actId="478"/>
          <ac:spMkLst>
            <pc:docMk/>
            <pc:sldMk cId="2580079608" sldId="4473"/>
            <ac:spMk id="32" creationId="{AD6CD9C2-46B4-479E-957B-67B6F7606979}"/>
          </ac:spMkLst>
        </pc:spChg>
        <pc:picChg chg="add mod">
          <ac:chgData name="Minh Huynh" userId="01a137d4-0d81-46e0-aca6-c9185b391828" providerId="ADAL" clId="{CF02122B-8685-4227-9B3E-A85B24F402DE}" dt="2026-10-13T10:13:35.614" v="1312" actId="1076"/>
          <ac:picMkLst>
            <pc:docMk/>
            <pc:sldMk cId="2580079608" sldId="4473"/>
            <ac:picMk id="11" creationId="{5A76E8E7-C813-418E-A2B0-7682306484FA}"/>
          </ac:picMkLst>
        </pc:picChg>
        <pc:picChg chg="del">
          <ac:chgData name="Minh Huynh" userId="01a137d4-0d81-46e0-aca6-c9185b391828" providerId="ADAL" clId="{CF02122B-8685-4227-9B3E-A85B24F402DE}" dt="2026-10-13T10:13:00.152" v="1296" actId="478"/>
          <ac:picMkLst>
            <pc:docMk/>
            <pc:sldMk cId="2580079608" sldId="4473"/>
            <ac:picMk id="29" creationId="{FD20449A-19CA-450E-8693-001A1C7A51E4}"/>
          </ac:picMkLst>
        </pc:picChg>
        <pc:cxnChg chg="add mod">
          <ac:chgData name="Minh Huynh" userId="01a137d4-0d81-46e0-aca6-c9185b391828" providerId="ADAL" clId="{CF02122B-8685-4227-9B3E-A85B24F402DE}" dt="2026-10-13T10:13:35.614" v="1312" actId="1076"/>
          <ac:cxnSpMkLst>
            <pc:docMk/>
            <pc:sldMk cId="2580079608" sldId="4473"/>
            <ac:cxnSpMk id="15" creationId="{C1DF15FE-BBBD-4DF3-8459-A14ADF12D1ED}"/>
          </ac:cxnSpMkLst>
        </pc:cxnChg>
        <pc:cxnChg chg="del">
          <ac:chgData name="Minh Huynh" userId="01a137d4-0d81-46e0-aca6-c9185b391828" providerId="ADAL" clId="{CF02122B-8685-4227-9B3E-A85B24F402DE}" dt="2026-10-13T10:13:00.152" v="1296" actId="478"/>
          <ac:cxnSpMkLst>
            <pc:docMk/>
            <pc:sldMk cId="2580079608" sldId="4473"/>
            <ac:cxnSpMk id="33" creationId="{BAC8D325-F611-4161-91E7-BF8CCCEB5849}"/>
          </ac:cxnSpMkLst>
        </pc:cxnChg>
      </pc:sldChg>
      <pc:sldChg chg="del">
        <pc:chgData name="Minh Huynh" userId="01a137d4-0d81-46e0-aca6-c9185b391828" providerId="ADAL" clId="{CF02122B-8685-4227-9B3E-A85B24F402DE}" dt="2026-10-13T09:54:35.156" v="0" actId="47"/>
        <pc:sldMkLst>
          <pc:docMk/>
          <pc:sldMk cId="1805026901" sldId="4475"/>
        </pc:sldMkLst>
      </pc:sldChg>
      <pc:sldChg chg="del">
        <pc:chgData name="Minh Huynh" userId="01a137d4-0d81-46e0-aca6-c9185b391828" providerId="ADAL" clId="{CF02122B-8685-4227-9B3E-A85B24F402DE}" dt="2026-10-13T09:54:35.156" v="0" actId="47"/>
        <pc:sldMkLst>
          <pc:docMk/>
          <pc:sldMk cId="3634065575" sldId="4476"/>
        </pc:sldMkLst>
      </pc:sldChg>
      <pc:sldChg chg="addSp delSp modSp add del mod">
        <pc:chgData name="Minh Huynh" userId="01a137d4-0d81-46e0-aca6-c9185b391828" providerId="ADAL" clId="{CF02122B-8685-4227-9B3E-A85B24F402DE}" dt="2026-10-13T10:15:36.038" v="1402" actId="47"/>
        <pc:sldMkLst>
          <pc:docMk/>
          <pc:sldMk cId="3675881470" sldId="4495"/>
        </pc:sldMkLst>
        <pc:spChg chg="del">
          <ac:chgData name="Minh Huynh" userId="01a137d4-0d81-46e0-aca6-c9185b391828" providerId="ADAL" clId="{CF02122B-8685-4227-9B3E-A85B24F402DE}" dt="2026-10-13T10:14:18.125" v="1316" actId="478"/>
          <ac:spMkLst>
            <pc:docMk/>
            <pc:sldMk cId="3675881470" sldId="4495"/>
            <ac:spMk id="11" creationId="{37AAD999-4B01-4A99-A671-29362144F827}"/>
          </ac:spMkLst>
        </pc:spChg>
        <pc:spChg chg="del">
          <ac:chgData name="Minh Huynh" userId="01a137d4-0d81-46e0-aca6-c9185b391828" providerId="ADAL" clId="{CF02122B-8685-4227-9B3E-A85B24F402DE}" dt="2026-10-13T10:14:18.125" v="1316" actId="478"/>
          <ac:spMkLst>
            <pc:docMk/>
            <pc:sldMk cId="3675881470" sldId="4495"/>
            <ac:spMk id="12" creationId="{0AF40782-A186-4470-B2F6-10AF2AE79D29}"/>
          </ac:spMkLst>
        </pc:spChg>
        <pc:spChg chg="del">
          <ac:chgData name="Minh Huynh" userId="01a137d4-0d81-46e0-aca6-c9185b391828" providerId="ADAL" clId="{CF02122B-8685-4227-9B3E-A85B24F402DE}" dt="2026-10-13T10:14:18.125" v="1316" actId="478"/>
          <ac:spMkLst>
            <pc:docMk/>
            <pc:sldMk cId="3675881470" sldId="4495"/>
            <ac:spMk id="13" creationId="{459A5882-7528-4F70-865D-ED1C869CC0EB}"/>
          </ac:spMkLst>
        </pc:spChg>
        <pc:spChg chg="del">
          <ac:chgData name="Minh Huynh" userId="01a137d4-0d81-46e0-aca6-c9185b391828" providerId="ADAL" clId="{CF02122B-8685-4227-9B3E-A85B24F402DE}" dt="2026-10-13T10:14:18.125" v="1316" actId="478"/>
          <ac:spMkLst>
            <pc:docMk/>
            <pc:sldMk cId="3675881470" sldId="4495"/>
            <ac:spMk id="14" creationId="{83BACD0D-8FF3-4840-BA32-1DB50006943D}"/>
          </ac:spMkLst>
        </pc:spChg>
        <pc:spChg chg="del">
          <ac:chgData name="Minh Huynh" userId="01a137d4-0d81-46e0-aca6-c9185b391828" providerId="ADAL" clId="{CF02122B-8685-4227-9B3E-A85B24F402DE}" dt="2026-10-13T10:14:18.125" v="1316" actId="478"/>
          <ac:spMkLst>
            <pc:docMk/>
            <pc:sldMk cId="3675881470" sldId="4495"/>
            <ac:spMk id="15" creationId="{E825E9B1-CA3A-49C1-A738-8BB582164798}"/>
          </ac:spMkLst>
        </pc:spChg>
        <pc:spChg chg="del">
          <ac:chgData name="Minh Huynh" userId="01a137d4-0d81-46e0-aca6-c9185b391828" providerId="ADAL" clId="{CF02122B-8685-4227-9B3E-A85B24F402DE}" dt="2026-10-13T10:14:18.125" v="1316" actId="478"/>
          <ac:spMkLst>
            <pc:docMk/>
            <pc:sldMk cId="3675881470" sldId="4495"/>
            <ac:spMk id="16" creationId="{25113872-3F78-4B22-939A-B7152A1503B4}"/>
          </ac:spMkLst>
        </pc:spChg>
        <pc:spChg chg="del">
          <ac:chgData name="Minh Huynh" userId="01a137d4-0d81-46e0-aca6-c9185b391828" providerId="ADAL" clId="{CF02122B-8685-4227-9B3E-A85B24F402DE}" dt="2026-10-13T10:14:18.125" v="1316" actId="478"/>
          <ac:spMkLst>
            <pc:docMk/>
            <pc:sldMk cId="3675881470" sldId="4495"/>
            <ac:spMk id="17" creationId="{BE133509-974B-4838-9430-78FD5A0C0C35}"/>
          </ac:spMkLst>
        </pc:spChg>
        <pc:spChg chg="del">
          <ac:chgData name="Minh Huynh" userId="01a137d4-0d81-46e0-aca6-c9185b391828" providerId="ADAL" clId="{CF02122B-8685-4227-9B3E-A85B24F402DE}" dt="2026-10-13T10:14:18.125" v="1316" actId="478"/>
          <ac:spMkLst>
            <pc:docMk/>
            <pc:sldMk cId="3675881470" sldId="4495"/>
            <ac:spMk id="18" creationId="{103252C8-09DB-4EA4-815F-3D0D42B94B01}"/>
          </ac:spMkLst>
        </pc:spChg>
        <pc:spChg chg="del">
          <ac:chgData name="Minh Huynh" userId="01a137d4-0d81-46e0-aca6-c9185b391828" providerId="ADAL" clId="{CF02122B-8685-4227-9B3E-A85B24F402DE}" dt="2026-10-13T10:14:18.125" v="1316" actId="478"/>
          <ac:spMkLst>
            <pc:docMk/>
            <pc:sldMk cId="3675881470" sldId="4495"/>
            <ac:spMk id="19" creationId="{A13D9FEC-E098-4D33-B160-EF34A5B7486B}"/>
          </ac:spMkLst>
        </pc:spChg>
        <pc:spChg chg="del">
          <ac:chgData name="Minh Huynh" userId="01a137d4-0d81-46e0-aca6-c9185b391828" providerId="ADAL" clId="{CF02122B-8685-4227-9B3E-A85B24F402DE}" dt="2026-10-13T10:14:18.125" v="1316" actId="478"/>
          <ac:spMkLst>
            <pc:docMk/>
            <pc:sldMk cId="3675881470" sldId="4495"/>
            <ac:spMk id="20" creationId="{FBE0BE42-4B49-45AF-8C4B-9A5FEC223C6B}"/>
          </ac:spMkLst>
        </pc:spChg>
        <pc:spChg chg="del">
          <ac:chgData name="Minh Huynh" userId="01a137d4-0d81-46e0-aca6-c9185b391828" providerId="ADAL" clId="{CF02122B-8685-4227-9B3E-A85B24F402DE}" dt="2026-10-13T10:14:18.125" v="1316" actId="478"/>
          <ac:spMkLst>
            <pc:docMk/>
            <pc:sldMk cId="3675881470" sldId="4495"/>
            <ac:spMk id="21" creationId="{3C13F961-CBEA-456B-A9CE-E77C99577669}"/>
          </ac:spMkLst>
        </pc:spChg>
        <pc:spChg chg="del">
          <ac:chgData name="Minh Huynh" userId="01a137d4-0d81-46e0-aca6-c9185b391828" providerId="ADAL" clId="{CF02122B-8685-4227-9B3E-A85B24F402DE}" dt="2026-10-13T10:14:18.125" v="1316" actId="478"/>
          <ac:spMkLst>
            <pc:docMk/>
            <pc:sldMk cId="3675881470" sldId="4495"/>
            <ac:spMk id="22" creationId="{A46A8695-FFBB-4DCE-8285-A6FB58E267E8}"/>
          </ac:spMkLst>
        </pc:spChg>
        <pc:spChg chg="del">
          <ac:chgData name="Minh Huynh" userId="01a137d4-0d81-46e0-aca6-c9185b391828" providerId="ADAL" clId="{CF02122B-8685-4227-9B3E-A85B24F402DE}" dt="2026-10-13T10:14:18.125" v="1316" actId="478"/>
          <ac:spMkLst>
            <pc:docMk/>
            <pc:sldMk cId="3675881470" sldId="4495"/>
            <ac:spMk id="23" creationId="{63FFBA4A-C0FE-4176-9023-3D3EFB50974D}"/>
          </ac:spMkLst>
        </pc:spChg>
        <pc:spChg chg="add mod">
          <ac:chgData name="Minh Huynh" userId="01a137d4-0d81-46e0-aca6-c9185b391828" providerId="ADAL" clId="{CF02122B-8685-4227-9B3E-A85B24F402DE}" dt="2026-10-13T10:14:27.743" v="1329" actId="20577"/>
          <ac:spMkLst>
            <pc:docMk/>
            <pc:sldMk cId="3675881470" sldId="4495"/>
            <ac:spMk id="24" creationId="{8A46215E-B32E-44F6-8288-3DA4A99195E5}"/>
          </ac:spMkLst>
        </pc:spChg>
        <pc:spChg chg="del">
          <ac:chgData name="Minh Huynh" userId="01a137d4-0d81-46e0-aca6-c9185b391828" providerId="ADAL" clId="{CF02122B-8685-4227-9B3E-A85B24F402DE}" dt="2026-10-13T10:14:15.079" v="1315" actId="478"/>
          <ac:spMkLst>
            <pc:docMk/>
            <pc:sldMk cId="3675881470" sldId="4495"/>
            <ac:spMk id="81" creationId="{FB9452E1-2F55-47A6-9FC0-5D515A7EF402}"/>
          </ac:spMkLst>
        </pc:spChg>
      </pc:sldChg>
      <pc:sldChg chg="addSp delSp modSp add mod">
        <pc:chgData name="Minh Huynh" userId="01a137d4-0d81-46e0-aca6-c9185b391828" providerId="ADAL" clId="{CF02122B-8685-4227-9B3E-A85B24F402DE}" dt="2026-10-13T10:15:55.828" v="1406" actId="1076"/>
        <pc:sldMkLst>
          <pc:docMk/>
          <pc:sldMk cId="3163652992" sldId="4496"/>
        </pc:sldMkLst>
        <pc:spChg chg="add del mod">
          <ac:chgData name="Minh Huynh" userId="01a137d4-0d81-46e0-aca6-c9185b391828" providerId="ADAL" clId="{CF02122B-8685-4227-9B3E-A85B24F402DE}" dt="2026-10-13T10:15:48.582" v="1403" actId="478"/>
          <ac:spMkLst>
            <pc:docMk/>
            <pc:sldMk cId="3163652992" sldId="4496"/>
            <ac:spMk id="6" creationId="{09E0AA3F-240A-4B23-A7D2-BAFED21291B8}"/>
          </ac:spMkLst>
        </pc:spChg>
        <pc:spChg chg="add del mod">
          <ac:chgData name="Minh Huynh" userId="01a137d4-0d81-46e0-aca6-c9185b391828" providerId="ADAL" clId="{CF02122B-8685-4227-9B3E-A85B24F402DE}" dt="2026-10-13T10:15:50.527" v="1404" actId="478"/>
          <ac:spMkLst>
            <pc:docMk/>
            <pc:sldMk cId="3163652992" sldId="4496"/>
            <ac:spMk id="7" creationId="{6F25216E-7F96-42FA-8251-D4C9F7E1F41B}"/>
          </ac:spMkLst>
        </pc:spChg>
        <pc:spChg chg="add mod">
          <ac:chgData name="Minh Huynh" userId="01a137d4-0d81-46e0-aca6-c9185b391828" providerId="ADAL" clId="{CF02122B-8685-4227-9B3E-A85B24F402DE}" dt="2026-10-13T10:15:55.828" v="1406" actId="1076"/>
          <ac:spMkLst>
            <pc:docMk/>
            <pc:sldMk cId="3163652992" sldId="4496"/>
            <ac:spMk id="9" creationId="{166C276E-395B-4DBC-BBA7-CAF056B616A9}"/>
          </ac:spMkLst>
        </pc:spChg>
        <pc:spChg chg="mod">
          <ac:chgData name="Minh Huynh" userId="01a137d4-0d81-46e0-aca6-c9185b391828" providerId="ADAL" clId="{CF02122B-8685-4227-9B3E-A85B24F402DE}" dt="2026-10-13T10:15:32.732" v="1401" actId="20577"/>
          <ac:spMkLst>
            <pc:docMk/>
            <pc:sldMk cId="3163652992" sldId="4496"/>
            <ac:spMk id="24" creationId="{8A46215E-B32E-44F6-8288-3DA4A99195E5}"/>
          </ac:spMkLst>
        </pc:spChg>
        <pc:picChg chg="add mod">
          <ac:chgData name="Minh Huynh" userId="01a137d4-0d81-46e0-aca6-c9185b391828" providerId="ADAL" clId="{CF02122B-8685-4227-9B3E-A85B24F402DE}" dt="2026-10-13T10:15:02.257" v="1332"/>
          <ac:picMkLst>
            <pc:docMk/>
            <pc:sldMk cId="3163652992" sldId="4496"/>
            <ac:picMk id="5" creationId="{8BF26077-08B2-4BF8-95CF-3645C650B1C2}"/>
          </ac:picMkLst>
        </pc:picChg>
        <pc:picChg chg="add mod">
          <ac:chgData name="Minh Huynh" userId="01a137d4-0d81-46e0-aca6-c9185b391828" providerId="ADAL" clId="{CF02122B-8685-4227-9B3E-A85B24F402DE}" dt="2026-10-13T10:15:55.828" v="1406" actId="1076"/>
          <ac:picMkLst>
            <pc:docMk/>
            <pc:sldMk cId="3163652992" sldId="4496"/>
            <ac:picMk id="8" creationId="{5EEF53FE-9D48-4D0E-8D96-01B66E66F232}"/>
          </ac:picMkLst>
        </pc:picChg>
        <pc:picChg chg="del">
          <ac:chgData name="Minh Huynh" userId="01a137d4-0d81-46e0-aca6-c9185b391828" providerId="ADAL" clId="{CF02122B-8685-4227-9B3E-A85B24F402DE}" dt="2026-10-13T10:14:59.581" v="1331" actId="478"/>
          <ac:picMkLst>
            <pc:docMk/>
            <pc:sldMk cId="3163652992" sldId="4496"/>
            <ac:picMk id="16386" creationId="{8B58479C-B7EC-4462-AD10-C9FD36309785}"/>
          </ac:picMkLst>
        </pc:picChg>
        <pc:picChg chg="del">
          <ac:chgData name="Minh Huynh" userId="01a137d4-0d81-46e0-aca6-c9185b391828" providerId="ADAL" clId="{CF02122B-8685-4227-9B3E-A85B24F402DE}" dt="2026-10-13T10:14:59.581" v="1331" actId="478"/>
          <ac:picMkLst>
            <pc:docMk/>
            <pc:sldMk cId="3163652992" sldId="4496"/>
            <ac:picMk id="16388" creationId="{BBC6E02E-B8A4-4049-BE11-59F7EE2CF38C}"/>
          </ac:picMkLst>
        </pc:picChg>
      </pc:sldChg>
      <pc:sldChg chg="del">
        <pc:chgData name="Minh Huynh" userId="01a137d4-0d81-46e0-aca6-c9185b391828" providerId="ADAL" clId="{CF02122B-8685-4227-9B3E-A85B24F402DE}" dt="2026-10-13T09:54:35.156" v="0" actId="47"/>
        <pc:sldMkLst>
          <pc:docMk/>
          <pc:sldMk cId="1203949008" sldId="4499"/>
        </pc:sldMkLst>
      </pc:sldChg>
      <pc:sldChg chg="del">
        <pc:chgData name="Minh Huynh" userId="01a137d4-0d81-46e0-aca6-c9185b391828" providerId="ADAL" clId="{CF02122B-8685-4227-9B3E-A85B24F402DE}" dt="2026-10-13T09:54:35.156" v="0" actId="47"/>
        <pc:sldMkLst>
          <pc:docMk/>
          <pc:sldMk cId="417742359" sldId="4512"/>
        </pc:sldMkLst>
      </pc:sldChg>
      <pc:sldChg chg="addSp delSp modSp add mod">
        <pc:chgData name="Minh Huynh" userId="01a137d4-0d81-46e0-aca6-c9185b391828" providerId="ADAL" clId="{CF02122B-8685-4227-9B3E-A85B24F402DE}" dt="2026-10-13T10:16:13.852" v="1409"/>
        <pc:sldMkLst>
          <pc:docMk/>
          <pc:sldMk cId="1980768888" sldId="4518"/>
        </pc:sldMkLst>
        <pc:spChg chg="del">
          <ac:chgData name="Minh Huynh" userId="01a137d4-0d81-46e0-aca6-c9185b391828" providerId="ADAL" clId="{CF02122B-8685-4227-9B3E-A85B24F402DE}" dt="2026-10-13T10:16:10.867" v="1408" actId="478"/>
          <ac:spMkLst>
            <pc:docMk/>
            <pc:sldMk cId="1980768888" sldId="4518"/>
            <ac:spMk id="11" creationId="{8F018462-ECF9-4655-B54E-D8F2F9E52D84}"/>
          </ac:spMkLst>
        </pc:spChg>
        <pc:spChg chg="del">
          <ac:chgData name="Minh Huynh" userId="01a137d4-0d81-46e0-aca6-c9185b391828" providerId="ADAL" clId="{CF02122B-8685-4227-9B3E-A85B24F402DE}" dt="2026-10-13T10:16:10.867" v="1408" actId="478"/>
          <ac:spMkLst>
            <pc:docMk/>
            <pc:sldMk cId="1980768888" sldId="4518"/>
            <ac:spMk id="12" creationId="{CC0C817A-F2D8-4A97-B251-222CC65C9D5F}"/>
          </ac:spMkLst>
        </pc:spChg>
        <pc:spChg chg="del">
          <ac:chgData name="Minh Huynh" userId="01a137d4-0d81-46e0-aca6-c9185b391828" providerId="ADAL" clId="{CF02122B-8685-4227-9B3E-A85B24F402DE}" dt="2026-10-13T10:16:10.867" v="1408" actId="478"/>
          <ac:spMkLst>
            <pc:docMk/>
            <pc:sldMk cId="1980768888" sldId="4518"/>
            <ac:spMk id="13" creationId="{02C5C8E3-4468-4E6A-96AE-25398CD46BAF}"/>
          </ac:spMkLst>
        </pc:spChg>
        <pc:spChg chg="del">
          <ac:chgData name="Minh Huynh" userId="01a137d4-0d81-46e0-aca6-c9185b391828" providerId="ADAL" clId="{CF02122B-8685-4227-9B3E-A85B24F402DE}" dt="2026-10-13T10:16:10.867" v="1408" actId="478"/>
          <ac:spMkLst>
            <pc:docMk/>
            <pc:sldMk cId="1980768888" sldId="4518"/>
            <ac:spMk id="14" creationId="{B9296EAD-38DE-4D94-BEE6-5EB2635E2881}"/>
          </ac:spMkLst>
        </pc:spChg>
        <pc:spChg chg="del">
          <ac:chgData name="Minh Huynh" userId="01a137d4-0d81-46e0-aca6-c9185b391828" providerId="ADAL" clId="{CF02122B-8685-4227-9B3E-A85B24F402DE}" dt="2026-10-13T10:16:10.867" v="1408" actId="478"/>
          <ac:spMkLst>
            <pc:docMk/>
            <pc:sldMk cId="1980768888" sldId="4518"/>
            <ac:spMk id="15" creationId="{0BE9745A-C6CD-4FDD-8130-3039BD66CB74}"/>
          </ac:spMkLst>
        </pc:spChg>
        <pc:spChg chg="del">
          <ac:chgData name="Minh Huynh" userId="01a137d4-0d81-46e0-aca6-c9185b391828" providerId="ADAL" clId="{CF02122B-8685-4227-9B3E-A85B24F402DE}" dt="2026-10-13T10:16:10.867" v="1408" actId="478"/>
          <ac:spMkLst>
            <pc:docMk/>
            <pc:sldMk cId="1980768888" sldId="4518"/>
            <ac:spMk id="16" creationId="{6F58A2C0-7F87-4B06-8017-DB79036C6C81}"/>
          </ac:spMkLst>
        </pc:spChg>
        <pc:spChg chg="del">
          <ac:chgData name="Minh Huynh" userId="01a137d4-0d81-46e0-aca6-c9185b391828" providerId="ADAL" clId="{CF02122B-8685-4227-9B3E-A85B24F402DE}" dt="2026-10-13T10:16:10.867" v="1408" actId="478"/>
          <ac:spMkLst>
            <pc:docMk/>
            <pc:sldMk cId="1980768888" sldId="4518"/>
            <ac:spMk id="17" creationId="{7E2DD776-2EDD-4BC6-A601-B1F876BAB5AE}"/>
          </ac:spMkLst>
        </pc:spChg>
        <pc:spChg chg="del">
          <ac:chgData name="Minh Huynh" userId="01a137d4-0d81-46e0-aca6-c9185b391828" providerId="ADAL" clId="{CF02122B-8685-4227-9B3E-A85B24F402DE}" dt="2026-10-13T10:16:10.867" v="1408" actId="478"/>
          <ac:spMkLst>
            <pc:docMk/>
            <pc:sldMk cId="1980768888" sldId="4518"/>
            <ac:spMk id="18" creationId="{A6FE0E11-B2E9-4E05-B7A3-AE912F8579D3}"/>
          </ac:spMkLst>
        </pc:spChg>
        <pc:spChg chg="del">
          <ac:chgData name="Minh Huynh" userId="01a137d4-0d81-46e0-aca6-c9185b391828" providerId="ADAL" clId="{CF02122B-8685-4227-9B3E-A85B24F402DE}" dt="2026-10-13T10:16:10.867" v="1408" actId="478"/>
          <ac:spMkLst>
            <pc:docMk/>
            <pc:sldMk cId="1980768888" sldId="4518"/>
            <ac:spMk id="19" creationId="{34A7A4D7-99A7-40CA-8AF2-5FB5458F254E}"/>
          </ac:spMkLst>
        </pc:spChg>
        <pc:spChg chg="del">
          <ac:chgData name="Minh Huynh" userId="01a137d4-0d81-46e0-aca6-c9185b391828" providerId="ADAL" clId="{CF02122B-8685-4227-9B3E-A85B24F402DE}" dt="2026-10-13T10:16:10.867" v="1408" actId="478"/>
          <ac:spMkLst>
            <pc:docMk/>
            <pc:sldMk cId="1980768888" sldId="4518"/>
            <ac:spMk id="20" creationId="{4FFBF177-20B3-4486-AAF9-FE4836BF054C}"/>
          </ac:spMkLst>
        </pc:spChg>
        <pc:spChg chg="del">
          <ac:chgData name="Minh Huynh" userId="01a137d4-0d81-46e0-aca6-c9185b391828" providerId="ADAL" clId="{CF02122B-8685-4227-9B3E-A85B24F402DE}" dt="2026-10-13T10:16:10.867" v="1408" actId="478"/>
          <ac:spMkLst>
            <pc:docMk/>
            <pc:sldMk cId="1980768888" sldId="4518"/>
            <ac:spMk id="21" creationId="{96B4D107-F00F-40DC-BCBF-A56DD997CC16}"/>
          </ac:spMkLst>
        </pc:spChg>
        <pc:spChg chg="del">
          <ac:chgData name="Minh Huynh" userId="01a137d4-0d81-46e0-aca6-c9185b391828" providerId="ADAL" clId="{CF02122B-8685-4227-9B3E-A85B24F402DE}" dt="2026-10-13T10:16:10.867" v="1408" actId="478"/>
          <ac:spMkLst>
            <pc:docMk/>
            <pc:sldMk cId="1980768888" sldId="4518"/>
            <ac:spMk id="22" creationId="{412FC29E-94D1-44FC-ABCE-FC29F598C56F}"/>
          </ac:spMkLst>
        </pc:spChg>
        <pc:spChg chg="del">
          <ac:chgData name="Minh Huynh" userId="01a137d4-0d81-46e0-aca6-c9185b391828" providerId="ADAL" clId="{CF02122B-8685-4227-9B3E-A85B24F402DE}" dt="2026-10-13T10:16:10.867" v="1408" actId="478"/>
          <ac:spMkLst>
            <pc:docMk/>
            <pc:sldMk cId="1980768888" sldId="4518"/>
            <ac:spMk id="23" creationId="{B226F367-496C-4783-B47F-EA809ADE62B5}"/>
          </ac:spMkLst>
        </pc:spChg>
        <pc:spChg chg="add mod">
          <ac:chgData name="Minh Huynh" userId="01a137d4-0d81-46e0-aca6-c9185b391828" providerId="ADAL" clId="{CF02122B-8685-4227-9B3E-A85B24F402DE}" dt="2026-10-13T10:16:13.852" v="1409"/>
          <ac:spMkLst>
            <pc:docMk/>
            <pc:sldMk cId="1980768888" sldId="4518"/>
            <ac:spMk id="24" creationId="{48F84509-64F1-4602-AB7D-11145C789364}"/>
          </ac:spMkLst>
        </pc:spChg>
      </pc:sldChg>
      <pc:sldChg chg="addSp delSp modSp add mod">
        <pc:chgData name="Minh Huynh" userId="01a137d4-0d81-46e0-aca6-c9185b391828" providerId="ADAL" clId="{CF02122B-8685-4227-9B3E-A85B24F402DE}" dt="2026-10-13T10:17:29.871" v="1441" actId="20577"/>
        <pc:sldMkLst>
          <pc:docMk/>
          <pc:sldMk cId="639961980" sldId="4521"/>
        </pc:sldMkLst>
        <pc:spChg chg="del">
          <ac:chgData name="Minh Huynh" userId="01a137d4-0d81-46e0-aca6-c9185b391828" providerId="ADAL" clId="{CF02122B-8685-4227-9B3E-A85B24F402DE}" dt="2026-10-13T10:16:33.044" v="1411" actId="478"/>
          <ac:spMkLst>
            <pc:docMk/>
            <pc:sldMk cId="639961980" sldId="4521"/>
            <ac:spMk id="11" creationId="{7814DEDC-95FB-46BE-9C5C-14AB99D69454}"/>
          </ac:spMkLst>
        </pc:spChg>
        <pc:spChg chg="del">
          <ac:chgData name="Minh Huynh" userId="01a137d4-0d81-46e0-aca6-c9185b391828" providerId="ADAL" clId="{CF02122B-8685-4227-9B3E-A85B24F402DE}" dt="2026-10-13T10:16:35.041" v="1412" actId="478"/>
          <ac:spMkLst>
            <pc:docMk/>
            <pc:sldMk cId="639961980" sldId="4521"/>
            <ac:spMk id="15" creationId="{E30EB948-1B33-4071-B64A-35C047816669}"/>
          </ac:spMkLst>
        </pc:spChg>
        <pc:spChg chg="del">
          <ac:chgData name="Minh Huynh" userId="01a137d4-0d81-46e0-aca6-c9185b391828" providerId="ADAL" clId="{CF02122B-8685-4227-9B3E-A85B24F402DE}" dt="2026-10-13T10:16:35.041" v="1412" actId="478"/>
          <ac:spMkLst>
            <pc:docMk/>
            <pc:sldMk cId="639961980" sldId="4521"/>
            <ac:spMk id="16" creationId="{95AEC8FC-7167-4F68-89AF-68DA0CB72E37}"/>
          </ac:spMkLst>
        </pc:spChg>
        <pc:spChg chg="del">
          <ac:chgData name="Minh Huynh" userId="01a137d4-0d81-46e0-aca6-c9185b391828" providerId="ADAL" clId="{CF02122B-8685-4227-9B3E-A85B24F402DE}" dt="2026-10-13T10:16:35.041" v="1412" actId="478"/>
          <ac:spMkLst>
            <pc:docMk/>
            <pc:sldMk cId="639961980" sldId="4521"/>
            <ac:spMk id="17" creationId="{04B0FE19-06FD-4D5F-93A8-471716331D69}"/>
          </ac:spMkLst>
        </pc:spChg>
        <pc:spChg chg="del">
          <ac:chgData name="Minh Huynh" userId="01a137d4-0d81-46e0-aca6-c9185b391828" providerId="ADAL" clId="{CF02122B-8685-4227-9B3E-A85B24F402DE}" dt="2026-10-13T10:16:35.041" v="1412" actId="478"/>
          <ac:spMkLst>
            <pc:docMk/>
            <pc:sldMk cId="639961980" sldId="4521"/>
            <ac:spMk id="18" creationId="{BEB84312-7799-4A33-B8EF-84645A2092F6}"/>
          </ac:spMkLst>
        </pc:spChg>
        <pc:spChg chg="del">
          <ac:chgData name="Minh Huynh" userId="01a137d4-0d81-46e0-aca6-c9185b391828" providerId="ADAL" clId="{CF02122B-8685-4227-9B3E-A85B24F402DE}" dt="2026-10-13T10:16:35.041" v="1412" actId="478"/>
          <ac:spMkLst>
            <pc:docMk/>
            <pc:sldMk cId="639961980" sldId="4521"/>
            <ac:spMk id="19" creationId="{9514140E-EAC1-4824-B93D-9CAB6393D419}"/>
          </ac:spMkLst>
        </pc:spChg>
        <pc:spChg chg="del">
          <ac:chgData name="Minh Huynh" userId="01a137d4-0d81-46e0-aca6-c9185b391828" providerId="ADAL" clId="{CF02122B-8685-4227-9B3E-A85B24F402DE}" dt="2026-10-13T10:16:35.041" v="1412" actId="478"/>
          <ac:spMkLst>
            <pc:docMk/>
            <pc:sldMk cId="639961980" sldId="4521"/>
            <ac:spMk id="20" creationId="{61D4E555-C56B-4F0D-A409-32071F474D80}"/>
          </ac:spMkLst>
        </pc:spChg>
        <pc:spChg chg="del">
          <ac:chgData name="Minh Huynh" userId="01a137d4-0d81-46e0-aca6-c9185b391828" providerId="ADAL" clId="{CF02122B-8685-4227-9B3E-A85B24F402DE}" dt="2026-10-13T10:16:35.041" v="1412" actId="478"/>
          <ac:spMkLst>
            <pc:docMk/>
            <pc:sldMk cId="639961980" sldId="4521"/>
            <ac:spMk id="21" creationId="{F001774E-68ED-4AD0-855D-C453F18D40DC}"/>
          </ac:spMkLst>
        </pc:spChg>
        <pc:spChg chg="del">
          <ac:chgData name="Minh Huynh" userId="01a137d4-0d81-46e0-aca6-c9185b391828" providerId="ADAL" clId="{CF02122B-8685-4227-9B3E-A85B24F402DE}" dt="2026-10-13T10:16:35.041" v="1412" actId="478"/>
          <ac:spMkLst>
            <pc:docMk/>
            <pc:sldMk cId="639961980" sldId="4521"/>
            <ac:spMk id="22" creationId="{3F0523E1-C9A2-44B9-9366-6C05CBBD934D}"/>
          </ac:spMkLst>
        </pc:spChg>
        <pc:spChg chg="del">
          <ac:chgData name="Minh Huynh" userId="01a137d4-0d81-46e0-aca6-c9185b391828" providerId="ADAL" clId="{CF02122B-8685-4227-9B3E-A85B24F402DE}" dt="2026-10-13T10:16:35.041" v="1412" actId="478"/>
          <ac:spMkLst>
            <pc:docMk/>
            <pc:sldMk cId="639961980" sldId="4521"/>
            <ac:spMk id="23" creationId="{2450E449-8C58-44A5-B0A6-7B68B4AAA6B0}"/>
          </ac:spMkLst>
        </pc:spChg>
        <pc:spChg chg="del">
          <ac:chgData name="Minh Huynh" userId="01a137d4-0d81-46e0-aca6-c9185b391828" providerId="ADAL" clId="{CF02122B-8685-4227-9B3E-A85B24F402DE}" dt="2026-10-13T10:16:35.041" v="1412" actId="478"/>
          <ac:spMkLst>
            <pc:docMk/>
            <pc:sldMk cId="639961980" sldId="4521"/>
            <ac:spMk id="24" creationId="{F73A31D5-C922-4355-9C72-36C86F07BE51}"/>
          </ac:spMkLst>
        </pc:spChg>
        <pc:spChg chg="del">
          <ac:chgData name="Minh Huynh" userId="01a137d4-0d81-46e0-aca6-c9185b391828" providerId="ADAL" clId="{CF02122B-8685-4227-9B3E-A85B24F402DE}" dt="2026-10-13T10:16:35.041" v="1412" actId="478"/>
          <ac:spMkLst>
            <pc:docMk/>
            <pc:sldMk cId="639961980" sldId="4521"/>
            <ac:spMk id="25" creationId="{CC58556E-9ABB-460E-B865-3F54C69E80E5}"/>
          </ac:spMkLst>
        </pc:spChg>
        <pc:spChg chg="del">
          <ac:chgData name="Minh Huynh" userId="01a137d4-0d81-46e0-aca6-c9185b391828" providerId="ADAL" clId="{CF02122B-8685-4227-9B3E-A85B24F402DE}" dt="2026-10-13T10:16:35.041" v="1412" actId="478"/>
          <ac:spMkLst>
            <pc:docMk/>
            <pc:sldMk cId="639961980" sldId="4521"/>
            <ac:spMk id="26" creationId="{E6EBAD15-3F96-451F-9C2F-6BC15EB42FC9}"/>
          </ac:spMkLst>
        </pc:spChg>
        <pc:spChg chg="del">
          <ac:chgData name="Minh Huynh" userId="01a137d4-0d81-46e0-aca6-c9185b391828" providerId="ADAL" clId="{CF02122B-8685-4227-9B3E-A85B24F402DE}" dt="2026-10-13T10:16:35.041" v="1412" actId="478"/>
          <ac:spMkLst>
            <pc:docMk/>
            <pc:sldMk cId="639961980" sldId="4521"/>
            <ac:spMk id="27" creationId="{E53E2E2D-6A85-41FC-99B7-53DDD9F11FA2}"/>
          </ac:spMkLst>
        </pc:spChg>
        <pc:spChg chg="add mod">
          <ac:chgData name="Minh Huynh" userId="01a137d4-0d81-46e0-aca6-c9185b391828" providerId="ADAL" clId="{CF02122B-8685-4227-9B3E-A85B24F402DE}" dt="2026-10-13T10:17:29.871" v="1441" actId="20577"/>
          <ac:spMkLst>
            <pc:docMk/>
            <pc:sldMk cId="639961980" sldId="4521"/>
            <ac:spMk id="28" creationId="{EE2B9C84-198E-4F81-BF43-73F79A8AC1A8}"/>
          </ac:spMkLst>
        </pc:spChg>
      </pc:sldChg>
      <pc:sldChg chg="addSp delSp modSp add mod">
        <pc:chgData name="Minh Huynh" userId="01a137d4-0d81-46e0-aca6-c9185b391828" providerId="ADAL" clId="{CF02122B-8685-4227-9B3E-A85B24F402DE}" dt="2026-10-13T10:17:03.236" v="1422"/>
        <pc:sldMkLst>
          <pc:docMk/>
          <pc:sldMk cId="3641909128" sldId="4535"/>
        </pc:sldMkLst>
        <pc:spChg chg="del">
          <ac:chgData name="Minh Huynh" userId="01a137d4-0d81-46e0-aca6-c9185b391828" providerId="ADAL" clId="{CF02122B-8685-4227-9B3E-A85B24F402DE}" dt="2026-10-13T10:17:00.110" v="1421" actId="478"/>
          <ac:spMkLst>
            <pc:docMk/>
            <pc:sldMk cId="3641909128" sldId="4535"/>
            <ac:spMk id="31" creationId="{AA4B70C1-84D1-4FC7-AEFE-A172A9FF1A44}"/>
          </ac:spMkLst>
        </pc:spChg>
        <pc:spChg chg="del">
          <ac:chgData name="Minh Huynh" userId="01a137d4-0d81-46e0-aca6-c9185b391828" providerId="ADAL" clId="{CF02122B-8685-4227-9B3E-A85B24F402DE}" dt="2026-10-13T10:17:00.110" v="1421" actId="478"/>
          <ac:spMkLst>
            <pc:docMk/>
            <pc:sldMk cId="3641909128" sldId="4535"/>
            <ac:spMk id="33" creationId="{321C5B27-496F-42B5-85F3-437BFEE292C5}"/>
          </ac:spMkLst>
        </pc:spChg>
        <pc:spChg chg="del">
          <ac:chgData name="Minh Huynh" userId="01a137d4-0d81-46e0-aca6-c9185b391828" providerId="ADAL" clId="{CF02122B-8685-4227-9B3E-A85B24F402DE}" dt="2026-10-13T10:17:00.110" v="1421" actId="478"/>
          <ac:spMkLst>
            <pc:docMk/>
            <pc:sldMk cId="3641909128" sldId="4535"/>
            <ac:spMk id="36" creationId="{418542DB-6638-4229-B59C-0AE2B8651BC9}"/>
          </ac:spMkLst>
        </pc:spChg>
        <pc:spChg chg="del">
          <ac:chgData name="Minh Huynh" userId="01a137d4-0d81-46e0-aca6-c9185b391828" providerId="ADAL" clId="{CF02122B-8685-4227-9B3E-A85B24F402DE}" dt="2026-10-13T10:17:00.110" v="1421" actId="478"/>
          <ac:spMkLst>
            <pc:docMk/>
            <pc:sldMk cId="3641909128" sldId="4535"/>
            <ac:spMk id="37" creationId="{422F6751-7E0F-4635-BB00-6342AAEFC00E}"/>
          </ac:spMkLst>
        </pc:spChg>
        <pc:spChg chg="del">
          <ac:chgData name="Minh Huynh" userId="01a137d4-0d81-46e0-aca6-c9185b391828" providerId="ADAL" clId="{CF02122B-8685-4227-9B3E-A85B24F402DE}" dt="2026-10-13T10:17:00.110" v="1421" actId="478"/>
          <ac:spMkLst>
            <pc:docMk/>
            <pc:sldMk cId="3641909128" sldId="4535"/>
            <ac:spMk id="38" creationId="{D014C222-3731-4C6D-862D-AE59B9CC7F53}"/>
          </ac:spMkLst>
        </pc:spChg>
        <pc:spChg chg="del">
          <ac:chgData name="Minh Huynh" userId="01a137d4-0d81-46e0-aca6-c9185b391828" providerId="ADAL" clId="{CF02122B-8685-4227-9B3E-A85B24F402DE}" dt="2026-10-13T10:17:00.110" v="1421" actId="478"/>
          <ac:spMkLst>
            <pc:docMk/>
            <pc:sldMk cId="3641909128" sldId="4535"/>
            <ac:spMk id="39" creationId="{116F6C96-DE31-4FB0-86F8-A4388771127D}"/>
          </ac:spMkLst>
        </pc:spChg>
        <pc:spChg chg="del">
          <ac:chgData name="Minh Huynh" userId="01a137d4-0d81-46e0-aca6-c9185b391828" providerId="ADAL" clId="{CF02122B-8685-4227-9B3E-A85B24F402DE}" dt="2026-10-13T10:17:00.110" v="1421" actId="478"/>
          <ac:spMkLst>
            <pc:docMk/>
            <pc:sldMk cId="3641909128" sldId="4535"/>
            <ac:spMk id="40" creationId="{A6335AB1-471B-4E09-85C1-B47403CB064C}"/>
          </ac:spMkLst>
        </pc:spChg>
        <pc:spChg chg="del">
          <ac:chgData name="Minh Huynh" userId="01a137d4-0d81-46e0-aca6-c9185b391828" providerId="ADAL" clId="{CF02122B-8685-4227-9B3E-A85B24F402DE}" dt="2026-10-13T10:17:00.110" v="1421" actId="478"/>
          <ac:spMkLst>
            <pc:docMk/>
            <pc:sldMk cId="3641909128" sldId="4535"/>
            <ac:spMk id="41" creationId="{34603F1F-8CC8-44AB-9DD8-CBFD8B54DAAF}"/>
          </ac:spMkLst>
        </pc:spChg>
        <pc:spChg chg="del">
          <ac:chgData name="Minh Huynh" userId="01a137d4-0d81-46e0-aca6-c9185b391828" providerId="ADAL" clId="{CF02122B-8685-4227-9B3E-A85B24F402DE}" dt="2026-10-13T10:17:00.110" v="1421" actId="478"/>
          <ac:spMkLst>
            <pc:docMk/>
            <pc:sldMk cId="3641909128" sldId="4535"/>
            <ac:spMk id="42" creationId="{57D90F82-B3A0-4DFF-A6C8-AF1225B61A4F}"/>
          </ac:spMkLst>
        </pc:spChg>
        <pc:spChg chg="del">
          <ac:chgData name="Minh Huynh" userId="01a137d4-0d81-46e0-aca6-c9185b391828" providerId="ADAL" clId="{CF02122B-8685-4227-9B3E-A85B24F402DE}" dt="2026-10-13T10:17:00.110" v="1421" actId="478"/>
          <ac:spMkLst>
            <pc:docMk/>
            <pc:sldMk cId="3641909128" sldId="4535"/>
            <ac:spMk id="43" creationId="{78D0BA2F-3E8E-4DFE-BADA-D69400358DE9}"/>
          </ac:spMkLst>
        </pc:spChg>
        <pc:spChg chg="del">
          <ac:chgData name="Minh Huynh" userId="01a137d4-0d81-46e0-aca6-c9185b391828" providerId="ADAL" clId="{CF02122B-8685-4227-9B3E-A85B24F402DE}" dt="2026-10-13T10:17:00.110" v="1421" actId="478"/>
          <ac:spMkLst>
            <pc:docMk/>
            <pc:sldMk cId="3641909128" sldId="4535"/>
            <ac:spMk id="44" creationId="{A282C7C9-728C-4461-A603-602CE4495860}"/>
          </ac:spMkLst>
        </pc:spChg>
        <pc:spChg chg="del">
          <ac:chgData name="Minh Huynh" userId="01a137d4-0d81-46e0-aca6-c9185b391828" providerId="ADAL" clId="{CF02122B-8685-4227-9B3E-A85B24F402DE}" dt="2026-10-13T10:17:00.110" v="1421" actId="478"/>
          <ac:spMkLst>
            <pc:docMk/>
            <pc:sldMk cId="3641909128" sldId="4535"/>
            <ac:spMk id="45" creationId="{5B0B5AEA-BBAD-4479-9ADF-1CEFB0AC5A8C}"/>
          </ac:spMkLst>
        </pc:spChg>
        <pc:spChg chg="del">
          <ac:chgData name="Minh Huynh" userId="01a137d4-0d81-46e0-aca6-c9185b391828" providerId="ADAL" clId="{CF02122B-8685-4227-9B3E-A85B24F402DE}" dt="2026-10-13T10:17:00.110" v="1421" actId="478"/>
          <ac:spMkLst>
            <pc:docMk/>
            <pc:sldMk cId="3641909128" sldId="4535"/>
            <ac:spMk id="46" creationId="{0B7B497A-69CA-4117-A99B-1BF70245ABC9}"/>
          </ac:spMkLst>
        </pc:spChg>
        <pc:spChg chg="add mod">
          <ac:chgData name="Minh Huynh" userId="01a137d4-0d81-46e0-aca6-c9185b391828" providerId="ADAL" clId="{CF02122B-8685-4227-9B3E-A85B24F402DE}" dt="2026-10-13T10:17:03.236" v="1422"/>
          <ac:spMkLst>
            <pc:docMk/>
            <pc:sldMk cId="3641909128" sldId="4535"/>
            <ac:spMk id="47" creationId="{4B788BEB-9A90-4AC7-A244-0D070E8232F6}"/>
          </ac:spMkLst>
        </pc:spChg>
      </pc:sldChg>
      <pc:sldChg chg="del">
        <pc:chgData name="Minh Huynh" userId="01a137d4-0d81-46e0-aca6-c9185b391828" providerId="ADAL" clId="{CF02122B-8685-4227-9B3E-A85B24F402DE}" dt="2026-10-13T09:54:35.156" v="0" actId="47"/>
        <pc:sldMkLst>
          <pc:docMk/>
          <pc:sldMk cId="315617114" sldId="4540"/>
        </pc:sldMkLst>
      </pc:sldChg>
      <pc:sldChg chg="addSp delSp modSp add mod">
        <pc:chgData name="Minh Huynh" userId="01a137d4-0d81-46e0-aca6-c9185b391828" providerId="ADAL" clId="{CF02122B-8685-4227-9B3E-A85B24F402DE}" dt="2026-10-13T10:17:36.439" v="1444" actId="478"/>
        <pc:sldMkLst>
          <pc:docMk/>
          <pc:sldMk cId="4168383365" sldId="4546"/>
        </pc:sldMkLst>
        <pc:spChg chg="del">
          <ac:chgData name="Minh Huynh" userId="01a137d4-0d81-46e0-aca6-c9185b391828" providerId="ADAL" clId="{CF02122B-8685-4227-9B3E-A85B24F402DE}" dt="2026-10-13T10:17:36.439" v="1444" actId="478"/>
          <ac:spMkLst>
            <pc:docMk/>
            <pc:sldMk cId="4168383365" sldId="4546"/>
            <ac:spMk id="11" creationId="{7814DEDC-95FB-46BE-9C5C-14AB99D69454}"/>
          </ac:spMkLst>
        </pc:spChg>
        <pc:spChg chg="del">
          <ac:chgData name="Minh Huynh" userId="01a137d4-0d81-46e0-aca6-c9185b391828" providerId="ADAL" clId="{CF02122B-8685-4227-9B3E-A85B24F402DE}" dt="2026-10-13T10:17:33.091" v="1442" actId="478"/>
          <ac:spMkLst>
            <pc:docMk/>
            <pc:sldMk cId="4168383365" sldId="4546"/>
            <ac:spMk id="14" creationId="{FEF10F77-DA12-4144-80BB-BE061D5FA32F}"/>
          </ac:spMkLst>
        </pc:spChg>
        <pc:spChg chg="del">
          <ac:chgData name="Minh Huynh" userId="01a137d4-0d81-46e0-aca6-c9185b391828" providerId="ADAL" clId="{CF02122B-8685-4227-9B3E-A85B24F402DE}" dt="2026-10-13T10:17:33.091" v="1442" actId="478"/>
          <ac:spMkLst>
            <pc:docMk/>
            <pc:sldMk cId="4168383365" sldId="4546"/>
            <ac:spMk id="15" creationId="{6C124B0C-F04B-46FD-845B-FBC0725E1838}"/>
          </ac:spMkLst>
        </pc:spChg>
        <pc:spChg chg="del">
          <ac:chgData name="Minh Huynh" userId="01a137d4-0d81-46e0-aca6-c9185b391828" providerId="ADAL" clId="{CF02122B-8685-4227-9B3E-A85B24F402DE}" dt="2026-10-13T10:17:33.091" v="1442" actId="478"/>
          <ac:spMkLst>
            <pc:docMk/>
            <pc:sldMk cId="4168383365" sldId="4546"/>
            <ac:spMk id="16" creationId="{2CA7EF28-EB98-44E5-8B0A-5DAFD4E74636}"/>
          </ac:spMkLst>
        </pc:spChg>
        <pc:spChg chg="del">
          <ac:chgData name="Minh Huynh" userId="01a137d4-0d81-46e0-aca6-c9185b391828" providerId="ADAL" clId="{CF02122B-8685-4227-9B3E-A85B24F402DE}" dt="2026-10-13T10:17:33.091" v="1442" actId="478"/>
          <ac:spMkLst>
            <pc:docMk/>
            <pc:sldMk cId="4168383365" sldId="4546"/>
            <ac:spMk id="17" creationId="{B74CEDE4-B712-479D-BE03-8F08F7D312E4}"/>
          </ac:spMkLst>
        </pc:spChg>
        <pc:spChg chg="del">
          <ac:chgData name="Minh Huynh" userId="01a137d4-0d81-46e0-aca6-c9185b391828" providerId="ADAL" clId="{CF02122B-8685-4227-9B3E-A85B24F402DE}" dt="2026-10-13T10:17:33.091" v="1442" actId="478"/>
          <ac:spMkLst>
            <pc:docMk/>
            <pc:sldMk cId="4168383365" sldId="4546"/>
            <ac:spMk id="18" creationId="{E4A26A9B-652F-45BE-BE56-1CE02C619664}"/>
          </ac:spMkLst>
        </pc:spChg>
        <pc:spChg chg="del">
          <ac:chgData name="Minh Huynh" userId="01a137d4-0d81-46e0-aca6-c9185b391828" providerId="ADAL" clId="{CF02122B-8685-4227-9B3E-A85B24F402DE}" dt="2026-10-13T10:17:33.091" v="1442" actId="478"/>
          <ac:spMkLst>
            <pc:docMk/>
            <pc:sldMk cId="4168383365" sldId="4546"/>
            <ac:spMk id="19" creationId="{C25D85EC-F84B-4084-9B5F-434B5F151B46}"/>
          </ac:spMkLst>
        </pc:spChg>
        <pc:spChg chg="del">
          <ac:chgData name="Minh Huynh" userId="01a137d4-0d81-46e0-aca6-c9185b391828" providerId="ADAL" clId="{CF02122B-8685-4227-9B3E-A85B24F402DE}" dt="2026-10-13T10:17:33.091" v="1442" actId="478"/>
          <ac:spMkLst>
            <pc:docMk/>
            <pc:sldMk cId="4168383365" sldId="4546"/>
            <ac:spMk id="20" creationId="{DBDC14AC-A6B0-4EF9-B652-11DB78411868}"/>
          </ac:spMkLst>
        </pc:spChg>
        <pc:spChg chg="del">
          <ac:chgData name="Minh Huynh" userId="01a137d4-0d81-46e0-aca6-c9185b391828" providerId="ADAL" clId="{CF02122B-8685-4227-9B3E-A85B24F402DE}" dt="2026-10-13T10:17:33.091" v="1442" actId="478"/>
          <ac:spMkLst>
            <pc:docMk/>
            <pc:sldMk cId="4168383365" sldId="4546"/>
            <ac:spMk id="21" creationId="{5EFC958B-4DD6-4B57-AB8D-D2B665A98DA6}"/>
          </ac:spMkLst>
        </pc:spChg>
        <pc:spChg chg="del">
          <ac:chgData name="Minh Huynh" userId="01a137d4-0d81-46e0-aca6-c9185b391828" providerId="ADAL" clId="{CF02122B-8685-4227-9B3E-A85B24F402DE}" dt="2026-10-13T10:17:33.091" v="1442" actId="478"/>
          <ac:spMkLst>
            <pc:docMk/>
            <pc:sldMk cId="4168383365" sldId="4546"/>
            <ac:spMk id="22" creationId="{5523DF56-1DAA-47B6-80EA-BDE7E8BF17AC}"/>
          </ac:spMkLst>
        </pc:spChg>
        <pc:spChg chg="del">
          <ac:chgData name="Minh Huynh" userId="01a137d4-0d81-46e0-aca6-c9185b391828" providerId="ADAL" clId="{CF02122B-8685-4227-9B3E-A85B24F402DE}" dt="2026-10-13T10:17:33.091" v="1442" actId="478"/>
          <ac:spMkLst>
            <pc:docMk/>
            <pc:sldMk cId="4168383365" sldId="4546"/>
            <ac:spMk id="23" creationId="{014B4798-DB26-46B5-9F15-6EDE65045A41}"/>
          </ac:spMkLst>
        </pc:spChg>
        <pc:spChg chg="del">
          <ac:chgData name="Minh Huynh" userId="01a137d4-0d81-46e0-aca6-c9185b391828" providerId="ADAL" clId="{CF02122B-8685-4227-9B3E-A85B24F402DE}" dt="2026-10-13T10:17:33.091" v="1442" actId="478"/>
          <ac:spMkLst>
            <pc:docMk/>
            <pc:sldMk cId="4168383365" sldId="4546"/>
            <ac:spMk id="24" creationId="{7B19084B-FABA-48B7-96A3-0065BB8DEE0C}"/>
          </ac:spMkLst>
        </pc:spChg>
        <pc:spChg chg="del">
          <ac:chgData name="Minh Huynh" userId="01a137d4-0d81-46e0-aca6-c9185b391828" providerId="ADAL" clId="{CF02122B-8685-4227-9B3E-A85B24F402DE}" dt="2026-10-13T10:17:33.091" v="1442" actId="478"/>
          <ac:spMkLst>
            <pc:docMk/>
            <pc:sldMk cId="4168383365" sldId="4546"/>
            <ac:spMk id="25" creationId="{6C6B9733-00F2-4052-B54D-23488A310152}"/>
          </ac:spMkLst>
        </pc:spChg>
        <pc:spChg chg="del">
          <ac:chgData name="Minh Huynh" userId="01a137d4-0d81-46e0-aca6-c9185b391828" providerId="ADAL" clId="{CF02122B-8685-4227-9B3E-A85B24F402DE}" dt="2026-10-13T10:17:33.091" v="1442" actId="478"/>
          <ac:spMkLst>
            <pc:docMk/>
            <pc:sldMk cId="4168383365" sldId="4546"/>
            <ac:spMk id="26" creationId="{235B2BFB-A8E1-47F1-89A3-A99B54FB1415}"/>
          </ac:spMkLst>
        </pc:spChg>
        <pc:spChg chg="add mod">
          <ac:chgData name="Minh Huynh" userId="01a137d4-0d81-46e0-aca6-c9185b391828" providerId="ADAL" clId="{CF02122B-8685-4227-9B3E-A85B24F402DE}" dt="2026-10-13T10:17:35.555" v="1443"/>
          <ac:spMkLst>
            <pc:docMk/>
            <pc:sldMk cId="4168383365" sldId="4546"/>
            <ac:spMk id="27" creationId="{AE417E3E-5B91-4828-8F43-33AAC7436915}"/>
          </ac:spMkLst>
        </pc:spChg>
      </pc:sldChg>
      <pc:sldChg chg="add del">
        <pc:chgData name="Minh Huynh" userId="01a137d4-0d81-46e0-aca6-c9185b391828" providerId="ADAL" clId="{CF02122B-8685-4227-9B3E-A85B24F402DE}" dt="2026-10-13T10:17:49.714" v="1446" actId="47"/>
        <pc:sldMkLst>
          <pc:docMk/>
          <pc:sldMk cId="159387872" sldId="4547"/>
        </pc:sldMkLst>
      </pc:sldChg>
      <pc:sldChg chg="del">
        <pc:chgData name="Minh Huynh" userId="01a137d4-0d81-46e0-aca6-c9185b391828" providerId="ADAL" clId="{CF02122B-8685-4227-9B3E-A85B24F402DE}" dt="2026-10-13T09:54:35.156" v="0" actId="47"/>
        <pc:sldMkLst>
          <pc:docMk/>
          <pc:sldMk cId="707359171" sldId="4549"/>
        </pc:sldMkLst>
      </pc:sldChg>
      <pc:sldChg chg="addSp delSp modSp add mod">
        <pc:chgData name="Minh Huynh" userId="01a137d4-0d81-46e0-aca6-c9185b391828" providerId="ADAL" clId="{CF02122B-8685-4227-9B3E-A85B24F402DE}" dt="2026-10-13T10:17:56.389" v="1450"/>
        <pc:sldMkLst>
          <pc:docMk/>
          <pc:sldMk cId="1679278438" sldId="4554"/>
        </pc:sldMkLst>
        <pc:spChg chg="del">
          <ac:chgData name="Minh Huynh" userId="01a137d4-0d81-46e0-aca6-c9185b391828" providerId="ADAL" clId="{CF02122B-8685-4227-9B3E-A85B24F402DE}" dt="2026-10-13T10:17:54.278" v="1449" actId="478"/>
          <ac:spMkLst>
            <pc:docMk/>
            <pc:sldMk cId="1679278438" sldId="4554"/>
            <ac:spMk id="17" creationId="{C8E02AE5-71FB-4979-B9EE-C8DFDC036F8F}"/>
          </ac:spMkLst>
        </pc:spChg>
        <pc:spChg chg="del">
          <ac:chgData name="Minh Huynh" userId="01a137d4-0d81-46e0-aca6-c9185b391828" providerId="ADAL" clId="{CF02122B-8685-4227-9B3E-A85B24F402DE}" dt="2026-10-13T10:17:53.044" v="1448" actId="478"/>
          <ac:spMkLst>
            <pc:docMk/>
            <pc:sldMk cId="1679278438" sldId="4554"/>
            <ac:spMk id="39" creationId="{AE8F4CE6-2E7A-4D51-9EC2-23075EB3D007}"/>
          </ac:spMkLst>
        </pc:spChg>
        <pc:spChg chg="del">
          <ac:chgData name="Minh Huynh" userId="01a137d4-0d81-46e0-aca6-c9185b391828" providerId="ADAL" clId="{CF02122B-8685-4227-9B3E-A85B24F402DE}" dt="2026-10-13T10:17:53.044" v="1448" actId="478"/>
          <ac:spMkLst>
            <pc:docMk/>
            <pc:sldMk cId="1679278438" sldId="4554"/>
            <ac:spMk id="40" creationId="{66D6C528-FEE3-4134-A920-9D48E1DCC2C3}"/>
          </ac:spMkLst>
        </pc:spChg>
        <pc:spChg chg="del">
          <ac:chgData name="Minh Huynh" userId="01a137d4-0d81-46e0-aca6-c9185b391828" providerId="ADAL" clId="{CF02122B-8685-4227-9B3E-A85B24F402DE}" dt="2026-10-13T10:17:53.044" v="1448" actId="478"/>
          <ac:spMkLst>
            <pc:docMk/>
            <pc:sldMk cId="1679278438" sldId="4554"/>
            <ac:spMk id="41" creationId="{BDFDCD8C-D6FE-443A-8268-00CC77097BAB}"/>
          </ac:spMkLst>
        </pc:spChg>
        <pc:spChg chg="del">
          <ac:chgData name="Minh Huynh" userId="01a137d4-0d81-46e0-aca6-c9185b391828" providerId="ADAL" clId="{CF02122B-8685-4227-9B3E-A85B24F402DE}" dt="2026-10-13T10:17:53.044" v="1448" actId="478"/>
          <ac:spMkLst>
            <pc:docMk/>
            <pc:sldMk cId="1679278438" sldId="4554"/>
            <ac:spMk id="42" creationId="{5CF51FEF-A3F0-4D87-AF2F-9A1B87CFEF07}"/>
          </ac:spMkLst>
        </pc:spChg>
        <pc:spChg chg="del">
          <ac:chgData name="Minh Huynh" userId="01a137d4-0d81-46e0-aca6-c9185b391828" providerId="ADAL" clId="{CF02122B-8685-4227-9B3E-A85B24F402DE}" dt="2026-10-13T10:17:53.044" v="1448" actId="478"/>
          <ac:spMkLst>
            <pc:docMk/>
            <pc:sldMk cId="1679278438" sldId="4554"/>
            <ac:spMk id="43" creationId="{91F53C95-597F-4D7D-9AA7-0BECB9C19750}"/>
          </ac:spMkLst>
        </pc:spChg>
        <pc:spChg chg="del">
          <ac:chgData name="Minh Huynh" userId="01a137d4-0d81-46e0-aca6-c9185b391828" providerId="ADAL" clId="{CF02122B-8685-4227-9B3E-A85B24F402DE}" dt="2026-10-13T10:17:53.044" v="1448" actId="478"/>
          <ac:spMkLst>
            <pc:docMk/>
            <pc:sldMk cId="1679278438" sldId="4554"/>
            <ac:spMk id="44" creationId="{E0EEF881-EA92-43E7-A7A7-8E3CEA143D6D}"/>
          </ac:spMkLst>
        </pc:spChg>
        <pc:spChg chg="del">
          <ac:chgData name="Minh Huynh" userId="01a137d4-0d81-46e0-aca6-c9185b391828" providerId="ADAL" clId="{CF02122B-8685-4227-9B3E-A85B24F402DE}" dt="2026-10-13T10:17:53.044" v="1448" actId="478"/>
          <ac:spMkLst>
            <pc:docMk/>
            <pc:sldMk cId="1679278438" sldId="4554"/>
            <ac:spMk id="45" creationId="{900EA9F0-CA12-439F-BCFB-48716C6D5E64}"/>
          </ac:spMkLst>
        </pc:spChg>
        <pc:spChg chg="del">
          <ac:chgData name="Minh Huynh" userId="01a137d4-0d81-46e0-aca6-c9185b391828" providerId="ADAL" clId="{CF02122B-8685-4227-9B3E-A85B24F402DE}" dt="2026-10-13T10:17:53.044" v="1448" actId="478"/>
          <ac:spMkLst>
            <pc:docMk/>
            <pc:sldMk cId="1679278438" sldId="4554"/>
            <ac:spMk id="46" creationId="{EECA4BC6-D867-420D-A50C-1B97CA97DACC}"/>
          </ac:spMkLst>
        </pc:spChg>
        <pc:spChg chg="del">
          <ac:chgData name="Minh Huynh" userId="01a137d4-0d81-46e0-aca6-c9185b391828" providerId="ADAL" clId="{CF02122B-8685-4227-9B3E-A85B24F402DE}" dt="2026-10-13T10:17:53.044" v="1448" actId="478"/>
          <ac:spMkLst>
            <pc:docMk/>
            <pc:sldMk cId="1679278438" sldId="4554"/>
            <ac:spMk id="47" creationId="{B9BF2611-649D-4477-8798-692B17CAF2FC}"/>
          </ac:spMkLst>
        </pc:spChg>
        <pc:spChg chg="del">
          <ac:chgData name="Minh Huynh" userId="01a137d4-0d81-46e0-aca6-c9185b391828" providerId="ADAL" clId="{CF02122B-8685-4227-9B3E-A85B24F402DE}" dt="2026-10-13T10:17:53.044" v="1448" actId="478"/>
          <ac:spMkLst>
            <pc:docMk/>
            <pc:sldMk cId="1679278438" sldId="4554"/>
            <ac:spMk id="48" creationId="{2E04A6AA-C3E0-4FA8-9B86-EE46892F3B47}"/>
          </ac:spMkLst>
        </pc:spChg>
        <pc:spChg chg="del">
          <ac:chgData name="Minh Huynh" userId="01a137d4-0d81-46e0-aca6-c9185b391828" providerId="ADAL" clId="{CF02122B-8685-4227-9B3E-A85B24F402DE}" dt="2026-10-13T10:17:53.044" v="1448" actId="478"/>
          <ac:spMkLst>
            <pc:docMk/>
            <pc:sldMk cId="1679278438" sldId="4554"/>
            <ac:spMk id="49" creationId="{EDEC09F7-0499-409E-8877-03E756C724DD}"/>
          </ac:spMkLst>
        </pc:spChg>
        <pc:spChg chg="del">
          <ac:chgData name="Minh Huynh" userId="01a137d4-0d81-46e0-aca6-c9185b391828" providerId="ADAL" clId="{CF02122B-8685-4227-9B3E-A85B24F402DE}" dt="2026-10-13T10:17:53.044" v="1448" actId="478"/>
          <ac:spMkLst>
            <pc:docMk/>
            <pc:sldMk cId="1679278438" sldId="4554"/>
            <ac:spMk id="50" creationId="{2B4CAAA3-0729-48B8-A0DF-49EB98922580}"/>
          </ac:spMkLst>
        </pc:spChg>
        <pc:spChg chg="del">
          <ac:chgData name="Minh Huynh" userId="01a137d4-0d81-46e0-aca6-c9185b391828" providerId="ADAL" clId="{CF02122B-8685-4227-9B3E-A85B24F402DE}" dt="2026-10-13T10:17:53.044" v="1448" actId="478"/>
          <ac:spMkLst>
            <pc:docMk/>
            <pc:sldMk cId="1679278438" sldId="4554"/>
            <ac:spMk id="51" creationId="{25D3DA72-A7C9-4376-A389-599CC7D85366}"/>
          </ac:spMkLst>
        </pc:spChg>
        <pc:spChg chg="add mod">
          <ac:chgData name="Minh Huynh" userId="01a137d4-0d81-46e0-aca6-c9185b391828" providerId="ADAL" clId="{CF02122B-8685-4227-9B3E-A85B24F402DE}" dt="2026-10-13T10:17:56.389" v="1450"/>
          <ac:spMkLst>
            <pc:docMk/>
            <pc:sldMk cId="1679278438" sldId="4554"/>
            <ac:spMk id="52" creationId="{55021545-A26D-4B7B-802B-DD67463F8B6A}"/>
          </ac:spMkLst>
        </pc:spChg>
      </pc:sldChg>
      <pc:sldChg chg="del">
        <pc:chgData name="Minh Huynh" userId="01a137d4-0d81-46e0-aca6-c9185b391828" providerId="ADAL" clId="{CF02122B-8685-4227-9B3E-A85B24F402DE}" dt="2026-10-13T09:54:35.156" v="0" actId="47"/>
        <pc:sldMkLst>
          <pc:docMk/>
          <pc:sldMk cId="3116511797" sldId="4556"/>
        </pc:sldMkLst>
      </pc:sldChg>
      <pc:sldChg chg="addSp delSp modSp add mod">
        <pc:chgData name="Minh Huynh" userId="01a137d4-0d81-46e0-aca6-c9185b391828" providerId="ADAL" clId="{CF02122B-8685-4227-9B3E-A85B24F402DE}" dt="2026-10-13T10:18:54.541" v="1464" actId="1076"/>
        <pc:sldMkLst>
          <pc:docMk/>
          <pc:sldMk cId="448916496" sldId="4563"/>
        </pc:sldMkLst>
        <pc:spChg chg="del">
          <ac:chgData name="Minh Huynh" userId="01a137d4-0d81-46e0-aca6-c9185b391828" providerId="ADAL" clId="{CF02122B-8685-4227-9B3E-A85B24F402DE}" dt="2026-10-13T10:18:19.085" v="1454" actId="478"/>
          <ac:spMkLst>
            <pc:docMk/>
            <pc:sldMk cId="448916496" sldId="4563"/>
            <ac:spMk id="14" creationId="{9152C100-5BCE-4DBF-A299-F6DE9DBE66EF}"/>
          </ac:spMkLst>
        </pc:spChg>
        <pc:spChg chg="del">
          <ac:chgData name="Minh Huynh" userId="01a137d4-0d81-46e0-aca6-c9185b391828" providerId="ADAL" clId="{CF02122B-8685-4227-9B3E-A85B24F402DE}" dt="2026-10-13T10:18:19.085" v="1454" actId="478"/>
          <ac:spMkLst>
            <pc:docMk/>
            <pc:sldMk cId="448916496" sldId="4563"/>
            <ac:spMk id="15" creationId="{C92EB238-446F-4985-BB8E-8072C9F252EC}"/>
          </ac:spMkLst>
        </pc:spChg>
        <pc:spChg chg="del">
          <ac:chgData name="Minh Huynh" userId="01a137d4-0d81-46e0-aca6-c9185b391828" providerId="ADAL" clId="{CF02122B-8685-4227-9B3E-A85B24F402DE}" dt="2026-10-13T10:18:19.085" v="1454" actId="478"/>
          <ac:spMkLst>
            <pc:docMk/>
            <pc:sldMk cId="448916496" sldId="4563"/>
            <ac:spMk id="16" creationId="{5968DA1A-8D66-427D-AF21-A43915C281BB}"/>
          </ac:spMkLst>
        </pc:spChg>
        <pc:spChg chg="del">
          <ac:chgData name="Minh Huynh" userId="01a137d4-0d81-46e0-aca6-c9185b391828" providerId="ADAL" clId="{CF02122B-8685-4227-9B3E-A85B24F402DE}" dt="2026-10-13T10:18:19.085" v="1454" actId="478"/>
          <ac:spMkLst>
            <pc:docMk/>
            <pc:sldMk cId="448916496" sldId="4563"/>
            <ac:spMk id="17" creationId="{6F680DBB-9E9A-4C7C-A0AF-F1F828DF4B14}"/>
          </ac:spMkLst>
        </pc:spChg>
        <pc:spChg chg="del">
          <ac:chgData name="Minh Huynh" userId="01a137d4-0d81-46e0-aca6-c9185b391828" providerId="ADAL" clId="{CF02122B-8685-4227-9B3E-A85B24F402DE}" dt="2026-10-13T10:18:19.085" v="1454" actId="478"/>
          <ac:spMkLst>
            <pc:docMk/>
            <pc:sldMk cId="448916496" sldId="4563"/>
            <ac:spMk id="18" creationId="{B2C9BC04-95AB-4852-B237-F8F3239E615B}"/>
          </ac:spMkLst>
        </pc:spChg>
        <pc:spChg chg="del">
          <ac:chgData name="Minh Huynh" userId="01a137d4-0d81-46e0-aca6-c9185b391828" providerId="ADAL" clId="{CF02122B-8685-4227-9B3E-A85B24F402DE}" dt="2026-10-13T10:18:19.085" v="1454" actId="478"/>
          <ac:spMkLst>
            <pc:docMk/>
            <pc:sldMk cId="448916496" sldId="4563"/>
            <ac:spMk id="19" creationId="{09D1B020-6583-41CA-84DA-C678D5810779}"/>
          </ac:spMkLst>
        </pc:spChg>
        <pc:spChg chg="del">
          <ac:chgData name="Minh Huynh" userId="01a137d4-0d81-46e0-aca6-c9185b391828" providerId="ADAL" clId="{CF02122B-8685-4227-9B3E-A85B24F402DE}" dt="2026-10-13T10:18:19.085" v="1454" actId="478"/>
          <ac:spMkLst>
            <pc:docMk/>
            <pc:sldMk cId="448916496" sldId="4563"/>
            <ac:spMk id="20" creationId="{B112F2DC-B625-4629-81E8-A228500327A6}"/>
          </ac:spMkLst>
        </pc:spChg>
        <pc:spChg chg="del">
          <ac:chgData name="Minh Huynh" userId="01a137d4-0d81-46e0-aca6-c9185b391828" providerId="ADAL" clId="{CF02122B-8685-4227-9B3E-A85B24F402DE}" dt="2026-10-13T10:18:19.085" v="1454" actId="478"/>
          <ac:spMkLst>
            <pc:docMk/>
            <pc:sldMk cId="448916496" sldId="4563"/>
            <ac:spMk id="21" creationId="{6000B7D8-97FF-44B0-A071-C513A467CBED}"/>
          </ac:spMkLst>
        </pc:spChg>
        <pc:spChg chg="del">
          <ac:chgData name="Minh Huynh" userId="01a137d4-0d81-46e0-aca6-c9185b391828" providerId="ADAL" clId="{CF02122B-8685-4227-9B3E-A85B24F402DE}" dt="2026-10-13T10:18:19.085" v="1454" actId="478"/>
          <ac:spMkLst>
            <pc:docMk/>
            <pc:sldMk cId="448916496" sldId="4563"/>
            <ac:spMk id="22" creationId="{280A4B92-A61E-4A9F-8FF1-D32B75493A50}"/>
          </ac:spMkLst>
        </pc:spChg>
        <pc:spChg chg="del">
          <ac:chgData name="Minh Huynh" userId="01a137d4-0d81-46e0-aca6-c9185b391828" providerId="ADAL" clId="{CF02122B-8685-4227-9B3E-A85B24F402DE}" dt="2026-10-13T10:18:19.085" v="1454" actId="478"/>
          <ac:spMkLst>
            <pc:docMk/>
            <pc:sldMk cId="448916496" sldId="4563"/>
            <ac:spMk id="23" creationId="{22A930DF-1C68-442E-B086-70725EDDE443}"/>
          </ac:spMkLst>
        </pc:spChg>
        <pc:spChg chg="del">
          <ac:chgData name="Minh Huynh" userId="01a137d4-0d81-46e0-aca6-c9185b391828" providerId="ADAL" clId="{CF02122B-8685-4227-9B3E-A85B24F402DE}" dt="2026-10-13T10:18:19.085" v="1454" actId="478"/>
          <ac:spMkLst>
            <pc:docMk/>
            <pc:sldMk cId="448916496" sldId="4563"/>
            <ac:spMk id="24" creationId="{AA3A019C-9933-4D75-A17F-169E1A2DCBE0}"/>
          </ac:spMkLst>
        </pc:spChg>
        <pc:spChg chg="del">
          <ac:chgData name="Minh Huynh" userId="01a137d4-0d81-46e0-aca6-c9185b391828" providerId="ADAL" clId="{CF02122B-8685-4227-9B3E-A85B24F402DE}" dt="2026-10-13T10:18:19.085" v="1454" actId="478"/>
          <ac:spMkLst>
            <pc:docMk/>
            <pc:sldMk cId="448916496" sldId="4563"/>
            <ac:spMk id="25" creationId="{6D7689BF-26F3-4E04-B1F4-EA33CA2DA96E}"/>
          </ac:spMkLst>
        </pc:spChg>
        <pc:spChg chg="del">
          <ac:chgData name="Minh Huynh" userId="01a137d4-0d81-46e0-aca6-c9185b391828" providerId="ADAL" clId="{CF02122B-8685-4227-9B3E-A85B24F402DE}" dt="2026-10-13T10:18:19.085" v="1454" actId="478"/>
          <ac:spMkLst>
            <pc:docMk/>
            <pc:sldMk cId="448916496" sldId="4563"/>
            <ac:spMk id="26" creationId="{86904DA2-923C-4728-AE18-EE8C388FA871}"/>
          </ac:spMkLst>
        </pc:spChg>
        <pc:spChg chg="add mod">
          <ac:chgData name="Minh Huynh" userId="01a137d4-0d81-46e0-aca6-c9185b391828" providerId="ADAL" clId="{CF02122B-8685-4227-9B3E-A85B24F402DE}" dt="2026-10-13T10:18:21.787" v="1455"/>
          <ac:spMkLst>
            <pc:docMk/>
            <pc:sldMk cId="448916496" sldId="4563"/>
            <ac:spMk id="27" creationId="{6A7C9B9B-BA59-4AB4-82F5-2493CB28F81F}"/>
          </ac:spMkLst>
        </pc:spChg>
        <pc:spChg chg="add mod">
          <ac:chgData name="Minh Huynh" userId="01a137d4-0d81-46e0-aca6-c9185b391828" providerId="ADAL" clId="{CF02122B-8685-4227-9B3E-A85B24F402DE}" dt="2026-10-13T10:18:54.541" v="1464" actId="1076"/>
          <ac:spMkLst>
            <pc:docMk/>
            <pc:sldMk cId="448916496" sldId="4563"/>
            <ac:spMk id="28" creationId="{71B6832F-EF8B-4EE7-A4C5-95E4FDD0FA92}"/>
          </ac:spMkLst>
        </pc:spChg>
        <pc:spChg chg="add mod">
          <ac:chgData name="Minh Huynh" userId="01a137d4-0d81-46e0-aca6-c9185b391828" providerId="ADAL" clId="{CF02122B-8685-4227-9B3E-A85B24F402DE}" dt="2026-10-13T10:18:50.846" v="1463" actId="1076"/>
          <ac:spMkLst>
            <pc:docMk/>
            <pc:sldMk cId="448916496" sldId="4563"/>
            <ac:spMk id="29" creationId="{9E1A149C-4AA8-4D7C-AAD7-68EBDD43EDAE}"/>
          </ac:spMkLst>
        </pc:spChg>
        <pc:spChg chg="add mod">
          <ac:chgData name="Minh Huynh" userId="01a137d4-0d81-46e0-aca6-c9185b391828" providerId="ADAL" clId="{CF02122B-8685-4227-9B3E-A85B24F402DE}" dt="2026-10-13T10:18:47.267" v="1462" actId="1076"/>
          <ac:spMkLst>
            <pc:docMk/>
            <pc:sldMk cId="448916496" sldId="4563"/>
            <ac:spMk id="30" creationId="{B44526B6-BE58-4312-BD82-50DF2BDD786F}"/>
          </ac:spMkLst>
        </pc:spChg>
        <pc:spChg chg="del">
          <ac:chgData name="Minh Huynh" userId="01a137d4-0d81-46e0-aca6-c9185b391828" providerId="ADAL" clId="{CF02122B-8685-4227-9B3E-A85B24F402DE}" dt="2026-10-13T10:18:12.377" v="1452" actId="478"/>
          <ac:spMkLst>
            <pc:docMk/>
            <pc:sldMk cId="448916496" sldId="4563"/>
            <ac:spMk id="39" creationId="{1C26EF80-2607-4F15-8BEC-6D191C50A84D}"/>
          </ac:spMkLst>
        </pc:spChg>
        <pc:graphicFrameChg chg="mod">
          <ac:chgData name="Minh Huynh" userId="01a137d4-0d81-46e0-aca6-c9185b391828" providerId="ADAL" clId="{CF02122B-8685-4227-9B3E-A85B24F402DE}" dt="2026-10-13T10:18:16.020" v="1453" actId="1076"/>
          <ac:graphicFrameMkLst>
            <pc:docMk/>
            <pc:sldMk cId="448916496" sldId="4563"/>
            <ac:graphicFrameMk id="3" creationId="{F60BBBF2-8AA9-4B8D-84B9-67BDFDF78248}"/>
          </ac:graphicFrameMkLst>
        </pc:graphicFrameChg>
      </pc:sldChg>
      <pc:sldChg chg="addSp delSp modSp add mod">
        <pc:chgData name="Minh Huynh" userId="01a137d4-0d81-46e0-aca6-c9185b391828" providerId="ADAL" clId="{CF02122B-8685-4227-9B3E-A85B24F402DE}" dt="2026-10-13T10:19:54.280" v="1486" actId="20577"/>
        <pc:sldMkLst>
          <pc:docMk/>
          <pc:sldMk cId="2393629656" sldId="4568"/>
        </pc:sldMkLst>
        <pc:spChg chg="add mod">
          <ac:chgData name="Minh Huynh" userId="01a137d4-0d81-46e0-aca6-c9185b391828" providerId="ADAL" clId="{CF02122B-8685-4227-9B3E-A85B24F402DE}" dt="2026-10-13T10:19:54.280" v="1486" actId="20577"/>
          <ac:spMkLst>
            <pc:docMk/>
            <pc:sldMk cId="2393629656" sldId="4568"/>
            <ac:spMk id="42" creationId="{96A86679-5FBD-457F-82EE-3B415F2D432A}"/>
          </ac:spMkLst>
        </pc:spChg>
        <pc:spChg chg="del">
          <ac:chgData name="Minh Huynh" userId="01a137d4-0d81-46e0-aca6-c9185b391828" providerId="ADAL" clId="{CF02122B-8685-4227-9B3E-A85B24F402DE}" dt="2026-10-13T10:19:46.984" v="1466" actId="478"/>
          <ac:spMkLst>
            <pc:docMk/>
            <pc:sldMk cId="2393629656" sldId="4568"/>
            <ac:spMk id="55" creationId="{5F11EBA3-8608-4283-B7CF-048C7B27B862}"/>
          </ac:spMkLst>
        </pc:spChg>
        <pc:spChg chg="del">
          <ac:chgData name="Minh Huynh" userId="01a137d4-0d81-46e0-aca6-c9185b391828" providerId="ADAL" clId="{CF02122B-8685-4227-9B3E-A85B24F402DE}" dt="2026-10-13T10:19:46.984" v="1466" actId="478"/>
          <ac:spMkLst>
            <pc:docMk/>
            <pc:sldMk cId="2393629656" sldId="4568"/>
            <ac:spMk id="56" creationId="{6EE92309-8695-4A29-B202-62F18D513279}"/>
          </ac:spMkLst>
        </pc:spChg>
        <pc:spChg chg="del">
          <ac:chgData name="Minh Huynh" userId="01a137d4-0d81-46e0-aca6-c9185b391828" providerId="ADAL" clId="{CF02122B-8685-4227-9B3E-A85B24F402DE}" dt="2026-10-13T10:19:46.984" v="1466" actId="478"/>
          <ac:spMkLst>
            <pc:docMk/>
            <pc:sldMk cId="2393629656" sldId="4568"/>
            <ac:spMk id="57" creationId="{F48D9A48-04F5-46B0-9779-D332DD91F7C7}"/>
          </ac:spMkLst>
        </pc:spChg>
        <pc:spChg chg="del">
          <ac:chgData name="Minh Huynh" userId="01a137d4-0d81-46e0-aca6-c9185b391828" providerId="ADAL" clId="{CF02122B-8685-4227-9B3E-A85B24F402DE}" dt="2026-10-13T10:19:46.984" v="1466" actId="478"/>
          <ac:spMkLst>
            <pc:docMk/>
            <pc:sldMk cId="2393629656" sldId="4568"/>
            <ac:spMk id="58" creationId="{AB6FD623-D1B5-4EC8-8FEE-C613FD733690}"/>
          </ac:spMkLst>
        </pc:spChg>
        <pc:spChg chg="del">
          <ac:chgData name="Minh Huynh" userId="01a137d4-0d81-46e0-aca6-c9185b391828" providerId="ADAL" clId="{CF02122B-8685-4227-9B3E-A85B24F402DE}" dt="2026-10-13T10:19:46.984" v="1466" actId="478"/>
          <ac:spMkLst>
            <pc:docMk/>
            <pc:sldMk cId="2393629656" sldId="4568"/>
            <ac:spMk id="59" creationId="{65C9CF73-ED18-40E2-A797-DAA7DEB33B5C}"/>
          </ac:spMkLst>
        </pc:spChg>
        <pc:spChg chg="del">
          <ac:chgData name="Minh Huynh" userId="01a137d4-0d81-46e0-aca6-c9185b391828" providerId="ADAL" clId="{CF02122B-8685-4227-9B3E-A85B24F402DE}" dt="2026-10-13T10:19:46.984" v="1466" actId="478"/>
          <ac:spMkLst>
            <pc:docMk/>
            <pc:sldMk cId="2393629656" sldId="4568"/>
            <ac:spMk id="60" creationId="{AD49DB95-5699-4BE8-9FF7-873065D95FC9}"/>
          </ac:spMkLst>
        </pc:spChg>
        <pc:spChg chg="del">
          <ac:chgData name="Minh Huynh" userId="01a137d4-0d81-46e0-aca6-c9185b391828" providerId="ADAL" clId="{CF02122B-8685-4227-9B3E-A85B24F402DE}" dt="2026-10-13T10:19:46.984" v="1466" actId="478"/>
          <ac:spMkLst>
            <pc:docMk/>
            <pc:sldMk cId="2393629656" sldId="4568"/>
            <ac:spMk id="61" creationId="{4E77C61D-717F-488A-BB32-94FC0ADA84E5}"/>
          </ac:spMkLst>
        </pc:spChg>
        <pc:spChg chg="del">
          <ac:chgData name="Minh Huynh" userId="01a137d4-0d81-46e0-aca6-c9185b391828" providerId="ADAL" clId="{CF02122B-8685-4227-9B3E-A85B24F402DE}" dt="2026-10-13T10:19:46.984" v="1466" actId="478"/>
          <ac:spMkLst>
            <pc:docMk/>
            <pc:sldMk cId="2393629656" sldId="4568"/>
            <ac:spMk id="62" creationId="{569D66E3-9315-4C5E-8361-F8D9027E205D}"/>
          </ac:spMkLst>
        </pc:spChg>
        <pc:spChg chg="del">
          <ac:chgData name="Minh Huynh" userId="01a137d4-0d81-46e0-aca6-c9185b391828" providerId="ADAL" clId="{CF02122B-8685-4227-9B3E-A85B24F402DE}" dt="2026-10-13T10:19:46.984" v="1466" actId="478"/>
          <ac:spMkLst>
            <pc:docMk/>
            <pc:sldMk cId="2393629656" sldId="4568"/>
            <ac:spMk id="63" creationId="{E44CEA04-B631-438B-8CF8-110BD7FCACE7}"/>
          </ac:spMkLst>
        </pc:spChg>
        <pc:spChg chg="del">
          <ac:chgData name="Minh Huynh" userId="01a137d4-0d81-46e0-aca6-c9185b391828" providerId="ADAL" clId="{CF02122B-8685-4227-9B3E-A85B24F402DE}" dt="2026-10-13T10:19:46.984" v="1466" actId="478"/>
          <ac:spMkLst>
            <pc:docMk/>
            <pc:sldMk cId="2393629656" sldId="4568"/>
            <ac:spMk id="64" creationId="{1CDEDFFF-86DF-4FB1-8E8C-6E7B151167D0}"/>
          </ac:spMkLst>
        </pc:spChg>
        <pc:spChg chg="del">
          <ac:chgData name="Minh Huynh" userId="01a137d4-0d81-46e0-aca6-c9185b391828" providerId="ADAL" clId="{CF02122B-8685-4227-9B3E-A85B24F402DE}" dt="2026-10-13T10:19:46.984" v="1466" actId="478"/>
          <ac:spMkLst>
            <pc:docMk/>
            <pc:sldMk cId="2393629656" sldId="4568"/>
            <ac:spMk id="65" creationId="{4908E660-4561-42F6-9F20-5013E5EC4E02}"/>
          </ac:spMkLst>
        </pc:spChg>
        <pc:spChg chg="del">
          <ac:chgData name="Minh Huynh" userId="01a137d4-0d81-46e0-aca6-c9185b391828" providerId="ADAL" clId="{CF02122B-8685-4227-9B3E-A85B24F402DE}" dt="2026-10-13T10:19:46.984" v="1466" actId="478"/>
          <ac:spMkLst>
            <pc:docMk/>
            <pc:sldMk cId="2393629656" sldId="4568"/>
            <ac:spMk id="66" creationId="{3FB88763-971B-4D42-BD3C-40B344C15B5C}"/>
          </ac:spMkLst>
        </pc:spChg>
        <pc:spChg chg="del">
          <ac:chgData name="Minh Huynh" userId="01a137d4-0d81-46e0-aca6-c9185b391828" providerId="ADAL" clId="{CF02122B-8685-4227-9B3E-A85B24F402DE}" dt="2026-10-13T10:19:46.984" v="1466" actId="478"/>
          <ac:spMkLst>
            <pc:docMk/>
            <pc:sldMk cId="2393629656" sldId="4568"/>
            <ac:spMk id="67" creationId="{9AAC773E-18E4-44DE-8E7D-7F8DA33AB437}"/>
          </ac:spMkLst>
        </pc:spChg>
        <pc:spChg chg="del">
          <ac:chgData name="Minh Huynh" userId="01a137d4-0d81-46e0-aca6-c9185b391828" providerId="ADAL" clId="{CF02122B-8685-4227-9B3E-A85B24F402DE}" dt="2026-10-13T10:19:46.984" v="1466" actId="478"/>
          <ac:spMkLst>
            <pc:docMk/>
            <pc:sldMk cId="2393629656" sldId="4568"/>
            <ac:spMk id="68" creationId="{7EB35143-941C-4FB8-BF57-2FD1811F3809}"/>
          </ac:spMkLst>
        </pc:spChg>
        <pc:spChg chg="del">
          <ac:chgData name="Minh Huynh" userId="01a137d4-0d81-46e0-aca6-c9185b391828" providerId="ADAL" clId="{CF02122B-8685-4227-9B3E-A85B24F402DE}" dt="2026-10-13T10:19:46.984" v="1466" actId="478"/>
          <ac:spMkLst>
            <pc:docMk/>
            <pc:sldMk cId="2393629656" sldId="4568"/>
            <ac:spMk id="69" creationId="{8625FCC5-2FB9-4299-811F-F2EC4B05499E}"/>
          </ac:spMkLst>
        </pc:spChg>
      </pc:sldChg>
      <pc:sldChg chg="del">
        <pc:chgData name="Minh Huynh" userId="01a137d4-0d81-46e0-aca6-c9185b391828" providerId="ADAL" clId="{CF02122B-8685-4227-9B3E-A85B24F402DE}" dt="2026-10-13T09:54:35.156" v="0" actId="47"/>
        <pc:sldMkLst>
          <pc:docMk/>
          <pc:sldMk cId="2635461782" sldId="4573"/>
        </pc:sldMkLst>
      </pc:sldChg>
      <pc:sldChg chg="addSp delSp modSp add mod">
        <pc:chgData name="Minh Huynh" userId="01a137d4-0d81-46e0-aca6-c9185b391828" providerId="ADAL" clId="{CF02122B-8685-4227-9B3E-A85B24F402DE}" dt="2026-10-13T10:20:17.107" v="1491"/>
        <pc:sldMkLst>
          <pc:docMk/>
          <pc:sldMk cId="1075985313" sldId="4578"/>
        </pc:sldMkLst>
        <pc:spChg chg="add mod">
          <ac:chgData name="Minh Huynh" userId="01a137d4-0d81-46e0-aca6-c9185b391828" providerId="ADAL" clId="{CF02122B-8685-4227-9B3E-A85B24F402DE}" dt="2026-10-13T10:20:17.107" v="1491"/>
          <ac:spMkLst>
            <pc:docMk/>
            <pc:sldMk cId="1075985313" sldId="4578"/>
            <ac:spMk id="20" creationId="{6FBD741E-F9B4-4A16-A6CB-38574C5C8FD1}"/>
          </ac:spMkLst>
        </pc:spChg>
        <pc:spChg chg="del">
          <ac:chgData name="Minh Huynh" userId="01a137d4-0d81-46e0-aca6-c9185b391828" providerId="ADAL" clId="{CF02122B-8685-4227-9B3E-A85B24F402DE}" dt="2026-10-13T10:20:11.568" v="1488" actId="478"/>
          <ac:spMkLst>
            <pc:docMk/>
            <pc:sldMk cId="1075985313" sldId="4578"/>
            <ac:spMk id="29" creationId="{D16D0345-BD77-45E1-AC43-EF4E42830EF7}"/>
          </ac:spMkLst>
        </pc:spChg>
        <pc:spChg chg="del">
          <ac:chgData name="Minh Huynh" userId="01a137d4-0d81-46e0-aca6-c9185b391828" providerId="ADAL" clId="{CF02122B-8685-4227-9B3E-A85B24F402DE}" dt="2026-10-13T10:20:11.568" v="1488" actId="478"/>
          <ac:spMkLst>
            <pc:docMk/>
            <pc:sldMk cId="1075985313" sldId="4578"/>
            <ac:spMk id="30" creationId="{B0CFAC7C-B011-47AB-B815-5C4D6A827110}"/>
          </ac:spMkLst>
        </pc:spChg>
        <pc:spChg chg="del">
          <ac:chgData name="Minh Huynh" userId="01a137d4-0d81-46e0-aca6-c9185b391828" providerId="ADAL" clId="{CF02122B-8685-4227-9B3E-A85B24F402DE}" dt="2026-10-13T10:20:11.568" v="1488" actId="478"/>
          <ac:spMkLst>
            <pc:docMk/>
            <pc:sldMk cId="1075985313" sldId="4578"/>
            <ac:spMk id="31" creationId="{C7F4BCF8-5F39-42D4-9E07-A4AE8CCD3C34}"/>
          </ac:spMkLst>
        </pc:spChg>
        <pc:spChg chg="del">
          <ac:chgData name="Minh Huynh" userId="01a137d4-0d81-46e0-aca6-c9185b391828" providerId="ADAL" clId="{CF02122B-8685-4227-9B3E-A85B24F402DE}" dt="2026-10-13T10:20:11.568" v="1488" actId="478"/>
          <ac:spMkLst>
            <pc:docMk/>
            <pc:sldMk cId="1075985313" sldId="4578"/>
            <ac:spMk id="32" creationId="{768864A4-3A00-4D27-B7B2-2F2246D02896}"/>
          </ac:spMkLst>
        </pc:spChg>
        <pc:spChg chg="del">
          <ac:chgData name="Minh Huynh" userId="01a137d4-0d81-46e0-aca6-c9185b391828" providerId="ADAL" clId="{CF02122B-8685-4227-9B3E-A85B24F402DE}" dt="2026-10-13T10:20:11.568" v="1488" actId="478"/>
          <ac:spMkLst>
            <pc:docMk/>
            <pc:sldMk cId="1075985313" sldId="4578"/>
            <ac:spMk id="33" creationId="{8EC6739A-845E-4A50-A058-359299275DD1}"/>
          </ac:spMkLst>
        </pc:spChg>
        <pc:spChg chg="del">
          <ac:chgData name="Minh Huynh" userId="01a137d4-0d81-46e0-aca6-c9185b391828" providerId="ADAL" clId="{CF02122B-8685-4227-9B3E-A85B24F402DE}" dt="2026-10-13T10:20:11.568" v="1488" actId="478"/>
          <ac:spMkLst>
            <pc:docMk/>
            <pc:sldMk cId="1075985313" sldId="4578"/>
            <ac:spMk id="34" creationId="{D73176C8-2462-4498-979A-1CC0CD8ED0B7}"/>
          </ac:spMkLst>
        </pc:spChg>
        <pc:spChg chg="del">
          <ac:chgData name="Minh Huynh" userId="01a137d4-0d81-46e0-aca6-c9185b391828" providerId="ADAL" clId="{CF02122B-8685-4227-9B3E-A85B24F402DE}" dt="2026-10-13T10:20:11.568" v="1488" actId="478"/>
          <ac:spMkLst>
            <pc:docMk/>
            <pc:sldMk cId="1075985313" sldId="4578"/>
            <ac:spMk id="35" creationId="{930D1817-7578-4FCA-9F96-832489DF514E}"/>
          </ac:spMkLst>
        </pc:spChg>
        <pc:spChg chg="del">
          <ac:chgData name="Minh Huynh" userId="01a137d4-0d81-46e0-aca6-c9185b391828" providerId="ADAL" clId="{CF02122B-8685-4227-9B3E-A85B24F402DE}" dt="2026-10-13T10:20:11.568" v="1488" actId="478"/>
          <ac:spMkLst>
            <pc:docMk/>
            <pc:sldMk cId="1075985313" sldId="4578"/>
            <ac:spMk id="36" creationId="{C0FE1811-8A3C-418E-8BCE-A3B52D8B651D}"/>
          </ac:spMkLst>
        </pc:spChg>
        <pc:spChg chg="del">
          <ac:chgData name="Minh Huynh" userId="01a137d4-0d81-46e0-aca6-c9185b391828" providerId="ADAL" clId="{CF02122B-8685-4227-9B3E-A85B24F402DE}" dt="2026-10-13T10:20:11.568" v="1488" actId="478"/>
          <ac:spMkLst>
            <pc:docMk/>
            <pc:sldMk cId="1075985313" sldId="4578"/>
            <ac:spMk id="37" creationId="{3362DA85-B56A-4A31-AB1D-2CF1D9A5448E}"/>
          </ac:spMkLst>
        </pc:spChg>
        <pc:spChg chg="del">
          <ac:chgData name="Minh Huynh" userId="01a137d4-0d81-46e0-aca6-c9185b391828" providerId="ADAL" clId="{CF02122B-8685-4227-9B3E-A85B24F402DE}" dt="2026-10-13T10:20:11.568" v="1488" actId="478"/>
          <ac:spMkLst>
            <pc:docMk/>
            <pc:sldMk cId="1075985313" sldId="4578"/>
            <ac:spMk id="38" creationId="{25916AC6-37C2-4520-9FEB-6FA3455610C1}"/>
          </ac:spMkLst>
        </pc:spChg>
        <pc:spChg chg="del">
          <ac:chgData name="Minh Huynh" userId="01a137d4-0d81-46e0-aca6-c9185b391828" providerId="ADAL" clId="{CF02122B-8685-4227-9B3E-A85B24F402DE}" dt="2026-10-13T10:20:14.506" v="1490" actId="478"/>
          <ac:spMkLst>
            <pc:docMk/>
            <pc:sldMk cId="1075985313" sldId="4578"/>
            <ac:spMk id="39" creationId="{1C26EF80-2607-4F15-8BEC-6D191C50A84D}"/>
          </ac:spMkLst>
        </pc:spChg>
        <pc:spChg chg="del">
          <ac:chgData name="Minh Huynh" userId="01a137d4-0d81-46e0-aca6-c9185b391828" providerId="ADAL" clId="{CF02122B-8685-4227-9B3E-A85B24F402DE}" dt="2026-10-13T10:20:11.568" v="1488" actId="478"/>
          <ac:spMkLst>
            <pc:docMk/>
            <pc:sldMk cId="1075985313" sldId="4578"/>
            <ac:spMk id="40" creationId="{6FDB4D2D-4F53-4F51-9C29-5E7A917C1313}"/>
          </ac:spMkLst>
        </pc:spChg>
        <pc:spChg chg="del">
          <ac:chgData name="Minh Huynh" userId="01a137d4-0d81-46e0-aca6-c9185b391828" providerId="ADAL" clId="{CF02122B-8685-4227-9B3E-A85B24F402DE}" dt="2026-10-13T10:20:11.568" v="1488" actId="478"/>
          <ac:spMkLst>
            <pc:docMk/>
            <pc:sldMk cId="1075985313" sldId="4578"/>
            <ac:spMk id="41" creationId="{A16F5B61-7C34-42C3-8AD4-470F176E9AC0}"/>
          </ac:spMkLst>
        </pc:spChg>
        <pc:spChg chg="del">
          <ac:chgData name="Minh Huynh" userId="01a137d4-0d81-46e0-aca6-c9185b391828" providerId="ADAL" clId="{CF02122B-8685-4227-9B3E-A85B24F402DE}" dt="2026-10-13T10:20:11.568" v="1488" actId="478"/>
          <ac:spMkLst>
            <pc:docMk/>
            <pc:sldMk cId="1075985313" sldId="4578"/>
            <ac:spMk id="42" creationId="{6C6ABF0A-7F26-4AEE-8371-69E988ED65B0}"/>
          </ac:spMkLst>
        </pc:spChg>
        <pc:spChg chg="del">
          <ac:chgData name="Minh Huynh" userId="01a137d4-0d81-46e0-aca6-c9185b391828" providerId="ADAL" clId="{CF02122B-8685-4227-9B3E-A85B24F402DE}" dt="2026-10-13T10:20:11.568" v="1488" actId="478"/>
          <ac:spMkLst>
            <pc:docMk/>
            <pc:sldMk cId="1075985313" sldId="4578"/>
            <ac:spMk id="43" creationId="{33E87716-080B-4285-A536-F9207695ADAC}"/>
          </ac:spMkLst>
        </pc:spChg>
        <pc:spChg chg="del">
          <ac:chgData name="Minh Huynh" userId="01a137d4-0d81-46e0-aca6-c9185b391828" providerId="ADAL" clId="{CF02122B-8685-4227-9B3E-A85B24F402DE}" dt="2026-10-13T10:20:11.568" v="1488" actId="478"/>
          <ac:spMkLst>
            <pc:docMk/>
            <pc:sldMk cId="1075985313" sldId="4578"/>
            <ac:spMk id="44" creationId="{CE59A3F4-813F-4F45-86DA-8F3A06D7BC76}"/>
          </ac:spMkLst>
        </pc:spChg>
        <pc:spChg chg="del">
          <ac:chgData name="Minh Huynh" userId="01a137d4-0d81-46e0-aca6-c9185b391828" providerId="ADAL" clId="{CF02122B-8685-4227-9B3E-A85B24F402DE}" dt="2026-10-13T10:20:13.300" v="1489" actId="478"/>
          <ac:spMkLst>
            <pc:docMk/>
            <pc:sldMk cId="1075985313" sldId="4578"/>
            <ac:spMk id="45" creationId="{2ED634A2-B217-4C63-A99C-2236C34EFE2D}"/>
          </ac:spMkLst>
        </pc:spChg>
      </pc:sldChg>
      <pc:sldChg chg="del">
        <pc:chgData name="Minh Huynh" userId="01a137d4-0d81-46e0-aca6-c9185b391828" providerId="ADAL" clId="{CF02122B-8685-4227-9B3E-A85B24F402DE}" dt="2026-10-13T09:54:35.156" v="0" actId="47"/>
        <pc:sldMkLst>
          <pc:docMk/>
          <pc:sldMk cId="2838637852" sldId="4587"/>
        </pc:sldMkLst>
      </pc:sldChg>
      <pc:sldChg chg="addSp delSp modSp add mod">
        <pc:chgData name="Minh Huynh" userId="01a137d4-0d81-46e0-aca6-c9185b391828" providerId="ADAL" clId="{CF02122B-8685-4227-9B3E-A85B24F402DE}" dt="2026-10-13T10:20:39.315" v="1495"/>
        <pc:sldMkLst>
          <pc:docMk/>
          <pc:sldMk cId="2040598794" sldId="4593"/>
        </pc:sldMkLst>
        <pc:spChg chg="del">
          <ac:chgData name="Minh Huynh" userId="01a137d4-0d81-46e0-aca6-c9185b391828" providerId="ADAL" clId="{CF02122B-8685-4227-9B3E-A85B24F402DE}" dt="2026-10-13T10:20:36.851" v="1494" actId="478"/>
          <ac:spMkLst>
            <pc:docMk/>
            <pc:sldMk cId="2040598794" sldId="4593"/>
            <ac:spMk id="19" creationId="{C32AC78A-5EBC-485D-8325-D02B3F61D475}"/>
          </ac:spMkLst>
        </pc:spChg>
        <pc:spChg chg="del">
          <ac:chgData name="Minh Huynh" userId="01a137d4-0d81-46e0-aca6-c9185b391828" providerId="ADAL" clId="{CF02122B-8685-4227-9B3E-A85B24F402DE}" dt="2026-10-13T10:20:36.851" v="1494" actId="478"/>
          <ac:spMkLst>
            <pc:docMk/>
            <pc:sldMk cId="2040598794" sldId="4593"/>
            <ac:spMk id="29" creationId="{D16D0345-BD77-45E1-AC43-EF4E42830EF7}"/>
          </ac:spMkLst>
        </pc:spChg>
        <pc:spChg chg="del">
          <ac:chgData name="Minh Huynh" userId="01a137d4-0d81-46e0-aca6-c9185b391828" providerId="ADAL" clId="{CF02122B-8685-4227-9B3E-A85B24F402DE}" dt="2026-10-13T10:20:36.851" v="1494" actId="478"/>
          <ac:spMkLst>
            <pc:docMk/>
            <pc:sldMk cId="2040598794" sldId="4593"/>
            <ac:spMk id="30" creationId="{B0CFAC7C-B011-47AB-B815-5C4D6A827110}"/>
          </ac:spMkLst>
        </pc:spChg>
        <pc:spChg chg="del">
          <ac:chgData name="Minh Huynh" userId="01a137d4-0d81-46e0-aca6-c9185b391828" providerId="ADAL" clId="{CF02122B-8685-4227-9B3E-A85B24F402DE}" dt="2026-10-13T10:20:36.851" v="1494" actId="478"/>
          <ac:spMkLst>
            <pc:docMk/>
            <pc:sldMk cId="2040598794" sldId="4593"/>
            <ac:spMk id="31" creationId="{C7F4BCF8-5F39-42D4-9E07-A4AE8CCD3C34}"/>
          </ac:spMkLst>
        </pc:spChg>
        <pc:spChg chg="del">
          <ac:chgData name="Minh Huynh" userId="01a137d4-0d81-46e0-aca6-c9185b391828" providerId="ADAL" clId="{CF02122B-8685-4227-9B3E-A85B24F402DE}" dt="2026-10-13T10:20:36.851" v="1494" actId="478"/>
          <ac:spMkLst>
            <pc:docMk/>
            <pc:sldMk cId="2040598794" sldId="4593"/>
            <ac:spMk id="32" creationId="{768864A4-3A00-4D27-B7B2-2F2246D02896}"/>
          </ac:spMkLst>
        </pc:spChg>
        <pc:spChg chg="del">
          <ac:chgData name="Minh Huynh" userId="01a137d4-0d81-46e0-aca6-c9185b391828" providerId="ADAL" clId="{CF02122B-8685-4227-9B3E-A85B24F402DE}" dt="2026-10-13T10:20:36.851" v="1494" actId="478"/>
          <ac:spMkLst>
            <pc:docMk/>
            <pc:sldMk cId="2040598794" sldId="4593"/>
            <ac:spMk id="33" creationId="{8EC6739A-845E-4A50-A058-359299275DD1}"/>
          </ac:spMkLst>
        </pc:spChg>
        <pc:spChg chg="del">
          <ac:chgData name="Minh Huynh" userId="01a137d4-0d81-46e0-aca6-c9185b391828" providerId="ADAL" clId="{CF02122B-8685-4227-9B3E-A85B24F402DE}" dt="2026-10-13T10:20:36.851" v="1494" actId="478"/>
          <ac:spMkLst>
            <pc:docMk/>
            <pc:sldMk cId="2040598794" sldId="4593"/>
            <ac:spMk id="34" creationId="{D73176C8-2462-4498-979A-1CC0CD8ED0B7}"/>
          </ac:spMkLst>
        </pc:spChg>
        <pc:spChg chg="del">
          <ac:chgData name="Minh Huynh" userId="01a137d4-0d81-46e0-aca6-c9185b391828" providerId="ADAL" clId="{CF02122B-8685-4227-9B3E-A85B24F402DE}" dt="2026-10-13T10:20:36.851" v="1494" actId="478"/>
          <ac:spMkLst>
            <pc:docMk/>
            <pc:sldMk cId="2040598794" sldId="4593"/>
            <ac:spMk id="35" creationId="{930D1817-7578-4FCA-9F96-832489DF514E}"/>
          </ac:spMkLst>
        </pc:spChg>
        <pc:spChg chg="del">
          <ac:chgData name="Minh Huynh" userId="01a137d4-0d81-46e0-aca6-c9185b391828" providerId="ADAL" clId="{CF02122B-8685-4227-9B3E-A85B24F402DE}" dt="2026-10-13T10:20:36.851" v="1494" actId="478"/>
          <ac:spMkLst>
            <pc:docMk/>
            <pc:sldMk cId="2040598794" sldId="4593"/>
            <ac:spMk id="36" creationId="{C0FE1811-8A3C-418E-8BCE-A3B52D8B651D}"/>
          </ac:spMkLst>
        </pc:spChg>
        <pc:spChg chg="del">
          <ac:chgData name="Minh Huynh" userId="01a137d4-0d81-46e0-aca6-c9185b391828" providerId="ADAL" clId="{CF02122B-8685-4227-9B3E-A85B24F402DE}" dt="2026-10-13T10:20:36.851" v="1494" actId="478"/>
          <ac:spMkLst>
            <pc:docMk/>
            <pc:sldMk cId="2040598794" sldId="4593"/>
            <ac:spMk id="37" creationId="{3362DA85-B56A-4A31-AB1D-2CF1D9A5448E}"/>
          </ac:spMkLst>
        </pc:spChg>
        <pc:spChg chg="del">
          <ac:chgData name="Minh Huynh" userId="01a137d4-0d81-46e0-aca6-c9185b391828" providerId="ADAL" clId="{CF02122B-8685-4227-9B3E-A85B24F402DE}" dt="2026-10-13T10:20:36.851" v="1494" actId="478"/>
          <ac:spMkLst>
            <pc:docMk/>
            <pc:sldMk cId="2040598794" sldId="4593"/>
            <ac:spMk id="38" creationId="{25916AC6-37C2-4520-9FEB-6FA3455610C1}"/>
          </ac:spMkLst>
        </pc:spChg>
        <pc:spChg chg="del">
          <ac:chgData name="Minh Huynh" userId="01a137d4-0d81-46e0-aca6-c9185b391828" providerId="ADAL" clId="{CF02122B-8685-4227-9B3E-A85B24F402DE}" dt="2026-10-13T10:20:35.597" v="1493" actId="478"/>
          <ac:spMkLst>
            <pc:docMk/>
            <pc:sldMk cId="2040598794" sldId="4593"/>
            <ac:spMk id="39" creationId="{1C26EF80-2607-4F15-8BEC-6D191C50A84D}"/>
          </ac:spMkLst>
        </pc:spChg>
        <pc:spChg chg="del">
          <ac:chgData name="Minh Huynh" userId="01a137d4-0d81-46e0-aca6-c9185b391828" providerId="ADAL" clId="{CF02122B-8685-4227-9B3E-A85B24F402DE}" dt="2026-10-13T10:20:36.851" v="1494" actId="478"/>
          <ac:spMkLst>
            <pc:docMk/>
            <pc:sldMk cId="2040598794" sldId="4593"/>
            <ac:spMk id="40" creationId="{6FDB4D2D-4F53-4F51-9C29-5E7A917C1313}"/>
          </ac:spMkLst>
        </pc:spChg>
        <pc:spChg chg="del">
          <ac:chgData name="Minh Huynh" userId="01a137d4-0d81-46e0-aca6-c9185b391828" providerId="ADAL" clId="{CF02122B-8685-4227-9B3E-A85B24F402DE}" dt="2026-10-13T10:20:36.851" v="1494" actId="478"/>
          <ac:spMkLst>
            <pc:docMk/>
            <pc:sldMk cId="2040598794" sldId="4593"/>
            <ac:spMk id="41" creationId="{A16F5B61-7C34-42C3-8AD4-470F176E9AC0}"/>
          </ac:spMkLst>
        </pc:spChg>
        <pc:spChg chg="del">
          <ac:chgData name="Minh Huynh" userId="01a137d4-0d81-46e0-aca6-c9185b391828" providerId="ADAL" clId="{CF02122B-8685-4227-9B3E-A85B24F402DE}" dt="2026-10-13T10:20:36.851" v="1494" actId="478"/>
          <ac:spMkLst>
            <pc:docMk/>
            <pc:sldMk cId="2040598794" sldId="4593"/>
            <ac:spMk id="42" creationId="{6C6ABF0A-7F26-4AEE-8371-69E988ED65B0}"/>
          </ac:spMkLst>
        </pc:spChg>
        <pc:spChg chg="del">
          <ac:chgData name="Minh Huynh" userId="01a137d4-0d81-46e0-aca6-c9185b391828" providerId="ADAL" clId="{CF02122B-8685-4227-9B3E-A85B24F402DE}" dt="2026-10-13T10:20:36.851" v="1494" actId="478"/>
          <ac:spMkLst>
            <pc:docMk/>
            <pc:sldMk cId="2040598794" sldId="4593"/>
            <ac:spMk id="43" creationId="{33E87716-080B-4285-A536-F9207695ADAC}"/>
          </ac:spMkLst>
        </pc:spChg>
        <pc:spChg chg="del">
          <ac:chgData name="Minh Huynh" userId="01a137d4-0d81-46e0-aca6-c9185b391828" providerId="ADAL" clId="{CF02122B-8685-4227-9B3E-A85B24F402DE}" dt="2026-10-13T10:20:36.851" v="1494" actId="478"/>
          <ac:spMkLst>
            <pc:docMk/>
            <pc:sldMk cId="2040598794" sldId="4593"/>
            <ac:spMk id="44" creationId="{CE59A3F4-813F-4F45-86DA-8F3A06D7BC76}"/>
          </ac:spMkLst>
        </pc:spChg>
        <pc:spChg chg="add mod">
          <ac:chgData name="Minh Huynh" userId="01a137d4-0d81-46e0-aca6-c9185b391828" providerId="ADAL" clId="{CF02122B-8685-4227-9B3E-A85B24F402DE}" dt="2026-10-13T10:20:39.315" v="1495"/>
          <ac:spMkLst>
            <pc:docMk/>
            <pc:sldMk cId="2040598794" sldId="4593"/>
            <ac:spMk id="67" creationId="{61A2AD93-126A-4CA2-8522-05B144B383F0}"/>
          </ac:spMkLst>
        </pc:spChg>
      </pc:sldChg>
      <pc:sldChg chg="addSp delSp modSp add mod">
        <pc:chgData name="Minh Huynh" userId="01a137d4-0d81-46e0-aca6-c9185b391828" providerId="ADAL" clId="{CF02122B-8685-4227-9B3E-A85B24F402DE}" dt="2026-10-13T10:20:53.780" v="1499"/>
        <pc:sldMkLst>
          <pc:docMk/>
          <pc:sldMk cId="414797386" sldId="4594"/>
        </pc:sldMkLst>
        <pc:spChg chg="del">
          <ac:chgData name="Minh Huynh" userId="01a137d4-0d81-46e0-aca6-c9185b391828" providerId="ADAL" clId="{CF02122B-8685-4227-9B3E-A85B24F402DE}" dt="2026-10-13T10:20:51.151" v="1498" actId="478"/>
          <ac:spMkLst>
            <pc:docMk/>
            <pc:sldMk cId="414797386" sldId="4594"/>
            <ac:spMk id="19" creationId="{C32AC78A-5EBC-485D-8325-D02B3F61D475}"/>
          </ac:spMkLst>
        </pc:spChg>
        <pc:spChg chg="del">
          <ac:chgData name="Minh Huynh" userId="01a137d4-0d81-46e0-aca6-c9185b391828" providerId="ADAL" clId="{CF02122B-8685-4227-9B3E-A85B24F402DE}" dt="2026-10-13T10:20:51.151" v="1498" actId="478"/>
          <ac:spMkLst>
            <pc:docMk/>
            <pc:sldMk cId="414797386" sldId="4594"/>
            <ac:spMk id="29" creationId="{D16D0345-BD77-45E1-AC43-EF4E42830EF7}"/>
          </ac:spMkLst>
        </pc:spChg>
        <pc:spChg chg="del">
          <ac:chgData name="Minh Huynh" userId="01a137d4-0d81-46e0-aca6-c9185b391828" providerId="ADAL" clId="{CF02122B-8685-4227-9B3E-A85B24F402DE}" dt="2026-10-13T10:20:51.151" v="1498" actId="478"/>
          <ac:spMkLst>
            <pc:docMk/>
            <pc:sldMk cId="414797386" sldId="4594"/>
            <ac:spMk id="30" creationId="{B0CFAC7C-B011-47AB-B815-5C4D6A827110}"/>
          </ac:spMkLst>
        </pc:spChg>
        <pc:spChg chg="del">
          <ac:chgData name="Minh Huynh" userId="01a137d4-0d81-46e0-aca6-c9185b391828" providerId="ADAL" clId="{CF02122B-8685-4227-9B3E-A85B24F402DE}" dt="2026-10-13T10:20:51.151" v="1498" actId="478"/>
          <ac:spMkLst>
            <pc:docMk/>
            <pc:sldMk cId="414797386" sldId="4594"/>
            <ac:spMk id="31" creationId="{C7F4BCF8-5F39-42D4-9E07-A4AE8CCD3C34}"/>
          </ac:spMkLst>
        </pc:spChg>
        <pc:spChg chg="del">
          <ac:chgData name="Minh Huynh" userId="01a137d4-0d81-46e0-aca6-c9185b391828" providerId="ADAL" clId="{CF02122B-8685-4227-9B3E-A85B24F402DE}" dt="2026-10-13T10:20:51.151" v="1498" actId="478"/>
          <ac:spMkLst>
            <pc:docMk/>
            <pc:sldMk cId="414797386" sldId="4594"/>
            <ac:spMk id="32" creationId="{768864A4-3A00-4D27-B7B2-2F2246D02896}"/>
          </ac:spMkLst>
        </pc:spChg>
        <pc:spChg chg="del">
          <ac:chgData name="Minh Huynh" userId="01a137d4-0d81-46e0-aca6-c9185b391828" providerId="ADAL" clId="{CF02122B-8685-4227-9B3E-A85B24F402DE}" dt="2026-10-13T10:20:51.151" v="1498" actId="478"/>
          <ac:spMkLst>
            <pc:docMk/>
            <pc:sldMk cId="414797386" sldId="4594"/>
            <ac:spMk id="33" creationId="{8EC6739A-845E-4A50-A058-359299275DD1}"/>
          </ac:spMkLst>
        </pc:spChg>
        <pc:spChg chg="del">
          <ac:chgData name="Minh Huynh" userId="01a137d4-0d81-46e0-aca6-c9185b391828" providerId="ADAL" clId="{CF02122B-8685-4227-9B3E-A85B24F402DE}" dt="2026-10-13T10:20:51.151" v="1498" actId="478"/>
          <ac:spMkLst>
            <pc:docMk/>
            <pc:sldMk cId="414797386" sldId="4594"/>
            <ac:spMk id="34" creationId="{D73176C8-2462-4498-979A-1CC0CD8ED0B7}"/>
          </ac:spMkLst>
        </pc:spChg>
        <pc:spChg chg="del">
          <ac:chgData name="Minh Huynh" userId="01a137d4-0d81-46e0-aca6-c9185b391828" providerId="ADAL" clId="{CF02122B-8685-4227-9B3E-A85B24F402DE}" dt="2026-10-13T10:20:51.151" v="1498" actId="478"/>
          <ac:spMkLst>
            <pc:docMk/>
            <pc:sldMk cId="414797386" sldId="4594"/>
            <ac:spMk id="35" creationId="{930D1817-7578-4FCA-9F96-832489DF514E}"/>
          </ac:spMkLst>
        </pc:spChg>
        <pc:spChg chg="del">
          <ac:chgData name="Minh Huynh" userId="01a137d4-0d81-46e0-aca6-c9185b391828" providerId="ADAL" clId="{CF02122B-8685-4227-9B3E-A85B24F402DE}" dt="2026-10-13T10:20:51.151" v="1498" actId="478"/>
          <ac:spMkLst>
            <pc:docMk/>
            <pc:sldMk cId="414797386" sldId="4594"/>
            <ac:spMk id="36" creationId="{C0FE1811-8A3C-418E-8BCE-A3B52D8B651D}"/>
          </ac:spMkLst>
        </pc:spChg>
        <pc:spChg chg="del">
          <ac:chgData name="Minh Huynh" userId="01a137d4-0d81-46e0-aca6-c9185b391828" providerId="ADAL" clId="{CF02122B-8685-4227-9B3E-A85B24F402DE}" dt="2026-10-13T10:20:51.151" v="1498" actId="478"/>
          <ac:spMkLst>
            <pc:docMk/>
            <pc:sldMk cId="414797386" sldId="4594"/>
            <ac:spMk id="37" creationId="{3362DA85-B56A-4A31-AB1D-2CF1D9A5448E}"/>
          </ac:spMkLst>
        </pc:spChg>
        <pc:spChg chg="del">
          <ac:chgData name="Minh Huynh" userId="01a137d4-0d81-46e0-aca6-c9185b391828" providerId="ADAL" clId="{CF02122B-8685-4227-9B3E-A85B24F402DE}" dt="2026-10-13T10:20:51.151" v="1498" actId="478"/>
          <ac:spMkLst>
            <pc:docMk/>
            <pc:sldMk cId="414797386" sldId="4594"/>
            <ac:spMk id="38" creationId="{25916AC6-37C2-4520-9FEB-6FA3455610C1}"/>
          </ac:spMkLst>
        </pc:spChg>
        <pc:spChg chg="del">
          <ac:chgData name="Minh Huynh" userId="01a137d4-0d81-46e0-aca6-c9185b391828" providerId="ADAL" clId="{CF02122B-8685-4227-9B3E-A85B24F402DE}" dt="2026-10-13T10:20:49.154" v="1497" actId="478"/>
          <ac:spMkLst>
            <pc:docMk/>
            <pc:sldMk cId="414797386" sldId="4594"/>
            <ac:spMk id="39" creationId="{1C26EF80-2607-4F15-8BEC-6D191C50A84D}"/>
          </ac:spMkLst>
        </pc:spChg>
        <pc:spChg chg="del">
          <ac:chgData name="Minh Huynh" userId="01a137d4-0d81-46e0-aca6-c9185b391828" providerId="ADAL" clId="{CF02122B-8685-4227-9B3E-A85B24F402DE}" dt="2026-10-13T10:20:51.151" v="1498" actId="478"/>
          <ac:spMkLst>
            <pc:docMk/>
            <pc:sldMk cId="414797386" sldId="4594"/>
            <ac:spMk id="40" creationId="{6FDB4D2D-4F53-4F51-9C29-5E7A917C1313}"/>
          </ac:spMkLst>
        </pc:spChg>
        <pc:spChg chg="del">
          <ac:chgData name="Minh Huynh" userId="01a137d4-0d81-46e0-aca6-c9185b391828" providerId="ADAL" clId="{CF02122B-8685-4227-9B3E-A85B24F402DE}" dt="2026-10-13T10:20:51.151" v="1498" actId="478"/>
          <ac:spMkLst>
            <pc:docMk/>
            <pc:sldMk cId="414797386" sldId="4594"/>
            <ac:spMk id="41" creationId="{A16F5B61-7C34-42C3-8AD4-470F176E9AC0}"/>
          </ac:spMkLst>
        </pc:spChg>
        <pc:spChg chg="del">
          <ac:chgData name="Minh Huynh" userId="01a137d4-0d81-46e0-aca6-c9185b391828" providerId="ADAL" clId="{CF02122B-8685-4227-9B3E-A85B24F402DE}" dt="2026-10-13T10:20:51.151" v="1498" actId="478"/>
          <ac:spMkLst>
            <pc:docMk/>
            <pc:sldMk cId="414797386" sldId="4594"/>
            <ac:spMk id="42" creationId="{6C6ABF0A-7F26-4AEE-8371-69E988ED65B0}"/>
          </ac:spMkLst>
        </pc:spChg>
        <pc:spChg chg="del">
          <ac:chgData name="Minh Huynh" userId="01a137d4-0d81-46e0-aca6-c9185b391828" providerId="ADAL" clId="{CF02122B-8685-4227-9B3E-A85B24F402DE}" dt="2026-10-13T10:20:51.151" v="1498" actId="478"/>
          <ac:spMkLst>
            <pc:docMk/>
            <pc:sldMk cId="414797386" sldId="4594"/>
            <ac:spMk id="43" creationId="{33E87716-080B-4285-A536-F9207695ADAC}"/>
          </ac:spMkLst>
        </pc:spChg>
        <pc:spChg chg="del">
          <ac:chgData name="Minh Huynh" userId="01a137d4-0d81-46e0-aca6-c9185b391828" providerId="ADAL" clId="{CF02122B-8685-4227-9B3E-A85B24F402DE}" dt="2026-10-13T10:20:51.151" v="1498" actId="478"/>
          <ac:spMkLst>
            <pc:docMk/>
            <pc:sldMk cId="414797386" sldId="4594"/>
            <ac:spMk id="44" creationId="{CE59A3F4-813F-4F45-86DA-8F3A06D7BC76}"/>
          </ac:spMkLst>
        </pc:spChg>
        <pc:spChg chg="add mod">
          <ac:chgData name="Minh Huynh" userId="01a137d4-0d81-46e0-aca6-c9185b391828" providerId="ADAL" clId="{CF02122B-8685-4227-9B3E-A85B24F402DE}" dt="2026-10-13T10:20:53.780" v="1499"/>
          <ac:spMkLst>
            <pc:docMk/>
            <pc:sldMk cId="414797386" sldId="4594"/>
            <ac:spMk id="72" creationId="{FC251D7C-DC10-4944-8A38-E0EFEACE3F9D}"/>
          </ac:spMkLst>
        </pc:spChg>
      </pc:sldChg>
      <pc:sldChg chg="del">
        <pc:chgData name="Minh Huynh" userId="01a137d4-0d81-46e0-aca6-c9185b391828" providerId="ADAL" clId="{CF02122B-8685-4227-9B3E-A85B24F402DE}" dt="2026-10-13T09:54:35.156" v="0" actId="47"/>
        <pc:sldMkLst>
          <pc:docMk/>
          <pc:sldMk cId="990204411" sldId="4602"/>
        </pc:sldMkLst>
      </pc:sldChg>
      <pc:sldChg chg="del">
        <pc:chgData name="Minh Huynh" userId="01a137d4-0d81-46e0-aca6-c9185b391828" providerId="ADAL" clId="{CF02122B-8685-4227-9B3E-A85B24F402DE}" dt="2026-10-13T09:54:35.156" v="0" actId="47"/>
        <pc:sldMkLst>
          <pc:docMk/>
          <pc:sldMk cId="115482038" sldId="4611"/>
        </pc:sldMkLst>
      </pc:sldChg>
    </pc:docChg>
  </pc:docChgLst>
  <pc:docChgLst>
    <pc:chgData name="Minh Huynh" userId="01a137d4-0d81-46e0-aca6-c9185b391828" providerId="ADAL" clId="{FDDD7D90-4293-4F5B-B440-645EABB52817}"/>
    <pc:docChg chg="undo redo custSel addSld delSld modSld">
      <pc:chgData name="Minh Huynh" userId="01a137d4-0d81-46e0-aca6-c9185b391828" providerId="ADAL" clId="{FDDD7D90-4293-4F5B-B440-645EABB52817}" dt="2026-10-13T05:01:01.950" v="1064"/>
      <pc:docMkLst>
        <pc:docMk/>
      </pc:docMkLst>
      <pc:sldChg chg="modSp mod">
        <pc:chgData name="Minh Huynh" userId="01a137d4-0d81-46e0-aca6-c9185b391828" providerId="ADAL" clId="{FDDD7D90-4293-4F5B-B440-645EABB52817}" dt="2026-10-13T04:37:44.088" v="56" actId="20577"/>
        <pc:sldMkLst>
          <pc:docMk/>
          <pc:sldMk cId="1972624584" sldId="257"/>
        </pc:sldMkLst>
        <pc:spChg chg="mod">
          <ac:chgData name="Minh Huynh" userId="01a137d4-0d81-46e0-aca6-c9185b391828" providerId="ADAL" clId="{FDDD7D90-4293-4F5B-B440-645EABB52817}" dt="2026-10-13T04:37:44.088" v="56" actId="20577"/>
          <ac:spMkLst>
            <pc:docMk/>
            <pc:sldMk cId="1972624584" sldId="257"/>
            <ac:spMk id="13" creationId="{F11B6F01-F247-4E5E-AC9E-2D11F2681474}"/>
          </ac:spMkLst>
        </pc:spChg>
      </pc:sldChg>
      <pc:sldChg chg="addSp delSp modSp mod">
        <pc:chgData name="Minh Huynh" userId="01a137d4-0d81-46e0-aca6-c9185b391828" providerId="ADAL" clId="{FDDD7D90-4293-4F5B-B440-645EABB52817}" dt="2026-10-13T04:40:11.601" v="143" actId="20577"/>
        <pc:sldMkLst>
          <pc:docMk/>
          <pc:sldMk cId="1166963934" sldId="883"/>
        </pc:sldMkLst>
        <pc:spChg chg="mod">
          <ac:chgData name="Minh Huynh" userId="01a137d4-0d81-46e0-aca6-c9185b391828" providerId="ADAL" clId="{FDDD7D90-4293-4F5B-B440-645EABB52817}" dt="2026-10-13T04:38:25.370" v="79" actId="20577"/>
          <ac:spMkLst>
            <pc:docMk/>
            <pc:sldMk cId="1166963934" sldId="883"/>
            <ac:spMk id="4" creationId="{7BC73E8E-0D58-4B4B-A5C4-A8AE38997407}"/>
          </ac:spMkLst>
        </pc:spChg>
        <pc:spChg chg="mod">
          <ac:chgData name="Minh Huynh" userId="01a137d4-0d81-46e0-aca6-c9185b391828" providerId="ADAL" clId="{FDDD7D90-4293-4F5B-B440-645EABB52817}" dt="2026-10-13T04:40:11.601" v="143" actId="20577"/>
          <ac:spMkLst>
            <pc:docMk/>
            <pc:sldMk cId="1166963934" sldId="883"/>
            <ac:spMk id="5" creationId="{3BBBF4A9-1FF9-45CB-8257-FB748ECAEB1A}"/>
          </ac:spMkLst>
        </pc:spChg>
        <pc:spChg chg="add del mod">
          <ac:chgData name="Minh Huynh" userId="01a137d4-0d81-46e0-aca6-c9185b391828" providerId="ADAL" clId="{FDDD7D90-4293-4F5B-B440-645EABB52817}" dt="2026-10-13T04:39:25.355" v="91"/>
          <ac:spMkLst>
            <pc:docMk/>
            <pc:sldMk cId="1166963934" sldId="883"/>
            <ac:spMk id="12" creationId="{43102589-278B-4DC4-9794-B528FFF940B4}"/>
          </ac:spMkLst>
        </pc:spChg>
        <pc:spChg chg="add del mod">
          <ac:chgData name="Minh Huynh" userId="01a137d4-0d81-46e0-aca6-c9185b391828" providerId="ADAL" clId="{FDDD7D90-4293-4F5B-B440-645EABB52817}" dt="2026-10-13T04:39:25.355" v="91"/>
          <ac:spMkLst>
            <pc:docMk/>
            <pc:sldMk cId="1166963934" sldId="883"/>
            <ac:spMk id="13" creationId="{089F1E2C-6803-49BE-9D61-B9BC89CF5692}"/>
          </ac:spMkLst>
        </pc:spChg>
        <pc:spChg chg="add del mod">
          <ac:chgData name="Minh Huynh" userId="01a137d4-0d81-46e0-aca6-c9185b391828" providerId="ADAL" clId="{FDDD7D90-4293-4F5B-B440-645EABB52817}" dt="2026-10-13T04:39:25.355" v="91"/>
          <ac:spMkLst>
            <pc:docMk/>
            <pc:sldMk cId="1166963934" sldId="883"/>
            <ac:spMk id="14" creationId="{039BD274-1FBB-4B90-A273-FB7D6721ADC4}"/>
          </ac:spMkLst>
        </pc:spChg>
        <pc:spChg chg="add del mod">
          <ac:chgData name="Minh Huynh" userId="01a137d4-0d81-46e0-aca6-c9185b391828" providerId="ADAL" clId="{FDDD7D90-4293-4F5B-B440-645EABB52817}" dt="2026-10-13T04:39:25.355" v="91"/>
          <ac:spMkLst>
            <pc:docMk/>
            <pc:sldMk cId="1166963934" sldId="883"/>
            <ac:spMk id="15" creationId="{5C2EBF6D-C0B1-424F-8046-595ED6F57DD9}"/>
          </ac:spMkLst>
        </pc:spChg>
        <pc:spChg chg="add del mod">
          <ac:chgData name="Minh Huynh" userId="01a137d4-0d81-46e0-aca6-c9185b391828" providerId="ADAL" clId="{FDDD7D90-4293-4F5B-B440-645EABB52817}" dt="2026-10-13T04:39:25.355" v="91"/>
          <ac:spMkLst>
            <pc:docMk/>
            <pc:sldMk cId="1166963934" sldId="883"/>
            <ac:spMk id="16" creationId="{2001B430-C0AD-4C1A-9FAB-114FDECA0FD6}"/>
          </ac:spMkLst>
        </pc:spChg>
        <pc:picChg chg="add mod">
          <ac:chgData name="Minh Huynh" userId="01a137d4-0d81-46e0-aca6-c9185b391828" providerId="ADAL" clId="{FDDD7D90-4293-4F5B-B440-645EABB52817}" dt="2026-10-13T04:39:39.392" v="98" actId="1076"/>
          <ac:picMkLst>
            <pc:docMk/>
            <pc:sldMk cId="1166963934" sldId="883"/>
            <ac:picMk id="2" creationId="{E7851CAB-89FE-468A-8C22-3319479649C7}"/>
          </ac:picMkLst>
        </pc:picChg>
        <pc:picChg chg="add del mod">
          <ac:chgData name="Minh Huynh" userId="01a137d4-0d81-46e0-aca6-c9185b391828" providerId="ADAL" clId="{FDDD7D90-4293-4F5B-B440-645EABB52817}" dt="2026-10-13T04:39:25.355" v="91"/>
          <ac:picMkLst>
            <pc:docMk/>
            <pc:sldMk cId="1166963934" sldId="883"/>
            <ac:picMk id="6" creationId="{3F04CC4E-1DD0-49D2-9B41-945DDAC7CC16}"/>
          </ac:picMkLst>
        </pc:picChg>
        <pc:picChg chg="add del mod">
          <ac:chgData name="Minh Huynh" userId="01a137d4-0d81-46e0-aca6-c9185b391828" providerId="ADAL" clId="{FDDD7D90-4293-4F5B-B440-645EABB52817}" dt="2026-10-13T04:39:25.355" v="91"/>
          <ac:picMkLst>
            <pc:docMk/>
            <pc:sldMk cId="1166963934" sldId="883"/>
            <ac:picMk id="7" creationId="{59BE3A8D-52DD-42A7-B31E-C2EE181C6200}"/>
          </ac:picMkLst>
        </pc:picChg>
        <pc:picChg chg="add del mod">
          <ac:chgData name="Minh Huynh" userId="01a137d4-0d81-46e0-aca6-c9185b391828" providerId="ADAL" clId="{FDDD7D90-4293-4F5B-B440-645EABB52817}" dt="2026-10-13T04:39:25.355" v="91"/>
          <ac:picMkLst>
            <pc:docMk/>
            <pc:sldMk cId="1166963934" sldId="883"/>
            <ac:picMk id="8" creationId="{38760B24-4659-433D-A09B-DF5E47D87FC7}"/>
          </ac:picMkLst>
        </pc:picChg>
        <pc:picChg chg="add del mod">
          <ac:chgData name="Minh Huynh" userId="01a137d4-0d81-46e0-aca6-c9185b391828" providerId="ADAL" clId="{FDDD7D90-4293-4F5B-B440-645EABB52817}" dt="2026-10-13T04:39:25.355" v="91"/>
          <ac:picMkLst>
            <pc:docMk/>
            <pc:sldMk cId="1166963934" sldId="883"/>
            <ac:picMk id="9" creationId="{AFC6710E-D054-4E0D-8441-EE0B4AB8A62E}"/>
          </ac:picMkLst>
        </pc:picChg>
        <pc:picChg chg="add del mod">
          <ac:chgData name="Minh Huynh" userId="01a137d4-0d81-46e0-aca6-c9185b391828" providerId="ADAL" clId="{FDDD7D90-4293-4F5B-B440-645EABB52817}" dt="2026-10-13T04:39:25.355" v="91"/>
          <ac:picMkLst>
            <pc:docMk/>
            <pc:sldMk cId="1166963934" sldId="883"/>
            <ac:picMk id="10" creationId="{A47E43FA-B9AB-4971-80A6-CDA46AD20B39}"/>
          </ac:picMkLst>
        </pc:picChg>
        <pc:picChg chg="add del mod">
          <ac:chgData name="Minh Huynh" userId="01a137d4-0d81-46e0-aca6-c9185b391828" providerId="ADAL" clId="{FDDD7D90-4293-4F5B-B440-645EABB52817}" dt="2026-10-13T04:39:25.355" v="91"/>
          <ac:picMkLst>
            <pc:docMk/>
            <pc:sldMk cId="1166963934" sldId="883"/>
            <ac:picMk id="11" creationId="{AAB36EE9-4533-4095-9A22-F340B3171B7A}"/>
          </ac:picMkLst>
        </pc:picChg>
      </pc:sldChg>
      <pc:sldChg chg="del">
        <pc:chgData name="Minh Huynh" userId="01a137d4-0d81-46e0-aca6-c9185b391828" providerId="ADAL" clId="{FDDD7D90-4293-4F5B-B440-645EABB52817}" dt="2026-10-13T04:38:04.644" v="57" actId="47"/>
        <pc:sldMkLst>
          <pc:docMk/>
          <pc:sldMk cId="2309281588" sldId="884"/>
        </pc:sldMkLst>
      </pc:sldChg>
      <pc:sldChg chg="del">
        <pc:chgData name="Minh Huynh" userId="01a137d4-0d81-46e0-aca6-c9185b391828" providerId="ADAL" clId="{FDDD7D90-4293-4F5B-B440-645EABB52817}" dt="2026-10-13T04:38:04.644" v="57" actId="47"/>
        <pc:sldMkLst>
          <pc:docMk/>
          <pc:sldMk cId="2738950240" sldId="885"/>
        </pc:sldMkLst>
      </pc:sldChg>
      <pc:sldChg chg="del">
        <pc:chgData name="Minh Huynh" userId="01a137d4-0d81-46e0-aca6-c9185b391828" providerId="ADAL" clId="{FDDD7D90-4293-4F5B-B440-645EABB52817}" dt="2026-10-13T04:38:04.644" v="57" actId="47"/>
        <pc:sldMkLst>
          <pc:docMk/>
          <pc:sldMk cId="1430599913" sldId="886"/>
        </pc:sldMkLst>
      </pc:sldChg>
      <pc:sldChg chg="del">
        <pc:chgData name="Minh Huynh" userId="01a137d4-0d81-46e0-aca6-c9185b391828" providerId="ADAL" clId="{FDDD7D90-4293-4F5B-B440-645EABB52817}" dt="2026-10-13T04:38:04.644" v="57" actId="47"/>
        <pc:sldMkLst>
          <pc:docMk/>
          <pc:sldMk cId="1340834930" sldId="887"/>
        </pc:sldMkLst>
      </pc:sldChg>
      <pc:sldChg chg="del">
        <pc:chgData name="Minh Huynh" userId="01a137d4-0d81-46e0-aca6-c9185b391828" providerId="ADAL" clId="{FDDD7D90-4293-4F5B-B440-645EABB52817}" dt="2026-10-13T04:38:04.644" v="57" actId="47"/>
        <pc:sldMkLst>
          <pc:docMk/>
          <pc:sldMk cId="4146570137" sldId="888"/>
        </pc:sldMkLst>
      </pc:sldChg>
      <pc:sldChg chg="del">
        <pc:chgData name="Minh Huynh" userId="01a137d4-0d81-46e0-aca6-c9185b391828" providerId="ADAL" clId="{FDDD7D90-4293-4F5B-B440-645EABB52817}" dt="2026-10-13T04:38:04.644" v="57" actId="47"/>
        <pc:sldMkLst>
          <pc:docMk/>
          <pc:sldMk cId="107197115" sldId="889"/>
        </pc:sldMkLst>
      </pc:sldChg>
      <pc:sldChg chg="del">
        <pc:chgData name="Minh Huynh" userId="01a137d4-0d81-46e0-aca6-c9185b391828" providerId="ADAL" clId="{FDDD7D90-4293-4F5B-B440-645EABB52817}" dt="2026-10-13T04:38:04.644" v="57" actId="47"/>
        <pc:sldMkLst>
          <pc:docMk/>
          <pc:sldMk cId="509385675" sldId="890"/>
        </pc:sldMkLst>
      </pc:sldChg>
      <pc:sldChg chg="del">
        <pc:chgData name="Minh Huynh" userId="01a137d4-0d81-46e0-aca6-c9185b391828" providerId="ADAL" clId="{FDDD7D90-4293-4F5B-B440-645EABB52817}" dt="2026-10-13T04:38:04.644" v="57" actId="47"/>
        <pc:sldMkLst>
          <pc:docMk/>
          <pc:sldMk cId="2820829822" sldId="891"/>
        </pc:sldMkLst>
      </pc:sldChg>
      <pc:sldChg chg="del">
        <pc:chgData name="Minh Huynh" userId="01a137d4-0d81-46e0-aca6-c9185b391828" providerId="ADAL" clId="{FDDD7D90-4293-4F5B-B440-645EABB52817}" dt="2026-10-13T04:38:04.644" v="57" actId="47"/>
        <pc:sldMkLst>
          <pc:docMk/>
          <pc:sldMk cId="2385764416" sldId="892"/>
        </pc:sldMkLst>
      </pc:sldChg>
      <pc:sldChg chg="del">
        <pc:chgData name="Minh Huynh" userId="01a137d4-0d81-46e0-aca6-c9185b391828" providerId="ADAL" clId="{FDDD7D90-4293-4F5B-B440-645EABB52817}" dt="2026-10-13T04:38:04.644" v="57" actId="47"/>
        <pc:sldMkLst>
          <pc:docMk/>
          <pc:sldMk cId="2806179161" sldId="893"/>
        </pc:sldMkLst>
      </pc:sldChg>
      <pc:sldChg chg="del">
        <pc:chgData name="Minh Huynh" userId="01a137d4-0d81-46e0-aca6-c9185b391828" providerId="ADAL" clId="{FDDD7D90-4293-4F5B-B440-645EABB52817}" dt="2026-10-13T04:38:04.644" v="57" actId="47"/>
        <pc:sldMkLst>
          <pc:docMk/>
          <pc:sldMk cId="3075116588" sldId="894"/>
        </pc:sldMkLst>
      </pc:sldChg>
      <pc:sldChg chg="del">
        <pc:chgData name="Minh Huynh" userId="01a137d4-0d81-46e0-aca6-c9185b391828" providerId="ADAL" clId="{FDDD7D90-4293-4F5B-B440-645EABB52817}" dt="2026-10-13T04:38:04.644" v="57" actId="47"/>
        <pc:sldMkLst>
          <pc:docMk/>
          <pc:sldMk cId="3993957004" sldId="895"/>
        </pc:sldMkLst>
      </pc:sldChg>
      <pc:sldChg chg="del">
        <pc:chgData name="Minh Huynh" userId="01a137d4-0d81-46e0-aca6-c9185b391828" providerId="ADAL" clId="{FDDD7D90-4293-4F5B-B440-645EABB52817}" dt="2026-10-13T04:38:04.644" v="57" actId="47"/>
        <pc:sldMkLst>
          <pc:docMk/>
          <pc:sldMk cId="803991064" sldId="896"/>
        </pc:sldMkLst>
      </pc:sldChg>
      <pc:sldChg chg="del">
        <pc:chgData name="Minh Huynh" userId="01a137d4-0d81-46e0-aca6-c9185b391828" providerId="ADAL" clId="{FDDD7D90-4293-4F5B-B440-645EABB52817}" dt="2026-10-13T04:38:04.644" v="57" actId="47"/>
        <pc:sldMkLst>
          <pc:docMk/>
          <pc:sldMk cId="1003971633" sldId="897"/>
        </pc:sldMkLst>
      </pc:sldChg>
      <pc:sldChg chg="del">
        <pc:chgData name="Minh Huynh" userId="01a137d4-0d81-46e0-aca6-c9185b391828" providerId="ADAL" clId="{FDDD7D90-4293-4F5B-B440-645EABB52817}" dt="2026-10-13T04:38:04.644" v="57" actId="47"/>
        <pc:sldMkLst>
          <pc:docMk/>
          <pc:sldMk cId="1170087405" sldId="898"/>
        </pc:sldMkLst>
      </pc:sldChg>
      <pc:sldChg chg="del">
        <pc:chgData name="Minh Huynh" userId="01a137d4-0d81-46e0-aca6-c9185b391828" providerId="ADAL" clId="{FDDD7D90-4293-4F5B-B440-645EABB52817}" dt="2026-10-13T04:38:04.644" v="57" actId="47"/>
        <pc:sldMkLst>
          <pc:docMk/>
          <pc:sldMk cId="224993826" sldId="899"/>
        </pc:sldMkLst>
      </pc:sldChg>
      <pc:sldChg chg="del">
        <pc:chgData name="Minh Huynh" userId="01a137d4-0d81-46e0-aca6-c9185b391828" providerId="ADAL" clId="{FDDD7D90-4293-4F5B-B440-645EABB52817}" dt="2026-10-13T04:38:04.644" v="57" actId="47"/>
        <pc:sldMkLst>
          <pc:docMk/>
          <pc:sldMk cId="1572259855" sldId="900"/>
        </pc:sldMkLst>
      </pc:sldChg>
      <pc:sldChg chg="del">
        <pc:chgData name="Minh Huynh" userId="01a137d4-0d81-46e0-aca6-c9185b391828" providerId="ADAL" clId="{FDDD7D90-4293-4F5B-B440-645EABB52817}" dt="2026-10-13T04:38:04.644" v="57" actId="47"/>
        <pc:sldMkLst>
          <pc:docMk/>
          <pc:sldMk cId="232970683" sldId="901"/>
        </pc:sldMkLst>
      </pc:sldChg>
      <pc:sldChg chg="del">
        <pc:chgData name="Minh Huynh" userId="01a137d4-0d81-46e0-aca6-c9185b391828" providerId="ADAL" clId="{FDDD7D90-4293-4F5B-B440-645EABB52817}" dt="2026-10-13T04:38:04.644" v="57" actId="47"/>
        <pc:sldMkLst>
          <pc:docMk/>
          <pc:sldMk cId="2487047363" sldId="902"/>
        </pc:sldMkLst>
      </pc:sldChg>
      <pc:sldChg chg="del">
        <pc:chgData name="Minh Huynh" userId="01a137d4-0d81-46e0-aca6-c9185b391828" providerId="ADAL" clId="{FDDD7D90-4293-4F5B-B440-645EABB52817}" dt="2026-10-13T04:38:04.644" v="57" actId="47"/>
        <pc:sldMkLst>
          <pc:docMk/>
          <pc:sldMk cId="407186605" sldId="903"/>
        </pc:sldMkLst>
      </pc:sldChg>
      <pc:sldChg chg="del">
        <pc:chgData name="Minh Huynh" userId="01a137d4-0d81-46e0-aca6-c9185b391828" providerId="ADAL" clId="{FDDD7D90-4293-4F5B-B440-645EABB52817}" dt="2026-10-13T04:38:04.644" v="57" actId="47"/>
        <pc:sldMkLst>
          <pc:docMk/>
          <pc:sldMk cId="1787648695" sldId="904"/>
        </pc:sldMkLst>
      </pc:sldChg>
      <pc:sldChg chg="del">
        <pc:chgData name="Minh Huynh" userId="01a137d4-0d81-46e0-aca6-c9185b391828" providerId="ADAL" clId="{FDDD7D90-4293-4F5B-B440-645EABB52817}" dt="2026-10-13T04:38:04.644" v="57" actId="47"/>
        <pc:sldMkLst>
          <pc:docMk/>
          <pc:sldMk cId="1045422390" sldId="905"/>
        </pc:sldMkLst>
      </pc:sldChg>
      <pc:sldChg chg="del">
        <pc:chgData name="Minh Huynh" userId="01a137d4-0d81-46e0-aca6-c9185b391828" providerId="ADAL" clId="{FDDD7D90-4293-4F5B-B440-645EABB52817}" dt="2026-10-13T04:38:04.644" v="57" actId="47"/>
        <pc:sldMkLst>
          <pc:docMk/>
          <pc:sldMk cId="4258506999" sldId="906"/>
        </pc:sldMkLst>
      </pc:sldChg>
      <pc:sldChg chg="addSp delSp modSp add mod">
        <pc:chgData name="Minh Huynh" userId="01a137d4-0d81-46e0-aca6-c9185b391828" providerId="ADAL" clId="{FDDD7D90-4293-4F5B-B440-645EABB52817}" dt="2026-10-13T04:41:30.553" v="180" actId="20577"/>
        <pc:sldMkLst>
          <pc:docMk/>
          <pc:sldMk cId="950690789" sldId="4365"/>
        </pc:sldMkLst>
        <pc:spChg chg="del">
          <ac:chgData name="Minh Huynh" userId="01a137d4-0d81-46e0-aca6-c9185b391828" providerId="ADAL" clId="{FDDD7D90-4293-4F5B-B440-645EABB52817}" dt="2026-10-13T04:40:39.201" v="146" actId="478"/>
          <ac:spMkLst>
            <pc:docMk/>
            <pc:sldMk cId="950690789" sldId="4365"/>
            <ac:spMk id="10" creationId="{51B2FABE-FB8E-4A85-8D28-32363A4A69E4}"/>
          </ac:spMkLst>
        </pc:spChg>
        <pc:spChg chg="mod">
          <ac:chgData name="Minh Huynh" userId="01a137d4-0d81-46e0-aca6-c9185b391828" providerId="ADAL" clId="{FDDD7D90-4293-4F5B-B440-645EABB52817}" dt="2026-10-13T04:40:53.839" v="150" actId="313"/>
          <ac:spMkLst>
            <pc:docMk/>
            <pc:sldMk cId="950690789" sldId="4365"/>
            <ac:spMk id="12" creationId="{6E505B16-BFC8-4BA2-87BE-B51040B50F96}"/>
          </ac:spMkLst>
        </pc:spChg>
        <pc:spChg chg="add mod">
          <ac:chgData name="Minh Huynh" userId="01a137d4-0d81-46e0-aca6-c9185b391828" providerId="ADAL" clId="{FDDD7D90-4293-4F5B-B440-645EABB52817}" dt="2026-10-13T04:41:30.553" v="180" actId="20577"/>
          <ac:spMkLst>
            <pc:docMk/>
            <pc:sldMk cId="950690789" sldId="4365"/>
            <ac:spMk id="13" creationId="{D22414B0-52D8-4495-B2EF-0FCCCE1F38C5}"/>
          </ac:spMkLst>
        </pc:spChg>
        <pc:spChg chg="del">
          <ac:chgData name="Minh Huynh" userId="01a137d4-0d81-46e0-aca6-c9185b391828" providerId="ADAL" clId="{FDDD7D90-4293-4F5B-B440-645EABB52817}" dt="2026-10-13T04:40:38.174" v="145" actId="478"/>
          <ac:spMkLst>
            <pc:docMk/>
            <pc:sldMk cId="950690789" sldId="4365"/>
            <ac:spMk id="15" creationId="{668F5602-47EE-420D-9B7E-BCF45A6CB524}"/>
          </ac:spMkLst>
        </pc:spChg>
        <pc:spChg chg="del">
          <ac:chgData name="Minh Huynh" userId="01a137d4-0d81-46e0-aca6-c9185b391828" providerId="ADAL" clId="{FDDD7D90-4293-4F5B-B440-645EABB52817}" dt="2026-10-13T04:40:38.174" v="145" actId="478"/>
          <ac:spMkLst>
            <pc:docMk/>
            <pc:sldMk cId="950690789" sldId="4365"/>
            <ac:spMk id="16" creationId="{F2242C64-FE38-42BA-8CFD-71CFBEBEEF68}"/>
          </ac:spMkLst>
        </pc:spChg>
        <pc:spChg chg="del">
          <ac:chgData name="Minh Huynh" userId="01a137d4-0d81-46e0-aca6-c9185b391828" providerId="ADAL" clId="{FDDD7D90-4293-4F5B-B440-645EABB52817}" dt="2026-10-13T04:40:38.174" v="145" actId="478"/>
          <ac:spMkLst>
            <pc:docMk/>
            <pc:sldMk cId="950690789" sldId="4365"/>
            <ac:spMk id="19" creationId="{245216AE-850E-4E69-98EE-94DCA8BA6F6A}"/>
          </ac:spMkLst>
        </pc:spChg>
        <pc:spChg chg="del">
          <ac:chgData name="Minh Huynh" userId="01a137d4-0d81-46e0-aca6-c9185b391828" providerId="ADAL" clId="{FDDD7D90-4293-4F5B-B440-645EABB52817}" dt="2026-10-13T04:40:38.174" v="145" actId="478"/>
          <ac:spMkLst>
            <pc:docMk/>
            <pc:sldMk cId="950690789" sldId="4365"/>
            <ac:spMk id="21" creationId="{1A195455-A937-419D-A4BB-9BF4BBE9FE8C}"/>
          </ac:spMkLst>
        </pc:spChg>
        <pc:spChg chg="del">
          <ac:chgData name="Minh Huynh" userId="01a137d4-0d81-46e0-aca6-c9185b391828" providerId="ADAL" clId="{FDDD7D90-4293-4F5B-B440-645EABB52817}" dt="2026-10-13T04:40:38.174" v="145" actId="478"/>
          <ac:spMkLst>
            <pc:docMk/>
            <pc:sldMk cId="950690789" sldId="4365"/>
            <ac:spMk id="22" creationId="{9EA35DBB-34EF-4912-B6E0-948E45210BB2}"/>
          </ac:spMkLst>
        </pc:spChg>
        <pc:spChg chg="del">
          <ac:chgData name="Minh Huynh" userId="01a137d4-0d81-46e0-aca6-c9185b391828" providerId="ADAL" clId="{FDDD7D90-4293-4F5B-B440-645EABB52817}" dt="2026-10-13T04:40:38.174" v="145" actId="478"/>
          <ac:spMkLst>
            <pc:docMk/>
            <pc:sldMk cId="950690789" sldId="4365"/>
            <ac:spMk id="23" creationId="{33EFA293-6CAE-4CA3-9D2A-C51CB59C5543}"/>
          </ac:spMkLst>
        </pc:spChg>
      </pc:sldChg>
      <pc:sldChg chg="delSp add del">
        <pc:chgData name="Minh Huynh" userId="01a137d4-0d81-46e0-aca6-c9185b391828" providerId="ADAL" clId="{FDDD7D90-4293-4F5B-B440-645EABB52817}" dt="2026-10-13T04:41:35.382" v="182" actId="47"/>
        <pc:sldMkLst>
          <pc:docMk/>
          <pc:sldMk cId="3132228919" sldId="4366"/>
        </pc:sldMkLst>
        <pc:spChg chg="del">
          <ac:chgData name="Minh Huynh" userId="01a137d4-0d81-46e0-aca6-c9185b391828" providerId="ADAL" clId="{FDDD7D90-4293-4F5B-B440-645EABB52817}" dt="2026-10-13T04:41:04.567" v="152" actId="478"/>
          <ac:spMkLst>
            <pc:docMk/>
            <pc:sldMk cId="3132228919" sldId="4366"/>
            <ac:spMk id="12" creationId="{6E505B16-BFC8-4BA2-87BE-B51040B50F96}"/>
          </ac:spMkLst>
        </pc:spChg>
        <pc:picChg chg="del">
          <ac:chgData name="Minh Huynh" userId="01a137d4-0d81-46e0-aca6-c9185b391828" providerId="ADAL" clId="{FDDD7D90-4293-4F5B-B440-645EABB52817}" dt="2026-10-13T04:41:04.567" v="152" actId="478"/>
          <ac:picMkLst>
            <pc:docMk/>
            <pc:sldMk cId="3132228919" sldId="4366"/>
            <ac:picMk id="11" creationId="{E5D13A11-A2D9-4872-992F-0954755C602F}"/>
          </ac:picMkLst>
        </pc:picChg>
      </pc:sldChg>
      <pc:sldChg chg="addSp delSp modSp add mod">
        <pc:chgData name="Minh Huynh" userId="01a137d4-0d81-46e0-aca6-c9185b391828" providerId="ADAL" clId="{FDDD7D90-4293-4F5B-B440-645EABB52817}" dt="2026-10-13T04:41:34.323" v="181"/>
        <pc:sldMkLst>
          <pc:docMk/>
          <pc:sldMk cId="3735371360" sldId="4378"/>
        </pc:sldMkLst>
        <pc:spChg chg="del">
          <ac:chgData name="Minh Huynh" userId="01a137d4-0d81-46e0-aca6-c9185b391828" providerId="ADAL" clId="{FDDD7D90-4293-4F5B-B440-645EABB52817}" dt="2026-10-13T04:41:20.019" v="154" actId="478"/>
          <ac:spMkLst>
            <pc:docMk/>
            <pc:sldMk cId="3735371360" sldId="4378"/>
            <ac:spMk id="15" creationId="{668F5602-47EE-420D-9B7E-BCF45A6CB524}"/>
          </ac:spMkLst>
        </pc:spChg>
        <pc:spChg chg="del">
          <ac:chgData name="Minh Huynh" userId="01a137d4-0d81-46e0-aca6-c9185b391828" providerId="ADAL" clId="{FDDD7D90-4293-4F5B-B440-645EABB52817}" dt="2026-10-13T04:41:20.019" v="154" actId="478"/>
          <ac:spMkLst>
            <pc:docMk/>
            <pc:sldMk cId="3735371360" sldId="4378"/>
            <ac:spMk id="16" creationId="{F2242C64-FE38-42BA-8CFD-71CFBEBEEF68}"/>
          </ac:spMkLst>
        </pc:spChg>
        <pc:spChg chg="del">
          <ac:chgData name="Minh Huynh" userId="01a137d4-0d81-46e0-aca6-c9185b391828" providerId="ADAL" clId="{FDDD7D90-4293-4F5B-B440-645EABB52817}" dt="2026-10-13T04:41:20.019" v="154" actId="478"/>
          <ac:spMkLst>
            <pc:docMk/>
            <pc:sldMk cId="3735371360" sldId="4378"/>
            <ac:spMk id="19" creationId="{245216AE-850E-4E69-98EE-94DCA8BA6F6A}"/>
          </ac:spMkLst>
        </pc:spChg>
        <pc:spChg chg="del">
          <ac:chgData name="Minh Huynh" userId="01a137d4-0d81-46e0-aca6-c9185b391828" providerId="ADAL" clId="{FDDD7D90-4293-4F5B-B440-645EABB52817}" dt="2026-10-13T04:41:20.019" v="154" actId="478"/>
          <ac:spMkLst>
            <pc:docMk/>
            <pc:sldMk cId="3735371360" sldId="4378"/>
            <ac:spMk id="21" creationId="{1A195455-A937-419D-A4BB-9BF4BBE9FE8C}"/>
          </ac:spMkLst>
        </pc:spChg>
        <pc:spChg chg="del">
          <ac:chgData name="Minh Huynh" userId="01a137d4-0d81-46e0-aca6-c9185b391828" providerId="ADAL" clId="{FDDD7D90-4293-4F5B-B440-645EABB52817}" dt="2026-10-13T04:41:20.019" v="154" actId="478"/>
          <ac:spMkLst>
            <pc:docMk/>
            <pc:sldMk cId="3735371360" sldId="4378"/>
            <ac:spMk id="22" creationId="{9EA35DBB-34EF-4912-B6E0-948E45210BB2}"/>
          </ac:spMkLst>
        </pc:spChg>
        <pc:spChg chg="del">
          <ac:chgData name="Minh Huynh" userId="01a137d4-0d81-46e0-aca6-c9185b391828" providerId="ADAL" clId="{FDDD7D90-4293-4F5B-B440-645EABB52817}" dt="2026-10-13T04:41:20.019" v="154" actId="478"/>
          <ac:spMkLst>
            <pc:docMk/>
            <pc:sldMk cId="3735371360" sldId="4378"/>
            <ac:spMk id="23" creationId="{33EFA293-6CAE-4CA3-9D2A-C51CB59C5543}"/>
          </ac:spMkLst>
        </pc:spChg>
        <pc:spChg chg="add mod">
          <ac:chgData name="Minh Huynh" userId="01a137d4-0d81-46e0-aca6-c9185b391828" providerId="ADAL" clId="{FDDD7D90-4293-4F5B-B440-645EABB52817}" dt="2026-10-13T04:41:34.323" v="181"/>
          <ac:spMkLst>
            <pc:docMk/>
            <pc:sldMk cId="3735371360" sldId="4378"/>
            <ac:spMk id="43" creationId="{8FAB47D2-8F30-4EC2-AAA8-D5FE8B30A2CA}"/>
          </ac:spMkLst>
        </pc:spChg>
      </pc:sldChg>
      <pc:sldChg chg="addSp delSp modSp add mod">
        <pc:chgData name="Minh Huynh" userId="01a137d4-0d81-46e0-aca6-c9185b391828" providerId="ADAL" clId="{FDDD7D90-4293-4F5B-B440-645EABB52817}" dt="2026-10-13T04:43:09.846" v="225" actId="20577"/>
        <pc:sldMkLst>
          <pc:docMk/>
          <pc:sldMk cId="3009185353" sldId="4379"/>
        </pc:sldMkLst>
        <pc:spChg chg="del">
          <ac:chgData name="Minh Huynh" userId="01a137d4-0d81-46e0-aca6-c9185b391828" providerId="ADAL" clId="{FDDD7D90-4293-4F5B-B440-645EABB52817}" dt="2026-10-13T04:42:13.188" v="184" actId="478"/>
          <ac:spMkLst>
            <pc:docMk/>
            <pc:sldMk cId="3009185353" sldId="4379"/>
            <ac:spMk id="3" creationId="{91AAB39F-90C3-4E09-9411-CB53C15B2A7E}"/>
          </ac:spMkLst>
        </pc:spChg>
        <pc:spChg chg="del">
          <ac:chgData name="Minh Huynh" userId="01a137d4-0d81-46e0-aca6-c9185b391828" providerId="ADAL" clId="{FDDD7D90-4293-4F5B-B440-645EABB52817}" dt="2026-10-13T04:42:13.188" v="184" actId="478"/>
          <ac:spMkLst>
            <pc:docMk/>
            <pc:sldMk cId="3009185353" sldId="4379"/>
            <ac:spMk id="38" creationId="{BA9AD03F-F832-4CF0-9688-23090112DB24}"/>
          </ac:spMkLst>
        </pc:spChg>
        <pc:spChg chg="del">
          <ac:chgData name="Minh Huynh" userId="01a137d4-0d81-46e0-aca6-c9185b391828" providerId="ADAL" clId="{FDDD7D90-4293-4F5B-B440-645EABB52817}" dt="2026-10-13T04:42:13.188" v="184" actId="478"/>
          <ac:spMkLst>
            <pc:docMk/>
            <pc:sldMk cId="3009185353" sldId="4379"/>
            <ac:spMk id="39" creationId="{A48AED5E-688A-4972-9ECC-468EEE1E8737}"/>
          </ac:spMkLst>
        </pc:spChg>
        <pc:spChg chg="del">
          <ac:chgData name="Minh Huynh" userId="01a137d4-0d81-46e0-aca6-c9185b391828" providerId="ADAL" clId="{FDDD7D90-4293-4F5B-B440-645EABB52817}" dt="2026-10-13T04:42:13.188" v="184" actId="478"/>
          <ac:spMkLst>
            <pc:docMk/>
            <pc:sldMk cId="3009185353" sldId="4379"/>
            <ac:spMk id="40" creationId="{BBD2CF4F-C1E6-4193-BF56-247C22E835C1}"/>
          </ac:spMkLst>
        </pc:spChg>
        <pc:spChg chg="del">
          <ac:chgData name="Minh Huynh" userId="01a137d4-0d81-46e0-aca6-c9185b391828" providerId="ADAL" clId="{FDDD7D90-4293-4F5B-B440-645EABB52817}" dt="2026-10-13T04:42:13.188" v="184" actId="478"/>
          <ac:spMkLst>
            <pc:docMk/>
            <pc:sldMk cId="3009185353" sldId="4379"/>
            <ac:spMk id="41" creationId="{4192CDE5-20A5-481F-86D7-2468331B10EE}"/>
          </ac:spMkLst>
        </pc:spChg>
        <pc:spChg chg="del">
          <ac:chgData name="Minh Huynh" userId="01a137d4-0d81-46e0-aca6-c9185b391828" providerId="ADAL" clId="{FDDD7D90-4293-4F5B-B440-645EABB52817}" dt="2026-10-13T04:42:13.188" v="184" actId="478"/>
          <ac:spMkLst>
            <pc:docMk/>
            <pc:sldMk cId="3009185353" sldId="4379"/>
            <ac:spMk id="42" creationId="{1CA853C0-1A11-48C5-9AD1-D5E67C70DBCF}"/>
          </ac:spMkLst>
        </pc:spChg>
        <pc:spChg chg="mod">
          <ac:chgData name="Minh Huynh" userId="01a137d4-0d81-46e0-aca6-c9185b391828" providerId="ADAL" clId="{FDDD7D90-4293-4F5B-B440-645EABB52817}" dt="2026-10-13T04:42:19.495" v="204" actId="20577"/>
          <ac:spMkLst>
            <pc:docMk/>
            <pc:sldMk cId="3009185353" sldId="4379"/>
            <ac:spMk id="43" creationId="{8FAB47D2-8F30-4EC2-AAA8-D5FE8B30A2CA}"/>
          </ac:spMkLst>
        </pc:spChg>
        <pc:spChg chg="add mod">
          <ac:chgData name="Minh Huynh" userId="01a137d4-0d81-46e0-aca6-c9185b391828" providerId="ADAL" clId="{FDDD7D90-4293-4F5B-B440-645EABB52817}" dt="2026-10-13T04:43:09.846" v="225" actId="20577"/>
          <ac:spMkLst>
            <pc:docMk/>
            <pc:sldMk cId="3009185353" sldId="4379"/>
            <ac:spMk id="44" creationId="{C61445DD-28C4-4C5D-BE89-46860B318B19}"/>
          </ac:spMkLst>
        </pc:spChg>
        <pc:graphicFrameChg chg="del">
          <ac:chgData name="Minh Huynh" userId="01a137d4-0d81-46e0-aca6-c9185b391828" providerId="ADAL" clId="{FDDD7D90-4293-4F5B-B440-645EABB52817}" dt="2026-10-13T04:42:13.188" v="184" actId="478"/>
          <ac:graphicFrameMkLst>
            <pc:docMk/>
            <pc:sldMk cId="3009185353" sldId="4379"/>
            <ac:graphicFrameMk id="30" creationId="{14726765-D026-4909-B54B-877E7FB13941}"/>
          </ac:graphicFrameMkLst>
        </pc:graphicFrameChg>
        <pc:graphicFrameChg chg="del">
          <ac:chgData name="Minh Huynh" userId="01a137d4-0d81-46e0-aca6-c9185b391828" providerId="ADAL" clId="{FDDD7D90-4293-4F5B-B440-645EABB52817}" dt="2026-10-13T04:42:13.188" v="184" actId="478"/>
          <ac:graphicFrameMkLst>
            <pc:docMk/>
            <pc:sldMk cId="3009185353" sldId="4379"/>
            <ac:graphicFrameMk id="31" creationId="{959028B7-E957-477E-9517-EAEF3BD753EE}"/>
          </ac:graphicFrameMkLst>
        </pc:graphicFrameChg>
        <pc:picChg chg="del">
          <ac:chgData name="Minh Huynh" userId="01a137d4-0d81-46e0-aca6-c9185b391828" providerId="ADAL" clId="{FDDD7D90-4293-4F5B-B440-645EABB52817}" dt="2026-10-13T04:42:13.188" v="184" actId="478"/>
          <ac:picMkLst>
            <pc:docMk/>
            <pc:sldMk cId="3009185353" sldId="4379"/>
            <ac:picMk id="18" creationId="{2ABBCF26-7C36-4CA2-AEEB-B46F95FFA30A}"/>
          </ac:picMkLst>
        </pc:picChg>
        <pc:picChg chg="del">
          <ac:chgData name="Minh Huynh" userId="01a137d4-0d81-46e0-aca6-c9185b391828" providerId="ADAL" clId="{FDDD7D90-4293-4F5B-B440-645EABB52817}" dt="2026-10-13T04:42:13.188" v="184" actId="478"/>
          <ac:picMkLst>
            <pc:docMk/>
            <pc:sldMk cId="3009185353" sldId="4379"/>
            <ac:picMk id="20" creationId="{992BC3F6-4947-4060-8854-24E5AAEB19F4}"/>
          </ac:picMkLst>
        </pc:picChg>
        <pc:picChg chg="del">
          <ac:chgData name="Minh Huynh" userId="01a137d4-0d81-46e0-aca6-c9185b391828" providerId="ADAL" clId="{FDDD7D90-4293-4F5B-B440-645EABB52817}" dt="2026-10-13T04:42:13.188" v="184" actId="478"/>
          <ac:picMkLst>
            <pc:docMk/>
            <pc:sldMk cId="3009185353" sldId="4379"/>
            <ac:picMk id="24" creationId="{ADC048DD-E553-4B65-A8E7-DC6CEB8DC10B}"/>
          </ac:picMkLst>
        </pc:picChg>
        <pc:picChg chg="del">
          <ac:chgData name="Minh Huynh" userId="01a137d4-0d81-46e0-aca6-c9185b391828" providerId="ADAL" clId="{FDDD7D90-4293-4F5B-B440-645EABB52817}" dt="2026-10-13T04:42:13.188" v="184" actId="478"/>
          <ac:picMkLst>
            <pc:docMk/>
            <pc:sldMk cId="3009185353" sldId="4379"/>
            <ac:picMk id="25" creationId="{19DE24B8-A5FC-4575-B581-D4B0042D743B}"/>
          </ac:picMkLst>
        </pc:picChg>
        <pc:picChg chg="del">
          <ac:chgData name="Minh Huynh" userId="01a137d4-0d81-46e0-aca6-c9185b391828" providerId="ADAL" clId="{FDDD7D90-4293-4F5B-B440-645EABB52817}" dt="2026-10-13T04:42:13.188" v="184" actId="478"/>
          <ac:picMkLst>
            <pc:docMk/>
            <pc:sldMk cId="3009185353" sldId="4379"/>
            <ac:picMk id="26" creationId="{C18AEAE5-54EC-4369-AAB2-834F171B78E9}"/>
          </ac:picMkLst>
        </pc:picChg>
        <pc:picChg chg="del">
          <ac:chgData name="Minh Huynh" userId="01a137d4-0d81-46e0-aca6-c9185b391828" providerId="ADAL" clId="{FDDD7D90-4293-4F5B-B440-645EABB52817}" dt="2026-10-13T04:42:13.188" v="184" actId="478"/>
          <ac:picMkLst>
            <pc:docMk/>
            <pc:sldMk cId="3009185353" sldId="4379"/>
            <ac:picMk id="27" creationId="{71A39884-9D62-44E7-8058-E6DF0306917C}"/>
          </ac:picMkLst>
        </pc:picChg>
        <pc:picChg chg="del">
          <ac:chgData name="Minh Huynh" userId="01a137d4-0d81-46e0-aca6-c9185b391828" providerId="ADAL" clId="{FDDD7D90-4293-4F5B-B440-645EABB52817}" dt="2026-10-13T04:42:13.188" v="184" actId="478"/>
          <ac:picMkLst>
            <pc:docMk/>
            <pc:sldMk cId="3009185353" sldId="4379"/>
            <ac:picMk id="28" creationId="{31C8CF1D-9F99-46D0-9A33-E4BCF21A4ABC}"/>
          </ac:picMkLst>
        </pc:picChg>
        <pc:picChg chg="del">
          <ac:chgData name="Minh Huynh" userId="01a137d4-0d81-46e0-aca6-c9185b391828" providerId="ADAL" clId="{FDDD7D90-4293-4F5B-B440-645EABB52817}" dt="2026-10-13T04:42:13.188" v="184" actId="478"/>
          <ac:picMkLst>
            <pc:docMk/>
            <pc:sldMk cId="3009185353" sldId="4379"/>
            <ac:picMk id="29" creationId="{DDB7BEF5-C76D-4CE9-8A71-92FEC8517E3F}"/>
          </ac:picMkLst>
        </pc:picChg>
        <pc:picChg chg="del">
          <ac:chgData name="Minh Huynh" userId="01a137d4-0d81-46e0-aca6-c9185b391828" providerId="ADAL" clId="{FDDD7D90-4293-4F5B-B440-645EABB52817}" dt="2026-10-13T04:42:13.188" v="184" actId="478"/>
          <ac:picMkLst>
            <pc:docMk/>
            <pc:sldMk cId="3009185353" sldId="4379"/>
            <ac:picMk id="32" creationId="{F967A736-1797-4CE2-9A0A-1CA6B29A2E93}"/>
          </ac:picMkLst>
        </pc:picChg>
        <pc:picChg chg="del">
          <ac:chgData name="Minh Huynh" userId="01a137d4-0d81-46e0-aca6-c9185b391828" providerId="ADAL" clId="{FDDD7D90-4293-4F5B-B440-645EABB52817}" dt="2026-10-13T04:42:13.188" v="184" actId="478"/>
          <ac:picMkLst>
            <pc:docMk/>
            <pc:sldMk cId="3009185353" sldId="4379"/>
            <ac:picMk id="33" creationId="{342F2630-FE52-48EE-900D-E632FA40EC03}"/>
          </ac:picMkLst>
        </pc:picChg>
        <pc:picChg chg="del">
          <ac:chgData name="Minh Huynh" userId="01a137d4-0d81-46e0-aca6-c9185b391828" providerId="ADAL" clId="{FDDD7D90-4293-4F5B-B440-645EABB52817}" dt="2026-10-13T04:42:13.188" v="184" actId="478"/>
          <ac:picMkLst>
            <pc:docMk/>
            <pc:sldMk cId="3009185353" sldId="4379"/>
            <ac:picMk id="34" creationId="{25A439BB-0788-44BB-AA37-38AF76347117}"/>
          </ac:picMkLst>
        </pc:picChg>
        <pc:picChg chg="del">
          <ac:chgData name="Minh Huynh" userId="01a137d4-0d81-46e0-aca6-c9185b391828" providerId="ADAL" clId="{FDDD7D90-4293-4F5B-B440-645EABB52817}" dt="2026-10-13T04:42:13.188" v="184" actId="478"/>
          <ac:picMkLst>
            <pc:docMk/>
            <pc:sldMk cId="3009185353" sldId="4379"/>
            <ac:picMk id="35" creationId="{6B2BEB91-C49F-40CE-B864-96E9C83E7F96}"/>
          </ac:picMkLst>
        </pc:picChg>
        <pc:picChg chg="del">
          <ac:chgData name="Minh Huynh" userId="01a137d4-0d81-46e0-aca6-c9185b391828" providerId="ADAL" clId="{FDDD7D90-4293-4F5B-B440-645EABB52817}" dt="2026-10-13T04:42:13.188" v="184" actId="478"/>
          <ac:picMkLst>
            <pc:docMk/>
            <pc:sldMk cId="3009185353" sldId="4379"/>
            <ac:picMk id="36" creationId="{AF36992E-1EA4-45C9-9B18-0D8450A176CE}"/>
          </ac:picMkLst>
        </pc:picChg>
        <pc:picChg chg="del">
          <ac:chgData name="Minh Huynh" userId="01a137d4-0d81-46e0-aca6-c9185b391828" providerId="ADAL" clId="{FDDD7D90-4293-4F5B-B440-645EABB52817}" dt="2026-10-13T04:42:13.188" v="184" actId="478"/>
          <ac:picMkLst>
            <pc:docMk/>
            <pc:sldMk cId="3009185353" sldId="4379"/>
            <ac:picMk id="37" creationId="{6355E4AC-44DD-40AC-802F-47165E6E20BB}"/>
          </ac:picMkLst>
        </pc:picChg>
        <pc:cxnChg chg="del">
          <ac:chgData name="Minh Huynh" userId="01a137d4-0d81-46e0-aca6-c9185b391828" providerId="ADAL" clId="{FDDD7D90-4293-4F5B-B440-645EABB52817}" dt="2026-10-13T04:42:13.188" v="184" actId="478"/>
          <ac:cxnSpMkLst>
            <pc:docMk/>
            <pc:sldMk cId="3009185353" sldId="4379"/>
            <ac:cxnSpMk id="5" creationId="{74668B66-B2BF-4E01-8343-9F96B8A063B4}"/>
          </ac:cxnSpMkLst>
        </pc:cxnChg>
      </pc:sldChg>
      <pc:sldChg chg="addSp delSp modSp add mod">
        <pc:chgData name="Minh Huynh" userId="01a137d4-0d81-46e0-aca6-c9185b391828" providerId="ADAL" clId="{FDDD7D90-4293-4F5B-B440-645EABB52817}" dt="2026-10-13T04:44:27.473" v="249" actId="1076"/>
        <pc:sldMkLst>
          <pc:docMk/>
          <pc:sldMk cId="3987322098" sldId="4416"/>
        </pc:sldMkLst>
        <pc:spChg chg="add mod">
          <ac:chgData name="Minh Huynh" userId="01a137d4-0d81-46e0-aca6-c9185b391828" providerId="ADAL" clId="{FDDD7D90-4293-4F5B-B440-645EABB52817}" dt="2026-10-13T04:44:09.933" v="246" actId="20577"/>
          <ac:spMkLst>
            <pc:docMk/>
            <pc:sldMk cId="3987322098" sldId="4416"/>
            <ac:spMk id="48" creationId="{648E1A6D-B458-46B3-88CE-B26D4E9E4323}"/>
          </ac:spMkLst>
        </pc:spChg>
        <pc:spChg chg="add mod">
          <ac:chgData name="Minh Huynh" userId="01a137d4-0d81-46e0-aca6-c9185b391828" providerId="ADAL" clId="{FDDD7D90-4293-4F5B-B440-645EABB52817}" dt="2026-10-13T04:44:23.436" v="248" actId="1076"/>
          <ac:spMkLst>
            <pc:docMk/>
            <pc:sldMk cId="3987322098" sldId="4416"/>
            <ac:spMk id="49" creationId="{FE10C761-8DF6-4273-A5CE-A9F37B34547D}"/>
          </ac:spMkLst>
        </pc:spChg>
        <pc:spChg chg="add mod">
          <ac:chgData name="Minh Huynh" userId="01a137d4-0d81-46e0-aca6-c9185b391828" providerId="ADAL" clId="{FDDD7D90-4293-4F5B-B440-645EABB52817}" dt="2026-10-13T04:44:27.473" v="249" actId="1076"/>
          <ac:spMkLst>
            <pc:docMk/>
            <pc:sldMk cId="3987322098" sldId="4416"/>
            <ac:spMk id="51" creationId="{EBA669DC-0439-4909-B46F-4108015A9EB6}"/>
          </ac:spMkLst>
        </pc:spChg>
        <pc:spChg chg="del">
          <ac:chgData name="Minh Huynh" userId="01a137d4-0d81-46e0-aca6-c9185b391828" providerId="ADAL" clId="{FDDD7D90-4293-4F5B-B440-645EABB52817}" dt="2026-10-13T04:43:55.832" v="227" actId="478"/>
          <ac:spMkLst>
            <pc:docMk/>
            <pc:sldMk cId="3987322098" sldId="4416"/>
            <ac:spMk id="82" creationId="{06B9C751-A0C3-450A-8C5F-69A44AE0D736}"/>
          </ac:spMkLst>
        </pc:spChg>
        <pc:spChg chg="del">
          <ac:chgData name="Minh Huynh" userId="01a137d4-0d81-46e0-aca6-c9185b391828" providerId="ADAL" clId="{FDDD7D90-4293-4F5B-B440-645EABB52817}" dt="2026-10-13T04:43:55.832" v="227" actId="478"/>
          <ac:spMkLst>
            <pc:docMk/>
            <pc:sldMk cId="3987322098" sldId="4416"/>
            <ac:spMk id="83" creationId="{7132C588-D8B6-4E8D-A484-972DFF6B7658}"/>
          </ac:spMkLst>
        </pc:spChg>
        <pc:cxnChg chg="mod">
          <ac:chgData name="Minh Huynh" userId="01a137d4-0d81-46e0-aca6-c9185b391828" providerId="ADAL" clId="{FDDD7D90-4293-4F5B-B440-645EABB52817}" dt="2026-10-13T04:43:59.459" v="228" actId="14100"/>
          <ac:cxnSpMkLst>
            <pc:docMk/>
            <pc:sldMk cId="3987322098" sldId="4416"/>
            <ac:cxnSpMk id="9" creationId="{DD1F4A41-9832-40F4-A7DB-F9B15FBCD65B}"/>
          </ac:cxnSpMkLst>
        </pc:cxnChg>
      </pc:sldChg>
      <pc:sldChg chg="addSp delSp modSp add mod">
        <pc:chgData name="Minh Huynh" userId="01a137d4-0d81-46e0-aca6-c9185b391828" providerId="ADAL" clId="{FDDD7D90-4293-4F5B-B440-645EABB52817}" dt="2026-10-13T04:44:48.215" v="253"/>
        <pc:sldMkLst>
          <pc:docMk/>
          <pc:sldMk cId="1445164029" sldId="4425"/>
        </pc:sldMkLst>
        <pc:spChg chg="add mod">
          <ac:chgData name="Minh Huynh" userId="01a137d4-0d81-46e0-aca6-c9185b391828" providerId="ADAL" clId="{FDDD7D90-4293-4F5B-B440-645EABB52817}" dt="2026-10-13T04:44:48.215" v="253"/>
          <ac:spMkLst>
            <pc:docMk/>
            <pc:sldMk cId="1445164029" sldId="4425"/>
            <ac:spMk id="52" creationId="{7706D9ED-BAC1-4C91-B74D-AFE8980BE164}"/>
          </ac:spMkLst>
        </pc:spChg>
        <pc:spChg chg="add mod">
          <ac:chgData name="Minh Huynh" userId="01a137d4-0d81-46e0-aca6-c9185b391828" providerId="ADAL" clId="{FDDD7D90-4293-4F5B-B440-645EABB52817}" dt="2026-10-13T04:44:48.215" v="253"/>
          <ac:spMkLst>
            <pc:docMk/>
            <pc:sldMk cId="1445164029" sldId="4425"/>
            <ac:spMk id="53" creationId="{1C95094A-FC91-40DE-B5D7-93564752B716}"/>
          </ac:spMkLst>
        </pc:spChg>
        <pc:spChg chg="add mod">
          <ac:chgData name="Minh Huynh" userId="01a137d4-0d81-46e0-aca6-c9185b391828" providerId="ADAL" clId="{FDDD7D90-4293-4F5B-B440-645EABB52817}" dt="2026-10-13T04:44:48.215" v="253"/>
          <ac:spMkLst>
            <pc:docMk/>
            <pc:sldMk cId="1445164029" sldId="4425"/>
            <ac:spMk id="54" creationId="{08FA21EC-6056-4D7F-8B43-E2B19DEBA579}"/>
          </ac:spMkLst>
        </pc:spChg>
        <pc:spChg chg="del">
          <ac:chgData name="Minh Huynh" userId="01a137d4-0d81-46e0-aca6-c9185b391828" providerId="ADAL" clId="{FDDD7D90-4293-4F5B-B440-645EABB52817}" dt="2026-10-13T04:44:42.960" v="251" actId="478"/>
          <ac:spMkLst>
            <pc:docMk/>
            <pc:sldMk cId="1445164029" sldId="4425"/>
            <ac:spMk id="82" creationId="{06B9C751-A0C3-450A-8C5F-69A44AE0D736}"/>
          </ac:spMkLst>
        </pc:spChg>
        <pc:spChg chg="del">
          <ac:chgData name="Minh Huynh" userId="01a137d4-0d81-46e0-aca6-c9185b391828" providerId="ADAL" clId="{FDDD7D90-4293-4F5B-B440-645EABB52817}" dt="2026-10-13T04:44:42.960" v="251" actId="478"/>
          <ac:spMkLst>
            <pc:docMk/>
            <pc:sldMk cId="1445164029" sldId="4425"/>
            <ac:spMk id="83" creationId="{7132C588-D8B6-4E8D-A484-972DFF6B7658}"/>
          </ac:spMkLst>
        </pc:spChg>
        <pc:cxnChg chg="del">
          <ac:chgData name="Minh Huynh" userId="01a137d4-0d81-46e0-aca6-c9185b391828" providerId="ADAL" clId="{FDDD7D90-4293-4F5B-B440-645EABB52817}" dt="2026-10-13T04:44:43.531" v="252" actId="478"/>
          <ac:cxnSpMkLst>
            <pc:docMk/>
            <pc:sldMk cId="1445164029" sldId="4425"/>
            <ac:cxnSpMk id="9" creationId="{DD1F4A41-9832-40F4-A7DB-F9B15FBCD65B}"/>
          </ac:cxnSpMkLst>
        </pc:cxnChg>
        <pc:cxnChg chg="add mod">
          <ac:chgData name="Minh Huynh" userId="01a137d4-0d81-46e0-aca6-c9185b391828" providerId="ADAL" clId="{FDDD7D90-4293-4F5B-B440-645EABB52817}" dt="2026-10-13T04:44:48.215" v="253"/>
          <ac:cxnSpMkLst>
            <pc:docMk/>
            <pc:sldMk cId="1445164029" sldId="4425"/>
            <ac:cxnSpMk id="51" creationId="{58DA23E1-CF7F-4027-B8C9-3AD276A946B9}"/>
          </ac:cxnSpMkLst>
        </pc:cxnChg>
      </pc:sldChg>
      <pc:sldChg chg="addSp delSp modSp add mod">
        <pc:chgData name="Minh Huynh" userId="01a137d4-0d81-46e0-aca6-c9185b391828" providerId="ADAL" clId="{FDDD7D90-4293-4F5B-B440-645EABB52817}" dt="2026-10-13T04:46:31.532" v="290" actId="1076"/>
        <pc:sldMkLst>
          <pc:docMk/>
          <pc:sldMk cId="412457508" sldId="4426"/>
        </pc:sldMkLst>
        <pc:spChg chg="del">
          <ac:chgData name="Minh Huynh" userId="01a137d4-0d81-46e0-aca6-c9185b391828" providerId="ADAL" clId="{FDDD7D90-4293-4F5B-B440-645EABB52817}" dt="2026-10-13T04:45:25.317" v="275" actId="478"/>
          <ac:spMkLst>
            <pc:docMk/>
            <pc:sldMk cId="412457508" sldId="4426"/>
            <ac:spMk id="25" creationId="{16C92E27-7FD5-4769-AA3D-AD68795FEC1E}"/>
          </ac:spMkLst>
        </pc:spChg>
        <pc:spChg chg="del">
          <ac:chgData name="Minh Huynh" userId="01a137d4-0d81-46e0-aca6-c9185b391828" providerId="ADAL" clId="{FDDD7D90-4293-4F5B-B440-645EABB52817}" dt="2026-10-13T04:45:25.317" v="275" actId="478"/>
          <ac:spMkLst>
            <pc:docMk/>
            <pc:sldMk cId="412457508" sldId="4426"/>
            <ac:spMk id="26" creationId="{966D29E9-73A3-42F6-9A9C-00DF4A23B84E}"/>
          </ac:spMkLst>
        </pc:spChg>
        <pc:spChg chg="del">
          <ac:chgData name="Minh Huynh" userId="01a137d4-0d81-46e0-aca6-c9185b391828" providerId="ADAL" clId="{FDDD7D90-4293-4F5B-B440-645EABB52817}" dt="2026-10-13T04:45:25.317" v="275" actId="478"/>
          <ac:spMkLst>
            <pc:docMk/>
            <pc:sldMk cId="412457508" sldId="4426"/>
            <ac:spMk id="27" creationId="{80C086C8-0DD8-4B94-BC89-CC31AF097041}"/>
          </ac:spMkLst>
        </pc:spChg>
        <pc:spChg chg="del">
          <ac:chgData name="Minh Huynh" userId="01a137d4-0d81-46e0-aca6-c9185b391828" providerId="ADAL" clId="{FDDD7D90-4293-4F5B-B440-645EABB52817}" dt="2026-10-13T04:45:25.317" v="275" actId="478"/>
          <ac:spMkLst>
            <pc:docMk/>
            <pc:sldMk cId="412457508" sldId="4426"/>
            <ac:spMk id="28" creationId="{C0C0AC76-4F82-4D1D-80DC-BBE75C4B770F}"/>
          </ac:spMkLst>
        </pc:spChg>
        <pc:spChg chg="del">
          <ac:chgData name="Minh Huynh" userId="01a137d4-0d81-46e0-aca6-c9185b391828" providerId="ADAL" clId="{FDDD7D90-4293-4F5B-B440-645EABB52817}" dt="2026-10-13T04:45:25.317" v="275" actId="478"/>
          <ac:spMkLst>
            <pc:docMk/>
            <pc:sldMk cId="412457508" sldId="4426"/>
            <ac:spMk id="29" creationId="{311C8028-8E5D-4E32-9768-A10F5A8B805C}"/>
          </ac:spMkLst>
        </pc:spChg>
        <pc:spChg chg="del">
          <ac:chgData name="Minh Huynh" userId="01a137d4-0d81-46e0-aca6-c9185b391828" providerId="ADAL" clId="{FDDD7D90-4293-4F5B-B440-645EABB52817}" dt="2026-10-13T04:45:25.317" v="275" actId="478"/>
          <ac:spMkLst>
            <pc:docMk/>
            <pc:sldMk cId="412457508" sldId="4426"/>
            <ac:spMk id="30" creationId="{1A5DC6DB-B0F3-41BA-AFFD-E5FDBFE1C38C}"/>
          </ac:spMkLst>
        </pc:spChg>
        <pc:spChg chg="del">
          <ac:chgData name="Minh Huynh" userId="01a137d4-0d81-46e0-aca6-c9185b391828" providerId="ADAL" clId="{FDDD7D90-4293-4F5B-B440-645EABB52817}" dt="2026-10-13T04:45:25.317" v="275" actId="478"/>
          <ac:spMkLst>
            <pc:docMk/>
            <pc:sldMk cId="412457508" sldId="4426"/>
            <ac:spMk id="31" creationId="{AF883078-34D9-4C57-A4C1-F780ADEED214}"/>
          </ac:spMkLst>
        </pc:spChg>
        <pc:spChg chg="del">
          <ac:chgData name="Minh Huynh" userId="01a137d4-0d81-46e0-aca6-c9185b391828" providerId="ADAL" clId="{FDDD7D90-4293-4F5B-B440-645EABB52817}" dt="2026-10-13T04:45:25.317" v="275" actId="478"/>
          <ac:spMkLst>
            <pc:docMk/>
            <pc:sldMk cId="412457508" sldId="4426"/>
            <ac:spMk id="32" creationId="{1E669A77-7C03-4663-9A1B-1E0DF02DFA9A}"/>
          </ac:spMkLst>
        </pc:spChg>
        <pc:spChg chg="del">
          <ac:chgData name="Minh Huynh" userId="01a137d4-0d81-46e0-aca6-c9185b391828" providerId="ADAL" clId="{FDDD7D90-4293-4F5B-B440-645EABB52817}" dt="2026-10-13T04:45:25.317" v="275" actId="478"/>
          <ac:spMkLst>
            <pc:docMk/>
            <pc:sldMk cId="412457508" sldId="4426"/>
            <ac:spMk id="33" creationId="{D0935CF6-B29C-4E6D-B8E7-88E943401AF6}"/>
          </ac:spMkLst>
        </pc:spChg>
        <pc:spChg chg="del">
          <ac:chgData name="Minh Huynh" userId="01a137d4-0d81-46e0-aca6-c9185b391828" providerId="ADAL" clId="{FDDD7D90-4293-4F5B-B440-645EABB52817}" dt="2026-10-13T04:45:25.317" v="275" actId="478"/>
          <ac:spMkLst>
            <pc:docMk/>
            <pc:sldMk cId="412457508" sldId="4426"/>
            <ac:spMk id="36" creationId="{785A5ECE-3EF8-4C12-AC9F-9BE7290EAA71}"/>
          </ac:spMkLst>
        </pc:spChg>
        <pc:spChg chg="del">
          <ac:chgData name="Minh Huynh" userId="01a137d4-0d81-46e0-aca6-c9185b391828" providerId="ADAL" clId="{FDDD7D90-4293-4F5B-B440-645EABB52817}" dt="2026-10-13T04:45:25.317" v="275" actId="478"/>
          <ac:spMkLst>
            <pc:docMk/>
            <pc:sldMk cId="412457508" sldId="4426"/>
            <ac:spMk id="37" creationId="{AC02641A-B8D6-43FB-89BA-9E51D91A3BDC}"/>
          </ac:spMkLst>
        </pc:spChg>
        <pc:spChg chg="del">
          <ac:chgData name="Minh Huynh" userId="01a137d4-0d81-46e0-aca6-c9185b391828" providerId="ADAL" clId="{FDDD7D90-4293-4F5B-B440-645EABB52817}" dt="2026-10-13T04:45:25.317" v="275" actId="478"/>
          <ac:spMkLst>
            <pc:docMk/>
            <pc:sldMk cId="412457508" sldId="4426"/>
            <ac:spMk id="38" creationId="{E8B0A133-BFB2-4EF2-AE73-95AB974AB70D}"/>
          </ac:spMkLst>
        </pc:spChg>
        <pc:spChg chg="del">
          <ac:chgData name="Minh Huynh" userId="01a137d4-0d81-46e0-aca6-c9185b391828" providerId="ADAL" clId="{FDDD7D90-4293-4F5B-B440-645EABB52817}" dt="2026-10-13T04:45:25.317" v="275" actId="478"/>
          <ac:spMkLst>
            <pc:docMk/>
            <pc:sldMk cId="412457508" sldId="4426"/>
            <ac:spMk id="48" creationId="{BBBA14EB-44AA-4B7D-BA9C-3355966AA93D}"/>
          </ac:spMkLst>
        </pc:spChg>
        <pc:spChg chg="del">
          <ac:chgData name="Minh Huynh" userId="01a137d4-0d81-46e0-aca6-c9185b391828" providerId="ADAL" clId="{FDDD7D90-4293-4F5B-B440-645EABB52817}" dt="2026-10-13T04:45:25.317" v="275" actId="478"/>
          <ac:spMkLst>
            <pc:docMk/>
            <pc:sldMk cId="412457508" sldId="4426"/>
            <ac:spMk id="49" creationId="{FCCA1B6D-35DF-4C2C-8281-9BD8FCEAD3DB}"/>
          </ac:spMkLst>
        </pc:spChg>
        <pc:spChg chg="mod">
          <ac:chgData name="Minh Huynh" userId="01a137d4-0d81-46e0-aca6-c9185b391828" providerId="ADAL" clId="{FDDD7D90-4293-4F5B-B440-645EABB52817}" dt="2026-10-13T04:45:21.927" v="274" actId="20577"/>
          <ac:spMkLst>
            <pc:docMk/>
            <pc:sldMk cId="412457508" sldId="4426"/>
            <ac:spMk id="52" creationId="{7706D9ED-BAC1-4C91-B74D-AFE8980BE164}"/>
          </ac:spMkLst>
        </pc:spChg>
        <pc:spChg chg="del">
          <ac:chgData name="Minh Huynh" userId="01a137d4-0d81-46e0-aca6-c9185b391828" providerId="ADAL" clId="{FDDD7D90-4293-4F5B-B440-645EABB52817}" dt="2026-10-13T04:45:25.317" v="275" actId="478"/>
          <ac:spMkLst>
            <pc:docMk/>
            <pc:sldMk cId="412457508" sldId="4426"/>
            <ac:spMk id="53" creationId="{1C95094A-FC91-40DE-B5D7-93564752B716}"/>
          </ac:spMkLst>
        </pc:spChg>
        <pc:spChg chg="del">
          <ac:chgData name="Minh Huynh" userId="01a137d4-0d81-46e0-aca6-c9185b391828" providerId="ADAL" clId="{FDDD7D90-4293-4F5B-B440-645EABB52817}" dt="2026-10-13T04:45:25.317" v="275" actId="478"/>
          <ac:spMkLst>
            <pc:docMk/>
            <pc:sldMk cId="412457508" sldId="4426"/>
            <ac:spMk id="54" creationId="{08FA21EC-6056-4D7F-8B43-E2B19DEBA579}"/>
          </ac:spMkLst>
        </pc:spChg>
        <pc:spChg chg="add del mod">
          <ac:chgData name="Minh Huynh" userId="01a137d4-0d81-46e0-aca6-c9185b391828" providerId="ADAL" clId="{FDDD7D90-4293-4F5B-B440-645EABB52817}" dt="2026-10-13T04:46:02.376" v="279" actId="478"/>
          <ac:spMkLst>
            <pc:docMk/>
            <pc:sldMk cId="412457508" sldId="4426"/>
            <ac:spMk id="55" creationId="{3F1389AC-2D29-473E-B0A3-6F9F2EF513B8}"/>
          </ac:spMkLst>
        </pc:spChg>
        <pc:spChg chg="add mod">
          <ac:chgData name="Minh Huynh" userId="01a137d4-0d81-46e0-aca6-c9185b391828" providerId="ADAL" clId="{FDDD7D90-4293-4F5B-B440-645EABB52817}" dt="2026-10-13T04:46:18.593" v="286" actId="1076"/>
          <ac:spMkLst>
            <pc:docMk/>
            <pc:sldMk cId="412457508" sldId="4426"/>
            <ac:spMk id="58" creationId="{B5614F64-FD2F-4755-8B15-BC61D60D2D8C}"/>
          </ac:spMkLst>
        </pc:spChg>
        <pc:spChg chg="add mod">
          <ac:chgData name="Minh Huynh" userId="01a137d4-0d81-46e0-aca6-c9185b391828" providerId="ADAL" clId="{FDDD7D90-4293-4F5B-B440-645EABB52817}" dt="2026-10-13T04:46:31.532" v="290" actId="1076"/>
          <ac:spMkLst>
            <pc:docMk/>
            <pc:sldMk cId="412457508" sldId="4426"/>
            <ac:spMk id="59" creationId="{1D1BD6FB-5A74-4C68-983C-6622DD2316CA}"/>
          </ac:spMkLst>
        </pc:spChg>
        <pc:spChg chg="del">
          <ac:chgData name="Minh Huynh" userId="01a137d4-0d81-46e0-aca6-c9185b391828" providerId="ADAL" clId="{FDDD7D90-4293-4F5B-B440-645EABB52817}" dt="2026-10-13T04:45:25.317" v="275" actId="478"/>
          <ac:spMkLst>
            <pc:docMk/>
            <pc:sldMk cId="412457508" sldId="4426"/>
            <ac:spMk id="84" creationId="{452DEF36-93E6-427B-B2DC-3874DCF66241}"/>
          </ac:spMkLst>
        </pc:spChg>
        <pc:spChg chg="del">
          <ac:chgData name="Minh Huynh" userId="01a137d4-0d81-46e0-aca6-c9185b391828" providerId="ADAL" clId="{FDDD7D90-4293-4F5B-B440-645EABB52817}" dt="2026-10-13T04:45:25.317" v="275" actId="478"/>
          <ac:spMkLst>
            <pc:docMk/>
            <pc:sldMk cId="412457508" sldId="4426"/>
            <ac:spMk id="85" creationId="{F102C8F0-3F3E-43CB-98E8-E87EE7295A56}"/>
          </ac:spMkLst>
        </pc:spChg>
        <pc:spChg chg="del">
          <ac:chgData name="Minh Huynh" userId="01a137d4-0d81-46e0-aca6-c9185b391828" providerId="ADAL" clId="{FDDD7D90-4293-4F5B-B440-645EABB52817}" dt="2026-10-13T04:45:25.317" v="275" actId="478"/>
          <ac:spMkLst>
            <pc:docMk/>
            <pc:sldMk cId="412457508" sldId="4426"/>
            <ac:spMk id="86" creationId="{E59303BC-9791-4196-B937-CEC4E19327E2}"/>
          </ac:spMkLst>
        </pc:spChg>
        <pc:spChg chg="del">
          <ac:chgData name="Minh Huynh" userId="01a137d4-0d81-46e0-aca6-c9185b391828" providerId="ADAL" clId="{FDDD7D90-4293-4F5B-B440-645EABB52817}" dt="2026-10-13T04:45:25.317" v="275" actId="478"/>
          <ac:spMkLst>
            <pc:docMk/>
            <pc:sldMk cId="412457508" sldId="4426"/>
            <ac:spMk id="87" creationId="{88BDE7E8-7EA6-4FDF-AD7F-D60450AA40FD}"/>
          </ac:spMkLst>
        </pc:spChg>
        <pc:spChg chg="del">
          <ac:chgData name="Minh Huynh" userId="01a137d4-0d81-46e0-aca6-c9185b391828" providerId="ADAL" clId="{FDDD7D90-4293-4F5B-B440-645EABB52817}" dt="2026-10-13T04:45:25.317" v="275" actId="478"/>
          <ac:spMkLst>
            <pc:docMk/>
            <pc:sldMk cId="412457508" sldId="4426"/>
            <ac:spMk id="88" creationId="{151FDA9C-4D44-499A-9D9A-6D4BFC9F8302}"/>
          </ac:spMkLst>
        </pc:spChg>
        <pc:spChg chg="del">
          <ac:chgData name="Minh Huynh" userId="01a137d4-0d81-46e0-aca6-c9185b391828" providerId="ADAL" clId="{FDDD7D90-4293-4F5B-B440-645EABB52817}" dt="2026-10-13T04:45:25.317" v="275" actId="478"/>
          <ac:spMkLst>
            <pc:docMk/>
            <pc:sldMk cId="412457508" sldId="4426"/>
            <ac:spMk id="89" creationId="{1A6F49D2-C0A9-4D59-B584-40B03AA7743A}"/>
          </ac:spMkLst>
        </pc:spChg>
        <pc:spChg chg="del">
          <ac:chgData name="Minh Huynh" userId="01a137d4-0d81-46e0-aca6-c9185b391828" providerId="ADAL" clId="{FDDD7D90-4293-4F5B-B440-645EABB52817}" dt="2026-10-13T04:45:25.317" v="275" actId="478"/>
          <ac:spMkLst>
            <pc:docMk/>
            <pc:sldMk cId="412457508" sldId="4426"/>
            <ac:spMk id="90" creationId="{DF79BDBD-58E3-492E-A5E4-7AE985EA3CF3}"/>
          </ac:spMkLst>
        </pc:spChg>
        <pc:spChg chg="del">
          <ac:chgData name="Minh Huynh" userId="01a137d4-0d81-46e0-aca6-c9185b391828" providerId="ADAL" clId="{FDDD7D90-4293-4F5B-B440-645EABB52817}" dt="2026-10-13T04:45:25.317" v="275" actId="478"/>
          <ac:spMkLst>
            <pc:docMk/>
            <pc:sldMk cId="412457508" sldId="4426"/>
            <ac:spMk id="91" creationId="{1E929462-FBBD-4CD3-B3A0-AA50C7C0FFBF}"/>
          </ac:spMkLst>
        </pc:spChg>
        <pc:spChg chg="del">
          <ac:chgData name="Minh Huynh" userId="01a137d4-0d81-46e0-aca6-c9185b391828" providerId="ADAL" clId="{FDDD7D90-4293-4F5B-B440-645EABB52817}" dt="2026-10-13T04:45:25.317" v="275" actId="478"/>
          <ac:spMkLst>
            <pc:docMk/>
            <pc:sldMk cId="412457508" sldId="4426"/>
            <ac:spMk id="92" creationId="{6DFC52D6-AE0D-469E-9084-A6E56AC852E8}"/>
          </ac:spMkLst>
        </pc:spChg>
        <pc:spChg chg="del">
          <ac:chgData name="Minh Huynh" userId="01a137d4-0d81-46e0-aca6-c9185b391828" providerId="ADAL" clId="{FDDD7D90-4293-4F5B-B440-645EABB52817}" dt="2026-10-13T04:45:25.317" v="275" actId="478"/>
          <ac:spMkLst>
            <pc:docMk/>
            <pc:sldMk cId="412457508" sldId="4426"/>
            <ac:spMk id="93" creationId="{4B13C202-8D23-4AA9-9590-17C4AC1EA6C6}"/>
          </ac:spMkLst>
        </pc:spChg>
        <pc:spChg chg="del">
          <ac:chgData name="Minh Huynh" userId="01a137d4-0d81-46e0-aca6-c9185b391828" providerId="ADAL" clId="{FDDD7D90-4293-4F5B-B440-645EABB52817}" dt="2026-10-13T04:45:25.317" v="275" actId="478"/>
          <ac:spMkLst>
            <pc:docMk/>
            <pc:sldMk cId="412457508" sldId="4426"/>
            <ac:spMk id="94" creationId="{3336FD3E-B547-453C-9A6A-3FC597E00A86}"/>
          </ac:spMkLst>
        </pc:spChg>
        <pc:spChg chg="del">
          <ac:chgData name="Minh Huynh" userId="01a137d4-0d81-46e0-aca6-c9185b391828" providerId="ADAL" clId="{FDDD7D90-4293-4F5B-B440-645EABB52817}" dt="2026-10-13T04:45:25.317" v="275" actId="478"/>
          <ac:spMkLst>
            <pc:docMk/>
            <pc:sldMk cId="412457508" sldId="4426"/>
            <ac:spMk id="95" creationId="{3D15908B-938C-4C0B-887B-5EC450F012A2}"/>
          </ac:spMkLst>
        </pc:spChg>
        <pc:picChg chg="add del mod">
          <ac:chgData name="Minh Huynh" userId="01a137d4-0d81-46e0-aca6-c9185b391828" providerId="ADAL" clId="{FDDD7D90-4293-4F5B-B440-645EABB52817}" dt="2026-10-13T04:45:52.564" v="278" actId="478"/>
          <ac:picMkLst>
            <pc:docMk/>
            <pc:sldMk cId="412457508" sldId="4426"/>
            <ac:picMk id="56" creationId="{72E8FC0E-3D52-4689-93C8-5BD6A85E498D}"/>
          </ac:picMkLst>
        </pc:picChg>
        <pc:picChg chg="add mod">
          <ac:chgData name="Minh Huynh" userId="01a137d4-0d81-46e0-aca6-c9185b391828" providerId="ADAL" clId="{FDDD7D90-4293-4F5B-B440-645EABB52817}" dt="2026-10-13T04:46:25.591" v="288" actId="1076"/>
          <ac:picMkLst>
            <pc:docMk/>
            <pc:sldMk cId="412457508" sldId="4426"/>
            <ac:picMk id="57" creationId="{5B01620C-296C-4F72-8FD7-DEF11960F5E1}"/>
          </ac:picMkLst>
        </pc:picChg>
        <pc:cxnChg chg="del mod">
          <ac:chgData name="Minh Huynh" userId="01a137d4-0d81-46e0-aca6-c9185b391828" providerId="ADAL" clId="{FDDD7D90-4293-4F5B-B440-645EABB52817}" dt="2026-10-13T04:45:25.317" v="275" actId="478"/>
          <ac:cxnSpMkLst>
            <pc:docMk/>
            <pc:sldMk cId="412457508" sldId="4426"/>
            <ac:cxnSpMk id="3" creationId="{C797DAD2-6D0C-48B2-AE79-26164CB54FC6}"/>
          </ac:cxnSpMkLst>
        </pc:cxnChg>
        <pc:cxnChg chg="del mod">
          <ac:chgData name="Minh Huynh" userId="01a137d4-0d81-46e0-aca6-c9185b391828" providerId="ADAL" clId="{FDDD7D90-4293-4F5B-B440-645EABB52817}" dt="2026-10-13T04:45:25.317" v="275" actId="478"/>
          <ac:cxnSpMkLst>
            <pc:docMk/>
            <pc:sldMk cId="412457508" sldId="4426"/>
            <ac:cxnSpMk id="5" creationId="{1C0688A5-CD64-452A-B727-BFC945782C65}"/>
          </ac:cxnSpMkLst>
        </pc:cxnChg>
        <pc:cxnChg chg="del mod">
          <ac:chgData name="Minh Huynh" userId="01a137d4-0d81-46e0-aca6-c9185b391828" providerId="ADAL" clId="{FDDD7D90-4293-4F5B-B440-645EABB52817}" dt="2026-10-13T04:45:25.317" v="275" actId="478"/>
          <ac:cxnSpMkLst>
            <pc:docMk/>
            <pc:sldMk cId="412457508" sldId="4426"/>
            <ac:cxnSpMk id="7" creationId="{14F0FE7E-8D9B-4B88-A187-DE137354C547}"/>
          </ac:cxnSpMkLst>
        </pc:cxnChg>
        <pc:cxnChg chg="del">
          <ac:chgData name="Minh Huynh" userId="01a137d4-0d81-46e0-aca6-c9185b391828" providerId="ADAL" clId="{FDDD7D90-4293-4F5B-B440-645EABB52817}" dt="2026-10-13T04:45:25.317" v="275" actId="478"/>
          <ac:cxnSpMkLst>
            <pc:docMk/>
            <pc:sldMk cId="412457508" sldId="4426"/>
            <ac:cxnSpMk id="43" creationId="{06048F8A-8086-4C71-B739-4743D272CCD9}"/>
          </ac:cxnSpMkLst>
        </pc:cxnChg>
        <pc:cxnChg chg="del">
          <ac:chgData name="Minh Huynh" userId="01a137d4-0d81-46e0-aca6-c9185b391828" providerId="ADAL" clId="{FDDD7D90-4293-4F5B-B440-645EABB52817}" dt="2026-10-13T04:45:25.317" v="275" actId="478"/>
          <ac:cxnSpMkLst>
            <pc:docMk/>
            <pc:sldMk cId="412457508" sldId="4426"/>
            <ac:cxnSpMk id="44" creationId="{3A4FD1ED-DB7A-4095-8C41-5B51AB4CC381}"/>
          </ac:cxnSpMkLst>
        </pc:cxnChg>
        <pc:cxnChg chg="del">
          <ac:chgData name="Minh Huynh" userId="01a137d4-0d81-46e0-aca6-c9185b391828" providerId="ADAL" clId="{FDDD7D90-4293-4F5B-B440-645EABB52817}" dt="2026-10-13T04:45:25.317" v="275" actId="478"/>
          <ac:cxnSpMkLst>
            <pc:docMk/>
            <pc:sldMk cId="412457508" sldId="4426"/>
            <ac:cxnSpMk id="45" creationId="{0F676F96-EBC7-47DA-AAE0-1C4F95DD724E}"/>
          </ac:cxnSpMkLst>
        </pc:cxnChg>
        <pc:cxnChg chg="del">
          <ac:chgData name="Minh Huynh" userId="01a137d4-0d81-46e0-aca6-c9185b391828" providerId="ADAL" clId="{FDDD7D90-4293-4F5B-B440-645EABB52817}" dt="2026-10-13T04:45:25.317" v="275" actId="478"/>
          <ac:cxnSpMkLst>
            <pc:docMk/>
            <pc:sldMk cId="412457508" sldId="4426"/>
            <ac:cxnSpMk id="46" creationId="{7B8B76A3-6962-41FF-99FB-431ACF054308}"/>
          </ac:cxnSpMkLst>
        </pc:cxnChg>
        <pc:cxnChg chg="del">
          <ac:chgData name="Minh Huynh" userId="01a137d4-0d81-46e0-aca6-c9185b391828" providerId="ADAL" clId="{FDDD7D90-4293-4F5B-B440-645EABB52817}" dt="2026-10-13T04:45:25.317" v="275" actId="478"/>
          <ac:cxnSpMkLst>
            <pc:docMk/>
            <pc:sldMk cId="412457508" sldId="4426"/>
            <ac:cxnSpMk id="47" creationId="{9D00BF64-2A74-4E2F-BCEF-F253AFCC8EBA}"/>
          </ac:cxnSpMkLst>
        </pc:cxnChg>
        <pc:cxnChg chg="del">
          <ac:chgData name="Minh Huynh" userId="01a137d4-0d81-46e0-aca6-c9185b391828" providerId="ADAL" clId="{FDDD7D90-4293-4F5B-B440-645EABB52817}" dt="2026-10-13T04:45:25.317" v="275" actId="478"/>
          <ac:cxnSpMkLst>
            <pc:docMk/>
            <pc:sldMk cId="412457508" sldId="4426"/>
            <ac:cxnSpMk id="50" creationId="{529B33FE-395A-4FD1-9406-6992FC4C42F5}"/>
          </ac:cxnSpMkLst>
        </pc:cxnChg>
        <pc:cxnChg chg="del">
          <ac:chgData name="Minh Huynh" userId="01a137d4-0d81-46e0-aca6-c9185b391828" providerId="ADAL" clId="{FDDD7D90-4293-4F5B-B440-645EABB52817}" dt="2026-10-13T04:45:25.317" v="275" actId="478"/>
          <ac:cxnSpMkLst>
            <pc:docMk/>
            <pc:sldMk cId="412457508" sldId="4426"/>
            <ac:cxnSpMk id="51" creationId="{58DA23E1-CF7F-4027-B8C9-3AD276A946B9}"/>
          </ac:cxnSpMkLst>
        </pc:cxnChg>
        <pc:cxnChg chg="del mod">
          <ac:chgData name="Minh Huynh" userId="01a137d4-0d81-46e0-aca6-c9185b391828" providerId="ADAL" clId="{FDDD7D90-4293-4F5B-B440-645EABB52817}" dt="2026-10-13T04:45:25.317" v="275" actId="478"/>
          <ac:cxnSpMkLst>
            <pc:docMk/>
            <pc:sldMk cId="412457508" sldId="4426"/>
            <ac:cxnSpMk id="96" creationId="{6A0F91C0-A191-4B6E-9BAB-4F52856955FF}"/>
          </ac:cxnSpMkLst>
        </pc:cxnChg>
        <pc:cxnChg chg="del mod">
          <ac:chgData name="Minh Huynh" userId="01a137d4-0d81-46e0-aca6-c9185b391828" providerId="ADAL" clId="{FDDD7D90-4293-4F5B-B440-645EABB52817}" dt="2026-10-13T04:45:25.317" v="275" actId="478"/>
          <ac:cxnSpMkLst>
            <pc:docMk/>
            <pc:sldMk cId="412457508" sldId="4426"/>
            <ac:cxnSpMk id="97" creationId="{C9E9058E-54FB-4B63-A7A7-45412B95F0DC}"/>
          </ac:cxnSpMkLst>
        </pc:cxnChg>
        <pc:cxnChg chg="del mod">
          <ac:chgData name="Minh Huynh" userId="01a137d4-0d81-46e0-aca6-c9185b391828" providerId="ADAL" clId="{FDDD7D90-4293-4F5B-B440-645EABB52817}" dt="2026-10-13T04:45:25.317" v="275" actId="478"/>
          <ac:cxnSpMkLst>
            <pc:docMk/>
            <pc:sldMk cId="412457508" sldId="4426"/>
            <ac:cxnSpMk id="98" creationId="{CC764B47-50B1-43A8-AA00-5C2314ADD232}"/>
          </ac:cxnSpMkLst>
        </pc:cxnChg>
        <pc:cxnChg chg="del">
          <ac:chgData name="Minh Huynh" userId="01a137d4-0d81-46e0-aca6-c9185b391828" providerId="ADAL" clId="{FDDD7D90-4293-4F5B-B440-645EABB52817}" dt="2026-10-13T04:45:25.317" v="275" actId="478"/>
          <ac:cxnSpMkLst>
            <pc:docMk/>
            <pc:sldMk cId="412457508" sldId="4426"/>
            <ac:cxnSpMk id="99" creationId="{A30F3C0E-96B9-4344-B029-6F340AA4987B}"/>
          </ac:cxnSpMkLst>
        </pc:cxnChg>
        <pc:cxnChg chg="del">
          <ac:chgData name="Minh Huynh" userId="01a137d4-0d81-46e0-aca6-c9185b391828" providerId="ADAL" clId="{FDDD7D90-4293-4F5B-B440-645EABB52817}" dt="2026-10-13T04:45:25.317" v="275" actId="478"/>
          <ac:cxnSpMkLst>
            <pc:docMk/>
            <pc:sldMk cId="412457508" sldId="4426"/>
            <ac:cxnSpMk id="100" creationId="{49FCC4D4-E54F-484A-AACE-2C472C80616E}"/>
          </ac:cxnSpMkLst>
        </pc:cxnChg>
        <pc:cxnChg chg="del">
          <ac:chgData name="Minh Huynh" userId="01a137d4-0d81-46e0-aca6-c9185b391828" providerId="ADAL" clId="{FDDD7D90-4293-4F5B-B440-645EABB52817}" dt="2026-10-13T04:45:25.317" v="275" actId="478"/>
          <ac:cxnSpMkLst>
            <pc:docMk/>
            <pc:sldMk cId="412457508" sldId="4426"/>
            <ac:cxnSpMk id="101" creationId="{F38730FD-4708-4F7D-9CFA-F72B7DFE8D97}"/>
          </ac:cxnSpMkLst>
        </pc:cxnChg>
        <pc:cxnChg chg="del">
          <ac:chgData name="Minh Huynh" userId="01a137d4-0d81-46e0-aca6-c9185b391828" providerId="ADAL" clId="{FDDD7D90-4293-4F5B-B440-645EABB52817}" dt="2026-10-13T04:45:25.317" v="275" actId="478"/>
          <ac:cxnSpMkLst>
            <pc:docMk/>
            <pc:sldMk cId="412457508" sldId="4426"/>
            <ac:cxnSpMk id="102" creationId="{8CDBE09B-3E04-46A8-8EC5-4958B9D210BB}"/>
          </ac:cxnSpMkLst>
        </pc:cxnChg>
        <pc:cxnChg chg="del">
          <ac:chgData name="Minh Huynh" userId="01a137d4-0d81-46e0-aca6-c9185b391828" providerId="ADAL" clId="{FDDD7D90-4293-4F5B-B440-645EABB52817}" dt="2026-10-13T04:45:25.317" v="275" actId="478"/>
          <ac:cxnSpMkLst>
            <pc:docMk/>
            <pc:sldMk cId="412457508" sldId="4426"/>
            <ac:cxnSpMk id="103" creationId="{F0A27141-DA28-440E-9014-961D0AE226F0}"/>
          </ac:cxnSpMkLst>
        </pc:cxnChg>
        <pc:cxnChg chg="del">
          <ac:chgData name="Minh Huynh" userId="01a137d4-0d81-46e0-aca6-c9185b391828" providerId="ADAL" clId="{FDDD7D90-4293-4F5B-B440-645EABB52817}" dt="2026-10-13T04:45:25.317" v="275" actId="478"/>
          <ac:cxnSpMkLst>
            <pc:docMk/>
            <pc:sldMk cId="412457508" sldId="4426"/>
            <ac:cxnSpMk id="104" creationId="{F9BFB6B8-228D-4F05-88CF-DF660303FFD9}"/>
          </ac:cxnSpMkLst>
        </pc:cxnChg>
      </pc:sldChg>
      <pc:sldChg chg="addSp delSp modSp add mod">
        <pc:chgData name="Minh Huynh" userId="01a137d4-0d81-46e0-aca6-c9185b391828" providerId="ADAL" clId="{FDDD7D90-4293-4F5B-B440-645EABB52817}" dt="2026-10-13T04:47:04.801" v="294"/>
        <pc:sldMkLst>
          <pc:docMk/>
          <pc:sldMk cId="395577533" sldId="4446"/>
        </pc:sldMkLst>
        <pc:spChg chg="del">
          <ac:chgData name="Minh Huynh" userId="01a137d4-0d81-46e0-aca6-c9185b391828" providerId="ADAL" clId="{FDDD7D90-4293-4F5B-B440-645EABB52817}" dt="2026-10-13T04:47:01.967" v="293" actId="478"/>
          <ac:spMkLst>
            <pc:docMk/>
            <pc:sldMk cId="395577533" sldId="4446"/>
            <ac:spMk id="13" creationId="{32BBE0D3-3366-4DF8-BC50-159B93844BEE}"/>
          </ac:spMkLst>
        </pc:spChg>
        <pc:spChg chg="del">
          <ac:chgData name="Minh Huynh" userId="01a137d4-0d81-46e0-aca6-c9185b391828" providerId="ADAL" clId="{FDDD7D90-4293-4F5B-B440-645EABB52817}" dt="2026-10-13T04:47:01.967" v="293" actId="478"/>
          <ac:spMkLst>
            <pc:docMk/>
            <pc:sldMk cId="395577533" sldId="4446"/>
            <ac:spMk id="14" creationId="{83CC620E-D107-403B-A128-D8DDD16AE5CE}"/>
          </ac:spMkLst>
        </pc:spChg>
        <pc:spChg chg="del">
          <ac:chgData name="Minh Huynh" userId="01a137d4-0d81-46e0-aca6-c9185b391828" providerId="ADAL" clId="{FDDD7D90-4293-4F5B-B440-645EABB52817}" dt="2026-10-13T04:47:01.967" v="293" actId="478"/>
          <ac:spMkLst>
            <pc:docMk/>
            <pc:sldMk cId="395577533" sldId="4446"/>
            <ac:spMk id="17" creationId="{7B74E5BF-0863-4563-9707-E9AF0CA89DE9}"/>
          </ac:spMkLst>
        </pc:spChg>
        <pc:spChg chg="del">
          <ac:chgData name="Minh Huynh" userId="01a137d4-0d81-46e0-aca6-c9185b391828" providerId="ADAL" clId="{FDDD7D90-4293-4F5B-B440-645EABB52817}" dt="2026-10-13T04:47:01.967" v="293" actId="478"/>
          <ac:spMkLst>
            <pc:docMk/>
            <pc:sldMk cId="395577533" sldId="4446"/>
            <ac:spMk id="18" creationId="{F76C2258-FD56-45E0-84CB-A8ADA2F6D773}"/>
          </ac:spMkLst>
        </pc:spChg>
        <pc:spChg chg="del">
          <ac:chgData name="Minh Huynh" userId="01a137d4-0d81-46e0-aca6-c9185b391828" providerId="ADAL" clId="{FDDD7D90-4293-4F5B-B440-645EABB52817}" dt="2026-10-13T04:47:01.967" v="293" actId="478"/>
          <ac:spMkLst>
            <pc:docMk/>
            <pc:sldMk cId="395577533" sldId="4446"/>
            <ac:spMk id="20" creationId="{5D4FFBFA-169F-4EE1-A1D8-0C1092808F26}"/>
          </ac:spMkLst>
        </pc:spChg>
        <pc:spChg chg="del">
          <ac:chgData name="Minh Huynh" userId="01a137d4-0d81-46e0-aca6-c9185b391828" providerId="ADAL" clId="{FDDD7D90-4293-4F5B-B440-645EABB52817}" dt="2026-10-13T04:47:01.967" v="293" actId="478"/>
          <ac:spMkLst>
            <pc:docMk/>
            <pc:sldMk cId="395577533" sldId="4446"/>
            <ac:spMk id="24" creationId="{868B4336-6671-4629-BBB2-DE1C445E286C}"/>
          </ac:spMkLst>
        </pc:spChg>
        <pc:spChg chg="del">
          <ac:chgData name="Minh Huynh" userId="01a137d4-0d81-46e0-aca6-c9185b391828" providerId="ADAL" clId="{FDDD7D90-4293-4F5B-B440-645EABB52817}" dt="2026-10-13T04:47:00.289" v="292" actId="478"/>
          <ac:spMkLst>
            <pc:docMk/>
            <pc:sldMk cId="395577533" sldId="4446"/>
            <ac:spMk id="25" creationId="{0C446EAE-EABC-46D7-B07E-A5608F4EA65E}"/>
          </ac:spMkLst>
        </pc:spChg>
        <pc:spChg chg="del">
          <ac:chgData name="Minh Huynh" userId="01a137d4-0d81-46e0-aca6-c9185b391828" providerId="ADAL" clId="{FDDD7D90-4293-4F5B-B440-645EABB52817}" dt="2026-10-13T04:47:00.289" v="292" actId="478"/>
          <ac:spMkLst>
            <pc:docMk/>
            <pc:sldMk cId="395577533" sldId="4446"/>
            <ac:spMk id="31" creationId="{9E8269D3-84FF-4693-BF7B-6D4C5DF8218A}"/>
          </ac:spMkLst>
        </pc:spChg>
        <pc:spChg chg="add mod">
          <ac:chgData name="Minh Huynh" userId="01a137d4-0d81-46e0-aca6-c9185b391828" providerId="ADAL" clId="{FDDD7D90-4293-4F5B-B440-645EABB52817}" dt="2026-10-13T04:47:04.801" v="294"/>
          <ac:spMkLst>
            <pc:docMk/>
            <pc:sldMk cId="395577533" sldId="4446"/>
            <ac:spMk id="32" creationId="{951CC9D8-5059-4778-ABB5-18FCA729A639}"/>
          </ac:spMkLst>
        </pc:spChg>
      </pc:sldChg>
      <pc:sldChg chg="delSp modSp add del mod">
        <pc:chgData name="Minh Huynh" userId="01a137d4-0d81-46e0-aca6-c9185b391828" providerId="ADAL" clId="{FDDD7D90-4293-4F5B-B440-645EABB52817}" dt="2026-10-13T04:50:58.108" v="671" actId="47"/>
        <pc:sldMkLst>
          <pc:docMk/>
          <pc:sldMk cId="3676451354" sldId="4447"/>
        </pc:sldMkLst>
        <pc:spChg chg="del">
          <ac:chgData name="Minh Huynh" userId="01a137d4-0d81-46e0-aca6-c9185b391828" providerId="ADAL" clId="{FDDD7D90-4293-4F5B-B440-645EABB52817}" dt="2026-10-13T04:48:05.296" v="296" actId="478"/>
          <ac:spMkLst>
            <pc:docMk/>
            <pc:sldMk cId="3676451354" sldId="4447"/>
            <ac:spMk id="2" creationId="{D52E8022-B80B-4B03-8FC5-766AB9F89813}"/>
          </ac:spMkLst>
        </pc:spChg>
        <pc:spChg chg="del">
          <ac:chgData name="Minh Huynh" userId="01a137d4-0d81-46e0-aca6-c9185b391828" providerId="ADAL" clId="{FDDD7D90-4293-4F5B-B440-645EABB52817}" dt="2026-10-13T04:48:05.296" v="296" actId="478"/>
          <ac:spMkLst>
            <pc:docMk/>
            <pc:sldMk cId="3676451354" sldId="4447"/>
            <ac:spMk id="30" creationId="{7C4245EB-D0C2-4D52-A6DE-E166D6949A06}"/>
          </ac:spMkLst>
        </pc:spChg>
        <pc:spChg chg="mod">
          <ac:chgData name="Minh Huynh" userId="01a137d4-0d81-46e0-aca6-c9185b391828" providerId="ADAL" clId="{FDDD7D90-4293-4F5B-B440-645EABB52817}" dt="2026-10-13T04:48:12.281" v="326" actId="20577"/>
          <ac:spMkLst>
            <pc:docMk/>
            <pc:sldMk cId="3676451354" sldId="4447"/>
            <ac:spMk id="32" creationId="{951CC9D8-5059-4778-ABB5-18FCA729A639}"/>
          </ac:spMkLst>
        </pc:spChg>
        <pc:picChg chg="del">
          <ac:chgData name="Minh Huynh" userId="01a137d4-0d81-46e0-aca6-c9185b391828" providerId="ADAL" clId="{FDDD7D90-4293-4F5B-B440-645EABB52817}" dt="2026-10-13T04:48:05.296" v="296" actId="478"/>
          <ac:picMkLst>
            <pc:docMk/>
            <pc:sldMk cId="3676451354" sldId="4447"/>
            <ac:picMk id="6" creationId="{C74BD466-2FDD-4538-B9BF-C849F25F71A3}"/>
          </ac:picMkLst>
        </pc:picChg>
        <pc:picChg chg="del">
          <ac:chgData name="Minh Huynh" userId="01a137d4-0d81-46e0-aca6-c9185b391828" providerId="ADAL" clId="{FDDD7D90-4293-4F5B-B440-645EABB52817}" dt="2026-10-13T04:48:05.296" v="296" actId="478"/>
          <ac:picMkLst>
            <pc:docMk/>
            <pc:sldMk cId="3676451354" sldId="4447"/>
            <ac:picMk id="12" creationId="{1EC36052-F436-4C8E-AFEE-4A7426ED303A}"/>
          </ac:picMkLst>
        </pc:picChg>
        <pc:picChg chg="del">
          <ac:chgData name="Minh Huynh" userId="01a137d4-0d81-46e0-aca6-c9185b391828" providerId="ADAL" clId="{FDDD7D90-4293-4F5B-B440-645EABB52817}" dt="2026-10-13T04:48:05.296" v="296" actId="478"/>
          <ac:picMkLst>
            <pc:docMk/>
            <pc:sldMk cId="3676451354" sldId="4447"/>
            <ac:picMk id="15" creationId="{51341096-E0B6-4863-8B13-82279EFBCC49}"/>
          </ac:picMkLst>
        </pc:picChg>
        <pc:picChg chg="del">
          <ac:chgData name="Minh Huynh" userId="01a137d4-0d81-46e0-aca6-c9185b391828" providerId="ADAL" clId="{FDDD7D90-4293-4F5B-B440-645EABB52817}" dt="2026-10-13T04:48:05.296" v="296" actId="478"/>
          <ac:picMkLst>
            <pc:docMk/>
            <pc:sldMk cId="3676451354" sldId="4447"/>
            <ac:picMk id="16" creationId="{F5025CCF-2A6A-4776-80AB-3C5C821D7CF6}"/>
          </ac:picMkLst>
        </pc:picChg>
        <pc:picChg chg="del">
          <ac:chgData name="Minh Huynh" userId="01a137d4-0d81-46e0-aca6-c9185b391828" providerId="ADAL" clId="{FDDD7D90-4293-4F5B-B440-645EABB52817}" dt="2026-10-13T04:48:05.296" v="296" actId="478"/>
          <ac:picMkLst>
            <pc:docMk/>
            <pc:sldMk cId="3676451354" sldId="4447"/>
            <ac:picMk id="19" creationId="{7AE893BC-80A4-411E-ABD6-6E2C2609B904}"/>
          </ac:picMkLst>
        </pc:picChg>
        <pc:picChg chg="del">
          <ac:chgData name="Minh Huynh" userId="01a137d4-0d81-46e0-aca6-c9185b391828" providerId="ADAL" clId="{FDDD7D90-4293-4F5B-B440-645EABB52817}" dt="2026-10-13T04:48:05.296" v="296" actId="478"/>
          <ac:picMkLst>
            <pc:docMk/>
            <pc:sldMk cId="3676451354" sldId="4447"/>
            <ac:picMk id="21" creationId="{A91B72A6-1902-4414-AC92-6297F4C063DA}"/>
          </ac:picMkLst>
        </pc:picChg>
        <pc:picChg chg="del">
          <ac:chgData name="Minh Huynh" userId="01a137d4-0d81-46e0-aca6-c9185b391828" providerId="ADAL" clId="{FDDD7D90-4293-4F5B-B440-645EABB52817}" dt="2026-10-13T04:48:05.296" v="296" actId="478"/>
          <ac:picMkLst>
            <pc:docMk/>
            <pc:sldMk cId="3676451354" sldId="4447"/>
            <ac:picMk id="22" creationId="{BB7F7EF0-9F38-4739-9B55-957DFE815D71}"/>
          </ac:picMkLst>
        </pc:picChg>
        <pc:picChg chg="del">
          <ac:chgData name="Minh Huynh" userId="01a137d4-0d81-46e0-aca6-c9185b391828" providerId="ADAL" clId="{FDDD7D90-4293-4F5B-B440-645EABB52817}" dt="2026-10-13T04:48:05.296" v="296" actId="478"/>
          <ac:picMkLst>
            <pc:docMk/>
            <pc:sldMk cId="3676451354" sldId="4447"/>
            <ac:picMk id="23" creationId="{6F1D09D0-AFD9-4268-AAD1-0BD9C7BFD4EF}"/>
          </ac:picMkLst>
        </pc:picChg>
        <pc:picChg chg="del">
          <ac:chgData name="Minh Huynh" userId="01a137d4-0d81-46e0-aca6-c9185b391828" providerId="ADAL" clId="{FDDD7D90-4293-4F5B-B440-645EABB52817}" dt="2026-10-13T04:48:05.296" v="296" actId="478"/>
          <ac:picMkLst>
            <pc:docMk/>
            <pc:sldMk cId="3676451354" sldId="4447"/>
            <ac:picMk id="26" creationId="{23EF7304-E106-4408-9AC5-B68BEF48CE96}"/>
          </ac:picMkLst>
        </pc:picChg>
        <pc:picChg chg="del">
          <ac:chgData name="Minh Huynh" userId="01a137d4-0d81-46e0-aca6-c9185b391828" providerId="ADAL" clId="{FDDD7D90-4293-4F5B-B440-645EABB52817}" dt="2026-10-13T04:48:05.296" v="296" actId="478"/>
          <ac:picMkLst>
            <pc:docMk/>
            <pc:sldMk cId="3676451354" sldId="4447"/>
            <ac:picMk id="27" creationId="{3976DD85-4161-4888-8024-593E8F75A85A}"/>
          </ac:picMkLst>
        </pc:picChg>
        <pc:picChg chg="del">
          <ac:chgData name="Minh Huynh" userId="01a137d4-0d81-46e0-aca6-c9185b391828" providerId="ADAL" clId="{FDDD7D90-4293-4F5B-B440-645EABB52817}" dt="2026-10-13T04:48:05.296" v="296" actId="478"/>
          <ac:picMkLst>
            <pc:docMk/>
            <pc:sldMk cId="3676451354" sldId="4447"/>
            <ac:picMk id="28" creationId="{E56F2F3A-0A23-4EA1-9D31-10DA8C1677F7}"/>
          </ac:picMkLst>
        </pc:picChg>
        <pc:picChg chg="del">
          <ac:chgData name="Minh Huynh" userId="01a137d4-0d81-46e0-aca6-c9185b391828" providerId="ADAL" clId="{FDDD7D90-4293-4F5B-B440-645EABB52817}" dt="2026-10-13T04:48:05.296" v="296" actId="478"/>
          <ac:picMkLst>
            <pc:docMk/>
            <pc:sldMk cId="3676451354" sldId="4447"/>
            <ac:picMk id="29" creationId="{3F165D32-1A92-4D27-9D95-D8DEF4BFD878}"/>
          </ac:picMkLst>
        </pc:picChg>
        <pc:picChg chg="del">
          <ac:chgData name="Minh Huynh" userId="01a137d4-0d81-46e0-aca6-c9185b391828" providerId="ADAL" clId="{FDDD7D90-4293-4F5B-B440-645EABB52817}" dt="2026-10-13T04:48:05.296" v="296" actId="478"/>
          <ac:picMkLst>
            <pc:docMk/>
            <pc:sldMk cId="3676451354" sldId="4447"/>
            <ac:picMk id="34" creationId="{0146C470-2F5A-41E7-9607-1B441AA0AB82}"/>
          </ac:picMkLst>
        </pc:picChg>
        <pc:picChg chg="del">
          <ac:chgData name="Minh Huynh" userId="01a137d4-0d81-46e0-aca6-c9185b391828" providerId="ADAL" clId="{FDDD7D90-4293-4F5B-B440-645EABB52817}" dt="2026-10-13T04:48:05.296" v="296" actId="478"/>
          <ac:picMkLst>
            <pc:docMk/>
            <pc:sldMk cId="3676451354" sldId="4447"/>
            <ac:picMk id="63" creationId="{1D777FE1-82CE-48F8-A3B1-94BCC25FA3CD}"/>
          </ac:picMkLst>
        </pc:picChg>
        <pc:cxnChg chg="del">
          <ac:chgData name="Minh Huynh" userId="01a137d4-0d81-46e0-aca6-c9185b391828" providerId="ADAL" clId="{FDDD7D90-4293-4F5B-B440-645EABB52817}" dt="2026-10-13T04:48:05.296" v="296" actId="478"/>
          <ac:cxnSpMkLst>
            <pc:docMk/>
            <pc:sldMk cId="3676451354" sldId="4447"/>
            <ac:cxnSpMk id="3" creationId="{CCB2A640-843E-4A4D-B0E0-A383B60AB3CD}"/>
          </ac:cxnSpMkLst>
        </pc:cxnChg>
      </pc:sldChg>
      <pc:sldChg chg="addSp delSp modSp add mod">
        <pc:chgData name="Minh Huynh" userId="01a137d4-0d81-46e0-aca6-c9185b391828" providerId="ADAL" clId="{FDDD7D90-4293-4F5B-B440-645EABB52817}" dt="2026-10-13T04:50:23.866" v="670" actId="122"/>
        <pc:sldMkLst>
          <pc:docMk/>
          <pc:sldMk cId="3522385299" sldId="4465"/>
        </pc:sldMkLst>
        <pc:spChg chg="mod">
          <ac:chgData name="Minh Huynh" userId="01a137d4-0d81-46e0-aca6-c9185b391828" providerId="ADAL" clId="{FDDD7D90-4293-4F5B-B440-645EABB52817}" dt="2026-10-13T04:48:53.916" v="334" actId="1076"/>
          <ac:spMkLst>
            <pc:docMk/>
            <pc:sldMk cId="3522385299" sldId="4465"/>
            <ac:spMk id="10" creationId="{87095069-7168-4CB8-BD7F-39DD91D51BF0}"/>
          </ac:spMkLst>
        </pc:spChg>
        <pc:spChg chg="mod">
          <ac:chgData name="Minh Huynh" userId="01a137d4-0d81-46e0-aca6-c9185b391828" providerId="ADAL" clId="{FDDD7D90-4293-4F5B-B440-645EABB52817}" dt="2026-10-13T04:48:53.916" v="334" actId="1076"/>
          <ac:spMkLst>
            <pc:docMk/>
            <pc:sldMk cId="3522385299" sldId="4465"/>
            <ac:spMk id="11" creationId="{8A3FB83C-7297-40D2-BF49-7B8D2F92522F}"/>
          </ac:spMkLst>
        </pc:spChg>
        <pc:spChg chg="del">
          <ac:chgData name="Minh Huynh" userId="01a137d4-0d81-46e0-aca6-c9185b391828" providerId="ADAL" clId="{FDDD7D90-4293-4F5B-B440-645EABB52817}" dt="2026-10-13T04:48:26.882" v="331" actId="478"/>
          <ac:spMkLst>
            <pc:docMk/>
            <pc:sldMk cId="3522385299" sldId="4465"/>
            <ac:spMk id="12" creationId="{52A019BE-24E3-4EF7-864C-A5E2B3F4E87E}"/>
          </ac:spMkLst>
        </pc:spChg>
        <pc:spChg chg="mod">
          <ac:chgData name="Minh Huynh" userId="01a137d4-0d81-46e0-aca6-c9185b391828" providerId="ADAL" clId="{FDDD7D90-4293-4F5B-B440-645EABB52817}" dt="2026-10-13T04:48:53.916" v="334" actId="1076"/>
          <ac:spMkLst>
            <pc:docMk/>
            <pc:sldMk cId="3522385299" sldId="4465"/>
            <ac:spMk id="13" creationId="{5081CCD9-70A0-47DA-9296-7FC7A70A5F98}"/>
          </ac:spMkLst>
        </pc:spChg>
        <pc:spChg chg="mod">
          <ac:chgData name="Minh Huynh" userId="01a137d4-0d81-46e0-aca6-c9185b391828" providerId="ADAL" clId="{FDDD7D90-4293-4F5B-B440-645EABB52817}" dt="2026-10-13T04:48:53.916" v="334" actId="1076"/>
          <ac:spMkLst>
            <pc:docMk/>
            <pc:sldMk cId="3522385299" sldId="4465"/>
            <ac:spMk id="14" creationId="{E815D195-610E-4224-8503-3C0CBEDF9D2D}"/>
          </ac:spMkLst>
        </pc:spChg>
        <pc:spChg chg="del">
          <ac:chgData name="Minh Huynh" userId="01a137d4-0d81-46e0-aca6-c9185b391828" providerId="ADAL" clId="{FDDD7D90-4293-4F5B-B440-645EABB52817}" dt="2026-10-13T04:48:16.243" v="328" actId="478"/>
          <ac:spMkLst>
            <pc:docMk/>
            <pc:sldMk cId="3522385299" sldId="4465"/>
            <ac:spMk id="15" creationId="{668F5602-47EE-420D-9B7E-BCF45A6CB524}"/>
          </ac:spMkLst>
        </pc:spChg>
        <pc:spChg chg="del">
          <ac:chgData name="Minh Huynh" userId="01a137d4-0d81-46e0-aca6-c9185b391828" providerId="ADAL" clId="{FDDD7D90-4293-4F5B-B440-645EABB52817}" dt="2026-10-13T04:48:16.243" v="328" actId="478"/>
          <ac:spMkLst>
            <pc:docMk/>
            <pc:sldMk cId="3522385299" sldId="4465"/>
            <ac:spMk id="16" creationId="{F2242C64-FE38-42BA-8CFD-71CFBEBEEF68}"/>
          </ac:spMkLst>
        </pc:spChg>
        <pc:spChg chg="mod">
          <ac:chgData name="Minh Huynh" userId="01a137d4-0d81-46e0-aca6-c9185b391828" providerId="ADAL" clId="{FDDD7D90-4293-4F5B-B440-645EABB52817}" dt="2026-10-13T04:48:53.916" v="334" actId="1076"/>
          <ac:spMkLst>
            <pc:docMk/>
            <pc:sldMk cId="3522385299" sldId="4465"/>
            <ac:spMk id="17" creationId="{03B8D09A-3BD5-4FFF-BBAA-7C62D5B93CE8}"/>
          </ac:spMkLst>
        </pc:spChg>
        <pc:spChg chg="add mod">
          <ac:chgData name="Minh Huynh" userId="01a137d4-0d81-46e0-aca6-c9185b391828" providerId="ADAL" clId="{FDDD7D90-4293-4F5B-B440-645EABB52817}" dt="2026-10-13T04:48:20.647" v="329"/>
          <ac:spMkLst>
            <pc:docMk/>
            <pc:sldMk cId="3522385299" sldId="4465"/>
            <ac:spMk id="18" creationId="{728400A6-6772-4514-8096-EFBA37526C10}"/>
          </ac:spMkLst>
        </pc:spChg>
        <pc:spChg chg="del">
          <ac:chgData name="Minh Huynh" userId="01a137d4-0d81-46e0-aca6-c9185b391828" providerId="ADAL" clId="{FDDD7D90-4293-4F5B-B440-645EABB52817}" dt="2026-10-13T04:48:16.243" v="328" actId="478"/>
          <ac:spMkLst>
            <pc:docMk/>
            <pc:sldMk cId="3522385299" sldId="4465"/>
            <ac:spMk id="19" creationId="{245216AE-850E-4E69-98EE-94DCA8BA6F6A}"/>
          </ac:spMkLst>
        </pc:spChg>
        <pc:spChg chg="mod">
          <ac:chgData name="Minh Huynh" userId="01a137d4-0d81-46e0-aca6-c9185b391828" providerId="ADAL" clId="{FDDD7D90-4293-4F5B-B440-645EABB52817}" dt="2026-10-13T04:48:53.916" v="334" actId="1076"/>
          <ac:spMkLst>
            <pc:docMk/>
            <pc:sldMk cId="3522385299" sldId="4465"/>
            <ac:spMk id="20" creationId="{6D23526F-354D-4309-AB0E-2CA5B5BB713A}"/>
          </ac:spMkLst>
        </pc:spChg>
        <pc:spChg chg="del">
          <ac:chgData name="Minh Huynh" userId="01a137d4-0d81-46e0-aca6-c9185b391828" providerId="ADAL" clId="{FDDD7D90-4293-4F5B-B440-645EABB52817}" dt="2026-10-13T04:48:16.243" v="328" actId="478"/>
          <ac:spMkLst>
            <pc:docMk/>
            <pc:sldMk cId="3522385299" sldId="4465"/>
            <ac:spMk id="21" creationId="{1A195455-A937-419D-A4BB-9BF4BBE9FE8C}"/>
          </ac:spMkLst>
        </pc:spChg>
        <pc:spChg chg="del">
          <ac:chgData name="Minh Huynh" userId="01a137d4-0d81-46e0-aca6-c9185b391828" providerId="ADAL" clId="{FDDD7D90-4293-4F5B-B440-645EABB52817}" dt="2026-10-13T04:48:16.243" v="328" actId="478"/>
          <ac:spMkLst>
            <pc:docMk/>
            <pc:sldMk cId="3522385299" sldId="4465"/>
            <ac:spMk id="22" creationId="{9EA35DBB-34EF-4912-B6E0-948E45210BB2}"/>
          </ac:spMkLst>
        </pc:spChg>
        <pc:spChg chg="del">
          <ac:chgData name="Minh Huynh" userId="01a137d4-0d81-46e0-aca6-c9185b391828" providerId="ADAL" clId="{FDDD7D90-4293-4F5B-B440-645EABB52817}" dt="2026-10-13T04:48:16.243" v="328" actId="478"/>
          <ac:spMkLst>
            <pc:docMk/>
            <pc:sldMk cId="3522385299" sldId="4465"/>
            <ac:spMk id="23" creationId="{33EFA293-6CAE-4CA3-9D2A-C51CB59C5543}"/>
          </ac:spMkLst>
        </pc:spChg>
        <pc:spChg chg="mod">
          <ac:chgData name="Minh Huynh" userId="01a137d4-0d81-46e0-aca6-c9185b391828" providerId="ADAL" clId="{FDDD7D90-4293-4F5B-B440-645EABB52817}" dt="2026-10-13T04:48:53.916" v="334" actId="1076"/>
          <ac:spMkLst>
            <pc:docMk/>
            <pc:sldMk cId="3522385299" sldId="4465"/>
            <ac:spMk id="24" creationId="{B65A6475-81AC-4B82-9221-004AEF7B49C1}"/>
          </ac:spMkLst>
        </pc:spChg>
        <pc:spChg chg="add mod">
          <ac:chgData name="Minh Huynh" userId="01a137d4-0d81-46e0-aca6-c9185b391828" providerId="ADAL" clId="{FDDD7D90-4293-4F5B-B440-645EABB52817}" dt="2026-10-13T04:50:23.866" v="670" actId="122"/>
          <ac:spMkLst>
            <pc:docMk/>
            <pc:sldMk cId="3522385299" sldId="4465"/>
            <ac:spMk id="25" creationId="{6B96B82E-FA72-46A4-A84A-962E3F910954}"/>
          </ac:spMkLst>
        </pc:spChg>
        <pc:spChg chg="mod">
          <ac:chgData name="Minh Huynh" userId="01a137d4-0d81-46e0-aca6-c9185b391828" providerId="ADAL" clId="{FDDD7D90-4293-4F5B-B440-645EABB52817}" dt="2026-10-13T04:48:53.916" v="334" actId="1076"/>
          <ac:spMkLst>
            <pc:docMk/>
            <pc:sldMk cId="3522385299" sldId="4465"/>
            <ac:spMk id="26" creationId="{E14E6531-D578-4889-A7C4-52AAB446C98B}"/>
          </ac:spMkLst>
        </pc:spChg>
        <pc:picChg chg="del">
          <ac:chgData name="Minh Huynh" userId="01a137d4-0d81-46e0-aca6-c9185b391828" providerId="ADAL" clId="{FDDD7D90-4293-4F5B-B440-645EABB52817}" dt="2026-10-13T04:48:21.424" v="330" actId="478"/>
          <ac:picMkLst>
            <pc:docMk/>
            <pc:sldMk cId="3522385299" sldId="4465"/>
            <ac:picMk id="26626" creationId="{49F2C48E-D090-4B0B-B3AE-0BE179333E75}"/>
          </ac:picMkLst>
        </pc:picChg>
      </pc:sldChg>
      <pc:sldChg chg="delSp modSp add mod">
        <pc:chgData name="Minh Huynh" userId="01a137d4-0d81-46e0-aca6-c9185b391828" providerId="ADAL" clId="{FDDD7D90-4293-4F5B-B440-645EABB52817}" dt="2026-10-13T04:51:40.428" v="716" actId="1076"/>
        <pc:sldMkLst>
          <pc:docMk/>
          <pc:sldMk cId="1734041963" sldId="4466"/>
        </pc:sldMkLst>
        <pc:spChg chg="del">
          <ac:chgData name="Minh Huynh" userId="01a137d4-0d81-46e0-aca6-c9185b391828" providerId="ADAL" clId="{FDDD7D90-4293-4F5B-B440-645EABB52817}" dt="2026-10-13T04:51:20.027" v="708" actId="478"/>
          <ac:spMkLst>
            <pc:docMk/>
            <pc:sldMk cId="1734041963" sldId="4466"/>
            <ac:spMk id="10" creationId="{87095069-7168-4CB8-BD7F-39DD91D51BF0}"/>
          </ac:spMkLst>
        </pc:spChg>
        <pc:spChg chg="del">
          <ac:chgData name="Minh Huynh" userId="01a137d4-0d81-46e0-aca6-c9185b391828" providerId="ADAL" clId="{FDDD7D90-4293-4F5B-B440-645EABB52817}" dt="2026-10-13T04:51:20.027" v="708" actId="478"/>
          <ac:spMkLst>
            <pc:docMk/>
            <pc:sldMk cId="1734041963" sldId="4466"/>
            <ac:spMk id="11" creationId="{8A3FB83C-7297-40D2-BF49-7B8D2F92522F}"/>
          </ac:spMkLst>
        </pc:spChg>
        <pc:spChg chg="del">
          <ac:chgData name="Minh Huynh" userId="01a137d4-0d81-46e0-aca6-c9185b391828" providerId="ADAL" clId="{FDDD7D90-4293-4F5B-B440-645EABB52817}" dt="2026-10-13T04:51:20.027" v="708" actId="478"/>
          <ac:spMkLst>
            <pc:docMk/>
            <pc:sldMk cId="1734041963" sldId="4466"/>
            <ac:spMk id="13" creationId="{5081CCD9-70A0-47DA-9296-7FC7A70A5F98}"/>
          </ac:spMkLst>
        </pc:spChg>
        <pc:spChg chg="del">
          <ac:chgData name="Minh Huynh" userId="01a137d4-0d81-46e0-aca6-c9185b391828" providerId="ADAL" clId="{FDDD7D90-4293-4F5B-B440-645EABB52817}" dt="2026-10-13T04:51:20.027" v="708" actId="478"/>
          <ac:spMkLst>
            <pc:docMk/>
            <pc:sldMk cId="1734041963" sldId="4466"/>
            <ac:spMk id="14" creationId="{E815D195-610E-4224-8503-3C0CBEDF9D2D}"/>
          </ac:spMkLst>
        </pc:spChg>
        <pc:spChg chg="del">
          <ac:chgData name="Minh Huynh" userId="01a137d4-0d81-46e0-aca6-c9185b391828" providerId="ADAL" clId="{FDDD7D90-4293-4F5B-B440-645EABB52817}" dt="2026-10-13T04:51:22.538" v="709" actId="478"/>
          <ac:spMkLst>
            <pc:docMk/>
            <pc:sldMk cId="1734041963" sldId="4466"/>
            <ac:spMk id="17" creationId="{03B8D09A-3BD5-4FFF-BBAA-7C62D5B93CE8}"/>
          </ac:spMkLst>
        </pc:spChg>
        <pc:spChg chg="mod">
          <ac:chgData name="Minh Huynh" userId="01a137d4-0d81-46e0-aca6-c9185b391828" providerId="ADAL" clId="{FDDD7D90-4293-4F5B-B440-645EABB52817}" dt="2026-10-13T04:51:10.308" v="707" actId="20577"/>
          <ac:spMkLst>
            <pc:docMk/>
            <pc:sldMk cId="1734041963" sldId="4466"/>
            <ac:spMk id="18" creationId="{728400A6-6772-4514-8096-EFBA37526C10}"/>
          </ac:spMkLst>
        </pc:spChg>
        <pc:spChg chg="del">
          <ac:chgData name="Minh Huynh" userId="01a137d4-0d81-46e0-aca6-c9185b391828" providerId="ADAL" clId="{FDDD7D90-4293-4F5B-B440-645EABB52817}" dt="2026-10-13T04:51:22.538" v="709" actId="478"/>
          <ac:spMkLst>
            <pc:docMk/>
            <pc:sldMk cId="1734041963" sldId="4466"/>
            <ac:spMk id="20" creationId="{6D23526F-354D-4309-AB0E-2CA5B5BB713A}"/>
          </ac:spMkLst>
        </pc:spChg>
        <pc:spChg chg="del">
          <ac:chgData name="Minh Huynh" userId="01a137d4-0d81-46e0-aca6-c9185b391828" providerId="ADAL" clId="{FDDD7D90-4293-4F5B-B440-645EABB52817}" dt="2026-10-13T04:51:20.027" v="708" actId="478"/>
          <ac:spMkLst>
            <pc:docMk/>
            <pc:sldMk cId="1734041963" sldId="4466"/>
            <ac:spMk id="24" creationId="{B65A6475-81AC-4B82-9221-004AEF7B49C1}"/>
          </ac:spMkLst>
        </pc:spChg>
        <pc:spChg chg="mod">
          <ac:chgData name="Minh Huynh" userId="01a137d4-0d81-46e0-aca6-c9185b391828" providerId="ADAL" clId="{FDDD7D90-4293-4F5B-B440-645EABB52817}" dt="2026-10-13T04:51:40.428" v="716" actId="1076"/>
          <ac:spMkLst>
            <pc:docMk/>
            <pc:sldMk cId="1734041963" sldId="4466"/>
            <ac:spMk id="25" creationId="{6B96B82E-FA72-46A4-A84A-962E3F910954}"/>
          </ac:spMkLst>
        </pc:spChg>
        <pc:spChg chg="del">
          <ac:chgData name="Minh Huynh" userId="01a137d4-0d81-46e0-aca6-c9185b391828" providerId="ADAL" clId="{FDDD7D90-4293-4F5B-B440-645EABB52817}" dt="2026-10-13T04:51:20.027" v="708" actId="478"/>
          <ac:spMkLst>
            <pc:docMk/>
            <pc:sldMk cId="1734041963" sldId="4466"/>
            <ac:spMk id="26" creationId="{E14E6531-D578-4889-A7C4-52AAB446C98B}"/>
          </ac:spMkLst>
        </pc:spChg>
      </pc:sldChg>
      <pc:sldChg chg="addSp delSp modSp add del mod">
        <pc:chgData name="Minh Huynh" userId="01a137d4-0d81-46e0-aca6-c9185b391828" providerId="ADAL" clId="{FDDD7D90-4293-4F5B-B440-645EABB52817}" dt="2026-10-13T04:52:10.557" v="722" actId="47"/>
        <pc:sldMkLst>
          <pc:docMk/>
          <pc:sldMk cId="1323397450" sldId="4467"/>
        </pc:sldMkLst>
        <pc:spChg chg="add del mod">
          <ac:chgData name="Minh Huynh" userId="01a137d4-0d81-46e0-aca6-c9185b391828" providerId="ADAL" clId="{FDDD7D90-4293-4F5B-B440-645EABB52817}" dt="2026-10-13T04:52:05.080" v="721"/>
          <ac:spMkLst>
            <pc:docMk/>
            <pc:sldMk cId="1323397450" sldId="4467"/>
            <ac:spMk id="4" creationId="{104E649B-4356-46D2-9442-4A5A09DBFB4E}"/>
          </ac:spMkLst>
        </pc:spChg>
        <pc:spChg chg="add del mod">
          <ac:chgData name="Minh Huynh" userId="01a137d4-0d81-46e0-aca6-c9185b391828" providerId="ADAL" clId="{FDDD7D90-4293-4F5B-B440-645EABB52817}" dt="2026-10-13T04:52:05.080" v="721"/>
          <ac:spMkLst>
            <pc:docMk/>
            <pc:sldMk cId="1323397450" sldId="4467"/>
            <ac:spMk id="5" creationId="{481B7DC1-1DC9-4ED2-8E98-098BD253DC88}"/>
          </ac:spMkLst>
        </pc:spChg>
        <pc:spChg chg="add del mod">
          <ac:chgData name="Minh Huynh" userId="01a137d4-0d81-46e0-aca6-c9185b391828" providerId="ADAL" clId="{FDDD7D90-4293-4F5B-B440-645EABB52817}" dt="2026-10-13T04:52:05.080" v="721"/>
          <ac:spMkLst>
            <pc:docMk/>
            <pc:sldMk cId="1323397450" sldId="4467"/>
            <ac:spMk id="6" creationId="{39ABF414-0956-4663-9057-E6D3D93B8FA7}"/>
          </ac:spMkLst>
        </pc:spChg>
        <pc:spChg chg="add del mod">
          <ac:chgData name="Minh Huynh" userId="01a137d4-0d81-46e0-aca6-c9185b391828" providerId="ADAL" clId="{FDDD7D90-4293-4F5B-B440-645EABB52817}" dt="2026-10-13T04:52:05.080" v="721"/>
          <ac:spMkLst>
            <pc:docMk/>
            <pc:sldMk cId="1323397450" sldId="4467"/>
            <ac:spMk id="7" creationId="{81F236A5-B7BF-4EE0-8BF7-381491CCCBA7}"/>
          </ac:spMkLst>
        </pc:spChg>
      </pc:sldChg>
      <pc:sldChg chg="addSp delSp modSp add mod">
        <pc:chgData name="Minh Huynh" userId="01a137d4-0d81-46e0-aca6-c9185b391828" providerId="ADAL" clId="{FDDD7D90-4293-4F5B-B440-645EABB52817}" dt="2026-10-13T04:52:55.239" v="740" actId="2711"/>
        <pc:sldMkLst>
          <pc:docMk/>
          <pc:sldMk cId="1805026901" sldId="4475"/>
        </pc:sldMkLst>
        <pc:spChg chg="add mod">
          <ac:chgData name="Minh Huynh" userId="01a137d4-0d81-46e0-aca6-c9185b391828" providerId="ADAL" clId="{FDDD7D90-4293-4F5B-B440-645EABB52817}" dt="2026-10-13T04:52:49.751" v="739" actId="20577"/>
          <ac:spMkLst>
            <pc:docMk/>
            <pc:sldMk cId="1805026901" sldId="4475"/>
            <ac:spMk id="10" creationId="{9D811277-987D-4DEB-A9EC-797C00D9B85D}"/>
          </ac:spMkLst>
        </pc:spChg>
        <pc:spChg chg="del">
          <ac:chgData name="Minh Huynh" userId="01a137d4-0d81-46e0-aca6-c9185b391828" providerId="ADAL" clId="{FDDD7D90-4293-4F5B-B440-645EABB52817}" dt="2026-10-13T04:52:38.586" v="724" actId="478"/>
          <ac:spMkLst>
            <pc:docMk/>
            <pc:sldMk cId="1805026901" sldId="4475"/>
            <ac:spMk id="15" creationId="{668F5602-47EE-420D-9B7E-BCF45A6CB524}"/>
          </ac:spMkLst>
        </pc:spChg>
        <pc:spChg chg="del">
          <ac:chgData name="Minh Huynh" userId="01a137d4-0d81-46e0-aca6-c9185b391828" providerId="ADAL" clId="{FDDD7D90-4293-4F5B-B440-645EABB52817}" dt="2026-10-13T04:52:38.586" v="724" actId="478"/>
          <ac:spMkLst>
            <pc:docMk/>
            <pc:sldMk cId="1805026901" sldId="4475"/>
            <ac:spMk id="16" creationId="{F2242C64-FE38-42BA-8CFD-71CFBEBEEF68}"/>
          </ac:spMkLst>
        </pc:spChg>
        <pc:spChg chg="del">
          <ac:chgData name="Minh Huynh" userId="01a137d4-0d81-46e0-aca6-c9185b391828" providerId="ADAL" clId="{FDDD7D90-4293-4F5B-B440-645EABB52817}" dt="2026-10-13T04:52:38.586" v="724" actId="478"/>
          <ac:spMkLst>
            <pc:docMk/>
            <pc:sldMk cId="1805026901" sldId="4475"/>
            <ac:spMk id="19" creationId="{245216AE-850E-4E69-98EE-94DCA8BA6F6A}"/>
          </ac:spMkLst>
        </pc:spChg>
        <pc:spChg chg="del">
          <ac:chgData name="Minh Huynh" userId="01a137d4-0d81-46e0-aca6-c9185b391828" providerId="ADAL" clId="{FDDD7D90-4293-4F5B-B440-645EABB52817}" dt="2026-10-13T04:52:38.586" v="724" actId="478"/>
          <ac:spMkLst>
            <pc:docMk/>
            <pc:sldMk cId="1805026901" sldId="4475"/>
            <ac:spMk id="21" creationId="{1A195455-A937-419D-A4BB-9BF4BBE9FE8C}"/>
          </ac:spMkLst>
        </pc:spChg>
        <pc:spChg chg="del">
          <ac:chgData name="Minh Huynh" userId="01a137d4-0d81-46e0-aca6-c9185b391828" providerId="ADAL" clId="{FDDD7D90-4293-4F5B-B440-645EABB52817}" dt="2026-10-13T04:52:38.586" v="724" actId="478"/>
          <ac:spMkLst>
            <pc:docMk/>
            <pc:sldMk cId="1805026901" sldId="4475"/>
            <ac:spMk id="22" creationId="{9EA35DBB-34EF-4912-B6E0-948E45210BB2}"/>
          </ac:spMkLst>
        </pc:spChg>
        <pc:spChg chg="del">
          <ac:chgData name="Minh Huynh" userId="01a137d4-0d81-46e0-aca6-c9185b391828" providerId="ADAL" clId="{FDDD7D90-4293-4F5B-B440-645EABB52817}" dt="2026-10-13T04:52:38.586" v="724" actId="478"/>
          <ac:spMkLst>
            <pc:docMk/>
            <pc:sldMk cId="1805026901" sldId="4475"/>
            <ac:spMk id="23" creationId="{33EFA293-6CAE-4CA3-9D2A-C51CB59C5543}"/>
          </ac:spMkLst>
        </pc:spChg>
        <pc:spChg chg="mod">
          <ac:chgData name="Minh Huynh" userId="01a137d4-0d81-46e0-aca6-c9185b391828" providerId="ADAL" clId="{FDDD7D90-4293-4F5B-B440-645EABB52817}" dt="2026-10-13T04:52:55.239" v="740" actId="2711"/>
          <ac:spMkLst>
            <pc:docMk/>
            <pc:sldMk cId="1805026901" sldId="4475"/>
            <ac:spMk id="75" creationId="{672176B3-7581-4A7A-97A3-A570F05E80DD}"/>
          </ac:spMkLst>
        </pc:spChg>
      </pc:sldChg>
      <pc:sldChg chg="delSp modSp add mod">
        <pc:chgData name="Minh Huynh" userId="01a137d4-0d81-46e0-aca6-c9185b391828" providerId="ADAL" clId="{FDDD7D90-4293-4F5B-B440-645EABB52817}" dt="2026-10-13T04:54:35.438" v="779" actId="20577"/>
        <pc:sldMkLst>
          <pc:docMk/>
          <pc:sldMk cId="3634065575" sldId="4476"/>
        </pc:sldMkLst>
        <pc:spChg chg="mod">
          <ac:chgData name="Minh Huynh" userId="01a137d4-0d81-46e0-aca6-c9185b391828" providerId="ADAL" clId="{FDDD7D90-4293-4F5B-B440-645EABB52817}" dt="2026-10-13T04:54:32.077" v="778" actId="20577"/>
          <ac:spMkLst>
            <pc:docMk/>
            <pc:sldMk cId="3634065575" sldId="4476"/>
            <ac:spMk id="10" creationId="{9D811277-987D-4DEB-A9EC-797C00D9B85D}"/>
          </ac:spMkLst>
        </pc:spChg>
        <pc:spChg chg="mod">
          <ac:chgData name="Minh Huynh" userId="01a137d4-0d81-46e0-aca6-c9185b391828" providerId="ADAL" clId="{FDDD7D90-4293-4F5B-B440-645EABB52817}" dt="2026-10-13T04:54:35.438" v="779" actId="20577"/>
          <ac:spMkLst>
            <pc:docMk/>
            <pc:sldMk cId="3634065575" sldId="4476"/>
            <ac:spMk id="75" creationId="{672176B3-7581-4A7A-97A3-A570F05E80DD}"/>
          </ac:spMkLst>
        </pc:spChg>
        <pc:picChg chg="del">
          <ac:chgData name="Minh Huynh" userId="01a137d4-0d81-46e0-aca6-c9185b391828" providerId="ADAL" clId="{FDDD7D90-4293-4F5B-B440-645EABB52817}" dt="2026-10-13T04:53:43.303" v="742" actId="478"/>
          <ac:picMkLst>
            <pc:docMk/>
            <pc:sldMk cId="3634065575" sldId="4476"/>
            <ac:picMk id="27650" creationId="{374084EE-89AE-4D4A-ACD5-F274E0BC98ED}"/>
          </ac:picMkLst>
        </pc:picChg>
      </pc:sldChg>
      <pc:sldChg chg="addSp delSp modSp add mod">
        <pc:chgData name="Minh Huynh" userId="01a137d4-0d81-46e0-aca6-c9185b391828" providerId="ADAL" clId="{FDDD7D90-4293-4F5B-B440-645EABB52817}" dt="2026-10-13T04:55:06.699" v="802" actId="20577"/>
        <pc:sldMkLst>
          <pc:docMk/>
          <pc:sldMk cId="1203949008" sldId="4499"/>
        </pc:sldMkLst>
        <pc:spChg chg="del">
          <ac:chgData name="Minh Huynh" userId="01a137d4-0d81-46e0-aca6-c9185b391828" providerId="ADAL" clId="{FDDD7D90-4293-4F5B-B440-645EABB52817}" dt="2026-10-13T04:54:58.102" v="782" actId="478"/>
          <ac:spMkLst>
            <pc:docMk/>
            <pc:sldMk cId="1203949008" sldId="4499"/>
            <ac:spMk id="13" creationId="{49BF26B6-5E3C-42F1-AAB1-8C7D7F09FB0D}"/>
          </ac:spMkLst>
        </pc:spChg>
        <pc:spChg chg="del">
          <ac:chgData name="Minh Huynh" userId="01a137d4-0d81-46e0-aca6-c9185b391828" providerId="ADAL" clId="{FDDD7D90-4293-4F5B-B440-645EABB52817}" dt="2026-10-13T04:54:56.734" v="781" actId="478"/>
          <ac:spMkLst>
            <pc:docMk/>
            <pc:sldMk cId="1203949008" sldId="4499"/>
            <ac:spMk id="15" creationId="{668F5602-47EE-420D-9B7E-BCF45A6CB524}"/>
          </ac:spMkLst>
        </pc:spChg>
        <pc:spChg chg="del">
          <ac:chgData name="Minh Huynh" userId="01a137d4-0d81-46e0-aca6-c9185b391828" providerId="ADAL" clId="{FDDD7D90-4293-4F5B-B440-645EABB52817}" dt="2026-10-13T04:54:56.734" v="781" actId="478"/>
          <ac:spMkLst>
            <pc:docMk/>
            <pc:sldMk cId="1203949008" sldId="4499"/>
            <ac:spMk id="16" creationId="{F2242C64-FE38-42BA-8CFD-71CFBEBEEF68}"/>
          </ac:spMkLst>
        </pc:spChg>
        <pc:spChg chg="del">
          <ac:chgData name="Minh Huynh" userId="01a137d4-0d81-46e0-aca6-c9185b391828" providerId="ADAL" clId="{FDDD7D90-4293-4F5B-B440-645EABB52817}" dt="2026-10-13T04:54:56.734" v="781" actId="478"/>
          <ac:spMkLst>
            <pc:docMk/>
            <pc:sldMk cId="1203949008" sldId="4499"/>
            <ac:spMk id="19" creationId="{245216AE-850E-4E69-98EE-94DCA8BA6F6A}"/>
          </ac:spMkLst>
        </pc:spChg>
        <pc:spChg chg="del">
          <ac:chgData name="Minh Huynh" userId="01a137d4-0d81-46e0-aca6-c9185b391828" providerId="ADAL" clId="{FDDD7D90-4293-4F5B-B440-645EABB52817}" dt="2026-10-13T04:54:56.734" v="781" actId="478"/>
          <ac:spMkLst>
            <pc:docMk/>
            <pc:sldMk cId="1203949008" sldId="4499"/>
            <ac:spMk id="21" creationId="{1A195455-A937-419D-A4BB-9BF4BBE9FE8C}"/>
          </ac:spMkLst>
        </pc:spChg>
        <pc:spChg chg="del">
          <ac:chgData name="Minh Huynh" userId="01a137d4-0d81-46e0-aca6-c9185b391828" providerId="ADAL" clId="{FDDD7D90-4293-4F5B-B440-645EABB52817}" dt="2026-10-13T04:54:56.734" v="781" actId="478"/>
          <ac:spMkLst>
            <pc:docMk/>
            <pc:sldMk cId="1203949008" sldId="4499"/>
            <ac:spMk id="22" creationId="{9EA35DBB-34EF-4912-B6E0-948E45210BB2}"/>
          </ac:spMkLst>
        </pc:spChg>
        <pc:spChg chg="del">
          <ac:chgData name="Minh Huynh" userId="01a137d4-0d81-46e0-aca6-c9185b391828" providerId="ADAL" clId="{FDDD7D90-4293-4F5B-B440-645EABB52817}" dt="2026-10-13T04:54:56.734" v="781" actId="478"/>
          <ac:spMkLst>
            <pc:docMk/>
            <pc:sldMk cId="1203949008" sldId="4499"/>
            <ac:spMk id="23" creationId="{33EFA293-6CAE-4CA3-9D2A-C51CB59C5543}"/>
          </ac:spMkLst>
        </pc:spChg>
        <pc:spChg chg="add mod">
          <ac:chgData name="Minh Huynh" userId="01a137d4-0d81-46e0-aca6-c9185b391828" providerId="ADAL" clId="{FDDD7D90-4293-4F5B-B440-645EABB52817}" dt="2026-10-13T04:55:06.699" v="802" actId="20577"/>
          <ac:spMkLst>
            <pc:docMk/>
            <pc:sldMk cId="1203949008" sldId="4499"/>
            <ac:spMk id="31" creationId="{A73A9EDE-E29F-425F-8822-BD5CAF05536C}"/>
          </ac:spMkLst>
        </pc:spChg>
      </pc:sldChg>
      <pc:sldChg chg="addSp delSp modSp add mod setBg">
        <pc:chgData name="Minh Huynh" userId="01a137d4-0d81-46e0-aca6-c9185b391828" providerId="ADAL" clId="{FDDD7D90-4293-4F5B-B440-645EABB52817}" dt="2026-10-13T04:55:49.428" v="809" actId="207"/>
        <pc:sldMkLst>
          <pc:docMk/>
          <pc:sldMk cId="417742359" sldId="4512"/>
        </pc:sldMkLst>
        <pc:spChg chg="add del">
          <ac:chgData name="Minh Huynh" userId="01a137d4-0d81-46e0-aca6-c9185b391828" providerId="ADAL" clId="{FDDD7D90-4293-4F5B-B440-645EABB52817}" dt="2026-10-13T04:55:48.906" v="808" actId="478"/>
          <ac:spMkLst>
            <pc:docMk/>
            <pc:sldMk cId="417742359" sldId="4512"/>
            <ac:spMk id="146" creationId="{66700164-A49A-4762-8963-C04B2FB65113}"/>
          </ac:spMkLst>
        </pc:spChg>
        <pc:spChg chg="mod">
          <ac:chgData name="Minh Huynh" userId="01a137d4-0d81-46e0-aca6-c9185b391828" providerId="ADAL" clId="{FDDD7D90-4293-4F5B-B440-645EABB52817}" dt="2026-10-13T04:55:49.428" v="809" actId="207"/>
          <ac:spMkLst>
            <pc:docMk/>
            <pc:sldMk cId="417742359" sldId="4512"/>
            <ac:spMk id="147" creationId="{6F2D8E70-D4CA-4011-802E-93602CDF124B}"/>
          </ac:spMkLst>
        </pc:spChg>
        <pc:spChg chg="add del mod">
          <ac:chgData name="Minh Huynh" userId="01a137d4-0d81-46e0-aca6-c9185b391828" providerId="ADAL" clId="{FDDD7D90-4293-4F5B-B440-645EABB52817}" dt="2026-10-13T04:55:49.428" v="809" actId="207"/>
          <ac:spMkLst>
            <pc:docMk/>
            <pc:sldMk cId="417742359" sldId="4512"/>
            <ac:spMk id="151" creationId="{841EEE23-74B2-4CBF-B282-129A5F01432E}"/>
          </ac:spMkLst>
        </pc:spChg>
        <pc:spChg chg="mod">
          <ac:chgData name="Minh Huynh" userId="01a137d4-0d81-46e0-aca6-c9185b391828" providerId="ADAL" clId="{FDDD7D90-4293-4F5B-B440-645EABB52817}" dt="2026-10-13T04:55:49.428" v="809" actId="207"/>
          <ac:spMkLst>
            <pc:docMk/>
            <pc:sldMk cId="417742359" sldId="4512"/>
            <ac:spMk id="152" creationId="{72EE92FA-F09A-4F51-903C-F4221DD595EC}"/>
          </ac:spMkLst>
        </pc:spChg>
        <pc:spChg chg="mod">
          <ac:chgData name="Minh Huynh" userId="01a137d4-0d81-46e0-aca6-c9185b391828" providerId="ADAL" clId="{FDDD7D90-4293-4F5B-B440-645EABB52817}" dt="2026-10-13T04:55:49.428" v="809" actId="207"/>
          <ac:spMkLst>
            <pc:docMk/>
            <pc:sldMk cId="417742359" sldId="4512"/>
            <ac:spMk id="153" creationId="{0A5F11CD-3122-4C60-87BB-08AAAF8464A7}"/>
          </ac:spMkLst>
        </pc:spChg>
        <pc:spChg chg="mod">
          <ac:chgData name="Minh Huynh" userId="01a137d4-0d81-46e0-aca6-c9185b391828" providerId="ADAL" clId="{FDDD7D90-4293-4F5B-B440-645EABB52817}" dt="2026-10-13T04:55:49.428" v="809" actId="207"/>
          <ac:spMkLst>
            <pc:docMk/>
            <pc:sldMk cId="417742359" sldId="4512"/>
            <ac:spMk id="154" creationId="{D7BC5759-6924-42FC-9651-7D36942B7DF8}"/>
          </ac:spMkLst>
        </pc:spChg>
        <pc:spChg chg="mod">
          <ac:chgData name="Minh Huynh" userId="01a137d4-0d81-46e0-aca6-c9185b391828" providerId="ADAL" clId="{FDDD7D90-4293-4F5B-B440-645EABB52817}" dt="2026-10-13T04:55:49.428" v="809" actId="207"/>
          <ac:spMkLst>
            <pc:docMk/>
            <pc:sldMk cId="417742359" sldId="4512"/>
            <ac:spMk id="155" creationId="{DB4B6517-3AA5-40FC-8A76-2A579EE7C718}"/>
          </ac:spMkLst>
        </pc:spChg>
      </pc:sldChg>
      <pc:sldChg chg="addSp delSp modSp add mod">
        <pc:chgData name="Minh Huynh" userId="01a137d4-0d81-46e0-aca6-c9185b391828" providerId="ADAL" clId="{FDDD7D90-4293-4F5B-B440-645EABB52817}" dt="2026-10-13T04:57:18.488" v="949" actId="20577"/>
        <pc:sldMkLst>
          <pc:docMk/>
          <pc:sldMk cId="315617114" sldId="4540"/>
        </pc:sldMkLst>
        <pc:spChg chg="del">
          <ac:chgData name="Minh Huynh" userId="01a137d4-0d81-46e0-aca6-c9185b391828" providerId="ADAL" clId="{FDDD7D90-4293-4F5B-B440-645EABB52817}" dt="2026-10-13T04:56:53.955" v="832" actId="478"/>
          <ac:spMkLst>
            <pc:docMk/>
            <pc:sldMk cId="315617114" sldId="4540"/>
            <ac:spMk id="3" creationId="{846C4BB3-855D-4B09-B334-F85A144A56B2}"/>
          </ac:spMkLst>
        </pc:spChg>
        <pc:spChg chg="del">
          <ac:chgData name="Minh Huynh" userId="01a137d4-0d81-46e0-aca6-c9185b391828" providerId="ADAL" clId="{FDDD7D90-4293-4F5B-B440-645EABB52817}" dt="2026-10-13T04:56:53.955" v="832" actId="478"/>
          <ac:spMkLst>
            <pc:docMk/>
            <pc:sldMk cId="315617114" sldId="4540"/>
            <ac:spMk id="4" creationId="{CD34D917-67EF-40AF-8DB4-07333629D30F}"/>
          </ac:spMkLst>
        </pc:spChg>
        <pc:spChg chg="del">
          <ac:chgData name="Minh Huynh" userId="01a137d4-0d81-46e0-aca6-c9185b391828" providerId="ADAL" clId="{FDDD7D90-4293-4F5B-B440-645EABB52817}" dt="2026-10-13T04:56:53.955" v="832" actId="478"/>
          <ac:spMkLst>
            <pc:docMk/>
            <pc:sldMk cId="315617114" sldId="4540"/>
            <ac:spMk id="5" creationId="{BFE94675-1403-41D9-9A8D-E255A76E5671}"/>
          </ac:spMkLst>
        </pc:spChg>
        <pc:spChg chg="del">
          <ac:chgData name="Minh Huynh" userId="01a137d4-0d81-46e0-aca6-c9185b391828" providerId="ADAL" clId="{FDDD7D90-4293-4F5B-B440-645EABB52817}" dt="2026-10-13T04:56:53.955" v="832" actId="478"/>
          <ac:spMkLst>
            <pc:docMk/>
            <pc:sldMk cId="315617114" sldId="4540"/>
            <ac:spMk id="6" creationId="{C9AF8D4D-38DD-46F1-BFAE-BC0BAF2D688A}"/>
          </ac:spMkLst>
        </pc:spChg>
        <pc:spChg chg="del">
          <ac:chgData name="Minh Huynh" userId="01a137d4-0d81-46e0-aca6-c9185b391828" providerId="ADAL" clId="{FDDD7D90-4293-4F5B-B440-645EABB52817}" dt="2026-10-13T04:56:53.955" v="832" actId="478"/>
          <ac:spMkLst>
            <pc:docMk/>
            <pc:sldMk cId="315617114" sldId="4540"/>
            <ac:spMk id="7" creationId="{2696235A-FFD4-427F-8C96-92D126163219}"/>
          </ac:spMkLst>
        </pc:spChg>
        <pc:spChg chg="del">
          <ac:chgData name="Minh Huynh" userId="01a137d4-0d81-46e0-aca6-c9185b391828" providerId="ADAL" clId="{FDDD7D90-4293-4F5B-B440-645EABB52817}" dt="2026-10-13T04:56:53.955" v="832" actId="478"/>
          <ac:spMkLst>
            <pc:docMk/>
            <pc:sldMk cId="315617114" sldId="4540"/>
            <ac:spMk id="8" creationId="{94554AEB-060E-4235-B618-10474C26F659}"/>
          </ac:spMkLst>
        </pc:spChg>
        <pc:spChg chg="del">
          <ac:chgData name="Minh Huynh" userId="01a137d4-0d81-46e0-aca6-c9185b391828" providerId="ADAL" clId="{FDDD7D90-4293-4F5B-B440-645EABB52817}" dt="2026-10-13T04:56:53.955" v="832" actId="478"/>
          <ac:spMkLst>
            <pc:docMk/>
            <pc:sldMk cId="315617114" sldId="4540"/>
            <ac:spMk id="9" creationId="{BBC28FAD-0E6E-41AC-ADB2-055BFCDDD46C}"/>
          </ac:spMkLst>
        </pc:spChg>
        <pc:spChg chg="del">
          <ac:chgData name="Minh Huynh" userId="01a137d4-0d81-46e0-aca6-c9185b391828" providerId="ADAL" clId="{FDDD7D90-4293-4F5B-B440-645EABB52817}" dt="2026-10-13T04:56:55.123" v="833" actId="478"/>
          <ac:spMkLst>
            <pc:docMk/>
            <pc:sldMk cId="315617114" sldId="4540"/>
            <ac:spMk id="12" creationId="{F6B62AD7-E12D-4832-A337-7F3C51DF4A9E}"/>
          </ac:spMkLst>
        </pc:spChg>
        <pc:spChg chg="add mod">
          <ac:chgData name="Minh Huynh" userId="01a137d4-0d81-46e0-aca6-c9185b391828" providerId="ADAL" clId="{FDDD7D90-4293-4F5B-B440-645EABB52817}" dt="2026-10-13T04:57:18.488" v="949" actId="20577"/>
          <ac:spMkLst>
            <pc:docMk/>
            <pc:sldMk cId="315617114" sldId="4540"/>
            <ac:spMk id="13" creationId="{F92D2B3A-4AF9-4F08-9B38-EFD1BAEDF26D}"/>
          </ac:spMkLst>
        </pc:spChg>
      </pc:sldChg>
      <pc:sldChg chg="addSp delSp modSp add mod">
        <pc:chgData name="Minh Huynh" userId="01a137d4-0d81-46e0-aca6-c9185b391828" providerId="ADAL" clId="{FDDD7D90-4293-4F5B-B440-645EABB52817}" dt="2026-10-13T04:56:36.231" v="830" actId="20577"/>
        <pc:sldMkLst>
          <pc:docMk/>
          <pc:sldMk cId="707359171" sldId="4549"/>
        </pc:sldMkLst>
        <pc:spChg chg="del">
          <ac:chgData name="Minh Huynh" userId="01a137d4-0d81-46e0-aca6-c9185b391828" providerId="ADAL" clId="{FDDD7D90-4293-4F5B-B440-645EABB52817}" dt="2026-10-13T04:56:29.279" v="811" actId="478"/>
          <ac:spMkLst>
            <pc:docMk/>
            <pc:sldMk cId="707359171" sldId="4549"/>
            <ac:spMk id="3" creationId="{846C4BB3-855D-4B09-B334-F85A144A56B2}"/>
          </ac:spMkLst>
        </pc:spChg>
        <pc:spChg chg="del">
          <ac:chgData name="Minh Huynh" userId="01a137d4-0d81-46e0-aca6-c9185b391828" providerId="ADAL" clId="{FDDD7D90-4293-4F5B-B440-645EABB52817}" dt="2026-10-13T04:56:29.279" v="811" actId="478"/>
          <ac:spMkLst>
            <pc:docMk/>
            <pc:sldMk cId="707359171" sldId="4549"/>
            <ac:spMk id="4" creationId="{CD34D917-67EF-40AF-8DB4-07333629D30F}"/>
          </ac:spMkLst>
        </pc:spChg>
        <pc:spChg chg="del">
          <ac:chgData name="Minh Huynh" userId="01a137d4-0d81-46e0-aca6-c9185b391828" providerId="ADAL" clId="{FDDD7D90-4293-4F5B-B440-645EABB52817}" dt="2026-10-13T04:56:29.279" v="811" actId="478"/>
          <ac:spMkLst>
            <pc:docMk/>
            <pc:sldMk cId="707359171" sldId="4549"/>
            <ac:spMk id="5" creationId="{BFE94675-1403-41D9-9A8D-E255A76E5671}"/>
          </ac:spMkLst>
        </pc:spChg>
        <pc:spChg chg="del">
          <ac:chgData name="Minh Huynh" userId="01a137d4-0d81-46e0-aca6-c9185b391828" providerId="ADAL" clId="{FDDD7D90-4293-4F5B-B440-645EABB52817}" dt="2026-10-13T04:56:29.279" v="811" actId="478"/>
          <ac:spMkLst>
            <pc:docMk/>
            <pc:sldMk cId="707359171" sldId="4549"/>
            <ac:spMk id="6" creationId="{C9AF8D4D-38DD-46F1-BFAE-BC0BAF2D688A}"/>
          </ac:spMkLst>
        </pc:spChg>
        <pc:spChg chg="del">
          <ac:chgData name="Minh Huynh" userId="01a137d4-0d81-46e0-aca6-c9185b391828" providerId="ADAL" clId="{FDDD7D90-4293-4F5B-B440-645EABB52817}" dt="2026-10-13T04:56:29.279" v="811" actId="478"/>
          <ac:spMkLst>
            <pc:docMk/>
            <pc:sldMk cId="707359171" sldId="4549"/>
            <ac:spMk id="7" creationId="{2696235A-FFD4-427F-8C96-92D126163219}"/>
          </ac:spMkLst>
        </pc:spChg>
        <pc:spChg chg="del">
          <ac:chgData name="Minh Huynh" userId="01a137d4-0d81-46e0-aca6-c9185b391828" providerId="ADAL" clId="{FDDD7D90-4293-4F5B-B440-645EABB52817}" dt="2026-10-13T04:56:29.279" v="811" actId="478"/>
          <ac:spMkLst>
            <pc:docMk/>
            <pc:sldMk cId="707359171" sldId="4549"/>
            <ac:spMk id="8" creationId="{94554AEB-060E-4235-B618-10474C26F659}"/>
          </ac:spMkLst>
        </pc:spChg>
        <pc:spChg chg="del">
          <ac:chgData name="Minh Huynh" userId="01a137d4-0d81-46e0-aca6-c9185b391828" providerId="ADAL" clId="{FDDD7D90-4293-4F5B-B440-645EABB52817}" dt="2026-10-13T04:56:29.279" v="811" actId="478"/>
          <ac:spMkLst>
            <pc:docMk/>
            <pc:sldMk cId="707359171" sldId="4549"/>
            <ac:spMk id="9" creationId="{BBC28FAD-0E6E-41AC-ADB2-055BFCDDD46C}"/>
          </ac:spMkLst>
        </pc:spChg>
        <pc:spChg chg="add mod">
          <ac:chgData name="Minh Huynh" userId="01a137d4-0d81-46e0-aca6-c9185b391828" providerId="ADAL" clId="{FDDD7D90-4293-4F5B-B440-645EABB52817}" dt="2026-10-13T04:56:36.231" v="830" actId="20577"/>
          <ac:spMkLst>
            <pc:docMk/>
            <pc:sldMk cId="707359171" sldId="4549"/>
            <ac:spMk id="12" creationId="{0F5EEFC0-C8CF-45C0-B896-4E9CAFFB25E1}"/>
          </ac:spMkLst>
        </pc:spChg>
      </pc:sldChg>
      <pc:sldChg chg="addSp delSp modSp add mod">
        <pc:chgData name="Minh Huynh" userId="01a137d4-0d81-46e0-aca6-c9185b391828" providerId="ADAL" clId="{FDDD7D90-4293-4F5B-B440-645EABB52817}" dt="2026-10-13T04:57:46.145" v="953"/>
        <pc:sldMkLst>
          <pc:docMk/>
          <pc:sldMk cId="3116511797" sldId="4556"/>
        </pc:sldMkLst>
        <pc:spChg chg="del">
          <ac:chgData name="Minh Huynh" userId="01a137d4-0d81-46e0-aca6-c9185b391828" providerId="ADAL" clId="{FDDD7D90-4293-4F5B-B440-645EABB52817}" dt="2026-10-13T04:57:43.037" v="952" actId="478"/>
          <ac:spMkLst>
            <pc:docMk/>
            <pc:sldMk cId="3116511797" sldId="4556"/>
            <ac:spMk id="3" creationId="{846C4BB3-855D-4B09-B334-F85A144A56B2}"/>
          </ac:spMkLst>
        </pc:spChg>
        <pc:spChg chg="del">
          <ac:chgData name="Minh Huynh" userId="01a137d4-0d81-46e0-aca6-c9185b391828" providerId="ADAL" clId="{FDDD7D90-4293-4F5B-B440-645EABB52817}" dt="2026-10-13T04:57:43.037" v="952" actId="478"/>
          <ac:spMkLst>
            <pc:docMk/>
            <pc:sldMk cId="3116511797" sldId="4556"/>
            <ac:spMk id="4" creationId="{CD34D917-67EF-40AF-8DB4-07333629D30F}"/>
          </ac:spMkLst>
        </pc:spChg>
        <pc:spChg chg="del">
          <ac:chgData name="Minh Huynh" userId="01a137d4-0d81-46e0-aca6-c9185b391828" providerId="ADAL" clId="{FDDD7D90-4293-4F5B-B440-645EABB52817}" dt="2026-10-13T04:57:43.037" v="952" actId="478"/>
          <ac:spMkLst>
            <pc:docMk/>
            <pc:sldMk cId="3116511797" sldId="4556"/>
            <ac:spMk id="5" creationId="{BFE94675-1403-41D9-9A8D-E255A76E5671}"/>
          </ac:spMkLst>
        </pc:spChg>
        <pc:spChg chg="del">
          <ac:chgData name="Minh Huynh" userId="01a137d4-0d81-46e0-aca6-c9185b391828" providerId="ADAL" clId="{FDDD7D90-4293-4F5B-B440-645EABB52817}" dt="2026-10-13T04:57:43.037" v="952" actId="478"/>
          <ac:spMkLst>
            <pc:docMk/>
            <pc:sldMk cId="3116511797" sldId="4556"/>
            <ac:spMk id="6" creationId="{C9AF8D4D-38DD-46F1-BFAE-BC0BAF2D688A}"/>
          </ac:spMkLst>
        </pc:spChg>
        <pc:spChg chg="del">
          <ac:chgData name="Minh Huynh" userId="01a137d4-0d81-46e0-aca6-c9185b391828" providerId="ADAL" clId="{FDDD7D90-4293-4F5B-B440-645EABB52817}" dt="2026-10-13T04:57:43.037" v="952" actId="478"/>
          <ac:spMkLst>
            <pc:docMk/>
            <pc:sldMk cId="3116511797" sldId="4556"/>
            <ac:spMk id="7" creationId="{2696235A-FFD4-427F-8C96-92D126163219}"/>
          </ac:spMkLst>
        </pc:spChg>
        <pc:spChg chg="del">
          <ac:chgData name="Minh Huynh" userId="01a137d4-0d81-46e0-aca6-c9185b391828" providerId="ADAL" clId="{FDDD7D90-4293-4F5B-B440-645EABB52817}" dt="2026-10-13T04:57:43.037" v="952" actId="478"/>
          <ac:spMkLst>
            <pc:docMk/>
            <pc:sldMk cId="3116511797" sldId="4556"/>
            <ac:spMk id="8" creationId="{94554AEB-060E-4235-B618-10474C26F659}"/>
          </ac:spMkLst>
        </pc:spChg>
        <pc:spChg chg="del">
          <ac:chgData name="Minh Huynh" userId="01a137d4-0d81-46e0-aca6-c9185b391828" providerId="ADAL" clId="{FDDD7D90-4293-4F5B-B440-645EABB52817}" dt="2026-10-13T04:57:43.037" v="952" actId="478"/>
          <ac:spMkLst>
            <pc:docMk/>
            <pc:sldMk cId="3116511797" sldId="4556"/>
            <ac:spMk id="9" creationId="{BBC28FAD-0E6E-41AC-ADB2-055BFCDDD46C}"/>
          </ac:spMkLst>
        </pc:spChg>
        <pc:spChg chg="add mod">
          <ac:chgData name="Minh Huynh" userId="01a137d4-0d81-46e0-aca6-c9185b391828" providerId="ADAL" clId="{FDDD7D90-4293-4F5B-B440-645EABB52817}" dt="2026-10-13T04:57:46.145" v="953"/>
          <ac:spMkLst>
            <pc:docMk/>
            <pc:sldMk cId="3116511797" sldId="4556"/>
            <ac:spMk id="19" creationId="{21F0E8C7-4259-4F5F-8850-4F286F59144D}"/>
          </ac:spMkLst>
        </pc:spChg>
        <pc:spChg chg="del">
          <ac:chgData name="Minh Huynh" userId="01a137d4-0d81-46e0-aca6-c9185b391828" providerId="ADAL" clId="{FDDD7D90-4293-4F5B-B440-645EABB52817}" dt="2026-10-13T04:57:41.195" v="951" actId="478"/>
          <ac:spMkLst>
            <pc:docMk/>
            <pc:sldMk cId="3116511797" sldId="4556"/>
            <ac:spMk id="21" creationId="{66F7AF8D-9FCE-439C-8F3E-17B4185501F5}"/>
          </ac:spMkLst>
        </pc:spChg>
      </pc:sldChg>
      <pc:sldChg chg="addSp delSp modSp add mod">
        <pc:chgData name="Minh Huynh" userId="01a137d4-0d81-46e0-aca6-c9185b391828" providerId="ADAL" clId="{FDDD7D90-4293-4F5B-B440-645EABB52817}" dt="2026-10-13T04:59:53.105" v="1013" actId="20577"/>
        <pc:sldMkLst>
          <pc:docMk/>
          <pc:sldMk cId="2635461782" sldId="4573"/>
        </pc:sldMkLst>
        <pc:spChg chg="mod">
          <ac:chgData name="Minh Huynh" userId="01a137d4-0d81-46e0-aca6-c9185b391828" providerId="ADAL" clId="{FDDD7D90-4293-4F5B-B440-645EABB52817}" dt="2026-10-13T04:58:36.913" v="986" actId="1076"/>
          <ac:spMkLst>
            <pc:docMk/>
            <pc:sldMk cId="2635461782" sldId="4573"/>
            <ac:spMk id="2" creationId="{CA2952D4-A19A-4883-9742-03B49F607CBA}"/>
          </ac:spMkLst>
        </pc:spChg>
        <pc:spChg chg="del">
          <ac:chgData name="Minh Huynh" userId="01a137d4-0d81-46e0-aca6-c9185b391828" providerId="ADAL" clId="{FDDD7D90-4293-4F5B-B440-645EABB52817}" dt="2026-10-13T04:58:17.981" v="955" actId="478"/>
          <ac:spMkLst>
            <pc:docMk/>
            <pc:sldMk cId="2635461782" sldId="4573"/>
            <ac:spMk id="3" creationId="{846C4BB3-855D-4B09-B334-F85A144A56B2}"/>
          </ac:spMkLst>
        </pc:spChg>
        <pc:spChg chg="del">
          <ac:chgData name="Minh Huynh" userId="01a137d4-0d81-46e0-aca6-c9185b391828" providerId="ADAL" clId="{FDDD7D90-4293-4F5B-B440-645EABB52817}" dt="2026-10-13T04:58:17.981" v="955" actId="478"/>
          <ac:spMkLst>
            <pc:docMk/>
            <pc:sldMk cId="2635461782" sldId="4573"/>
            <ac:spMk id="4" creationId="{CD34D917-67EF-40AF-8DB4-07333629D30F}"/>
          </ac:spMkLst>
        </pc:spChg>
        <pc:spChg chg="del">
          <ac:chgData name="Minh Huynh" userId="01a137d4-0d81-46e0-aca6-c9185b391828" providerId="ADAL" clId="{FDDD7D90-4293-4F5B-B440-645EABB52817}" dt="2026-10-13T04:58:17.981" v="955" actId="478"/>
          <ac:spMkLst>
            <pc:docMk/>
            <pc:sldMk cId="2635461782" sldId="4573"/>
            <ac:spMk id="5" creationId="{BFE94675-1403-41D9-9A8D-E255A76E5671}"/>
          </ac:spMkLst>
        </pc:spChg>
        <pc:spChg chg="del">
          <ac:chgData name="Minh Huynh" userId="01a137d4-0d81-46e0-aca6-c9185b391828" providerId="ADAL" clId="{FDDD7D90-4293-4F5B-B440-645EABB52817}" dt="2026-10-13T04:58:17.981" v="955" actId="478"/>
          <ac:spMkLst>
            <pc:docMk/>
            <pc:sldMk cId="2635461782" sldId="4573"/>
            <ac:spMk id="6" creationId="{C9AF8D4D-38DD-46F1-BFAE-BC0BAF2D688A}"/>
          </ac:spMkLst>
        </pc:spChg>
        <pc:spChg chg="del">
          <ac:chgData name="Minh Huynh" userId="01a137d4-0d81-46e0-aca6-c9185b391828" providerId="ADAL" clId="{FDDD7D90-4293-4F5B-B440-645EABB52817}" dt="2026-10-13T04:58:17.981" v="955" actId="478"/>
          <ac:spMkLst>
            <pc:docMk/>
            <pc:sldMk cId="2635461782" sldId="4573"/>
            <ac:spMk id="7" creationId="{2696235A-FFD4-427F-8C96-92D126163219}"/>
          </ac:spMkLst>
        </pc:spChg>
        <pc:spChg chg="del">
          <ac:chgData name="Minh Huynh" userId="01a137d4-0d81-46e0-aca6-c9185b391828" providerId="ADAL" clId="{FDDD7D90-4293-4F5B-B440-645EABB52817}" dt="2026-10-13T04:58:17.981" v="955" actId="478"/>
          <ac:spMkLst>
            <pc:docMk/>
            <pc:sldMk cId="2635461782" sldId="4573"/>
            <ac:spMk id="8" creationId="{94554AEB-060E-4235-B618-10474C26F659}"/>
          </ac:spMkLst>
        </pc:spChg>
        <pc:spChg chg="del">
          <ac:chgData name="Minh Huynh" userId="01a137d4-0d81-46e0-aca6-c9185b391828" providerId="ADAL" clId="{FDDD7D90-4293-4F5B-B440-645EABB52817}" dt="2026-10-13T04:58:17.981" v="955" actId="478"/>
          <ac:spMkLst>
            <pc:docMk/>
            <pc:sldMk cId="2635461782" sldId="4573"/>
            <ac:spMk id="9" creationId="{BBC28FAD-0E6E-41AC-ADB2-055BFCDDD46C}"/>
          </ac:spMkLst>
        </pc:spChg>
        <pc:spChg chg="del">
          <ac:chgData name="Minh Huynh" userId="01a137d4-0d81-46e0-aca6-c9185b391828" providerId="ADAL" clId="{FDDD7D90-4293-4F5B-B440-645EABB52817}" dt="2026-10-13T04:58:20.410" v="957" actId="478"/>
          <ac:spMkLst>
            <pc:docMk/>
            <pc:sldMk cId="2635461782" sldId="4573"/>
            <ac:spMk id="12" creationId="{F6B62AD7-E12D-4832-A337-7F3C51DF4A9E}"/>
          </ac:spMkLst>
        </pc:spChg>
        <pc:spChg chg="add mod">
          <ac:chgData name="Minh Huynh" userId="01a137d4-0d81-46e0-aca6-c9185b391828" providerId="ADAL" clId="{FDDD7D90-4293-4F5B-B440-645EABB52817}" dt="2026-10-13T04:59:53.105" v="1013" actId="20577"/>
          <ac:spMkLst>
            <pc:docMk/>
            <pc:sldMk cId="2635461782" sldId="4573"/>
            <ac:spMk id="13" creationId="{7BF0132F-5195-4C10-AF33-82385EA34A4A}"/>
          </ac:spMkLst>
        </pc:spChg>
        <pc:spChg chg="add mod">
          <ac:chgData name="Minh Huynh" userId="01a137d4-0d81-46e0-aca6-c9185b391828" providerId="ADAL" clId="{FDDD7D90-4293-4F5B-B440-645EABB52817}" dt="2026-10-13T04:58:59.573" v="988" actId="1076"/>
          <ac:spMkLst>
            <pc:docMk/>
            <pc:sldMk cId="2635461782" sldId="4573"/>
            <ac:spMk id="14" creationId="{28189D9D-3BD4-4F71-8E97-FA47B11D36F2}"/>
          </ac:spMkLst>
        </pc:spChg>
        <pc:spChg chg="del">
          <ac:chgData name="Minh Huynh" userId="01a137d4-0d81-46e0-aca6-c9185b391828" providerId="ADAL" clId="{FDDD7D90-4293-4F5B-B440-645EABB52817}" dt="2026-10-13T04:58:19.346" v="956" actId="478"/>
          <ac:spMkLst>
            <pc:docMk/>
            <pc:sldMk cId="2635461782" sldId="4573"/>
            <ac:spMk id="16" creationId="{2CE206D0-F8D3-48B0-A0E5-281498CC759B}"/>
          </ac:spMkLst>
        </pc:spChg>
        <pc:spChg chg="add mod">
          <ac:chgData name="Minh Huynh" userId="01a137d4-0d81-46e0-aca6-c9185b391828" providerId="ADAL" clId="{FDDD7D90-4293-4F5B-B440-645EABB52817}" dt="2026-10-13T04:58:59.573" v="988" actId="1076"/>
          <ac:spMkLst>
            <pc:docMk/>
            <pc:sldMk cId="2635461782" sldId="4573"/>
            <ac:spMk id="17" creationId="{7901C4F3-EC44-4E35-A0DC-78DBFEB3E71C}"/>
          </ac:spMkLst>
        </pc:spChg>
        <pc:spChg chg="add mod">
          <ac:chgData name="Minh Huynh" userId="01a137d4-0d81-46e0-aca6-c9185b391828" providerId="ADAL" clId="{FDDD7D90-4293-4F5B-B440-645EABB52817}" dt="2026-10-13T04:58:59.573" v="988" actId="1076"/>
          <ac:spMkLst>
            <pc:docMk/>
            <pc:sldMk cId="2635461782" sldId="4573"/>
            <ac:spMk id="18" creationId="{30569B5D-CCA8-4044-AC10-2C8A8DFD6E6A}"/>
          </ac:spMkLst>
        </pc:spChg>
        <pc:spChg chg="add mod">
          <ac:chgData name="Minh Huynh" userId="01a137d4-0d81-46e0-aca6-c9185b391828" providerId="ADAL" clId="{FDDD7D90-4293-4F5B-B440-645EABB52817}" dt="2026-10-13T04:58:59.573" v="988" actId="1076"/>
          <ac:spMkLst>
            <pc:docMk/>
            <pc:sldMk cId="2635461782" sldId="4573"/>
            <ac:spMk id="19" creationId="{2009D1FC-DCF2-4EA8-914D-E4E1470EABA8}"/>
          </ac:spMkLst>
        </pc:spChg>
        <pc:spChg chg="add mod">
          <ac:chgData name="Minh Huynh" userId="01a137d4-0d81-46e0-aca6-c9185b391828" providerId="ADAL" clId="{FDDD7D90-4293-4F5B-B440-645EABB52817}" dt="2026-10-13T04:58:59.573" v="988" actId="1076"/>
          <ac:spMkLst>
            <pc:docMk/>
            <pc:sldMk cId="2635461782" sldId="4573"/>
            <ac:spMk id="20" creationId="{E82BE34B-D523-410D-84D8-27258D52F282}"/>
          </ac:spMkLst>
        </pc:spChg>
        <pc:spChg chg="add mod">
          <ac:chgData name="Minh Huynh" userId="01a137d4-0d81-46e0-aca6-c9185b391828" providerId="ADAL" clId="{FDDD7D90-4293-4F5B-B440-645EABB52817}" dt="2026-10-13T04:58:59.573" v="988" actId="1076"/>
          <ac:spMkLst>
            <pc:docMk/>
            <pc:sldMk cId="2635461782" sldId="4573"/>
            <ac:spMk id="21" creationId="{28E4AB0C-8B3C-43AC-852D-FBD9B8C8F53C}"/>
          </ac:spMkLst>
        </pc:spChg>
        <pc:spChg chg="add mod">
          <ac:chgData name="Minh Huynh" userId="01a137d4-0d81-46e0-aca6-c9185b391828" providerId="ADAL" clId="{FDDD7D90-4293-4F5B-B440-645EABB52817}" dt="2026-10-13T04:58:59.573" v="988" actId="1076"/>
          <ac:spMkLst>
            <pc:docMk/>
            <pc:sldMk cId="2635461782" sldId="4573"/>
            <ac:spMk id="22" creationId="{28A29DB4-BAD7-4AE4-9DA4-BBA6104DDF81}"/>
          </ac:spMkLst>
        </pc:spChg>
        <pc:spChg chg="add mod">
          <ac:chgData name="Minh Huynh" userId="01a137d4-0d81-46e0-aca6-c9185b391828" providerId="ADAL" clId="{FDDD7D90-4293-4F5B-B440-645EABB52817}" dt="2026-10-13T04:58:59.573" v="988" actId="1076"/>
          <ac:spMkLst>
            <pc:docMk/>
            <pc:sldMk cId="2635461782" sldId="4573"/>
            <ac:spMk id="23" creationId="{82085B2A-F3A7-4CC8-9FEB-89030C62F12F}"/>
          </ac:spMkLst>
        </pc:spChg>
        <pc:spChg chg="add mod">
          <ac:chgData name="Minh Huynh" userId="01a137d4-0d81-46e0-aca6-c9185b391828" providerId="ADAL" clId="{FDDD7D90-4293-4F5B-B440-645EABB52817}" dt="2026-10-13T04:58:59.573" v="988" actId="1076"/>
          <ac:spMkLst>
            <pc:docMk/>
            <pc:sldMk cId="2635461782" sldId="4573"/>
            <ac:spMk id="24" creationId="{B61F44F3-2D79-4F30-A3A6-7E51A2FE1F7D}"/>
          </ac:spMkLst>
        </pc:spChg>
        <pc:spChg chg="add mod">
          <ac:chgData name="Minh Huynh" userId="01a137d4-0d81-46e0-aca6-c9185b391828" providerId="ADAL" clId="{FDDD7D90-4293-4F5B-B440-645EABB52817}" dt="2026-10-13T04:59:23.305" v="994" actId="1076"/>
          <ac:spMkLst>
            <pc:docMk/>
            <pc:sldMk cId="2635461782" sldId="4573"/>
            <ac:spMk id="25" creationId="{F7B94AAC-17EA-4C65-8A43-E7588B6C5D0C}"/>
          </ac:spMkLst>
        </pc:spChg>
        <pc:spChg chg="add mod">
          <ac:chgData name="Minh Huynh" userId="01a137d4-0d81-46e0-aca6-c9185b391828" providerId="ADAL" clId="{FDDD7D90-4293-4F5B-B440-645EABB52817}" dt="2026-10-13T04:59:26.746" v="995" actId="1076"/>
          <ac:spMkLst>
            <pc:docMk/>
            <pc:sldMk cId="2635461782" sldId="4573"/>
            <ac:spMk id="26" creationId="{7EEA65D4-A778-4484-A72A-8BC31F38F414}"/>
          </ac:spMkLst>
        </pc:spChg>
        <pc:graphicFrameChg chg="mod">
          <ac:chgData name="Minh Huynh" userId="01a137d4-0d81-46e0-aca6-c9185b391828" providerId="ADAL" clId="{FDDD7D90-4293-4F5B-B440-645EABB52817}" dt="2026-10-13T04:58:36.913" v="986" actId="1076"/>
          <ac:graphicFrameMkLst>
            <pc:docMk/>
            <pc:sldMk cId="2635461782" sldId="4573"/>
            <ac:graphicFrameMk id="15" creationId="{236EDEBC-C702-4DA3-A807-C8734005F596}"/>
          </ac:graphicFrameMkLst>
        </pc:graphicFrameChg>
      </pc:sldChg>
      <pc:sldChg chg="add del">
        <pc:chgData name="Minh Huynh" userId="01a137d4-0d81-46e0-aca6-c9185b391828" providerId="ADAL" clId="{FDDD7D90-4293-4F5B-B440-645EABB52817}" dt="2026-10-13T04:59:59.706" v="1016" actId="47"/>
        <pc:sldMkLst>
          <pc:docMk/>
          <pc:sldMk cId="806771774" sldId="4574"/>
        </pc:sldMkLst>
      </pc:sldChg>
      <pc:sldChg chg="addSp delSp modSp add mod">
        <pc:chgData name="Minh Huynh" userId="01a137d4-0d81-46e0-aca6-c9185b391828" providerId="ADAL" clId="{FDDD7D90-4293-4F5B-B440-645EABB52817}" dt="2026-10-13T05:00:14.666" v="1037" actId="20577"/>
        <pc:sldMkLst>
          <pc:docMk/>
          <pc:sldMk cId="2838637852" sldId="4587"/>
        </pc:sldMkLst>
        <pc:spChg chg="del">
          <ac:chgData name="Minh Huynh" userId="01a137d4-0d81-46e0-aca6-c9185b391828" providerId="ADAL" clId="{FDDD7D90-4293-4F5B-B440-645EABB52817}" dt="2026-10-13T05:00:01.146" v="1017" actId="478"/>
          <ac:spMkLst>
            <pc:docMk/>
            <pc:sldMk cId="2838637852" sldId="4587"/>
            <ac:spMk id="3" creationId="{846C4BB3-855D-4B09-B334-F85A144A56B2}"/>
          </ac:spMkLst>
        </pc:spChg>
        <pc:spChg chg="del">
          <ac:chgData name="Minh Huynh" userId="01a137d4-0d81-46e0-aca6-c9185b391828" providerId="ADAL" clId="{FDDD7D90-4293-4F5B-B440-645EABB52817}" dt="2026-10-13T05:00:01.146" v="1017" actId="478"/>
          <ac:spMkLst>
            <pc:docMk/>
            <pc:sldMk cId="2838637852" sldId="4587"/>
            <ac:spMk id="4" creationId="{CD34D917-67EF-40AF-8DB4-07333629D30F}"/>
          </ac:spMkLst>
        </pc:spChg>
        <pc:spChg chg="del">
          <ac:chgData name="Minh Huynh" userId="01a137d4-0d81-46e0-aca6-c9185b391828" providerId="ADAL" clId="{FDDD7D90-4293-4F5B-B440-645EABB52817}" dt="2026-10-13T05:00:01.146" v="1017" actId="478"/>
          <ac:spMkLst>
            <pc:docMk/>
            <pc:sldMk cId="2838637852" sldId="4587"/>
            <ac:spMk id="5" creationId="{BFE94675-1403-41D9-9A8D-E255A76E5671}"/>
          </ac:spMkLst>
        </pc:spChg>
        <pc:spChg chg="del">
          <ac:chgData name="Minh Huynh" userId="01a137d4-0d81-46e0-aca6-c9185b391828" providerId="ADAL" clId="{FDDD7D90-4293-4F5B-B440-645EABB52817}" dt="2026-10-13T05:00:01.146" v="1017" actId="478"/>
          <ac:spMkLst>
            <pc:docMk/>
            <pc:sldMk cId="2838637852" sldId="4587"/>
            <ac:spMk id="6" creationId="{C9AF8D4D-38DD-46F1-BFAE-BC0BAF2D688A}"/>
          </ac:spMkLst>
        </pc:spChg>
        <pc:spChg chg="del">
          <ac:chgData name="Minh Huynh" userId="01a137d4-0d81-46e0-aca6-c9185b391828" providerId="ADAL" clId="{FDDD7D90-4293-4F5B-B440-645EABB52817}" dt="2026-10-13T05:00:01.146" v="1017" actId="478"/>
          <ac:spMkLst>
            <pc:docMk/>
            <pc:sldMk cId="2838637852" sldId="4587"/>
            <ac:spMk id="7" creationId="{2696235A-FFD4-427F-8C96-92D126163219}"/>
          </ac:spMkLst>
        </pc:spChg>
        <pc:spChg chg="del">
          <ac:chgData name="Minh Huynh" userId="01a137d4-0d81-46e0-aca6-c9185b391828" providerId="ADAL" clId="{FDDD7D90-4293-4F5B-B440-645EABB52817}" dt="2026-10-13T05:00:01.146" v="1017" actId="478"/>
          <ac:spMkLst>
            <pc:docMk/>
            <pc:sldMk cId="2838637852" sldId="4587"/>
            <ac:spMk id="8" creationId="{94554AEB-060E-4235-B618-10474C26F659}"/>
          </ac:spMkLst>
        </pc:spChg>
        <pc:spChg chg="del">
          <ac:chgData name="Minh Huynh" userId="01a137d4-0d81-46e0-aca6-c9185b391828" providerId="ADAL" clId="{FDDD7D90-4293-4F5B-B440-645EABB52817}" dt="2026-10-13T05:00:01.146" v="1017" actId="478"/>
          <ac:spMkLst>
            <pc:docMk/>
            <pc:sldMk cId="2838637852" sldId="4587"/>
            <ac:spMk id="9" creationId="{BBC28FAD-0E6E-41AC-ADB2-055BFCDDD46C}"/>
          </ac:spMkLst>
        </pc:spChg>
        <pc:spChg chg="del">
          <ac:chgData name="Minh Huynh" userId="01a137d4-0d81-46e0-aca6-c9185b391828" providerId="ADAL" clId="{FDDD7D90-4293-4F5B-B440-645EABB52817}" dt="2026-10-13T05:00:03.572" v="1018" actId="478"/>
          <ac:spMkLst>
            <pc:docMk/>
            <pc:sldMk cId="2838637852" sldId="4587"/>
            <ac:spMk id="15" creationId="{E18A802E-54FF-461D-901E-44F6FF8B3D4D}"/>
          </ac:spMkLst>
        </pc:spChg>
        <pc:spChg chg="add mod">
          <ac:chgData name="Minh Huynh" userId="01a137d4-0d81-46e0-aca6-c9185b391828" providerId="ADAL" clId="{FDDD7D90-4293-4F5B-B440-645EABB52817}" dt="2026-10-13T05:00:14.666" v="1037" actId="20577"/>
          <ac:spMkLst>
            <pc:docMk/>
            <pc:sldMk cId="2838637852" sldId="4587"/>
            <ac:spMk id="18" creationId="{060748B7-3542-465B-9862-2087DB803119}"/>
          </ac:spMkLst>
        </pc:spChg>
      </pc:sldChg>
      <pc:sldChg chg="addSp delSp modSp add mod">
        <pc:chgData name="Minh Huynh" userId="01a137d4-0d81-46e0-aca6-c9185b391828" providerId="ADAL" clId="{FDDD7D90-4293-4F5B-B440-645EABB52817}" dt="2026-10-13T05:00:43.276" v="1060" actId="20577"/>
        <pc:sldMkLst>
          <pc:docMk/>
          <pc:sldMk cId="990204411" sldId="4602"/>
        </pc:sldMkLst>
        <pc:spChg chg="del">
          <ac:chgData name="Minh Huynh" userId="01a137d4-0d81-46e0-aca6-c9185b391828" providerId="ADAL" clId="{FDDD7D90-4293-4F5B-B440-645EABB52817}" dt="2026-10-13T05:00:34.572" v="1040" actId="478"/>
          <ac:spMkLst>
            <pc:docMk/>
            <pc:sldMk cId="990204411" sldId="4602"/>
            <ac:spMk id="3" creationId="{846C4BB3-855D-4B09-B334-F85A144A56B2}"/>
          </ac:spMkLst>
        </pc:spChg>
        <pc:spChg chg="del">
          <ac:chgData name="Minh Huynh" userId="01a137d4-0d81-46e0-aca6-c9185b391828" providerId="ADAL" clId="{FDDD7D90-4293-4F5B-B440-645EABB52817}" dt="2026-10-13T05:00:34.572" v="1040" actId="478"/>
          <ac:spMkLst>
            <pc:docMk/>
            <pc:sldMk cId="990204411" sldId="4602"/>
            <ac:spMk id="4" creationId="{CD34D917-67EF-40AF-8DB4-07333629D30F}"/>
          </ac:spMkLst>
        </pc:spChg>
        <pc:spChg chg="del">
          <ac:chgData name="Minh Huynh" userId="01a137d4-0d81-46e0-aca6-c9185b391828" providerId="ADAL" clId="{FDDD7D90-4293-4F5B-B440-645EABB52817}" dt="2026-10-13T05:00:34.572" v="1040" actId="478"/>
          <ac:spMkLst>
            <pc:docMk/>
            <pc:sldMk cId="990204411" sldId="4602"/>
            <ac:spMk id="5" creationId="{BFE94675-1403-41D9-9A8D-E255A76E5671}"/>
          </ac:spMkLst>
        </pc:spChg>
        <pc:spChg chg="del">
          <ac:chgData name="Minh Huynh" userId="01a137d4-0d81-46e0-aca6-c9185b391828" providerId="ADAL" clId="{FDDD7D90-4293-4F5B-B440-645EABB52817}" dt="2026-10-13T05:00:34.572" v="1040" actId="478"/>
          <ac:spMkLst>
            <pc:docMk/>
            <pc:sldMk cId="990204411" sldId="4602"/>
            <ac:spMk id="6" creationId="{C9AF8D4D-38DD-46F1-BFAE-BC0BAF2D688A}"/>
          </ac:spMkLst>
        </pc:spChg>
        <pc:spChg chg="del">
          <ac:chgData name="Minh Huynh" userId="01a137d4-0d81-46e0-aca6-c9185b391828" providerId="ADAL" clId="{FDDD7D90-4293-4F5B-B440-645EABB52817}" dt="2026-10-13T05:00:34.572" v="1040" actId="478"/>
          <ac:spMkLst>
            <pc:docMk/>
            <pc:sldMk cId="990204411" sldId="4602"/>
            <ac:spMk id="7" creationId="{2696235A-FFD4-427F-8C96-92D126163219}"/>
          </ac:spMkLst>
        </pc:spChg>
        <pc:spChg chg="del">
          <ac:chgData name="Minh Huynh" userId="01a137d4-0d81-46e0-aca6-c9185b391828" providerId="ADAL" clId="{FDDD7D90-4293-4F5B-B440-645EABB52817}" dt="2026-10-13T05:00:34.572" v="1040" actId="478"/>
          <ac:spMkLst>
            <pc:docMk/>
            <pc:sldMk cId="990204411" sldId="4602"/>
            <ac:spMk id="8" creationId="{94554AEB-060E-4235-B618-10474C26F659}"/>
          </ac:spMkLst>
        </pc:spChg>
        <pc:spChg chg="del">
          <ac:chgData name="Minh Huynh" userId="01a137d4-0d81-46e0-aca6-c9185b391828" providerId="ADAL" clId="{FDDD7D90-4293-4F5B-B440-645EABB52817}" dt="2026-10-13T05:00:34.572" v="1040" actId="478"/>
          <ac:spMkLst>
            <pc:docMk/>
            <pc:sldMk cId="990204411" sldId="4602"/>
            <ac:spMk id="9" creationId="{BBC28FAD-0E6E-41AC-ADB2-055BFCDDD46C}"/>
          </ac:spMkLst>
        </pc:spChg>
        <pc:spChg chg="del">
          <ac:chgData name="Minh Huynh" userId="01a137d4-0d81-46e0-aca6-c9185b391828" providerId="ADAL" clId="{FDDD7D90-4293-4F5B-B440-645EABB52817}" dt="2026-10-13T05:00:33.186" v="1039" actId="478"/>
          <ac:spMkLst>
            <pc:docMk/>
            <pc:sldMk cId="990204411" sldId="4602"/>
            <ac:spMk id="14" creationId="{31B2F0B0-AFF4-426C-8B40-A7F21D5C3EBA}"/>
          </ac:spMkLst>
        </pc:spChg>
        <pc:spChg chg="add mod">
          <ac:chgData name="Minh Huynh" userId="01a137d4-0d81-46e0-aca6-c9185b391828" providerId="ADAL" clId="{FDDD7D90-4293-4F5B-B440-645EABB52817}" dt="2026-10-13T05:00:43.276" v="1060" actId="20577"/>
          <ac:spMkLst>
            <pc:docMk/>
            <pc:sldMk cId="990204411" sldId="4602"/>
            <ac:spMk id="20" creationId="{4A52BF76-DA8E-4C01-A91B-742FD07B86A0}"/>
          </ac:spMkLst>
        </pc:spChg>
      </pc:sldChg>
      <pc:sldChg chg="addSp delSp modSp add mod">
        <pc:chgData name="Minh Huynh" userId="01a137d4-0d81-46e0-aca6-c9185b391828" providerId="ADAL" clId="{FDDD7D90-4293-4F5B-B440-645EABB52817}" dt="2026-10-13T05:01:01.950" v="1064"/>
        <pc:sldMkLst>
          <pc:docMk/>
          <pc:sldMk cId="115482038" sldId="4611"/>
        </pc:sldMkLst>
        <pc:spChg chg="del">
          <ac:chgData name="Minh Huynh" userId="01a137d4-0d81-46e0-aca6-c9185b391828" providerId="ADAL" clId="{FDDD7D90-4293-4F5B-B440-645EABB52817}" dt="2026-10-13T05:00:58.643" v="1063" actId="478"/>
          <ac:spMkLst>
            <pc:docMk/>
            <pc:sldMk cId="115482038" sldId="4611"/>
            <ac:spMk id="3" creationId="{846C4BB3-855D-4B09-B334-F85A144A56B2}"/>
          </ac:spMkLst>
        </pc:spChg>
        <pc:spChg chg="del">
          <ac:chgData name="Minh Huynh" userId="01a137d4-0d81-46e0-aca6-c9185b391828" providerId="ADAL" clId="{FDDD7D90-4293-4F5B-B440-645EABB52817}" dt="2026-10-13T05:00:58.643" v="1063" actId="478"/>
          <ac:spMkLst>
            <pc:docMk/>
            <pc:sldMk cId="115482038" sldId="4611"/>
            <ac:spMk id="4" creationId="{CD34D917-67EF-40AF-8DB4-07333629D30F}"/>
          </ac:spMkLst>
        </pc:spChg>
        <pc:spChg chg="del">
          <ac:chgData name="Minh Huynh" userId="01a137d4-0d81-46e0-aca6-c9185b391828" providerId="ADAL" clId="{FDDD7D90-4293-4F5B-B440-645EABB52817}" dt="2026-10-13T05:00:58.643" v="1063" actId="478"/>
          <ac:spMkLst>
            <pc:docMk/>
            <pc:sldMk cId="115482038" sldId="4611"/>
            <ac:spMk id="5" creationId="{BFE94675-1403-41D9-9A8D-E255A76E5671}"/>
          </ac:spMkLst>
        </pc:spChg>
        <pc:spChg chg="del">
          <ac:chgData name="Minh Huynh" userId="01a137d4-0d81-46e0-aca6-c9185b391828" providerId="ADAL" clId="{FDDD7D90-4293-4F5B-B440-645EABB52817}" dt="2026-10-13T05:00:58.643" v="1063" actId="478"/>
          <ac:spMkLst>
            <pc:docMk/>
            <pc:sldMk cId="115482038" sldId="4611"/>
            <ac:spMk id="6" creationId="{C9AF8D4D-38DD-46F1-BFAE-BC0BAF2D688A}"/>
          </ac:spMkLst>
        </pc:spChg>
        <pc:spChg chg="del">
          <ac:chgData name="Minh Huynh" userId="01a137d4-0d81-46e0-aca6-c9185b391828" providerId="ADAL" clId="{FDDD7D90-4293-4F5B-B440-645EABB52817}" dt="2026-10-13T05:00:58.643" v="1063" actId="478"/>
          <ac:spMkLst>
            <pc:docMk/>
            <pc:sldMk cId="115482038" sldId="4611"/>
            <ac:spMk id="7" creationId="{2696235A-FFD4-427F-8C96-92D126163219}"/>
          </ac:spMkLst>
        </pc:spChg>
        <pc:spChg chg="del">
          <ac:chgData name="Minh Huynh" userId="01a137d4-0d81-46e0-aca6-c9185b391828" providerId="ADAL" clId="{FDDD7D90-4293-4F5B-B440-645EABB52817}" dt="2026-10-13T05:00:58.643" v="1063" actId="478"/>
          <ac:spMkLst>
            <pc:docMk/>
            <pc:sldMk cId="115482038" sldId="4611"/>
            <ac:spMk id="8" creationId="{94554AEB-060E-4235-B618-10474C26F659}"/>
          </ac:spMkLst>
        </pc:spChg>
        <pc:spChg chg="del">
          <ac:chgData name="Minh Huynh" userId="01a137d4-0d81-46e0-aca6-c9185b391828" providerId="ADAL" clId="{FDDD7D90-4293-4F5B-B440-645EABB52817}" dt="2026-10-13T05:00:58.643" v="1063" actId="478"/>
          <ac:spMkLst>
            <pc:docMk/>
            <pc:sldMk cId="115482038" sldId="4611"/>
            <ac:spMk id="9" creationId="{BBC28FAD-0E6E-41AC-ADB2-055BFCDDD46C}"/>
          </ac:spMkLst>
        </pc:spChg>
        <pc:spChg chg="del">
          <ac:chgData name="Minh Huynh" userId="01a137d4-0d81-46e0-aca6-c9185b391828" providerId="ADAL" clId="{FDDD7D90-4293-4F5B-B440-645EABB52817}" dt="2026-10-13T05:00:57.505" v="1062" actId="478"/>
          <ac:spMkLst>
            <pc:docMk/>
            <pc:sldMk cId="115482038" sldId="4611"/>
            <ac:spMk id="14" creationId="{31B2F0B0-AFF4-426C-8B40-A7F21D5C3EBA}"/>
          </ac:spMkLst>
        </pc:spChg>
        <pc:spChg chg="add mod">
          <ac:chgData name="Minh Huynh" userId="01a137d4-0d81-46e0-aca6-c9185b391828" providerId="ADAL" clId="{FDDD7D90-4293-4F5B-B440-645EABB52817}" dt="2026-10-13T05:01:01.950" v="1064"/>
          <ac:spMkLst>
            <pc:docMk/>
            <pc:sldMk cId="115482038" sldId="4611"/>
            <ac:spMk id="15" creationId="{7FD81674-302E-45BB-9463-0768A47115EF}"/>
          </ac:spMkLst>
        </pc:spChg>
      </pc:sldChg>
    </pc:docChg>
  </pc:docChgLst>
  <pc:docChgLst>
    <pc:chgData name="Minh Huynh" userId="01a137d4-0d81-46e0-aca6-c9185b391828" providerId="ADAL" clId="{18447838-0BCA-432B-86F3-BB78526C143F}"/>
    <pc:docChg chg="undo redo custSel addSld delSld modSld sldOrd">
      <pc:chgData name="Minh Huynh" userId="01a137d4-0d81-46e0-aca6-c9185b391828" providerId="ADAL" clId="{18447838-0BCA-432B-86F3-BB78526C143F}" dt="2026-10-13T03:01:57.617" v="2674" actId="20577"/>
      <pc:docMkLst>
        <pc:docMk/>
      </pc:docMkLst>
      <pc:sldChg chg="modSp mod">
        <pc:chgData name="Minh Huynh" userId="01a137d4-0d81-46e0-aca6-c9185b391828" providerId="ADAL" clId="{18447838-0BCA-432B-86F3-BB78526C143F}" dt="2026-10-12T12:12:56.377" v="25" actId="20577"/>
        <pc:sldMkLst>
          <pc:docMk/>
          <pc:sldMk cId="1972624584" sldId="257"/>
        </pc:sldMkLst>
        <pc:spChg chg="mod">
          <ac:chgData name="Minh Huynh" userId="01a137d4-0d81-46e0-aca6-c9185b391828" providerId="ADAL" clId="{18447838-0BCA-432B-86F3-BB78526C143F}" dt="2026-10-12T12:12:56.377" v="25" actId="20577"/>
          <ac:spMkLst>
            <pc:docMk/>
            <pc:sldMk cId="1972624584" sldId="257"/>
            <ac:spMk id="13" creationId="{F11B6F01-F247-4E5E-AC9E-2D11F2681474}"/>
          </ac:spMkLst>
        </pc:spChg>
      </pc:sldChg>
      <pc:sldChg chg="delSp modSp mod">
        <pc:chgData name="Minh Huynh" userId="01a137d4-0d81-46e0-aca6-c9185b391828" providerId="ADAL" clId="{18447838-0BCA-432B-86F3-BB78526C143F}" dt="2026-10-12T12:15:47.610" v="91" actId="20577"/>
        <pc:sldMkLst>
          <pc:docMk/>
          <pc:sldMk cId="1166963934" sldId="883"/>
        </pc:sldMkLst>
        <pc:spChg chg="mod">
          <ac:chgData name="Minh Huynh" userId="01a137d4-0d81-46e0-aca6-c9185b391828" providerId="ADAL" clId="{18447838-0BCA-432B-86F3-BB78526C143F}" dt="2026-10-12T12:13:44.292" v="52" actId="20577"/>
          <ac:spMkLst>
            <pc:docMk/>
            <pc:sldMk cId="1166963934" sldId="883"/>
            <ac:spMk id="4" creationId="{7BC73E8E-0D58-4B4B-A5C4-A8AE38997407}"/>
          </ac:spMkLst>
        </pc:spChg>
        <pc:spChg chg="mod">
          <ac:chgData name="Minh Huynh" userId="01a137d4-0d81-46e0-aca6-c9185b391828" providerId="ADAL" clId="{18447838-0BCA-432B-86F3-BB78526C143F}" dt="2026-10-12T12:15:47.610" v="91" actId="20577"/>
          <ac:spMkLst>
            <pc:docMk/>
            <pc:sldMk cId="1166963934" sldId="883"/>
            <ac:spMk id="5" creationId="{3BBBF4A9-1FF9-45CB-8257-FB748ECAEB1A}"/>
          </ac:spMkLst>
        </pc:spChg>
        <pc:picChg chg="del">
          <ac:chgData name="Minh Huynh" userId="01a137d4-0d81-46e0-aca6-c9185b391828" providerId="ADAL" clId="{18447838-0BCA-432B-86F3-BB78526C143F}" dt="2026-10-12T12:13:32.921" v="26" actId="478"/>
          <ac:picMkLst>
            <pc:docMk/>
            <pc:sldMk cId="1166963934" sldId="883"/>
            <ac:picMk id="17" creationId="{C4882EA2-8155-4468-9F9F-5DD08F47BB0D}"/>
          </ac:picMkLst>
        </pc:picChg>
      </pc:sldChg>
      <pc:sldChg chg="del">
        <pc:chgData name="Minh Huynh" userId="01a137d4-0d81-46e0-aca6-c9185b391828" providerId="ADAL" clId="{18447838-0BCA-432B-86F3-BB78526C143F}" dt="2026-10-12T12:12:45.996" v="0" actId="47"/>
        <pc:sldMkLst>
          <pc:docMk/>
          <pc:sldMk cId="886266999" sldId="884"/>
        </pc:sldMkLst>
      </pc:sldChg>
      <pc:sldChg chg="addSp modSp add mod">
        <pc:chgData name="Minh Huynh" userId="01a137d4-0d81-46e0-aca6-c9185b391828" providerId="ADAL" clId="{18447838-0BCA-432B-86F3-BB78526C143F}" dt="2026-10-12T12:19:25.893" v="209" actId="1076"/>
        <pc:sldMkLst>
          <pc:docMk/>
          <pc:sldMk cId="2309281588" sldId="884"/>
        </pc:sldMkLst>
        <pc:spChg chg="mod">
          <ac:chgData name="Minh Huynh" userId="01a137d4-0d81-46e0-aca6-c9185b391828" providerId="ADAL" clId="{18447838-0BCA-432B-86F3-BB78526C143F}" dt="2026-10-12T12:16:36.483" v="122" actId="20577"/>
          <ac:spMkLst>
            <pc:docMk/>
            <pc:sldMk cId="2309281588" sldId="884"/>
            <ac:spMk id="4" creationId="{7BC73E8E-0D58-4B4B-A5C4-A8AE38997407}"/>
          </ac:spMkLst>
        </pc:spChg>
        <pc:spChg chg="mod">
          <ac:chgData name="Minh Huynh" userId="01a137d4-0d81-46e0-aca6-c9185b391828" providerId="ADAL" clId="{18447838-0BCA-432B-86F3-BB78526C143F}" dt="2026-10-12T12:19:11.164" v="206" actId="313"/>
          <ac:spMkLst>
            <pc:docMk/>
            <pc:sldMk cId="2309281588" sldId="884"/>
            <ac:spMk id="5" creationId="{3BBBF4A9-1FF9-45CB-8257-FB748ECAEB1A}"/>
          </ac:spMkLst>
        </pc:spChg>
        <pc:picChg chg="add mod">
          <ac:chgData name="Minh Huynh" userId="01a137d4-0d81-46e0-aca6-c9185b391828" providerId="ADAL" clId="{18447838-0BCA-432B-86F3-BB78526C143F}" dt="2026-10-12T12:19:25.893" v="209" actId="1076"/>
          <ac:picMkLst>
            <pc:docMk/>
            <pc:sldMk cId="2309281588" sldId="884"/>
            <ac:picMk id="6" creationId="{A382D1C7-26E9-43BC-8400-1AD84F16D59D}"/>
          </ac:picMkLst>
        </pc:picChg>
      </pc:sldChg>
      <pc:sldChg chg="del">
        <pc:chgData name="Minh Huynh" userId="01a137d4-0d81-46e0-aca6-c9185b391828" providerId="ADAL" clId="{18447838-0BCA-432B-86F3-BB78526C143F}" dt="2026-10-12T12:12:45.996" v="0" actId="47"/>
        <pc:sldMkLst>
          <pc:docMk/>
          <pc:sldMk cId="2730627283" sldId="885"/>
        </pc:sldMkLst>
      </pc:sldChg>
      <pc:sldChg chg="addSp delSp modSp add mod">
        <pc:chgData name="Minh Huynh" userId="01a137d4-0d81-46e0-aca6-c9185b391828" providerId="ADAL" clId="{18447838-0BCA-432B-86F3-BB78526C143F}" dt="2026-10-12T12:21:26.108" v="500" actId="5793"/>
        <pc:sldMkLst>
          <pc:docMk/>
          <pc:sldMk cId="2738950240" sldId="885"/>
        </pc:sldMkLst>
        <pc:spChg chg="del">
          <ac:chgData name="Minh Huynh" userId="01a137d4-0d81-46e0-aca6-c9185b391828" providerId="ADAL" clId="{18447838-0BCA-432B-86F3-BB78526C143F}" dt="2026-10-12T12:19:53.619" v="212" actId="478"/>
          <ac:spMkLst>
            <pc:docMk/>
            <pc:sldMk cId="2738950240" sldId="885"/>
            <ac:spMk id="5" creationId="{3BBBF4A9-1FF9-45CB-8257-FB748ECAEB1A}"/>
          </ac:spMkLst>
        </pc:spChg>
        <pc:spChg chg="add mod">
          <ac:chgData name="Minh Huynh" userId="01a137d4-0d81-46e0-aca6-c9185b391828" providerId="ADAL" clId="{18447838-0BCA-432B-86F3-BB78526C143F}" dt="2026-10-12T12:20:25.401" v="268" actId="1076"/>
          <ac:spMkLst>
            <pc:docMk/>
            <pc:sldMk cId="2738950240" sldId="885"/>
            <ac:spMk id="7" creationId="{A67962BC-F52B-4512-BD54-D49B95A1B3C0}"/>
          </ac:spMkLst>
        </pc:spChg>
        <pc:spChg chg="add mod">
          <ac:chgData name="Minh Huynh" userId="01a137d4-0d81-46e0-aca6-c9185b391828" providerId="ADAL" clId="{18447838-0BCA-432B-86F3-BB78526C143F}" dt="2026-10-12T12:20:25.401" v="268" actId="1076"/>
          <ac:spMkLst>
            <pc:docMk/>
            <pc:sldMk cId="2738950240" sldId="885"/>
            <ac:spMk id="8" creationId="{6A3F74B8-F5C4-47E9-B418-6F97CC2CB912}"/>
          </ac:spMkLst>
        </pc:spChg>
        <pc:spChg chg="add mod">
          <ac:chgData name="Minh Huynh" userId="01a137d4-0d81-46e0-aca6-c9185b391828" providerId="ADAL" clId="{18447838-0BCA-432B-86F3-BB78526C143F}" dt="2026-10-12T12:20:25.401" v="268" actId="1076"/>
          <ac:spMkLst>
            <pc:docMk/>
            <pc:sldMk cId="2738950240" sldId="885"/>
            <ac:spMk id="9" creationId="{4B34126E-809A-41DA-8EB7-3DFADF0446A8}"/>
          </ac:spMkLst>
        </pc:spChg>
        <pc:spChg chg="add mod">
          <ac:chgData name="Minh Huynh" userId="01a137d4-0d81-46e0-aca6-c9185b391828" providerId="ADAL" clId="{18447838-0BCA-432B-86F3-BB78526C143F}" dt="2026-10-12T12:20:25.401" v="268" actId="1076"/>
          <ac:spMkLst>
            <pc:docMk/>
            <pc:sldMk cId="2738950240" sldId="885"/>
            <ac:spMk id="10" creationId="{E48AF9D6-D45F-4795-969C-C4ADBA4B47BF}"/>
          </ac:spMkLst>
        </pc:spChg>
        <pc:spChg chg="mod">
          <ac:chgData name="Minh Huynh" userId="01a137d4-0d81-46e0-aca6-c9185b391828" providerId="ADAL" clId="{18447838-0BCA-432B-86F3-BB78526C143F}" dt="2026-10-12T12:19:57.427" v="213"/>
          <ac:spMkLst>
            <pc:docMk/>
            <pc:sldMk cId="2738950240" sldId="885"/>
            <ac:spMk id="12" creationId="{DDCF9F35-802A-46D2-8C08-176099A7CBA0}"/>
          </ac:spMkLst>
        </pc:spChg>
        <pc:spChg chg="mod">
          <ac:chgData name="Minh Huynh" userId="01a137d4-0d81-46e0-aca6-c9185b391828" providerId="ADAL" clId="{18447838-0BCA-432B-86F3-BB78526C143F}" dt="2026-10-12T12:19:57.427" v="213"/>
          <ac:spMkLst>
            <pc:docMk/>
            <pc:sldMk cId="2738950240" sldId="885"/>
            <ac:spMk id="13" creationId="{DE7FE73E-5630-45F7-BB99-A915B3556B3E}"/>
          </ac:spMkLst>
        </pc:spChg>
        <pc:spChg chg="add mod">
          <ac:chgData name="Minh Huynh" userId="01a137d4-0d81-46e0-aca6-c9185b391828" providerId="ADAL" clId="{18447838-0BCA-432B-86F3-BB78526C143F}" dt="2026-10-12T12:20:25.401" v="268" actId="1076"/>
          <ac:spMkLst>
            <pc:docMk/>
            <pc:sldMk cId="2738950240" sldId="885"/>
            <ac:spMk id="14" creationId="{421E6674-F7CF-4046-8FBF-EF120C0FFEEE}"/>
          </ac:spMkLst>
        </pc:spChg>
        <pc:spChg chg="add mod">
          <ac:chgData name="Minh Huynh" userId="01a137d4-0d81-46e0-aca6-c9185b391828" providerId="ADAL" clId="{18447838-0BCA-432B-86F3-BB78526C143F}" dt="2026-10-12T12:20:25.401" v="268" actId="1076"/>
          <ac:spMkLst>
            <pc:docMk/>
            <pc:sldMk cId="2738950240" sldId="885"/>
            <ac:spMk id="15" creationId="{E9585141-F4EB-4C15-8E4D-D717B624A067}"/>
          </ac:spMkLst>
        </pc:spChg>
        <pc:spChg chg="add mod">
          <ac:chgData name="Minh Huynh" userId="01a137d4-0d81-46e0-aca6-c9185b391828" providerId="ADAL" clId="{18447838-0BCA-432B-86F3-BB78526C143F}" dt="2026-10-12T12:20:25.401" v="268" actId="1076"/>
          <ac:spMkLst>
            <pc:docMk/>
            <pc:sldMk cId="2738950240" sldId="885"/>
            <ac:spMk id="16" creationId="{996F9ED6-A1A8-472C-B07B-4E2EA53EB1A0}"/>
          </ac:spMkLst>
        </pc:spChg>
        <pc:spChg chg="add mod">
          <ac:chgData name="Minh Huynh" userId="01a137d4-0d81-46e0-aca6-c9185b391828" providerId="ADAL" clId="{18447838-0BCA-432B-86F3-BB78526C143F}" dt="2026-10-12T12:20:25.401" v="268" actId="1076"/>
          <ac:spMkLst>
            <pc:docMk/>
            <pc:sldMk cId="2738950240" sldId="885"/>
            <ac:spMk id="17" creationId="{19C81F2C-03B6-467B-BB59-61285F0AF733}"/>
          </ac:spMkLst>
        </pc:spChg>
        <pc:spChg chg="add mod">
          <ac:chgData name="Minh Huynh" userId="01a137d4-0d81-46e0-aca6-c9185b391828" providerId="ADAL" clId="{18447838-0BCA-432B-86F3-BB78526C143F}" dt="2026-10-12T12:20:25.401" v="268" actId="1076"/>
          <ac:spMkLst>
            <pc:docMk/>
            <pc:sldMk cId="2738950240" sldId="885"/>
            <ac:spMk id="18" creationId="{8DA94EEE-1E2F-4C80-A31A-273A42C9402E}"/>
          </ac:spMkLst>
        </pc:spChg>
        <pc:spChg chg="add mod">
          <ac:chgData name="Minh Huynh" userId="01a137d4-0d81-46e0-aca6-c9185b391828" providerId="ADAL" clId="{18447838-0BCA-432B-86F3-BB78526C143F}" dt="2026-10-12T12:20:25.401" v="268" actId="1076"/>
          <ac:spMkLst>
            <pc:docMk/>
            <pc:sldMk cId="2738950240" sldId="885"/>
            <ac:spMk id="19" creationId="{143F4B56-B9BA-436A-9DE1-E4DB661A1C4D}"/>
          </ac:spMkLst>
        </pc:spChg>
        <pc:spChg chg="add mod">
          <ac:chgData name="Minh Huynh" userId="01a137d4-0d81-46e0-aca6-c9185b391828" providerId="ADAL" clId="{18447838-0BCA-432B-86F3-BB78526C143F}" dt="2026-10-12T12:20:25.401" v="268" actId="1076"/>
          <ac:spMkLst>
            <pc:docMk/>
            <pc:sldMk cId="2738950240" sldId="885"/>
            <ac:spMk id="20" creationId="{7B0834B4-98F5-4D56-851D-F433D8432989}"/>
          </ac:spMkLst>
        </pc:spChg>
        <pc:spChg chg="mod">
          <ac:chgData name="Minh Huynh" userId="01a137d4-0d81-46e0-aca6-c9185b391828" providerId="ADAL" clId="{18447838-0BCA-432B-86F3-BB78526C143F}" dt="2026-10-12T12:19:57.427" v="213"/>
          <ac:spMkLst>
            <pc:docMk/>
            <pc:sldMk cId="2738950240" sldId="885"/>
            <ac:spMk id="22" creationId="{0B30DE15-D661-426C-9D3C-E6D06564540E}"/>
          </ac:spMkLst>
        </pc:spChg>
        <pc:spChg chg="mod">
          <ac:chgData name="Minh Huynh" userId="01a137d4-0d81-46e0-aca6-c9185b391828" providerId="ADAL" clId="{18447838-0BCA-432B-86F3-BB78526C143F}" dt="2026-10-12T12:19:57.427" v="213"/>
          <ac:spMkLst>
            <pc:docMk/>
            <pc:sldMk cId="2738950240" sldId="885"/>
            <ac:spMk id="23" creationId="{B080AE62-D4D8-4977-8972-E30D2A3C579A}"/>
          </ac:spMkLst>
        </pc:spChg>
        <pc:spChg chg="mod">
          <ac:chgData name="Minh Huynh" userId="01a137d4-0d81-46e0-aca6-c9185b391828" providerId="ADAL" clId="{18447838-0BCA-432B-86F3-BB78526C143F}" dt="2026-10-12T12:19:57.427" v="213"/>
          <ac:spMkLst>
            <pc:docMk/>
            <pc:sldMk cId="2738950240" sldId="885"/>
            <ac:spMk id="25" creationId="{CA7DCE20-063C-4CF5-8748-79D28BCB0ECA}"/>
          </ac:spMkLst>
        </pc:spChg>
        <pc:spChg chg="mod">
          <ac:chgData name="Minh Huynh" userId="01a137d4-0d81-46e0-aca6-c9185b391828" providerId="ADAL" clId="{18447838-0BCA-432B-86F3-BB78526C143F}" dt="2026-10-12T12:19:57.427" v="213"/>
          <ac:spMkLst>
            <pc:docMk/>
            <pc:sldMk cId="2738950240" sldId="885"/>
            <ac:spMk id="26" creationId="{71DB0CC4-DEA9-40C5-8EC0-0B93EF7F4292}"/>
          </ac:spMkLst>
        </pc:spChg>
        <pc:spChg chg="mod">
          <ac:chgData name="Minh Huynh" userId="01a137d4-0d81-46e0-aca6-c9185b391828" providerId="ADAL" clId="{18447838-0BCA-432B-86F3-BB78526C143F}" dt="2026-10-12T12:19:57.427" v="213"/>
          <ac:spMkLst>
            <pc:docMk/>
            <pc:sldMk cId="2738950240" sldId="885"/>
            <ac:spMk id="28" creationId="{9F314D6B-AA69-4BED-BF4C-4B862A2F2A25}"/>
          </ac:spMkLst>
        </pc:spChg>
        <pc:spChg chg="mod">
          <ac:chgData name="Minh Huynh" userId="01a137d4-0d81-46e0-aca6-c9185b391828" providerId="ADAL" clId="{18447838-0BCA-432B-86F3-BB78526C143F}" dt="2026-10-12T12:19:57.427" v="213"/>
          <ac:spMkLst>
            <pc:docMk/>
            <pc:sldMk cId="2738950240" sldId="885"/>
            <ac:spMk id="29" creationId="{F9D90D8B-0BA7-4A5D-B9BF-1115A6EF5A42}"/>
          </ac:spMkLst>
        </pc:spChg>
        <pc:spChg chg="mod">
          <ac:chgData name="Minh Huynh" userId="01a137d4-0d81-46e0-aca6-c9185b391828" providerId="ADAL" clId="{18447838-0BCA-432B-86F3-BB78526C143F}" dt="2026-10-12T12:19:57.427" v="213"/>
          <ac:spMkLst>
            <pc:docMk/>
            <pc:sldMk cId="2738950240" sldId="885"/>
            <ac:spMk id="31" creationId="{F8476034-D5F6-4185-9459-F444541EF23B}"/>
          </ac:spMkLst>
        </pc:spChg>
        <pc:spChg chg="mod">
          <ac:chgData name="Minh Huynh" userId="01a137d4-0d81-46e0-aca6-c9185b391828" providerId="ADAL" clId="{18447838-0BCA-432B-86F3-BB78526C143F}" dt="2026-10-12T12:19:57.427" v="213"/>
          <ac:spMkLst>
            <pc:docMk/>
            <pc:sldMk cId="2738950240" sldId="885"/>
            <ac:spMk id="32" creationId="{5D94C366-EA62-4448-B935-7FE3C7437FD7}"/>
          </ac:spMkLst>
        </pc:spChg>
        <pc:spChg chg="mod">
          <ac:chgData name="Minh Huynh" userId="01a137d4-0d81-46e0-aca6-c9185b391828" providerId="ADAL" clId="{18447838-0BCA-432B-86F3-BB78526C143F}" dt="2026-10-12T12:19:57.427" v="213"/>
          <ac:spMkLst>
            <pc:docMk/>
            <pc:sldMk cId="2738950240" sldId="885"/>
            <ac:spMk id="34" creationId="{FE9337E5-1026-4EE2-8B37-0A71931BB186}"/>
          </ac:spMkLst>
        </pc:spChg>
        <pc:spChg chg="mod">
          <ac:chgData name="Minh Huynh" userId="01a137d4-0d81-46e0-aca6-c9185b391828" providerId="ADAL" clId="{18447838-0BCA-432B-86F3-BB78526C143F}" dt="2026-10-12T12:19:57.427" v="213"/>
          <ac:spMkLst>
            <pc:docMk/>
            <pc:sldMk cId="2738950240" sldId="885"/>
            <ac:spMk id="35" creationId="{6D404012-D62F-4034-B3D0-818F3C31F861}"/>
          </ac:spMkLst>
        </pc:spChg>
        <pc:spChg chg="mod">
          <ac:chgData name="Minh Huynh" userId="01a137d4-0d81-46e0-aca6-c9185b391828" providerId="ADAL" clId="{18447838-0BCA-432B-86F3-BB78526C143F}" dt="2026-10-12T12:19:57.427" v="213"/>
          <ac:spMkLst>
            <pc:docMk/>
            <pc:sldMk cId="2738950240" sldId="885"/>
            <ac:spMk id="37" creationId="{0FC85C24-ECCA-4946-8007-EDA8FF43B699}"/>
          </ac:spMkLst>
        </pc:spChg>
        <pc:spChg chg="mod">
          <ac:chgData name="Minh Huynh" userId="01a137d4-0d81-46e0-aca6-c9185b391828" providerId="ADAL" clId="{18447838-0BCA-432B-86F3-BB78526C143F}" dt="2026-10-12T12:19:57.427" v="213"/>
          <ac:spMkLst>
            <pc:docMk/>
            <pc:sldMk cId="2738950240" sldId="885"/>
            <ac:spMk id="38" creationId="{A0CAF9AE-57C4-4C91-82BE-92FDC3948B95}"/>
          </ac:spMkLst>
        </pc:spChg>
        <pc:spChg chg="mod">
          <ac:chgData name="Minh Huynh" userId="01a137d4-0d81-46e0-aca6-c9185b391828" providerId="ADAL" clId="{18447838-0BCA-432B-86F3-BB78526C143F}" dt="2026-10-12T12:19:57.427" v="213"/>
          <ac:spMkLst>
            <pc:docMk/>
            <pc:sldMk cId="2738950240" sldId="885"/>
            <ac:spMk id="40" creationId="{51CA3270-8F03-4C70-AB8C-8DD15FB48984}"/>
          </ac:spMkLst>
        </pc:spChg>
        <pc:spChg chg="mod">
          <ac:chgData name="Minh Huynh" userId="01a137d4-0d81-46e0-aca6-c9185b391828" providerId="ADAL" clId="{18447838-0BCA-432B-86F3-BB78526C143F}" dt="2026-10-12T12:19:57.427" v="213"/>
          <ac:spMkLst>
            <pc:docMk/>
            <pc:sldMk cId="2738950240" sldId="885"/>
            <ac:spMk id="41" creationId="{F41BEE5F-8E54-438E-B4D3-28C90850C238}"/>
          </ac:spMkLst>
        </pc:spChg>
        <pc:spChg chg="add mod">
          <ac:chgData name="Minh Huynh" userId="01a137d4-0d81-46e0-aca6-c9185b391828" providerId="ADAL" clId="{18447838-0BCA-432B-86F3-BB78526C143F}" dt="2026-10-12T12:20:25.401" v="268" actId="1076"/>
          <ac:spMkLst>
            <pc:docMk/>
            <pc:sldMk cId="2738950240" sldId="885"/>
            <ac:spMk id="42" creationId="{B242F3DE-95B6-40BC-856D-34209F6F41E3}"/>
          </ac:spMkLst>
        </pc:spChg>
        <pc:spChg chg="add mod">
          <ac:chgData name="Minh Huynh" userId="01a137d4-0d81-46e0-aca6-c9185b391828" providerId="ADAL" clId="{18447838-0BCA-432B-86F3-BB78526C143F}" dt="2026-10-12T12:20:25.401" v="268" actId="1076"/>
          <ac:spMkLst>
            <pc:docMk/>
            <pc:sldMk cId="2738950240" sldId="885"/>
            <ac:spMk id="43" creationId="{15B02777-4E6D-495F-946D-5C5CB5D4B55F}"/>
          </ac:spMkLst>
        </pc:spChg>
        <pc:spChg chg="add mod">
          <ac:chgData name="Minh Huynh" userId="01a137d4-0d81-46e0-aca6-c9185b391828" providerId="ADAL" clId="{18447838-0BCA-432B-86F3-BB78526C143F}" dt="2026-10-12T12:20:25.401" v="268" actId="1076"/>
          <ac:spMkLst>
            <pc:docMk/>
            <pc:sldMk cId="2738950240" sldId="885"/>
            <ac:spMk id="44" creationId="{0F20EE40-3AC7-42A0-A90D-0ADDC57C2037}"/>
          </ac:spMkLst>
        </pc:spChg>
        <pc:spChg chg="add mod">
          <ac:chgData name="Minh Huynh" userId="01a137d4-0d81-46e0-aca6-c9185b391828" providerId="ADAL" clId="{18447838-0BCA-432B-86F3-BB78526C143F}" dt="2026-10-12T12:20:25.401" v="268" actId="1076"/>
          <ac:spMkLst>
            <pc:docMk/>
            <pc:sldMk cId="2738950240" sldId="885"/>
            <ac:spMk id="45" creationId="{C918D1B5-F5B4-40C0-9396-EDF40DD3CACB}"/>
          </ac:spMkLst>
        </pc:spChg>
        <pc:spChg chg="add mod">
          <ac:chgData name="Minh Huynh" userId="01a137d4-0d81-46e0-aca6-c9185b391828" providerId="ADAL" clId="{18447838-0BCA-432B-86F3-BB78526C143F}" dt="2026-10-12T12:20:25.401" v="268" actId="1076"/>
          <ac:spMkLst>
            <pc:docMk/>
            <pc:sldMk cId="2738950240" sldId="885"/>
            <ac:spMk id="46" creationId="{71EA0A16-FC98-4B12-B68E-019281B65B2E}"/>
          </ac:spMkLst>
        </pc:spChg>
        <pc:spChg chg="add mod">
          <ac:chgData name="Minh Huynh" userId="01a137d4-0d81-46e0-aca6-c9185b391828" providerId="ADAL" clId="{18447838-0BCA-432B-86F3-BB78526C143F}" dt="2026-10-12T12:20:25.401" v="268" actId="1076"/>
          <ac:spMkLst>
            <pc:docMk/>
            <pc:sldMk cId="2738950240" sldId="885"/>
            <ac:spMk id="47" creationId="{3587714D-2307-4E12-B0FA-ED8B002AFD76}"/>
          </ac:spMkLst>
        </pc:spChg>
        <pc:spChg chg="add mod">
          <ac:chgData name="Minh Huynh" userId="01a137d4-0d81-46e0-aca6-c9185b391828" providerId="ADAL" clId="{18447838-0BCA-432B-86F3-BB78526C143F}" dt="2026-10-12T12:20:25.401" v="268" actId="1076"/>
          <ac:spMkLst>
            <pc:docMk/>
            <pc:sldMk cId="2738950240" sldId="885"/>
            <ac:spMk id="48" creationId="{48ED4C52-748F-4FF8-BB75-5D7EFB90836A}"/>
          </ac:spMkLst>
        </pc:spChg>
        <pc:spChg chg="add mod">
          <ac:chgData name="Minh Huynh" userId="01a137d4-0d81-46e0-aca6-c9185b391828" providerId="ADAL" clId="{18447838-0BCA-432B-86F3-BB78526C143F}" dt="2026-10-12T12:20:25.401" v="268" actId="1076"/>
          <ac:spMkLst>
            <pc:docMk/>
            <pc:sldMk cId="2738950240" sldId="885"/>
            <ac:spMk id="49" creationId="{BDAED572-4913-4721-9EFC-1D017663DE1D}"/>
          </ac:spMkLst>
        </pc:spChg>
        <pc:spChg chg="add mod">
          <ac:chgData name="Minh Huynh" userId="01a137d4-0d81-46e0-aca6-c9185b391828" providerId="ADAL" clId="{18447838-0BCA-432B-86F3-BB78526C143F}" dt="2026-10-12T12:20:25.401" v="268" actId="1076"/>
          <ac:spMkLst>
            <pc:docMk/>
            <pc:sldMk cId="2738950240" sldId="885"/>
            <ac:spMk id="50" creationId="{6138217B-56EB-435F-AEC6-75D0ED8A32AF}"/>
          </ac:spMkLst>
        </pc:spChg>
        <pc:spChg chg="add mod">
          <ac:chgData name="Minh Huynh" userId="01a137d4-0d81-46e0-aca6-c9185b391828" providerId="ADAL" clId="{18447838-0BCA-432B-86F3-BB78526C143F}" dt="2026-10-12T12:20:25.401" v="268" actId="1076"/>
          <ac:spMkLst>
            <pc:docMk/>
            <pc:sldMk cId="2738950240" sldId="885"/>
            <ac:spMk id="51" creationId="{0253CE86-679E-46D6-98AA-32632A73FCA3}"/>
          </ac:spMkLst>
        </pc:spChg>
        <pc:spChg chg="add mod">
          <ac:chgData name="Minh Huynh" userId="01a137d4-0d81-46e0-aca6-c9185b391828" providerId="ADAL" clId="{18447838-0BCA-432B-86F3-BB78526C143F}" dt="2026-10-12T12:20:25.401" v="268" actId="1076"/>
          <ac:spMkLst>
            <pc:docMk/>
            <pc:sldMk cId="2738950240" sldId="885"/>
            <ac:spMk id="52" creationId="{AFA18A70-4DF8-4816-ABC5-64670E6F1DE5}"/>
          </ac:spMkLst>
        </pc:spChg>
        <pc:spChg chg="add mod">
          <ac:chgData name="Minh Huynh" userId="01a137d4-0d81-46e0-aca6-c9185b391828" providerId="ADAL" clId="{18447838-0BCA-432B-86F3-BB78526C143F}" dt="2026-10-12T12:20:25.401" v="268" actId="1076"/>
          <ac:spMkLst>
            <pc:docMk/>
            <pc:sldMk cId="2738950240" sldId="885"/>
            <ac:spMk id="53" creationId="{FF5C1C2B-5300-4059-93AD-D6CA40AB49FC}"/>
          </ac:spMkLst>
        </pc:spChg>
        <pc:spChg chg="add mod">
          <ac:chgData name="Minh Huynh" userId="01a137d4-0d81-46e0-aca6-c9185b391828" providerId="ADAL" clId="{18447838-0BCA-432B-86F3-BB78526C143F}" dt="2026-10-12T12:20:25.401" v="268" actId="1076"/>
          <ac:spMkLst>
            <pc:docMk/>
            <pc:sldMk cId="2738950240" sldId="885"/>
            <ac:spMk id="54" creationId="{0CF689A3-C735-44C0-B575-79FAF2D9C7DF}"/>
          </ac:spMkLst>
        </pc:spChg>
        <pc:spChg chg="add mod">
          <ac:chgData name="Minh Huynh" userId="01a137d4-0d81-46e0-aca6-c9185b391828" providerId="ADAL" clId="{18447838-0BCA-432B-86F3-BB78526C143F}" dt="2026-10-12T12:20:25.401" v="268" actId="1076"/>
          <ac:spMkLst>
            <pc:docMk/>
            <pc:sldMk cId="2738950240" sldId="885"/>
            <ac:spMk id="55" creationId="{58DA22CD-9A5D-4543-BD5C-C20CC619E752}"/>
          </ac:spMkLst>
        </pc:spChg>
        <pc:spChg chg="add mod">
          <ac:chgData name="Minh Huynh" userId="01a137d4-0d81-46e0-aca6-c9185b391828" providerId="ADAL" clId="{18447838-0BCA-432B-86F3-BB78526C143F}" dt="2026-10-12T12:20:25.401" v="268" actId="1076"/>
          <ac:spMkLst>
            <pc:docMk/>
            <pc:sldMk cId="2738950240" sldId="885"/>
            <ac:spMk id="56" creationId="{1E023B0A-69A6-4BD1-9093-4AB9C8C844E6}"/>
          </ac:spMkLst>
        </pc:spChg>
        <pc:spChg chg="add mod">
          <ac:chgData name="Minh Huynh" userId="01a137d4-0d81-46e0-aca6-c9185b391828" providerId="ADAL" clId="{18447838-0BCA-432B-86F3-BB78526C143F}" dt="2026-10-12T12:20:25.401" v="268" actId="1076"/>
          <ac:spMkLst>
            <pc:docMk/>
            <pc:sldMk cId="2738950240" sldId="885"/>
            <ac:spMk id="57" creationId="{BCC7C8DE-36AA-4E38-ADD4-33ABEEB98403}"/>
          </ac:spMkLst>
        </pc:spChg>
        <pc:spChg chg="add mod">
          <ac:chgData name="Minh Huynh" userId="01a137d4-0d81-46e0-aca6-c9185b391828" providerId="ADAL" clId="{18447838-0BCA-432B-86F3-BB78526C143F}" dt="2026-10-12T12:20:25.401" v="268" actId="1076"/>
          <ac:spMkLst>
            <pc:docMk/>
            <pc:sldMk cId="2738950240" sldId="885"/>
            <ac:spMk id="58" creationId="{E2B35763-B21F-4E32-BAB0-1924A7E3E223}"/>
          </ac:spMkLst>
        </pc:spChg>
        <pc:spChg chg="add mod">
          <ac:chgData name="Minh Huynh" userId="01a137d4-0d81-46e0-aca6-c9185b391828" providerId="ADAL" clId="{18447838-0BCA-432B-86F3-BB78526C143F}" dt="2026-10-12T12:20:25.401" v="268" actId="1076"/>
          <ac:spMkLst>
            <pc:docMk/>
            <pc:sldMk cId="2738950240" sldId="885"/>
            <ac:spMk id="59" creationId="{F5BB3A27-C1D7-4D91-8711-CBECDC2AAAB4}"/>
          </ac:spMkLst>
        </pc:spChg>
        <pc:spChg chg="add mod">
          <ac:chgData name="Minh Huynh" userId="01a137d4-0d81-46e0-aca6-c9185b391828" providerId="ADAL" clId="{18447838-0BCA-432B-86F3-BB78526C143F}" dt="2026-10-12T12:20:25.401" v="268" actId="1076"/>
          <ac:spMkLst>
            <pc:docMk/>
            <pc:sldMk cId="2738950240" sldId="885"/>
            <ac:spMk id="60" creationId="{432556BA-79C5-4CA3-82A3-9D1662FFB47C}"/>
          </ac:spMkLst>
        </pc:spChg>
        <pc:spChg chg="add mod">
          <ac:chgData name="Minh Huynh" userId="01a137d4-0d81-46e0-aca6-c9185b391828" providerId="ADAL" clId="{18447838-0BCA-432B-86F3-BB78526C143F}" dt="2026-10-12T12:20:25.401" v="268" actId="1076"/>
          <ac:spMkLst>
            <pc:docMk/>
            <pc:sldMk cId="2738950240" sldId="885"/>
            <ac:spMk id="61" creationId="{0617273F-AA08-49F0-A2D6-A14FCC87A948}"/>
          </ac:spMkLst>
        </pc:spChg>
        <pc:spChg chg="add mod">
          <ac:chgData name="Minh Huynh" userId="01a137d4-0d81-46e0-aca6-c9185b391828" providerId="ADAL" clId="{18447838-0BCA-432B-86F3-BB78526C143F}" dt="2026-10-12T12:20:25.401" v="268" actId="1076"/>
          <ac:spMkLst>
            <pc:docMk/>
            <pc:sldMk cId="2738950240" sldId="885"/>
            <ac:spMk id="62" creationId="{85875A4D-AFA4-476A-8D81-F9CA4EFC1CD3}"/>
          </ac:spMkLst>
        </pc:spChg>
        <pc:spChg chg="add mod">
          <ac:chgData name="Minh Huynh" userId="01a137d4-0d81-46e0-aca6-c9185b391828" providerId="ADAL" clId="{18447838-0BCA-432B-86F3-BB78526C143F}" dt="2026-10-12T12:20:25.401" v="268" actId="1076"/>
          <ac:spMkLst>
            <pc:docMk/>
            <pc:sldMk cId="2738950240" sldId="885"/>
            <ac:spMk id="63" creationId="{85E43DC6-C32C-45A7-B8F6-9292264965F0}"/>
          </ac:spMkLst>
        </pc:spChg>
        <pc:spChg chg="add mod">
          <ac:chgData name="Minh Huynh" userId="01a137d4-0d81-46e0-aca6-c9185b391828" providerId="ADAL" clId="{18447838-0BCA-432B-86F3-BB78526C143F}" dt="2026-10-12T12:20:25.401" v="268" actId="1076"/>
          <ac:spMkLst>
            <pc:docMk/>
            <pc:sldMk cId="2738950240" sldId="885"/>
            <ac:spMk id="64" creationId="{B08F03FF-0CCE-4BD7-A7A2-06AD2EB991D8}"/>
          </ac:spMkLst>
        </pc:spChg>
        <pc:spChg chg="add mod">
          <ac:chgData name="Minh Huynh" userId="01a137d4-0d81-46e0-aca6-c9185b391828" providerId="ADAL" clId="{18447838-0BCA-432B-86F3-BB78526C143F}" dt="2026-10-12T12:20:25.401" v="268" actId="1076"/>
          <ac:spMkLst>
            <pc:docMk/>
            <pc:sldMk cId="2738950240" sldId="885"/>
            <ac:spMk id="65" creationId="{DD1C0551-ACE7-448B-B258-4BB3E87EF914}"/>
          </ac:spMkLst>
        </pc:spChg>
        <pc:spChg chg="add mod">
          <ac:chgData name="Minh Huynh" userId="01a137d4-0d81-46e0-aca6-c9185b391828" providerId="ADAL" clId="{18447838-0BCA-432B-86F3-BB78526C143F}" dt="2026-10-12T12:20:25.401" v="268" actId="1076"/>
          <ac:spMkLst>
            <pc:docMk/>
            <pc:sldMk cId="2738950240" sldId="885"/>
            <ac:spMk id="66" creationId="{1B851FF8-6234-496E-958E-BE95A3F06E9B}"/>
          </ac:spMkLst>
        </pc:spChg>
        <pc:spChg chg="add mod">
          <ac:chgData name="Minh Huynh" userId="01a137d4-0d81-46e0-aca6-c9185b391828" providerId="ADAL" clId="{18447838-0BCA-432B-86F3-BB78526C143F}" dt="2026-10-12T12:20:25.401" v="268" actId="1076"/>
          <ac:spMkLst>
            <pc:docMk/>
            <pc:sldMk cId="2738950240" sldId="885"/>
            <ac:spMk id="67" creationId="{DE1EC9FF-A4CD-4277-955E-E586340652F8}"/>
          </ac:spMkLst>
        </pc:spChg>
        <pc:spChg chg="add mod">
          <ac:chgData name="Minh Huynh" userId="01a137d4-0d81-46e0-aca6-c9185b391828" providerId="ADAL" clId="{18447838-0BCA-432B-86F3-BB78526C143F}" dt="2026-10-12T12:20:25.401" v="268" actId="1076"/>
          <ac:spMkLst>
            <pc:docMk/>
            <pc:sldMk cId="2738950240" sldId="885"/>
            <ac:spMk id="68" creationId="{8D89AC36-0742-462D-BB9A-13541A228B69}"/>
          </ac:spMkLst>
        </pc:spChg>
        <pc:spChg chg="add mod">
          <ac:chgData name="Minh Huynh" userId="01a137d4-0d81-46e0-aca6-c9185b391828" providerId="ADAL" clId="{18447838-0BCA-432B-86F3-BB78526C143F}" dt="2026-10-12T12:20:25.401" v="268" actId="1076"/>
          <ac:spMkLst>
            <pc:docMk/>
            <pc:sldMk cId="2738950240" sldId="885"/>
            <ac:spMk id="69" creationId="{2205AC33-9FDD-4C20-9251-8EDE93B7E154}"/>
          </ac:spMkLst>
        </pc:spChg>
        <pc:spChg chg="add mod">
          <ac:chgData name="Minh Huynh" userId="01a137d4-0d81-46e0-aca6-c9185b391828" providerId="ADAL" clId="{18447838-0BCA-432B-86F3-BB78526C143F}" dt="2026-10-12T12:20:25.401" v="268" actId="1076"/>
          <ac:spMkLst>
            <pc:docMk/>
            <pc:sldMk cId="2738950240" sldId="885"/>
            <ac:spMk id="70" creationId="{F1E7DEA1-9F9C-43D3-821E-E4130A01C0E6}"/>
          </ac:spMkLst>
        </pc:spChg>
        <pc:spChg chg="add mod">
          <ac:chgData name="Minh Huynh" userId="01a137d4-0d81-46e0-aca6-c9185b391828" providerId="ADAL" clId="{18447838-0BCA-432B-86F3-BB78526C143F}" dt="2026-10-12T12:20:25.401" v="268" actId="1076"/>
          <ac:spMkLst>
            <pc:docMk/>
            <pc:sldMk cId="2738950240" sldId="885"/>
            <ac:spMk id="71" creationId="{3BCDA718-6115-41E1-82DB-47DF09B9F038}"/>
          </ac:spMkLst>
        </pc:spChg>
        <pc:spChg chg="add mod">
          <ac:chgData name="Minh Huynh" userId="01a137d4-0d81-46e0-aca6-c9185b391828" providerId="ADAL" clId="{18447838-0BCA-432B-86F3-BB78526C143F}" dt="2026-10-12T12:20:25.401" v="268" actId="1076"/>
          <ac:spMkLst>
            <pc:docMk/>
            <pc:sldMk cId="2738950240" sldId="885"/>
            <ac:spMk id="72" creationId="{AA3DA68F-6579-4209-9EDE-07E56659287D}"/>
          </ac:spMkLst>
        </pc:spChg>
        <pc:spChg chg="add mod">
          <ac:chgData name="Minh Huynh" userId="01a137d4-0d81-46e0-aca6-c9185b391828" providerId="ADAL" clId="{18447838-0BCA-432B-86F3-BB78526C143F}" dt="2026-10-12T12:20:25.401" v="268" actId="1076"/>
          <ac:spMkLst>
            <pc:docMk/>
            <pc:sldMk cId="2738950240" sldId="885"/>
            <ac:spMk id="73" creationId="{59C30626-DD0B-42BC-8B6D-81D18D1782A8}"/>
          </ac:spMkLst>
        </pc:spChg>
        <pc:spChg chg="add mod">
          <ac:chgData name="Minh Huynh" userId="01a137d4-0d81-46e0-aca6-c9185b391828" providerId="ADAL" clId="{18447838-0BCA-432B-86F3-BB78526C143F}" dt="2026-10-12T12:21:26.108" v="500" actId="5793"/>
          <ac:spMkLst>
            <pc:docMk/>
            <pc:sldMk cId="2738950240" sldId="885"/>
            <ac:spMk id="74" creationId="{0BC5EFDD-B5EE-4CD3-9813-3FC4733EEA9A}"/>
          </ac:spMkLst>
        </pc:spChg>
        <pc:grpChg chg="add mod">
          <ac:chgData name="Minh Huynh" userId="01a137d4-0d81-46e0-aca6-c9185b391828" providerId="ADAL" clId="{18447838-0BCA-432B-86F3-BB78526C143F}" dt="2026-10-12T12:20:25.401" v="268" actId="1076"/>
          <ac:grpSpMkLst>
            <pc:docMk/>
            <pc:sldMk cId="2738950240" sldId="885"/>
            <ac:grpSpMk id="11" creationId="{5B920099-B518-4D2E-82E0-343DE121F2BB}"/>
          </ac:grpSpMkLst>
        </pc:grpChg>
        <pc:grpChg chg="add mod">
          <ac:chgData name="Minh Huynh" userId="01a137d4-0d81-46e0-aca6-c9185b391828" providerId="ADAL" clId="{18447838-0BCA-432B-86F3-BB78526C143F}" dt="2026-10-12T12:20:25.401" v="268" actId="1076"/>
          <ac:grpSpMkLst>
            <pc:docMk/>
            <pc:sldMk cId="2738950240" sldId="885"/>
            <ac:grpSpMk id="21" creationId="{E32746D7-EBE4-4027-A1F0-9FA7C95395C3}"/>
          </ac:grpSpMkLst>
        </pc:grpChg>
        <pc:grpChg chg="add mod">
          <ac:chgData name="Minh Huynh" userId="01a137d4-0d81-46e0-aca6-c9185b391828" providerId="ADAL" clId="{18447838-0BCA-432B-86F3-BB78526C143F}" dt="2026-10-12T12:20:25.401" v="268" actId="1076"/>
          <ac:grpSpMkLst>
            <pc:docMk/>
            <pc:sldMk cId="2738950240" sldId="885"/>
            <ac:grpSpMk id="24" creationId="{AE50BED5-117F-4004-8FA4-DFF30C46E086}"/>
          </ac:grpSpMkLst>
        </pc:grpChg>
        <pc:grpChg chg="add mod">
          <ac:chgData name="Minh Huynh" userId="01a137d4-0d81-46e0-aca6-c9185b391828" providerId="ADAL" clId="{18447838-0BCA-432B-86F3-BB78526C143F}" dt="2026-10-12T12:20:25.401" v="268" actId="1076"/>
          <ac:grpSpMkLst>
            <pc:docMk/>
            <pc:sldMk cId="2738950240" sldId="885"/>
            <ac:grpSpMk id="27" creationId="{759EA27F-95C7-4804-AFD4-5719CB73F124}"/>
          </ac:grpSpMkLst>
        </pc:grpChg>
        <pc:grpChg chg="add mod">
          <ac:chgData name="Minh Huynh" userId="01a137d4-0d81-46e0-aca6-c9185b391828" providerId="ADAL" clId="{18447838-0BCA-432B-86F3-BB78526C143F}" dt="2026-10-12T12:20:25.401" v="268" actId="1076"/>
          <ac:grpSpMkLst>
            <pc:docMk/>
            <pc:sldMk cId="2738950240" sldId="885"/>
            <ac:grpSpMk id="30" creationId="{47402669-A510-48D5-B430-FB374E0176A9}"/>
          </ac:grpSpMkLst>
        </pc:grpChg>
        <pc:grpChg chg="add mod">
          <ac:chgData name="Minh Huynh" userId="01a137d4-0d81-46e0-aca6-c9185b391828" providerId="ADAL" clId="{18447838-0BCA-432B-86F3-BB78526C143F}" dt="2026-10-12T12:20:25.401" v="268" actId="1076"/>
          <ac:grpSpMkLst>
            <pc:docMk/>
            <pc:sldMk cId="2738950240" sldId="885"/>
            <ac:grpSpMk id="33" creationId="{4289E4EA-4973-49E4-85D7-336AD5D53DE7}"/>
          </ac:grpSpMkLst>
        </pc:grpChg>
        <pc:grpChg chg="add mod">
          <ac:chgData name="Minh Huynh" userId="01a137d4-0d81-46e0-aca6-c9185b391828" providerId="ADAL" clId="{18447838-0BCA-432B-86F3-BB78526C143F}" dt="2026-10-12T12:20:25.401" v="268" actId="1076"/>
          <ac:grpSpMkLst>
            <pc:docMk/>
            <pc:sldMk cId="2738950240" sldId="885"/>
            <ac:grpSpMk id="36" creationId="{EF2B91C8-07CB-4470-ACA1-DB1139D2851A}"/>
          </ac:grpSpMkLst>
        </pc:grpChg>
        <pc:grpChg chg="add mod">
          <ac:chgData name="Minh Huynh" userId="01a137d4-0d81-46e0-aca6-c9185b391828" providerId="ADAL" clId="{18447838-0BCA-432B-86F3-BB78526C143F}" dt="2026-10-12T12:20:25.401" v="268" actId="1076"/>
          <ac:grpSpMkLst>
            <pc:docMk/>
            <pc:sldMk cId="2738950240" sldId="885"/>
            <ac:grpSpMk id="39" creationId="{C27BFCA6-6D08-4B06-AC70-0E9D35442B6C}"/>
          </ac:grpSpMkLst>
        </pc:grpChg>
        <pc:picChg chg="del">
          <ac:chgData name="Minh Huynh" userId="01a137d4-0d81-46e0-aca6-c9185b391828" providerId="ADAL" clId="{18447838-0BCA-432B-86F3-BB78526C143F}" dt="2026-10-12T12:19:52.205" v="211" actId="478"/>
          <ac:picMkLst>
            <pc:docMk/>
            <pc:sldMk cId="2738950240" sldId="885"/>
            <ac:picMk id="6" creationId="{A382D1C7-26E9-43BC-8400-1AD84F16D59D}"/>
          </ac:picMkLst>
        </pc:picChg>
      </pc:sldChg>
      <pc:sldChg chg="addSp modSp add mod">
        <pc:chgData name="Minh Huynh" userId="01a137d4-0d81-46e0-aca6-c9185b391828" providerId="ADAL" clId="{18447838-0BCA-432B-86F3-BB78526C143F}" dt="2026-10-12T12:23:13.268" v="656" actId="1076"/>
        <pc:sldMkLst>
          <pc:docMk/>
          <pc:sldMk cId="1430599913" sldId="886"/>
        </pc:sldMkLst>
        <pc:spChg chg="mod">
          <ac:chgData name="Minh Huynh" userId="01a137d4-0d81-46e0-aca6-c9185b391828" providerId="ADAL" clId="{18447838-0BCA-432B-86F3-BB78526C143F}" dt="2026-10-12T12:22:55.821" v="652" actId="1076"/>
          <ac:spMkLst>
            <pc:docMk/>
            <pc:sldMk cId="1430599913" sldId="886"/>
            <ac:spMk id="7" creationId="{A67962BC-F52B-4512-BD54-D49B95A1B3C0}"/>
          </ac:spMkLst>
        </pc:spChg>
        <pc:spChg chg="mod">
          <ac:chgData name="Minh Huynh" userId="01a137d4-0d81-46e0-aca6-c9185b391828" providerId="ADAL" clId="{18447838-0BCA-432B-86F3-BB78526C143F}" dt="2026-10-12T12:22:55.821" v="652" actId="1076"/>
          <ac:spMkLst>
            <pc:docMk/>
            <pc:sldMk cId="1430599913" sldId="886"/>
            <ac:spMk id="8" creationId="{6A3F74B8-F5C4-47E9-B418-6F97CC2CB912}"/>
          </ac:spMkLst>
        </pc:spChg>
        <pc:spChg chg="mod">
          <ac:chgData name="Minh Huynh" userId="01a137d4-0d81-46e0-aca6-c9185b391828" providerId="ADAL" clId="{18447838-0BCA-432B-86F3-BB78526C143F}" dt="2026-10-12T12:22:55.821" v="652" actId="1076"/>
          <ac:spMkLst>
            <pc:docMk/>
            <pc:sldMk cId="1430599913" sldId="886"/>
            <ac:spMk id="9" creationId="{4B34126E-809A-41DA-8EB7-3DFADF0446A8}"/>
          </ac:spMkLst>
        </pc:spChg>
        <pc:spChg chg="mod">
          <ac:chgData name="Minh Huynh" userId="01a137d4-0d81-46e0-aca6-c9185b391828" providerId="ADAL" clId="{18447838-0BCA-432B-86F3-BB78526C143F}" dt="2026-10-12T12:22:55.821" v="652" actId="1076"/>
          <ac:spMkLst>
            <pc:docMk/>
            <pc:sldMk cId="1430599913" sldId="886"/>
            <ac:spMk id="10" creationId="{E48AF9D6-D45F-4795-969C-C4ADBA4B47BF}"/>
          </ac:spMkLst>
        </pc:spChg>
        <pc:spChg chg="mod">
          <ac:chgData name="Minh Huynh" userId="01a137d4-0d81-46e0-aca6-c9185b391828" providerId="ADAL" clId="{18447838-0BCA-432B-86F3-BB78526C143F}" dt="2026-10-12T12:22:55.821" v="652" actId="1076"/>
          <ac:spMkLst>
            <pc:docMk/>
            <pc:sldMk cId="1430599913" sldId="886"/>
            <ac:spMk id="14" creationId="{421E6674-F7CF-4046-8FBF-EF120C0FFEEE}"/>
          </ac:spMkLst>
        </pc:spChg>
        <pc:spChg chg="mod">
          <ac:chgData name="Minh Huynh" userId="01a137d4-0d81-46e0-aca6-c9185b391828" providerId="ADAL" clId="{18447838-0BCA-432B-86F3-BB78526C143F}" dt="2026-10-12T12:22:55.821" v="652" actId="1076"/>
          <ac:spMkLst>
            <pc:docMk/>
            <pc:sldMk cId="1430599913" sldId="886"/>
            <ac:spMk id="15" creationId="{E9585141-F4EB-4C15-8E4D-D717B624A067}"/>
          </ac:spMkLst>
        </pc:spChg>
        <pc:spChg chg="mod">
          <ac:chgData name="Minh Huynh" userId="01a137d4-0d81-46e0-aca6-c9185b391828" providerId="ADAL" clId="{18447838-0BCA-432B-86F3-BB78526C143F}" dt="2026-10-12T12:22:55.821" v="652" actId="1076"/>
          <ac:spMkLst>
            <pc:docMk/>
            <pc:sldMk cId="1430599913" sldId="886"/>
            <ac:spMk id="16" creationId="{996F9ED6-A1A8-472C-B07B-4E2EA53EB1A0}"/>
          </ac:spMkLst>
        </pc:spChg>
        <pc:spChg chg="mod">
          <ac:chgData name="Minh Huynh" userId="01a137d4-0d81-46e0-aca6-c9185b391828" providerId="ADAL" clId="{18447838-0BCA-432B-86F3-BB78526C143F}" dt="2026-10-12T12:22:55.821" v="652" actId="1076"/>
          <ac:spMkLst>
            <pc:docMk/>
            <pc:sldMk cId="1430599913" sldId="886"/>
            <ac:spMk id="17" creationId="{19C81F2C-03B6-467B-BB59-61285F0AF733}"/>
          </ac:spMkLst>
        </pc:spChg>
        <pc:spChg chg="mod">
          <ac:chgData name="Minh Huynh" userId="01a137d4-0d81-46e0-aca6-c9185b391828" providerId="ADAL" clId="{18447838-0BCA-432B-86F3-BB78526C143F}" dt="2026-10-12T12:22:55.821" v="652" actId="1076"/>
          <ac:spMkLst>
            <pc:docMk/>
            <pc:sldMk cId="1430599913" sldId="886"/>
            <ac:spMk id="18" creationId="{8DA94EEE-1E2F-4C80-A31A-273A42C9402E}"/>
          </ac:spMkLst>
        </pc:spChg>
        <pc:spChg chg="mod">
          <ac:chgData name="Minh Huynh" userId="01a137d4-0d81-46e0-aca6-c9185b391828" providerId="ADAL" clId="{18447838-0BCA-432B-86F3-BB78526C143F}" dt="2026-10-12T12:22:55.821" v="652" actId="1076"/>
          <ac:spMkLst>
            <pc:docMk/>
            <pc:sldMk cId="1430599913" sldId="886"/>
            <ac:spMk id="19" creationId="{143F4B56-B9BA-436A-9DE1-E4DB661A1C4D}"/>
          </ac:spMkLst>
        </pc:spChg>
        <pc:spChg chg="mod">
          <ac:chgData name="Minh Huynh" userId="01a137d4-0d81-46e0-aca6-c9185b391828" providerId="ADAL" clId="{18447838-0BCA-432B-86F3-BB78526C143F}" dt="2026-10-12T12:22:55.821" v="652" actId="1076"/>
          <ac:spMkLst>
            <pc:docMk/>
            <pc:sldMk cId="1430599913" sldId="886"/>
            <ac:spMk id="20" creationId="{7B0834B4-98F5-4D56-851D-F433D8432989}"/>
          </ac:spMkLst>
        </pc:spChg>
        <pc:spChg chg="mod">
          <ac:chgData name="Minh Huynh" userId="01a137d4-0d81-46e0-aca6-c9185b391828" providerId="ADAL" clId="{18447838-0BCA-432B-86F3-BB78526C143F}" dt="2026-10-12T12:22:55.821" v="652" actId="1076"/>
          <ac:spMkLst>
            <pc:docMk/>
            <pc:sldMk cId="1430599913" sldId="886"/>
            <ac:spMk id="42" creationId="{B242F3DE-95B6-40BC-856D-34209F6F41E3}"/>
          </ac:spMkLst>
        </pc:spChg>
        <pc:spChg chg="mod">
          <ac:chgData name="Minh Huynh" userId="01a137d4-0d81-46e0-aca6-c9185b391828" providerId="ADAL" clId="{18447838-0BCA-432B-86F3-BB78526C143F}" dt="2026-10-12T12:22:55.821" v="652" actId="1076"/>
          <ac:spMkLst>
            <pc:docMk/>
            <pc:sldMk cId="1430599913" sldId="886"/>
            <ac:spMk id="43" creationId="{15B02777-4E6D-495F-946D-5C5CB5D4B55F}"/>
          </ac:spMkLst>
        </pc:spChg>
        <pc:spChg chg="mod">
          <ac:chgData name="Minh Huynh" userId="01a137d4-0d81-46e0-aca6-c9185b391828" providerId="ADAL" clId="{18447838-0BCA-432B-86F3-BB78526C143F}" dt="2026-10-12T12:22:55.821" v="652" actId="1076"/>
          <ac:spMkLst>
            <pc:docMk/>
            <pc:sldMk cId="1430599913" sldId="886"/>
            <ac:spMk id="44" creationId="{0F20EE40-3AC7-42A0-A90D-0ADDC57C2037}"/>
          </ac:spMkLst>
        </pc:spChg>
        <pc:spChg chg="mod">
          <ac:chgData name="Minh Huynh" userId="01a137d4-0d81-46e0-aca6-c9185b391828" providerId="ADAL" clId="{18447838-0BCA-432B-86F3-BB78526C143F}" dt="2026-10-12T12:22:55.821" v="652" actId="1076"/>
          <ac:spMkLst>
            <pc:docMk/>
            <pc:sldMk cId="1430599913" sldId="886"/>
            <ac:spMk id="45" creationId="{C918D1B5-F5B4-40C0-9396-EDF40DD3CACB}"/>
          </ac:spMkLst>
        </pc:spChg>
        <pc:spChg chg="mod">
          <ac:chgData name="Minh Huynh" userId="01a137d4-0d81-46e0-aca6-c9185b391828" providerId="ADAL" clId="{18447838-0BCA-432B-86F3-BB78526C143F}" dt="2026-10-12T12:22:55.821" v="652" actId="1076"/>
          <ac:spMkLst>
            <pc:docMk/>
            <pc:sldMk cId="1430599913" sldId="886"/>
            <ac:spMk id="46" creationId="{71EA0A16-FC98-4B12-B68E-019281B65B2E}"/>
          </ac:spMkLst>
        </pc:spChg>
        <pc:spChg chg="mod">
          <ac:chgData name="Minh Huynh" userId="01a137d4-0d81-46e0-aca6-c9185b391828" providerId="ADAL" clId="{18447838-0BCA-432B-86F3-BB78526C143F}" dt="2026-10-12T12:22:55.821" v="652" actId="1076"/>
          <ac:spMkLst>
            <pc:docMk/>
            <pc:sldMk cId="1430599913" sldId="886"/>
            <ac:spMk id="47" creationId="{3587714D-2307-4E12-B0FA-ED8B002AFD76}"/>
          </ac:spMkLst>
        </pc:spChg>
        <pc:spChg chg="mod">
          <ac:chgData name="Minh Huynh" userId="01a137d4-0d81-46e0-aca6-c9185b391828" providerId="ADAL" clId="{18447838-0BCA-432B-86F3-BB78526C143F}" dt="2026-10-12T12:22:55.821" v="652" actId="1076"/>
          <ac:spMkLst>
            <pc:docMk/>
            <pc:sldMk cId="1430599913" sldId="886"/>
            <ac:spMk id="48" creationId="{48ED4C52-748F-4FF8-BB75-5D7EFB90836A}"/>
          </ac:spMkLst>
        </pc:spChg>
        <pc:spChg chg="mod">
          <ac:chgData name="Minh Huynh" userId="01a137d4-0d81-46e0-aca6-c9185b391828" providerId="ADAL" clId="{18447838-0BCA-432B-86F3-BB78526C143F}" dt="2026-10-12T12:22:55.821" v="652" actId="1076"/>
          <ac:spMkLst>
            <pc:docMk/>
            <pc:sldMk cId="1430599913" sldId="886"/>
            <ac:spMk id="49" creationId="{BDAED572-4913-4721-9EFC-1D017663DE1D}"/>
          </ac:spMkLst>
        </pc:spChg>
        <pc:spChg chg="mod">
          <ac:chgData name="Minh Huynh" userId="01a137d4-0d81-46e0-aca6-c9185b391828" providerId="ADAL" clId="{18447838-0BCA-432B-86F3-BB78526C143F}" dt="2026-10-12T12:22:55.821" v="652" actId="1076"/>
          <ac:spMkLst>
            <pc:docMk/>
            <pc:sldMk cId="1430599913" sldId="886"/>
            <ac:spMk id="50" creationId="{6138217B-56EB-435F-AEC6-75D0ED8A32AF}"/>
          </ac:spMkLst>
        </pc:spChg>
        <pc:spChg chg="mod">
          <ac:chgData name="Minh Huynh" userId="01a137d4-0d81-46e0-aca6-c9185b391828" providerId="ADAL" clId="{18447838-0BCA-432B-86F3-BB78526C143F}" dt="2026-10-12T12:22:55.821" v="652" actId="1076"/>
          <ac:spMkLst>
            <pc:docMk/>
            <pc:sldMk cId="1430599913" sldId="886"/>
            <ac:spMk id="51" creationId="{0253CE86-679E-46D6-98AA-32632A73FCA3}"/>
          </ac:spMkLst>
        </pc:spChg>
        <pc:spChg chg="mod">
          <ac:chgData name="Minh Huynh" userId="01a137d4-0d81-46e0-aca6-c9185b391828" providerId="ADAL" clId="{18447838-0BCA-432B-86F3-BB78526C143F}" dt="2026-10-12T12:22:55.821" v="652" actId="1076"/>
          <ac:spMkLst>
            <pc:docMk/>
            <pc:sldMk cId="1430599913" sldId="886"/>
            <ac:spMk id="52" creationId="{AFA18A70-4DF8-4816-ABC5-64670E6F1DE5}"/>
          </ac:spMkLst>
        </pc:spChg>
        <pc:spChg chg="mod">
          <ac:chgData name="Minh Huynh" userId="01a137d4-0d81-46e0-aca6-c9185b391828" providerId="ADAL" clId="{18447838-0BCA-432B-86F3-BB78526C143F}" dt="2026-10-12T12:22:55.821" v="652" actId="1076"/>
          <ac:spMkLst>
            <pc:docMk/>
            <pc:sldMk cId="1430599913" sldId="886"/>
            <ac:spMk id="53" creationId="{FF5C1C2B-5300-4059-93AD-D6CA40AB49FC}"/>
          </ac:spMkLst>
        </pc:spChg>
        <pc:spChg chg="mod">
          <ac:chgData name="Minh Huynh" userId="01a137d4-0d81-46e0-aca6-c9185b391828" providerId="ADAL" clId="{18447838-0BCA-432B-86F3-BB78526C143F}" dt="2026-10-12T12:22:55.821" v="652" actId="1076"/>
          <ac:spMkLst>
            <pc:docMk/>
            <pc:sldMk cId="1430599913" sldId="886"/>
            <ac:spMk id="54" creationId="{0CF689A3-C735-44C0-B575-79FAF2D9C7DF}"/>
          </ac:spMkLst>
        </pc:spChg>
        <pc:spChg chg="mod">
          <ac:chgData name="Minh Huynh" userId="01a137d4-0d81-46e0-aca6-c9185b391828" providerId="ADAL" clId="{18447838-0BCA-432B-86F3-BB78526C143F}" dt="2026-10-12T12:22:55.821" v="652" actId="1076"/>
          <ac:spMkLst>
            <pc:docMk/>
            <pc:sldMk cId="1430599913" sldId="886"/>
            <ac:spMk id="55" creationId="{58DA22CD-9A5D-4543-BD5C-C20CC619E752}"/>
          </ac:spMkLst>
        </pc:spChg>
        <pc:spChg chg="mod">
          <ac:chgData name="Minh Huynh" userId="01a137d4-0d81-46e0-aca6-c9185b391828" providerId="ADAL" clId="{18447838-0BCA-432B-86F3-BB78526C143F}" dt="2026-10-12T12:22:55.821" v="652" actId="1076"/>
          <ac:spMkLst>
            <pc:docMk/>
            <pc:sldMk cId="1430599913" sldId="886"/>
            <ac:spMk id="56" creationId="{1E023B0A-69A6-4BD1-9093-4AB9C8C844E6}"/>
          </ac:spMkLst>
        </pc:spChg>
        <pc:spChg chg="mod">
          <ac:chgData name="Minh Huynh" userId="01a137d4-0d81-46e0-aca6-c9185b391828" providerId="ADAL" clId="{18447838-0BCA-432B-86F3-BB78526C143F}" dt="2026-10-12T12:22:55.821" v="652" actId="1076"/>
          <ac:spMkLst>
            <pc:docMk/>
            <pc:sldMk cId="1430599913" sldId="886"/>
            <ac:spMk id="57" creationId="{BCC7C8DE-36AA-4E38-ADD4-33ABEEB98403}"/>
          </ac:spMkLst>
        </pc:spChg>
        <pc:spChg chg="mod">
          <ac:chgData name="Minh Huynh" userId="01a137d4-0d81-46e0-aca6-c9185b391828" providerId="ADAL" clId="{18447838-0BCA-432B-86F3-BB78526C143F}" dt="2026-10-12T12:22:55.821" v="652" actId="1076"/>
          <ac:spMkLst>
            <pc:docMk/>
            <pc:sldMk cId="1430599913" sldId="886"/>
            <ac:spMk id="58" creationId="{E2B35763-B21F-4E32-BAB0-1924A7E3E223}"/>
          </ac:spMkLst>
        </pc:spChg>
        <pc:spChg chg="mod">
          <ac:chgData name="Minh Huynh" userId="01a137d4-0d81-46e0-aca6-c9185b391828" providerId="ADAL" clId="{18447838-0BCA-432B-86F3-BB78526C143F}" dt="2026-10-12T12:22:55.821" v="652" actId="1076"/>
          <ac:spMkLst>
            <pc:docMk/>
            <pc:sldMk cId="1430599913" sldId="886"/>
            <ac:spMk id="59" creationId="{F5BB3A27-C1D7-4D91-8711-CBECDC2AAAB4}"/>
          </ac:spMkLst>
        </pc:spChg>
        <pc:spChg chg="mod">
          <ac:chgData name="Minh Huynh" userId="01a137d4-0d81-46e0-aca6-c9185b391828" providerId="ADAL" clId="{18447838-0BCA-432B-86F3-BB78526C143F}" dt="2026-10-12T12:22:55.821" v="652" actId="1076"/>
          <ac:spMkLst>
            <pc:docMk/>
            <pc:sldMk cId="1430599913" sldId="886"/>
            <ac:spMk id="60" creationId="{432556BA-79C5-4CA3-82A3-9D1662FFB47C}"/>
          </ac:spMkLst>
        </pc:spChg>
        <pc:spChg chg="mod">
          <ac:chgData name="Minh Huynh" userId="01a137d4-0d81-46e0-aca6-c9185b391828" providerId="ADAL" clId="{18447838-0BCA-432B-86F3-BB78526C143F}" dt="2026-10-12T12:22:55.821" v="652" actId="1076"/>
          <ac:spMkLst>
            <pc:docMk/>
            <pc:sldMk cId="1430599913" sldId="886"/>
            <ac:spMk id="61" creationId="{0617273F-AA08-49F0-A2D6-A14FCC87A948}"/>
          </ac:spMkLst>
        </pc:spChg>
        <pc:spChg chg="mod">
          <ac:chgData name="Minh Huynh" userId="01a137d4-0d81-46e0-aca6-c9185b391828" providerId="ADAL" clId="{18447838-0BCA-432B-86F3-BB78526C143F}" dt="2026-10-12T12:22:55.821" v="652" actId="1076"/>
          <ac:spMkLst>
            <pc:docMk/>
            <pc:sldMk cId="1430599913" sldId="886"/>
            <ac:spMk id="62" creationId="{85875A4D-AFA4-476A-8D81-F9CA4EFC1CD3}"/>
          </ac:spMkLst>
        </pc:spChg>
        <pc:spChg chg="mod">
          <ac:chgData name="Minh Huynh" userId="01a137d4-0d81-46e0-aca6-c9185b391828" providerId="ADAL" clId="{18447838-0BCA-432B-86F3-BB78526C143F}" dt="2026-10-12T12:22:55.821" v="652" actId="1076"/>
          <ac:spMkLst>
            <pc:docMk/>
            <pc:sldMk cId="1430599913" sldId="886"/>
            <ac:spMk id="63" creationId="{85E43DC6-C32C-45A7-B8F6-9292264965F0}"/>
          </ac:spMkLst>
        </pc:spChg>
        <pc:spChg chg="mod">
          <ac:chgData name="Minh Huynh" userId="01a137d4-0d81-46e0-aca6-c9185b391828" providerId="ADAL" clId="{18447838-0BCA-432B-86F3-BB78526C143F}" dt="2026-10-12T12:22:55.821" v="652" actId="1076"/>
          <ac:spMkLst>
            <pc:docMk/>
            <pc:sldMk cId="1430599913" sldId="886"/>
            <ac:spMk id="64" creationId="{B08F03FF-0CCE-4BD7-A7A2-06AD2EB991D8}"/>
          </ac:spMkLst>
        </pc:spChg>
        <pc:spChg chg="mod">
          <ac:chgData name="Minh Huynh" userId="01a137d4-0d81-46e0-aca6-c9185b391828" providerId="ADAL" clId="{18447838-0BCA-432B-86F3-BB78526C143F}" dt="2026-10-12T12:22:55.821" v="652" actId="1076"/>
          <ac:spMkLst>
            <pc:docMk/>
            <pc:sldMk cId="1430599913" sldId="886"/>
            <ac:spMk id="65" creationId="{DD1C0551-ACE7-448B-B258-4BB3E87EF914}"/>
          </ac:spMkLst>
        </pc:spChg>
        <pc:spChg chg="mod">
          <ac:chgData name="Minh Huynh" userId="01a137d4-0d81-46e0-aca6-c9185b391828" providerId="ADAL" clId="{18447838-0BCA-432B-86F3-BB78526C143F}" dt="2026-10-12T12:22:55.821" v="652" actId="1076"/>
          <ac:spMkLst>
            <pc:docMk/>
            <pc:sldMk cId="1430599913" sldId="886"/>
            <ac:spMk id="66" creationId="{1B851FF8-6234-496E-958E-BE95A3F06E9B}"/>
          </ac:spMkLst>
        </pc:spChg>
        <pc:spChg chg="mod">
          <ac:chgData name="Minh Huynh" userId="01a137d4-0d81-46e0-aca6-c9185b391828" providerId="ADAL" clId="{18447838-0BCA-432B-86F3-BB78526C143F}" dt="2026-10-12T12:22:55.821" v="652" actId="1076"/>
          <ac:spMkLst>
            <pc:docMk/>
            <pc:sldMk cId="1430599913" sldId="886"/>
            <ac:spMk id="67" creationId="{DE1EC9FF-A4CD-4277-955E-E586340652F8}"/>
          </ac:spMkLst>
        </pc:spChg>
        <pc:spChg chg="mod">
          <ac:chgData name="Minh Huynh" userId="01a137d4-0d81-46e0-aca6-c9185b391828" providerId="ADAL" clId="{18447838-0BCA-432B-86F3-BB78526C143F}" dt="2026-10-12T12:22:55.821" v="652" actId="1076"/>
          <ac:spMkLst>
            <pc:docMk/>
            <pc:sldMk cId="1430599913" sldId="886"/>
            <ac:spMk id="68" creationId="{8D89AC36-0742-462D-BB9A-13541A228B69}"/>
          </ac:spMkLst>
        </pc:spChg>
        <pc:spChg chg="mod">
          <ac:chgData name="Minh Huynh" userId="01a137d4-0d81-46e0-aca6-c9185b391828" providerId="ADAL" clId="{18447838-0BCA-432B-86F3-BB78526C143F}" dt="2026-10-12T12:22:55.821" v="652" actId="1076"/>
          <ac:spMkLst>
            <pc:docMk/>
            <pc:sldMk cId="1430599913" sldId="886"/>
            <ac:spMk id="69" creationId="{2205AC33-9FDD-4C20-9251-8EDE93B7E154}"/>
          </ac:spMkLst>
        </pc:spChg>
        <pc:spChg chg="mod">
          <ac:chgData name="Minh Huynh" userId="01a137d4-0d81-46e0-aca6-c9185b391828" providerId="ADAL" clId="{18447838-0BCA-432B-86F3-BB78526C143F}" dt="2026-10-12T12:22:55.821" v="652" actId="1076"/>
          <ac:spMkLst>
            <pc:docMk/>
            <pc:sldMk cId="1430599913" sldId="886"/>
            <ac:spMk id="70" creationId="{F1E7DEA1-9F9C-43D3-821E-E4130A01C0E6}"/>
          </ac:spMkLst>
        </pc:spChg>
        <pc:spChg chg="mod">
          <ac:chgData name="Minh Huynh" userId="01a137d4-0d81-46e0-aca6-c9185b391828" providerId="ADAL" clId="{18447838-0BCA-432B-86F3-BB78526C143F}" dt="2026-10-12T12:22:55.821" v="652" actId="1076"/>
          <ac:spMkLst>
            <pc:docMk/>
            <pc:sldMk cId="1430599913" sldId="886"/>
            <ac:spMk id="71" creationId="{3BCDA718-6115-41E1-82DB-47DF09B9F038}"/>
          </ac:spMkLst>
        </pc:spChg>
        <pc:spChg chg="mod">
          <ac:chgData name="Minh Huynh" userId="01a137d4-0d81-46e0-aca6-c9185b391828" providerId="ADAL" clId="{18447838-0BCA-432B-86F3-BB78526C143F}" dt="2026-10-12T12:22:55.821" v="652" actId="1076"/>
          <ac:spMkLst>
            <pc:docMk/>
            <pc:sldMk cId="1430599913" sldId="886"/>
            <ac:spMk id="72" creationId="{AA3DA68F-6579-4209-9EDE-07E56659287D}"/>
          </ac:spMkLst>
        </pc:spChg>
        <pc:spChg chg="mod">
          <ac:chgData name="Minh Huynh" userId="01a137d4-0d81-46e0-aca6-c9185b391828" providerId="ADAL" clId="{18447838-0BCA-432B-86F3-BB78526C143F}" dt="2026-10-12T12:22:55.821" v="652" actId="1076"/>
          <ac:spMkLst>
            <pc:docMk/>
            <pc:sldMk cId="1430599913" sldId="886"/>
            <ac:spMk id="73" creationId="{59C30626-DD0B-42BC-8B6D-81D18D1782A8}"/>
          </ac:spMkLst>
        </pc:spChg>
        <pc:spChg chg="mod">
          <ac:chgData name="Minh Huynh" userId="01a137d4-0d81-46e0-aca6-c9185b391828" providerId="ADAL" clId="{18447838-0BCA-432B-86F3-BB78526C143F}" dt="2026-10-12T12:22:49.907" v="651" actId="14100"/>
          <ac:spMkLst>
            <pc:docMk/>
            <pc:sldMk cId="1430599913" sldId="886"/>
            <ac:spMk id="74" creationId="{0BC5EFDD-B5EE-4CD3-9813-3FC4733EEA9A}"/>
          </ac:spMkLst>
        </pc:spChg>
        <pc:spChg chg="add mod">
          <ac:chgData name="Minh Huynh" userId="01a137d4-0d81-46e0-aca6-c9185b391828" providerId="ADAL" clId="{18447838-0BCA-432B-86F3-BB78526C143F}" dt="2026-10-12T12:23:13.268" v="656" actId="1076"/>
          <ac:spMkLst>
            <pc:docMk/>
            <pc:sldMk cId="1430599913" sldId="886"/>
            <ac:spMk id="75" creationId="{672AB75B-4AFD-405E-ABC0-379E0E1310B6}"/>
          </ac:spMkLst>
        </pc:spChg>
        <pc:spChg chg="add mod">
          <ac:chgData name="Minh Huynh" userId="01a137d4-0d81-46e0-aca6-c9185b391828" providerId="ADAL" clId="{18447838-0BCA-432B-86F3-BB78526C143F}" dt="2026-10-12T12:23:13.268" v="656" actId="1076"/>
          <ac:spMkLst>
            <pc:docMk/>
            <pc:sldMk cId="1430599913" sldId="886"/>
            <ac:spMk id="76" creationId="{09B25EF2-80F3-4679-B714-26A493513785}"/>
          </ac:spMkLst>
        </pc:spChg>
        <pc:spChg chg="add mod">
          <ac:chgData name="Minh Huynh" userId="01a137d4-0d81-46e0-aca6-c9185b391828" providerId="ADAL" clId="{18447838-0BCA-432B-86F3-BB78526C143F}" dt="2026-10-12T12:23:13.268" v="656" actId="1076"/>
          <ac:spMkLst>
            <pc:docMk/>
            <pc:sldMk cId="1430599913" sldId="886"/>
            <ac:spMk id="77" creationId="{8D42CE75-BD0F-4A37-BE35-DA9489BC95FD}"/>
          </ac:spMkLst>
        </pc:spChg>
        <pc:spChg chg="add mod">
          <ac:chgData name="Minh Huynh" userId="01a137d4-0d81-46e0-aca6-c9185b391828" providerId="ADAL" clId="{18447838-0BCA-432B-86F3-BB78526C143F}" dt="2026-10-12T12:23:13.268" v="656" actId="1076"/>
          <ac:spMkLst>
            <pc:docMk/>
            <pc:sldMk cId="1430599913" sldId="886"/>
            <ac:spMk id="78" creationId="{3DBABC7D-1F2F-45E3-909D-B6A40CF1382C}"/>
          </ac:spMkLst>
        </pc:spChg>
        <pc:spChg chg="add mod">
          <ac:chgData name="Minh Huynh" userId="01a137d4-0d81-46e0-aca6-c9185b391828" providerId="ADAL" clId="{18447838-0BCA-432B-86F3-BB78526C143F}" dt="2026-10-12T12:23:13.268" v="656" actId="1076"/>
          <ac:spMkLst>
            <pc:docMk/>
            <pc:sldMk cId="1430599913" sldId="886"/>
            <ac:spMk id="79" creationId="{6C2CAE76-0AC0-4571-8187-4A78B58BA77E}"/>
          </ac:spMkLst>
        </pc:spChg>
        <pc:spChg chg="add mod">
          <ac:chgData name="Minh Huynh" userId="01a137d4-0d81-46e0-aca6-c9185b391828" providerId="ADAL" clId="{18447838-0BCA-432B-86F3-BB78526C143F}" dt="2026-10-12T12:23:13.268" v="656" actId="1076"/>
          <ac:spMkLst>
            <pc:docMk/>
            <pc:sldMk cId="1430599913" sldId="886"/>
            <ac:spMk id="80" creationId="{CF159600-ADF5-459B-81FC-639AB5FC01DE}"/>
          </ac:spMkLst>
        </pc:spChg>
        <pc:spChg chg="add mod">
          <ac:chgData name="Minh Huynh" userId="01a137d4-0d81-46e0-aca6-c9185b391828" providerId="ADAL" clId="{18447838-0BCA-432B-86F3-BB78526C143F}" dt="2026-10-12T12:23:13.268" v="656" actId="1076"/>
          <ac:spMkLst>
            <pc:docMk/>
            <pc:sldMk cId="1430599913" sldId="886"/>
            <ac:spMk id="81" creationId="{CD8EA6C3-373C-4502-9391-A39D94EAF25B}"/>
          </ac:spMkLst>
        </pc:spChg>
        <pc:spChg chg="add mod">
          <ac:chgData name="Minh Huynh" userId="01a137d4-0d81-46e0-aca6-c9185b391828" providerId="ADAL" clId="{18447838-0BCA-432B-86F3-BB78526C143F}" dt="2026-10-12T12:23:13.268" v="656" actId="1076"/>
          <ac:spMkLst>
            <pc:docMk/>
            <pc:sldMk cId="1430599913" sldId="886"/>
            <ac:spMk id="82" creationId="{4507CDF4-66DE-4FC4-87E7-C98DE1645320}"/>
          </ac:spMkLst>
        </pc:spChg>
        <pc:spChg chg="add mod">
          <ac:chgData name="Minh Huynh" userId="01a137d4-0d81-46e0-aca6-c9185b391828" providerId="ADAL" clId="{18447838-0BCA-432B-86F3-BB78526C143F}" dt="2026-10-12T12:23:13.268" v="656" actId="1076"/>
          <ac:spMkLst>
            <pc:docMk/>
            <pc:sldMk cId="1430599913" sldId="886"/>
            <ac:spMk id="83" creationId="{6D8F56CB-C304-4A1D-87E4-2A14C29BB41F}"/>
          </ac:spMkLst>
        </pc:spChg>
        <pc:spChg chg="add mod">
          <ac:chgData name="Minh Huynh" userId="01a137d4-0d81-46e0-aca6-c9185b391828" providerId="ADAL" clId="{18447838-0BCA-432B-86F3-BB78526C143F}" dt="2026-10-12T12:23:13.268" v="656" actId="1076"/>
          <ac:spMkLst>
            <pc:docMk/>
            <pc:sldMk cId="1430599913" sldId="886"/>
            <ac:spMk id="84" creationId="{16EA3E32-B870-45BB-BAA0-DB1133902BD1}"/>
          </ac:spMkLst>
        </pc:spChg>
        <pc:spChg chg="add mod">
          <ac:chgData name="Minh Huynh" userId="01a137d4-0d81-46e0-aca6-c9185b391828" providerId="ADAL" clId="{18447838-0BCA-432B-86F3-BB78526C143F}" dt="2026-10-12T12:23:13.268" v="656" actId="1076"/>
          <ac:spMkLst>
            <pc:docMk/>
            <pc:sldMk cId="1430599913" sldId="886"/>
            <ac:spMk id="85" creationId="{EA07BA14-B4D8-4309-95F5-A25A2E4E8D58}"/>
          </ac:spMkLst>
        </pc:spChg>
        <pc:spChg chg="add mod">
          <ac:chgData name="Minh Huynh" userId="01a137d4-0d81-46e0-aca6-c9185b391828" providerId="ADAL" clId="{18447838-0BCA-432B-86F3-BB78526C143F}" dt="2026-10-12T12:23:13.268" v="656" actId="1076"/>
          <ac:spMkLst>
            <pc:docMk/>
            <pc:sldMk cId="1430599913" sldId="886"/>
            <ac:spMk id="86" creationId="{B6D5F04F-36FC-406B-A40C-D8B6908AB853}"/>
          </ac:spMkLst>
        </pc:spChg>
        <pc:spChg chg="add mod">
          <ac:chgData name="Minh Huynh" userId="01a137d4-0d81-46e0-aca6-c9185b391828" providerId="ADAL" clId="{18447838-0BCA-432B-86F3-BB78526C143F}" dt="2026-10-12T12:23:13.268" v="656" actId="1076"/>
          <ac:spMkLst>
            <pc:docMk/>
            <pc:sldMk cId="1430599913" sldId="886"/>
            <ac:spMk id="87" creationId="{5E543576-C4F0-4280-976F-59449BD2A084}"/>
          </ac:spMkLst>
        </pc:spChg>
        <pc:spChg chg="add mod">
          <ac:chgData name="Minh Huynh" userId="01a137d4-0d81-46e0-aca6-c9185b391828" providerId="ADAL" clId="{18447838-0BCA-432B-86F3-BB78526C143F}" dt="2026-10-12T12:23:13.268" v="656" actId="1076"/>
          <ac:spMkLst>
            <pc:docMk/>
            <pc:sldMk cId="1430599913" sldId="886"/>
            <ac:spMk id="88" creationId="{1FBAF0FD-5DA1-489C-BC60-614247CD290E}"/>
          </ac:spMkLst>
        </pc:spChg>
        <pc:spChg chg="add mod">
          <ac:chgData name="Minh Huynh" userId="01a137d4-0d81-46e0-aca6-c9185b391828" providerId="ADAL" clId="{18447838-0BCA-432B-86F3-BB78526C143F}" dt="2026-10-12T12:23:13.268" v="656" actId="1076"/>
          <ac:spMkLst>
            <pc:docMk/>
            <pc:sldMk cId="1430599913" sldId="886"/>
            <ac:spMk id="89" creationId="{D331AA63-1C26-4FFE-80BA-65BDD4F45A48}"/>
          </ac:spMkLst>
        </pc:spChg>
        <pc:spChg chg="add mod">
          <ac:chgData name="Minh Huynh" userId="01a137d4-0d81-46e0-aca6-c9185b391828" providerId="ADAL" clId="{18447838-0BCA-432B-86F3-BB78526C143F}" dt="2026-10-12T12:23:13.268" v="656" actId="1076"/>
          <ac:spMkLst>
            <pc:docMk/>
            <pc:sldMk cId="1430599913" sldId="886"/>
            <ac:spMk id="90" creationId="{9D3FCAAC-BC35-412E-B18F-6785ADA42E6F}"/>
          </ac:spMkLst>
        </pc:spChg>
        <pc:spChg chg="add mod">
          <ac:chgData name="Minh Huynh" userId="01a137d4-0d81-46e0-aca6-c9185b391828" providerId="ADAL" clId="{18447838-0BCA-432B-86F3-BB78526C143F}" dt="2026-10-12T12:23:13.268" v="656" actId="1076"/>
          <ac:spMkLst>
            <pc:docMk/>
            <pc:sldMk cId="1430599913" sldId="886"/>
            <ac:spMk id="91" creationId="{D708E1AC-DAFB-49EA-806C-BE508D025AC8}"/>
          </ac:spMkLst>
        </pc:spChg>
        <pc:spChg chg="add mod">
          <ac:chgData name="Minh Huynh" userId="01a137d4-0d81-46e0-aca6-c9185b391828" providerId="ADAL" clId="{18447838-0BCA-432B-86F3-BB78526C143F}" dt="2026-10-12T12:23:13.268" v="656" actId="1076"/>
          <ac:spMkLst>
            <pc:docMk/>
            <pc:sldMk cId="1430599913" sldId="886"/>
            <ac:spMk id="92" creationId="{F66434F9-21B9-41A1-9D18-13B86BA0F7EC}"/>
          </ac:spMkLst>
        </pc:spChg>
        <pc:spChg chg="add mod">
          <ac:chgData name="Minh Huynh" userId="01a137d4-0d81-46e0-aca6-c9185b391828" providerId="ADAL" clId="{18447838-0BCA-432B-86F3-BB78526C143F}" dt="2026-10-12T12:23:13.268" v="656" actId="1076"/>
          <ac:spMkLst>
            <pc:docMk/>
            <pc:sldMk cId="1430599913" sldId="886"/>
            <ac:spMk id="93" creationId="{DA404B3E-294C-4381-B703-D04F2FE96882}"/>
          </ac:spMkLst>
        </pc:spChg>
        <pc:spChg chg="add mod">
          <ac:chgData name="Minh Huynh" userId="01a137d4-0d81-46e0-aca6-c9185b391828" providerId="ADAL" clId="{18447838-0BCA-432B-86F3-BB78526C143F}" dt="2026-10-12T12:23:13.268" v="656" actId="1076"/>
          <ac:spMkLst>
            <pc:docMk/>
            <pc:sldMk cId="1430599913" sldId="886"/>
            <ac:spMk id="94" creationId="{4355127D-D13F-4E33-9801-50606D5E682C}"/>
          </ac:spMkLst>
        </pc:spChg>
        <pc:spChg chg="add mod">
          <ac:chgData name="Minh Huynh" userId="01a137d4-0d81-46e0-aca6-c9185b391828" providerId="ADAL" clId="{18447838-0BCA-432B-86F3-BB78526C143F}" dt="2026-10-12T12:23:13.268" v="656" actId="1076"/>
          <ac:spMkLst>
            <pc:docMk/>
            <pc:sldMk cId="1430599913" sldId="886"/>
            <ac:spMk id="95" creationId="{254333FB-3C01-4F9E-B192-F4E329FCF37D}"/>
          </ac:spMkLst>
        </pc:spChg>
        <pc:spChg chg="add mod">
          <ac:chgData name="Minh Huynh" userId="01a137d4-0d81-46e0-aca6-c9185b391828" providerId="ADAL" clId="{18447838-0BCA-432B-86F3-BB78526C143F}" dt="2026-10-12T12:23:13.268" v="656" actId="1076"/>
          <ac:spMkLst>
            <pc:docMk/>
            <pc:sldMk cId="1430599913" sldId="886"/>
            <ac:spMk id="96" creationId="{19C6D977-366F-4AB5-BDAE-E6DCAD77473D}"/>
          </ac:spMkLst>
        </pc:spChg>
        <pc:spChg chg="add mod">
          <ac:chgData name="Minh Huynh" userId="01a137d4-0d81-46e0-aca6-c9185b391828" providerId="ADAL" clId="{18447838-0BCA-432B-86F3-BB78526C143F}" dt="2026-10-12T12:23:13.268" v="656" actId="1076"/>
          <ac:spMkLst>
            <pc:docMk/>
            <pc:sldMk cId="1430599913" sldId="886"/>
            <ac:spMk id="97" creationId="{55D83396-B6C0-4EE7-8736-EE5C5CCBCEE4}"/>
          </ac:spMkLst>
        </pc:spChg>
        <pc:spChg chg="add mod">
          <ac:chgData name="Minh Huynh" userId="01a137d4-0d81-46e0-aca6-c9185b391828" providerId="ADAL" clId="{18447838-0BCA-432B-86F3-BB78526C143F}" dt="2026-10-12T12:23:13.268" v="656" actId="1076"/>
          <ac:spMkLst>
            <pc:docMk/>
            <pc:sldMk cId="1430599913" sldId="886"/>
            <ac:spMk id="98" creationId="{EFB24756-4245-4F90-B9AC-21EFBAE15DC4}"/>
          </ac:spMkLst>
        </pc:spChg>
        <pc:grpChg chg="mod">
          <ac:chgData name="Minh Huynh" userId="01a137d4-0d81-46e0-aca6-c9185b391828" providerId="ADAL" clId="{18447838-0BCA-432B-86F3-BB78526C143F}" dt="2026-10-12T12:22:55.821" v="652" actId="1076"/>
          <ac:grpSpMkLst>
            <pc:docMk/>
            <pc:sldMk cId="1430599913" sldId="886"/>
            <ac:grpSpMk id="11" creationId="{5B920099-B518-4D2E-82E0-343DE121F2BB}"/>
          </ac:grpSpMkLst>
        </pc:grpChg>
        <pc:grpChg chg="mod">
          <ac:chgData name="Minh Huynh" userId="01a137d4-0d81-46e0-aca6-c9185b391828" providerId="ADAL" clId="{18447838-0BCA-432B-86F3-BB78526C143F}" dt="2026-10-12T12:22:55.821" v="652" actId="1076"/>
          <ac:grpSpMkLst>
            <pc:docMk/>
            <pc:sldMk cId="1430599913" sldId="886"/>
            <ac:grpSpMk id="21" creationId="{E32746D7-EBE4-4027-A1F0-9FA7C95395C3}"/>
          </ac:grpSpMkLst>
        </pc:grpChg>
        <pc:grpChg chg="mod">
          <ac:chgData name="Minh Huynh" userId="01a137d4-0d81-46e0-aca6-c9185b391828" providerId="ADAL" clId="{18447838-0BCA-432B-86F3-BB78526C143F}" dt="2026-10-12T12:22:55.821" v="652" actId="1076"/>
          <ac:grpSpMkLst>
            <pc:docMk/>
            <pc:sldMk cId="1430599913" sldId="886"/>
            <ac:grpSpMk id="24" creationId="{AE50BED5-117F-4004-8FA4-DFF30C46E086}"/>
          </ac:grpSpMkLst>
        </pc:grpChg>
        <pc:grpChg chg="mod">
          <ac:chgData name="Minh Huynh" userId="01a137d4-0d81-46e0-aca6-c9185b391828" providerId="ADAL" clId="{18447838-0BCA-432B-86F3-BB78526C143F}" dt="2026-10-12T12:22:55.821" v="652" actId="1076"/>
          <ac:grpSpMkLst>
            <pc:docMk/>
            <pc:sldMk cId="1430599913" sldId="886"/>
            <ac:grpSpMk id="27" creationId="{759EA27F-95C7-4804-AFD4-5719CB73F124}"/>
          </ac:grpSpMkLst>
        </pc:grpChg>
        <pc:grpChg chg="mod">
          <ac:chgData name="Minh Huynh" userId="01a137d4-0d81-46e0-aca6-c9185b391828" providerId="ADAL" clId="{18447838-0BCA-432B-86F3-BB78526C143F}" dt="2026-10-12T12:22:55.821" v="652" actId="1076"/>
          <ac:grpSpMkLst>
            <pc:docMk/>
            <pc:sldMk cId="1430599913" sldId="886"/>
            <ac:grpSpMk id="30" creationId="{47402669-A510-48D5-B430-FB374E0176A9}"/>
          </ac:grpSpMkLst>
        </pc:grpChg>
        <pc:grpChg chg="mod">
          <ac:chgData name="Minh Huynh" userId="01a137d4-0d81-46e0-aca6-c9185b391828" providerId="ADAL" clId="{18447838-0BCA-432B-86F3-BB78526C143F}" dt="2026-10-12T12:22:55.821" v="652" actId="1076"/>
          <ac:grpSpMkLst>
            <pc:docMk/>
            <pc:sldMk cId="1430599913" sldId="886"/>
            <ac:grpSpMk id="33" creationId="{4289E4EA-4973-49E4-85D7-336AD5D53DE7}"/>
          </ac:grpSpMkLst>
        </pc:grpChg>
        <pc:grpChg chg="mod">
          <ac:chgData name="Minh Huynh" userId="01a137d4-0d81-46e0-aca6-c9185b391828" providerId="ADAL" clId="{18447838-0BCA-432B-86F3-BB78526C143F}" dt="2026-10-12T12:22:55.821" v="652" actId="1076"/>
          <ac:grpSpMkLst>
            <pc:docMk/>
            <pc:sldMk cId="1430599913" sldId="886"/>
            <ac:grpSpMk id="36" creationId="{EF2B91C8-07CB-4470-ACA1-DB1139D2851A}"/>
          </ac:grpSpMkLst>
        </pc:grpChg>
        <pc:grpChg chg="mod">
          <ac:chgData name="Minh Huynh" userId="01a137d4-0d81-46e0-aca6-c9185b391828" providerId="ADAL" clId="{18447838-0BCA-432B-86F3-BB78526C143F}" dt="2026-10-12T12:22:55.821" v="652" actId="1076"/>
          <ac:grpSpMkLst>
            <pc:docMk/>
            <pc:sldMk cId="1430599913" sldId="886"/>
            <ac:grpSpMk id="39" creationId="{C27BFCA6-6D08-4B06-AC70-0E9D35442B6C}"/>
          </ac:grpSpMkLst>
        </pc:grpChg>
      </pc:sldChg>
      <pc:sldChg chg="del">
        <pc:chgData name="Minh Huynh" userId="01a137d4-0d81-46e0-aca6-c9185b391828" providerId="ADAL" clId="{18447838-0BCA-432B-86F3-BB78526C143F}" dt="2026-10-12T12:12:45.996" v="0" actId="47"/>
        <pc:sldMkLst>
          <pc:docMk/>
          <pc:sldMk cId="3785241365" sldId="886"/>
        </pc:sldMkLst>
      </pc:sldChg>
      <pc:sldChg chg="del">
        <pc:chgData name="Minh Huynh" userId="01a137d4-0d81-46e0-aca6-c9185b391828" providerId="ADAL" clId="{18447838-0BCA-432B-86F3-BB78526C143F}" dt="2026-10-12T12:12:45.996" v="0" actId="47"/>
        <pc:sldMkLst>
          <pc:docMk/>
          <pc:sldMk cId="312211180" sldId="887"/>
        </pc:sldMkLst>
      </pc:sldChg>
      <pc:sldChg chg="addSp delSp modSp add mod">
        <pc:chgData name="Minh Huynh" userId="01a137d4-0d81-46e0-aca6-c9185b391828" providerId="ADAL" clId="{18447838-0BCA-432B-86F3-BB78526C143F}" dt="2026-10-12T12:23:52.156" v="665" actId="20577"/>
        <pc:sldMkLst>
          <pc:docMk/>
          <pc:sldMk cId="1340834930" sldId="887"/>
        </pc:sldMkLst>
        <pc:spChg chg="mod">
          <ac:chgData name="Minh Huynh" userId="01a137d4-0d81-46e0-aca6-c9185b391828" providerId="ADAL" clId="{18447838-0BCA-432B-86F3-BB78526C143F}" dt="2026-10-12T12:23:52.156" v="665" actId="20577"/>
          <ac:spMkLst>
            <pc:docMk/>
            <pc:sldMk cId="1340834930" sldId="887"/>
            <ac:spMk id="74" creationId="{0BC5EFDD-B5EE-4CD3-9813-3FC4733EEA9A}"/>
          </ac:spMkLst>
        </pc:spChg>
        <pc:spChg chg="del">
          <ac:chgData name="Minh Huynh" userId="01a137d4-0d81-46e0-aca6-c9185b391828" providerId="ADAL" clId="{18447838-0BCA-432B-86F3-BB78526C143F}" dt="2026-10-12T12:23:29.755" v="658" actId="478"/>
          <ac:spMkLst>
            <pc:docMk/>
            <pc:sldMk cId="1340834930" sldId="887"/>
            <ac:spMk id="75" creationId="{672AB75B-4AFD-405E-ABC0-379E0E1310B6}"/>
          </ac:spMkLst>
        </pc:spChg>
        <pc:spChg chg="del">
          <ac:chgData name="Minh Huynh" userId="01a137d4-0d81-46e0-aca6-c9185b391828" providerId="ADAL" clId="{18447838-0BCA-432B-86F3-BB78526C143F}" dt="2026-10-12T12:23:29.755" v="658" actId="478"/>
          <ac:spMkLst>
            <pc:docMk/>
            <pc:sldMk cId="1340834930" sldId="887"/>
            <ac:spMk id="76" creationId="{09B25EF2-80F3-4679-B714-26A493513785}"/>
          </ac:spMkLst>
        </pc:spChg>
        <pc:spChg chg="del">
          <ac:chgData name="Minh Huynh" userId="01a137d4-0d81-46e0-aca6-c9185b391828" providerId="ADAL" clId="{18447838-0BCA-432B-86F3-BB78526C143F}" dt="2026-10-12T12:23:29.755" v="658" actId="478"/>
          <ac:spMkLst>
            <pc:docMk/>
            <pc:sldMk cId="1340834930" sldId="887"/>
            <ac:spMk id="77" creationId="{8D42CE75-BD0F-4A37-BE35-DA9489BC95FD}"/>
          </ac:spMkLst>
        </pc:spChg>
        <pc:spChg chg="del">
          <ac:chgData name="Minh Huynh" userId="01a137d4-0d81-46e0-aca6-c9185b391828" providerId="ADAL" clId="{18447838-0BCA-432B-86F3-BB78526C143F}" dt="2026-10-12T12:23:29.755" v="658" actId="478"/>
          <ac:spMkLst>
            <pc:docMk/>
            <pc:sldMk cId="1340834930" sldId="887"/>
            <ac:spMk id="78" creationId="{3DBABC7D-1F2F-45E3-909D-B6A40CF1382C}"/>
          </ac:spMkLst>
        </pc:spChg>
        <pc:spChg chg="del">
          <ac:chgData name="Minh Huynh" userId="01a137d4-0d81-46e0-aca6-c9185b391828" providerId="ADAL" clId="{18447838-0BCA-432B-86F3-BB78526C143F}" dt="2026-10-12T12:23:29.755" v="658" actId="478"/>
          <ac:spMkLst>
            <pc:docMk/>
            <pc:sldMk cId="1340834930" sldId="887"/>
            <ac:spMk id="79" creationId="{6C2CAE76-0AC0-4571-8187-4A78B58BA77E}"/>
          </ac:spMkLst>
        </pc:spChg>
        <pc:spChg chg="del">
          <ac:chgData name="Minh Huynh" userId="01a137d4-0d81-46e0-aca6-c9185b391828" providerId="ADAL" clId="{18447838-0BCA-432B-86F3-BB78526C143F}" dt="2026-10-12T12:23:29.755" v="658" actId="478"/>
          <ac:spMkLst>
            <pc:docMk/>
            <pc:sldMk cId="1340834930" sldId="887"/>
            <ac:spMk id="80" creationId="{CF159600-ADF5-459B-81FC-639AB5FC01DE}"/>
          </ac:spMkLst>
        </pc:spChg>
        <pc:spChg chg="del">
          <ac:chgData name="Minh Huynh" userId="01a137d4-0d81-46e0-aca6-c9185b391828" providerId="ADAL" clId="{18447838-0BCA-432B-86F3-BB78526C143F}" dt="2026-10-12T12:23:29.755" v="658" actId="478"/>
          <ac:spMkLst>
            <pc:docMk/>
            <pc:sldMk cId="1340834930" sldId="887"/>
            <ac:spMk id="81" creationId="{CD8EA6C3-373C-4502-9391-A39D94EAF25B}"/>
          </ac:spMkLst>
        </pc:spChg>
        <pc:spChg chg="del">
          <ac:chgData name="Minh Huynh" userId="01a137d4-0d81-46e0-aca6-c9185b391828" providerId="ADAL" clId="{18447838-0BCA-432B-86F3-BB78526C143F}" dt="2026-10-12T12:23:29.755" v="658" actId="478"/>
          <ac:spMkLst>
            <pc:docMk/>
            <pc:sldMk cId="1340834930" sldId="887"/>
            <ac:spMk id="82" creationId="{4507CDF4-66DE-4FC4-87E7-C98DE1645320}"/>
          </ac:spMkLst>
        </pc:spChg>
        <pc:spChg chg="del">
          <ac:chgData name="Minh Huynh" userId="01a137d4-0d81-46e0-aca6-c9185b391828" providerId="ADAL" clId="{18447838-0BCA-432B-86F3-BB78526C143F}" dt="2026-10-12T12:23:29.755" v="658" actId="478"/>
          <ac:spMkLst>
            <pc:docMk/>
            <pc:sldMk cId="1340834930" sldId="887"/>
            <ac:spMk id="83" creationId="{6D8F56CB-C304-4A1D-87E4-2A14C29BB41F}"/>
          </ac:spMkLst>
        </pc:spChg>
        <pc:spChg chg="del">
          <ac:chgData name="Minh Huynh" userId="01a137d4-0d81-46e0-aca6-c9185b391828" providerId="ADAL" clId="{18447838-0BCA-432B-86F3-BB78526C143F}" dt="2026-10-12T12:23:29.755" v="658" actId="478"/>
          <ac:spMkLst>
            <pc:docMk/>
            <pc:sldMk cId="1340834930" sldId="887"/>
            <ac:spMk id="84" creationId="{16EA3E32-B870-45BB-BAA0-DB1133902BD1}"/>
          </ac:spMkLst>
        </pc:spChg>
        <pc:spChg chg="del">
          <ac:chgData name="Minh Huynh" userId="01a137d4-0d81-46e0-aca6-c9185b391828" providerId="ADAL" clId="{18447838-0BCA-432B-86F3-BB78526C143F}" dt="2026-10-12T12:23:29.755" v="658" actId="478"/>
          <ac:spMkLst>
            <pc:docMk/>
            <pc:sldMk cId="1340834930" sldId="887"/>
            <ac:spMk id="85" creationId="{EA07BA14-B4D8-4309-95F5-A25A2E4E8D58}"/>
          </ac:spMkLst>
        </pc:spChg>
        <pc:spChg chg="del">
          <ac:chgData name="Minh Huynh" userId="01a137d4-0d81-46e0-aca6-c9185b391828" providerId="ADAL" clId="{18447838-0BCA-432B-86F3-BB78526C143F}" dt="2026-10-12T12:23:29.755" v="658" actId="478"/>
          <ac:spMkLst>
            <pc:docMk/>
            <pc:sldMk cId="1340834930" sldId="887"/>
            <ac:spMk id="86" creationId="{B6D5F04F-36FC-406B-A40C-D8B6908AB853}"/>
          </ac:spMkLst>
        </pc:spChg>
        <pc:spChg chg="del">
          <ac:chgData name="Minh Huynh" userId="01a137d4-0d81-46e0-aca6-c9185b391828" providerId="ADAL" clId="{18447838-0BCA-432B-86F3-BB78526C143F}" dt="2026-10-12T12:23:29.755" v="658" actId="478"/>
          <ac:spMkLst>
            <pc:docMk/>
            <pc:sldMk cId="1340834930" sldId="887"/>
            <ac:spMk id="87" creationId="{5E543576-C4F0-4280-976F-59449BD2A084}"/>
          </ac:spMkLst>
        </pc:spChg>
        <pc:spChg chg="del">
          <ac:chgData name="Minh Huynh" userId="01a137d4-0d81-46e0-aca6-c9185b391828" providerId="ADAL" clId="{18447838-0BCA-432B-86F3-BB78526C143F}" dt="2026-10-12T12:23:29.755" v="658" actId="478"/>
          <ac:spMkLst>
            <pc:docMk/>
            <pc:sldMk cId="1340834930" sldId="887"/>
            <ac:spMk id="88" creationId="{1FBAF0FD-5DA1-489C-BC60-614247CD290E}"/>
          </ac:spMkLst>
        </pc:spChg>
        <pc:spChg chg="del">
          <ac:chgData name="Minh Huynh" userId="01a137d4-0d81-46e0-aca6-c9185b391828" providerId="ADAL" clId="{18447838-0BCA-432B-86F3-BB78526C143F}" dt="2026-10-12T12:23:29.755" v="658" actId="478"/>
          <ac:spMkLst>
            <pc:docMk/>
            <pc:sldMk cId="1340834930" sldId="887"/>
            <ac:spMk id="89" creationId="{D331AA63-1C26-4FFE-80BA-65BDD4F45A48}"/>
          </ac:spMkLst>
        </pc:spChg>
        <pc:spChg chg="del">
          <ac:chgData name="Minh Huynh" userId="01a137d4-0d81-46e0-aca6-c9185b391828" providerId="ADAL" clId="{18447838-0BCA-432B-86F3-BB78526C143F}" dt="2026-10-12T12:23:29.755" v="658" actId="478"/>
          <ac:spMkLst>
            <pc:docMk/>
            <pc:sldMk cId="1340834930" sldId="887"/>
            <ac:spMk id="90" creationId="{9D3FCAAC-BC35-412E-B18F-6785ADA42E6F}"/>
          </ac:spMkLst>
        </pc:spChg>
        <pc:spChg chg="del">
          <ac:chgData name="Minh Huynh" userId="01a137d4-0d81-46e0-aca6-c9185b391828" providerId="ADAL" clId="{18447838-0BCA-432B-86F3-BB78526C143F}" dt="2026-10-12T12:23:29.755" v="658" actId="478"/>
          <ac:spMkLst>
            <pc:docMk/>
            <pc:sldMk cId="1340834930" sldId="887"/>
            <ac:spMk id="91" creationId="{D708E1AC-DAFB-49EA-806C-BE508D025AC8}"/>
          </ac:spMkLst>
        </pc:spChg>
        <pc:spChg chg="del">
          <ac:chgData name="Minh Huynh" userId="01a137d4-0d81-46e0-aca6-c9185b391828" providerId="ADAL" clId="{18447838-0BCA-432B-86F3-BB78526C143F}" dt="2026-10-12T12:23:29.755" v="658" actId="478"/>
          <ac:spMkLst>
            <pc:docMk/>
            <pc:sldMk cId="1340834930" sldId="887"/>
            <ac:spMk id="92" creationId="{F66434F9-21B9-41A1-9D18-13B86BA0F7EC}"/>
          </ac:spMkLst>
        </pc:spChg>
        <pc:spChg chg="del">
          <ac:chgData name="Minh Huynh" userId="01a137d4-0d81-46e0-aca6-c9185b391828" providerId="ADAL" clId="{18447838-0BCA-432B-86F3-BB78526C143F}" dt="2026-10-12T12:23:29.755" v="658" actId="478"/>
          <ac:spMkLst>
            <pc:docMk/>
            <pc:sldMk cId="1340834930" sldId="887"/>
            <ac:spMk id="93" creationId="{DA404B3E-294C-4381-B703-D04F2FE96882}"/>
          </ac:spMkLst>
        </pc:spChg>
        <pc:spChg chg="del">
          <ac:chgData name="Minh Huynh" userId="01a137d4-0d81-46e0-aca6-c9185b391828" providerId="ADAL" clId="{18447838-0BCA-432B-86F3-BB78526C143F}" dt="2026-10-12T12:23:29.755" v="658" actId="478"/>
          <ac:spMkLst>
            <pc:docMk/>
            <pc:sldMk cId="1340834930" sldId="887"/>
            <ac:spMk id="94" creationId="{4355127D-D13F-4E33-9801-50606D5E682C}"/>
          </ac:spMkLst>
        </pc:spChg>
        <pc:spChg chg="del">
          <ac:chgData name="Minh Huynh" userId="01a137d4-0d81-46e0-aca6-c9185b391828" providerId="ADAL" clId="{18447838-0BCA-432B-86F3-BB78526C143F}" dt="2026-10-12T12:23:29.755" v="658" actId="478"/>
          <ac:spMkLst>
            <pc:docMk/>
            <pc:sldMk cId="1340834930" sldId="887"/>
            <ac:spMk id="95" creationId="{254333FB-3C01-4F9E-B192-F4E329FCF37D}"/>
          </ac:spMkLst>
        </pc:spChg>
        <pc:spChg chg="del">
          <ac:chgData name="Minh Huynh" userId="01a137d4-0d81-46e0-aca6-c9185b391828" providerId="ADAL" clId="{18447838-0BCA-432B-86F3-BB78526C143F}" dt="2026-10-12T12:23:29.755" v="658" actId="478"/>
          <ac:spMkLst>
            <pc:docMk/>
            <pc:sldMk cId="1340834930" sldId="887"/>
            <ac:spMk id="96" creationId="{19C6D977-366F-4AB5-BDAE-E6DCAD77473D}"/>
          </ac:spMkLst>
        </pc:spChg>
        <pc:spChg chg="del">
          <ac:chgData name="Minh Huynh" userId="01a137d4-0d81-46e0-aca6-c9185b391828" providerId="ADAL" clId="{18447838-0BCA-432B-86F3-BB78526C143F}" dt="2026-10-12T12:23:29.755" v="658" actId="478"/>
          <ac:spMkLst>
            <pc:docMk/>
            <pc:sldMk cId="1340834930" sldId="887"/>
            <ac:spMk id="97" creationId="{55D83396-B6C0-4EE7-8736-EE5C5CCBCEE4}"/>
          </ac:spMkLst>
        </pc:spChg>
        <pc:spChg chg="del">
          <ac:chgData name="Minh Huynh" userId="01a137d4-0d81-46e0-aca6-c9185b391828" providerId="ADAL" clId="{18447838-0BCA-432B-86F3-BB78526C143F}" dt="2026-10-12T12:23:29.755" v="658" actId="478"/>
          <ac:spMkLst>
            <pc:docMk/>
            <pc:sldMk cId="1340834930" sldId="887"/>
            <ac:spMk id="98" creationId="{EFB24756-4245-4F90-B9AC-21EFBAE15DC4}"/>
          </ac:spMkLst>
        </pc:spChg>
        <pc:spChg chg="add mod">
          <ac:chgData name="Minh Huynh" userId="01a137d4-0d81-46e0-aca6-c9185b391828" providerId="ADAL" clId="{18447838-0BCA-432B-86F3-BB78526C143F}" dt="2026-10-12T12:23:35.590" v="660" actId="1076"/>
          <ac:spMkLst>
            <pc:docMk/>
            <pc:sldMk cId="1340834930" sldId="887"/>
            <ac:spMk id="99" creationId="{38D66BE2-B032-423D-8E5A-7793D9F01BD1}"/>
          </ac:spMkLst>
        </pc:spChg>
        <pc:spChg chg="add mod">
          <ac:chgData name="Minh Huynh" userId="01a137d4-0d81-46e0-aca6-c9185b391828" providerId="ADAL" clId="{18447838-0BCA-432B-86F3-BB78526C143F}" dt="2026-10-12T12:23:35.590" v="660" actId="1076"/>
          <ac:spMkLst>
            <pc:docMk/>
            <pc:sldMk cId="1340834930" sldId="887"/>
            <ac:spMk id="100" creationId="{BC1669C5-5338-438F-94D0-72A4B06A72E0}"/>
          </ac:spMkLst>
        </pc:spChg>
        <pc:spChg chg="add mod">
          <ac:chgData name="Minh Huynh" userId="01a137d4-0d81-46e0-aca6-c9185b391828" providerId="ADAL" clId="{18447838-0BCA-432B-86F3-BB78526C143F}" dt="2026-10-12T12:23:35.590" v="660" actId="1076"/>
          <ac:spMkLst>
            <pc:docMk/>
            <pc:sldMk cId="1340834930" sldId="887"/>
            <ac:spMk id="101" creationId="{6B7C67E0-F05D-4A18-9C0C-DE6C1DE2847D}"/>
          </ac:spMkLst>
        </pc:spChg>
        <pc:spChg chg="add mod">
          <ac:chgData name="Minh Huynh" userId="01a137d4-0d81-46e0-aca6-c9185b391828" providerId="ADAL" clId="{18447838-0BCA-432B-86F3-BB78526C143F}" dt="2026-10-12T12:23:35.590" v="660" actId="1076"/>
          <ac:spMkLst>
            <pc:docMk/>
            <pc:sldMk cId="1340834930" sldId="887"/>
            <ac:spMk id="102" creationId="{5151ED00-2227-41D2-9CCD-CFE061218BB5}"/>
          </ac:spMkLst>
        </pc:spChg>
        <pc:spChg chg="add mod">
          <ac:chgData name="Minh Huynh" userId="01a137d4-0d81-46e0-aca6-c9185b391828" providerId="ADAL" clId="{18447838-0BCA-432B-86F3-BB78526C143F}" dt="2026-10-12T12:23:35.590" v="660" actId="1076"/>
          <ac:spMkLst>
            <pc:docMk/>
            <pc:sldMk cId="1340834930" sldId="887"/>
            <ac:spMk id="103" creationId="{22DD0A0A-8BD5-4CF6-8EBF-4E6671DAF667}"/>
          </ac:spMkLst>
        </pc:spChg>
        <pc:spChg chg="add mod">
          <ac:chgData name="Minh Huynh" userId="01a137d4-0d81-46e0-aca6-c9185b391828" providerId="ADAL" clId="{18447838-0BCA-432B-86F3-BB78526C143F}" dt="2026-10-12T12:23:35.590" v="660" actId="1076"/>
          <ac:spMkLst>
            <pc:docMk/>
            <pc:sldMk cId="1340834930" sldId="887"/>
            <ac:spMk id="104" creationId="{83A25243-8CC0-4C41-87DE-F1A64776AC2C}"/>
          </ac:spMkLst>
        </pc:spChg>
        <pc:spChg chg="add mod">
          <ac:chgData name="Minh Huynh" userId="01a137d4-0d81-46e0-aca6-c9185b391828" providerId="ADAL" clId="{18447838-0BCA-432B-86F3-BB78526C143F}" dt="2026-10-12T12:23:35.590" v="660" actId="1076"/>
          <ac:spMkLst>
            <pc:docMk/>
            <pc:sldMk cId="1340834930" sldId="887"/>
            <ac:spMk id="105" creationId="{4BF439F0-FCDA-4A44-A743-D8452236F463}"/>
          </ac:spMkLst>
        </pc:spChg>
        <pc:spChg chg="add mod">
          <ac:chgData name="Minh Huynh" userId="01a137d4-0d81-46e0-aca6-c9185b391828" providerId="ADAL" clId="{18447838-0BCA-432B-86F3-BB78526C143F}" dt="2026-10-12T12:23:35.590" v="660" actId="1076"/>
          <ac:spMkLst>
            <pc:docMk/>
            <pc:sldMk cId="1340834930" sldId="887"/>
            <ac:spMk id="106" creationId="{033DE228-631F-4EB2-BAEE-9908BFF59BC3}"/>
          </ac:spMkLst>
        </pc:spChg>
        <pc:spChg chg="add mod">
          <ac:chgData name="Minh Huynh" userId="01a137d4-0d81-46e0-aca6-c9185b391828" providerId="ADAL" clId="{18447838-0BCA-432B-86F3-BB78526C143F}" dt="2026-10-12T12:23:35.590" v="660" actId="1076"/>
          <ac:spMkLst>
            <pc:docMk/>
            <pc:sldMk cId="1340834930" sldId="887"/>
            <ac:spMk id="107" creationId="{F82204CA-57AB-4EFD-AFA5-E12A6532FD62}"/>
          </ac:spMkLst>
        </pc:spChg>
        <pc:spChg chg="add mod">
          <ac:chgData name="Minh Huynh" userId="01a137d4-0d81-46e0-aca6-c9185b391828" providerId="ADAL" clId="{18447838-0BCA-432B-86F3-BB78526C143F}" dt="2026-10-12T12:23:35.590" v="660" actId="1076"/>
          <ac:spMkLst>
            <pc:docMk/>
            <pc:sldMk cId="1340834930" sldId="887"/>
            <ac:spMk id="108" creationId="{6ACCC2CA-442D-4B1A-8D4F-239E1EAD97E9}"/>
          </ac:spMkLst>
        </pc:spChg>
        <pc:spChg chg="add mod">
          <ac:chgData name="Minh Huynh" userId="01a137d4-0d81-46e0-aca6-c9185b391828" providerId="ADAL" clId="{18447838-0BCA-432B-86F3-BB78526C143F}" dt="2026-10-12T12:23:35.590" v="660" actId="1076"/>
          <ac:spMkLst>
            <pc:docMk/>
            <pc:sldMk cId="1340834930" sldId="887"/>
            <ac:spMk id="109" creationId="{F26EB435-DC35-4099-8CCD-FA57AD0092BC}"/>
          </ac:spMkLst>
        </pc:spChg>
        <pc:spChg chg="add mod">
          <ac:chgData name="Minh Huynh" userId="01a137d4-0d81-46e0-aca6-c9185b391828" providerId="ADAL" clId="{18447838-0BCA-432B-86F3-BB78526C143F}" dt="2026-10-12T12:23:35.590" v="660" actId="1076"/>
          <ac:spMkLst>
            <pc:docMk/>
            <pc:sldMk cId="1340834930" sldId="887"/>
            <ac:spMk id="110" creationId="{58E8E706-B3E6-40E1-A9A1-B604EEE73802}"/>
          </ac:spMkLst>
        </pc:spChg>
        <pc:spChg chg="add mod">
          <ac:chgData name="Minh Huynh" userId="01a137d4-0d81-46e0-aca6-c9185b391828" providerId="ADAL" clId="{18447838-0BCA-432B-86F3-BB78526C143F}" dt="2026-10-12T12:23:35.590" v="660" actId="1076"/>
          <ac:spMkLst>
            <pc:docMk/>
            <pc:sldMk cId="1340834930" sldId="887"/>
            <ac:spMk id="111" creationId="{DE4AD348-4D66-4810-B215-66E34914740C}"/>
          </ac:spMkLst>
        </pc:spChg>
        <pc:spChg chg="add mod">
          <ac:chgData name="Minh Huynh" userId="01a137d4-0d81-46e0-aca6-c9185b391828" providerId="ADAL" clId="{18447838-0BCA-432B-86F3-BB78526C143F}" dt="2026-10-12T12:23:35.590" v="660" actId="1076"/>
          <ac:spMkLst>
            <pc:docMk/>
            <pc:sldMk cId="1340834930" sldId="887"/>
            <ac:spMk id="112" creationId="{E7438738-F08D-44D0-97D7-7888CDB9CDA2}"/>
          </ac:spMkLst>
        </pc:spChg>
        <pc:spChg chg="add mod">
          <ac:chgData name="Minh Huynh" userId="01a137d4-0d81-46e0-aca6-c9185b391828" providerId="ADAL" clId="{18447838-0BCA-432B-86F3-BB78526C143F}" dt="2026-10-12T12:23:35.590" v="660" actId="1076"/>
          <ac:spMkLst>
            <pc:docMk/>
            <pc:sldMk cId="1340834930" sldId="887"/>
            <ac:spMk id="113" creationId="{2C733F58-7675-4A72-A946-CC50CA827010}"/>
          </ac:spMkLst>
        </pc:spChg>
        <pc:spChg chg="add mod">
          <ac:chgData name="Minh Huynh" userId="01a137d4-0d81-46e0-aca6-c9185b391828" providerId="ADAL" clId="{18447838-0BCA-432B-86F3-BB78526C143F}" dt="2026-10-12T12:23:35.590" v="660" actId="1076"/>
          <ac:spMkLst>
            <pc:docMk/>
            <pc:sldMk cId="1340834930" sldId="887"/>
            <ac:spMk id="114" creationId="{032B2CFA-8C79-4B49-9512-F40B87F12606}"/>
          </ac:spMkLst>
        </pc:spChg>
        <pc:spChg chg="add mod">
          <ac:chgData name="Minh Huynh" userId="01a137d4-0d81-46e0-aca6-c9185b391828" providerId="ADAL" clId="{18447838-0BCA-432B-86F3-BB78526C143F}" dt="2026-10-12T12:23:35.590" v="660" actId="1076"/>
          <ac:spMkLst>
            <pc:docMk/>
            <pc:sldMk cId="1340834930" sldId="887"/>
            <ac:spMk id="115" creationId="{B7F732A4-4A95-4A3B-B360-E84E889F3B18}"/>
          </ac:spMkLst>
        </pc:spChg>
        <pc:spChg chg="add mod">
          <ac:chgData name="Minh Huynh" userId="01a137d4-0d81-46e0-aca6-c9185b391828" providerId="ADAL" clId="{18447838-0BCA-432B-86F3-BB78526C143F}" dt="2026-10-12T12:23:35.590" v="660" actId="1076"/>
          <ac:spMkLst>
            <pc:docMk/>
            <pc:sldMk cId="1340834930" sldId="887"/>
            <ac:spMk id="116" creationId="{C5EACBAE-D0C2-4166-B6BD-483BC6B772DD}"/>
          </ac:spMkLst>
        </pc:spChg>
        <pc:spChg chg="add mod">
          <ac:chgData name="Minh Huynh" userId="01a137d4-0d81-46e0-aca6-c9185b391828" providerId="ADAL" clId="{18447838-0BCA-432B-86F3-BB78526C143F}" dt="2026-10-12T12:23:35.590" v="660" actId="1076"/>
          <ac:spMkLst>
            <pc:docMk/>
            <pc:sldMk cId="1340834930" sldId="887"/>
            <ac:spMk id="117" creationId="{48CF51E7-1FFA-47E7-A1A3-DC622DF36871}"/>
          </ac:spMkLst>
        </pc:spChg>
        <pc:spChg chg="add mod">
          <ac:chgData name="Minh Huynh" userId="01a137d4-0d81-46e0-aca6-c9185b391828" providerId="ADAL" clId="{18447838-0BCA-432B-86F3-BB78526C143F}" dt="2026-10-12T12:23:35.590" v="660" actId="1076"/>
          <ac:spMkLst>
            <pc:docMk/>
            <pc:sldMk cId="1340834930" sldId="887"/>
            <ac:spMk id="118" creationId="{1F9947CB-B088-4D3A-B2AB-46309A4589E5}"/>
          </ac:spMkLst>
        </pc:spChg>
        <pc:spChg chg="add mod">
          <ac:chgData name="Minh Huynh" userId="01a137d4-0d81-46e0-aca6-c9185b391828" providerId="ADAL" clId="{18447838-0BCA-432B-86F3-BB78526C143F}" dt="2026-10-12T12:23:35.590" v="660" actId="1076"/>
          <ac:spMkLst>
            <pc:docMk/>
            <pc:sldMk cId="1340834930" sldId="887"/>
            <ac:spMk id="119" creationId="{38661948-E5E5-400F-9F44-9DBAA999AA58}"/>
          </ac:spMkLst>
        </pc:spChg>
        <pc:spChg chg="add mod">
          <ac:chgData name="Minh Huynh" userId="01a137d4-0d81-46e0-aca6-c9185b391828" providerId="ADAL" clId="{18447838-0BCA-432B-86F3-BB78526C143F}" dt="2026-10-12T12:23:35.590" v="660" actId="1076"/>
          <ac:spMkLst>
            <pc:docMk/>
            <pc:sldMk cId="1340834930" sldId="887"/>
            <ac:spMk id="120" creationId="{6B5BF711-EF03-47CD-9440-418FB6297EEE}"/>
          </ac:spMkLst>
        </pc:spChg>
        <pc:spChg chg="add mod">
          <ac:chgData name="Minh Huynh" userId="01a137d4-0d81-46e0-aca6-c9185b391828" providerId="ADAL" clId="{18447838-0BCA-432B-86F3-BB78526C143F}" dt="2026-10-12T12:23:35.590" v="660" actId="1076"/>
          <ac:spMkLst>
            <pc:docMk/>
            <pc:sldMk cId="1340834930" sldId="887"/>
            <ac:spMk id="121" creationId="{EFB46D79-A8B8-484B-A970-A521A28B562C}"/>
          </ac:spMkLst>
        </pc:spChg>
        <pc:spChg chg="add mod">
          <ac:chgData name="Minh Huynh" userId="01a137d4-0d81-46e0-aca6-c9185b391828" providerId="ADAL" clId="{18447838-0BCA-432B-86F3-BB78526C143F}" dt="2026-10-12T12:23:35.590" v="660" actId="1076"/>
          <ac:spMkLst>
            <pc:docMk/>
            <pc:sldMk cId="1340834930" sldId="887"/>
            <ac:spMk id="122" creationId="{83B65CCC-7C48-4666-A702-C2D9962B5735}"/>
          </ac:spMkLst>
        </pc:spChg>
        <pc:spChg chg="add mod">
          <ac:chgData name="Minh Huynh" userId="01a137d4-0d81-46e0-aca6-c9185b391828" providerId="ADAL" clId="{18447838-0BCA-432B-86F3-BB78526C143F}" dt="2026-10-12T12:23:35.590" v="660" actId="1076"/>
          <ac:spMkLst>
            <pc:docMk/>
            <pc:sldMk cId="1340834930" sldId="887"/>
            <ac:spMk id="123" creationId="{72B7398F-4B1F-40E6-8453-26FBD6C76CCA}"/>
          </ac:spMkLst>
        </pc:spChg>
        <pc:spChg chg="add mod">
          <ac:chgData name="Minh Huynh" userId="01a137d4-0d81-46e0-aca6-c9185b391828" providerId="ADAL" clId="{18447838-0BCA-432B-86F3-BB78526C143F}" dt="2026-10-12T12:23:35.590" v="660" actId="1076"/>
          <ac:spMkLst>
            <pc:docMk/>
            <pc:sldMk cId="1340834930" sldId="887"/>
            <ac:spMk id="124" creationId="{6B77B450-E2C8-4EFC-BF91-CF8568A960D5}"/>
          </ac:spMkLst>
        </pc:spChg>
        <pc:spChg chg="add mod">
          <ac:chgData name="Minh Huynh" userId="01a137d4-0d81-46e0-aca6-c9185b391828" providerId="ADAL" clId="{18447838-0BCA-432B-86F3-BB78526C143F}" dt="2026-10-12T12:23:35.590" v="660" actId="1076"/>
          <ac:spMkLst>
            <pc:docMk/>
            <pc:sldMk cId="1340834930" sldId="887"/>
            <ac:spMk id="125" creationId="{3B114BFC-B0CF-46D1-A39C-63028832C432}"/>
          </ac:spMkLst>
        </pc:spChg>
      </pc:sldChg>
      <pc:sldChg chg="del">
        <pc:chgData name="Minh Huynh" userId="01a137d4-0d81-46e0-aca6-c9185b391828" providerId="ADAL" clId="{18447838-0BCA-432B-86F3-BB78526C143F}" dt="2026-10-12T12:12:45.996" v="0" actId="47"/>
        <pc:sldMkLst>
          <pc:docMk/>
          <pc:sldMk cId="3205959495" sldId="888"/>
        </pc:sldMkLst>
      </pc:sldChg>
      <pc:sldChg chg="addSp delSp modSp add mod">
        <pc:chgData name="Minh Huynh" userId="01a137d4-0d81-46e0-aca6-c9185b391828" providerId="ADAL" clId="{18447838-0BCA-432B-86F3-BB78526C143F}" dt="2026-10-12T12:35:36.600" v="883" actId="20577"/>
        <pc:sldMkLst>
          <pc:docMk/>
          <pc:sldMk cId="4146570137" sldId="888"/>
        </pc:sldMkLst>
        <pc:spChg chg="mod">
          <ac:chgData name="Minh Huynh" userId="01a137d4-0d81-46e0-aca6-c9185b391828" providerId="ADAL" clId="{18447838-0BCA-432B-86F3-BB78526C143F}" dt="2026-10-12T12:31:53.923" v="701" actId="20577"/>
          <ac:spMkLst>
            <pc:docMk/>
            <pc:sldMk cId="4146570137" sldId="888"/>
            <ac:spMk id="4" creationId="{7BC73E8E-0D58-4B4B-A5C4-A8AE38997407}"/>
          </ac:spMkLst>
        </pc:spChg>
        <pc:spChg chg="del">
          <ac:chgData name="Minh Huynh" userId="01a137d4-0d81-46e0-aca6-c9185b391828" providerId="ADAL" clId="{18447838-0BCA-432B-86F3-BB78526C143F}" dt="2026-10-12T12:31:58.360" v="702" actId="478"/>
          <ac:spMkLst>
            <pc:docMk/>
            <pc:sldMk cId="4146570137" sldId="888"/>
            <ac:spMk id="7" creationId="{A67962BC-F52B-4512-BD54-D49B95A1B3C0}"/>
          </ac:spMkLst>
        </pc:spChg>
        <pc:spChg chg="del">
          <ac:chgData name="Minh Huynh" userId="01a137d4-0d81-46e0-aca6-c9185b391828" providerId="ADAL" clId="{18447838-0BCA-432B-86F3-BB78526C143F}" dt="2026-10-12T12:31:58.360" v="702" actId="478"/>
          <ac:spMkLst>
            <pc:docMk/>
            <pc:sldMk cId="4146570137" sldId="888"/>
            <ac:spMk id="8" creationId="{6A3F74B8-F5C4-47E9-B418-6F97CC2CB912}"/>
          </ac:spMkLst>
        </pc:spChg>
        <pc:spChg chg="del">
          <ac:chgData name="Minh Huynh" userId="01a137d4-0d81-46e0-aca6-c9185b391828" providerId="ADAL" clId="{18447838-0BCA-432B-86F3-BB78526C143F}" dt="2026-10-12T12:31:58.360" v="702" actId="478"/>
          <ac:spMkLst>
            <pc:docMk/>
            <pc:sldMk cId="4146570137" sldId="888"/>
            <ac:spMk id="9" creationId="{4B34126E-809A-41DA-8EB7-3DFADF0446A8}"/>
          </ac:spMkLst>
        </pc:spChg>
        <pc:spChg chg="del">
          <ac:chgData name="Minh Huynh" userId="01a137d4-0d81-46e0-aca6-c9185b391828" providerId="ADAL" clId="{18447838-0BCA-432B-86F3-BB78526C143F}" dt="2026-10-12T12:31:58.360" v="702" actId="478"/>
          <ac:spMkLst>
            <pc:docMk/>
            <pc:sldMk cId="4146570137" sldId="888"/>
            <ac:spMk id="10" creationId="{E48AF9D6-D45F-4795-969C-C4ADBA4B47BF}"/>
          </ac:spMkLst>
        </pc:spChg>
        <pc:spChg chg="del">
          <ac:chgData name="Minh Huynh" userId="01a137d4-0d81-46e0-aca6-c9185b391828" providerId="ADAL" clId="{18447838-0BCA-432B-86F3-BB78526C143F}" dt="2026-10-12T12:31:58.360" v="702" actId="478"/>
          <ac:spMkLst>
            <pc:docMk/>
            <pc:sldMk cId="4146570137" sldId="888"/>
            <ac:spMk id="14" creationId="{421E6674-F7CF-4046-8FBF-EF120C0FFEEE}"/>
          </ac:spMkLst>
        </pc:spChg>
        <pc:spChg chg="del">
          <ac:chgData name="Minh Huynh" userId="01a137d4-0d81-46e0-aca6-c9185b391828" providerId="ADAL" clId="{18447838-0BCA-432B-86F3-BB78526C143F}" dt="2026-10-12T12:31:58.360" v="702" actId="478"/>
          <ac:spMkLst>
            <pc:docMk/>
            <pc:sldMk cId="4146570137" sldId="888"/>
            <ac:spMk id="15" creationId="{E9585141-F4EB-4C15-8E4D-D717B624A067}"/>
          </ac:spMkLst>
        </pc:spChg>
        <pc:spChg chg="del">
          <ac:chgData name="Minh Huynh" userId="01a137d4-0d81-46e0-aca6-c9185b391828" providerId="ADAL" clId="{18447838-0BCA-432B-86F3-BB78526C143F}" dt="2026-10-12T12:31:58.360" v="702" actId="478"/>
          <ac:spMkLst>
            <pc:docMk/>
            <pc:sldMk cId="4146570137" sldId="888"/>
            <ac:spMk id="16" creationId="{996F9ED6-A1A8-472C-B07B-4E2EA53EB1A0}"/>
          </ac:spMkLst>
        </pc:spChg>
        <pc:spChg chg="del">
          <ac:chgData name="Minh Huynh" userId="01a137d4-0d81-46e0-aca6-c9185b391828" providerId="ADAL" clId="{18447838-0BCA-432B-86F3-BB78526C143F}" dt="2026-10-12T12:31:58.360" v="702" actId="478"/>
          <ac:spMkLst>
            <pc:docMk/>
            <pc:sldMk cId="4146570137" sldId="888"/>
            <ac:spMk id="17" creationId="{19C81F2C-03B6-467B-BB59-61285F0AF733}"/>
          </ac:spMkLst>
        </pc:spChg>
        <pc:spChg chg="del">
          <ac:chgData name="Minh Huynh" userId="01a137d4-0d81-46e0-aca6-c9185b391828" providerId="ADAL" clId="{18447838-0BCA-432B-86F3-BB78526C143F}" dt="2026-10-12T12:31:58.360" v="702" actId="478"/>
          <ac:spMkLst>
            <pc:docMk/>
            <pc:sldMk cId="4146570137" sldId="888"/>
            <ac:spMk id="18" creationId="{8DA94EEE-1E2F-4C80-A31A-273A42C9402E}"/>
          </ac:spMkLst>
        </pc:spChg>
        <pc:spChg chg="del">
          <ac:chgData name="Minh Huynh" userId="01a137d4-0d81-46e0-aca6-c9185b391828" providerId="ADAL" clId="{18447838-0BCA-432B-86F3-BB78526C143F}" dt="2026-10-12T12:31:58.360" v="702" actId="478"/>
          <ac:spMkLst>
            <pc:docMk/>
            <pc:sldMk cId="4146570137" sldId="888"/>
            <ac:spMk id="19" creationId="{143F4B56-B9BA-436A-9DE1-E4DB661A1C4D}"/>
          </ac:spMkLst>
        </pc:spChg>
        <pc:spChg chg="del">
          <ac:chgData name="Minh Huynh" userId="01a137d4-0d81-46e0-aca6-c9185b391828" providerId="ADAL" clId="{18447838-0BCA-432B-86F3-BB78526C143F}" dt="2026-10-12T12:31:58.360" v="702" actId="478"/>
          <ac:spMkLst>
            <pc:docMk/>
            <pc:sldMk cId="4146570137" sldId="888"/>
            <ac:spMk id="20" creationId="{7B0834B4-98F5-4D56-851D-F433D8432989}"/>
          </ac:spMkLst>
        </pc:spChg>
        <pc:spChg chg="del">
          <ac:chgData name="Minh Huynh" userId="01a137d4-0d81-46e0-aca6-c9185b391828" providerId="ADAL" clId="{18447838-0BCA-432B-86F3-BB78526C143F}" dt="2026-10-12T12:31:58.360" v="702" actId="478"/>
          <ac:spMkLst>
            <pc:docMk/>
            <pc:sldMk cId="4146570137" sldId="888"/>
            <ac:spMk id="42" creationId="{B242F3DE-95B6-40BC-856D-34209F6F41E3}"/>
          </ac:spMkLst>
        </pc:spChg>
        <pc:spChg chg="del">
          <ac:chgData name="Minh Huynh" userId="01a137d4-0d81-46e0-aca6-c9185b391828" providerId="ADAL" clId="{18447838-0BCA-432B-86F3-BB78526C143F}" dt="2026-10-12T12:31:58.360" v="702" actId="478"/>
          <ac:spMkLst>
            <pc:docMk/>
            <pc:sldMk cId="4146570137" sldId="888"/>
            <ac:spMk id="43" creationId="{15B02777-4E6D-495F-946D-5C5CB5D4B55F}"/>
          </ac:spMkLst>
        </pc:spChg>
        <pc:spChg chg="del">
          <ac:chgData name="Minh Huynh" userId="01a137d4-0d81-46e0-aca6-c9185b391828" providerId="ADAL" clId="{18447838-0BCA-432B-86F3-BB78526C143F}" dt="2026-10-12T12:31:58.360" v="702" actId="478"/>
          <ac:spMkLst>
            <pc:docMk/>
            <pc:sldMk cId="4146570137" sldId="888"/>
            <ac:spMk id="44" creationId="{0F20EE40-3AC7-42A0-A90D-0ADDC57C2037}"/>
          </ac:spMkLst>
        </pc:spChg>
        <pc:spChg chg="del">
          <ac:chgData name="Minh Huynh" userId="01a137d4-0d81-46e0-aca6-c9185b391828" providerId="ADAL" clId="{18447838-0BCA-432B-86F3-BB78526C143F}" dt="2026-10-12T12:31:58.360" v="702" actId="478"/>
          <ac:spMkLst>
            <pc:docMk/>
            <pc:sldMk cId="4146570137" sldId="888"/>
            <ac:spMk id="45" creationId="{C918D1B5-F5B4-40C0-9396-EDF40DD3CACB}"/>
          </ac:spMkLst>
        </pc:spChg>
        <pc:spChg chg="del">
          <ac:chgData name="Minh Huynh" userId="01a137d4-0d81-46e0-aca6-c9185b391828" providerId="ADAL" clId="{18447838-0BCA-432B-86F3-BB78526C143F}" dt="2026-10-12T12:31:58.360" v="702" actId="478"/>
          <ac:spMkLst>
            <pc:docMk/>
            <pc:sldMk cId="4146570137" sldId="888"/>
            <ac:spMk id="46" creationId="{71EA0A16-FC98-4B12-B68E-019281B65B2E}"/>
          </ac:spMkLst>
        </pc:spChg>
        <pc:spChg chg="del">
          <ac:chgData name="Minh Huynh" userId="01a137d4-0d81-46e0-aca6-c9185b391828" providerId="ADAL" clId="{18447838-0BCA-432B-86F3-BB78526C143F}" dt="2026-10-12T12:31:58.360" v="702" actId="478"/>
          <ac:spMkLst>
            <pc:docMk/>
            <pc:sldMk cId="4146570137" sldId="888"/>
            <ac:spMk id="47" creationId="{3587714D-2307-4E12-B0FA-ED8B002AFD76}"/>
          </ac:spMkLst>
        </pc:spChg>
        <pc:spChg chg="del">
          <ac:chgData name="Minh Huynh" userId="01a137d4-0d81-46e0-aca6-c9185b391828" providerId="ADAL" clId="{18447838-0BCA-432B-86F3-BB78526C143F}" dt="2026-10-12T12:31:58.360" v="702" actId="478"/>
          <ac:spMkLst>
            <pc:docMk/>
            <pc:sldMk cId="4146570137" sldId="888"/>
            <ac:spMk id="48" creationId="{48ED4C52-748F-4FF8-BB75-5D7EFB90836A}"/>
          </ac:spMkLst>
        </pc:spChg>
        <pc:spChg chg="del">
          <ac:chgData name="Minh Huynh" userId="01a137d4-0d81-46e0-aca6-c9185b391828" providerId="ADAL" clId="{18447838-0BCA-432B-86F3-BB78526C143F}" dt="2026-10-12T12:31:58.360" v="702" actId="478"/>
          <ac:spMkLst>
            <pc:docMk/>
            <pc:sldMk cId="4146570137" sldId="888"/>
            <ac:spMk id="49" creationId="{BDAED572-4913-4721-9EFC-1D017663DE1D}"/>
          </ac:spMkLst>
        </pc:spChg>
        <pc:spChg chg="del">
          <ac:chgData name="Minh Huynh" userId="01a137d4-0d81-46e0-aca6-c9185b391828" providerId="ADAL" clId="{18447838-0BCA-432B-86F3-BB78526C143F}" dt="2026-10-12T12:31:58.360" v="702" actId="478"/>
          <ac:spMkLst>
            <pc:docMk/>
            <pc:sldMk cId="4146570137" sldId="888"/>
            <ac:spMk id="50" creationId="{6138217B-56EB-435F-AEC6-75D0ED8A32AF}"/>
          </ac:spMkLst>
        </pc:spChg>
        <pc:spChg chg="del">
          <ac:chgData name="Minh Huynh" userId="01a137d4-0d81-46e0-aca6-c9185b391828" providerId="ADAL" clId="{18447838-0BCA-432B-86F3-BB78526C143F}" dt="2026-10-12T12:31:58.360" v="702" actId="478"/>
          <ac:spMkLst>
            <pc:docMk/>
            <pc:sldMk cId="4146570137" sldId="888"/>
            <ac:spMk id="51" creationId="{0253CE86-679E-46D6-98AA-32632A73FCA3}"/>
          </ac:spMkLst>
        </pc:spChg>
        <pc:spChg chg="del">
          <ac:chgData name="Minh Huynh" userId="01a137d4-0d81-46e0-aca6-c9185b391828" providerId="ADAL" clId="{18447838-0BCA-432B-86F3-BB78526C143F}" dt="2026-10-12T12:31:58.360" v="702" actId="478"/>
          <ac:spMkLst>
            <pc:docMk/>
            <pc:sldMk cId="4146570137" sldId="888"/>
            <ac:spMk id="52" creationId="{AFA18A70-4DF8-4816-ABC5-64670E6F1DE5}"/>
          </ac:spMkLst>
        </pc:spChg>
        <pc:spChg chg="del">
          <ac:chgData name="Minh Huynh" userId="01a137d4-0d81-46e0-aca6-c9185b391828" providerId="ADAL" clId="{18447838-0BCA-432B-86F3-BB78526C143F}" dt="2026-10-12T12:31:58.360" v="702" actId="478"/>
          <ac:spMkLst>
            <pc:docMk/>
            <pc:sldMk cId="4146570137" sldId="888"/>
            <ac:spMk id="53" creationId="{FF5C1C2B-5300-4059-93AD-D6CA40AB49FC}"/>
          </ac:spMkLst>
        </pc:spChg>
        <pc:spChg chg="del">
          <ac:chgData name="Minh Huynh" userId="01a137d4-0d81-46e0-aca6-c9185b391828" providerId="ADAL" clId="{18447838-0BCA-432B-86F3-BB78526C143F}" dt="2026-10-12T12:31:58.360" v="702" actId="478"/>
          <ac:spMkLst>
            <pc:docMk/>
            <pc:sldMk cId="4146570137" sldId="888"/>
            <ac:spMk id="54" creationId="{0CF689A3-C735-44C0-B575-79FAF2D9C7DF}"/>
          </ac:spMkLst>
        </pc:spChg>
        <pc:spChg chg="del">
          <ac:chgData name="Minh Huynh" userId="01a137d4-0d81-46e0-aca6-c9185b391828" providerId="ADAL" clId="{18447838-0BCA-432B-86F3-BB78526C143F}" dt="2026-10-12T12:31:58.360" v="702" actId="478"/>
          <ac:spMkLst>
            <pc:docMk/>
            <pc:sldMk cId="4146570137" sldId="888"/>
            <ac:spMk id="55" creationId="{58DA22CD-9A5D-4543-BD5C-C20CC619E752}"/>
          </ac:spMkLst>
        </pc:spChg>
        <pc:spChg chg="del">
          <ac:chgData name="Minh Huynh" userId="01a137d4-0d81-46e0-aca6-c9185b391828" providerId="ADAL" clId="{18447838-0BCA-432B-86F3-BB78526C143F}" dt="2026-10-12T12:31:58.360" v="702" actId="478"/>
          <ac:spMkLst>
            <pc:docMk/>
            <pc:sldMk cId="4146570137" sldId="888"/>
            <ac:spMk id="56" creationId="{1E023B0A-69A6-4BD1-9093-4AB9C8C844E6}"/>
          </ac:spMkLst>
        </pc:spChg>
        <pc:spChg chg="del">
          <ac:chgData name="Minh Huynh" userId="01a137d4-0d81-46e0-aca6-c9185b391828" providerId="ADAL" clId="{18447838-0BCA-432B-86F3-BB78526C143F}" dt="2026-10-12T12:31:58.360" v="702" actId="478"/>
          <ac:spMkLst>
            <pc:docMk/>
            <pc:sldMk cId="4146570137" sldId="888"/>
            <ac:spMk id="57" creationId="{BCC7C8DE-36AA-4E38-ADD4-33ABEEB98403}"/>
          </ac:spMkLst>
        </pc:spChg>
        <pc:spChg chg="del">
          <ac:chgData name="Minh Huynh" userId="01a137d4-0d81-46e0-aca6-c9185b391828" providerId="ADAL" clId="{18447838-0BCA-432B-86F3-BB78526C143F}" dt="2026-10-12T12:31:58.360" v="702" actId="478"/>
          <ac:spMkLst>
            <pc:docMk/>
            <pc:sldMk cId="4146570137" sldId="888"/>
            <ac:spMk id="58" creationId="{E2B35763-B21F-4E32-BAB0-1924A7E3E223}"/>
          </ac:spMkLst>
        </pc:spChg>
        <pc:spChg chg="del">
          <ac:chgData name="Minh Huynh" userId="01a137d4-0d81-46e0-aca6-c9185b391828" providerId="ADAL" clId="{18447838-0BCA-432B-86F3-BB78526C143F}" dt="2026-10-12T12:31:58.360" v="702" actId="478"/>
          <ac:spMkLst>
            <pc:docMk/>
            <pc:sldMk cId="4146570137" sldId="888"/>
            <ac:spMk id="59" creationId="{F5BB3A27-C1D7-4D91-8711-CBECDC2AAAB4}"/>
          </ac:spMkLst>
        </pc:spChg>
        <pc:spChg chg="del">
          <ac:chgData name="Minh Huynh" userId="01a137d4-0d81-46e0-aca6-c9185b391828" providerId="ADAL" clId="{18447838-0BCA-432B-86F3-BB78526C143F}" dt="2026-10-12T12:31:58.360" v="702" actId="478"/>
          <ac:spMkLst>
            <pc:docMk/>
            <pc:sldMk cId="4146570137" sldId="888"/>
            <ac:spMk id="60" creationId="{432556BA-79C5-4CA3-82A3-9D1662FFB47C}"/>
          </ac:spMkLst>
        </pc:spChg>
        <pc:spChg chg="del">
          <ac:chgData name="Minh Huynh" userId="01a137d4-0d81-46e0-aca6-c9185b391828" providerId="ADAL" clId="{18447838-0BCA-432B-86F3-BB78526C143F}" dt="2026-10-12T12:31:58.360" v="702" actId="478"/>
          <ac:spMkLst>
            <pc:docMk/>
            <pc:sldMk cId="4146570137" sldId="888"/>
            <ac:spMk id="61" creationId="{0617273F-AA08-49F0-A2D6-A14FCC87A948}"/>
          </ac:spMkLst>
        </pc:spChg>
        <pc:spChg chg="del">
          <ac:chgData name="Minh Huynh" userId="01a137d4-0d81-46e0-aca6-c9185b391828" providerId="ADAL" clId="{18447838-0BCA-432B-86F3-BB78526C143F}" dt="2026-10-12T12:31:58.360" v="702" actId="478"/>
          <ac:spMkLst>
            <pc:docMk/>
            <pc:sldMk cId="4146570137" sldId="888"/>
            <ac:spMk id="62" creationId="{85875A4D-AFA4-476A-8D81-F9CA4EFC1CD3}"/>
          </ac:spMkLst>
        </pc:spChg>
        <pc:spChg chg="del">
          <ac:chgData name="Minh Huynh" userId="01a137d4-0d81-46e0-aca6-c9185b391828" providerId="ADAL" clId="{18447838-0BCA-432B-86F3-BB78526C143F}" dt="2026-10-12T12:31:58.360" v="702" actId="478"/>
          <ac:spMkLst>
            <pc:docMk/>
            <pc:sldMk cId="4146570137" sldId="888"/>
            <ac:spMk id="63" creationId="{85E43DC6-C32C-45A7-B8F6-9292264965F0}"/>
          </ac:spMkLst>
        </pc:spChg>
        <pc:spChg chg="del">
          <ac:chgData name="Minh Huynh" userId="01a137d4-0d81-46e0-aca6-c9185b391828" providerId="ADAL" clId="{18447838-0BCA-432B-86F3-BB78526C143F}" dt="2026-10-12T12:31:58.360" v="702" actId="478"/>
          <ac:spMkLst>
            <pc:docMk/>
            <pc:sldMk cId="4146570137" sldId="888"/>
            <ac:spMk id="64" creationId="{B08F03FF-0CCE-4BD7-A7A2-06AD2EB991D8}"/>
          </ac:spMkLst>
        </pc:spChg>
        <pc:spChg chg="del">
          <ac:chgData name="Minh Huynh" userId="01a137d4-0d81-46e0-aca6-c9185b391828" providerId="ADAL" clId="{18447838-0BCA-432B-86F3-BB78526C143F}" dt="2026-10-12T12:31:58.360" v="702" actId="478"/>
          <ac:spMkLst>
            <pc:docMk/>
            <pc:sldMk cId="4146570137" sldId="888"/>
            <ac:spMk id="65" creationId="{DD1C0551-ACE7-448B-B258-4BB3E87EF914}"/>
          </ac:spMkLst>
        </pc:spChg>
        <pc:spChg chg="del">
          <ac:chgData name="Minh Huynh" userId="01a137d4-0d81-46e0-aca6-c9185b391828" providerId="ADAL" clId="{18447838-0BCA-432B-86F3-BB78526C143F}" dt="2026-10-12T12:31:58.360" v="702" actId="478"/>
          <ac:spMkLst>
            <pc:docMk/>
            <pc:sldMk cId="4146570137" sldId="888"/>
            <ac:spMk id="66" creationId="{1B851FF8-6234-496E-958E-BE95A3F06E9B}"/>
          </ac:spMkLst>
        </pc:spChg>
        <pc:spChg chg="del">
          <ac:chgData name="Minh Huynh" userId="01a137d4-0d81-46e0-aca6-c9185b391828" providerId="ADAL" clId="{18447838-0BCA-432B-86F3-BB78526C143F}" dt="2026-10-12T12:31:58.360" v="702" actId="478"/>
          <ac:spMkLst>
            <pc:docMk/>
            <pc:sldMk cId="4146570137" sldId="888"/>
            <ac:spMk id="67" creationId="{DE1EC9FF-A4CD-4277-955E-E586340652F8}"/>
          </ac:spMkLst>
        </pc:spChg>
        <pc:spChg chg="del">
          <ac:chgData name="Minh Huynh" userId="01a137d4-0d81-46e0-aca6-c9185b391828" providerId="ADAL" clId="{18447838-0BCA-432B-86F3-BB78526C143F}" dt="2026-10-12T12:31:58.360" v="702" actId="478"/>
          <ac:spMkLst>
            <pc:docMk/>
            <pc:sldMk cId="4146570137" sldId="888"/>
            <ac:spMk id="68" creationId="{8D89AC36-0742-462D-BB9A-13541A228B69}"/>
          </ac:spMkLst>
        </pc:spChg>
        <pc:spChg chg="del">
          <ac:chgData name="Minh Huynh" userId="01a137d4-0d81-46e0-aca6-c9185b391828" providerId="ADAL" clId="{18447838-0BCA-432B-86F3-BB78526C143F}" dt="2026-10-12T12:31:58.360" v="702" actId="478"/>
          <ac:spMkLst>
            <pc:docMk/>
            <pc:sldMk cId="4146570137" sldId="888"/>
            <ac:spMk id="69" creationId="{2205AC33-9FDD-4C20-9251-8EDE93B7E154}"/>
          </ac:spMkLst>
        </pc:spChg>
        <pc:spChg chg="del">
          <ac:chgData name="Minh Huynh" userId="01a137d4-0d81-46e0-aca6-c9185b391828" providerId="ADAL" clId="{18447838-0BCA-432B-86F3-BB78526C143F}" dt="2026-10-12T12:31:58.360" v="702" actId="478"/>
          <ac:spMkLst>
            <pc:docMk/>
            <pc:sldMk cId="4146570137" sldId="888"/>
            <ac:spMk id="70" creationId="{F1E7DEA1-9F9C-43D3-821E-E4130A01C0E6}"/>
          </ac:spMkLst>
        </pc:spChg>
        <pc:spChg chg="del">
          <ac:chgData name="Minh Huynh" userId="01a137d4-0d81-46e0-aca6-c9185b391828" providerId="ADAL" clId="{18447838-0BCA-432B-86F3-BB78526C143F}" dt="2026-10-12T12:31:58.360" v="702" actId="478"/>
          <ac:spMkLst>
            <pc:docMk/>
            <pc:sldMk cId="4146570137" sldId="888"/>
            <ac:spMk id="71" creationId="{3BCDA718-6115-41E1-82DB-47DF09B9F038}"/>
          </ac:spMkLst>
        </pc:spChg>
        <pc:spChg chg="del">
          <ac:chgData name="Minh Huynh" userId="01a137d4-0d81-46e0-aca6-c9185b391828" providerId="ADAL" clId="{18447838-0BCA-432B-86F3-BB78526C143F}" dt="2026-10-12T12:31:58.360" v="702" actId="478"/>
          <ac:spMkLst>
            <pc:docMk/>
            <pc:sldMk cId="4146570137" sldId="888"/>
            <ac:spMk id="72" creationId="{AA3DA68F-6579-4209-9EDE-07E56659287D}"/>
          </ac:spMkLst>
        </pc:spChg>
        <pc:spChg chg="del">
          <ac:chgData name="Minh Huynh" userId="01a137d4-0d81-46e0-aca6-c9185b391828" providerId="ADAL" clId="{18447838-0BCA-432B-86F3-BB78526C143F}" dt="2026-10-12T12:31:58.360" v="702" actId="478"/>
          <ac:spMkLst>
            <pc:docMk/>
            <pc:sldMk cId="4146570137" sldId="888"/>
            <ac:spMk id="73" creationId="{59C30626-DD0B-42BC-8B6D-81D18D1782A8}"/>
          </ac:spMkLst>
        </pc:spChg>
        <pc:spChg chg="mod">
          <ac:chgData name="Minh Huynh" userId="01a137d4-0d81-46e0-aca6-c9185b391828" providerId="ADAL" clId="{18447838-0BCA-432B-86F3-BB78526C143F}" dt="2026-10-12T12:35:36.600" v="883" actId="20577"/>
          <ac:spMkLst>
            <pc:docMk/>
            <pc:sldMk cId="4146570137" sldId="888"/>
            <ac:spMk id="74" creationId="{0BC5EFDD-B5EE-4CD3-9813-3FC4733EEA9A}"/>
          </ac:spMkLst>
        </pc:spChg>
        <pc:spChg chg="del mod">
          <ac:chgData name="Minh Huynh" userId="01a137d4-0d81-46e0-aca6-c9185b391828" providerId="ADAL" clId="{18447838-0BCA-432B-86F3-BB78526C143F}" dt="2026-10-12T12:33:15.620" v="757" actId="478"/>
          <ac:spMkLst>
            <pc:docMk/>
            <pc:sldMk cId="4146570137" sldId="888"/>
            <ac:spMk id="99" creationId="{38D66BE2-B032-423D-8E5A-7793D9F01BD1}"/>
          </ac:spMkLst>
        </pc:spChg>
        <pc:spChg chg="del mod">
          <ac:chgData name="Minh Huynh" userId="01a137d4-0d81-46e0-aca6-c9185b391828" providerId="ADAL" clId="{18447838-0BCA-432B-86F3-BB78526C143F}" dt="2026-10-12T12:33:15.620" v="757" actId="478"/>
          <ac:spMkLst>
            <pc:docMk/>
            <pc:sldMk cId="4146570137" sldId="888"/>
            <ac:spMk id="100" creationId="{BC1669C5-5338-438F-94D0-72A4B06A72E0}"/>
          </ac:spMkLst>
        </pc:spChg>
        <pc:spChg chg="del mod">
          <ac:chgData name="Minh Huynh" userId="01a137d4-0d81-46e0-aca6-c9185b391828" providerId="ADAL" clId="{18447838-0BCA-432B-86F3-BB78526C143F}" dt="2026-10-12T12:33:15.620" v="757" actId="478"/>
          <ac:spMkLst>
            <pc:docMk/>
            <pc:sldMk cId="4146570137" sldId="888"/>
            <ac:spMk id="101" creationId="{6B7C67E0-F05D-4A18-9C0C-DE6C1DE2847D}"/>
          </ac:spMkLst>
        </pc:spChg>
        <pc:spChg chg="del mod">
          <ac:chgData name="Minh Huynh" userId="01a137d4-0d81-46e0-aca6-c9185b391828" providerId="ADAL" clId="{18447838-0BCA-432B-86F3-BB78526C143F}" dt="2026-10-12T12:33:15.620" v="757" actId="478"/>
          <ac:spMkLst>
            <pc:docMk/>
            <pc:sldMk cId="4146570137" sldId="888"/>
            <ac:spMk id="102" creationId="{5151ED00-2227-41D2-9CCD-CFE061218BB5}"/>
          </ac:spMkLst>
        </pc:spChg>
        <pc:spChg chg="del mod">
          <ac:chgData name="Minh Huynh" userId="01a137d4-0d81-46e0-aca6-c9185b391828" providerId="ADAL" clId="{18447838-0BCA-432B-86F3-BB78526C143F}" dt="2026-10-12T12:33:15.620" v="757" actId="478"/>
          <ac:spMkLst>
            <pc:docMk/>
            <pc:sldMk cId="4146570137" sldId="888"/>
            <ac:spMk id="103" creationId="{22DD0A0A-8BD5-4CF6-8EBF-4E6671DAF667}"/>
          </ac:spMkLst>
        </pc:spChg>
        <pc:spChg chg="del mod">
          <ac:chgData name="Minh Huynh" userId="01a137d4-0d81-46e0-aca6-c9185b391828" providerId="ADAL" clId="{18447838-0BCA-432B-86F3-BB78526C143F}" dt="2026-10-12T12:33:15.620" v="757" actId="478"/>
          <ac:spMkLst>
            <pc:docMk/>
            <pc:sldMk cId="4146570137" sldId="888"/>
            <ac:spMk id="104" creationId="{83A25243-8CC0-4C41-87DE-F1A64776AC2C}"/>
          </ac:spMkLst>
        </pc:spChg>
        <pc:spChg chg="del mod">
          <ac:chgData name="Minh Huynh" userId="01a137d4-0d81-46e0-aca6-c9185b391828" providerId="ADAL" clId="{18447838-0BCA-432B-86F3-BB78526C143F}" dt="2026-10-12T12:33:15.620" v="757" actId="478"/>
          <ac:spMkLst>
            <pc:docMk/>
            <pc:sldMk cId="4146570137" sldId="888"/>
            <ac:spMk id="105" creationId="{4BF439F0-FCDA-4A44-A743-D8452236F463}"/>
          </ac:spMkLst>
        </pc:spChg>
        <pc:spChg chg="del mod">
          <ac:chgData name="Minh Huynh" userId="01a137d4-0d81-46e0-aca6-c9185b391828" providerId="ADAL" clId="{18447838-0BCA-432B-86F3-BB78526C143F}" dt="2026-10-12T12:33:15.620" v="757" actId="478"/>
          <ac:spMkLst>
            <pc:docMk/>
            <pc:sldMk cId="4146570137" sldId="888"/>
            <ac:spMk id="106" creationId="{033DE228-631F-4EB2-BAEE-9908BFF59BC3}"/>
          </ac:spMkLst>
        </pc:spChg>
        <pc:spChg chg="del mod">
          <ac:chgData name="Minh Huynh" userId="01a137d4-0d81-46e0-aca6-c9185b391828" providerId="ADAL" clId="{18447838-0BCA-432B-86F3-BB78526C143F}" dt="2026-10-12T12:33:15.620" v="757" actId="478"/>
          <ac:spMkLst>
            <pc:docMk/>
            <pc:sldMk cId="4146570137" sldId="888"/>
            <ac:spMk id="107" creationId="{F82204CA-57AB-4EFD-AFA5-E12A6532FD62}"/>
          </ac:spMkLst>
        </pc:spChg>
        <pc:spChg chg="del mod">
          <ac:chgData name="Minh Huynh" userId="01a137d4-0d81-46e0-aca6-c9185b391828" providerId="ADAL" clId="{18447838-0BCA-432B-86F3-BB78526C143F}" dt="2026-10-12T12:33:15.620" v="757" actId="478"/>
          <ac:spMkLst>
            <pc:docMk/>
            <pc:sldMk cId="4146570137" sldId="888"/>
            <ac:spMk id="108" creationId="{6ACCC2CA-442D-4B1A-8D4F-239E1EAD97E9}"/>
          </ac:spMkLst>
        </pc:spChg>
        <pc:spChg chg="del mod">
          <ac:chgData name="Minh Huynh" userId="01a137d4-0d81-46e0-aca6-c9185b391828" providerId="ADAL" clId="{18447838-0BCA-432B-86F3-BB78526C143F}" dt="2026-10-12T12:33:15.620" v="757" actId="478"/>
          <ac:spMkLst>
            <pc:docMk/>
            <pc:sldMk cId="4146570137" sldId="888"/>
            <ac:spMk id="109" creationId="{F26EB435-DC35-4099-8CCD-FA57AD0092BC}"/>
          </ac:spMkLst>
        </pc:spChg>
        <pc:spChg chg="del mod">
          <ac:chgData name="Minh Huynh" userId="01a137d4-0d81-46e0-aca6-c9185b391828" providerId="ADAL" clId="{18447838-0BCA-432B-86F3-BB78526C143F}" dt="2026-10-12T12:33:15.620" v="757" actId="478"/>
          <ac:spMkLst>
            <pc:docMk/>
            <pc:sldMk cId="4146570137" sldId="888"/>
            <ac:spMk id="110" creationId="{58E8E706-B3E6-40E1-A9A1-B604EEE73802}"/>
          </ac:spMkLst>
        </pc:spChg>
        <pc:spChg chg="del mod">
          <ac:chgData name="Minh Huynh" userId="01a137d4-0d81-46e0-aca6-c9185b391828" providerId="ADAL" clId="{18447838-0BCA-432B-86F3-BB78526C143F}" dt="2026-10-12T12:33:15.620" v="757" actId="478"/>
          <ac:spMkLst>
            <pc:docMk/>
            <pc:sldMk cId="4146570137" sldId="888"/>
            <ac:spMk id="111" creationId="{DE4AD348-4D66-4810-B215-66E34914740C}"/>
          </ac:spMkLst>
        </pc:spChg>
        <pc:spChg chg="del mod">
          <ac:chgData name="Minh Huynh" userId="01a137d4-0d81-46e0-aca6-c9185b391828" providerId="ADAL" clId="{18447838-0BCA-432B-86F3-BB78526C143F}" dt="2026-10-12T12:33:15.620" v="757" actId="478"/>
          <ac:spMkLst>
            <pc:docMk/>
            <pc:sldMk cId="4146570137" sldId="888"/>
            <ac:spMk id="112" creationId="{E7438738-F08D-44D0-97D7-7888CDB9CDA2}"/>
          </ac:spMkLst>
        </pc:spChg>
        <pc:spChg chg="del mod">
          <ac:chgData name="Minh Huynh" userId="01a137d4-0d81-46e0-aca6-c9185b391828" providerId="ADAL" clId="{18447838-0BCA-432B-86F3-BB78526C143F}" dt="2026-10-12T12:33:15.620" v="757" actId="478"/>
          <ac:spMkLst>
            <pc:docMk/>
            <pc:sldMk cId="4146570137" sldId="888"/>
            <ac:spMk id="113" creationId="{2C733F58-7675-4A72-A946-CC50CA827010}"/>
          </ac:spMkLst>
        </pc:spChg>
        <pc:spChg chg="del mod">
          <ac:chgData name="Minh Huynh" userId="01a137d4-0d81-46e0-aca6-c9185b391828" providerId="ADAL" clId="{18447838-0BCA-432B-86F3-BB78526C143F}" dt="2026-10-12T12:33:15.620" v="757" actId="478"/>
          <ac:spMkLst>
            <pc:docMk/>
            <pc:sldMk cId="4146570137" sldId="888"/>
            <ac:spMk id="114" creationId="{032B2CFA-8C79-4B49-9512-F40B87F12606}"/>
          </ac:spMkLst>
        </pc:spChg>
        <pc:spChg chg="del mod">
          <ac:chgData name="Minh Huynh" userId="01a137d4-0d81-46e0-aca6-c9185b391828" providerId="ADAL" clId="{18447838-0BCA-432B-86F3-BB78526C143F}" dt="2026-10-12T12:33:15.620" v="757" actId="478"/>
          <ac:spMkLst>
            <pc:docMk/>
            <pc:sldMk cId="4146570137" sldId="888"/>
            <ac:spMk id="115" creationId="{B7F732A4-4A95-4A3B-B360-E84E889F3B18}"/>
          </ac:spMkLst>
        </pc:spChg>
        <pc:spChg chg="del mod">
          <ac:chgData name="Minh Huynh" userId="01a137d4-0d81-46e0-aca6-c9185b391828" providerId="ADAL" clId="{18447838-0BCA-432B-86F3-BB78526C143F}" dt="2026-10-12T12:33:15.620" v="757" actId="478"/>
          <ac:spMkLst>
            <pc:docMk/>
            <pc:sldMk cId="4146570137" sldId="888"/>
            <ac:spMk id="116" creationId="{C5EACBAE-D0C2-4166-B6BD-483BC6B772DD}"/>
          </ac:spMkLst>
        </pc:spChg>
        <pc:spChg chg="del mod">
          <ac:chgData name="Minh Huynh" userId="01a137d4-0d81-46e0-aca6-c9185b391828" providerId="ADAL" clId="{18447838-0BCA-432B-86F3-BB78526C143F}" dt="2026-10-12T12:33:15.620" v="757" actId="478"/>
          <ac:spMkLst>
            <pc:docMk/>
            <pc:sldMk cId="4146570137" sldId="888"/>
            <ac:spMk id="117" creationId="{48CF51E7-1FFA-47E7-A1A3-DC622DF36871}"/>
          </ac:spMkLst>
        </pc:spChg>
        <pc:spChg chg="del mod">
          <ac:chgData name="Minh Huynh" userId="01a137d4-0d81-46e0-aca6-c9185b391828" providerId="ADAL" clId="{18447838-0BCA-432B-86F3-BB78526C143F}" dt="2026-10-12T12:33:15.620" v="757" actId="478"/>
          <ac:spMkLst>
            <pc:docMk/>
            <pc:sldMk cId="4146570137" sldId="888"/>
            <ac:spMk id="118" creationId="{1F9947CB-B088-4D3A-B2AB-46309A4589E5}"/>
          </ac:spMkLst>
        </pc:spChg>
        <pc:spChg chg="del mod">
          <ac:chgData name="Minh Huynh" userId="01a137d4-0d81-46e0-aca6-c9185b391828" providerId="ADAL" clId="{18447838-0BCA-432B-86F3-BB78526C143F}" dt="2026-10-12T12:33:15.620" v="757" actId="478"/>
          <ac:spMkLst>
            <pc:docMk/>
            <pc:sldMk cId="4146570137" sldId="888"/>
            <ac:spMk id="119" creationId="{38661948-E5E5-400F-9F44-9DBAA999AA58}"/>
          </ac:spMkLst>
        </pc:spChg>
        <pc:spChg chg="del mod">
          <ac:chgData name="Minh Huynh" userId="01a137d4-0d81-46e0-aca6-c9185b391828" providerId="ADAL" clId="{18447838-0BCA-432B-86F3-BB78526C143F}" dt="2026-10-12T12:33:15.620" v="757" actId="478"/>
          <ac:spMkLst>
            <pc:docMk/>
            <pc:sldMk cId="4146570137" sldId="888"/>
            <ac:spMk id="120" creationId="{6B5BF711-EF03-47CD-9440-418FB6297EEE}"/>
          </ac:spMkLst>
        </pc:spChg>
        <pc:spChg chg="del mod">
          <ac:chgData name="Minh Huynh" userId="01a137d4-0d81-46e0-aca6-c9185b391828" providerId="ADAL" clId="{18447838-0BCA-432B-86F3-BB78526C143F}" dt="2026-10-12T12:33:15.620" v="757" actId="478"/>
          <ac:spMkLst>
            <pc:docMk/>
            <pc:sldMk cId="4146570137" sldId="888"/>
            <ac:spMk id="121" creationId="{EFB46D79-A8B8-484B-A970-A521A28B562C}"/>
          </ac:spMkLst>
        </pc:spChg>
        <pc:spChg chg="del mod">
          <ac:chgData name="Minh Huynh" userId="01a137d4-0d81-46e0-aca6-c9185b391828" providerId="ADAL" clId="{18447838-0BCA-432B-86F3-BB78526C143F}" dt="2026-10-12T12:33:15.620" v="757" actId="478"/>
          <ac:spMkLst>
            <pc:docMk/>
            <pc:sldMk cId="4146570137" sldId="888"/>
            <ac:spMk id="122" creationId="{83B65CCC-7C48-4666-A702-C2D9962B5735}"/>
          </ac:spMkLst>
        </pc:spChg>
        <pc:spChg chg="del mod">
          <ac:chgData name="Minh Huynh" userId="01a137d4-0d81-46e0-aca6-c9185b391828" providerId="ADAL" clId="{18447838-0BCA-432B-86F3-BB78526C143F}" dt="2026-10-12T12:33:15.620" v="757" actId="478"/>
          <ac:spMkLst>
            <pc:docMk/>
            <pc:sldMk cId="4146570137" sldId="888"/>
            <ac:spMk id="123" creationId="{72B7398F-4B1F-40E6-8453-26FBD6C76CCA}"/>
          </ac:spMkLst>
        </pc:spChg>
        <pc:spChg chg="del mod">
          <ac:chgData name="Minh Huynh" userId="01a137d4-0d81-46e0-aca6-c9185b391828" providerId="ADAL" clId="{18447838-0BCA-432B-86F3-BB78526C143F}" dt="2026-10-12T12:33:15.620" v="757" actId="478"/>
          <ac:spMkLst>
            <pc:docMk/>
            <pc:sldMk cId="4146570137" sldId="888"/>
            <ac:spMk id="124" creationId="{6B77B450-E2C8-4EFC-BF91-CF8568A960D5}"/>
          </ac:spMkLst>
        </pc:spChg>
        <pc:spChg chg="del mod">
          <ac:chgData name="Minh Huynh" userId="01a137d4-0d81-46e0-aca6-c9185b391828" providerId="ADAL" clId="{18447838-0BCA-432B-86F3-BB78526C143F}" dt="2026-10-12T12:33:15.620" v="757" actId="478"/>
          <ac:spMkLst>
            <pc:docMk/>
            <pc:sldMk cId="4146570137" sldId="888"/>
            <ac:spMk id="125" creationId="{3B114BFC-B0CF-46D1-A39C-63028832C432}"/>
          </ac:spMkLst>
        </pc:spChg>
        <pc:grpChg chg="del">
          <ac:chgData name="Minh Huynh" userId="01a137d4-0d81-46e0-aca6-c9185b391828" providerId="ADAL" clId="{18447838-0BCA-432B-86F3-BB78526C143F}" dt="2026-10-12T12:31:58.360" v="702" actId="478"/>
          <ac:grpSpMkLst>
            <pc:docMk/>
            <pc:sldMk cId="4146570137" sldId="888"/>
            <ac:grpSpMk id="11" creationId="{5B920099-B518-4D2E-82E0-343DE121F2BB}"/>
          </ac:grpSpMkLst>
        </pc:grpChg>
        <pc:grpChg chg="del">
          <ac:chgData name="Minh Huynh" userId="01a137d4-0d81-46e0-aca6-c9185b391828" providerId="ADAL" clId="{18447838-0BCA-432B-86F3-BB78526C143F}" dt="2026-10-12T12:31:58.360" v="702" actId="478"/>
          <ac:grpSpMkLst>
            <pc:docMk/>
            <pc:sldMk cId="4146570137" sldId="888"/>
            <ac:grpSpMk id="21" creationId="{E32746D7-EBE4-4027-A1F0-9FA7C95395C3}"/>
          </ac:grpSpMkLst>
        </pc:grpChg>
        <pc:grpChg chg="del">
          <ac:chgData name="Minh Huynh" userId="01a137d4-0d81-46e0-aca6-c9185b391828" providerId="ADAL" clId="{18447838-0BCA-432B-86F3-BB78526C143F}" dt="2026-10-12T12:31:58.360" v="702" actId="478"/>
          <ac:grpSpMkLst>
            <pc:docMk/>
            <pc:sldMk cId="4146570137" sldId="888"/>
            <ac:grpSpMk id="24" creationId="{AE50BED5-117F-4004-8FA4-DFF30C46E086}"/>
          </ac:grpSpMkLst>
        </pc:grpChg>
        <pc:grpChg chg="del">
          <ac:chgData name="Minh Huynh" userId="01a137d4-0d81-46e0-aca6-c9185b391828" providerId="ADAL" clId="{18447838-0BCA-432B-86F3-BB78526C143F}" dt="2026-10-12T12:31:58.360" v="702" actId="478"/>
          <ac:grpSpMkLst>
            <pc:docMk/>
            <pc:sldMk cId="4146570137" sldId="888"/>
            <ac:grpSpMk id="27" creationId="{759EA27F-95C7-4804-AFD4-5719CB73F124}"/>
          </ac:grpSpMkLst>
        </pc:grpChg>
        <pc:grpChg chg="del">
          <ac:chgData name="Minh Huynh" userId="01a137d4-0d81-46e0-aca6-c9185b391828" providerId="ADAL" clId="{18447838-0BCA-432B-86F3-BB78526C143F}" dt="2026-10-12T12:31:58.360" v="702" actId="478"/>
          <ac:grpSpMkLst>
            <pc:docMk/>
            <pc:sldMk cId="4146570137" sldId="888"/>
            <ac:grpSpMk id="30" creationId="{47402669-A510-48D5-B430-FB374E0176A9}"/>
          </ac:grpSpMkLst>
        </pc:grpChg>
        <pc:grpChg chg="del">
          <ac:chgData name="Minh Huynh" userId="01a137d4-0d81-46e0-aca6-c9185b391828" providerId="ADAL" clId="{18447838-0BCA-432B-86F3-BB78526C143F}" dt="2026-10-12T12:31:58.360" v="702" actId="478"/>
          <ac:grpSpMkLst>
            <pc:docMk/>
            <pc:sldMk cId="4146570137" sldId="888"/>
            <ac:grpSpMk id="33" creationId="{4289E4EA-4973-49E4-85D7-336AD5D53DE7}"/>
          </ac:grpSpMkLst>
        </pc:grpChg>
        <pc:grpChg chg="del">
          <ac:chgData name="Minh Huynh" userId="01a137d4-0d81-46e0-aca6-c9185b391828" providerId="ADAL" clId="{18447838-0BCA-432B-86F3-BB78526C143F}" dt="2026-10-12T12:31:58.360" v="702" actId="478"/>
          <ac:grpSpMkLst>
            <pc:docMk/>
            <pc:sldMk cId="4146570137" sldId="888"/>
            <ac:grpSpMk id="36" creationId="{EF2B91C8-07CB-4470-ACA1-DB1139D2851A}"/>
          </ac:grpSpMkLst>
        </pc:grpChg>
        <pc:grpChg chg="del">
          <ac:chgData name="Minh Huynh" userId="01a137d4-0d81-46e0-aca6-c9185b391828" providerId="ADAL" clId="{18447838-0BCA-432B-86F3-BB78526C143F}" dt="2026-10-12T12:31:58.360" v="702" actId="478"/>
          <ac:grpSpMkLst>
            <pc:docMk/>
            <pc:sldMk cId="4146570137" sldId="888"/>
            <ac:grpSpMk id="39" creationId="{C27BFCA6-6D08-4B06-AC70-0E9D35442B6C}"/>
          </ac:grpSpMkLst>
        </pc:grpChg>
        <pc:graphicFrameChg chg="add mod">
          <ac:chgData name="Minh Huynh" userId="01a137d4-0d81-46e0-aca6-c9185b391828" providerId="ADAL" clId="{18447838-0BCA-432B-86F3-BB78526C143F}" dt="2026-10-12T12:33:27.876" v="759" actId="1076"/>
          <ac:graphicFrameMkLst>
            <pc:docMk/>
            <pc:sldMk cId="4146570137" sldId="888"/>
            <ac:graphicFrameMk id="98" creationId="{94312D7D-D010-4FF1-90CB-F360B04462A7}"/>
          </ac:graphicFrameMkLst>
        </pc:graphicFrameChg>
      </pc:sldChg>
      <pc:sldChg chg="addSp delSp modSp add mod ord">
        <pc:chgData name="Minh Huynh" userId="01a137d4-0d81-46e0-aca6-c9185b391828" providerId="ADAL" clId="{18447838-0BCA-432B-86F3-BB78526C143F}" dt="2026-10-12T12:36:53.140" v="888"/>
        <pc:sldMkLst>
          <pc:docMk/>
          <pc:sldMk cId="107197115" sldId="889"/>
        </pc:sldMkLst>
        <pc:spChg chg="add mod">
          <ac:chgData name="Minh Huynh" userId="01a137d4-0d81-46e0-aca6-c9185b391828" providerId="ADAL" clId="{18447838-0BCA-432B-86F3-BB78526C143F}" dt="2026-10-12T12:36:10.511" v="886"/>
          <ac:spMkLst>
            <pc:docMk/>
            <pc:sldMk cId="107197115" sldId="889"/>
            <ac:spMk id="6" creationId="{65910D22-2C89-42CE-A60C-7F0FD45C3083}"/>
          </ac:spMkLst>
        </pc:spChg>
        <pc:spChg chg="add mod">
          <ac:chgData name="Minh Huynh" userId="01a137d4-0d81-46e0-aca6-c9185b391828" providerId="ADAL" clId="{18447838-0BCA-432B-86F3-BB78526C143F}" dt="2026-10-12T12:36:10.511" v="886"/>
          <ac:spMkLst>
            <pc:docMk/>
            <pc:sldMk cId="107197115" sldId="889"/>
            <ac:spMk id="7" creationId="{CB8711DD-83AA-4BB4-B3B8-B1A7DDBA3A72}"/>
          </ac:spMkLst>
        </pc:spChg>
        <pc:spChg chg="add mod">
          <ac:chgData name="Minh Huynh" userId="01a137d4-0d81-46e0-aca6-c9185b391828" providerId="ADAL" clId="{18447838-0BCA-432B-86F3-BB78526C143F}" dt="2026-10-12T12:36:10.511" v="886"/>
          <ac:spMkLst>
            <pc:docMk/>
            <pc:sldMk cId="107197115" sldId="889"/>
            <ac:spMk id="8" creationId="{1B82BEA6-FA17-4F89-80E5-E50DB0735065}"/>
          </ac:spMkLst>
        </pc:spChg>
        <pc:spChg chg="del">
          <ac:chgData name="Minh Huynh" userId="01a137d4-0d81-46e0-aca6-c9185b391828" providerId="ADAL" clId="{18447838-0BCA-432B-86F3-BB78526C143F}" dt="2026-10-12T12:36:09.625" v="885" actId="478"/>
          <ac:spMkLst>
            <pc:docMk/>
            <pc:sldMk cId="107197115" sldId="889"/>
            <ac:spMk id="74" creationId="{0BC5EFDD-B5EE-4CD3-9813-3FC4733EEA9A}"/>
          </ac:spMkLst>
        </pc:spChg>
        <pc:graphicFrameChg chg="add mod">
          <ac:chgData name="Minh Huynh" userId="01a137d4-0d81-46e0-aca6-c9185b391828" providerId="ADAL" clId="{18447838-0BCA-432B-86F3-BB78526C143F}" dt="2026-10-12T12:36:10.511" v="886"/>
          <ac:graphicFrameMkLst>
            <pc:docMk/>
            <pc:sldMk cId="107197115" sldId="889"/>
            <ac:graphicFrameMk id="5" creationId="{BBB069A5-ACF0-4965-AF70-F611F20FF7B5}"/>
          </ac:graphicFrameMkLst>
        </pc:graphicFrameChg>
        <pc:graphicFrameChg chg="add mod">
          <ac:chgData name="Minh Huynh" userId="01a137d4-0d81-46e0-aca6-c9185b391828" providerId="ADAL" clId="{18447838-0BCA-432B-86F3-BB78526C143F}" dt="2026-10-12T12:36:10.511" v="886"/>
          <ac:graphicFrameMkLst>
            <pc:docMk/>
            <pc:sldMk cId="107197115" sldId="889"/>
            <ac:graphicFrameMk id="17" creationId="{A8C4CECC-68BC-4BA2-9812-948290ED46C0}"/>
          </ac:graphicFrameMkLst>
        </pc:graphicFrameChg>
        <pc:graphicFrameChg chg="add mod">
          <ac:chgData name="Minh Huynh" userId="01a137d4-0d81-46e0-aca6-c9185b391828" providerId="ADAL" clId="{18447838-0BCA-432B-86F3-BB78526C143F}" dt="2026-10-12T12:36:10.511" v="886"/>
          <ac:graphicFrameMkLst>
            <pc:docMk/>
            <pc:sldMk cId="107197115" sldId="889"/>
            <ac:graphicFrameMk id="18" creationId="{BFBA79DF-096B-4F11-8F70-8F0952B1FD41}"/>
          </ac:graphicFrameMkLst>
        </pc:graphicFrameChg>
        <pc:graphicFrameChg chg="add mod">
          <ac:chgData name="Minh Huynh" userId="01a137d4-0d81-46e0-aca6-c9185b391828" providerId="ADAL" clId="{18447838-0BCA-432B-86F3-BB78526C143F}" dt="2026-10-12T12:36:10.511" v="886"/>
          <ac:graphicFrameMkLst>
            <pc:docMk/>
            <pc:sldMk cId="107197115" sldId="889"/>
            <ac:graphicFrameMk id="19" creationId="{38C4B4A5-4607-4D1D-A1B6-CD323DB1F8D9}"/>
          </ac:graphicFrameMkLst>
        </pc:graphicFrameChg>
        <pc:graphicFrameChg chg="del">
          <ac:chgData name="Minh Huynh" userId="01a137d4-0d81-46e0-aca6-c9185b391828" providerId="ADAL" clId="{18447838-0BCA-432B-86F3-BB78526C143F}" dt="2026-10-12T12:36:09.625" v="885" actId="478"/>
          <ac:graphicFrameMkLst>
            <pc:docMk/>
            <pc:sldMk cId="107197115" sldId="889"/>
            <ac:graphicFrameMk id="98" creationId="{94312D7D-D010-4FF1-90CB-F360B04462A7}"/>
          </ac:graphicFrameMkLst>
        </pc:graphicFrameChg>
        <pc:cxnChg chg="add mod">
          <ac:chgData name="Minh Huynh" userId="01a137d4-0d81-46e0-aca6-c9185b391828" providerId="ADAL" clId="{18447838-0BCA-432B-86F3-BB78526C143F}" dt="2026-10-12T12:36:10.511" v="886"/>
          <ac:cxnSpMkLst>
            <pc:docMk/>
            <pc:sldMk cId="107197115" sldId="889"/>
            <ac:cxnSpMk id="9" creationId="{A0C71261-D018-4271-B222-C0B7AAD31E49}"/>
          </ac:cxnSpMkLst>
        </pc:cxnChg>
        <pc:cxnChg chg="add mod">
          <ac:chgData name="Minh Huynh" userId="01a137d4-0d81-46e0-aca6-c9185b391828" providerId="ADAL" clId="{18447838-0BCA-432B-86F3-BB78526C143F}" dt="2026-10-12T12:36:10.511" v="886"/>
          <ac:cxnSpMkLst>
            <pc:docMk/>
            <pc:sldMk cId="107197115" sldId="889"/>
            <ac:cxnSpMk id="10" creationId="{F1B4816A-515F-4A92-B8B6-8DF3C0EAC05B}"/>
          </ac:cxnSpMkLst>
        </pc:cxnChg>
        <pc:cxnChg chg="add mod">
          <ac:chgData name="Minh Huynh" userId="01a137d4-0d81-46e0-aca6-c9185b391828" providerId="ADAL" clId="{18447838-0BCA-432B-86F3-BB78526C143F}" dt="2026-10-12T12:36:10.511" v="886"/>
          <ac:cxnSpMkLst>
            <pc:docMk/>
            <pc:sldMk cId="107197115" sldId="889"/>
            <ac:cxnSpMk id="11" creationId="{A16240CF-C005-4CAC-B012-5699C81A0F11}"/>
          </ac:cxnSpMkLst>
        </pc:cxnChg>
        <pc:cxnChg chg="add mod">
          <ac:chgData name="Minh Huynh" userId="01a137d4-0d81-46e0-aca6-c9185b391828" providerId="ADAL" clId="{18447838-0BCA-432B-86F3-BB78526C143F}" dt="2026-10-12T12:36:10.511" v="886"/>
          <ac:cxnSpMkLst>
            <pc:docMk/>
            <pc:sldMk cId="107197115" sldId="889"/>
            <ac:cxnSpMk id="12" creationId="{A5CCD889-2803-40B3-B16C-28678BDA22A9}"/>
          </ac:cxnSpMkLst>
        </pc:cxnChg>
        <pc:cxnChg chg="add mod">
          <ac:chgData name="Minh Huynh" userId="01a137d4-0d81-46e0-aca6-c9185b391828" providerId="ADAL" clId="{18447838-0BCA-432B-86F3-BB78526C143F}" dt="2026-10-12T12:36:10.511" v="886"/>
          <ac:cxnSpMkLst>
            <pc:docMk/>
            <pc:sldMk cId="107197115" sldId="889"/>
            <ac:cxnSpMk id="13" creationId="{3DB4C369-B29D-40B0-9E43-222F7741336D}"/>
          </ac:cxnSpMkLst>
        </pc:cxnChg>
        <pc:cxnChg chg="add mod">
          <ac:chgData name="Minh Huynh" userId="01a137d4-0d81-46e0-aca6-c9185b391828" providerId="ADAL" clId="{18447838-0BCA-432B-86F3-BB78526C143F}" dt="2026-10-12T12:36:10.511" v="886"/>
          <ac:cxnSpMkLst>
            <pc:docMk/>
            <pc:sldMk cId="107197115" sldId="889"/>
            <ac:cxnSpMk id="14" creationId="{0E7B4DF0-F8F6-4FEB-A991-56F7E9C2ED4A}"/>
          </ac:cxnSpMkLst>
        </pc:cxnChg>
        <pc:cxnChg chg="add mod">
          <ac:chgData name="Minh Huynh" userId="01a137d4-0d81-46e0-aca6-c9185b391828" providerId="ADAL" clId="{18447838-0BCA-432B-86F3-BB78526C143F}" dt="2026-10-12T12:36:10.511" v="886"/>
          <ac:cxnSpMkLst>
            <pc:docMk/>
            <pc:sldMk cId="107197115" sldId="889"/>
            <ac:cxnSpMk id="15" creationId="{B22B7EF9-D848-46F3-9786-F9A097582C89}"/>
          </ac:cxnSpMkLst>
        </pc:cxnChg>
        <pc:cxnChg chg="add mod">
          <ac:chgData name="Minh Huynh" userId="01a137d4-0d81-46e0-aca6-c9185b391828" providerId="ADAL" clId="{18447838-0BCA-432B-86F3-BB78526C143F}" dt="2026-10-12T12:36:10.511" v="886"/>
          <ac:cxnSpMkLst>
            <pc:docMk/>
            <pc:sldMk cId="107197115" sldId="889"/>
            <ac:cxnSpMk id="16" creationId="{66CFCE95-C625-4677-9484-51210E3BA921}"/>
          </ac:cxnSpMkLst>
        </pc:cxnChg>
      </pc:sldChg>
      <pc:sldChg chg="del">
        <pc:chgData name="Minh Huynh" userId="01a137d4-0d81-46e0-aca6-c9185b391828" providerId="ADAL" clId="{18447838-0BCA-432B-86F3-BB78526C143F}" dt="2026-10-12T12:12:45.996" v="0" actId="47"/>
        <pc:sldMkLst>
          <pc:docMk/>
          <pc:sldMk cId="169452200" sldId="889"/>
        </pc:sldMkLst>
      </pc:sldChg>
      <pc:sldChg chg="addSp delSp modSp add mod">
        <pc:chgData name="Minh Huynh" userId="01a137d4-0d81-46e0-aca6-c9185b391828" providerId="ADAL" clId="{18447838-0BCA-432B-86F3-BB78526C143F}" dt="2026-10-12T12:38:18.336" v="922" actId="20577"/>
        <pc:sldMkLst>
          <pc:docMk/>
          <pc:sldMk cId="509385675" sldId="890"/>
        </pc:sldMkLst>
        <pc:spChg chg="mod">
          <ac:chgData name="Minh Huynh" userId="01a137d4-0d81-46e0-aca6-c9185b391828" providerId="ADAL" clId="{18447838-0BCA-432B-86F3-BB78526C143F}" dt="2026-10-12T12:38:18.336" v="922" actId="20577"/>
          <ac:spMkLst>
            <pc:docMk/>
            <pc:sldMk cId="509385675" sldId="890"/>
            <ac:spMk id="4" creationId="{7BC73E8E-0D58-4B4B-A5C4-A8AE38997407}"/>
          </ac:spMkLst>
        </pc:spChg>
        <pc:spChg chg="add mod">
          <ac:chgData name="Minh Huynh" userId="01a137d4-0d81-46e0-aca6-c9185b391828" providerId="ADAL" clId="{18447838-0BCA-432B-86F3-BB78526C143F}" dt="2026-10-12T12:38:04.869" v="910" actId="1076"/>
          <ac:spMkLst>
            <pc:docMk/>
            <pc:sldMk cId="509385675" sldId="890"/>
            <ac:spMk id="6" creationId="{4FE199F4-FEF9-41A5-8FF7-FB19FE8C350F}"/>
          </ac:spMkLst>
        </pc:spChg>
        <pc:spChg chg="add mod">
          <ac:chgData name="Minh Huynh" userId="01a137d4-0d81-46e0-aca6-c9185b391828" providerId="ADAL" clId="{18447838-0BCA-432B-86F3-BB78526C143F}" dt="2026-10-12T12:38:04.869" v="910" actId="1076"/>
          <ac:spMkLst>
            <pc:docMk/>
            <pc:sldMk cId="509385675" sldId="890"/>
            <ac:spMk id="12" creationId="{24940E65-8988-4BE3-B66F-29CF6AB52464}"/>
          </ac:spMkLst>
        </pc:spChg>
        <pc:spChg chg="add mod">
          <ac:chgData name="Minh Huynh" userId="01a137d4-0d81-46e0-aca6-c9185b391828" providerId="ADAL" clId="{18447838-0BCA-432B-86F3-BB78526C143F}" dt="2026-10-12T12:38:13.313" v="911" actId="1076"/>
          <ac:spMkLst>
            <pc:docMk/>
            <pc:sldMk cId="509385675" sldId="890"/>
            <ac:spMk id="13" creationId="{C55376DA-895F-4D75-82B6-942AF4819628}"/>
          </ac:spMkLst>
        </pc:spChg>
        <pc:spChg chg="add mod">
          <ac:chgData name="Minh Huynh" userId="01a137d4-0d81-46e0-aca6-c9185b391828" providerId="ADAL" clId="{18447838-0BCA-432B-86F3-BB78526C143F}" dt="2026-10-12T12:38:13.313" v="911" actId="1076"/>
          <ac:spMkLst>
            <pc:docMk/>
            <pc:sldMk cId="509385675" sldId="890"/>
            <ac:spMk id="14" creationId="{2DF5F45A-1733-4716-86D1-926AC29832BF}"/>
          </ac:spMkLst>
        </pc:spChg>
        <pc:spChg chg="add mod">
          <ac:chgData name="Minh Huynh" userId="01a137d4-0d81-46e0-aca6-c9185b391828" providerId="ADAL" clId="{18447838-0BCA-432B-86F3-BB78526C143F}" dt="2026-10-12T12:38:13.313" v="911" actId="1076"/>
          <ac:spMkLst>
            <pc:docMk/>
            <pc:sldMk cId="509385675" sldId="890"/>
            <ac:spMk id="15" creationId="{0874FF02-357C-44CE-A016-A9D5140A890D}"/>
          </ac:spMkLst>
        </pc:spChg>
        <pc:spChg chg="add mod">
          <ac:chgData name="Minh Huynh" userId="01a137d4-0d81-46e0-aca6-c9185b391828" providerId="ADAL" clId="{18447838-0BCA-432B-86F3-BB78526C143F}" dt="2026-10-12T12:38:04.869" v="910" actId="1076"/>
          <ac:spMkLst>
            <pc:docMk/>
            <pc:sldMk cId="509385675" sldId="890"/>
            <ac:spMk id="16" creationId="{30AAF2F9-545B-4883-9CFB-8B23AF75FA04}"/>
          </ac:spMkLst>
        </pc:spChg>
        <pc:spChg chg="add mod">
          <ac:chgData name="Minh Huynh" userId="01a137d4-0d81-46e0-aca6-c9185b391828" providerId="ADAL" clId="{18447838-0BCA-432B-86F3-BB78526C143F}" dt="2026-10-12T12:38:13.313" v="911" actId="1076"/>
          <ac:spMkLst>
            <pc:docMk/>
            <pc:sldMk cId="509385675" sldId="890"/>
            <ac:spMk id="17" creationId="{F4250221-E392-45E7-9033-4ABED595E0C7}"/>
          </ac:spMkLst>
        </pc:spChg>
        <pc:spChg chg="mod">
          <ac:chgData name="Minh Huynh" userId="01a137d4-0d81-46e0-aca6-c9185b391828" providerId="ADAL" clId="{18447838-0BCA-432B-86F3-BB78526C143F}" dt="2026-10-12T12:37:49.140" v="908" actId="14100"/>
          <ac:spMkLst>
            <pc:docMk/>
            <pc:sldMk cId="509385675" sldId="890"/>
            <ac:spMk id="74" creationId="{0BC5EFDD-B5EE-4CD3-9813-3FC4733EEA9A}"/>
          </ac:spMkLst>
        </pc:spChg>
        <pc:graphicFrameChg chg="add mod">
          <ac:chgData name="Minh Huynh" userId="01a137d4-0d81-46e0-aca6-c9185b391828" providerId="ADAL" clId="{18447838-0BCA-432B-86F3-BB78526C143F}" dt="2026-10-12T12:38:04.869" v="910" actId="1076"/>
          <ac:graphicFrameMkLst>
            <pc:docMk/>
            <pc:sldMk cId="509385675" sldId="890"/>
            <ac:graphicFrameMk id="5" creationId="{21E8F286-D775-45F8-87C2-C450E9168DE0}"/>
          </ac:graphicFrameMkLst>
        </pc:graphicFrameChg>
        <pc:graphicFrameChg chg="add mod">
          <ac:chgData name="Minh Huynh" userId="01a137d4-0d81-46e0-aca6-c9185b391828" providerId="ADAL" clId="{18447838-0BCA-432B-86F3-BB78526C143F}" dt="2026-10-12T12:38:04.869" v="910" actId="1076"/>
          <ac:graphicFrameMkLst>
            <pc:docMk/>
            <pc:sldMk cId="509385675" sldId="890"/>
            <ac:graphicFrameMk id="10" creationId="{21B46A32-F377-46E7-AF7A-68DFB804A5F7}"/>
          </ac:graphicFrameMkLst>
        </pc:graphicFrameChg>
        <pc:graphicFrameChg chg="del">
          <ac:chgData name="Minh Huynh" userId="01a137d4-0d81-46e0-aca6-c9185b391828" providerId="ADAL" clId="{18447838-0BCA-432B-86F3-BB78526C143F}" dt="2026-10-12T12:37:43.578" v="904" actId="478"/>
          <ac:graphicFrameMkLst>
            <pc:docMk/>
            <pc:sldMk cId="509385675" sldId="890"/>
            <ac:graphicFrameMk id="98" creationId="{94312D7D-D010-4FF1-90CB-F360B04462A7}"/>
          </ac:graphicFrameMkLst>
        </pc:graphicFrameChg>
        <pc:cxnChg chg="add mod">
          <ac:chgData name="Minh Huynh" userId="01a137d4-0d81-46e0-aca6-c9185b391828" providerId="ADAL" clId="{18447838-0BCA-432B-86F3-BB78526C143F}" dt="2026-10-12T12:38:04.869" v="910" actId="1076"/>
          <ac:cxnSpMkLst>
            <pc:docMk/>
            <pc:sldMk cId="509385675" sldId="890"/>
            <ac:cxnSpMk id="7" creationId="{9A0EEA19-5289-4CF8-BB6D-C8E625F4CE3D}"/>
          </ac:cxnSpMkLst>
        </pc:cxnChg>
        <pc:cxnChg chg="add mod">
          <ac:chgData name="Minh Huynh" userId="01a137d4-0d81-46e0-aca6-c9185b391828" providerId="ADAL" clId="{18447838-0BCA-432B-86F3-BB78526C143F}" dt="2026-10-12T12:38:04.869" v="910" actId="1076"/>
          <ac:cxnSpMkLst>
            <pc:docMk/>
            <pc:sldMk cId="509385675" sldId="890"/>
            <ac:cxnSpMk id="8" creationId="{8721EE67-58D9-4F23-A987-8F7D229BCB44}"/>
          </ac:cxnSpMkLst>
        </pc:cxnChg>
        <pc:cxnChg chg="add mod">
          <ac:chgData name="Minh Huynh" userId="01a137d4-0d81-46e0-aca6-c9185b391828" providerId="ADAL" clId="{18447838-0BCA-432B-86F3-BB78526C143F}" dt="2026-10-12T12:38:04.869" v="910" actId="1076"/>
          <ac:cxnSpMkLst>
            <pc:docMk/>
            <pc:sldMk cId="509385675" sldId="890"/>
            <ac:cxnSpMk id="9" creationId="{FE8ED89C-F192-46D6-AEC6-B2B93EEB5AF3}"/>
          </ac:cxnSpMkLst>
        </pc:cxnChg>
        <pc:cxnChg chg="add mod">
          <ac:chgData name="Minh Huynh" userId="01a137d4-0d81-46e0-aca6-c9185b391828" providerId="ADAL" clId="{18447838-0BCA-432B-86F3-BB78526C143F}" dt="2026-10-12T12:38:04.869" v="910" actId="1076"/>
          <ac:cxnSpMkLst>
            <pc:docMk/>
            <pc:sldMk cId="509385675" sldId="890"/>
            <ac:cxnSpMk id="11" creationId="{52DD6591-91AD-40B7-A5DD-6891326C0B51}"/>
          </ac:cxnSpMkLst>
        </pc:cxnChg>
      </pc:sldChg>
      <pc:sldChg chg="del">
        <pc:chgData name="Minh Huynh" userId="01a137d4-0d81-46e0-aca6-c9185b391828" providerId="ADAL" clId="{18447838-0BCA-432B-86F3-BB78526C143F}" dt="2026-10-12T12:12:45.996" v="0" actId="47"/>
        <pc:sldMkLst>
          <pc:docMk/>
          <pc:sldMk cId="2838108833" sldId="890"/>
        </pc:sldMkLst>
      </pc:sldChg>
      <pc:sldChg chg="addSp delSp modSp add mod">
        <pc:chgData name="Minh Huynh" userId="01a137d4-0d81-46e0-aca6-c9185b391828" providerId="ADAL" clId="{18447838-0BCA-432B-86F3-BB78526C143F}" dt="2026-10-12T12:38:53.129" v="927"/>
        <pc:sldMkLst>
          <pc:docMk/>
          <pc:sldMk cId="2820829822" sldId="891"/>
        </pc:sldMkLst>
        <pc:spChg chg="mod">
          <ac:chgData name="Minh Huynh" userId="01a137d4-0d81-46e0-aca6-c9185b391828" providerId="ADAL" clId="{18447838-0BCA-432B-86F3-BB78526C143F}" dt="2026-10-12T12:38:38.419" v="924" actId="20577"/>
          <ac:spMkLst>
            <pc:docMk/>
            <pc:sldMk cId="2820829822" sldId="891"/>
            <ac:spMk id="4" creationId="{7BC73E8E-0D58-4B4B-A5C4-A8AE38997407}"/>
          </ac:spMkLst>
        </pc:spChg>
        <pc:spChg chg="del">
          <ac:chgData name="Minh Huynh" userId="01a137d4-0d81-46e0-aca6-c9185b391828" providerId="ADAL" clId="{18447838-0BCA-432B-86F3-BB78526C143F}" dt="2026-10-12T12:38:41.575" v="925" actId="478"/>
          <ac:spMkLst>
            <pc:docMk/>
            <pc:sldMk cId="2820829822" sldId="891"/>
            <ac:spMk id="6" creationId="{4FE199F4-FEF9-41A5-8FF7-FB19FE8C350F}"/>
          </ac:spMkLst>
        </pc:spChg>
        <pc:spChg chg="del">
          <ac:chgData name="Minh Huynh" userId="01a137d4-0d81-46e0-aca6-c9185b391828" providerId="ADAL" clId="{18447838-0BCA-432B-86F3-BB78526C143F}" dt="2026-10-12T12:38:41.575" v="925" actId="478"/>
          <ac:spMkLst>
            <pc:docMk/>
            <pc:sldMk cId="2820829822" sldId="891"/>
            <ac:spMk id="12" creationId="{24940E65-8988-4BE3-B66F-29CF6AB52464}"/>
          </ac:spMkLst>
        </pc:spChg>
        <pc:spChg chg="del">
          <ac:chgData name="Minh Huynh" userId="01a137d4-0d81-46e0-aca6-c9185b391828" providerId="ADAL" clId="{18447838-0BCA-432B-86F3-BB78526C143F}" dt="2026-10-12T12:38:41.575" v="925" actId="478"/>
          <ac:spMkLst>
            <pc:docMk/>
            <pc:sldMk cId="2820829822" sldId="891"/>
            <ac:spMk id="13" creationId="{C55376DA-895F-4D75-82B6-942AF4819628}"/>
          </ac:spMkLst>
        </pc:spChg>
        <pc:spChg chg="del">
          <ac:chgData name="Minh Huynh" userId="01a137d4-0d81-46e0-aca6-c9185b391828" providerId="ADAL" clId="{18447838-0BCA-432B-86F3-BB78526C143F}" dt="2026-10-12T12:38:41.575" v="925" actId="478"/>
          <ac:spMkLst>
            <pc:docMk/>
            <pc:sldMk cId="2820829822" sldId="891"/>
            <ac:spMk id="14" creationId="{2DF5F45A-1733-4716-86D1-926AC29832BF}"/>
          </ac:spMkLst>
        </pc:spChg>
        <pc:spChg chg="del">
          <ac:chgData name="Minh Huynh" userId="01a137d4-0d81-46e0-aca6-c9185b391828" providerId="ADAL" clId="{18447838-0BCA-432B-86F3-BB78526C143F}" dt="2026-10-12T12:38:41.575" v="925" actId="478"/>
          <ac:spMkLst>
            <pc:docMk/>
            <pc:sldMk cId="2820829822" sldId="891"/>
            <ac:spMk id="15" creationId="{0874FF02-357C-44CE-A016-A9D5140A890D}"/>
          </ac:spMkLst>
        </pc:spChg>
        <pc:spChg chg="del">
          <ac:chgData name="Minh Huynh" userId="01a137d4-0d81-46e0-aca6-c9185b391828" providerId="ADAL" clId="{18447838-0BCA-432B-86F3-BB78526C143F}" dt="2026-10-12T12:38:41.575" v="925" actId="478"/>
          <ac:spMkLst>
            <pc:docMk/>
            <pc:sldMk cId="2820829822" sldId="891"/>
            <ac:spMk id="16" creationId="{30AAF2F9-545B-4883-9CFB-8B23AF75FA04}"/>
          </ac:spMkLst>
        </pc:spChg>
        <pc:spChg chg="del">
          <ac:chgData name="Minh Huynh" userId="01a137d4-0d81-46e0-aca6-c9185b391828" providerId="ADAL" clId="{18447838-0BCA-432B-86F3-BB78526C143F}" dt="2026-10-12T12:38:41.575" v="925" actId="478"/>
          <ac:spMkLst>
            <pc:docMk/>
            <pc:sldMk cId="2820829822" sldId="891"/>
            <ac:spMk id="17" creationId="{F4250221-E392-45E7-9033-4ABED595E0C7}"/>
          </ac:spMkLst>
        </pc:spChg>
        <pc:spChg chg="add mod">
          <ac:chgData name="Minh Huynh" userId="01a137d4-0d81-46e0-aca6-c9185b391828" providerId="ADAL" clId="{18447838-0BCA-432B-86F3-BB78526C143F}" dt="2026-10-12T12:38:45.380" v="926"/>
          <ac:spMkLst>
            <pc:docMk/>
            <pc:sldMk cId="2820829822" sldId="891"/>
            <ac:spMk id="18" creationId="{37143EC3-E3CA-48B9-8E70-B9C60D42C6D3}"/>
          </ac:spMkLst>
        </pc:spChg>
        <pc:spChg chg="add mod">
          <ac:chgData name="Minh Huynh" userId="01a137d4-0d81-46e0-aca6-c9185b391828" providerId="ADAL" clId="{18447838-0BCA-432B-86F3-BB78526C143F}" dt="2026-10-12T12:38:45.380" v="926"/>
          <ac:spMkLst>
            <pc:docMk/>
            <pc:sldMk cId="2820829822" sldId="891"/>
            <ac:spMk id="19" creationId="{524D26F9-6C2E-4914-B33B-156D312B2254}"/>
          </ac:spMkLst>
        </pc:spChg>
        <pc:spChg chg="add mod">
          <ac:chgData name="Minh Huynh" userId="01a137d4-0d81-46e0-aca6-c9185b391828" providerId="ADAL" clId="{18447838-0BCA-432B-86F3-BB78526C143F}" dt="2026-10-12T12:38:45.380" v="926"/>
          <ac:spMkLst>
            <pc:docMk/>
            <pc:sldMk cId="2820829822" sldId="891"/>
            <ac:spMk id="20" creationId="{08DB1C2A-523E-44E3-9AE2-02121205B0EF}"/>
          </ac:spMkLst>
        </pc:spChg>
        <pc:spChg chg="add mod">
          <ac:chgData name="Minh Huynh" userId="01a137d4-0d81-46e0-aca6-c9185b391828" providerId="ADAL" clId="{18447838-0BCA-432B-86F3-BB78526C143F}" dt="2026-10-12T12:38:45.380" v="926"/>
          <ac:spMkLst>
            <pc:docMk/>
            <pc:sldMk cId="2820829822" sldId="891"/>
            <ac:spMk id="21" creationId="{B3C609DB-AB47-46A7-9295-A3ACBF68E30C}"/>
          </ac:spMkLst>
        </pc:spChg>
        <pc:spChg chg="add mod">
          <ac:chgData name="Minh Huynh" userId="01a137d4-0d81-46e0-aca6-c9185b391828" providerId="ADAL" clId="{18447838-0BCA-432B-86F3-BB78526C143F}" dt="2026-10-12T12:38:45.380" v="926"/>
          <ac:spMkLst>
            <pc:docMk/>
            <pc:sldMk cId="2820829822" sldId="891"/>
            <ac:spMk id="23" creationId="{8196935A-B3A9-472F-BF25-84B5FA099488}"/>
          </ac:spMkLst>
        </pc:spChg>
        <pc:spChg chg="add mod">
          <ac:chgData name="Minh Huynh" userId="01a137d4-0d81-46e0-aca6-c9185b391828" providerId="ADAL" clId="{18447838-0BCA-432B-86F3-BB78526C143F}" dt="2026-10-12T12:38:45.380" v="926"/>
          <ac:spMkLst>
            <pc:docMk/>
            <pc:sldMk cId="2820829822" sldId="891"/>
            <ac:spMk id="24" creationId="{4A2E3109-432D-4450-BAC6-B1F95ACD96D1}"/>
          </ac:spMkLst>
        </pc:spChg>
        <pc:spChg chg="add mod">
          <ac:chgData name="Minh Huynh" userId="01a137d4-0d81-46e0-aca6-c9185b391828" providerId="ADAL" clId="{18447838-0BCA-432B-86F3-BB78526C143F}" dt="2026-10-12T12:38:45.380" v="926"/>
          <ac:spMkLst>
            <pc:docMk/>
            <pc:sldMk cId="2820829822" sldId="891"/>
            <ac:spMk id="25" creationId="{83C790E0-ABE0-45AF-80A0-47EB3DBC0E45}"/>
          </ac:spMkLst>
        </pc:spChg>
        <pc:spChg chg="add mod">
          <ac:chgData name="Minh Huynh" userId="01a137d4-0d81-46e0-aca6-c9185b391828" providerId="ADAL" clId="{18447838-0BCA-432B-86F3-BB78526C143F}" dt="2026-10-12T12:38:53.129" v="927"/>
          <ac:spMkLst>
            <pc:docMk/>
            <pc:sldMk cId="2820829822" sldId="891"/>
            <ac:spMk id="26" creationId="{34F6B2CB-89E4-4462-B61F-972B9455F095}"/>
          </ac:spMkLst>
        </pc:spChg>
        <pc:spChg chg="del">
          <ac:chgData name="Minh Huynh" userId="01a137d4-0d81-46e0-aca6-c9185b391828" providerId="ADAL" clId="{18447838-0BCA-432B-86F3-BB78526C143F}" dt="2026-10-12T12:38:41.575" v="925" actId="478"/>
          <ac:spMkLst>
            <pc:docMk/>
            <pc:sldMk cId="2820829822" sldId="891"/>
            <ac:spMk id="74" creationId="{0BC5EFDD-B5EE-4CD3-9813-3FC4733EEA9A}"/>
          </ac:spMkLst>
        </pc:spChg>
        <pc:graphicFrameChg chg="del">
          <ac:chgData name="Minh Huynh" userId="01a137d4-0d81-46e0-aca6-c9185b391828" providerId="ADAL" clId="{18447838-0BCA-432B-86F3-BB78526C143F}" dt="2026-10-12T12:38:41.575" v="925" actId="478"/>
          <ac:graphicFrameMkLst>
            <pc:docMk/>
            <pc:sldMk cId="2820829822" sldId="891"/>
            <ac:graphicFrameMk id="5" creationId="{21E8F286-D775-45F8-87C2-C450E9168DE0}"/>
          </ac:graphicFrameMkLst>
        </pc:graphicFrameChg>
        <pc:graphicFrameChg chg="del">
          <ac:chgData name="Minh Huynh" userId="01a137d4-0d81-46e0-aca6-c9185b391828" providerId="ADAL" clId="{18447838-0BCA-432B-86F3-BB78526C143F}" dt="2026-10-12T12:38:41.575" v="925" actId="478"/>
          <ac:graphicFrameMkLst>
            <pc:docMk/>
            <pc:sldMk cId="2820829822" sldId="891"/>
            <ac:graphicFrameMk id="10" creationId="{21B46A32-F377-46E7-AF7A-68DFB804A5F7}"/>
          </ac:graphicFrameMkLst>
        </pc:graphicFrameChg>
        <pc:graphicFrameChg chg="add mod">
          <ac:chgData name="Minh Huynh" userId="01a137d4-0d81-46e0-aca6-c9185b391828" providerId="ADAL" clId="{18447838-0BCA-432B-86F3-BB78526C143F}" dt="2026-10-12T12:38:45.380" v="926"/>
          <ac:graphicFrameMkLst>
            <pc:docMk/>
            <pc:sldMk cId="2820829822" sldId="891"/>
            <ac:graphicFrameMk id="22" creationId="{704FF119-E5E1-41C9-8945-EAB2EF342FA6}"/>
          </ac:graphicFrameMkLst>
        </pc:graphicFrameChg>
        <pc:cxnChg chg="del">
          <ac:chgData name="Minh Huynh" userId="01a137d4-0d81-46e0-aca6-c9185b391828" providerId="ADAL" clId="{18447838-0BCA-432B-86F3-BB78526C143F}" dt="2026-10-12T12:38:41.575" v="925" actId="478"/>
          <ac:cxnSpMkLst>
            <pc:docMk/>
            <pc:sldMk cId="2820829822" sldId="891"/>
            <ac:cxnSpMk id="7" creationId="{9A0EEA19-5289-4CF8-BB6D-C8E625F4CE3D}"/>
          </ac:cxnSpMkLst>
        </pc:cxnChg>
        <pc:cxnChg chg="del">
          <ac:chgData name="Minh Huynh" userId="01a137d4-0d81-46e0-aca6-c9185b391828" providerId="ADAL" clId="{18447838-0BCA-432B-86F3-BB78526C143F}" dt="2026-10-12T12:38:41.575" v="925" actId="478"/>
          <ac:cxnSpMkLst>
            <pc:docMk/>
            <pc:sldMk cId="2820829822" sldId="891"/>
            <ac:cxnSpMk id="8" creationId="{8721EE67-58D9-4F23-A987-8F7D229BCB44}"/>
          </ac:cxnSpMkLst>
        </pc:cxnChg>
        <pc:cxnChg chg="del">
          <ac:chgData name="Minh Huynh" userId="01a137d4-0d81-46e0-aca6-c9185b391828" providerId="ADAL" clId="{18447838-0BCA-432B-86F3-BB78526C143F}" dt="2026-10-12T12:38:41.575" v="925" actId="478"/>
          <ac:cxnSpMkLst>
            <pc:docMk/>
            <pc:sldMk cId="2820829822" sldId="891"/>
            <ac:cxnSpMk id="9" creationId="{FE8ED89C-F192-46D6-AEC6-B2B93EEB5AF3}"/>
          </ac:cxnSpMkLst>
        </pc:cxnChg>
        <pc:cxnChg chg="del">
          <ac:chgData name="Minh Huynh" userId="01a137d4-0d81-46e0-aca6-c9185b391828" providerId="ADAL" clId="{18447838-0BCA-432B-86F3-BB78526C143F}" dt="2026-10-12T12:38:41.575" v="925" actId="478"/>
          <ac:cxnSpMkLst>
            <pc:docMk/>
            <pc:sldMk cId="2820829822" sldId="891"/>
            <ac:cxnSpMk id="11" creationId="{52DD6591-91AD-40B7-A5DD-6891326C0B51}"/>
          </ac:cxnSpMkLst>
        </pc:cxnChg>
      </pc:sldChg>
      <pc:sldChg chg="del">
        <pc:chgData name="Minh Huynh" userId="01a137d4-0d81-46e0-aca6-c9185b391828" providerId="ADAL" clId="{18447838-0BCA-432B-86F3-BB78526C143F}" dt="2026-10-12T12:12:45.996" v="0" actId="47"/>
        <pc:sldMkLst>
          <pc:docMk/>
          <pc:sldMk cId="3903342402" sldId="891"/>
        </pc:sldMkLst>
      </pc:sldChg>
      <pc:sldChg chg="del">
        <pc:chgData name="Minh Huynh" userId="01a137d4-0d81-46e0-aca6-c9185b391828" providerId="ADAL" clId="{18447838-0BCA-432B-86F3-BB78526C143F}" dt="2026-10-12T12:12:45.996" v="0" actId="47"/>
        <pc:sldMkLst>
          <pc:docMk/>
          <pc:sldMk cId="677554656" sldId="892"/>
        </pc:sldMkLst>
      </pc:sldChg>
      <pc:sldChg chg="addSp delSp modSp add mod ord">
        <pc:chgData name="Minh Huynh" userId="01a137d4-0d81-46e0-aca6-c9185b391828" providerId="ADAL" clId="{18447838-0BCA-432B-86F3-BB78526C143F}" dt="2026-10-12T12:42:16.867" v="968"/>
        <pc:sldMkLst>
          <pc:docMk/>
          <pc:sldMk cId="2385764416" sldId="892"/>
        </pc:sldMkLst>
        <pc:spChg chg="add del">
          <ac:chgData name="Minh Huynh" userId="01a137d4-0d81-46e0-aca6-c9185b391828" providerId="ADAL" clId="{18447838-0BCA-432B-86F3-BB78526C143F}" dt="2026-10-12T12:41:41.272" v="960"/>
          <ac:spMkLst>
            <pc:docMk/>
            <pc:sldMk cId="2385764416" sldId="892"/>
            <ac:spMk id="2" creationId="{FCAD9138-98D3-464B-AF3B-5808DA3BD6BE}"/>
          </ac:spMkLst>
        </pc:spChg>
        <pc:spChg chg="mod">
          <ac:chgData name="Minh Huynh" userId="01a137d4-0d81-46e0-aca6-c9185b391828" providerId="ADAL" clId="{18447838-0BCA-432B-86F3-BB78526C143F}" dt="2026-10-12T12:40:54.066" v="958" actId="20577"/>
          <ac:spMkLst>
            <pc:docMk/>
            <pc:sldMk cId="2385764416" sldId="892"/>
            <ac:spMk id="4" creationId="{7BC73E8E-0D58-4B4B-A5C4-A8AE38997407}"/>
          </ac:spMkLst>
        </pc:spChg>
        <pc:spChg chg="del">
          <ac:chgData name="Minh Huynh" userId="01a137d4-0d81-46e0-aca6-c9185b391828" providerId="ADAL" clId="{18447838-0BCA-432B-86F3-BB78526C143F}" dt="2026-10-12T12:40:45.201" v="929" actId="478"/>
          <ac:spMkLst>
            <pc:docMk/>
            <pc:sldMk cId="2385764416" sldId="892"/>
            <ac:spMk id="18" creationId="{37143EC3-E3CA-48B9-8E70-B9C60D42C6D3}"/>
          </ac:spMkLst>
        </pc:spChg>
        <pc:spChg chg="del">
          <ac:chgData name="Minh Huynh" userId="01a137d4-0d81-46e0-aca6-c9185b391828" providerId="ADAL" clId="{18447838-0BCA-432B-86F3-BB78526C143F}" dt="2026-10-12T12:40:45.201" v="929" actId="478"/>
          <ac:spMkLst>
            <pc:docMk/>
            <pc:sldMk cId="2385764416" sldId="892"/>
            <ac:spMk id="19" creationId="{524D26F9-6C2E-4914-B33B-156D312B2254}"/>
          </ac:spMkLst>
        </pc:spChg>
        <pc:spChg chg="del">
          <ac:chgData name="Minh Huynh" userId="01a137d4-0d81-46e0-aca6-c9185b391828" providerId="ADAL" clId="{18447838-0BCA-432B-86F3-BB78526C143F}" dt="2026-10-12T12:40:45.201" v="929" actId="478"/>
          <ac:spMkLst>
            <pc:docMk/>
            <pc:sldMk cId="2385764416" sldId="892"/>
            <ac:spMk id="20" creationId="{08DB1C2A-523E-44E3-9AE2-02121205B0EF}"/>
          </ac:spMkLst>
        </pc:spChg>
        <pc:spChg chg="del">
          <ac:chgData name="Minh Huynh" userId="01a137d4-0d81-46e0-aca6-c9185b391828" providerId="ADAL" clId="{18447838-0BCA-432B-86F3-BB78526C143F}" dt="2026-10-12T12:40:45.201" v="929" actId="478"/>
          <ac:spMkLst>
            <pc:docMk/>
            <pc:sldMk cId="2385764416" sldId="892"/>
            <ac:spMk id="21" creationId="{B3C609DB-AB47-46A7-9295-A3ACBF68E30C}"/>
          </ac:spMkLst>
        </pc:spChg>
        <pc:spChg chg="del">
          <ac:chgData name="Minh Huynh" userId="01a137d4-0d81-46e0-aca6-c9185b391828" providerId="ADAL" clId="{18447838-0BCA-432B-86F3-BB78526C143F}" dt="2026-10-12T12:40:45.201" v="929" actId="478"/>
          <ac:spMkLst>
            <pc:docMk/>
            <pc:sldMk cId="2385764416" sldId="892"/>
            <ac:spMk id="23" creationId="{8196935A-B3A9-472F-BF25-84B5FA099488}"/>
          </ac:spMkLst>
        </pc:spChg>
        <pc:spChg chg="del">
          <ac:chgData name="Minh Huynh" userId="01a137d4-0d81-46e0-aca6-c9185b391828" providerId="ADAL" clId="{18447838-0BCA-432B-86F3-BB78526C143F}" dt="2026-10-12T12:40:45.201" v="929" actId="478"/>
          <ac:spMkLst>
            <pc:docMk/>
            <pc:sldMk cId="2385764416" sldId="892"/>
            <ac:spMk id="24" creationId="{4A2E3109-432D-4450-BAC6-B1F95ACD96D1}"/>
          </ac:spMkLst>
        </pc:spChg>
        <pc:spChg chg="del">
          <ac:chgData name="Minh Huynh" userId="01a137d4-0d81-46e0-aca6-c9185b391828" providerId="ADAL" clId="{18447838-0BCA-432B-86F3-BB78526C143F}" dt="2026-10-12T12:40:45.201" v="929" actId="478"/>
          <ac:spMkLst>
            <pc:docMk/>
            <pc:sldMk cId="2385764416" sldId="892"/>
            <ac:spMk id="25" creationId="{83C790E0-ABE0-45AF-80A0-47EB3DBC0E45}"/>
          </ac:spMkLst>
        </pc:spChg>
        <pc:spChg chg="del">
          <ac:chgData name="Minh Huynh" userId="01a137d4-0d81-46e0-aca6-c9185b391828" providerId="ADAL" clId="{18447838-0BCA-432B-86F3-BB78526C143F}" dt="2026-10-12T12:40:46.896" v="930" actId="478"/>
          <ac:spMkLst>
            <pc:docMk/>
            <pc:sldMk cId="2385764416" sldId="892"/>
            <ac:spMk id="26" creationId="{34F6B2CB-89E4-4462-B61F-972B9455F095}"/>
          </ac:spMkLst>
        </pc:spChg>
        <pc:graphicFrameChg chg="del">
          <ac:chgData name="Minh Huynh" userId="01a137d4-0d81-46e0-aca6-c9185b391828" providerId="ADAL" clId="{18447838-0BCA-432B-86F3-BB78526C143F}" dt="2026-10-12T12:40:45.201" v="929" actId="478"/>
          <ac:graphicFrameMkLst>
            <pc:docMk/>
            <pc:sldMk cId="2385764416" sldId="892"/>
            <ac:graphicFrameMk id="22" creationId="{704FF119-E5E1-41C9-8945-EAB2EF342FA6}"/>
          </ac:graphicFrameMkLst>
        </pc:graphicFrameChg>
        <pc:picChg chg="add mod modCrop">
          <ac:chgData name="Minh Huynh" userId="01a137d4-0d81-46e0-aca6-c9185b391828" providerId="ADAL" clId="{18447838-0BCA-432B-86F3-BB78526C143F}" dt="2026-10-12T12:41:59.240" v="966" actId="1076"/>
          <ac:picMkLst>
            <pc:docMk/>
            <pc:sldMk cId="2385764416" sldId="892"/>
            <ac:picMk id="3" creationId="{A90B0070-CDED-4240-AB13-C12FE1745A92}"/>
          </ac:picMkLst>
        </pc:picChg>
      </pc:sldChg>
      <pc:sldChg chg="del">
        <pc:chgData name="Minh Huynh" userId="01a137d4-0d81-46e0-aca6-c9185b391828" providerId="ADAL" clId="{18447838-0BCA-432B-86F3-BB78526C143F}" dt="2026-10-12T12:12:45.996" v="0" actId="47"/>
        <pc:sldMkLst>
          <pc:docMk/>
          <pc:sldMk cId="493156929" sldId="893"/>
        </pc:sldMkLst>
      </pc:sldChg>
      <pc:sldChg chg="addSp delSp modSp add mod">
        <pc:chgData name="Minh Huynh" userId="01a137d4-0d81-46e0-aca6-c9185b391828" providerId="ADAL" clId="{18447838-0BCA-432B-86F3-BB78526C143F}" dt="2026-10-12T12:50:47.901" v="1528" actId="20577"/>
        <pc:sldMkLst>
          <pc:docMk/>
          <pc:sldMk cId="2806179161" sldId="893"/>
        </pc:sldMkLst>
        <pc:spChg chg="mod">
          <ac:chgData name="Minh Huynh" userId="01a137d4-0d81-46e0-aca6-c9185b391828" providerId="ADAL" clId="{18447838-0BCA-432B-86F3-BB78526C143F}" dt="2026-10-12T12:43:53.925" v="983" actId="20577"/>
          <ac:spMkLst>
            <pc:docMk/>
            <pc:sldMk cId="2806179161" sldId="893"/>
            <ac:spMk id="4" creationId="{7BC73E8E-0D58-4B4B-A5C4-A8AE38997407}"/>
          </ac:spMkLst>
        </pc:spChg>
        <pc:spChg chg="add mod">
          <ac:chgData name="Minh Huynh" userId="01a137d4-0d81-46e0-aca6-c9185b391828" providerId="ADAL" clId="{18447838-0BCA-432B-86F3-BB78526C143F}" dt="2026-10-12T12:50:47.901" v="1528" actId="20577"/>
          <ac:spMkLst>
            <pc:docMk/>
            <pc:sldMk cId="2806179161" sldId="893"/>
            <ac:spMk id="12" creationId="{ECB3EA2A-81FD-4EE6-A217-891C30E7B5C7}"/>
          </ac:spMkLst>
        </pc:spChg>
        <pc:spChg chg="del">
          <ac:chgData name="Minh Huynh" userId="01a137d4-0d81-46e0-aca6-c9185b391828" providerId="ADAL" clId="{18447838-0BCA-432B-86F3-BB78526C143F}" dt="2026-10-12T12:44:36.068" v="984" actId="478"/>
          <ac:spMkLst>
            <pc:docMk/>
            <pc:sldMk cId="2806179161" sldId="893"/>
            <ac:spMk id="18" creationId="{37143EC3-E3CA-48B9-8E70-B9C60D42C6D3}"/>
          </ac:spMkLst>
        </pc:spChg>
        <pc:spChg chg="del">
          <ac:chgData name="Minh Huynh" userId="01a137d4-0d81-46e0-aca6-c9185b391828" providerId="ADAL" clId="{18447838-0BCA-432B-86F3-BB78526C143F}" dt="2026-10-12T12:44:36.068" v="984" actId="478"/>
          <ac:spMkLst>
            <pc:docMk/>
            <pc:sldMk cId="2806179161" sldId="893"/>
            <ac:spMk id="19" creationId="{524D26F9-6C2E-4914-B33B-156D312B2254}"/>
          </ac:spMkLst>
        </pc:spChg>
        <pc:spChg chg="del">
          <ac:chgData name="Minh Huynh" userId="01a137d4-0d81-46e0-aca6-c9185b391828" providerId="ADAL" clId="{18447838-0BCA-432B-86F3-BB78526C143F}" dt="2026-10-12T12:44:36.068" v="984" actId="478"/>
          <ac:spMkLst>
            <pc:docMk/>
            <pc:sldMk cId="2806179161" sldId="893"/>
            <ac:spMk id="20" creationId="{08DB1C2A-523E-44E3-9AE2-02121205B0EF}"/>
          </ac:spMkLst>
        </pc:spChg>
        <pc:spChg chg="del">
          <ac:chgData name="Minh Huynh" userId="01a137d4-0d81-46e0-aca6-c9185b391828" providerId="ADAL" clId="{18447838-0BCA-432B-86F3-BB78526C143F}" dt="2026-10-12T12:44:36.068" v="984" actId="478"/>
          <ac:spMkLst>
            <pc:docMk/>
            <pc:sldMk cId="2806179161" sldId="893"/>
            <ac:spMk id="21" creationId="{B3C609DB-AB47-46A7-9295-A3ACBF68E30C}"/>
          </ac:spMkLst>
        </pc:spChg>
        <pc:spChg chg="del">
          <ac:chgData name="Minh Huynh" userId="01a137d4-0d81-46e0-aca6-c9185b391828" providerId="ADAL" clId="{18447838-0BCA-432B-86F3-BB78526C143F}" dt="2026-10-12T12:44:36.068" v="984" actId="478"/>
          <ac:spMkLst>
            <pc:docMk/>
            <pc:sldMk cId="2806179161" sldId="893"/>
            <ac:spMk id="23" creationId="{8196935A-B3A9-472F-BF25-84B5FA099488}"/>
          </ac:spMkLst>
        </pc:spChg>
        <pc:spChg chg="del">
          <ac:chgData name="Minh Huynh" userId="01a137d4-0d81-46e0-aca6-c9185b391828" providerId="ADAL" clId="{18447838-0BCA-432B-86F3-BB78526C143F}" dt="2026-10-12T12:44:36.068" v="984" actId="478"/>
          <ac:spMkLst>
            <pc:docMk/>
            <pc:sldMk cId="2806179161" sldId="893"/>
            <ac:spMk id="24" creationId="{4A2E3109-432D-4450-BAC6-B1F95ACD96D1}"/>
          </ac:spMkLst>
        </pc:spChg>
        <pc:spChg chg="del">
          <ac:chgData name="Minh Huynh" userId="01a137d4-0d81-46e0-aca6-c9185b391828" providerId="ADAL" clId="{18447838-0BCA-432B-86F3-BB78526C143F}" dt="2026-10-12T12:44:36.068" v="984" actId="478"/>
          <ac:spMkLst>
            <pc:docMk/>
            <pc:sldMk cId="2806179161" sldId="893"/>
            <ac:spMk id="25" creationId="{83C790E0-ABE0-45AF-80A0-47EB3DBC0E45}"/>
          </ac:spMkLst>
        </pc:spChg>
        <pc:spChg chg="del">
          <ac:chgData name="Minh Huynh" userId="01a137d4-0d81-46e0-aca6-c9185b391828" providerId="ADAL" clId="{18447838-0BCA-432B-86F3-BB78526C143F}" dt="2026-10-12T12:44:40.350" v="985" actId="478"/>
          <ac:spMkLst>
            <pc:docMk/>
            <pc:sldMk cId="2806179161" sldId="893"/>
            <ac:spMk id="26" creationId="{34F6B2CB-89E4-4462-B61F-972B9455F095}"/>
          </ac:spMkLst>
        </pc:spChg>
        <pc:graphicFrameChg chg="del">
          <ac:chgData name="Minh Huynh" userId="01a137d4-0d81-46e0-aca6-c9185b391828" providerId="ADAL" clId="{18447838-0BCA-432B-86F3-BB78526C143F}" dt="2026-10-12T12:44:36.068" v="984" actId="478"/>
          <ac:graphicFrameMkLst>
            <pc:docMk/>
            <pc:sldMk cId="2806179161" sldId="893"/>
            <ac:graphicFrameMk id="22" creationId="{704FF119-E5E1-41C9-8945-EAB2EF342FA6}"/>
          </ac:graphicFrameMkLst>
        </pc:graphicFrameChg>
      </pc:sldChg>
      <pc:sldChg chg="del">
        <pc:chgData name="Minh Huynh" userId="01a137d4-0d81-46e0-aca6-c9185b391828" providerId="ADAL" clId="{18447838-0BCA-432B-86F3-BB78526C143F}" dt="2026-10-12T12:12:45.996" v="0" actId="47"/>
        <pc:sldMkLst>
          <pc:docMk/>
          <pc:sldMk cId="721376537" sldId="894"/>
        </pc:sldMkLst>
      </pc:sldChg>
      <pc:sldChg chg="addSp delSp modSp add mod">
        <pc:chgData name="Minh Huynh" userId="01a137d4-0d81-46e0-aca6-c9185b391828" providerId="ADAL" clId="{18447838-0BCA-432B-86F3-BB78526C143F}" dt="2026-10-12T21:46:13.046" v="2044" actId="20577"/>
        <pc:sldMkLst>
          <pc:docMk/>
          <pc:sldMk cId="3075116588" sldId="894"/>
        </pc:sldMkLst>
        <pc:spChg chg="mod">
          <ac:chgData name="Minh Huynh" userId="01a137d4-0d81-46e0-aca6-c9185b391828" providerId="ADAL" clId="{18447838-0BCA-432B-86F3-BB78526C143F}" dt="2026-10-12T21:46:13.046" v="2044" actId="20577"/>
          <ac:spMkLst>
            <pc:docMk/>
            <pc:sldMk cId="3075116588" sldId="894"/>
            <ac:spMk id="4" creationId="{7BC73E8E-0D58-4B4B-A5C4-A8AE38997407}"/>
          </ac:spMkLst>
        </pc:spChg>
        <pc:spChg chg="add del mod">
          <ac:chgData name="Minh Huynh" userId="01a137d4-0d81-46e0-aca6-c9185b391828" providerId="ADAL" clId="{18447838-0BCA-432B-86F3-BB78526C143F}" dt="2026-10-12T12:58:30.340" v="1785" actId="478"/>
          <ac:spMkLst>
            <pc:docMk/>
            <pc:sldMk cId="3075116588" sldId="894"/>
            <ac:spMk id="5" creationId="{CA39E1BF-B9E5-4535-B6B1-A3418157F6E5}"/>
          </ac:spMkLst>
        </pc:spChg>
        <pc:spChg chg="add mod">
          <ac:chgData name="Minh Huynh" userId="01a137d4-0d81-46e0-aca6-c9185b391828" providerId="ADAL" clId="{18447838-0BCA-432B-86F3-BB78526C143F}" dt="2026-10-12T12:58:33.591" v="1787" actId="1076"/>
          <ac:spMkLst>
            <pc:docMk/>
            <pc:sldMk cId="3075116588" sldId="894"/>
            <ac:spMk id="6" creationId="{BC182EF8-C365-4769-8301-8E7B887D6C35}"/>
          </ac:spMkLst>
        </pc:spChg>
        <pc:spChg chg="add mod">
          <ac:chgData name="Minh Huynh" userId="01a137d4-0d81-46e0-aca6-c9185b391828" providerId="ADAL" clId="{18447838-0BCA-432B-86F3-BB78526C143F}" dt="2026-10-12T12:58:35.814" v="1788" actId="1076"/>
          <ac:spMkLst>
            <pc:docMk/>
            <pc:sldMk cId="3075116588" sldId="894"/>
            <ac:spMk id="8" creationId="{AA411B9E-8412-4BA6-83F0-FF752D800EDD}"/>
          </ac:spMkLst>
        </pc:spChg>
        <pc:spChg chg="add mod">
          <ac:chgData name="Minh Huynh" userId="01a137d4-0d81-46e0-aca6-c9185b391828" providerId="ADAL" clId="{18447838-0BCA-432B-86F3-BB78526C143F}" dt="2026-10-12T12:58:38.733" v="1789" actId="1076"/>
          <ac:spMkLst>
            <pc:docMk/>
            <pc:sldMk cId="3075116588" sldId="894"/>
            <ac:spMk id="9" creationId="{E000B753-51B8-40BB-88F6-0BFF248218F3}"/>
          </ac:spMkLst>
        </pc:spChg>
        <pc:spChg chg="add mod">
          <ac:chgData name="Minh Huynh" userId="01a137d4-0d81-46e0-aca6-c9185b391828" providerId="ADAL" clId="{18447838-0BCA-432B-86F3-BB78526C143F}" dt="2026-10-12T13:00:39.432" v="1962" actId="20577"/>
          <ac:spMkLst>
            <pc:docMk/>
            <pc:sldMk cId="3075116588" sldId="894"/>
            <ac:spMk id="10" creationId="{B9174980-C9A6-4B70-BF52-D9990420C2CF}"/>
          </ac:spMkLst>
        </pc:spChg>
        <pc:spChg chg="del">
          <ac:chgData name="Minh Huynh" userId="01a137d4-0d81-46e0-aca6-c9185b391828" providerId="ADAL" clId="{18447838-0BCA-432B-86F3-BB78526C143F}" dt="2026-10-12T12:51:56.075" v="1538" actId="478"/>
          <ac:spMkLst>
            <pc:docMk/>
            <pc:sldMk cId="3075116588" sldId="894"/>
            <ac:spMk id="12" creationId="{ECB3EA2A-81FD-4EE6-A217-891C30E7B5C7}"/>
          </ac:spMkLst>
        </pc:spChg>
        <pc:spChg chg="add mod">
          <ac:chgData name="Minh Huynh" userId="01a137d4-0d81-46e0-aca6-c9185b391828" providerId="ADAL" clId="{18447838-0BCA-432B-86F3-BB78526C143F}" dt="2026-10-12T13:00:46.511" v="1963" actId="404"/>
          <ac:spMkLst>
            <pc:docMk/>
            <pc:sldMk cId="3075116588" sldId="894"/>
            <ac:spMk id="14" creationId="{52C11F04-B75E-45C1-95A8-738F04B79287}"/>
          </ac:spMkLst>
        </pc:spChg>
        <pc:spChg chg="add mod">
          <ac:chgData name="Minh Huynh" userId="01a137d4-0d81-46e0-aca6-c9185b391828" providerId="ADAL" clId="{18447838-0BCA-432B-86F3-BB78526C143F}" dt="2026-10-12T12:59:48.040" v="1809" actId="1076"/>
          <ac:spMkLst>
            <pc:docMk/>
            <pc:sldMk cId="3075116588" sldId="894"/>
            <ac:spMk id="15" creationId="{DAED56CE-0B37-4AB9-B3B6-25AAEE831464}"/>
          </ac:spMkLst>
        </pc:spChg>
        <pc:spChg chg="add mod">
          <ac:chgData name="Minh Huynh" userId="01a137d4-0d81-46e0-aca6-c9185b391828" providerId="ADAL" clId="{18447838-0BCA-432B-86F3-BB78526C143F}" dt="2026-10-12T12:59:48.040" v="1809" actId="1076"/>
          <ac:spMkLst>
            <pc:docMk/>
            <pc:sldMk cId="3075116588" sldId="894"/>
            <ac:spMk id="16" creationId="{FE39AFD9-A564-4455-BC07-A5A96DD07AD0}"/>
          </ac:spMkLst>
        </pc:spChg>
        <pc:spChg chg="add mod">
          <ac:chgData name="Minh Huynh" userId="01a137d4-0d81-46e0-aca6-c9185b391828" providerId="ADAL" clId="{18447838-0BCA-432B-86F3-BB78526C143F}" dt="2026-10-12T13:00:46.511" v="1963" actId="404"/>
          <ac:spMkLst>
            <pc:docMk/>
            <pc:sldMk cId="3075116588" sldId="894"/>
            <ac:spMk id="17" creationId="{E4960A76-ADF4-4F4A-9264-03A786684A80}"/>
          </ac:spMkLst>
        </pc:spChg>
        <pc:picChg chg="add mod modCrop">
          <ac:chgData name="Minh Huynh" userId="01a137d4-0d81-46e0-aca6-c9185b391828" providerId="ADAL" clId="{18447838-0BCA-432B-86F3-BB78526C143F}" dt="2026-10-12T12:58:53.579" v="1794" actId="14100"/>
          <ac:picMkLst>
            <pc:docMk/>
            <pc:sldMk cId="3075116588" sldId="894"/>
            <ac:picMk id="3" creationId="{239C9BA0-FA36-4B4A-9CD4-46D8A83AD1A8}"/>
          </ac:picMkLst>
        </pc:picChg>
        <pc:picChg chg="add mod">
          <ac:chgData name="Minh Huynh" userId="01a137d4-0d81-46e0-aca6-c9185b391828" providerId="ADAL" clId="{18447838-0BCA-432B-86F3-BB78526C143F}" dt="2026-10-12T12:59:48.040" v="1809" actId="1076"/>
          <ac:picMkLst>
            <pc:docMk/>
            <pc:sldMk cId="3075116588" sldId="894"/>
            <ac:picMk id="11" creationId="{CA065546-B251-4483-B60E-83D29876EE4B}"/>
          </ac:picMkLst>
        </pc:picChg>
        <pc:cxnChg chg="add mod">
          <ac:chgData name="Minh Huynh" userId="01a137d4-0d81-46e0-aca6-c9185b391828" providerId="ADAL" clId="{18447838-0BCA-432B-86F3-BB78526C143F}" dt="2026-10-12T13:00:59.190" v="1964" actId="1076"/>
          <ac:cxnSpMkLst>
            <pc:docMk/>
            <pc:sldMk cId="3075116588" sldId="894"/>
            <ac:cxnSpMk id="13" creationId="{87C6168D-FDB5-4F3B-A792-CEB6CFE658F6}"/>
          </ac:cxnSpMkLst>
        </pc:cxnChg>
      </pc:sldChg>
      <pc:sldChg chg="del">
        <pc:chgData name="Minh Huynh" userId="01a137d4-0d81-46e0-aca6-c9185b391828" providerId="ADAL" clId="{18447838-0BCA-432B-86F3-BB78526C143F}" dt="2026-10-12T12:12:45.996" v="0" actId="47"/>
        <pc:sldMkLst>
          <pc:docMk/>
          <pc:sldMk cId="1155730850" sldId="895"/>
        </pc:sldMkLst>
      </pc:sldChg>
      <pc:sldChg chg="addSp delSp modSp add del mod">
        <pc:chgData name="Minh Huynh" userId="01a137d4-0d81-46e0-aca6-c9185b391828" providerId="ADAL" clId="{18447838-0BCA-432B-86F3-BB78526C143F}" dt="2026-10-12T13:01:03.430" v="1965" actId="47"/>
        <pc:sldMkLst>
          <pc:docMk/>
          <pc:sldMk cId="1157101227" sldId="895"/>
        </pc:sldMkLst>
        <pc:spChg chg="del">
          <ac:chgData name="Minh Huynh" userId="01a137d4-0d81-46e0-aca6-c9185b391828" providerId="ADAL" clId="{18447838-0BCA-432B-86F3-BB78526C143F}" dt="2026-10-12T12:56:23.972" v="1646" actId="478"/>
          <ac:spMkLst>
            <pc:docMk/>
            <pc:sldMk cId="1157101227" sldId="895"/>
            <ac:spMk id="5" creationId="{CA39E1BF-B9E5-4535-B6B1-A3418157F6E5}"/>
          </ac:spMkLst>
        </pc:spChg>
        <pc:spChg chg="del">
          <ac:chgData name="Minh Huynh" userId="01a137d4-0d81-46e0-aca6-c9185b391828" providerId="ADAL" clId="{18447838-0BCA-432B-86F3-BB78526C143F}" dt="2026-10-12T12:56:20.406" v="1644" actId="478"/>
          <ac:spMkLst>
            <pc:docMk/>
            <pc:sldMk cId="1157101227" sldId="895"/>
            <ac:spMk id="6" creationId="{BC182EF8-C365-4769-8301-8E7B887D6C35}"/>
          </ac:spMkLst>
        </pc:spChg>
        <pc:spChg chg="del">
          <ac:chgData name="Minh Huynh" userId="01a137d4-0d81-46e0-aca6-c9185b391828" providerId="ADAL" clId="{18447838-0BCA-432B-86F3-BB78526C143F}" dt="2026-10-12T12:56:20.406" v="1644" actId="478"/>
          <ac:spMkLst>
            <pc:docMk/>
            <pc:sldMk cId="1157101227" sldId="895"/>
            <ac:spMk id="8" creationId="{AA411B9E-8412-4BA6-83F0-FF752D800EDD}"/>
          </ac:spMkLst>
        </pc:spChg>
        <pc:spChg chg="del">
          <ac:chgData name="Minh Huynh" userId="01a137d4-0d81-46e0-aca6-c9185b391828" providerId="ADAL" clId="{18447838-0BCA-432B-86F3-BB78526C143F}" dt="2026-10-12T12:56:20.406" v="1644" actId="478"/>
          <ac:spMkLst>
            <pc:docMk/>
            <pc:sldMk cId="1157101227" sldId="895"/>
            <ac:spMk id="9" creationId="{E000B753-51B8-40BB-88F6-0BFF248218F3}"/>
          </ac:spMkLst>
        </pc:spChg>
        <pc:spChg chg="del">
          <ac:chgData name="Minh Huynh" userId="01a137d4-0d81-46e0-aca6-c9185b391828" providerId="ADAL" clId="{18447838-0BCA-432B-86F3-BB78526C143F}" dt="2026-10-12T12:56:20.406" v="1644" actId="478"/>
          <ac:spMkLst>
            <pc:docMk/>
            <pc:sldMk cId="1157101227" sldId="895"/>
            <ac:spMk id="10" creationId="{B9174980-C9A6-4B70-BF52-D9990420C2CF}"/>
          </ac:spMkLst>
        </pc:spChg>
        <pc:spChg chg="add mod">
          <ac:chgData name="Minh Huynh" userId="01a137d4-0d81-46e0-aca6-c9185b391828" providerId="ADAL" clId="{18447838-0BCA-432B-86F3-BB78526C143F}" dt="2026-10-12T12:57:32.281" v="1735" actId="20577"/>
          <ac:spMkLst>
            <pc:docMk/>
            <pc:sldMk cId="1157101227" sldId="895"/>
            <ac:spMk id="11" creationId="{2A9500A6-42C1-408A-B2A4-89D3CB5CFC0A}"/>
          </ac:spMkLst>
        </pc:spChg>
        <pc:spChg chg="add mod">
          <ac:chgData name="Minh Huynh" userId="01a137d4-0d81-46e0-aca6-c9185b391828" providerId="ADAL" clId="{18447838-0BCA-432B-86F3-BB78526C143F}" dt="2026-10-12T12:58:06.751" v="1766" actId="1076"/>
          <ac:spMkLst>
            <pc:docMk/>
            <pc:sldMk cId="1157101227" sldId="895"/>
            <ac:spMk id="12" creationId="{9DCB8B59-5B6C-49CB-B44A-75F6056198CF}"/>
          </ac:spMkLst>
        </pc:spChg>
        <pc:spChg chg="add mod">
          <ac:chgData name="Minh Huynh" userId="01a137d4-0d81-46e0-aca6-c9185b391828" providerId="ADAL" clId="{18447838-0BCA-432B-86F3-BB78526C143F}" dt="2026-10-12T12:58:16.802" v="1784" actId="1076"/>
          <ac:spMkLst>
            <pc:docMk/>
            <pc:sldMk cId="1157101227" sldId="895"/>
            <ac:spMk id="13" creationId="{5F86A38C-40D8-4802-AFCB-59FB546F54DC}"/>
          </ac:spMkLst>
        </pc:spChg>
        <pc:picChg chg="del">
          <ac:chgData name="Minh Huynh" userId="01a137d4-0d81-46e0-aca6-c9185b391828" providerId="ADAL" clId="{18447838-0BCA-432B-86F3-BB78526C143F}" dt="2026-10-12T12:56:21.797" v="1645" actId="478"/>
          <ac:picMkLst>
            <pc:docMk/>
            <pc:sldMk cId="1157101227" sldId="895"/>
            <ac:picMk id="3" creationId="{239C9BA0-FA36-4B4A-9CD4-46D8A83AD1A8}"/>
          </ac:picMkLst>
        </pc:picChg>
        <pc:picChg chg="add mod modCrop">
          <ac:chgData name="Minh Huynh" userId="01a137d4-0d81-46e0-aca6-c9185b391828" providerId="ADAL" clId="{18447838-0BCA-432B-86F3-BB78526C143F}" dt="2026-10-12T12:57:13.800" v="1694" actId="1076"/>
          <ac:picMkLst>
            <pc:docMk/>
            <pc:sldMk cId="1157101227" sldId="895"/>
            <ac:picMk id="7" creationId="{9732202F-310A-471E-84B6-5B1B5CAA0CD7}"/>
          </ac:picMkLst>
        </pc:picChg>
      </pc:sldChg>
      <pc:sldChg chg="addSp delSp modSp add mod">
        <pc:chgData name="Minh Huynh" userId="01a137d4-0d81-46e0-aca6-c9185b391828" providerId="ADAL" clId="{18447838-0BCA-432B-86F3-BB78526C143F}" dt="2026-10-12T21:46:18.809" v="2045"/>
        <pc:sldMkLst>
          <pc:docMk/>
          <pc:sldMk cId="3993957004" sldId="895"/>
        </pc:sldMkLst>
        <pc:spChg chg="mod">
          <ac:chgData name="Minh Huynh" userId="01a137d4-0d81-46e0-aca6-c9185b391828" providerId="ADAL" clId="{18447838-0BCA-432B-86F3-BB78526C143F}" dt="2026-10-12T21:46:18.809" v="2045"/>
          <ac:spMkLst>
            <pc:docMk/>
            <pc:sldMk cId="3993957004" sldId="895"/>
            <ac:spMk id="4" creationId="{7BC73E8E-0D58-4B4B-A5C4-A8AE38997407}"/>
          </ac:spMkLst>
        </pc:spChg>
        <pc:spChg chg="del">
          <ac:chgData name="Minh Huynh" userId="01a137d4-0d81-46e0-aca6-c9185b391828" providerId="ADAL" clId="{18447838-0BCA-432B-86F3-BB78526C143F}" dt="2026-10-12T13:01:47.238" v="1973" actId="478"/>
          <ac:spMkLst>
            <pc:docMk/>
            <pc:sldMk cId="3993957004" sldId="895"/>
            <ac:spMk id="6" creationId="{BC182EF8-C365-4769-8301-8E7B887D6C35}"/>
          </ac:spMkLst>
        </pc:spChg>
        <pc:spChg chg="del">
          <ac:chgData name="Minh Huynh" userId="01a137d4-0d81-46e0-aca6-c9185b391828" providerId="ADAL" clId="{18447838-0BCA-432B-86F3-BB78526C143F}" dt="2026-10-12T13:01:47.238" v="1973" actId="478"/>
          <ac:spMkLst>
            <pc:docMk/>
            <pc:sldMk cId="3993957004" sldId="895"/>
            <ac:spMk id="8" creationId="{AA411B9E-8412-4BA6-83F0-FF752D800EDD}"/>
          </ac:spMkLst>
        </pc:spChg>
        <pc:spChg chg="del">
          <ac:chgData name="Minh Huynh" userId="01a137d4-0d81-46e0-aca6-c9185b391828" providerId="ADAL" clId="{18447838-0BCA-432B-86F3-BB78526C143F}" dt="2026-10-12T13:01:47.238" v="1973" actId="478"/>
          <ac:spMkLst>
            <pc:docMk/>
            <pc:sldMk cId="3993957004" sldId="895"/>
            <ac:spMk id="9" creationId="{E000B753-51B8-40BB-88F6-0BFF248218F3}"/>
          </ac:spMkLst>
        </pc:spChg>
        <pc:spChg chg="del">
          <ac:chgData name="Minh Huynh" userId="01a137d4-0d81-46e0-aca6-c9185b391828" providerId="ADAL" clId="{18447838-0BCA-432B-86F3-BB78526C143F}" dt="2026-10-12T13:01:47.238" v="1973" actId="478"/>
          <ac:spMkLst>
            <pc:docMk/>
            <pc:sldMk cId="3993957004" sldId="895"/>
            <ac:spMk id="10" creationId="{B9174980-C9A6-4B70-BF52-D9990420C2CF}"/>
          </ac:spMkLst>
        </pc:spChg>
        <pc:spChg chg="del">
          <ac:chgData name="Minh Huynh" userId="01a137d4-0d81-46e0-aca6-c9185b391828" providerId="ADAL" clId="{18447838-0BCA-432B-86F3-BB78526C143F}" dt="2026-10-12T13:01:47.238" v="1973" actId="478"/>
          <ac:spMkLst>
            <pc:docMk/>
            <pc:sldMk cId="3993957004" sldId="895"/>
            <ac:spMk id="14" creationId="{52C11F04-B75E-45C1-95A8-738F04B79287}"/>
          </ac:spMkLst>
        </pc:spChg>
        <pc:spChg chg="del">
          <ac:chgData name="Minh Huynh" userId="01a137d4-0d81-46e0-aca6-c9185b391828" providerId="ADAL" clId="{18447838-0BCA-432B-86F3-BB78526C143F}" dt="2026-10-12T13:01:47.238" v="1973" actId="478"/>
          <ac:spMkLst>
            <pc:docMk/>
            <pc:sldMk cId="3993957004" sldId="895"/>
            <ac:spMk id="15" creationId="{DAED56CE-0B37-4AB9-B3B6-25AAEE831464}"/>
          </ac:spMkLst>
        </pc:spChg>
        <pc:spChg chg="del">
          <ac:chgData name="Minh Huynh" userId="01a137d4-0d81-46e0-aca6-c9185b391828" providerId="ADAL" clId="{18447838-0BCA-432B-86F3-BB78526C143F}" dt="2026-10-12T13:01:47.238" v="1973" actId="478"/>
          <ac:spMkLst>
            <pc:docMk/>
            <pc:sldMk cId="3993957004" sldId="895"/>
            <ac:spMk id="16" creationId="{FE39AFD9-A564-4455-BC07-A5A96DD07AD0}"/>
          </ac:spMkLst>
        </pc:spChg>
        <pc:spChg chg="del">
          <ac:chgData name="Minh Huynh" userId="01a137d4-0d81-46e0-aca6-c9185b391828" providerId="ADAL" clId="{18447838-0BCA-432B-86F3-BB78526C143F}" dt="2026-10-12T13:01:47.238" v="1973" actId="478"/>
          <ac:spMkLst>
            <pc:docMk/>
            <pc:sldMk cId="3993957004" sldId="895"/>
            <ac:spMk id="17" creationId="{E4960A76-ADF4-4F4A-9264-03A786684A80}"/>
          </ac:spMkLst>
        </pc:spChg>
        <pc:spChg chg="add mod">
          <ac:chgData name="Minh Huynh" userId="01a137d4-0d81-46e0-aca6-c9185b391828" providerId="ADAL" clId="{18447838-0BCA-432B-86F3-BB78526C143F}" dt="2026-10-12T13:01:57.104" v="1975" actId="1076"/>
          <ac:spMkLst>
            <pc:docMk/>
            <pc:sldMk cId="3993957004" sldId="895"/>
            <ac:spMk id="18" creationId="{4E7FF7E1-1C0C-48C2-9DD3-5C6C1A9BBCBB}"/>
          </ac:spMkLst>
        </pc:spChg>
        <pc:spChg chg="add mod">
          <ac:chgData name="Minh Huynh" userId="01a137d4-0d81-46e0-aca6-c9185b391828" providerId="ADAL" clId="{18447838-0BCA-432B-86F3-BB78526C143F}" dt="2026-10-12T13:01:57.104" v="1975" actId="1076"/>
          <ac:spMkLst>
            <pc:docMk/>
            <pc:sldMk cId="3993957004" sldId="895"/>
            <ac:spMk id="19" creationId="{FD24D0C2-9D18-40CE-B3A7-DEFBE3E3B986}"/>
          </ac:spMkLst>
        </pc:spChg>
        <pc:spChg chg="add mod">
          <ac:chgData name="Minh Huynh" userId="01a137d4-0d81-46e0-aca6-c9185b391828" providerId="ADAL" clId="{18447838-0BCA-432B-86F3-BB78526C143F}" dt="2026-10-12T13:01:57.104" v="1975" actId="1076"/>
          <ac:spMkLst>
            <pc:docMk/>
            <pc:sldMk cId="3993957004" sldId="895"/>
            <ac:spMk id="20" creationId="{BA9F11AB-A6C6-4D03-9948-64854BB26A2B}"/>
          </ac:spMkLst>
        </pc:spChg>
        <pc:spChg chg="add mod">
          <ac:chgData name="Minh Huynh" userId="01a137d4-0d81-46e0-aca6-c9185b391828" providerId="ADAL" clId="{18447838-0BCA-432B-86F3-BB78526C143F}" dt="2026-10-12T13:01:57.104" v="1975" actId="1076"/>
          <ac:spMkLst>
            <pc:docMk/>
            <pc:sldMk cId="3993957004" sldId="895"/>
            <ac:spMk id="21" creationId="{332B9D4D-6520-47D7-B36D-B69FAA77A3E1}"/>
          </ac:spMkLst>
        </pc:spChg>
        <pc:spChg chg="add mod">
          <ac:chgData name="Minh Huynh" userId="01a137d4-0d81-46e0-aca6-c9185b391828" providerId="ADAL" clId="{18447838-0BCA-432B-86F3-BB78526C143F}" dt="2026-10-12T13:01:57.104" v="1975" actId="1076"/>
          <ac:spMkLst>
            <pc:docMk/>
            <pc:sldMk cId="3993957004" sldId="895"/>
            <ac:spMk id="22" creationId="{68B261C7-F027-4C4D-B39D-D9FB98303F76}"/>
          </ac:spMkLst>
        </pc:spChg>
        <pc:spChg chg="add mod">
          <ac:chgData name="Minh Huynh" userId="01a137d4-0d81-46e0-aca6-c9185b391828" providerId="ADAL" clId="{18447838-0BCA-432B-86F3-BB78526C143F}" dt="2026-10-12T13:01:57.104" v="1975" actId="1076"/>
          <ac:spMkLst>
            <pc:docMk/>
            <pc:sldMk cId="3993957004" sldId="895"/>
            <ac:spMk id="23" creationId="{3CC9B756-D368-4AED-93C0-83FF945814F6}"/>
          </ac:spMkLst>
        </pc:spChg>
        <pc:spChg chg="add mod">
          <ac:chgData name="Minh Huynh" userId="01a137d4-0d81-46e0-aca6-c9185b391828" providerId="ADAL" clId="{18447838-0BCA-432B-86F3-BB78526C143F}" dt="2026-10-12T13:01:57.104" v="1975" actId="1076"/>
          <ac:spMkLst>
            <pc:docMk/>
            <pc:sldMk cId="3993957004" sldId="895"/>
            <ac:spMk id="24" creationId="{9FF30AEA-507A-4D2C-807B-DBDCD5718E82}"/>
          </ac:spMkLst>
        </pc:spChg>
        <pc:spChg chg="add mod">
          <ac:chgData name="Minh Huynh" userId="01a137d4-0d81-46e0-aca6-c9185b391828" providerId="ADAL" clId="{18447838-0BCA-432B-86F3-BB78526C143F}" dt="2026-10-12T13:01:57.104" v="1975" actId="1076"/>
          <ac:spMkLst>
            <pc:docMk/>
            <pc:sldMk cId="3993957004" sldId="895"/>
            <ac:spMk id="25" creationId="{66547760-A8A8-4F67-B55C-40ED5A0D9D56}"/>
          </ac:spMkLst>
        </pc:spChg>
        <pc:spChg chg="add mod">
          <ac:chgData name="Minh Huynh" userId="01a137d4-0d81-46e0-aca6-c9185b391828" providerId="ADAL" clId="{18447838-0BCA-432B-86F3-BB78526C143F}" dt="2026-10-12T13:01:57.104" v="1975" actId="1076"/>
          <ac:spMkLst>
            <pc:docMk/>
            <pc:sldMk cId="3993957004" sldId="895"/>
            <ac:spMk id="26" creationId="{55C8CDF9-264C-421F-904E-406EDB4639F3}"/>
          </ac:spMkLst>
        </pc:spChg>
        <pc:spChg chg="add mod">
          <ac:chgData name="Minh Huynh" userId="01a137d4-0d81-46e0-aca6-c9185b391828" providerId="ADAL" clId="{18447838-0BCA-432B-86F3-BB78526C143F}" dt="2026-10-12T13:01:57.104" v="1975" actId="1076"/>
          <ac:spMkLst>
            <pc:docMk/>
            <pc:sldMk cId="3993957004" sldId="895"/>
            <ac:spMk id="27" creationId="{BAEC13F2-CC84-4E32-8F32-49F0EFD70B8D}"/>
          </ac:spMkLst>
        </pc:spChg>
        <pc:spChg chg="add mod">
          <ac:chgData name="Minh Huynh" userId="01a137d4-0d81-46e0-aca6-c9185b391828" providerId="ADAL" clId="{18447838-0BCA-432B-86F3-BB78526C143F}" dt="2026-10-12T13:01:57.104" v="1975" actId="1076"/>
          <ac:spMkLst>
            <pc:docMk/>
            <pc:sldMk cId="3993957004" sldId="895"/>
            <ac:spMk id="28" creationId="{CB62FC81-D16F-45A2-B445-C6BA8D73F20C}"/>
          </ac:spMkLst>
        </pc:spChg>
        <pc:spChg chg="add mod">
          <ac:chgData name="Minh Huynh" userId="01a137d4-0d81-46e0-aca6-c9185b391828" providerId="ADAL" clId="{18447838-0BCA-432B-86F3-BB78526C143F}" dt="2026-10-12T13:01:57.104" v="1975" actId="1076"/>
          <ac:spMkLst>
            <pc:docMk/>
            <pc:sldMk cId="3993957004" sldId="895"/>
            <ac:spMk id="29" creationId="{A990ABBE-A2F6-4DA2-A390-5D2A1D707954}"/>
          </ac:spMkLst>
        </pc:spChg>
        <pc:spChg chg="add mod">
          <ac:chgData name="Minh Huynh" userId="01a137d4-0d81-46e0-aca6-c9185b391828" providerId="ADAL" clId="{18447838-0BCA-432B-86F3-BB78526C143F}" dt="2026-10-12T13:01:57.104" v="1975" actId="1076"/>
          <ac:spMkLst>
            <pc:docMk/>
            <pc:sldMk cId="3993957004" sldId="895"/>
            <ac:spMk id="30" creationId="{7071FFB1-55F8-4FBE-8742-26909246F24E}"/>
          </ac:spMkLst>
        </pc:spChg>
        <pc:spChg chg="add mod">
          <ac:chgData name="Minh Huynh" userId="01a137d4-0d81-46e0-aca6-c9185b391828" providerId="ADAL" clId="{18447838-0BCA-432B-86F3-BB78526C143F}" dt="2026-10-12T13:01:57.104" v="1975" actId="1076"/>
          <ac:spMkLst>
            <pc:docMk/>
            <pc:sldMk cId="3993957004" sldId="895"/>
            <ac:spMk id="31" creationId="{6217B4F5-D897-4AB9-8C34-ECE42ADA1F17}"/>
          </ac:spMkLst>
        </pc:spChg>
        <pc:spChg chg="add mod">
          <ac:chgData name="Minh Huynh" userId="01a137d4-0d81-46e0-aca6-c9185b391828" providerId="ADAL" clId="{18447838-0BCA-432B-86F3-BB78526C143F}" dt="2026-10-12T13:01:57.104" v="1975" actId="1076"/>
          <ac:spMkLst>
            <pc:docMk/>
            <pc:sldMk cId="3993957004" sldId="895"/>
            <ac:spMk id="32" creationId="{B4C41404-CA2E-4998-9BC6-288E289BBAB6}"/>
          </ac:spMkLst>
        </pc:spChg>
        <pc:spChg chg="add mod">
          <ac:chgData name="Minh Huynh" userId="01a137d4-0d81-46e0-aca6-c9185b391828" providerId="ADAL" clId="{18447838-0BCA-432B-86F3-BB78526C143F}" dt="2026-10-12T13:01:57.104" v="1975" actId="1076"/>
          <ac:spMkLst>
            <pc:docMk/>
            <pc:sldMk cId="3993957004" sldId="895"/>
            <ac:spMk id="33" creationId="{46D993D9-6716-40B8-80B8-5A83E8DFD35A}"/>
          </ac:spMkLst>
        </pc:spChg>
        <pc:spChg chg="add mod">
          <ac:chgData name="Minh Huynh" userId="01a137d4-0d81-46e0-aca6-c9185b391828" providerId="ADAL" clId="{18447838-0BCA-432B-86F3-BB78526C143F}" dt="2026-10-12T13:01:57.104" v="1975" actId="1076"/>
          <ac:spMkLst>
            <pc:docMk/>
            <pc:sldMk cId="3993957004" sldId="895"/>
            <ac:spMk id="34" creationId="{094D348C-D2B0-4CD8-8272-C031B6095A00}"/>
          </ac:spMkLst>
        </pc:spChg>
        <pc:spChg chg="add mod">
          <ac:chgData name="Minh Huynh" userId="01a137d4-0d81-46e0-aca6-c9185b391828" providerId="ADAL" clId="{18447838-0BCA-432B-86F3-BB78526C143F}" dt="2026-10-12T13:01:57.104" v="1975" actId="1076"/>
          <ac:spMkLst>
            <pc:docMk/>
            <pc:sldMk cId="3993957004" sldId="895"/>
            <ac:spMk id="35" creationId="{5BF37038-ABA7-46CC-B2B6-18F0E7959B15}"/>
          </ac:spMkLst>
        </pc:spChg>
        <pc:spChg chg="add mod">
          <ac:chgData name="Minh Huynh" userId="01a137d4-0d81-46e0-aca6-c9185b391828" providerId="ADAL" clId="{18447838-0BCA-432B-86F3-BB78526C143F}" dt="2026-10-12T13:01:57.104" v="1975" actId="1076"/>
          <ac:spMkLst>
            <pc:docMk/>
            <pc:sldMk cId="3993957004" sldId="895"/>
            <ac:spMk id="36" creationId="{14FD2553-C1F0-4E8B-B08E-A20D3D2C4FCA}"/>
          </ac:spMkLst>
        </pc:spChg>
        <pc:spChg chg="add mod">
          <ac:chgData name="Minh Huynh" userId="01a137d4-0d81-46e0-aca6-c9185b391828" providerId="ADAL" clId="{18447838-0BCA-432B-86F3-BB78526C143F}" dt="2026-10-12T13:01:57.104" v="1975" actId="1076"/>
          <ac:spMkLst>
            <pc:docMk/>
            <pc:sldMk cId="3993957004" sldId="895"/>
            <ac:spMk id="37" creationId="{A4C82AE2-B2EB-4C1B-AACE-305D2746BCD5}"/>
          </ac:spMkLst>
        </pc:spChg>
        <pc:spChg chg="add mod">
          <ac:chgData name="Minh Huynh" userId="01a137d4-0d81-46e0-aca6-c9185b391828" providerId="ADAL" clId="{18447838-0BCA-432B-86F3-BB78526C143F}" dt="2026-10-12T13:01:57.104" v="1975" actId="1076"/>
          <ac:spMkLst>
            <pc:docMk/>
            <pc:sldMk cId="3993957004" sldId="895"/>
            <ac:spMk id="38" creationId="{B3AE82BC-7F70-4846-9F67-824B69658398}"/>
          </ac:spMkLst>
        </pc:spChg>
        <pc:spChg chg="add mod">
          <ac:chgData name="Minh Huynh" userId="01a137d4-0d81-46e0-aca6-c9185b391828" providerId="ADAL" clId="{18447838-0BCA-432B-86F3-BB78526C143F}" dt="2026-10-12T13:01:57.104" v="1975" actId="1076"/>
          <ac:spMkLst>
            <pc:docMk/>
            <pc:sldMk cId="3993957004" sldId="895"/>
            <ac:spMk id="39" creationId="{99C747F2-EE90-40AD-B901-2DB28F481C1F}"/>
          </ac:spMkLst>
        </pc:spChg>
        <pc:spChg chg="add mod">
          <ac:chgData name="Minh Huynh" userId="01a137d4-0d81-46e0-aca6-c9185b391828" providerId="ADAL" clId="{18447838-0BCA-432B-86F3-BB78526C143F}" dt="2026-10-12T13:01:57.104" v="1975" actId="1076"/>
          <ac:spMkLst>
            <pc:docMk/>
            <pc:sldMk cId="3993957004" sldId="895"/>
            <ac:spMk id="40" creationId="{16501685-C2A8-4290-82FC-927248EB3A02}"/>
          </ac:spMkLst>
        </pc:spChg>
        <pc:spChg chg="add mod">
          <ac:chgData name="Minh Huynh" userId="01a137d4-0d81-46e0-aca6-c9185b391828" providerId="ADAL" clId="{18447838-0BCA-432B-86F3-BB78526C143F}" dt="2026-10-12T13:01:57.104" v="1975" actId="1076"/>
          <ac:spMkLst>
            <pc:docMk/>
            <pc:sldMk cId="3993957004" sldId="895"/>
            <ac:spMk id="41" creationId="{A46A0F55-8C44-4BE6-8412-45F45FAE1D86}"/>
          </ac:spMkLst>
        </pc:spChg>
        <pc:spChg chg="add mod">
          <ac:chgData name="Minh Huynh" userId="01a137d4-0d81-46e0-aca6-c9185b391828" providerId="ADAL" clId="{18447838-0BCA-432B-86F3-BB78526C143F}" dt="2026-10-12T13:01:57.104" v="1975" actId="1076"/>
          <ac:spMkLst>
            <pc:docMk/>
            <pc:sldMk cId="3993957004" sldId="895"/>
            <ac:spMk id="42" creationId="{BC0F5F11-C0B3-4FD5-A63D-99BA31DC1CB9}"/>
          </ac:spMkLst>
        </pc:spChg>
        <pc:spChg chg="add mod">
          <ac:chgData name="Minh Huynh" userId="01a137d4-0d81-46e0-aca6-c9185b391828" providerId="ADAL" clId="{18447838-0BCA-432B-86F3-BB78526C143F}" dt="2026-10-12T13:01:57.104" v="1975" actId="1076"/>
          <ac:spMkLst>
            <pc:docMk/>
            <pc:sldMk cId="3993957004" sldId="895"/>
            <ac:spMk id="43" creationId="{30AC0449-A340-424A-A10C-FABE4139585A}"/>
          </ac:spMkLst>
        </pc:spChg>
        <pc:spChg chg="add mod">
          <ac:chgData name="Minh Huynh" userId="01a137d4-0d81-46e0-aca6-c9185b391828" providerId="ADAL" clId="{18447838-0BCA-432B-86F3-BB78526C143F}" dt="2026-10-12T13:01:57.104" v="1975" actId="1076"/>
          <ac:spMkLst>
            <pc:docMk/>
            <pc:sldMk cId="3993957004" sldId="895"/>
            <ac:spMk id="44" creationId="{D89274F0-0077-45A8-A335-D88086FAB4AE}"/>
          </ac:spMkLst>
        </pc:spChg>
        <pc:spChg chg="add mod">
          <ac:chgData name="Minh Huynh" userId="01a137d4-0d81-46e0-aca6-c9185b391828" providerId="ADAL" clId="{18447838-0BCA-432B-86F3-BB78526C143F}" dt="2026-10-12T13:01:57.104" v="1975" actId="1076"/>
          <ac:spMkLst>
            <pc:docMk/>
            <pc:sldMk cId="3993957004" sldId="895"/>
            <ac:spMk id="45" creationId="{1BFA4590-8A85-404F-B06C-81529B4F597B}"/>
          </ac:spMkLst>
        </pc:spChg>
        <pc:spChg chg="add mod">
          <ac:chgData name="Minh Huynh" userId="01a137d4-0d81-46e0-aca6-c9185b391828" providerId="ADAL" clId="{18447838-0BCA-432B-86F3-BB78526C143F}" dt="2026-10-12T13:01:57.104" v="1975" actId="1076"/>
          <ac:spMkLst>
            <pc:docMk/>
            <pc:sldMk cId="3993957004" sldId="895"/>
            <ac:spMk id="46" creationId="{D1B5B2C1-5592-4365-B7C8-93D45E6A636F}"/>
          </ac:spMkLst>
        </pc:spChg>
        <pc:spChg chg="add mod">
          <ac:chgData name="Minh Huynh" userId="01a137d4-0d81-46e0-aca6-c9185b391828" providerId="ADAL" clId="{18447838-0BCA-432B-86F3-BB78526C143F}" dt="2026-10-12T13:01:57.104" v="1975" actId="1076"/>
          <ac:spMkLst>
            <pc:docMk/>
            <pc:sldMk cId="3993957004" sldId="895"/>
            <ac:spMk id="47" creationId="{1697DA11-334D-44F0-A9D8-08A3D73A44DF}"/>
          </ac:spMkLst>
        </pc:spChg>
        <pc:spChg chg="add mod">
          <ac:chgData name="Minh Huynh" userId="01a137d4-0d81-46e0-aca6-c9185b391828" providerId="ADAL" clId="{18447838-0BCA-432B-86F3-BB78526C143F}" dt="2026-10-12T13:01:57.104" v="1975" actId="1076"/>
          <ac:spMkLst>
            <pc:docMk/>
            <pc:sldMk cId="3993957004" sldId="895"/>
            <ac:spMk id="48" creationId="{9458334B-5479-4D49-9D41-DB4034C7904A}"/>
          </ac:spMkLst>
        </pc:spChg>
        <pc:spChg chg="add mod">
          <ac:chgData name="Minh Huynh" userId="01a137d4-0d81-46e0-aca6-c9185b391828" providerId="ADAL" clId="{18447838-0BCA-432B-86F3-BB78526C143F}" dt="2026-10-12T13:01:57.104" v="1975" actId="1076"/>
          <ac:spMkLst>
            <pc:docMk/>
            <pc:sldMk cId="3993957004" sldId="895"/>
            <ac:spMk id="49" creationId="{07EF7FA4-120C-47A6-A228-1E248E4DF2AF}"/>
          </ac:spMkLst>
        </pc:spChg>
        <pc:spChg chg="add mod">
          <ac:chgData name="Minh Huynh" userId="01a137d4-0d81-46e0-aca6-c9185b391828" providerId="ADAL" clId="{18447838-0BCA-432B-86F3-BB78526C143F}" dt="2026-10-12T13:01:57.104" v="1975" actId="1076"/>
          <ac:spMkLst>
            <pc:docMk/>
            <pc:sldMk cId="3993957004" sldId="895"/>
            <ac:spMk id="50" creationId="{84A174A8-1A28-4575-9E99-000DD20AB376}"/>
          </ac:spMkLst>
        </pc:spChg>
        <pc:spChg chg="add mod">
          <ac:chgData name="Minh Huynh" userId="01a137d4-0d81-46e0-aca6-c9185b391828" providerId="ADAL" clId="{18447838-0BCA-432B-86F3-BB78526C143F}" dt="2026-10-12T13:01:57.104" v="1975" actId="1076"/>
          <ac:spMkLst>
            <pc:docMk/>
            <pc:sldMk cId="3993957004" sldId="895"/>
            <ac:spMk id="51" creationId="{8CED851A-286A-4F97-8915-A6043E6EAE00}"/>
          </ac:spMkLst>
        </pc:spChg>
        <pc:spChg chg="add mod">
          <ac:chgData name="Minh Huynh" userId="01a137d4-0d81-46e0-aca6-c9185b391828" providerId="ADAL" clId="{18447838-0BCA-432B-86F3-BB78526C143F}" dt="2026-10-12T13:01:57.104" v="1975" actId="1076"/>
          <ac:spMkLst>
            <pc:docMk/>
            <pc:sldMk cId="3993957004" sldId="895"/>
            <ac:spMk id="52" creationId="{BD143726-3B87-484E-8A25-4C575DCDAF4A}"/>
          </ac:spMkLst>
        </pc:spChg>
        <pc:spChg chg="add mod">
          <ac:chgData name="Minh Huynh" userId="01a137d4-0d81-46e0-aca6-c9185b391828" providerId="ADAL" clId="{18447838-0BCA-432B-86F3-BB78526C143F}" dt="2026-10-12T13:01:57.104" v="1975" actId="1076"/>
          <ac:spMkLst>
            <pc:docMk/>
            <pc:sldMk cId="3993957004" sldId="895"/>
            <ac:spMk id="53" creationId="{5E060BAA-820A-42C1-849F-87444478AA8D}"/>
          </ac:spMkLst>
        </pc:spChg>
        <pc:spChg chg="add mod">
          <ac:chgData name="Minh Huynh" userId="01a137d4-0d81-46e0-aca6-c9185b391828" providerId="ADAL" clId="{18447838-0BCA-432B-86F3-BB78526C143F}" dt="2026-10-12T13:01:57.104" v="1975" actId="1076"/>
          <ac:spMkLst>
            <pc:docMk/>
            <pc:sldMk cId="3993957004" sldId="895"/>
            <ac:spMk id="54" creationId="{813B2B9B-8482-4978-8D57-907AACA9021E}"/>
          </ac:spMkLst>
        </pc:spChg>
        <pc:spChg chg="add mod">
          <ac:chgData name="Minh Huynh" userId="01a137d4-0d81-46e0-aca6-c9185b391828" providerId="ADAL" clId="{18447838-0BCA-432B-86F3-BB78526C143F}" dt="2026-10-12T13:01:57.104" v="1975" actId="1076"/>
          <ac:spMkLst>
            <pc:docMk/>
            <pc:sldMk cId="3993957004" sldId="895"/>
            <ac:spMk id="55" creationId="{3408BEE7-7EA9-465A-8CE1-478BABE14D8F}"/>
          </ac:spMkLst>
        </pc:spChg>
        <pc:spChg chg="add mod">
          <ac:chgData name="Minh Huynh" userId="01a137d4-0d81-46e0-aca6-c9185b391828" providerId="ADAL" clId="{18447838-0BCA-432B-86F3-BB78526C143F}" dt="2026-10-12T13:01:57.104" v="1975" actId="1076"/>
          <ac:spMkLst>
            <pc:docMk/>
            <pc:sldMk cId="3993957004" sldId="895"/>
            <ac:spMk id="56" creationId="{90A4F152-C999-4880-A896-BEF8606E6139}"/>
          </ac:spMkLst>
        </pc:spChg>
        <pc:spChg chg="add mod">
          <ac:chgData name="Minh Huynh" userId="01a137d4-0d81-46e0-aca6-c9185b391828" providerId="ADAL" clId="{18447838-0BCA-432B-86F3-BB78526C143F}" dt="2026-10-12T13:01:57.104" v="1975" actId="1076"/>
          <ac:spMkLst>
            <pc:docMk/>
            <pc:sldMk cId="3993957004" sldId="895"/>
            <ac:spMk id="57" creationId="{1847F778-9862-4361-AAFD-78CF59E6E05F}"/>
          </ac:spMkLst>
        </pc:spChg>
        <pc:spChg chg="add mod">
          <ac:chgData name="Minh Huynh" userId="01a137d4-0d81-46e0-aca6-c9185b391828" providerId="ADAL" clId="{18447838-0BCA-432B-86F3-BB78526C143F}" dt="2026-10-12T13:02:00.847" v="1976" actId="1076"/>
          <ac:spMkLst>
            <pc:docMk/>
            <pc:sldMk cId="3993957004" sldId="895"/>
            <ac:spMk id="58" creationId="{87D9AF8B-B7D7-48F7-A4B6-C9907DAD8B0C}"/>
          </ac:spMkLst>
        </pc:spChg>
        <pc:spChg chg="add mod">
          <ac:chgData name="Minh Huynh" userId="01a137d4-0d81-46e0-aca6-c9185b391828" providerId="ADAL" clId="{18447838-0BCA-432B-86F3-BB78526C143F}" dt="2026-10-12T13:01:57.104" v="1975" actId="1076"/>
          <ac:spMkLst>
            <pc:docMk/>
            <pc:sldMk cId="3993957004" sldId="895"/>
            <ac:spMk id="59" creationId="{204D2041-AA8A-4A90-B5E3-8737FCADB6D4}"/>
          </ac:spMkLst>
        </pc:spChg>
        <pc:spChg chg="add mod">
          <ac:chgData name="Minh Huynh" userId="01a137d4-0d81-46e0-aca6-c9185b391828" providerId="ADAL" clId="{18447838-0BCA-432B-86F3-BB78526C143F}" dt="2026-10-12T13:02:00.847" v="1976" actId="1076"/>
          <ac:spMkLst>
            <pc:docMk/>
            <pc:sldMk cId="3993957004" sldId="895"/>
            <ac:spMk id="60" creationId="{FEF18E61-08FC-4F95-BDCF-0D1D0404AD1D}"/>
          </ac:spMkLst>
        </pc:spChg>
        <pc:spChg chg="add mod">
          <ac:chgData name="Minh Huynh" userId="01a137d4-0d81-46e0-aca6-c9185b391828" providerId="ADAL" clId="{18447838-0BCA-432B-86F3-BB78526C143F}" dt="2026-10-12T13:02:00.847" v="1976" actId="1076"/>
          <ac:spMkLst>
            <pc:docMk/>
            <pc:sldMk cId="3993957004" sldId="895"/>
            <ac:spMk id="61" creationId="{E8DF7E1E-DA88-4B59-A91B-B30C52F0DC17}"/>
          </ac:spMkLst>
        </pc:spChg>
        <pc:spChg chg="add del mod">
          <ac:chgData name="Minh Huynh" userId="01a137d4-0d81-46e0-aca6-c9185b391828" providerId="ADAL" clId="{18447838-0BCA-432B-86F3-BB78526C143F}" dt="2026-10-12T13:02:06.305" v="1977" actId="478"/>
          <ac:spMkLst>
            <pc:docMk/>
            <pc:sldMk cId="3993957004" sldId="895"/>
            <ac:spMk id="62" creationId="{41A943B0-9FDD-470A-A612-3876C3537955}"/>
          </ac:spMkLst>
        </pc:spChg>
        <pc:spChg chg="add mod">
          <ac:chgData name="Minh Huynh" userId="01a137d4-0d81-46e0-aca6-c9185b391828" providerId="ADAL" clId="{18447838-0BCA-432B-86F3-BB78526C143F}" dt="2026-10-12T13:02:10.461" v="1978" actId="1076"/>
          <ac:spMkLst>
            <pc:docMk/>
            <pc:sldMk cId="3993957004" sldId="895"/>
            <ac:spMk id="63" creationId="{BBC0D6B6-D68A-46B9-AE72-4D68D7AFB893}"/>
          </ac:spMkLst>
        </pc:spChg>
        <pc:spChg chg="add mod">
          <ac:chgData name="Minh Huynh" userId="01a137d4-0d81-46e0-aca6-c9185b391828" providerId="ADAL" clId="{18447838-0BCA-432B-86F3-BB78526C143F}" dt="2026-10-12T13:02:10.461" v="1978" actId="1076"/>
          <ac:spMkLst>
            <pc:docMk/>
            <pc:sldMk cId="3993957004" sldId="895"/>
            <ac:spMk id="64" creationId="{1FC6BBDF-5A39-4C3A-BBBB-DD6A15E9F581}"/>
          </ac:spMkLst>
        </pc:spChg>
        <pc:spChg chg="add mod">
          <ac:chgData name="Minh Huynh" userId="01a137d4-0d81-46e0-aca6-c9185b391828" providerId="ADAL" clId="{18447838-0BCA-432B-86F3-BB78526C143F}" dt="2026-10-12T13:02:10.461" v="1978" actId="1076"/>
          <ac:spMkLst>
            <pc:docMk/>
            <pc:sldMk cId="3993957004" sldId="895"/>
            <ac:spMk id="65" creationId="{13F8ECC4-F7AD-4171-A16D-AB07F3BFBE8D}"/>
          </ac:spMkLst>
        </pc:spChg>
        <pc:spChg chg="add mod">
          <ac:chgData name="Minh Huynh" userId="01a137d4-0d81-46e0-aca6-c9185b391828" providerId="ADAL" clId="{18447838-0BCA-432B-86F3-BB78526C143F}" dt="2026-10-12T13:02:00.847" v="1976" actId="1076"/>
          <ac:spMkLst>
            <pc:docMk/>
            <pc:sldMk cId="3993957004" sldId="895"/>
            <ac:spMk id="66" creationId="{A981D95C-D81E-40EC-8AAE-FE4B26BC671E}"/>
          </ac:spMkLst>
        </pc:spChg>
        <pc:picChg chg="del">
          <ac:chgData name="Minh Huynh" userId="01a137d4-0d81-46e0-aca6-c9185b391828" providerId="ADAL" clId="{18447838-0BCA-432B-86F3-BB78526C143F}" dt="2026-10-12T13:01:47.238" v="1973" actId="478"/>
          <ac:picMkLst>
            <pc:docMk/>
            <pc:sldMk cId="3993957004" sldId="895"/>
            <ac:picMk id="3" creationId="{239C9BA0-FA36-4B4A-9CD4-46D8A83AD1A8}"/>
          </ac:picMkLst>
        </pc:picChg>
        <pc:picChg chg="del">
          <ac:chgData name="Minh Huynh" userId="01a137d4-0d81-46e0-aca6-c9185b391828" providerId="ADAL" clId="{18447838-0BCA-432B-86F3-BB78526C143F}" dt="2026-10-12T13:01:47.238" v="1973" actId="478"/>
          <ac:picMkLst>
            <pc:docMk/>
            <pc:sldMk cId="3993957004" sldId="895"/>
            <ac:picMk id="11" creationId="{CA065546-B251-4483-B60E-83D29876EE4B}"/>
          </ac:picMkLst>
        </pc:picChg>
        <pc:cxnChg chg="del">
          <ac:chgData name="Minh Huynh" userId="01a137d4-0d81-46e0-aca6-c9185b391828" providerId="ADAL" clId="{18447838-0BCA-432B-86F3-BB78526C143F}" dt="2026-10-12T13:01:47.238" v="1973" actId="478"/>
          <ac:cxnSpMkLst>
            <pc:docMk/>
            <pc:sldMk cId="3993957004" sldId="895"/>
            <ac:cxnSpMk id="13" creationId="{87C6168D-FDB5-4F3B-A792-CEB6CFE658F6}"/>
          </ac:cxnSpMkLst>
        </pc:cxnChg>
        <pc:cxnChg chg="add mod">
          <ac:chgData name="Minh Huynh" userId="01a137d4-0d81-46e0-aca6-c9185b391828" providerId="ADAL" clId="{18447838-0BCA-432B-86F3-BB78526C143F}" dt="2026-10-12T13:01:57.104" v="1975" actId="1076"/>
          <ac:cxnSpMkLst>
            <pc:docMk/>
            <pc:sldMk cId="3993957004" sldId="895"/>
            <ac:cxnSpMk id="67" creationId="{0EB3A909-6832-47D3-9069-FE13EEA045AD}"/>
          </ac:cxnSpMkLst>
        </pc:cxnChg>
      </pc:sldChg>
      <pc:sldChg chg="addSp delSp modSp add mod">
        <pc:chgData name="Minh Huynh" userId="01a137d4-0d81-46e0-aca6-c9185b391828" providerId="ADAL" clId="{18447838-0BCA-432B-86F3-BB78526C143F}" dt="2026-10-12T21:46:21.779" v="2046"/>
        <pc:sldMkLst>
          <pc:docMk/>
          <pc:sldMk cId="803991064" sldId="896"/>
        </pc:sldMkLst>
        <pc:spChg chg="mod">
          <ac:chgData name="Minh Huynh" userId="01a137d4-0d81-46e0-aca6-c9185b391828" providerId="ADAL" clId="{18447838-0BCA-432B-86F3-BB78526C143F}" dt="2026-10-12T21:46:21.779" v="2046"/>
          <ac:spMkLst>
            <pc:docMk/>
            <pc:sldMk cId="803991064" sldId="896"/>
            <ac:spMk id="4" creationId="{7BC73E8E-0D58-4B4B-A5C4-A8AE38997407}"/>
          </ac:spMkLst>
        </pc:spChg>
        <pc:spChg chg="del">
          <ac:chgData name="Minh Huynh" userId="01a137d4-0d81-46e0-aca6-c9185b391828" providerId="ADAL" clId="{18447838-0BCA-432B-86F3-BB78526C143F}" dt="2026-10-12T13:02:55.443" v="1984" actId="478"/>
          <ac:spMkLst>
            <pc:docMk/>
            <pc:sldMk cId="803991064" sldId="896"/>
            <ac:spMk id="18" creationId="{4E7FF7E1-1C0C-48C2-9DD3-5C6C1A9BBCBB}"/>
          </ac:spMkLst>
        </pc:spChg>
        <pc:spChg chg="del">
          <ac:chgData name="Minh Huynh" userId="01a137d4-0d81-46e0-aca6-c9185b391828" providerId="ADAL" clId="{18447838-0BCA-432B-86F3-BB78526C143F}" dt="2026-10-12T13:02:55.443" v="1984" actId="478"/>
          <ac:spMkLst>
            <pc:docMk/>
            <pc:sldMk cId="803991064" sldId="896"/>
            <ac:spMk id="19" creationId="{FD24D0C2-9D18-40CE-B3A7-DEFBE3E3B986}"/>
          </ac:spMkLst>
        </pc:spChg>
        <pc:spChg chg="del">
          <ac:chgData name="Minh Huynh" userId="01a137d4-0d81-46e0-aca6-c9185b391828" providerId="ADAL" clId="{18447838-0BCA-432B-86F3-BB78526C143F}" dt="2026-10-12T13:02:55.443" v="1984" actId="478"/>
          <ac:spMkLst>
            <pc:docMk/>
            <pc:sldMk cId="803991064" sldId="896"/>
            <ac:spMk id="20" creationId="{BA9F11AB-A6C6-4D03-9948-64854BB26A2B}"/>
          </ac:spMkLst>
        </pc:spChg>
        <pc:spChg chg="del">
          <ac:chgData name="Minh Huynh" userId="01a137d4-0d81-46e0-aca6-c9185b391828" providerId="ADAL" clId="{18447838-0BCA-432B-86F3-BB78526C143F}" dt="2026-10-12T13:02:55.443" v="1984" actId="478"/>
          <ac:spMkLst>
            <pc:docMk/>
            <pc:sldMk cId="803991064" sldId="896"/>
            <ac:spMk id="21" creationId="{332B9D4D-6520-47D7-B36D-B69FAA77A3E1}"/>
          </ac:spMkLst>
        </pc:spChg>
        <pc:spChg chg="del">
          <ac:chgData name="Minh Huynh" userId="01a137d4-0d81-46e0-aca6-c9185b391828" providerId="ADAL" clId="{18447838-0BCA-432B-86F3-BB78526C143F}" dt="2026-10-12T13:02:55.443" v="1984" actId="478"/>
          <ac:spMkLst>
            <pc:docMk/>
            <pc:sldMk cId="803991064" sldId="896"/>
            <ac:spMk id="22" creationId="{68B261C7-F027-4C4D-B39D-D9FB98303F76}"/>
          </ac:spMkLst>
        </pc:spChg>
        <pc:spChg chg="del">
          <ac:chgData name="Minh Huynh" userId="01a137d4-0d81-46e0-aca6-c9185b391828" providerId="ADAL" clId="{18447838-0BCA-432B-86F3-BB78526C143F}" dt="2026-10-12T13:02:55.443" v="1984" actId="478"/>
          <ac:spMkLst>
            <pc:docMk/>
            <pc:sldMk cId="803991064" sldId="896"/>
            <ac:spMk id="23" creationId="{3CC9B756-D368-4AED-93C0-83FF945814F6}"/>
          </ac:spMkLst>
        </pc:spChg>
        <pc:spChg chg="del">
          <ac:chgData name="Minh Huynh" userId="01a137d4-0d81-46e0-aca6-c9185b391828" providerId="ADAL" clId="{18447838-0BCA-432B-86F3-BB78526C143F}" dt="2026-10-12T13:02:55.443" v="1984" actId="478"/>
          <ac:spMkLst>
            <pc:docMk/>
            <pc:sldMk cId="803991064" sldId="896"/>
            <ac:spMk id="24" creationId="{9FF30AEA-507A-4D2C-807B-DBDCD5718E82}"/>
          </ac:spMkLst>
        </pc:spChg>
        <pc:spChg chg="del">
          <ac:chgData name="Minh Huynh" userId="01a137d4-0d81-46e0-aca6-c9185b391828" providerId="ADAL" clId="{18447838-0BCA-432B-86F3-BB78526C143F}" dt="2026-10-12T13:02:55.443" v="1984" actId="478"/>
          <ac:spMkLst>
            <pc:docMk/>
            <pc:sldMk cId="803991064" sldId="896"/>
            <ac:spMk id="25" creationId="{66547760-A8A8-4F67-B55C-40ED5A0D9D56}"/>
          </ac:spMkLst>
        </pc:spChg>
        <pc:spChg chg="del">
          <ac:chgData name="Minh Huynh" userId="01a137d4-0d81-46e0-aca6-c9185b391828" providerId="ADAL" clId="{18447838-0BCA-432B-86F3-BB78526C143F}" dt="2026-10-12T13:02:55.443" v="1984" actId="478"/>
          <ac:spMkLst>
            <pc:docMk/>
            <pc:sldMk cId="803991064" sldId="896"/>
            <ac:spMk id="26" creationId="{55C8CDF9-264C-421F-904E-406EDB4639F3}"/>
          </ac:spMkLst>
        </pc:spChg>
        <pc:spChg chg="del">
          <ac:chgData name="Minh Huynh" userId="01a137d4-0d81-46e0-aca6-c9185b391828" providerId="ADAL" clId="{18447838-0BCA-432B-86F3-BB78526C143F}" dt="2026-10-12T13:02:55.443" v="1984" actId="478"/>
          <ac:spMkLst>
            <pc:docMk/>
            <pc:sldMk cId="803991064" sldId="896"/>
            <ac:spMk id="27" creationId="{BAEC13F2-CC84-4E32-8F32-49F0EFD70B8D}"/>
          </ac:spMkLst>
        </pc:spChg>
        <pc:spChg chg="del">
          <ac:chgData name="Minh Huynh" userId="01a137d4-0d81-46e0-aca6-c9185b391828" providerId="ADAL" clId="{18447838-0BCA-432B-86F3-BB78526C143F}" dt="2026-10-12T13:02:55.443" v="1984" actId="478"/>
          <ac:spMkLst>
            <pc:docMk/>
            <pc:sldMk cId="803991064" sldId="896"/>
            <ac:spMk id="28" creationId="{CB62FC81-D16F-45A2-B445-C6BA8D73F20C}"/>
          </ac:spMkLst>
        </pc:spChg>
        <pc:spChg chg="del">
          <ac:chgData name="Minh Huynh" userId="01a137d4-0d81-46e0-aca6-c9185b391828" providerId="ADAL" clId="{18447838-0BCA-432B-86F3-BB78526C143F}" dt="2026-10-12T13:02:55.443" v="1984" actId="478"/>
          <ac:spMkLst>
            <pc:docMk/>
            <pc:sldMk cId="803991064" sldId="896"/>
            <ac:spMk id="29" creationId="{A990ABBE-A2F6-4DA2-A390-5D2A1D707954}"/>
          </ac:spMkLst>
        </pc:spChg>
        <pc:spChg chg="del">
          <ac:chgData name="Minh Huynh" userId="01a137d4-0d81-46e0-aca6-c9185b391828" providerId="ADAL" clId="{18447838-0BCA-432B-86F3-BB78526C143F}" dt="2026-10-12T13:02:55.443" v="1984" actId="478"/>
          <ac:spMkLst>
            <pc:docMk/>
            <pc:sldMk cId="803991064" sldId="896"/>
            <ac:spMk id="30" creationId="{7071FFB1-55F8-4FBE-8742-26909246F24E}"/>
          </ac:spMkLst>
        </pc:spChg>
        <pc:spChg chg="del">
          <ac:chgData name="Minh Huynh" userId="01a137d4-0d81-46e0-aca6-c9185b391828" providerId="ADAL" clId="{18447838-0BCA-432B-86F3-BB78526C143F}" dt="2026-10-12T13:02:55.443" v="1984" actId="478"/>
          <ac:spMkLst>
            <pc:docMk/>
            <pc:sldMk cId="803991064" sldId="896"/>
            <ac:spMk id="31" creationId="{6217B4F5-D897-4AB9-8C34-ECE42ADA1F17}"/>
          </ac:spMkLst>
        </pc:spChg>
        <pc:spChg chg="del">
          <ac:chgData name="Minh Huynh" userId="01a137d4-0d81-46e0-aca6-c9185b391828" providerId="ADAL" clId="{18447838-0BCA-432B-86F3-BB78526C143F}" dt="2026-10-12T13:02:55.443" v="1984" actId="478"/>
          <ac:spMkLst>
            <pc:docMk/>
            <pc:sldMk cId="803991064" sldId="896"/>
            <ac:spMk id="32" creationId="{B4C41404-CA2E-4998-9BC6-288E289BBAB6}"/>
          </ac:spMkLst>
        </pc:spChg>
        <pc:spChg chg="del">
          <ac:chgData name="Minh Huynh" userId="01a137d4-0d81-46e0-aca6-c9185b391828" providerId="ADAL" clId="{18447838-0BCA-432B-86F3-BB78526C143F}" dt="2026-10-12T13:02:55.443" v="1984" actId="478"/>
          <ac:spMkLst>
            <pc:docMk/>
            <pc:sldMk cId="803991064" sldId="896"/>
            <ac:spMk id="33" creationId="{46D993D9-6716-40B8-80B8-5A83E8DFD35A}"/>
          </ac:spMkLst>
        </pc:spChg>
        <pc:spChg chg="del">
          <ac:chgData name="Minh Huynh" userId="01a137d4-0d81-46e0-aca6-c9185b391828" providerId="ADAL" clId="{18447838-0BCA-432B-86F3-BB78526C143F}" dt="2026-10-12T13:02:55.443" v="1984" actId="478"/>
          <ac:spMkLst>
            <pc:docMk/>
            <pc:sldMk cId="803991064" sldId="896"/>
            <ac:spMk id="34" creationId="{094D348C-D2B0-4CD8-8272-C031B6095A00}"/>
          </ac:spMkLst>
        </pc:spChg>
        <pc:spChg chg="del">
          <ac:chgData name="Minh Huynh" userId="01a137d4-0d81-46e0-aca6-c9185b391828" providerId="ADAL" clId="{18447838-0BCA-432B-86F3-BB78526C143F}" dt="2026-10-12T13:02:55.443" v="1984" actId="478"/>
          <ac:spMkLst>
            <pc:docMk/>
            <pc:sldMk cId="803991064" sldId="896"/>
            <ac:spMk id="35" creationId="{5BF37038-ABA7-46CC-B2B6-18F0E7959B15}"/>
          </ac:spMkLst>
        </pc:spChg>
        <pc:spChg chg="del">
          <ac:chgData name="Minh Huynh" userId="01a137d4-0d81-46e0-aca6-c9185b391828" providerId="ADAL" clId="{18447838-0BCA-432B-86F3-BB78526C143F}" dt="2026-10-12T13:02:55.443" v="1984" actId="478"/>
          <ac:spMkLst>
            <pc:docMk/>
            <pc:sldMk cId="803991064" sldId="896"/>
            <ac:spMk id="36" creationId="{14FD2553-C1F0-4E8B-B08E-A20D3D2C4FCA}"/>
          </ac:spMkLst>
        </pc:spChg>
        <pc:spChg chg="del">
          <ac:chgData name="Minh Huynh" userId="01a137d4-0d81-46e0-aca6-c9185b391828" providerId="ADAL" clId="{18447838-0BCA-432B-86F3-BB78526C143F}" dt="2026-10-12T13:02:55.443" v="1984" actId="478"/>
          <ac:spMkLst>
            <pc:docMk/>
            <pc:sldMk cId="803991064" sldId="896"/>
            <ac:spMk id="37" creationId="{A4C82AE2-B2EB-4C1B-AACE-305D2746BCD5}"/>
          </ac:spMkLst>
        </pc:spChg>
        <pc:spChg chg="del">
          <ac:chgData name="Minh Huynh" userId="01a137d4-0d81-46e0-aca6-c9185b391828" providerId="ADAL" clId="{18447838-0BCA-432B-86F3-BB78526C143F}" dt="2026-10-12T13:02:55.443" v="1984" actId="478"/>
          <ac:spMkLst>
            <pc:docMk/>
            <pc:sldMk cId="803991064" sldId="896"/>
            <ac:spMk id="38" creationId="{B3AE82BC-7F70-4846-9F67-824B69658398}"/>
          </ac:spMkLst>
        </pc:spChg>
        <pc:spChg chg="del">
          <ac:chgData name="Minh Huynh" userId="01a137d4-0d81-46e0-aca6-c9185b391828" providerId="ADAL" clId="{18447838-0BCA-432B-86F3-BB78526C143F}" dt="2026-10-12T13:02:55.443" v="1984" actId="478"/>
          <ac:spMkLst>
            <pc:docMk/>
            <pc:sldMk cId="803991064" sldId="896"/>
            <ac:spMk id="39" creationId="{99C747F2-EE90-40AD-B901-2DB28F481C1F}"/>
          </ac:spMkLst>
        </pc:spChg>
        <pc:spChg chg="del">
          <ac:chgData name="Minh Huynh" userId="01a137d4-0d81-46e0-aca6-c9185b391828" providerId="ADAL" clId="{18447838-0BCA-432B-86F3-BB78526C143F}" dt="2026-10-12T13:02:55.443" v="1984" actId="478"/>
          <ac:spMkLst>
            <pc:docMk/>
            <pc:sldMk cId="803991064" sldId="896"/>
            <ac:spMk id="40" creationId="{16501685-C2A8-4290-82FC-927248EB3A02}"/>
          </ac:spMkLst>
        </pc:spChg>
        <pc:spChg chg="del">
          <ac:chgData name="Minh Huynh" userId="01a137d4-0d81-46e0-aca6-c9185b391828" providerId="ADAL" clId="{18447838-0BCA-432B-86F3-BB78526C143F}" dt="2026-10-12T13:02:55.443" v="1984" actId="478"/>
          <ac:spMkLst>
            <pc:docMk/>
            <pc:sldMk cId="803991064" sldId="896"/>
            <ac:spMk id="41" creationId="{A46A0F55-8C44-4BE6-8412-45F45FAE1D86}"/>
          </ac:spMkLst>
        </pc:spChg>
        <pc:spChg chg="del">
          <ac:chgData name="Minh Huynh" userId="01a137d4-0d81-46e0-aca6-c9185b391828" providerId="ADAL" clId="{18447838-0BCA-432B-86F3-BB78526C143F}" dt="2026-10-12T13:02:55.443" v="1984" actId="478"/>
          <ac:spMkLst>
            <pc:docMk/>
            <pc:sldMk cId="803991064" sldId="896"/>
            <ac:spMk id="42" creationId="{BC0F5F11-C0B3-4FD5-A63D-99BA31DC1CB9}"/>
          </ac:spMkLst>
        </pc:spChg>
        <pc:spChg chg="del">
          <ac:chgData name="Minh Huynh" userId="01a137d4-0d81-46e0-aca6-c9185b391828" providerId="ADAL" clId="{18447838-0BCA-432B-86F3-BB78526C143F}" dt="2026-10-12T13:02:55.443" v="1984" actId="478"/>
          <ac:spMkLst>
            <pc:docMk/>
            <pc:sldMk cId="803991064" sldId="896"/>
            <ac:spMk id="43" creationId="{30AC0449-A340-424A-A10C-FABE4139585A}"/>
          </ac:spMkLst>
        </pc:spChg>
        <pc:spChg chg="del">
          <ac:chgData name="Minh Huynh" userId="01a137d4-0d81-46e0-aca6-c9185b391828" providerId="ADAL" clId="{18447838-0BCA-432B-86F3-BB78526C143F}" dt="2026-10-12T13:02:55.443" v="1984" actId="478"/>
          <ac:spMkLst>
            <pc:docMk/>
            <pc:sldMk cId="803991064" sldId="896"/>
            <ac:spMk id="44" creationId="{D89274F0-0077-45A8-A335-D88086FAB4AE}"/>
          </ac:spMkLst>
        </pc:spChg>
        <pc:spChg chg="del">
          <ac:chgData name="Minh Huynh" userId="01a137d4-0d81-46e0-aca6-c9185b391828" providerId="ADAL" clId="{18447838-0BCA-432B-86F3-BB78526C143F}" dt="2026-10-12T13:02:55.443" v="1984" actId="478"/>
          <ac:spMkLst>
            <pc:docMk/>
            <pc:sldMk cId="803991064" sldId="896"/>
            <ac:spMk id="45" creationId="{1BFA4590-8A85-404F-B06C-81529B4F597B}"/>
          </ac:spMkLst>
        </pc:spChg>
        <pc:spChg chg="del">
          <ac:chgData name="Minh Huynh" userId="01a137d4-0d81-46e0-aca6-c9185b391828" providerId="ADAL" clId="{18447838-0BCA-432B-86F3-BB78526C143F}" dt="2026-10-12T13:02:55.443" v="1984" actId="478"/>
          <ac:spMkLst>
            <pc:docMk/>
            <pc:sldMk cId="803991064" sldId="896"/>
            <ac:spMk id="46" creationId="{D1B5B2C1-5592-4365-B7C8-93D45E6A636F}"/>
          </ac:spMkLst>
        </pc:spChg>
        <pc:spChg chg="del">
          <ac:chgData name="Minh Huynh" userId="01a137d4-0d81-46e0-aca6-c9185b391828" providerId="ADAL" clId="{18447838-0BCA-432B-86F3-BB78526C143F}" dt="2026-10-12T13:02:55.443" v="1984" actId="478"/>
          <ac:spMkLst>
            <pc:docMk/>
            <pc:sldMk cId="803991064" sldId="896"/>
            <ac:spMk id="47" creationId="{1697DA11-334D-44F0-A9D8-08A3D73A44DF}"/>
          </ac:spMkLst>
        </pc:spChg>
        <pc:spChg chg="del">
          <ac:chgData name="Minh Huynh" userId="01a137d4-0d81-46e0-aca6-c9185b391828" providerId="ADAL" clId="{18447838-0BCA-432B-86F3-BB78526C143F}" dt="2026-10-12T13:02:55.443" v="1984" actId="478"/>
          <ac:spMkLst>
            <pc:docMk/>
            <pc:sldMk cId="803991064" sldId="896"/>
            <ac:spMk id="48" creationId="{9458334B-5479-4D49-9D41-DB4034C7904A}"/>
          </ac:spMkLst>
        </pc:spChg>
        <pc:spChg chg="del">
          <ac:chgData name="Minh Huynh" userId="01a137d4-0d81-46e0-aca6-c9185b391828" providerId="ADAL" clId="{18447838-0BCA-432B-86F3-BB78526C143F}" dt="2026-10-12T13:02:55.443" v="1984" actId="478"/>
          <ac:spMkLst>
            <pc:docMk/>
            <pc:sldMk cId="803991064" sldId="896"/>
            <ac:spMk id="49" creationId="{07EF7FA4-120C-47A6-A228-1E248E4DF2AF}"/>
          </ac:spMkLst>
        </pc:spChg>
        <pc:spChg chg="del">
          <ac:chgData name="Minh Huynh" userId="01a137d4-0d81-46e0-aca6-c9185b391828" providerId="ADAL" clId="{18447838-0BCA-432B-86F3-BB78526C143F}" dt="2026-10-12T13:02:55.443" v="1984" actId="478"/>
          <ac:spMkLst>
            <pc:docMk/>
            <pc:sldMk cId="803991064" sldId="896"/>
            <ac:spMk id="50" creationId="{84A174A8-1A28-4575-9E99-000DD20AB376}"/>
          </ac:spMkLst>
        </pc:spChg>
        <pc:spChg chg="del">
          <ac:chgData name="Minh Huynh" userId="01a137d4-0d81-46e0-aca6-c9185b391828" providerId="ADAL" clId="{18447838-0BCA-432B-86F3-BB78526C143F}" dt="2026-10-12T13:02:55.443" v="1984" actId="478"/>
          <ac:spMkLst>
            <pc:docMk/>
            <pc:sldMk cId="803991064" sldId="896"/>
            <ac:spMk id="51" creationId="{8CED851A-286A-4F97-8915-A6043E6EAE00}"/>
          </ac:spMkLst>
        </pc:spChg>
        <pc:spChg chg="del">
          <ac:chgData name="Minh Huynh" userId="01a137d4-0d81-46e0-aca6-c9185b391828" providerId="ADAL" clId="{18447838-0BCA-432B-86F3-BB78526C143F}" dt="2026-10-12T13:02:55.443" v="1984" actId="478"/>
          <ac:spMkLst>
            <pc:docMk/>
            <pc:sldMk cId="803991064" sldId="896"/>
            <ac:spMk id="52" creationId="{BD143726-3B87-484E-8A25-4C575DCDAF4A}"/>
          </ac:spMkLst>
        </pc:spChg>
        <pc:spChg chg="del">
          <ac:chgData name="Minh Huynh" userId="01a137d4-0d81-46e0-aca6-c9185b391828" providerId="ADAL" clId="{18447838-0BCA-432B-86F3-BB78526C143F}" dt="2026-10-12T13:02:55.443" v="1984" actId="478"/>
          <ac:spMkLst>
            <pc:docMk/>
            <pc:sldMk cId="803991064" sldId="896"/>
            <ac:spMk id="53" creationId="{5E060BAA-820A-42C1-849F-87444478AA8D}"/>
          </ac:spMkLst>
        </pc:spChg>
        <pc:spChg chg="del">
          <ac:chgData name="Minh Huynh" userId="01a137d4-0d81-46e0-aca6-c9185b391828" providerId="ADAL" clId="{18447838-0BCA-432B-86F3-BB78526C143F}" dt="2026-10-12T13:02:55.443" v="1984" actId="478"/>
          <ac:spMkLst>
            <pc:docMk/>
            <pc:sldMk cId="803991064" sldId="896"/>
            <ac:spMk id="54" creationId="{813B2B9B-8482-4978-8D57-907AACA9021E}"/>
          </ac:spMkLst>
        </pc:spChg>
        <pc:spChg chg="del">
          <ac:chgData name="Minh Huynh" userId="01a137d4-0d81-46e0-aca6-c9185b391828" providerId="ADAL" clId="{18447838-0BCA-432B-86F3-BB78526C143F}" dt="2026-10-12T13:02:55.443" v="1984" actId="478"/>
          <ac:spMkLst>
            <pc:docMk/>
            <pc:sldMk cId="803991064" sldId="896"/>
            <ac:spMk id="55" creationId="{3408BEE7-7EA9-465A-8CE1-478BABE14D8F}"/>
          </ac:spMkLst>
        </pc:spChg>
        <pc:spChg chg="del">
          <ac:chgData name="Minh Huynh" userId="01a137d4-0d81-46e0-aca6-c9185b391828" providerId="ADAL" clId="{18447838-0BCA-432B-86F3-BB78526C143F}" dt="2026-10-12T13:02:55.443" v="1984" actId="478"/>
          <ac:spMkLst>
            <pc:docMk/>
            <pc:sldMk cId="803991064" sldId="896"/>
            <ac:spMk id="56" creationId="{90A4F152-C999-4880-A896-BEF8606E6139}"/>
          </ac:spMkLst>
        </pc:spChg>
        <pc:spChg chg="del">
          <ac:chgData name="Minh Huynh" userId="01a137d4-0d81-46e0-aca6-c9185b391828" providerId="ADAL" clId="{18447838-0BCA-432B-86F3-BB78526C143F}" dt="2026-10-12T13:02:55.443" v="1984" actId="478"/>
          <ac:spMkLst>
            <pc:docMk/>
            <pc:sldMk cId="803991064" sldId="896"/>
            <ac:spMk id="57" creationId="{1847F778-9862-4361-AAFD-78CF59E6E05F}"/>
          </ac:spMkLst>
        </pc:spChg>
        <pc:spChg chg="del">
          <ac:chgData name="Minh Huynh" userId="01a137d4-0d81-46e0-aca6-c9185b391828" providerId="ADAL" clId="{18447838-0BCA-432B-86F3-BB78526C143F}" dt="2026-10-12T13:02:55.443" v="1984" actId="478"/>
          <ac:spMkLst>
            <pc:docMk/>
            <pc:sldMk cId="803991064" sldId="896"/>
            <ac:spMk id="58" creationId="{87D9AF8B-B7D7-48F7-A4B6-C9907DAD8B0C}"/>
          </ac:spMkLst>
        </pc:spChg>
        <pc:spChg chg="del">
          <ac:chgData name="Minh Huynh" userId="01a137d4-0d81-46e0-aca6-c9185b391828" providerId="ADAL" clId="{18447838-0BCA-432B-86F3-BB78526C143F}" dt="2026-10-12T13:02:55.443" v="1984" actId="478"/>
          <ac:spMkLst>
            <pc:docMk/>
            <pc:sldMk cId="803991064" sldId="896"/>
            <ac:spMk id="59" creationId="{204D2041-AA8A-4A90-B5E3-8737FCADB6D4}"/>
          </ac:spMkLst>
        </pc:spChg>
        <pc:spChg chg="del">
          <ac:chgData name="Minh Huynh" userId="01a137d4-0d81-46e0-aca6-c9185b391828" providerId="ADAL" clId="{18447838-0BCA-432B-86F3-BB78526C143F}" dt="2026-10-12T13:02:55.443" v="1984" actId="478"/>
          <ac:spMkLst>
            <pc:docMk/>
            <pc:sldMk cId="803991064" sldId="896"/>
            <ac:spMk id="60" creationId="{FEF18E61-08FC-4F95-BDCF-0D1D0404AD1D}"/>
          </ac:spMkLst>
        </pc:spChg>
        <pc:spChg chg="del">
          <ac:chgData name="Minh Huynh" userId="01a137d4-0d81-46e0-aca6-c9185b391828" providerId="ADAL" clId="{18447838-0BCA-432B-86F3-BB78526C143F}" dt="2026-10-12T13:02:55.443" v="1984" actId="478"/>
          <ac:spMkLst>
            <pc:docMk/>
            <pc:sldMk cId="803991064" sldId="896"/>
            <ac:spMk id="61" creationId="{E8DF7E1E-DA88-4B59-A91B-B30C52F0DC17}"/>
          </ac:spMkLst>
        </pc:spChg>
        <pc:spChg chg="del">
          <ac:chgData name="Minh Huynh" userId="01a137d4-0d81-46e0-aca6-c9185b391828" providerId="ADAL" clId="{18447838-0BCA-432B-86F3-BB78526C143F}" dt="2026-10-12T13:02:55.443" v="1984" actId="478"/>
          <ac:spMkLst>
            <pc:docMk/>
            <pc:sldMk cId="803991064" sldId="896"/>
            <ac:spMk id="63" creationId="{BBC0D6B6-D68A-46B9-AE72-4D68D7AFB893}"/>
          </ac:spMkLst>
        </pc:spChg>
        <pc:spChg chg="del">
          <ac:chgData name="Minh Huynh" userId="01a137d4-0d81-46e0-aca6-c9185b391828" providerId="ADAL" clId="{18447838-0BCA-432B-86F3-BB78526C143F}" dt="2026-10-12T13:02:55.443" v="1984" actId="478"/>
          <ac:spMkLst>
            <pc:docMk/>
            <pc:sldMk cId="803991064" sldId="896"/>
            <ac:spMk id="64" creationId="{1FC6BBDF-5A39-4C3A-BBBB-DD6A15E9F581}"/>
          </ac:spMkLst>
        </pc:spChg>
        <pc:spChg chg="del">
          <ac:chgData name="Minh Huynh" userId="01a137d4-0d81-46e0-aca6-c9185b391828" providerId="ADAL" clId="{18447838-0BCA-432B-86F3-BB78526C143F}" dt="2026-10-12T13:02:55.443" v="1984" actId="478"/>
          <ac:spMkLst>
            <pc:docMk/>
            <pc:sldMk cId="803991064" sldId="896"/>
            <ac:spMk id="65" creationId="{13F8ECC4-F7AD-4171-A16D-AB07F3BFBE8D}"/>
          </ac:spMkLst>
        </pc:spChg>
        <pc:spChg chg="del">
          <ac:chgData name="Minh Huynh" userId="01a137d4-0d81-46e0-aca6-c9185b391828" providerId="ADAL" clId="{18447838-0BCA-432B-86F3-BB78526C143F}" dt="2026-10-12T13:02:55.443" v="1984" actId="478"/>
          <ac:spMkLst>
            <pc:docMk/>
            <pc:sldMk cId="803991064" sldId="896"/>
            <ac:spMk id="66" creationId="{A981D95C-D81E-40EC-8AAE-FE4B26BC671E}"/>
          </ac:spMkLst>
        </pc:spChg>
        <pc:spChg chg="add mod">
          <ac:chgData name="Minh Huynh" userId="01a137d4-0d81-46e0-aca6-c9185b391828" providerId="ADAL" clId="{18447838-0BCA-432B-86F3-BB78526C143F}" dt="2026-10-12T13:03:07.010" v="1987" actId="1076"/>
          <ac:spMkLst>
            <pc:docMk/>
            <pc:sldMk cId="803991064" sldId="896"/>
            <ac:spMk id="68" creationId="{77ECD5D7-3D77-4F59-9447-D752542766B0}"/>
          </ac:spMkLst>
        </pc:spChg>
        <pc:spChg chg="add mod">
          <ac:chgData name="Minh Huynh" userId="01a137d4-0d81-46e0-aca6-c9185b391828" providerId="ADAL" clId="{18447838-0BCA-432B-86F3-BB78526C143F}" dt="2026-10-12T13:03:18.418" v="1990" actId="1076"/>
          <ac:spMkLst>
            <pc:docMk/>
            <pc:sldMk cId="803991064" sldId="896"/>
            <ac:spMk id="70" creationId="{2B193DB2-EA2F-4C27-B44F-2F5BDED079BD}"/>
          </ac:spMkLst>
        </pc:spChg>
        <pc:graphicFrameChg chg="add mod">
          <ac:chgData name="Minh Huynh" userId="01a137d4-0d81-46e0-aca6-c9185b391828" providerId="ADAL" clId="{18447838-0BCA-432B-86F3-BB78526C143F}" dt="2026-10-12T13:03:07.010" v="1987" actId="1076"/>
          <ac:graphicFrameMkLst>
            <pc:docMk/>
            <pc:sldMk cId="803991064" sldId="896"/>
            <ac:graphicFrameMk id="62" creationId="{E6436410-4F88-4ED2-AF7B-2C9F82130DC0}"/>
          </ac:graphicFrameMkLst>
        </pc:graphicFrameChg>
        <pc:graphicFrameChg chg="add mod">
          <ac:chgData name="Minh Huynh" userId="01a137d4-0d81-46e0-aca6-c9185b391828" providerId="ADAL" clId="{18447838-0BCA-432B-86F3-BB78526C143F}" dt="2026-10-12T13:03:18.418" v="1990" actId="1076"/>
          <ac:graphicFrameMkLst>
            <pc:docMk/>
            <pc:sldMk cId="803991064" sldId="896"/>
            <ac:graphicFrameMk id="69" creationId="{ABB068B3-6919-4393-A5B3-7A68F29810FB}"/>
          </ac:graphicFrameMkLst>
        </pc:graphicFrameChg>
        <pc:cxnChg chg="del">
          <ac:chgData name="Minh Huynh" userId="01a137d4-0d81-46e0-aca6-c9185b391828" providerId="ADAL" clId="{18447838-0BCA-432B-86F3-BB78526C143F}" dt="2026-10-12T13:02:55.443" v="1984" actId="478"/>
          <ac:cxnSpMkLst>
            <pc:docMk/>
            <pc:sldMk cId="803991064" sldId="896"/>
            <ac:cxnSpMk id="67" creationId="{0EB3A909-6832-47D3-9069-FE13EEA045AD}"/>
          </ac:cxnSpMkLst>
        </pc:cxnChg>
      </pc:sldChg>
      <pc:sldChg chg="del">
        <pc:chgData name="Minh Huynh" userId="01a137d4-0d81-46e0-aca6-c9185b391828" providerId="ADAL" clId="{18447838-0BCA-432B-86F3-BB78526C143F}" dt="2026-10-12T12:12:45.996" v="0" actId="47"/>
        <pc:sldMkLst>
          <pc:docMk/>
          <pc:sldMk cId="2953721896" sldId="896"/>
        </pc:sldMkLst>
      </pc:sldChg>
      <pc:sldChg chg="addSp delSp modSp add mod">
        <pc:chgData name="Minh Huynh" userId="01a137d4-0d81-46e0-aca6-c9185b391828" providerId="ADAL" clId="{18447838-0BCA-432B-86F3-BB78526C143F}" dt="2026-10-12T13:04:14.772" v="2024"/>
        <pc:sldMkLst>
          <pc:docMk/>
          <pc:sldMk cId="1003971633" sldId="897"/>
        </pc:sldMkLst>
        <pc:spChg chg="mod">
          <ac:chgData name="Minh Huynh" userId="01a137d4-0d81-46e0-aca6-c9185b391828" providerId="ADAL" clId="{18447838-0BCA-432B-86F3-BB78526C143F}" dt="2026-10-12T13:04:08.320" v="2022" actId="20577"/>
          <ac:spMkLst>
            <pc:docMk/>
            <pc:sldMk cId="1003971633" sldId="897"/>
            <ac:spMk id="4" creationId="{7BC73E8E-0D58-4B4B-A5C4-A8AE38997407}"/>
          </ac:spMkLst>
        </pc:spChg>
        <pc:spChg chg="add mod">
          <ac:chgData name="Minh Huynh" userId="01a137d4-0d81-46e0-aca6-c9185b391828" providerId="ADAL" clId="{18447838-0BCA-432B-86F3-BB78526C143F}" dt="2026-10-12T13:04:14.772" v="2024"/>
          <ac:spMkLst>
            <pc:docMk/>
            <pc:sldMk cId="1003971633" sldId="897"/>
            <ac:spMk id="7" creationId="{82B3312D-000F-4C66-9BD7-28143E5BE514}"/>
          </ac:spMkLst>
        </pc:spChg>
        <pc:spChg chg="add mod">
          <ac:chgData name="Minh Huynh" userId="01a137d4-0d81-46e0-aca6-c9185b391828" providerId="ADAL" clId="{18447838-0BCA-432B-86F3-BB78526C143F}" dt="2026-10-12T13:04:14.772" v="2024"/>
          <ac:spMkLst>
            <pc:docMk/>
            <pc:sldMk cId="1003971633" sldId="897"/>
            <ac:spMk id="9" creationId="{2637A3AC-F4DC-4AF9-9C66-B9C12C2ECD6D}"/>
          </ac:spMkLst>
        </pc:spChg>
        <pc:spChg chg="add mod">
          <ac:chgData name="Minh Huynh" userId="01a137d4-0d81-46e0-aca6-c9185b391828" providerId="ADAL" clId="{18447838-0BCA-432B-86F3-BB78526C143F}" dt="2026-10-12T13:04:14.772" v="2024"/>
          <ac:spMkLst>
            <pc:docMk/>
            <pc:sldMk cId="1003971633" sldId="897"/>
            <ac:spMk id="10" creationId="{A95502D5-605C-4DE1-9E72-E22381DFDE2F}"/>
          </ac:spMkLst>
        </pc:spChg>
        <pc:spChg chg="del">
          <ac:chgData name="Minh Huynh" userId="01a137d4-0d81-46e0-aca6-c9185b391828" providerId="ADAL" clId="{18447838-0BCA-432B-86F3-BB78526C143F}" dt="2026-10-12T13:04:11.162" v="2023" actId="478"/>
          <ac:spMkLst>
            <pc:docMk/>
            <pc:sldMk cId="1003971633" sldId="897"/>
            <ac:spMk id="68" creationId="{77ECD5D7-3D77-4F59-9447-D752542766B0}"/>
          </ac:spMkLst>
        </pc:spChg>
        <pc:spChg chg="del">
          <ac:chgData name="Minh Huynh" userId="01a137d4-0d81-46e0-aca6-c9185b391828" providerId="ADAL" clId="{18447838-0BCA-432B-86F3-BB78526C143F}" dt="2026-10-12T13:04:11.162" v="2023" actId="478"/>
          <ac:spMkLst>
            <pc:docMk/>
            <pc:sldMk cId="1003971633" sldId="897"/>
            <ac:spMk id="70" creationId="{2B193DB2-EA2F-4C27-B44F-2F5BDED079BD}"/>
          </ac:spMkLst>
        </pc:spChg>
        <pc:graphicFrameChg chg="del">
          <ac:chgData name="Minh Huynh" userId="01a137d4-0d81-46e0-aca6-c9185b391828" providerId="ADAL" clId="{18447838-0BCA-432B-86F3-BB78526C143F}" dt="2026-10-12T13:04:11.162" v="2023" actId="478"/>
          <ac:graphicFrameMkLst>
            <pc:docMk/>
            <pc:sldMk cId="1003971633" sldId="897"/>
            <ac:graphicFrameMk id="62" creationId="{E6436410-4F88-4ED2-AF7B-2C9F82130DC0}"/>
          </ac:graphicFrameMkLst>
        </pc:graphicFrameChg>
        <pc:graphicFrameChg chg="del">
          <ac:chgData name="Minh Huynh" userId="01a137d4-0d81-46e0-aca6-c9185b391828" providerId="ADAL" clId="{18447838-0BCA-432B-86F3-BB78526C143F}" dt="2026-10-12T13:04:11.162" v="2023" actId="478"/>
          <ac:graphicFrameMkLst>
            <pc:docMk/>
            <pc:sldMk cId="1003971633" sldId="897"/>
            <ac:graphicFrameMk id="69" creationId="{ABB068B3-6919-4393-A5B3-7A68F29810FB}"/>
          </ac:graphicFrameMkLst>
        </pc:graphicFrameChg>
        <pc:picChg chg="add mod">
          <ac:chgData name="Minh Huynh" userId="01a137d4-0d81-46e0-aca6-c9185b391828" providerId="ADAL" clId="{18447838-0BCA-432B-86F3-BB78526C143F}" dt="2026-10-12T13:04:14.772" v="2024"/>
          <ac:picMkLst>
            <pc:docMk/>
            <pc:sldMk cId="1003971633" sldId="897"/>
            <ac:picMk id="8" creationId="{42D3A573-1FDA-4AF2-ABA1-D8A5761FA793}"/>
          </ac:picMkLst>
        </pc:picChg>
      </pc:sldChg>
      <pc:sldChg chg="del">
        <pc:chgData name="Minh Huynh" userId="01a137d4-0d81-46e0-aca6-c9185b391828" providerId="ADAL" clId="{18447838-0BCA-432B-86F3-BB78526C143F}" dt="2026-10-12T12:12:45.996" v="0" actId="47"/>
        <pc:sldMkLst>
          <pc:docMk/>
          <pc:sldMk cId="4164741003" sldId="897"/>
        </pc:sldMkLst>
      </pc:sldChg>
      <pc:sldChg chg="addSp delSp modSp add mod">
        <pc:chgData name="Minh Huynh" userId="01a137d4-0d81-46e0-aca6-c9185b391828" providerId="ADAL" clId="{18447838-0BCA-432B-86F3-BB78526C143F}" dt="2026-10-12T21:51:44.898" v="2160" actId="15"/>
        <pc:sldMkLst>
          <pc:docMk/>
          <pc:sldMk cId="1170087405" sldId="898"/>
        </pc:sldMkLst>
        <pc:spChg chg="mod">
          <ac:chgData name="Minh Huynh" userId="01a137d4-0d81-46e0-aca6-c9185b391828" providerId="ADAL" clId="{18447838-0BCA-432B-86F3-BB78526C143F}" dt="2026-10-12T21:46:40.019" v="2070" actId="20577"/>
          <ac:spMkLst>
            <pc:docMk/>
            <pc:sldMk cId="1170087405" sldId="898"/>
            <ac:spMk id="4" creationId="{7BC73E8E-0D58-4B4B-A5C4-A8AE38997407}"/>
          </ac:spMkLst>
        </pc:spChg>
        <pc:spChg chg="del">
          <ac:chgData name="Minh Huynh" userId="01a137d4-0d81-46e0-aca6-c9185b391828" providerId="ADAL" clId="{18447838-0BCA-432B-86F3-BB78526C143F}" dt="2026-10-12T21:46:42.421" v="2071" actId="478"/>
          <ac:spMkLst>
            <pc:docMk/>
            <pc:sldMk cId="1170087405" sldId="898"/>
            <ac:spMk id="7" creationId="{82B3312D-000F-4C66-9BD7-28143E5BE514}"/>
          </ac:spMkLst>
        </pc:spChg>
        <pc:spChg chg="del">
          <ac:chgData name="Minh Huynh" userId="01a137d4-0d81-46e0-aca6-c9185b391828" providerId="ADAL" clId="{18447838-0BCA-432B-86F3-BB78526C143F}" dt="2026-10-12T21:46:42.421" v="2071" actId="478"/>
          <ac:spMkLst>
            <pc:docMk/>
            <pc:sldMk cId="1170087405" sldId="898"/>
            <ac:spMk id="9" creationId="{2637A3AC-F4DC-4AF9-9C66-B9C12C2ECD6D}"/>
          </ac:spMkLst>
        </pc:spChg>
        <pc:spChg chg="del">
          <ac:chgData name="Minh Huynh" userId="01a137d4-0d81-46e0-aca6-c9185b391828" providerId="ADAL" clId="{18447838-0BCA-432B-86F3-BB78526C143F}" dt="2026-10-12T21:46:42.421" v="2071" actId="478"/>
          <ac:spMkLst>
            <pc:docMk/>
            <pc:sldMk cId="1170087405" sldId="898"/>
            <ac:spMk id="10" creationId="{A95502D5-605C-4DE1-9E72-E22381DFDE2F}"/>
          </ac:spMkLst>
        </pc:spChg>
        <pc:spChg chg="add del mod">
          <ac:chgData name="Minh Huynh" userId="01a137d4-0d81-46e0-aca6-c9185b391828" providerId="ADAL" clId="{18447838-0BCA-432B-86F3-BB78526C143F}" dt="2026-10-12T21:46:53.006" v="2073"/>
          <ac:spMkLst>
            <pc:docMk/>
            <pc:sldMk cId="1170087405" sldId="898"/>
            <ac:spMk id="11" creationId="{CD7F2969-C80C-4D4F-99FE-E579F256B827}"/>
          </ac:spMkLst>
        </pc:spChg>
        <pc:spChg chg="add del mod">
          <ac:chgData name="Minh Huynh" userId="01a137d4-0d81-46e0-aca6-c9185b391828" providerId="ADAL" clId="{18447838-0BCA-432B-86F3-BB78526C143F}" dt="2026-10-12T21:46:53.006" v="2073"/>
          <ac:spMkLst>
            <pc:docMk/>
            <pc:sldMk cId="1170087405" sldId="898"/>
            <ac:spMk id="12" creationId="{503CBB23-1296-460A-8FF3-23825DEC5C0A}"/>
          </ac:spMkLst>
        </pc:spChg>
        <pc:spChg chg="add del mod">
          <ac:chgData name="Minh Huynh" userId="01a137d4-0d81-46e0-aca6-c9185b391828" providerId="ADAL" clId="{18447838-0BCA-432B-86F3-BB78526C143F}" dt="2026-10-12T21:46:53.006" v="2073"/>
          <ac:spMkLst>
            <pc:docMk/>
            <pc:sldMk cId="1170087405" sldId="898"/>
            <ac:spMk id="13" creationId="{307888F6-1368-4D9D-B9C0-A82CB7BCCC55}"/>
          </ac:spMkLst>
        </pc:spChg>
        <pc:spChg chg="add del mod">
          <ac:chgData name="Minh Huynh" userId="01a137d4-0d81-46e0-aca6-c9185b391828" providerId="ADAL" clId="{18447838-0BCA-432B-86F3-BB78526C143F}" dt="2026-10-12T21:46:53.006" v="2073"/>
          <ac:spMkLst>
            <pc:docMk/>
            <pc:sldMk cId="1170087405" sldId="898"/>
            <ac:spMk id="14" creationId="{2331BE3D-D3BA-4E67-8E40-91C1AE7F2C33}"/>
          </ac:spMkLst>
        </pc:spChg>
        <pc:spChg chg="add del mod">
          <ac:chgData name="Minh Huynh" userId="01a137d4-0d81-46e0-aca6-c9185b391828" providerId="ADAL" clId="{18447838-0BCA-432B-86F3-BB78526C143F}" dt="2026-10-12T21:46:53.006" v="2073"/>
          <ac:spMkLst>
            <pc:docMk/>
            <pc:sldMk cId="1170087405" sldId="898"/>
            <ac:spMk id="15" creationId="{60DE0CFB-3849-4B49-A724-92B58F7FC2C9}"/>
          </ac:spMkLst>
        </pc:spChg>
        <pc:spChg chg="add del mod">
          <ac:chgData name="Minh Huynh" userId="01a137d4-0d81-46e0-aca6-c9185b391828" providerId="ADAL" clId="{18447838-0BCA-432B-86F3-BB78526C143F}" dt="2026-10-12T21:46:53.006" v="2073"/>
          <ac:spMkLst>
            <pc:docMk/>
            <pc:sldMk cId="1170087405" sldId="898"/>
            <ac:spMk id="16" creationId="{AFB039A4-382F-4560-996F-3395E468A22E}"/>
          </ac:spMkLst>
        </pc:spChg>
        <pc:spChg chg="add del mod">
          <ac:chgData name="Minh Huynh" userId="01a137d4-0d81-46e0-aca6-c9185b391828" providerId="ADAL" clId="{18447838-0BCA-432B-86F3-BB78526C143F}" dt="2026-10-12T21:46:53.006" v="2073"/>
          <ac:spMkLst>
            <pc:docMk/>
            <pc:sldMk cId="1170087405" sldId="898"/>
            <ac:spMk id="17" creationId="{5FCDD249-EC8D-4C85-97AD-6DDF8947BD5F}"/>
          </ac:spMkLst>
        </pc:spChg>
        <pc:spChg chg="add del mod">
          <ac:chgData name="Minh Huynh" userId="01a137d4-0d81-46e0-aca6-c9185b391828" providerId="ADAL" clId="{18447838-0BCA-432B-86F3-BB78526C143F}" dt="2026-10-12T21:46:53.006" v="2073"/>
          <ac:spMkLst>
            <pc:docMk/>
            <pc:sldMk cId="1170087405" sldId="898"/>
            <ac:spMk id="18" creationId="{510C26DC-6B2E-428B-A8A2-15224C501513}"/>
          </ac:spMkLst>
        </pc:spChg>
        <pc:spChg chg="add del mod">
          <ac:chgData name="Minh Huynh" userId="01a137d4-0d81-46e0-aca6-c9185b391828" providerId="ADAL" clId="{18447838-0BCA-432B-86F3-BB78526C143F}" dt="2026-10-12T21:46:53.006" v="2073"/>
          <ac:spMkLst>
            <pc:docMk/>
            <pc:sldMk cId="1170087405" sldId="898"/>
            <ac:spMk id="19" creationId="{3997F5C4-3498-486F-9DA8-10F40456AE85}"/>
          </ac:spMkLst>
        </pc:spChg>
        <pc:spChg chg="add del mod">
          <ac:chgData name="Minh Huynh" userId="01a137d4-0d81-46e0-aca6-c9185b391828" providerId="ADAL" clId="{18447838-0BCA-432B-86F3-BB78526C143F}" dt="2026-10-12T21:46:53.006" v="2073"/>
          <ac:spMkLst>
            <pc:docMk/>
            <pc:sldMk cId="1170087405" sldId="898"/>
            <ac:spMk id="20" creationId="{08B5C00C-E365-4D5F-868F-CE056283EDE9}"/>
          </ac:spMkLst>
        </pc:spChg>
        <pc:spChg chg="add del mod">
          <ac:chgData name="Minh Huynh" userId="01a137d4-0d81-46e0-aca6-c9185b391828" providerId="ADAL" clId="{18447838-0BCA-432B-86F3-BB78526C143F}" dt="2026-10-12T21:46:53.006" v="2073"/>
          <ac:spMkLst>
            <pc:docMk/>
            <pc:sldMk cId="1170087405" sldId="898"/>
            <ac:spMk id="21" creationId="{C5227287-B2BE-4128-A70B-B6E7E6D07BB5}"/>
          </ac:spMkLst>
        </pc:spChg>
        <pc:spChg chg="add del mod">
          <ac:chgData name="Minh Huynh" userId="01a137d4-0d81-46e0-aca6-c9185b391828" providerId="ADAL" clId="{18447838-0BCA-432B-86F3-BB78526C143F}" dt="2026-10-12T21:46:53.006" v="2073"/>
          <ac:spMkLst>
            <pc:docMk/>
            <pc:sldMk cId="1170087405" sldId="898"/>
            <ac:spMk id="22" creationId="{7D2EF6D4-018C-4E35-BD80-57E54CD6C85C}"/>
          </ac:spMkLst>
        </pc:spChg>
        <pc:spChg chg="add del mod">
          <ac:chgData name="Minh Huynh" userId="01a137d4-0d81-46e0-aca6-c9185b391828" providerId="ADAL" clId="{18447838-0BCA-432B-86F3-BB78526C143F}" dt="2026-10-12T21:46:53.006" v="2073"/>
          <ac:spMkLst>
            <pc:docMk/>
            <pc:sldMk cId="1170087405" sldId="898"/>
            <ac:spMk id="23" creationId="{9DADEE84-3FEA-4DD9-80E6-90F166043191}"/>
          </ac:spMkLst>
        </pc:spChg>
        <pc:spChg chg="add del mod">
          <ac:chgData name="Minh Huynh" userId="01a137d4-0d81-46e0-aca6-c9185b391828" providerId="ADAL" clId="{18447838-0BCA-432B-86F3-BB78526C143F}" dt="2026-10-12T21:46:53.006" v="2073"/>
          <ac:spMkLst>
            <pc:docMk/>
            <pc:sldMk cId="1170087405" sldId="898"/>
            <ac:spMk id="24" creationId="{DCF0644B-CB6C-40CB-8322-87423742EF9D}"/>
          </ac:spMkLst>
        </pc:spChg>
        <pc:spChg chg="add del mod">
          <ac:chgData name="Minh Huynh" userId="01a137d4-0d81-46e0-aca6-c9185b391828" providerId="ADAL" clId="{18447838-0BCA-432B-86F3-BB78526C143F}" dt="2026-10-12T21:46:53.006" v="2073"/>
          <ac:spMkLst>
            <pc:docMk/>
            <pc:sldMk cId="1170087405" sldId="898"/>
            <ac:spMk id="25" creationId="{2A04D61F-6097-45EE-B269-18EED1C528C8}"/>
          </ac:spMkLst>
        </pc:spChg>
        <pc:spChg chg="add del mod">
          <ac:chgData name="Minh Huynh" userId="01a137d4-0d81-46e0-aca6-c9185b391828" providerId="ADAL" clId="{18447838-0BCA-432B-86F3-BB78526C143F}" dt="2026-10-12T21:46:53.006" v="2073"/>
          <ac:spMkLst>
            <pc:docMk/>
            <pc:sldMk cId="1170087405" sldId="898"/>
            <ac:spMk id="26" creationId="{72A33212-2476-4D24-965E-3B90552F8F4B}"/>
          </ac:spMkLst>
        </pc:spChg>
        <pc:spChg chg="add del mod">
          <ac:chgData name="Minh Huynh" userId="01a137d4-0d81-46e0-aca6-c9185b391828" providerId="ADAL" clId="{18447838-0BCA-432B-86F3-BB78526C143F}" dt="2026-10-12T21:46:53.006" v="2073"/>
          <ac:spMkLst>
            <pc:docMk/>
            <pc:sldMk cId="1170087405" sldId="898"/>
            <ac:spMk id="27" creationId="{4E957318-510C-45AB-BBCA-C63126E1F6FB}"/>
          </ac:spMkLst>
        </pc:spChg>
        <pc:spChg chg="add del mod">
          <ac:chgData name="Minh Huynh" userId="01a137d4-0d81-46e0-aca6-c9185b391828" providerId="ADAL" clId="{18447838-0BCA-432B-86F3-BB78526C143F}" dt="2026-10-12T21:46:53.006" v="2073"/>
          <ac:spMkLst>
            <pc:docMk/>
            <pc:sldMk cId="1170087405" sldId="898"/>
            <ac:spMk id="28" creationId="{B02E081C-797A-4C69-B241-6B9A0CE2EE14}"/>
          </ac:spMkLst>
        </pc:spChg>
        <pc:spChg chg="add del mod">
          <ac:chgData name="Minh Huynh" userId="01a137d4-0d81-46e0-aca6-c9185b391828" providerId="ADAL" clId="{18447838-0BCA-432B-86F3-BB78526C143F}" dt="2026-10-12T21:46:53.006" v="2073"/>
          <ac:spMkLst>
            <pc:docMk/>
            <pc:sldMk cId="1170087405" sldId="898"/>
            <ac:spMk id="29" creationId="{3CEB79F5-1762-439F-92BA-FD9F48DDF48E}"/>
          </ac:spMkLst>
        </pc:spChg>
        <pc:spChg chg="add del mod">
          <ac:chgData name="Minh Huynh" userId="01a137d4-0d81-46e0-aca6-c9185b391828" providerId="ADAL" clId="{18447838-0BCA-432B-86F3-BB78526C143F}" dt="2026-10-12T21:46:53.006" v="2073"/>
          <ac:spMkLst>
            <pc:docMk/>
            <pc:sldMk cId="1170087405" sldId="898"/>
            <ac:spMk id="30" creationId="{5B374039-EAC4-4E05-97E2-5BA2214488B2}"/>
          </ac:spMkLst>
        </pc:spChg>
        <pc:spChg chg="add del mod">
          <ac:chgData name="Minh Huynh" userId="01a137d4-0d81-46e0-aca6-c9185b391828" providerId="ADAL" clId="{18447838-0BCA-432B-86F3-BB78526C143F}" dt="2026-10-12T21:46:53.006" v="2073"/>
          <ac:spMkLst>
            <pc:docMk/>
            <pc:sldMk cId="1170087405" sldId="898"/>
            <ac:spMk id="31" creationId="{6CAA9032-BFE9-4F43-9A19-86BA4F9E5E74}"/>
          </ac:spMkLst>
        </pc:spChg>
        <pc:spChg chg="add del mod">
          <ac:chgData name="Minh Huynh" userId="01a137d4-0d81-46e0-aca6-c9185b391828" providerId="ADAL" clId="{18447838-0BCA-432B-86F3-BB78526C143F}" dt="2026-10-12T21:46:53.006" v="2073"/>
          <ac:spMkLst>
            <pc:docMk/>
            <pc:sldMk cId="1170087405" sldId="898"/>
            <ac:spMk id="32" creationId="{BA4231B5-7121-4049-B272-064CE7E6C964}"/>
          </ac:spMkLst>
        </pc:spChg>
        <pc:spChg chg="add del mod">
          <ac:chgData name="Minh Huynh" userId="01a137d4-0d81-46e0-aca6-c9185b391828" providerId="ADAL" clId="{18447838-0BCA-432B-86F3-BB78526C143F}" dt="2026-10-12T21:46:53.006" v="2073"/>
          <ac:spMkLst>
            <pc:docMk/>
            <pc:sldMk cId="1170087405" sldId="898"/>
            <ac:spMk id="33" creationId="{5A4E521E-114F-4F26-B0D7-76864226234D}"/>
          </ac:spMkLst>
        </pc:spChg>
        <pc:spChg chg="add del mod">
          <ac:chgData name="Minh Huynh" userId="01a137d4-0d81-46e0-aca6-c9185b391828" providerId="ADAL" clId="{18447838-0BCA-432B-86F3-BB78526C143F}" dt="2026-10-12T21:46:53.006" v="2073"/>
          <ac:spMkLst>
            <pc:docMk/>
            <pc:sldMk cId="1170087405" sldId="898"/>
            <ac:spMk id="34" creationId="{B6996A9A-38B6-4C61-90DA-FE1D4060E067}"/>
          </ac:spMkLst>
        </pc:spChg>
        <pc:spChg chg="add del mod">
          <ac:chgData name="Minh Huynh" userId="01a137d4-0d81-46e0-aca6-c9185b391828" providerId="ADAL" clId="{18447838-0BCA-432B-86F3-BB78526C143F}" dt="2026-10-12T21:46:53.006" v="2073"/>
          <ac:spMkLst>
            <pc:docMk/>
            <pc:sldMk cId="1170087405" sldId="898"/>
            <ac:spMk id="35" creationId="{F2597A63-3448-4EDF-B74A-C463373A583B}"/>
          </ac:spMkLst>
        </pc:spChg>
        <pc:spChg chg="add del mod">
          <ac:chgData name="Minh Huynh" userId="01a137d4-0d81-46e0-aca6-c9185b391828" providerId="ADAL" clId="{18447838-0BCA-432B-86F3-BB78526C143F}" dt="2026-10-12T21:46:53.006" v="2073"/>
          <ac:spMkLst>
            <pc:docMk/>
            <pc:sldMk cId="1170087405" sldId="898"/>
            <ac:spMk id="36" creationId="{6AECA036-EA51-4D1F-9832-F5E8B88FD284}"/>
          </ac:spMkLst>
        </pc:spChg>
        <pc:spChg chg="add del mod">
          <ac:chgData name="Minh Huynh" userId="01a137d4-0d81-46e0-aca6-c9185b391828" providerId="ADAL" clId="{18447838-0BCA-432B-86F3-BB78526C143F}" dt="2026-10-12T21:46:53.006" v="2073"/>
          <ac:spMkLst>
            <pc:docMk/>
            <pc:sldMk cId="1170087405" sldId="898"/>
            <ac:spMk id="37" creationId="{37EACBE4-996A-474D-A16A-F2628633A736}"/>
          </ac:spMkLst>
        </pc:spChg>
        <pc:spChg chg="add del mod">
          <ac:chgData name="Minh Huynh" userId="01a137d4-0d81-46e0-aca6-c9185b391828" providerId="ADAL" clId="{18447838-0BCA-432B-86F3-BB78526C143F}" dt="2026-10-12T21:46:53.006" v="2073"/>
          <ac:spMkLst>
            <pc:docMk/>
            <pc:sldMk cId="1170087405" sldId="898"/>
            <ac:spMk id="38" creationId="{E6ED06D2-BE34-4462-AF95-149948B794E0}"/>
          </ac:spMkLst>
        </pc:spChg>
        <pc:spChg chg="add del mod">
          <ac:chgData name="Minh Huynh" userId="01a137d4-0d81-46e0-aca6-c9185b391828" providerId="ADAL" clId="{18447838-0BCA-432B-86F3-BB78526C143F}" dt="2026-10-12T21:46:53.006" v="2073"/>
          <ac:spMkLst>
            <pc:docMk/>
            <pc:sldMk cId="1170087405" sldId="898"/>
            <ac:spMk id="39" creationId="{8E583CBB-93D9-41EB-AD56-238E0B6D774F}"/>
          </ac:spMkLst>
        </pc:spChg>
        <pc:spChg chg="add del mod">
          <ac:chgData name="Minh Huynh" userId="01a137d4-0d81-46e0-aca6-c9185b391828" providerId="ADAL" clId="{18447838-0BCA-432B-86F3-BB78526C143F}" dt="2026-10-12T21:46:53.006" v="2073"/>
          <ac:spMkLst>
            <pc:docMk/>
            <pc:sldMk cId="1170087405" sldId="898"/>
            <ac:spMk id="40" creationId="{07EB1059-8286-47DA-9281-C748E3EBF882}"/>
          </ac:spMkLst>
        </pc:spChg>
        <pc:spChg chg="add del mod">
          <ac:chgData name="Minh Huynh" userId="01a137d4-0d81-46e0-aca6-c9185b391828" providerId="ADAL" clId="{18447838-0BCA-432B-86F3-BB78526C143F}" dt="2026-10-12T21:46:53.006" v="2073"/>
          <ac:spMkLst>
            <pc:docMk/>
            <pc:sldMk cId="1170087405" sldId="898"/>
            <ac:spMk id="41" creationId="{8C5F382E-C774-4270-93F0-003DF6125A57}"/>
          </ac:spMkLst>
        </pc:spChg>
        <pc:spChg chg="add del mod">
          <ac:chgData name="Minh Huynh" userId="01a137d4-0d81-46e0-aca6-c9185b391828" providerId="ADAL" clId="{18447838-0BCA-432B-86F3-BB78526C143F}" dt="2026-10-12T21:46:53.006" v="2073"/>
          <ac:spMkLst>
            <pc:docMk/>
            <pc:sldMk cId="1170087405" sldId="898"/>
            <ac:spMk id="42" creationId="{9AA7B187-9898-486C-8278-D19BD859D98A}"/>
          </ac:spMkLst>
        </pc:spChg>
        <pc:spChg chg="add mod">
          <ac:chgData name="Minh Huynh" userId="01a137d4-0d81-46e0-aca6-c9185b391828" providerId="ADAL" clId="{18447838-0BCA-432B-86F3-BB78526C143F}" dt="2026-10-12T21:48:11.068" v="2091" actId="1076"/>
          <ac:spMkLst>
            <pc:docMk/>
            <pc:sldMk cId="1170087405" sldId="898"/>
            <ac:spMk id="43" creationId="{69A8A8E9-2BCA-4A04-B64C-CEA3E2D76B9F}"/>
          </ac:spMkLst>
        </pc:spChg>
        <pc:spChg chg="add mod">
          <ac:chgData name="Minh Huynh" userId="01a137d4-0d81-46e0-aca6-c9185b391828" providerId="ADAL" clId="{18447838-0BCA-432B-86F3-BB78526C143F}" dt="2026-10-12T21:48:11.068" v="2091" actId="1076"/>
          <ac:spMkLst>
            <pc:docMk/>
            <pc:sldMk cId="1170087405" sldId="898"/>
            <ac:spMk id="44" creationId="{223E4926-F6D6-4394-BBF5-F8AC914C37EA}"/>
          </ac:spMkLst>
        </pc:spChg>
        <pc:spChg chg="add mod">
          <ac:chgData name="Minh Huynh" userId="01a137d4-0d81-46e0-aca6-c9185b391828" providerId="ADAL" clId="{18447838-0BCA-432B-86F3-BB78526C143F}" dt="2026-10-12T21:48:11.068" v="2091" actId="1076"/>
          <ac:spMkLst>
            <pc:docMk/>
            <pc:sldMk cId="1170087405" sldId="898"/>
            <ac:spMk id="45" creationId="{DD1EF746-F3EF-483A-832C-791A27BD1729}"/>
          </ac:spMkLst>
        </pc:spChg>
        <pc:spChg chg="add mod">
          <ac:chgData name="Minh Huynh" userId="01a137d4-0d81-46e0-aca6-c9185b391828" providerId="ADAL" clId="{18447838-0BCA-432B-86F3-BB78526C143F}" dt="2026-10-12T21:48:11.068" v="2091" actId="1076"/>
          <ac:spMkLst>
            <pc:docMk/>
            <pc:sldMk cId="1170087405" sldId="898"/>
            <ac:spMk id="46" creationId="{51DE99A3-1C86-4463-820A-D7F1EB7336B5}"/>
          </ac:spMkLst>
        </pc:spChg>
        <pc:spChg chg="add mod">
          <ac:chgData name="Minh Huynh" userId="01a137d4-0d81-46e0-aca6-c9185b391828" providerId="ADAL" clId="{18447838-0BCA-432B-86F3-BB78526C143F}" dt="2026-10-12T21:48:11.068" v="2091" actId="1076"/>
          <ac:spMkLst>
            <pc:docMk/>
            <pc:sldMk cId="1170087405" sldId="898"/>
            <ac:spMk id="47" creationId="{9714C4A4-0B41-4044-B6D8-6C739A77E2A9}"/>
          </ac:spMkLst>
        </pc:spChg>
        <pc:spChg chg="add mod">
          <ac:chgData name="Minh Huynh" userId="01a137d4-0d81-46e0-aca6-c9185b391828" providerId="ADAL" clId="{18447838-0BCA-432B-86F3-BB78526C143F}" dt="2026-10-12T21:48:11.068" v="2091" actId="1076"/>
          <ac:spMkLst>
            <pc:docMk/>
            <pc:sldMk cId="1170087405" sldId="898"/>
            <ac:spMk id="48" creationId="{C2FDB5D0-BD63-4B53-9542-9A964682B26C}"/>
          </ac:spMkLst>
        </pc:spChg>
        <pc:spChg chg="add mod">
          <ac:chgData name="Minh Huynh" userId="01a137d4-0d81-46e0-aca6-c9185b391828" providerId="ADAL" clId="{18447838-0BCA-432B-86F3-BB78526C143F}" dt="2026-10-12T21:48:11.068" v="2091" actId="1076"/>
          <ac:spMkLst>
            <pc:docMk/>
            <pc:sldMk cId="1170087405" sldId="898"/>
            <ac:spMk id="49" creationId="{4FF0C270-981A-4974-A444-97EA98243EB0}"/>
          </ac:spMkLst>
        </pc:spChg>
        <pc:spChg chg="add mod">
          <ac:chgData name="Minh Huynh" userId="01a137d4-0d81-46e0-aca6-c9185b391828" providerId="ADAL" clId="{18447838-0BCA-432B-86F3-BB78526C143F}" dt="2026-10-12T21:48:11.068" v="2091" actId="1076"/>
          <ac:spMkLst>
            <pc:docMk/>
            <pc:sldMk cId="1170087405" sldId="898"/>
            <ac:spMk id="50" creationId="{72FCF5EA-57FE-45B1-B1AD-31ADD4B2E56E}"/>
          </ac:spMkLst>
        </pc:spChg>
        <pc:spChg chg="add mod">
          <ac:chgData name="Minh Huynh" userId="01a137d4-0d81-46e0-aca6-c9185b391828" providerId="ADAL" clId="{18447838-0BCA-432B-86F3-BB78526C143F}" dt="2026-10-12T21:48:11.068" v="2091" actId="1076"/>
          <ac:spMkLst>
            <pc:docMk/>
            <pc:sldMk cId="1170087405" sldId="898"/>
            <ac:spMk id="51" creationId="{273F54FC-1D27-4322-95D9-112F3E8B3C5C}"/>
          </ac:spMkLst>
        </pc:spChg>
        <pc:spChg chg="add mod">
          <ac:chgData name="Minh Huynh" userId="01a137d4-0d81-46e0-aca6-c9185b391828" providerId="ADAL" clId="{18447838-0BCA-432B-86F3-BB78526C143F}" dt="2026-10-12T21:48:11.068" v="2091" actId="1076"/>
          <ac:spMkLst>
            <pc:docMk/>
            <pc:sldMk cId="1170087405" sldId="898"/>
            <ac:spMk id="52" creationId="{72F6B31D-4AB6-47EF-81F6-FE28D0BC60D0}"/>
          </ac:spMkLst>
        </pc:spChg>
        <pc:spChg chg="add mod">
          <ac:chgData name="Minh Huynh" userId="01a137d4-0d81-46e0-aca6-c9185b391828" providerId="ADAL" clId="{18447838-0BCA-432B-86F3-BB78526C143F}" dt="2026-10-12T21:48:11.068" v="2091" actId="1076"/>
          <ac:spMkLst>
            <pc:docMk/>
            <pc:sldMk cId="1170087405" sldId="898"/>
            <ac:spMk id="53" creationId="{69B971AB-B962-405C-BD3F-8E51BA1BD0F8}"/>
          </ac:spMkLst>
        </pc:spChg>
        <pc:spChg chg="add mod">
          <ac:chgData name="Minh Huynh" userId="01a137d4-0d81-46e0-aca6-c9185b391828" providerId="ADAL" clId="{18447838-0BCA-432B-86F3-BB78526C143F}" dt="2026-10-12T21:48:11.068" v="2091" actId="1076"/>
          <ac:spMkLst>
            <pc:docMk/>
            <pc:sldMk cId="1170087405" sldId="898"/>
            <ac:spMk id="54" creationId="{35D82957-981A-4305-9039-4258010C94D6}"/>
          </ac:spMkLst>
        </pc:spChg>
        <pc:spChg chg="add mod">
          <ac:chgData name="Minh Huynh" userId="01a137d4-0d81-46e0-aca6-c9185b391828" providerId="ADAL" clId="{18447838-0BCA-432B-86F3-BB78526C143F}" dt="2026-10-12T21:48:11.068" v="2091" actId="1076"/>
          <ac:spMkLst>
            <pc:docMk/>
            <pc:sldMk cId="1170087405" sldId="898"/>
            <ac:spMk id="55" creationId="{299B7BDC-9094-421D-A164-7890B3EFF742}"/>
          </ac:spMkLst>
        </pc:spChg>
        <pc:spChg chg="add mod">
          <ac:chgData name="Minh Huynh" userId="01a137d4-0d81-46e0-aca6-c9185b391828" providerId="ADAL" clId="{18447838-0BCA-432B-86F3-BB78526C143F}" dt="2026-10-12T21:48:11.068" v="2091" actId="1076"/>
          <ac:spMkLst>
            <pc:docMk/>
            <pc:sldMk cId="1170087405" sldId="898"/>
            <ac:spMk id="56" creationId="{892F4DEE-9B55-4C7D-B71F-366562709D6B}"/>
          </ac:spMkLst>
        </pc:spChg>
        <pc:spChg chg="add mod">
          <ac:chgData name="Minh Huynh" userId="01a137d4-0d81-46e0-aca6-c9185b391828" providerId="ADAL" clId="{18447838-0BCA-432B-86F3-BB78526C143F}" dt="2026-10-12T21:48:11.068" v="2091" actId="1076"/>
          <ac:spMkLst>
            <pc:docMk/>
            <pc:sldMk cId="1170087405" sldId="898"/>
            <ac:spMk id="57" creationId="{DEC672AE-64FF-4642-B1FC-E2C95F53B6D5}"/>
          </ac:spMkLst>
        </pc:spChg>
        <pc:spChg chg="add mod">
          <ac:chgData name="Minh Huynh" userId="01a137d4-0d81-46e0-aca6-c9185b391828" providerId="ADAL" clId="{18447838-0BCA-432B-86F3-BB78526C143F}" dt="2026-10-12T21:48:11.068" v="2091" actId="1076"/>
          <ac:spMkLst>
            <pc:docMk/>
            <pc:sldMk cId="1170087405" sldId="898"/>
            <ac:spMk id="58" creationId="{4EFF00FD-0982-4A9F-AB93-865554600B3D}"/>
          </ac:spMkLst>
        </pc:spChg>
        <pc:spChg chg="add mod">
          <ac:chgData name="Minh Huynh" userId="01a137d4-0d81-46e0-aca6-c9185b391828" providerId="ADAL" clId="{18447838-0BCA-432B-86F3-BB78526C143F}" dt="2026-10-12T21:48:11.068" v="2091" actId="1076"/>
          <ac:spMkLst>
            <pc:docMk/>
            <pc:sldMk cId="1170087405" sldId="898"/>
            <ac:spMk id="59" creationId="{E680563A-8D5B-4A81-A4F0-780F2074A871}"/>
          </ac:spMkLst>
        </pc:spChg>
        <pc:spChg chg="add mod">
          <ac:chgData name="Minh Huynh" userId="01a137d4-0d81-46e0-aca6-c9185b391828" providerId="ADAL" clId="{18447838-0BCA-432B-86F3-BB78526C143F}" dt="2026-10-12T21:48:11.068" v="2091" actId="1076"/>
          <ac:spMkLst>
            <pc:docMk/>
            <pc:sldMk cId="1170087405" sldId="898"/>
            <ac:spMk id="60" creationId="{55234845-2072-478F-BC9B-8256B43949B1}"/>
          </ac:spMkLst>
        </pc:spChg>
        <pc:spChg chg="add mod">
          <ac:chgData name="Minh Huynh" userId="01a137d4-0d81-46e0-aca6-c9185b391828" providerId="ADAL" clId="{18447838-0BCA-432B-86F3-BB78526C143F}" dt="2026-10-12T21:48:11.068" v="2091" actId="1076"/>
          <ac:spMkLst>
            <pc:docMk/>
            <pc:sldMk cId="1170087405" sldId="898"/>
            <ac:spMk id="61" creationId="{E51522CB-1684-497D-84DC-562E92C90835}"/>
          </ac:spMkLst>
        </pc:spChg>
        <pc:spChg chg="add mod">
          <ac:chgData name="Minh Huynh" userId="01a137d4-0d81-46e0-aca6-c9185b391828" providerId="ADAL" clId="{18447838-0BCA-432B-86F3-BB78526C143F}" dt="2026-10-12T21:48:11.068" v="2091" actId="1076"/>
          <ac:spMkLst>
            <pc:docMk/>
            <pc:sldMk cId="1170087405" sldId="898"/>
            <ac:spMk id="62" creationId="{EE7AC28F-A440-4B68-8197-96B3EDF1072C}"/>
          </ac:spMkLst>
        </pc:spChg>
        <pc:spChg chg="add mod">
          <ac:chgData name="Minh Huynh" userId="01a137d4-0d81-46e0-aca6-c9185b391828" providerId="ADAL" clId="{18447838-0BCA-432B-86F3-BB78526C143F}" dt="2026-10-12T21:48:11.068" v="2091" actId="1076"/>
          <ac:spMkLst>
            <pc:docMk/>
            <pc:sldMk cId="1170087405" sldId="898"/>
            <ac:spMk id="63" creationId="{65DE6682-C0B1-4C3C-8EBE-0575D02094DB}"/>
          </ac:spMkLst>
        </pc:spChg>
        <pc:spChg chg="add mod">
          <ac:chgData name="Minh Huynh" userId="01a137d4-0d81-46e0-aca6-c9185b391828" providerId="ADAL" clId="{18447838-0BCA-432B-86F3-BB78526C143F}" dt="2026-10-12T21:48:11.068" v="2091" actId="1076"/>
          <ac:spMkLst>
            <pc:docMk/>
            <pc:sldMk cId="1170087405" sldId="898"/>
            <ac:spMk id="64" creationId="{9ADF1E88-C075-43C4-96EF-7A690D892063}"/>
          </ac:spMkLst>
        </pc:spChg>
        <pc:spChg chg="add mod">
          <ac:chgData name="Minh Huynh" userId="01a137d4-0d81-46e0-aca6-c9185b391828" providerId="ADAL" clId="{18447838-0BCA-432B-86F3-BB78526C143F}" dt="2026-10-12T21:48:11.068" v="2091" actId="1076"/>
          <ac:spMkLst>
            <pc:docMk/>
            <pc:sldMk cId="1170087405" sldId="898"/>
            <ac:spMk id="65" creationId="{BFC997B9-45EC-4D2D-932B-FAAA278897E8}"/>
          </ac:spMkLst>
        </pc:spChg>
        <pc:spChg chg="add mod">
          <ac:chgData name="Minh Huynh" userId="01a137d4-0d81-46e0-aca6-c9185b391828" providerId="ADAL" clId="{18447838-0BCA-432B-86F3-BB78526C143F}" dt="2026-10-12T21:48:11.068" v="2091" actId="1076"/>
          <ac:spMkLst>
            <pc:docMk/>
            <pc:sldMk cId="1170087405" sldId="898"/>
            <ac:spMk id="66" creationId="{2D555CD5-9E67-43C4-AD88-4D62E69C0220}"/>
          </ac:spMkLst>
        </pc:spChg>
        <pc:spChg chg="add mod">
          <ac:chgData name="Minh Huynh" userId="01a137d4-0d81-46e0-aca6-c9185b391828" providerId="ADAL" clId="{18447838-0BCA-432B-86F3-BB78526C143F}" dt="2026-10-12T21:48:11.068" v="2091" actId="1076"/>
          <ac:spMkLst>
            <pc:docMk/>
            <pc:sldMk cId="1170087405" sldId="898"/>
            <ac:spMk id="67" creationId="{8267ADF9-1A1B-4E29-AA2B-DA6A710341EA}"/>
          </ac:spMkLst>
        </pc:spChg>
        <pc:spChg chg="add mod">
          <ac:chgData name="Minh Huynh" userId="01a137d4-0d81-46e0-aca6-c9185b391828" providerId="ADAL" clId="{18447838-0BCA-432B-86F3-BB78526C143F}" dt="2026-10-12T21:48:11.068" v="2091" actId="1076"/>
          <ac:spMkLst>
            <pc:docMk/>
            <pc:sldMk cId="1170087405" sldId="898"/>
            <ac:spMk id="68" creationId="{E5B6B727-EF57-486E-87DD-6EA07350BC89}"/>
          </ac:spMkLst>
        </pc:spChg>
        <pc:spChg chg="add mod">
          <ac:chgData name="Minh Huynh" userId="01a137d4-0d81-46e0-aca6-c9185b391828" providerId="ADAL" clId="{18447838-0BCA-432B-86F3-BB78526C143F}" dt="2026-10-12T21:48:11.068" v="2091" actId="1076"/>
          <ac:spMkLst>
            <pc:docMk/>
            <pc:sldMk cId="1170087405" sldId="898"/>
            <ac:spMk id="69" creationId="{AB57A66E-11C8-45E8-BF11-7F4E727FEB6B}"/>
          </ac:spMkLst>
        </pc:spChg>
        <pc:spChg chg="add mod">
          <ac:chgData name="Minh Huynh" userId="01a137d4-0d81-46e0-aca6-c9185b391828" providerId="ADAL" clId="{18447838-0BCA-432B-86F3-BB78526C143F}" dt="2026-10-12T21:48:11.068" v="2091" actId="1076"/>
          <ac:spMkLst>
            <pc:docMk/>
            <pc:sldMk cId="1170087405" sldId="898"/>
            <ac:spMk id="70" creationId="{B4D0EA10-2A2B-4B8F-9D23-039777E70773}"/>
          </ac:spMkLst>
        </pc:spChg>
        <pc:spChg chg="add mod">
          <ac:chgData name="Minh Huynh" userId="01a137d4-0d81-46e0-aca6-c9185b391828" providerId="ADAL" clId="{18447838-0BCA-432B-86F3-BB78526C143F}" dt="2026-10-12T21:48:11.068" v="2091" actId="1076"/>
          <ac:spMkLst>
            <pc:docMk/>
            <pc:sldMk cId="1170087405" sldId="898"/>
            <ac:spMk id="71" creationId="{989EA338-B217-4E11-8E95-356C071F52BF}"/>
          </ac:spMkLst>
        </pc:spChg>
        <pc:spChg chg="add mod">
          <ac:chgData name="Minh Huynh" userId="01a137d4-0d81-46e0-aca6-c9185b391828" providerId="ADAL" clId="{18447838-0BCA-432B-86F3-BB78526C143F}" dt="2026-10-12T21:48:11.068" v="2091" actId="1076"/>
          <ac:spMkLst>
            <pc:docMk/>
            <pc:sldMk cId="1170087405" sldId="898"/>
            <ac:spMk id="72" creationId="{DF94561F-8BEE-4A69-BBC5-AF010937F9FA}"/>
          </ac:spMkLst>
        </pc:spChg>
        <pc:spChg chg="add mod">
          <ac:chgData name="Minh Huynh" userId="01a137d4-0d81-46e0-aca6-c9185b391828" providerId="ADAL" clId="{18447838-0BCA-432B-86F3-BB78526C143F}" dt="2026-10-12T21:48:11.068" v="2091" actId="1076"/>
          <ac:spMkLst>
            <pc:docMk/>
            <pc:sldMk cId="1170087405" sldId="898"/>
            <ac:spMk id="73" creationId="{5D4CDBED-FA7F-481F-8569-D6C3132E62EA}"/>
          </ac:spMkLst>
        </pc:spChg>
        <pc:spChg chg="add mod">
          <ac:chgData name="Minh Huynh" userId="01a137d4-0d81-46e0-aca6-c9185b391828" providerId="ADAL" clId="{18447838-0BCA-432B-86F3-BB78526C143F}" dt="2026-10-12T21:48:11.068" v="2091" actId="1076"/>
          <ac:spMkLst>
            <pc:docMk/>
            <pc:sldMk cId="1170087405" sldId="898"/>
            <ac:spMk id="74" creationId="{97C54D7E-C124-4470-A0B9-B3E89B17DF5A}"/>
          </ac:spMkLst>
        </pc:spChg>
        <pc:spChg chg="add mod">
          <ac:chgData name="Minh Huynh" userId="01a137d4-0d81-46e0-aca6-c9185b391828" providerId="ADAL" clId="{18447838-0BCA-432B-86F3-BB78526C143F}" dt="2026-10-12T21:51:44.898" v="2160" actId="15"/>
          <ac:spMkLst>
            <pc:docMk/>
            <pc:sldMk cId="1170087405" sldId="898"/>
            <ac:spMk id="75" creationId="{49DF9D2F-8E65-4D63-82C3-27F8FA7882BF}"/>
          </ac:spMkLst>
        </pc:spChg>
        <pc:picChg chg="add del">
          <ac:chgData name="Minh Huynh" userId="01a137d4-0d81-46e0-aca6-c9185b391828" providerId="ADAL" clId="{18447838-0BCA-432B-86F3-BB78526C143F}" dt="2026-10-12T21:47:32.131" v="2080" actId="22"/>
          <ac:picMkLst>
            <pc:docMk/>
            <pc:sldMk cId="1170087405" sldId="898"/>
            <ac:picMk id="3" creationId="{4C38A8ED-1A6D-4A7F-A0FE-8A70513DD6AF}"/>
          </ac:picMkLst>
        </pc:picChg>
        <pc:picChg chg="del">
          <ac:chgData name="Minh Huynh" userId="01a137d4-0d81-46e0-aca6-c9185b391828" providerId="ADAL" clId="{18447838-0BCA-432B-86F3-BB78526C143F}" dt="2026-10-12T21:46:42.421" v="2071" actId="478"/>
          <ac:picMkLst>
            <pc:docMk/>
            <pc:sldMk cId="1170087405" sldId="898"/>
            <ac:picMk id="8" creationId="{42D3A573-1FDA-4AF2-ABA1-D8A5761FA793}"/>
          </ac:picMkLst>
        </pc:picChg>
      </pc:sldChg>
      <pc:sldChg chg="del">
        <pc:chgData name="Minh Huynh" userId="01a137d4-0d81-46e0-aca6-c9185b391828" providerId="ADAL" clId="{18447838-0BCA-432B-86F3-BB78526C143F}" dt="2026-10-12T12:12:45.996" v="0" actId="47"/>
        <pc:sldMkLst>
          <pc:docMk/>
          <pc:sldMk cId="1519634311" sldId="898"/>
        </pc:sldMkLst>
      </pc:sldChg>
      <pc:sldChg chg="addSp delSp modSp add mod">
        <pc:chgData name="Minh Huynh" userId="01a137d4-0d81-46e0-aca6-c9185b391828" providerId="ADAL" clId="{18447838-0BCA-432B-86F3-BB78526C143F}" dt="2026-10-12T21:51:26.347" v="2159" actId="15"/>
        <pc:sldMkLst>
          <pc:docMk/>
          <pc:sldMk cId="224993826" sldId="899"/>
        </pc:sldMkLst>
        <pc:spChg chg="mod">
          <ac:chgData name="Minh Huynh" userId="01a137d4-0d81-46e0-aca6-c9185b391828" providerId="ADAL" clId="{18447838-0BCA-432B-86F3-BB78526C143F}" dt="2026-10-12T21:48:27.755" v="2115" actId="20577"/>
          <ac:spMkLst>
            <pc:docMk/>
            <pc:sldMk cId="224993826" sldId="899"/>
            <ac:spMk id="4" creationId="{7BC73E8E-0D58-4B4B-A5C4-A8AE38997407}"/>
          </ac:spMkLst>
        </pc:spChg>
        <pc:spChg chg="add del mod">
          <ac:chgData name="Minh Huynh" userId="01a137d4-0d81-46e0-aca6-c9185b391828" providerId="ADAL" clId="{18447838-0BCA-432B-86F3-BB78526C143F}" dt="2026-10-12T21:48:38.751" v="2118"/>
          <ac:spMkLst>
            <pc:docMk/>
            <pc:sldMk cId="224993826" sldId="899"/>
            <ac:spMk id="36" creationId="{340709BC-5E5D-4CEF-A9C4-4C74B8350A77}"/>
          </ac:spMkLst>
        </pc:spChg>
        <pc:spChg chg="add del mod">
          <ac:chgData name="Minh Huynh" userId="01a137d4-0d81-46e0-aca6-c9185b391828" providerId="ADAL" clId="{18447838-0BCA-432B-86F3-BB78526C143F}" dt="2026-10-12T21:48:38.751" v="2118"/>
          <ac:spMkLst>
            <pc:docMk/>
            <pc:sldMk cId="224993826" sldId="899"/>
            <ac:spMk id="37" creationId="{EC105A5B-8CCA-43B6-A468-25B77D04FB50}"/>
          </ac:spMkLst>
        </pc:spChg>
        <pc:spChg chg="add del mod">
          <ac:chgData name="Minh Huynh" userId="01a137d4-0d81-46e0-aca6-c9185b391828" providerId="ADAL" clId="{18447838-0BCA-432B-86F3-BB78526C143F}" dt="2026-10-12T21:48:38.751" v="2118"/>
          <ac:spMkLst>
            <pc:docMk/>
            <pc:sldMk cId="224993826" sldId="899"/>
            <ac:spMk id="38" creationId="{926E83CF-47BF-42C1-BCEC-44BC431FCCB3}"/>
          </ac:spMkLst>
        </pc:spChg>
        <pc:spChg chg="add del mod">
          <ac:chgData name="Minh Huynh" userId="01a137d4-0d81-46e0-aca6-c9185b391828" providerId="ADAL" clId="{18447838-0BCA-432B-86F3-BB78526C143F}" dt="2026-10-12T21:48:38.751" v="2118"/>
          <ac:spMkLst>
            <pc:docMk/>
            <pc:sldMk cId="224993826" sldId="899"/>
            <ac:spMk id="39" creationId="{4E615320-6738-4A8C-8BA4-72E0990ED227}"/>
          </ac:spMkLst>
        </pc:spChg>
        <pc:spChg chg="add del mod">
          <ac:chgData name="Minh Huynh" userId="01a137d4-0d81-46e0-aca6-c9185b391828" providerId="ADAL" clId="{18447838-0BCA-432B-86F3-BB78526C143F}" dt="2026-10-12T21:48:38.751" v="2118"/>
          <ac:spMkLst>
            <pc:docMk/>
            <pc:sldMk cId="224993826" sldId="899"/>
            <ac:spMk id="40" creationId="{76B536F0-64EE-4555-9A03-6055EED9EAE2}"/>
          </ac:spMkLst>
        </pc:spChg>
        <pc:spChg chg="add del mod">
          <ac:chgData name="Minh Huynh" userId="01a137d4-0d81-46e0-aca6-c9185b391828" providerId="ADAL" clId="{18447838-0BCA-432B-86F3-BB78526C143F}" dt="2026-10-12T21:48:38.751" v="2118"/>
          <ac:spMkLst>
            <pc:docMk/>
            <pc:sldMk cId="224993826" sldId="899"/>
            <ac:spMk id="41" creationId="{22C3EF60-EA7F-4318-8A53-4457EEC02E72}"/>
          </ac:spMkLst>
        </pc:spChg>
        <pc:spChg chg="add del mod">
          <ac:chgData name="Minh Huynh" userId="01a137d4-0d81-46e0-aca6-c9185b391828" providerId="ADAL" clId="{18447838-0BCA-432B-86F3-BB78526C143F}" dt="2026-10-12T21:48:38.751" v="2118"/>
          <ac:spMkLst>
            <pc:docMk/>
            <pc:sldMk cId="224993826" sldId="899"/>
            <ac:spMk id="42" creationId="{1AD9F24F-C1C5-43D0-AEEA-424E7C073971}"/>
          </ac:spMkLst>
        </pc:spChg>
        <pc:spChg chg="del">
          <ac:chgData name="Minh Huynh" userId="01a137d4-0d81-46e0-aca6-c9185b391828" providerId="ADAL" clId="{18447838-0BCA-432B-86F3-BB78526C143F}" dt="2026-10-12T21:48:37.019" v="2116" actId="478"/>
          <ac:spMkLst>
            <pc:docMk/>
            <pc:sldMk cId="224993826" sldId="899"/>
            <ac:spMk id="43" creationId="{69A8A8E9-2BCA-4A04-B64C-CEA3E2D76B9F}"/>
          </ac:spMkLst>
        </pc:spChg>
        <pc:spChg chg="del">
          <ac:chgData name="Minh Huynh" userId="01a137d4-0d81-46e0-aca6-c9185b391828" providerId="ADAL" clId="{18447838-0BCA-432B-86F3-BB78526C143F}" dt="2026-10-12T21:48:37.019" v="2116" actId="478"/>
          <ac:spMkLst>
            <pc:docMk/>
            <pc:sldMk cId="224993826" sldId="899"/>
            <ac:spMk id="44" creationId="{223E4926-F6D6-4394-BBF5-F8AC914C37EA}"/>
          </ac:spMkLst>
        </pc:spChg>
        <pc:spChg chg="del">
          <ac:chgData name="Minh Huynh" userId="01a137d4-0d81-46e0-aca6-c9185b391828" providerId="ADAL" clId="{18447838-0BCA-432B-86F3-BB78526C143F}" dt="2026-10-12T21:48:37.019" v="2116" actId="478"/>
          <ac:spMkLst>
            <pc:docMk/>
            <pc:sldMk cId="224993826" sldId="899"/>
            <ac:spMk id="45" creationId="{DD1EF746-F3EF-483A-832C-791A27BD1729}"/>
          </ac:spMkLst>
        </pc:spChg>
        <pc:spChg chg="del">
          <ac:chgData name="Minh Huynh" userId="01a137d4-0d81-46e0-aca6-c9185b391828" providerId="ADAL" clId="{18447838-0BCA-432B-86F3-BB78526C143F}" dt="2026-10-12T21:48:37.019" v="2116" actId="478"/>
          <ac:spMkLst>
            <pc:docMk/>
            <pc:sldMk cId="224993826" sldId="899"/>
            <ac:spMk id="46" creationId="{51DE99A3-1C86-4463-820A-D7F1EB7336B5}"/>
          </ac:spMkLst>
        </pc:spChg>
        <pc:spChg chg="del">
          <ac:chgData name="Minh Huynh" userId="01a137d4-0d81-46e0-aca6-c9185b391828" providerId="ADAL" clId="{18447838-0BCA-432B-86F3-BB78526C143F}" dt="2026-10-12T21:48:37.019" v="2116" actId="478"/>
          <ac:spMkLst>
            <pc:docMk/>
            <pc:sldMk cId="224993826" sldId="899"/>
            <ac:spMk id="47" creationId="{9714C4A4-0B41-4044-B6D8-6C739A77E2A9}"/>
          </ac:spMkLst>
        </pc:spChg>
        <pc:spChg chg="del">
          <ac:chgData name="Minh Huynh" userId="01a137d4-0d81-46e0-aca6-c9185b391828" providerId="ADAL" clId="{18447838-0BCA-432B-86F3-BB78526C143F}" dt="2026-10-12T21:48:37.019" v="2116" actId="478"/>
          <ac:spMkLst>
            <pc:docMk/>
            <pc:sldMk cId="224993826" sldId="899"/>
            <ac:spMk id="48" creationId="{C2FDB5D0-BD63-4B53-9542-9A964682B26C}"/>
          </ac:spMkLst>
        </pc:spChg>
        <pc:spChg chg="del">
          <ac:chgData name="Minh Huynh" userId="01a137d4-0d81-46e0-aca6-c9185b391828" providerId="ADAL" clId="{18447838-0BCA-432B-86F3-BB78526C143F}" dt="2026-10-12T21:48:37.019" v="2116" actId="478"/>
          <ac:spMkLst>
            <pc:docMk/>
            <pc:sldMk cId="224993826" sldId="899"/>
            <ac:spMk id="49" creationId="{4FF0C270-981A-4974-A444-97EA98243EB0}"/>
          </ac:spMkLst>
        </pc:spChg>
        <pc:spChg chg="del">
          <ac:chgData name="Minh Huynh" userId="01a137d4-0d81-46e0-aca6-c9185b391828" providerId="ADAL" clId="{18447838-0BCA-432B-86F3-BB78526C143F}" dt="2026-10-12T21:48:37.019" v="2116" actId="478"/>
          <ac:spMkLst>
            <pc:docMk/>
            <pc:sldMk cId="224993826" sldId="899"/>
            <ac:spMk id="50" creationId="{72FCF5EA-57FE-45B1-B1AD-31ADD4B2E56E}"/>
          </ac:spMkLst>
        </pc:spChg>
        <pc:spChg chg="del">
          <ac:chgData name="Minh Huynh" userId="01a137d4-0d81-46e0-aca6-c9185b391828" providerId="ADAL" clId="{18447838-0BCA-432B-86F3-BB78526C143F}" dt="2026-10-12T21:48:37.019" v="2116" actId="478"/>
          <ac:spMkLst>
            <pc:docMk/>
            <pc:sldMk cId="224993826" sldId="899"/>
            <ac:spMk id="51" creationId="{273F54FC-1D27-4322-95D9-112F3E8B3C5C}"/>
          </ac:spMkLst>
        </pc:spChg>
        <pc:spChg chg="del">
          <ac:chgData name="Minh Huynh" userId="01a137d4-0d81-46e0-aca6-c9185b391828" providerId="ADAL" clId="{18447838-0BCA-432B-86F3-BB78526C143F}" dt="2026-10-12T21:48:37.019" v="2116" actId="478"/>
          <ac:spMkLst>
            <pc:docMk/>
            <pc:sldMk cId="224993826" sldId="899"/>
            <ac:spMk id="52" creationId="{72F6B31D-4AB6-47EF-81F6-FE28D0BC60D0}"/>
          </ac:spMkLst>
        </pc:spChg>
        <pc:spChg chg="del">
          <ac:chgData name="Minh Huynh" userId="01a137d4-0d81-46e0-aca6-c9185b391828" providerId="ADAL" clId="{18447838-0BCA-432B-86F3-BB78526C143F}" dt="2026-10-12T21:48:37.019" v="2116" actId="478"/>
          <ac:spMkLst>
            <pc:docMk/>
            <pc:sldMk cId="224993826" sldId="899"/>
            <ac:spMk id="53" creationId="{69B971AB-B962-405C-BD3F-8E51BA1BD0F8}"/>
          </ac:spMkLst>
        </pc:spChg>
        <pc:spChg chg="del">
          <ac:chgData name="Minh Huynh" userId="01a137d4-0d81-46e0-aca6-c9185b391828" providerId="ADAL" clId="{18447838-0BCA-432B-86F3-BB78526C143F}" dt="2026-10-12T21:48:37.019" v="2116" actId="478"/>
          <ac:spMkLst>
            <pc:docMk/>
            <pc:sldMk cId="224993826" sldId="899"/>
            <ac:spMk id="54" creationId="{35D82957-981A-4305-9039-4258010C94D6}"/>
          </ac:spMkLst>
        </pc:spChg>
        <pc:spChg chg="del">
          <ac:chgData name="Minh Huynh" userId="01a137d4-0d81-46e0-aca6-c9185b391828" providerId="ADAL" clId="{18447838-0BCA-432B-86F3-BB78526C143F}" dt="2026-10-12T21:48:37.019" v="2116" actId="478"/>
          <ac:spMkLst>
            <pc:docMk/>
            <pc:sldMk cId="224993826" sldId="899"/>
            <ac:spMk id="55" creationId="{299B7BDC-9094-421D-A164-7890B3EFF742}"/>
          </ac:spMkLst>
        </pc:spChg>
        <pc:spChg chg="del">
          <ac:chgData name="Minh Huynh" userId="01a137d4-0d81-46e0-aca6-c9185b391828" providerId="ADAL" clId="{18447838-0BCA-432B-86F3-BB78526C143F}" dt="2026-10-12T21:48:37.019" v="2116" actId="478"/>
          <ac:spMkLst>
            <pc:docMk/>
            <pc:sldMk cId="224993826" sldId="899"/>
            <ac:spMk id="56" creationId="{892F4DEE-9B55-4C7D-B71F-366562709D6B}"/>
          </ac:spMkLst>
        </pc:spChg>
        <pc:spChg chg="del">
          <ac:chgData name="Minh Huynh" userId="01a137d4-0d81-46e0-aca6-c9185b391828" providerId="ADAL" clId="{18447838-0BCA-432B-86F3-BB78526C143F}" dt="2026-10-12T21:48:37.019" v="2116" actId="478"/>
          <ac:spMkLst>
            <pc:docMk/>
            <pc:sldMk cId="224993826" sldId="899"/>
            <ac:spMk id="57" creationId="{DEC672AE-64FF-4642-B1FC-E2C95F53B6D5}"/>
          </ac:spMkLst>
        </pc:spChg>
        <pc:spChg chg="del">
          <ac:chgData name="Minh Huynh" userId="01a137d4-0d81-46e0-aca6-c9185b391828" providerId="ADAL" clId="{18447838-0BCA-432B-86F3-BB78526C143F}" dt="2026-10-12T21:48:37.019" v="2116" actId="478"/>
          <ac:spMkLst>
            <pc:docMk/>
            <pc:sldMk cId="224993826" sldId="899"/>
            <ac:spMk id="58" creationId="{4EFF00FD-0982-4A9F-AB93-865554600B3D}"/>
          </ac:spMkLst>
        </pc:spChg>
        <pc:spChg chg="del">
          <ac:chgData name="Minh Huynh" userId="01a137d4-0d81-46e0-aca6-c9185b391828" providerId="ADAL" clId="{18447838-0BCA-432B-86F3-BB78526C143F}" dt="2026-10-12T21:48:37.019" v="2116" actId="478"/>
          <ac:spMkLst>
            <pc:docMk/>
            <pc:sldMk cId="224993826" sldId="899"/>
            <ac:spMk id="59" creationId="{E680563A-8D5B-4A81-A4F0-780F2074A871}"/>
          </ac:spMkLst>
        </pc:spChg>
        <pc:spChg chg="del">
          <ac:chgData name="Minh Huynh" userId="01a137d4-0d81-46e0-aca6-c9185b391828" providerId="ADAL" clId="{18447838-0BCA-432B-86F3-BB78526C143F}" dt="2026-10-12T21:48:37.019" v="2116" actId="478"/>
          <ac:spMkLst>
            <pc:docMk/>
            <pc:sldMk cId="224993826" sldId="899"/>
            <ac:spMk id="60" creationId="{55234845-2072-478F-BC9B-8256B43949B1}"/>
          </ac:spMkLst>
        </pc:spChg>
        <pc:spChg chg="del">
          <ac:chgData name="Minh Huynh" userId="01a137d4-0d81-46e0-aca6-c9185b391828" providerId="ADAL" clId="{18447838-0BCA-432B-86F3-BB78526C143F}" dt="2026-10-12T21:48:37.019" v="2116" actId="478"/>
          <ac:spMkLst>
            <pc:docMk/>
            <pc:sldMk cId="224993826" sldId="899"/>
            <ac:spMk id="61" creationId="{E51522CB-1684-497D-84DC-562E92C90835}"/>
          </ac:spMkLst>
        </pc:spChg>
        <pc:spChg chg="del">
          <ac:chgData name="Minh Huynh" userId="01a137d4-0d81-46e0-aca6-c9185b391828" providerId="ADAL" clId="{18447838-0BCA-432B-86F3-BB78526C143F}" dt="2026-10-12T21:48:37.019" v="2116" actId="478"/>
          <ac:spMkLst>
            <pc:docMk/>
            <pc:sldMk cId="224993826" sldId="899"/>
            <ac:spMk id="62" creationId="{EE7AC28F-A440-4B68-8197-96B3EDF1072C}"/>
          </ac:spMkLst>
        </pc:spChg>
        <pc:spChg chg="del">
          <ac:chgData name="Minh Huynh" userId="01a137d4-0d81-46e0-aca6-c9185b391828" providerId="ADAL" clId="{18447838-0BCA-432B-86F3-BB78526C143F}" dt="2026-10-12T21:48:37.019" v="2116" actId="478"/>
          <ac:spMkLst>
            <pc:docMk/>
            <pc:sldMk cId="224993826" sldId="899"/>
            <ac:spMk id="63" creationId="{65DE6682-C0B1-4C3C-8EBE-0575D02094DB}"/>
          </ac:spMkLst>
        </pc:spChg>
        <pc:spChg chg="del">
          <ac:chgData name="Minh Huynh" userId="01a137d4-0d81-46e0-aca6-c9185b391828" providerId="ADAL" clId="{18447838-0BCA-432B-86F3-BB78526C143F}" dt="2026-10-12T21:48:37.019" v="2116" actId="478"/>
          <ac:spMkLst>
            <pc:docMk/>
            <pc:sldMk cId="224993826" sldId="899"/>
            <ac:spMk id="64" creationId="{9ADF1E88-C075-43C4-96EF-7A690D892063}"/>
          </ac:spMkLst>
        </pc:spChg>
        <pc:spChg chg="del">
          <ac:chgData name="Minh Huynh" userId="01a137d4-0d81-46e0-aca6-c9185b391828" providerId="ADAL" clId="{18447838-0BCA-432B-86F3-BB78526C143F}" dt="2026-10-12T21:48:37.019" v="2116" actId="478"/>
          <ac:spMkLst>
            <pc:docMk/>
            <pc:sldMk cId="224993826" sldId="899"/>
            <ac:spMk id="65" creationId="{BFC997B9-45EC-4D2D-932B-FAAA278897E8}"/>
          </ac:spMkLst>
        </pc:spChg>
        <pc:spChg chg="del">
          <ac:chgData name="Minh Huynh" userId="01a137d4-0d81-46e0-aca6-c9185b391828" providerId="ADAL" clId="{18447838-0BCA-432B-86F3-BB78526C143F}" dt="2026-10-12T21:48:37.019" v="2116" actId="478"/>
          <ac:spMkLst>
            <pc:docMk/>
            <pc:sldMk cId="224993826" sldId="899"/>
            <ac:spMk id="66" creationId="{2D555CD5-9E67-43C4-AD88-4D62E69C0220}"/>
          </ac:spMkLst>
        </pc:spChg>
        <pc:spChg chg="del">
          <ac:chgData name="Minh Huynh" userId="01a137d4-0d81-46e0-aca6-c9185b391828" providerId="ADAL" clId="{18447838-0BCA-432B-86F3-BB78526C143F}" dt="2026-10-12T21:48:37.019" v="2116" actId="478"/>
          <ac:spMkLst>
            <pc:docMk/>
            <pc:sldMk cId="224993826" sldId="899"/>
            <ac:spMk id="67" creationId="{8267ADF9-1A1B-4E29-AA2B-DA6A710341EA}"/>
          </ac:spMkLst>
        </pc:spChg>
        <pc:spChg chg="del">
          <ac:chgData name="Minh Huynh" userId="01a137d4-0d81-46e0-aca6-c9185b391828" providerId="ADAL" clId="{18447838-0BCA-432B-86F3-BB78526C143F}" dt="2026-10-12T21:48:37.019" v="2116" actId="478"/>
          <ac:spMkLst>
            <pc:docMk/>
            <pc:sldMk cId="224993826" sldId="899"/>
            <ac:spMk id="68" creationId="{E5B6B727-EF57-486E-87DD-6EA07350BC89}"/>
          </ac:spMkLst>
        </pc:spChg>
        <pc:spChg chg="del">
          <ac:chgData name="Minh Huynh" userId="01a137d4-0d81-46e0-aca6-c9185b391828" providerId="ADAL" clId="{18447838-0BCA-432B-86F3-BB78526C143F}" dt="2026-10-12T21:48:37.019" v="2116" actId="478"/>
          <ac:spMkLst>
            <pc:docMk/>
            <pc:sldMk cId="224993826" sldId="899"/>
            <ac:spMk id="69" creationId="{AB57A66E-11C8-45E8-BF11-7F4E727FEB6B}"/>
          </ac:spMkLst>
        </pc:spChg>
        <pc:spChg chg="del">
          <ac:chgData name="Minh Huynh" userId="01a137d4-0d81-46e0-aca6-c9185b391828" providerId="ADAL" clId="{18447838-0BCA-432B-86F3-BB78526C143F}" dt="2026-10-12T21:48:37.019" v="2116" actId="478"/>
          <ac:spMkLst>
            <pc:docMk/>
            <pc:sldMk cId="224993826" sldId="899"/>
            <ac:spMk id="70" creationId="{B4D0EA10-2A2B-4B8F-9D23-039777E70773}"/>
          </ac:spMkLst>
        </pc:spChg>
        <pc:spChg chg="del">
          <ac:chgData name="Minh Huynh" userId="01a137d4-0d81-46e0-aca6-c9185b391828" providerId="ADAL" clId="{18447838-0BCA-432B-86F3-BB78526C143F}" dt="2026-10-12T21:48:37.019" v="2116" actId="478"/>
          <ac:spMkLst>
            <pc:docMk/>
            <pc:sldMk cId="224993826" sldId="899"/>
            <ac:spMk id="71" creationId="{989EA338-B217-4E11-8E95-356C071F52BF}"/>
          </ac:spMkLst>
        </pc:spChg>
        <pc:spChg chg="del">
          <ac:chgData name="Minh Huynh" userId="01a137d4-0d81-46e0-aca6-c9185b391828" providerId="ADAL" clId="{18447838-0BCA-432B-86F3-BB78526C143F}" dt="2026-10-12T21:48:37.019" v="2116" actId="478"/>
          <ac:spMkLst>
            <pc:docMk/>
            <pc:sldMk cId="224993826" sldId="899"/>
            <ac:spMk id="72" creationId="{DF94561F-8BEE-4A69-BBC5-AF010937F9FA}"/>
          </ac:spMkLst>
        </pc:spChg>
        <pc:spChg chg="del">
          <ac:chgData name="Minh Huynh" userId="01a137d4-0d81-46e0-aca6-c9185b391828" providerId="ADAL" clId="{18447838-0BCA-432B-86F3-BB78526C143F}" dt="2026-10-12T21:48:37.019" v="2116" actId="478"/>
          <ac:spMkLst>
            <pc:docMk/>
            <pc:sldMk cId="224993826" sldId="899"/>
            <ac:spMk id="73" creationId="{5D4CDBED-FA7F-481F-8569-D6C3132E62EA}"/>
          </ac:spMkLst>
        </pc:spChg>
        <pc:spChg chg="del">
          <ac:chgData name="Minh Huynh" userId="01a137d4-0d81-46e0-aca6-c9185b391828" providerId="ADAL" clId="{18447838-0BCA-432B-86F3-BB78526C143F}" dt="2026-10-12T21:48:37.019" v="2116" actId="478"/>
          <ac:spMkLst>
            <pc:docMk/>
            <pc:sldMk cId="224993826" sldId="899"/>
            <ac:spMk id="74" creationId="{97C54D7E-C124-4470-A0B9-B3E89B17DF5A}"/>
          </ac:spMkLst>
        </pc:spChg>
        <pc:spChg chg="mod">
          <ac:chgData name="Minh Huynh" userId="01a137d4-0d81-46e0-aca6-c9185b391828" providerId="ADAL" clId="{18447838-0BCA-432B-86F3-BB78526C143F}" dt="2026-10-12T21:51:26.347" v="2159" actId="15"/>
          <ac:spMkLst>
            <pc:docMk/>
            <pc:sldMk cId="224993826" sldId="899"/>
            <ac:spMk id="75" creationId="{49DF9D2F-8E65-4D63-82C3-27F8FA7882BF}"/>
          </ac:spMkLst>
        </pc:spChg>
        <pc:spChg chg="add del mod">
          <ac:chgData name="Minh Huynh" userId="01a137d4-0d81-46e0-aca6-c9185b391828" providerId="ADAL" clId="{18447838-0BCA-432B-86F3-BB78526C143F}" dt="2026-10-12T21:48:38.751" v="2118"/>
          <ac:spMkLst>
            <pc:docMk/>
            <pc:sldMk cId="224993826" sldId="899"/>
            <ac:spMk id="76" creationId="{BAB71273-A99A-420D-918A-77157A89DEC7}"/>
          </ac:spMkLst>
        </pc:spChg>
        <pc:spChg chg="add del mod">
          <ac:chgData name="Minh Huynh" userId="01a137d4-0d81-46e0-aca6-c9185b391828" providerId="ADAL" clId="{18447838-0BCA-432B-86F3-BB78526C143F}" dt="2026-10-12T21:48:38.751" v="2118"/>
          <ac:spMkLst>
            <pc:docMk/>
            <pc:sldMk cId="224993826" sldId="899"/>
            <ac:spMk id="77" creationId="{5F03C7CF-40AA-4734-9AE7-E16CE6FD389A}"/>
          </ac:spMkLst>
        </pc:spChg>
        <pc:spChg chg="add del mod">
          <ac:chgData name="Minh Huynh" userId="01a137d4-0d81-46e0-aca6-c9185b391828" providerId="ADAL" clId="{18447838-0BCA-432B-86F3-BB78526C143F}" dt="2026-10-12T21:48:38.751" v="2118"/>
          <ac:spMkLst>
            <pc:docMk/>
            <pc:sldMk cId="224993826" sldId="899"/>
            <ac:spMk id="78" creationId="{DD270FF7-0CA2-4F57-9815-C9E56EE030E0}"/>
          </ac:spMkLst>
        </pc:spChg>
        <pc:spChg chg="add del mod">
          <ac:chgData name="Minh Huynh" userId="01a137d4-0d81-46e0-aca6-c9185b391828" providerId="ADAL" clId="{18447838-0BCA-432B-86F3-BB78526C143F}" dt="2026-10-12T21:48:38.751" v="2118"/>
          <ac:spMkLst>
            <pc:docMk/>
            <pc:sldMk cId="224993826" sldId="899"/>
            <ac:spMk id="79" creationId="{9CD2E683-AD54-4E1D-81FB-23E89C97DA78}"/>
          </ac:spMkLst>
        </pc:spChg>
        <pc:spChg chg="add del mod">
          <ac:chgData name="Minh Huynh" userId="01a137d4-0d81-46e0-aca6-c9185b391828" providerId="ADAL" clId="{18447838-0BCA-432B-86F3-BB78526C143F}" dt="2026-10-12T21:48:38.751" v="2118"/>
          <ac:spMkLst>
            <pc:docMk/>
            <pc:sldMk cId="224993826" sldId="899"/>
            <ac:spMk id="80" creationId="{7C8564D4-6E11-4C7D-ACFC-6847D2A0BD61}"/>
          </ac:spMkLst>
        </pc:spChg>
        <pc:spChg chg="add del mod">
          <ac:chgData name="Minh Huynh" userId="01a137d4-0d81-46e0-aca6-c9185b391828" providerId="ADAL" clId="{18447838-0BCA-432B-86F3-BB78526C143F}" dt="2026-10-12T21:48:38.751" v="2118"/>
          <ac:spMkLst>
            <pc:docMk/>
            <pc:sldMk cId="224993826" sldId="899"/>
            <ac:spMk id="81" creationId="{ECFD570B-EB68-440E-9AEA-01D2B4FA5A73}"/>
          </ac:spMkLst>
        </pc:spChg>
        <pc:spChg chg="add del mod">
          <ac:chgData name="Minh Huynh" userId="01a137d4-0d81-46e0-aca6-c9185b391828" providerId="ADAL" clId="{18447838-0BCA-432B-86F3-BB78526C143F}" dt="2026-10-12T21:48:38.751" v="2118"/>
          <ac:spMkLst>
            <pc:docMk/>
            <pc:sldMk cId="224993826" sldId="899"/>
            <ac:spMk id="82" creationId="{04355D0B-2876-48B7-B5E3-FD4ED0BC2CAA}"/>
          </ac:spMkLst>
        </pc:spChg>
        <pc:spChg chg="add del mod">
          <ac:chgData name="Minh Huynh" userId="01a137d4-0d81-46e0-aca6-c9185b391828" providerId="ADAL" clId="{18447838-0BCA-432B-86F3-BB78526C143F}" dt="2026-10-12T21:48:38.751" v="2118"/>
          <ac:spMkLst>
            <pc:docMk/>
            <pc:sldMk cId="224993826" sldId="899"/>
            <ac:spMk id="83" creationId="{9B0D2927-484B-412E-96A4-721CA3DA18D8}"/>
          </ac:spMkLst>
        </pc:spChg>
        <pc:spChg chg="add del mod">
          <ac:chgData name="Minh Huynh" userId="01a137d4-0d81-46e0-aca6-c9185b391828" providerId="ADAL" clId="{18447838-0BCA-432B-86F3-BB78526C143F}" dt="2026-10-12T21:48:38.751" v="2118"/>
          <ac:spMkLst>
            <pc:docMk/>
            <pc:sldMk cId="224993826" sldId="899"/>
            <ac:spMk id="84" creationId="{CD74E2DE-3085-4328-B325-ED2F6113112F}"/>
          </ac:spMkLst>
        </pc:spChg>
        <pc:spChg chg="add del mod">
          <ac:chgData name="Minh Huynh" userId="01a137d4-0d81-46e0-aca6-c9185b391828" providerId="ADAL" clId="{18447838-0BCA-432B-86F3-BB78526C143F}" dt="2026-10-12T21:48:38.751" v="2118"/>
          <ac:spMkLst>
            <pc:docMk/>
            <pc:sldMk cId="224993826" sldId="899"/>
            <ac:spMk id="85" creationId="{CF9D8EEA-ED71-4CB7-9405-A7649C5F1541}"/>
          </ac:spMkLst>
        </pc:spChg>
        <pc:spChg chg="add del mod">
          <ac:chgData name="Minh Huynh" userId="01a137d4-0d81-46e0-aca6-c9185b391828" providerId="ADAL" clId="{18447838-0BCA-432B-86F3-BB78526C143F}" dt="2026-10-12T21:48:38.751" v="2118"/>
          <ac:spMkLst>
            <pc:docMk/>
            <pc:sldMk cId="224993826" sldId="899"/>
            <ac:spMk id="86" creationId="{21270740-DBA9-4807-A094-44AE92BEF81C}"/>
          </ac:spMkLst>
        </pc:spChg>
        <pc:spChg chg="add del mod">
          <ac:chgData name="Minh Huynh" userId="01a137d4-0d81-46e0-aca6-c9185b391828" providerId="ADAL" clId="{18447838-0BCA-432B-86F3-BB78526C143F}" dt="2026-10-12T21:48:38.751" v="2118"/>
          <ac:spMkLst>
            <pc:docMk/>
            <pc:sldMk cId="224993826" sldId="899"/>
            <ac:spMk id="87" creationId="{03ABFE14-D5DC-4EB0-B0B0-BE1C9D865AC4}"/>
          </ac:spMkLst>
        </pc:spChg>
        <pc:spChg chg="add del mod">
          <ac:chgData name="Minh Huynh" userId="01a137d4-0d81-46e0-aca6-c9185b391828" providerId="ADAL" clId="{18447838-0BCA-432B-86F3-BB78526C143F}" dt="2026-10-12T21:48:38.751" v="2118"/>
          <ac:spMkLst>
            <pc:docMk/>
            <pc:sldMk cId="224993826" sldId="899"/>
            <ac:spMk id="88" creationId="{6BCCA5B6-8A4C-46BF-8D55-0F5EED039949}"/>
          </ac:spMkLst>
        </pc:spChg>
        <pc:spChg chg="add del mod">
          <ac:chgData name="Minh Huynh" userId="01a137d4-0d81-46e0-aca6-c9185b391828" providerId="ADAL" clId="{18447838-0BCA-432B-86F3-BB78526C143F}" dt="2026-10-12T21:48:38.751" v="2118"/>
          <ac:spMkLst>
            <pc:docMk/>
            <pc:sldMk cId="224993826" sldId="899"/>
            <ac:spMk id="89" creationId="{957126C1-1334-4094-A7A2-BA06A39C4C04}"/>
          </ac:spMkLst>
        </pc:spChg>
        <pc:spChg chg="add del mod">
          <ac:chgData name="Minh Huynh" userId="01a137d4-0d81-46e0-aca6-c9185b391828" providerId="ADAL" clId="{18447838-0BCA-432B-86F3-BB78526C143F}" dt="2026-10-12T21:48:38.751" v="2118"/>
          <ac:spMkLst>
            <pc:docMk/>
            <pc:sldMk cId="224993826" sldId="899"/>
            <ac:spMk id="90" creationId="{9B31B125-455B-42C3-9670-9D065EF041CC}"/>
          </ac:spMkLst>
        </pc:spChg>
        <pc:spChg chg="add del mod">
          <ac:chgData name="Minh Huynh" userId="01a137d4-0d81-46e0-aca6-c9185b391828" providerId="ADAL" clId="{18447838-0BCA-432B-86F3-BB78526C143F}" dt="2026-10-12T21:48:38.751" v="2118"/>
          <ac:spMkLst>
            <pc:docMk/>
            <pc:sldMk cId="224993826" sldId="899"/>
            <ac:spMk id="91" creationId="{EB46DA12-694A-4205-BD6F-A60B88078556}"/>
          </ac:spMkLst>
        </pc:spChg>
        <pc:spChg chg="add del mod">
          <ac:chgData name="Minh Huynh" userId="01a137d4-0d81-46e0-aca6-c9185b391828" providerId="ADAL" clId="{18447838-0BCA-432B-86F3-BB78526C143F}" dt="2026-10-12T21:48:38.751" v="2118"/>
          <ac:spMkLst>
            <pc:docMk/>
            <pc:sldMk cId="224993826" sldId="899"/>
            <ac:spMk id="92" creationId="{E2637896-0EF4-42D7-B723-00BCEF22E909}"/>
          </ac:spMkLst>
        </pc:spChg>
        <pc:spChg chg="add del mod">
          <ac:chgData name="Minh Huynh" userId="01a137d4-0d81-46e0-aca6-c9185b391828" providerId="ADAL" clId="{18447838-0BCA-432B-86F3-BB78526C143F}" dt="2026-10-12T21:48:38.751" v="2118"/>
          <ac:spMkLst>
            <pc:docMk/>
            <pc:sldMk cId="224993826" sldId="899"/>
            <ac:spMk id="93" creationId="{51C47279-E5A2-4C30-9C7B-A38514A3164D}"/>
          </ac:spMkLst>
        </pc:spChg>
        <pc:spChg chg="add del mod">
          <ac:chgData name="Minh Huynh" userId="01a137d4-0d81-46e0-aca6-c9185b391828" providerId="ADAL" clId="{18447838-0BCA-432B-86F3-BB78526C143F}" dt="2026-10-12T21:48:38.751" v="2118"/>
          <ac:spMkLst>
            <pc:docMk/>
            <pc:sldMk cId="224993826" sldId="899"/>
            <ac:spMk id="94" creationId="{19DC89E0-7F57-4409-82B7-DC998F0117C7}"/>
          </ac:spMkLst>
        </pc:spChg>
        <pc:spChg chg="add del mod">
          <ac:chgData name="Minh Huynh" userId="01a137d4-0d81-46e0-aca6-c9185b391828" providerId="ADAL" clId="{18447838-0BCA-432B-86F3-BB78526C143F}" dt="2026-10-12T21:48:38.751" v="2118"/>
          <ac:spMkLst>
            <pc:docMk/>
            <pc:sldMk cId="224993826" sldId="899"/>
            <ac:spMk id="95" creationId="{AAFA8444-97BF-4319-94D4-7DA7EE9EFA45}"/>
          </ac:spMkLst>
        </pc:spChg>
        <pc:spChg chg="add del mod">
          <ac:chgData name="Minh Huynh" userId="01a137d4-0d81-46e0-aca6-c9185b391828" providerId="ADAL" clId="{18447838-0BCA-432B-86F3-BB78526C143F}" dt="2026-10-12T21:48:38.751" v="2118"/>
          <ac:spMkLst>
            <pc:docMk/>
            <pc:sldMk cId="224993826" sldId="899"/>
            <ac:spMk id="96" creationId="{61B7AED5-2BDB-4526-9A2F-8934D37B1B20}"/>
          </ac:spMkLst>
        </pc:spChg>
        <pc:spChg chg="add del mod">
          <ac:chgData name="Minh Huynh" userId="01a137d4-0d81-46e0-aca6-c9185b391828" providerId="ADAL" clId="{18447838-0BCA-432B-86F3-BB78526C143F}" dt="2026-10-12T21:48:38.751" v="2118"/>
          <ac:spMkLst>
            <pc:docMk/>
            <pc:sldMk cId="224993826" sldId="899"/>
            <ac:spMk id="97" creationId="{92C8B8B1-3D71-4723-90B1-FB5DEFA464EB}"/>
          </ac:spMkLst>
        </pc:spChg>
        <pc:spChg chg="add del mod">
          <ac:chgData name="Minh Huynh" userId="01a137d4-0d81-46e0-aca6-c9185b391828" providerId="ADAL" clId="{18447838-0BCA-432B-86F3-BB78526C143F}" dt="2026-10-12T21:48:38.751" v="2118"/>
          <ac:spMkLst>
            <pc:docMk/>
            <pc:sldMk cId="224993826" sldId="899"/>
            <ac:spMk id="98" creationId="{95A83C63-CC54-4593-8119-A6DD3B3B1256}"/>
          </ac:spMkLst>
        </pc:spChg>
        <pc:spChg chg="add del mod">
          <ac:chgData name="Minh Huynh" userId="01a137d4-0d81-46e0-aca6-c9185b391828" providerId="ADAL" clId="{18447838-0BCA-432B-86F3-BB78526C143F}" dt="2026-10-12T21:48:38.751" v="2118"/>
          <ac:spMkLst>
            <pc:docMk/>
            <pc:sldMk cId="224993826" sldId="899"/>
            <ac:spMk id="99" creationId="{91C1325E-6C11-4CEF-A977-E37E8D316021}"/>
          </ac:spMkLst>
        </pc:spChg>
        <pc:spChg chg="add del mod">
          <ac:chgData name="Minh Huynh" userId="01a137d4-0d81-46e0-aca6-c9185b391828" providerId="ADAL" clId="{18447838-0BCA-432B-86F3-BB78526C143F}" dt="2026-10-12T21:48:38.751" v="2118"/>
          <ac:spMkLst>
            <pc:docMk/>
            <pc:sldMk cId="224993826" sldId="899"/>
            <ac:spMk id="100" creationId="{BAAB8CB5-0732-4EEA-AF43-FC823DFBF903}"/>
          </ac:spMkLst>
        </pc:spChg>
        <pc:spChg chg="add del mod">
          <ac:chgData name="Minh Huynh" userId="01a137d4-0d81-46e0-aca6-c9185b391828" providerId="ADAL" clId="{18447838-0BCA-432B-86F3-BB78526C143F}" dt="2026-10-12T21:48:38.751" v="2118"/>
          <ac:spMkLst>
            <pc:docMk/>
            <pc:sldMk cId="224993826" sldId="899"/>
            <ac:spMk id="101" creationId="{1ED21D60-469F-415C-A525-90EF6C37F982}"/>
          </ac:spMkLst>
        </pc:spChg>
        <pc:spChg chg="add del mod">
          <ac:chgData name="Minh Huynh" userId="01a137d4-0d81-46e0-aca6-c9185b391828" providerId="ADAL" clId="{18447838-0BCA-432B-86F3-BB78526C143F}" dt="2026-10-12T21:48:38.751" v="2118"/>
          <ac:spMkLst>
            <pc:docMk/>
            <pc:sldMk cId="224993826" sldId="899"/>
            <ac:spMk id="102" creationId="{884E8C7E-26CE-482B-821A-1D896C032F87}"/>
          </ac:spMkLst>
        </pc:spChg>
        <pc:spChg chg="add del mod">
          <ac:chgData name="Minh Huynh" userId="01a137d4-0d81-46e0-aca6-c9185b391828" providerId="ADAL" clId="{18447838-0BCA-432B-86F3-BB78526C143F}" dt="2026-10-12T21:48:38.751" v="2118"/>
          <ac:spMkLst>
            <pc:docMk/>
            <pc:sldMk cId="224993826" sldId="899"/>
            <ac:spMk id="103" creationId="{2948A5EF-1F25-4BA7-93DA-69C718E06532}"/>
          </ac:spMkLst>
        </pc:spChg>
        <pc:spChg chg="add del mod">
          <ac:chgData name="Minh Huynh" userId="01a137d4-0d81-46e0-aca6-c9185b391828" providerId="ADAL" clId="{18447838-0BCA-432B-86F3-BB78526C143F}" dt="2026-10-12T21:48:38.751" v="2118"/>
          <ac:spMkLst>
            <pc:docMk/>
            <pc:sldMk cId="224993826" sldId="899"/>
            <ac:spMk id="104" creationId="{EFA692C3-7F13-4E16-9958-7D0A5F0E937F}"/>
          </ac:spMkLst>
        </pc:spChg>
        <pc:spChg chg="add del mod">
          <ac:chgData name="Minh Huynh" userId="01a137d4-0d81-46e0-aca6-c9185b391828" providerId="ADAL" clId="{18447838-0BCA-432B-86F3-BB78526C143F}" dt="2026-10-12T21:48:38.751" v="2118"/>
          <ac:spMkLst>
            <pc:docMk/>
            <pc:sldMk cId="224993826" sldId="899"/>
            <ac:spMk id="105" creationId="{33C89F98-5ADD-4FF9-A586-F28753CF66DD}"/>
          </ac:spMkLst>
        </pc:spChg>
        <pc:spChg chg="add del mod">
          <ac:chgData name="Minh Huynh" userId="01a137d4-0d81-46e0-aca6-c9185b391828" providerId="ADAL" clId="{18447838-0BCA-432B-86F3-BB78526C143F}" dt="2026-10-12T21:48:38.751" v="2118"/>
          <ac:spMkLst>
            <pc:docMk/>
            <pc:sldMk cId="224993826" sldId="899"/>
            <ac:spMk id="106" creationId="{8D776558-17D9-4711-9986-73952A77B26E}"/>
          </ac:spMkLst>
        </pc:spChg>
        <pc:spChg chg="add del mod">
          <ac:chgData name="Minh Huynh" userId="01a137d4-0d81-46e0-aca6-c9185b391828" providerId="ADAL" clId="{18447838-0BCA-432B-86F3-BB78526C143F}" dt="2026-10-12T21:48:38.751" v="2118"/>
          <ac:spMkLst>
            <pc:docMk/>
            <pc:sldMk cId="224993826" sldId="899"/>
            <ac:spMk id="107" creationId="{EF858AC5-F791-4B61-B94E-22ECA9E78795}"/>
          </ac:spMkLst>
        </pc:spChg>
        <pc:spChg chg="add del mod">
          <ac:chgData name="Minh Huynh" userId="01a137d4-0d81-46e0-aca6-c9185b391828" providerId="ADAL" clId="{18447838-0BCA-432B-86F3-BB78526C143F}" dt="2026-10-12T21:48:38.751" v="2118"/>
          <ac:spMkLst>
            <pc:docMk/>
            <pc:sldMk cId="224993826" sldId="899"/>
            <ac:spMk id="108" creationId="{3A3F8A11-BD8C-4856-90D2-FE3AD5B15381}"/>
          </ac:spMkLst>
        </pc:spChg>
        <pc:spChg chg="add mod">
          <ac:chgData name="Minh Huynh" userId="01a137d4-0d81-46e0-aca6-c9185b391828" providerId="ADAL" clId="{18447838-0BCA-432B-86F3-BB78526C143F}" dt="2026-10-12T21:48:42.194" v="2120" actId="1076"/>
          <ac:spMkLst>
            <pc:docMk/>
            <pc:sldMk cId="224993826" sldId="899"/>
            <ac:spMk id="109" creationId="{3D39CCBB-818F-4C2C-A0F1-C483687AD860}"/>
          </ac:spMkLst>
        </pc:spChg>
        <pc:spChg chg="add mod">
          <ac:chgData name="Minh Huynh" userId="01a137d4-0d81-46e0-aca6-c9185b391828" providerId="ADAL" clId="{18447838-0BCA-432B-86F3-BB78526C143F}" dt="2026-10-12T21:48:42.194" v="2120" actId="1076"/>
          <ac:spMkLst>
            <pc:docMk/>
            <pc:sldMk cId="224993826" sldId="899"/>
            <ac:spMk id="110" creationId="{F0810AB7-887E-4CEE-985B-E801F950FD75}"/>
          </ac:spMkLst>
        </pc:spChg>
        <pc:spChg chg="add mod">
          <ac:chgData name="Minh Huynh" userId="01a137d4-0d81-46e0-aca6-c9185b391828" providerId="ADAL" clId="{18447838-0BCA-432B-86F3-BB78526C143F}" dt="2026-10-12T21:48:42.194" v="2120" actId="1076"/>
          <ac:spMkLst>
            <pc:docMk/>
            <pc:sldMk cId="224993826" sldId="899"/>
            <ac:spMk id="111" creationId="{8C14A1BE-23D6-4A71-B469-AA85A0AB249E}"/>
          </ac:spMkLst>
        </pc:spChg>
        <pc:spChg chg="add mod">
          <ac:chgData name="Minh Huynh" userId="01a137d4-0d81-46e0-aca6-c9185b391828" providerId="ADAL" clId="{18447838-0BCA-432B-86F3-BB78526C143F}" dt="2026-10-12T21:48:42.194" v="2120" actId="1076"/>
          <ac:spMkLst>
            <pc:docMk/>
            <pc:sldMk cId="224993826" sldId="899"/>
            <ac:spMk id="112" creationId="{DA270779-A8F0-4C7B-91A9-25376A9819EA}"/>
          </ac:spMkLst>
        </pc:spChg>
        <pc:spChg chg="add mod">
          <ac:chgData name="Minh Huynh" userId="01a137d4-0d81-46e0-aca6-c9185b391828" providerId="ADAL" clId="{18447838-0BCA-432B-86F3-BB78526C143F}" dt="2026-10-12T21:48:42.194" v="2120" actId="1076"/>
          <ac:spMkLst>
            <pc:docMk/>
            <pc:sldMk cId="224993826" sldId="899"/>
            <ac:spMk id="113" creationId="{8B9A20E8-B4EB-4D8E-B1CD-95786CEF4741}"/>
          </ac:spMkLst>
        </pc:spChg>
        <pc:spChg chg="add mod">
          <ac:chgData name="Minh Huynh" userId="01a137d4-0d81-46e0-aca6-c9185b391828" providerId="ADAL" clId="{18447838-0BCA-432B-86F3-BB78526C143F}" dt="2026-10-12T21:48:42.194" v="2120" actId="1076"/>
          <ac:spMkLst>
            <pc:docMk/>
            <pc:sldMk cId="224993826" sldId="899"/>
            <ac:spMk id="114" creationId="{3D649E51-293D-4A75-8A32-668C87119407}"/>
          </ac:spMkLst>
        </pc:spChg>
        <pc:spChg chg="add mod">
          <ac:chgData name="Minh Huynh" userId="01a137d4-0d81-46e0-aca6-c9185b391828" providerId="ADAL" clId="{18447838-0BCA-432B-86F3-BB78526C143F}" dt="2026-10-12T21:48:42.194" v="2120" actId="1076"/>
          <ac:spMkLst>
            <pc:docMk/>
            <pc:sldMk cId="224993826" sldId="899"/>
            <ac:spMk id="115" creationId="{BB84CD00-8CF5-4A7D-B233-10B5631A61B3}"/>
          </ac:spMkLst>
        </pc:spChg>
        <pc:spChg chg="add mod">
          <ac:chgData name="Minh Huynh" userId="01a137d4-0d81-46e0-aca6-c9185b391828" providerId="ADAL" clId="{18447838-0BCA-432B-86F3-BB78526C143F}" dt="2026-10-12T21:48:42.194" v="2120" actId="1076"/>
          <ac:spMkLst>
            <pc:docMk/>
            <pc:sldMk cId="224993826" sldId="899"/>
            <ac:spMk id="116" creationId="{FC78B74D-A1C5-4F32-93D6-361679E758D7}"/>
          </ac:spMkLst>
        </pc:spChg>
        <pc:spChg chg="add mod">
          <ac:chgData name="Minh Huynh" userId="01a137d4-0d81-46e0-aca6-c9185b391828" providerId="ADAL" clId="{18447838-0BCA-432B-86F3-BB78526C143F}" dt="2026-10-12T21:48:42.194" v="2120" actId="1076"/>
          <ac:spMkLst>
            <pc:docMk/>
            <pc:sldMk cId="224993826" sldId="899"/>
            <ac:spMk id="117" creationId="{43AF4A22-2BCC-4A91-B0D7-D0EAD58769F8}"/>
          </ac:spMkLst>
        </pc:spChg>
        <pc:spChg chg="add mod">
          <ac:chgData name="Minh Huynh" userId="01a137d4-0d81-46e0-aca6-c9185b391828" providerId="ADAL" clId="{18447838-0BCA-432B-86F3-BB78526C143F}" dt="2026-10-12T21:48:42.194" v="2120" actId="1076"/>
          <ac:spMkLst>
            <pc:docMk/>
            <pc:sldMk cId="224993826" sldId="899"/>
            <ac:spMk id="118" creationId="{26F7F4D0-F82B-479D-BE73-C57D24929D87}"/>
          </ac:spMkLst>
        </pc:spChg>
        <pc:spChg chg="add mod">
          <ac:chgData name="Minh Huynh" userId="01a137d4-0d81-46e0-aca6-c9185b391828" providerId="ADAL" clId="{18447838-0BCA-432B-86F3-BB78526C143F}" dt="2026-10-12T21:48:42.194" v="2120" actId="1076"/>
          <ac:spMkLst>
            <pc:docMk/>
            <pc:sldMk cId="224993826" sldId="899"/>
            <ac:spMk id="119" creationId="{8FA59F90-3109-4ACB-8BBC-368F3EECF04F}"/>
          </ac:spMkLst>
        </pc:spChg>
        <pc:spChg chg="add mod">
          <ac:chgData name="Minh Huynh" userId="01a137d4-0d81-46e0-aca6-c9185b391828" providerId="ADAL" clId="{18447838-0BCA-432B-86F3-BB78526C143F}" dt="2026-10-12T21:48:42.194" v="2120" actId="1076"/>
          <ac:spMkLst>
            <pc:docMk/>
            <pc:sldMk cId="224993826" sldId="899"/>
            <ac:spMk id="120" creationId="{208231C7-54E8-4C15-A4B7-9F19F10DF278}"/>
          </ac:spMkLst>
        </pc:spChg>
        <pc:spChg chg="add mod">
          <ac:chgData name="Minh Huynh" userId="01a137d4-0d81-46e0-aca6-c9185b391828" providerId="ADAL" clId="{18447838-0BCA-432B-86F3-BB78526C143F}" dt="2026-10-12T21:48:42.194" v="2120" actId="1076"/>
          <ac:spMkLst>
            <pc:docMk/>
            <pc:sldMk cId="224993826" sldId="899"/>
            <ac:spMk id="121" creationId="{58B9E9C3-3A9C-48CC-B2B2-D7404856E10D}"/>
          </ac:spMkLst>
        </pc:spChg>
        <pc:spChg chg="add mod">
          <ac:chgData name="Minh Huynh" userId="01a137d4-0d81-46e0-aca6-c9185b391828" providerId="ADAL" clId="{18447838-0BCA-432B-86F3-BB78526C143F}" dt="2026-10-12T21:48:42.194" v="2120" actId="1076"/>
          <ac:spMkLst>
            <pc:docMk/>
            <pc:sldMk cId="224993826" sldId="899"/>
            <ac:spMk id="122" creationId="{720A4586-7609-4D23-90F5-A532E75A06A0}"/>
          </ac:spMkLst>
        </pc:spChg>
        <pc:spChg chg="add mod">
          <ac:chgData name="Minh Huynh" userId="01a137d4-0d81-46e0-aca6-c9185b391828" providerId="ADAL" clId="{18447838-0BCA-432B-86F3-BB78526C143F}" dt="2026-10-12T21:48:42.194" v="2120" actId="1076"/>
          <ac:spMkLst>
            <pc:docMk/>
            <pc:sldMk cId="224993826" sldId="899"/>
            <ac:spMk id="123" creationId="{1EE6A027-EBE3-492F-A9D8-A7CF22F1ADE3}"/>
          </ac:spMkLst>
        </pc:spChg>
        <pc:spChg chg="add mod">
          <ac:chgData name="Minh Huynh" userId="01a137d4-0d81-46e0-aca6-c9185b391828" providerId="ADAL" clId="{18447838-0BCA-432B-86F3-BB78526C143F}" dt="2026-10-12T21:48:42.194" v="2120" actId="1076"/>
          <ac:spMkLst>
            <pc:docMk/>
            <pc:sldMk cId="224993826" sldId="899"/>
            <ac:spMk id="124" creationId="{70CDC884-6E92-4AB0-AAE1-44134FF18D8A}"/>
          </ac:spMkLst>
        </pc:spChg>
        <pc:spChg chg="add mod">
          <ac:chgData name="Minh Huynh" userId="01a137d4-0d81-46e0-aca6-c9185b391828" providerId="ADAL" clId="{18447838-0BCA-432B-86F3-BB78526C143F}" dt="2026-10-12T21:48:42.194" v="2120" actId="1076"/>
          <ac:spMkLst>
            <pc:docMk/>
            <pc:sldMk cId="224993826" sldId="899"/>
            <ac:spMk id="125" creationId="{C36F9355-E55C-4F29-9998-E17F4C767094}"/>
          </ac:spMkLst>
        </pc:spChg>
        <pc:spChg chg="add mod">
          <ac:chgData name="Minh Huynh" userId="01a137d4-0d81-46e0-aca6-c9185b391828" providerId="ADAL" clId="{18447838-0BCA-432B-86F3-BB78526C143F}" dt="2026-10-12T21:48:42.194" v="2120" actId="1076"/>
          <ac:spMkLst>
            <pc:docMk/>
            <pc:sldMk cId="224993826" sldId="899"/>
            <ac:spMk id="126" creationId="{F1C80EEF-F4E0-4202-ABF8-897A5B1974C9}"/>
          </ac:spMkLst>
        </pc:spChg>
        <pc:spChg chg="add mod">
          <ac:chgData name="Minh Huynh" userId="01a137d4-0d81-46e0-aca6-c9185b391828" providerId="ADAL" clId="{18447838-0BCA-432B-86F3-BB78526C143F}" dt="2026-10-12T21:48:42.194" v="2120" actId="1076"/>
          <ac:spMkLst>
            <pc:docMk/>
            <pc:sldMk cId="224993826" sldId="899"/>
            <ac:spMk id="127" creationId="{28ECCE3F-B26C-4D7F-9734-016D658D7791}"/>
          </ac:spMkLst>
        </pc:spChg>
        <pc:spChg chg="add mod">
          <ac:chgData name="Minh Huynh" userId="01a137d4-0d81-46e0-aca6-c9185b391828" providerId="ADAL" clId="{18447838-0BCA-432B-86F3-BB78526C143F}" dt="2026-10-12T21:48:42.194" v="2120" actId="1076"/>
          <ac:spMkLst>
            <pc:docMk/>
            <pc:sldMk cId="224993826" sldId="899"/>
            <ac:spMk id="128" creationId="{AC2159AF-D14C-4BE5-8BBF-ED4ABD6F422F}"/>
          </ac:spMkLst>
        </pc:spChg>
        <pc:spChg chg="add mod">
          <ac:chgData name="Minh Huynh" userId="01a137d4-0d81-46e0-aca6-c9185b391828" providerId="ADAL" clId="{18447838-0BCA-432B-86F3-BB78526C143F}" dt="2026-10-12T21:48:42.194" v="2120" actId="1076"/>
          <ac:spMkLst>
            <pc:docMk/>
            <pc:sldMk cId="224993826" sldId="899"/>
            <ac:spMk id="129" creationId="{C02D6605-D919-4520-B5EB-A6BF078F19A1}"/>
          </ac:spMkLst>
        </pc:spChg>
        <pc:spChg chg="add mod">
          <ac:chgData name="Minh Huynh" userId="01a137d4-0d81-46e0-aca6-c9185b391828" providerId="ADAL" clId="{18447838-0BCA-432B-86F3-BB78526C143F}" dt="2026-10-12T21:48:42.194" v="2120" actId="1076"/>
          <ac:spMkLst>
            <pc:docMk/>
            <pc:sldMk cId="224993826" sldId="899"/>
            <ac:spMk id="130" creationId="{0CC0B17D-A966-446E-843A-8C9DA02AB9C0}"/>
          </ac:spMkLst>
        </pc:spChg>
        <pc:spChg chg="add mod">
          <ac:chgData name="Minh Huynh" userId="01a137d4-0d81-46e0-aca6-c9185b391828" providerId="ADAL" clId="{18447838-0BCA-432B-86F3-BB78526C143F}" dt="2026-10-12T21:48:42.194" v="2120" actId="1076"/>
          <ac:spMkLst>
            <pc:docMk/>
            <pc:sldMk cId="224993826" sldId="899"/>
            <ac:spMk id="131" creationId="{36EBA0CB-78DD-4264-B31A-444991CA79D8}"/>
          </ac:spMkLst>
        </pc:spChg>
        <pc:spChg chg="add mod">
          <ac:chgData name="Minh Huynh" userId="01a137d4-0d81-46e0-aca6-c9185b391828" providerId="ADAL" clId="{18447838-0BCA-432B-86F3-BB78526C143F}" dt="2026-10-12T21:48:42.194" v="2120" actId="1076"/>
          <ac:spMkLst>
            <pc:docMk/>
            <pc:sldMk cId="224993826" sldId="899"/>
            <ac:spMk id="132" creationId="{8C5E9F7D-FCC9-468A-9459-8BF7BC235CEF}"/>
          </ac:spMkLst>
        </pc:spChg>
        <pc:spChg chg="add mod">
          <ac:chgData name="Minh Huynh" userId="01a137d4-0d81-46e0-aca6-c9185b391828" providerId="ADAL" clId="{18447838-0BCA-432B-86F3-BB78526C143F}" dt="2026-10-12T21:48:42.194" v="2120" actId="1076"/>
          <ac:spMkLst>
            <pc:docMk/>
            <pc:sldMk cId="224993826" sldId="899"/>
            <ac:spMk id="133" creationId="{328ABEDB-6DD7-4DDE-997C-7FBF738D14C9}"/>
          </ac:spMkLst>
        </pc:spChg>
        <pc:spChg chg="add mod">
          <ac:chgData name="Minh Huynh" userId="01a137d4-0d81-46e0-aca6-c9185b391828" providerId="ADAL" clId="{18447838-0BCA-432B-86F3-BB78526C143F}" dt="2026-10-12T21:48:42.194" v="2120" actId="1076"/>
          <ac:spMkLst>
            <pc:docMk/>
            <pc:sldMk cId="224993826" sldId="899"/>
            <ac:spMk id="134" creationId="{32743519-AA83-43F1-ADE0-6DD3E0C0218E}"/>
          </ac:spMkLst>
        </pc:spChg>
        <pc:spChg chg="add mod">
          <ac:chgData name="Minh Huynh" userId="01a137d4-0d81-46e0-aca6-c9185b391828" providerId="ADAL" clId="{18447838-0BCA-432B-86F3-BB78526C143F}" dt="2026-10-12T21:48:42.194" v="2120" actId="1076"/>
          <ac:spMkLst>
            <pc:docMk/>
            <pc:sldMk cId="224993826" sldId="899"/>
            <ac:spMk id="135" creationId="{DAC1265D-48B0-4EF6-9E5F-C8B095DA93F7}"/>
          </ac:spMkLst>
        </pc:spChg>
        <pc:spChg chg="add mod">
          <ac:chgData name="Minh Huynh" userId="01a137d4-0d81-46e0-aca6-c9185b391828" providerId="ADAL" clId="{18447838-0BCA-432B-86F3-BB78526C143F}" dt="2026-10-12T21:48:42.194" v="2120" actId="1076"/>
          <ac:spMkLst>
            <pc:docMk/>
            <pc:sldMk cId="224993826" sldId="899"/>
            <ac:spMk id="136" creationId="{B2D86BC5-52CB-4A8D-B0A2-5DFFEA5CAFA8}"/>
          </ac:spMkLst>
        </pc:spChg>
        <pc:spChg chg="add mod">
          <ac:chgData name="Minh Huynh" userId="01a137d4-0d81-46e0-aca6-c9185b391828" providerId="ADAL" clId="{18447838-0BCA-432B-86F3-BB78526C143F}" dt="2026-10-12T21:48:42.194" v="2120" actId="1076"/>
          <ac:spMkLst>
            <pc:docMk/>
            <pc:sldMk cId="224993826" sldId="899"/>
            <ac:spMk id="137" creationId="{8A028BDE-3F0D-42CD-9980-B641A1CD684D}"/>
          </ac:spMkLst>
        </pc:spChg>
        <pc:spChg chg="add mod">
          <ac:chgData name="Minh Huynh" userId="01a137d4-0d81-46e0-aca6-c9185b391828" providerId="ADAL" clId="{18447838-0BCA-432B-86F3-BB78526C143F}" dt="2026-10-12T21:48:42.194" v="2120" actId="1076"/>
          <ac:spMkLst>
            <pc:docMk/>
            <pc:sldMk cId="224993826" sldId="899"/>
            <ac:spMk id="138" creationId="{231536C3-9E58-49BE-A46B-4F5AD969218C}"/>
          </ac:spMkLst>
        </pc:spChg>
        <pc:spChg chg="add mod">
          <ac:chgData name="Minh Huynh" userId="01a137d4-0d81-46e0-aca6-c9185b391828" providerId="ADAL" clId="{18447838-0BCA-432B-86F3-BB78526C143F}" dt="2026-10-12T21:48:42.194" v="2120" actId="1076"/>
          <ac:spMkLst>
            <pc:docMk/>
            <pc:sldMk cId="224993826" sldId="899"/>
            <ac:spMk id="139" creationId="{BB7BDFF3-160E-4508-A5C1-D1FD45994602}"/>
          </ac:spMkLst>
        </pc:spChg>
        <pc:spChg chg="add mod">
          <ac:chgData name="Minh Huynh" userId="01a137d4-0d81-46e0-aca6-c9185b391828" providerId="ADAL" clId="{18447838-0BCA-432B-86F3-BB78526C143F}" dt="2026-10-12T21:48:42.194" v="2120" actId="1076"/>
          <ac:spMkLst>
            <pc:docMk/>
            <pc:sldMk cId="224993826" sldId="899"/>
            <ac:spMk id="140" creationId="{5726F58C-EB48-458B-BC16-727F6423FD1C}"/>
          </ac:spMkLst>
        </pc:spChg>
        <pc:spChg chg="add mod">
          <ac:chgData name="Minh Huynh" userId="01a137d4-0d81-46e0-aca6-c9185b391828" providerId="ADAL" clId="{18447838-0BCA-432B-86F3-BB78526C143F}" dt="2026-10-12T21:48:42.194" v="2120" actId="1076"/>
          <ac:spMkLst>
            <pc:docMk/>
            <pc:sldMk cId="224993826" sldId="899"/>
            <ac:spMk id="141" creationId="{C01A2791-5FBA-4B1A-B5ED-4E4CEF488E57}"/>
          </ac:spMkLst>
        </pc:spChg>
        <pc:spChg chg="add mod">
          <ac:chgData name="Minh Huynh" userId="01a137d4-0d81-46e0-aca6-c9185b391828" providerId="ADAL" clId="{18447838-0BCA-432B-86F3-BB78526C143F}" dt="2026-10-12T21:48:42.194" v="2120" actId="1076"/>
          <ac:spMkLst>
            <pc:docMk/>
            <pc:sldMk cId="224993826" sldId="899"/>
            <ac:spMk id="142" creationId="{B738D2B9-DB79-4B80-8727-91E25C4E14B6}"/>
          </ac:spMkLst>
        </pc:spChg>
        <pc:spChg chg="add mod">
          <ac:chgData name="Minh Huynh" userId="01a137d4-0d81-46e0-aca6-c9185b391828" providerId="ADAL" clId="{18447838-0BCA-432B-86F3-BB78526C143F}" dt="2026-10-12T21:48:42.194" v="2120" actId="1076"/>
          <ac:spMkLst>
            <pc:docMk/>
            <pc:sldMk cId="224993826" sldId="899"/>
            <ac:spMk id="143" creationId="{49AA32A9-21E7-4464-87CA-C24C95379201}"/>
          </ac:spMkLst>
        </pc:spChg>
        <pc:spChg chg="add mod">
          <ac:chgData name="Minh Huynh" userId="01a137d4-0d81-46e0-aca6-c9185b391828" providerId="ADAL" clId="{18447838-0BCA-432B-86F3-BB78526C143F}" dt="2026-10-12T21:48:42.194" v="2120" actId="1076"/>
          <ac:spMkLst>
            <pc:docMk/>
            <pc:sldMk cId="224993826" sldId="899"/>
            <ac:spMk id="144" creationId="{97DD5D34-DCC0-4FC2-9865-09919F320786}"/>
          </ac:spMkLst>
        </pc:spChg>
        <pc:spChg chg="add mod">
          <ac:chgData name="Minh Huynh" userId="01a137d4-0d81-46e0-aca6-c9185b391828" providerId="ADAL" clId="{18447838-0BCA-432B-86F3-BB78526C143F}" dt="2026-10-12T21:48:42.194" v="2120" actId="1076"/>
          <ac:spMkLst>
            <pc:docMk/>
            <pc:sldMk cId="224993826" sldId="899"/>
            <ac:spMk id="145" creationId="{6ABE33D3-8E8E-4407-89A4-1146CAB6DFFF}"/>
          </ac:spMkLst>
        </pc:spChg>
        <pc:spChg chg="add mod">
          <ac:chgData name="Minh Huynh" userId="01a137d4-0d81-46e0-aca6-c9185b391828" providerId="ADAL" clId="{18447838-0BCA-432B-86F3-BB78526C143F}" dt="2026-10-12T21:48:42.194" v="2120" actId="1076"/>
          <ac:spMkLst>
            <pc:docMk/>
            <pc:sldMk cId="224993826" sldId="899"/>
            <ac:spMk id="146" creationId="{9F406BE7-BB42-4381-B919-C99F906C68A8}"/>
          </ac:spMkLst>
        </pc:spChg>
        <pc:spChg chg="add mod">
          <ac:chgData name="Minh Huynh" userId="01a137d4-0d81-46e0-aca6-c9185b391828" providerId="ADAL" clId="{18447838-0BCA-432B-86F3-BB78526C143F}" dt="2026-10-12T21:48:42.194" v="2120" actId="1076"/>
          <ac:spMkLst>
            <pc:docMk/>
            <pc:sldMk cId="224993826" sldId="899"/>
            <ac:spMk id="147" creationId="{9190E31B-21C1-4752-80DC-EB225F8B8FE7}"/>
          </ac:spMkLst>
        </pc:spChg>
        <pc:spChg chg="add mod">
          <ac:chgData name="Minh Huynh" userId="01a137d4-0d81-46e0-aca6-c9185b391828" providerId="ADAL" clId="{18447838-0BCA-432B-86F3-BB78526C143F}" dt="2026-10-12T21:48:42.194" v="2120" actId="1076"/>
          <ac:spMkLst>
            <pc:docMk/>
            <pc:sldMk cId="224993826" sldId="899"/>
            <ac:spMk id="148" creationId="{FD5DD199-737A-495E-88C7-4539D7CCD69A}"/>
          </ac:spMkLst>
        </pc:spChg>
      </pc:sldChg>
      <pc:sldChg chg="addSp delSp modSp add mod">
        <pc:chgData name="Minh Huynh" userId="01a137d4-0d81-46e0-aca6-c9185b391828" providerId="ADAL" clId="{18447838-0BCA-432B-86F3-BB78526C143F}" dt="2026-10-12T21:55:53.872" v="2313" actId="57"/>
        <pc:sldMkLst>
          <pc:docMk/>
          <pc:sldMk cId="1572259855" sldId="900"/>
        </pc:sldMkLst>
        <pc:spChg chg="mod">
          <ac:chgData name="Minh Huynh" userId="01a137d4-0d81-46e0-aca6-c9185b391828" providerId="ADAL" clId="{18447838-0BCA-432B-86F3-BB78526C143F}" dt="2026-10-12T21:51:56.285" v="2169" actId="20577"/>
          <ac:spMkLst>
            <pc:docMk/>
            <pc:sldMk cId="1572259855" sldId="900"/>
            <ac:spMk id="4" creationId="{7BC73E8E-0D58-4B4B-A5C4-A8AE38997407}"/>
          </ac:spMkLst>
        </pc:spChg>
        <pc:spChg chg="add del mod">
          <ac:chgData name="Minh Huynh" userId="01a137d4-0d81-46e0-aca6-c9185b391828" providerId="ADAL" clId="{18447838-0BCA-432B-86F3-BB78526C143F}" dt="2026-10-12T21:53:38.709" v="2212"/>
          <ac:spMkLst>
            <pc:docMk/>
            <pc:sldMk cId="1572259855" sldId="900"/>
            <ac:spMk id="44" creationId="{D516272F-06F8-48BC-9B00-D74C88CB6B5B}"/>
          </ac:spMkLst>
        </pc:spChg>
        <pc:spChg chg="add del mod">
          <ac:chgData name="Minh Huynh" userId="01a137d4-0d81-46e0-aca6-c9185b391828" providerId="ADAL" clId="{18447838-0BCA-432B-86F3-BB78526C143F}" dt="2026-10-12T21:53:38.709" v="2212"/>
          <ac:spMkLst>
            <pc:docMk/>
            <pc:sldMk cId="1572259855" sldId="900"/>
            <ac:spMk id="45" creationId="{20336F2F-E3F1-4663-8BFD-90707764F0E1}"/>
          </ac:spMkLst>
        </pc:spChg>
        <pc:spChg chg="add del mod">
          <ac:chgData name="Minh Huynh" userId="01a137d4-0d81-46e0-aca6-c9185b391828" providerId="ADAL" clId="{18447838-0BCA-432B-86F3-BB78526C143F}" dt="2026-10-12T21:53:38.709" v="2212"/>
          <ac:spMkLst>
            <pc:docMk/>
            <pc:sldMk cId="1572259855" sldId="900"/>
            <ac:spMk id="46" creationId="{384E353A-3D6F-4F40-B1D4-C8FFEEC2C75F}"/>
          </ac:spMkLst>
        </pc:spChg>
        <pc:spChg chg="add del mod">
          <ac:chgData name="Minh Huynh" userId="01a137d4-0d81-46e0-aca6-c9185b391828" providerId="ADAL" clId="{18447838-0BCA-432B-86F3-BB78526C143F}" dt="2026-10-12T21:53:38.709" v="2212"/>
          <ac:spMkLst>
            <pc:docMk/>
            <pc:sldMk cId="1572259855" sldId="900"/>
            <ac:spMk id="47" creationId="{6F4C853E-84C5-4769-B95B-B78C1DAA5158}"/>
          </ac:spMkLst>
        </pc:spChg>
        <pc:spChg chg="add del mod">
          <ac:chgData name="Minh Huynh" userId="01a137d4-0d81-46e0-aca6-c9185b391828" providerId="ADAL" clId="{18447838-0BCA-432B-86F3-BB78526C143F}" dt="2026-10-12T21:53:38.709" v="2212"/>
          <ac:spMkLst>
            <pc:docMk/>
            <pc:sldMk cId="1572259855" sldId="900"/>
            <ac:spMk id="48" creationId="{FF5D0D5C-2DC2-4E76-B5E0-BE7B526B5B02}"/>
          </ac:spMkLst>
        </pc:spChg>
        <pc:spChg chg="add del mod">
          <ac:chgData name="Minh Huynh" userId="01a137d4-0d81-46e0-aca6-c9185b391828" providerId="ADAL" clId="{18447838-0BCA-432B-86F3-BB78526C143F}" dt="2026-10-12T21:53:38.709" v="2212"/>
          <ac:spMkLst>
            <pc:docMk/>
            <pc:sldMk cId="1572259855" sldId="900"/>
            <ac:spMk id="49" creationId="{132C8396-05BB-49F6-9162-D544443B2F2D}"/>
          </ac:spMkLst>
        </pc:spChg>
        <pc:spChg chg="add del mod">
          <ac:chgData name="Minh Huynh" userId="01a137d4-0d81-46e0-aca6-c9185b391828" providerId="ADAL" clId="{18447838-0BCA-432B-86F3-BB78526C143F}" dt="2026-10-12T21:53:38.709" v="2212"/>
          <ac:spMkLst>
            <pc:docMk/>
            <pc:sldMk cId="1572259855" sldId="900"/>
            <ac:spMk id="50" creationId="{5280BAC9-0533-469F-B4BC-325866317D60}"/>
          </ac:spMkLst>
        </pc:spChg>
        <pc:spChg chg="add del mod">
          <ac:chgData name="Minh Huynh" userId="01a137d4-0d81-46e0-aca6-c9185b391828" providerId="ADAL" clId="{18447838-0BCA-432B-86F3-BB78526C143F}" dt="2026-10-12T21:53:38.709" v="2212"/>
          <ac:spMkLst>
            <pc:docMk/>
            <pc:sldMk cId="1572259855" sldId="900"/>
            <ac:spMk id="51" creationId="{3DE91276-54E9-4C87-884D-04FCF204AFDD}"/>
          </ac:spMkLst>
        </pc:spChg>
        <pc:spChg chg="add del mod">
          <ac:chgData name="Minh Huynh" userId="01a137d4-0d81-46e0-aca6-c9185b391828" providerId="ADAL" clId="{18447838-0BCA-432B-86F3-BB78526C143F}" dt="2026-10-12T21:53:38.709" v="2212"/>
          <ac:spMkLst>
            <pc:docMk/>
            <pc:sldMk cId="1572259855" sldId="900"/>
            <ac:spMk id="52" creationId="{53180FC7-6FB6-4A20-B521-B9C6ADEE7785}"/>
          </ac:spMkLst>
        </pc:spChg>
        <pc:spChg chg="add del mod">
          <ac:chgData name="Minh Huynh" userId="01a137d4-0d81-46e0-aca6-c9185b391828" providerId="ADAL" clId="{18447838-0BCA-432B-86F3-BB78526C143F}" dt="2026-10-12T21:53:38.709" v="2212"/>
          <ac:spMkLst>
            <pc:docMk/>
            <pc:sldMk cId="1572259855" sldId="900"/>
            <ac:spMk id="53" creationId="{55146D1C-0732-4926-8215-D2D38AF66E36}"/>
          </ac:spMkLst>
        </pc:spChg>
        <pc:spChg chg="add del mod">
          <ac:chgData name="Minh Huynh" userId="01a137d4-0d81-46e0-aca6-c9185b391828" providerId="ADAL" clId="{18447838-0BCA-432B-86F3-BB78526C143F}" dt="2026-10-12T21:53:38.709" v="2212"/>
          <ac:spMkLst>
            <pc:docMk/>
            <pc:sldMk cId="1572259855" sldId="900"/>
            <ac:spMk id="54" creationId="{87B802FE-9DA4-440E-BCF7-F8D1C8FD225B}"/>
          </ac:spMkLst>
        </pc:spChg>
        <pc:spChg chg="add del mod">
          <ac:chgData name="Minh Huynh" userId="01a137d4-0d81-46e0-aca6-c9185b391828" providerId="ADAL" clId="{18447838-0BCA-432B-86F3-BB78526C143F}" dt="2026-10-12T21:53:38.709" v="2212"/>
          <ac:spMkLst>
            <pc:docMk/>
            <pc:sldMk cId="1572259855" sldId="900"/>
            <ac:spMk id="55" creationId="{E63D5F7B-9BDA-40C2-8D46-02D593E4F9AE}"/>
          </ac:spMkLst>
        </pc:spChg>
        <pc:spChg chg="add del mod">
          <ac:chgData name="Minh Huynh" userId="01a137d4-0d81-46e0-aca6-c9185b391828" providerId="ADAL" clId="{18447838-0BCA-432B-86F3-BB78526C143F}" dt="2026-10-12T21:53:38.709" v="2212"/>
          <ac:spMkLst>
            <pc:docMk/>
            <pc:sldMk cId="1572259855" sldId="900"/>
            <ac:spMk id="56" creationId="{49477637-2B46-42C1-BD25-15AB06279BBB}"/>
          </ac:spMkLst>
        </pc:spChg>
        <pc:spChg chg="add del mod">
          <ac:chgData name="Minh Huynh" userId="01a137d4-0d81-46e0-aca6-c9185b391828" providerId="ADAL" clId="{18447838-0BCA-432B-86F3-BB78526C143F}" dt="2026-10-12T21:53:38.709" v="2212"/>
          <ac:spMkLst>
            <pc:docMk/>
            <pc:sldMk cId="1572259855" sldId="900"/>
            <ac:spMk id="57" creationId="{7AEE6190-0DB6-4562-BC8B-81D842234839}"/>
          </ac:spMkLst>
        </pc:spChg>
        <pc:spChg chg="add del mod">
          <ac:chgData name="Minh Huynh" userId="01a137d4-0d81-46e0-aca6-c9185b391828" providerId="ADAL" clId="{18447838-0BCA-432B-86F3-BB78526C143F}" dt="2026-10-12T21:53:38.709" v="2212"/>
          <ac:spMkLst>
            <pc:docMk/>
            <pc:sldMk cId="1572259855" sldId="900"/>
            <ac:spMk id="58" creationId="{C8FA79F7-C098-46C2-9FBA-5FF70FC5D18B}"/>
          </ac:spMkLst>
        </pc:spChg>
        <pc:spChg chg="add del mod">
          <ac:chgData name="Minh Huynh" userId="01a137d4-0d81-46e0-aca6-c9185b391828" providerId="ADAL" clId="{18447838-0BCA-432B-86F3-BB78526C143F}" dt="2026-10-12T21:53:38.709" v="2212"/>
          <ac:spMkLst>
            <pc:docMk/>
            <pc:sldMk cId="1572259855" sldId="900"/>
            <ac:spMk id="59" creationId="{1B0C6BF2-3D46-4480-8787-420270E09F6F}"/>
          </ac:spMkLst>
        </pc:spChg>
        <pc:spChg chg="add del mod">
          <ac:chgData name="Minh Huynh" userId="01a137d4-0d81-46e0-aca6-c9185b391828" providerId="ADAL" clId="{18447838-0BCA-432B-86F3-BB78526C143F}" dt="2026-10-12T21:53:38.709" v="2212"/>
          <ac:spMkLst>
            <pc:docMk/>
            <pc:sldMk cId="1572259855" sldId="900"/>
            <ac:spMk id="60" creationId="{EF3DE128-D044-4571-82F0-AA188AB45D32}"/>
          </ac:spMkLst>
        </pc:spChg>
        <pc:spChg chg="add del mod">
          <ac:chgData name="Minh Huynh" userId="01a137d4-0d81-46e0-aca6-c9185b391828" providerId="ADAL" clId="{18447838-0BCA-432B-86F3-BB78526C143F}" dt="2026-10-12T21:53:38.709" v="2212"/>
          <ac:spMkLst>
            <pc:docMk/>
            <pc:sldMk cId="1572259855" sldId="900"/>
            <ac:spMk id="61" creationId="{470C8668-AAF7-4494-8CCE-F9EEF3A15055}"/>
          </ac:spMkLst>
        </pc:spChg>
        <pc:spChg chg="add del mod">
          <ac:chgData name="Minh Huynh" userId="01a137d4-0d81-46e0-aca6-c9185b391828" providerId="ADAL" clId="{18447838-0BCA-432B-86F3-BB78526C143F}" dt="2026-10-12T21:53:38.709" v="2212"/>
          <ac:spMkLst>
            <pc:docMk/>
            <pc:sldMk cId="1572259855" sldId="900"/>
            <ac:spMk id="62" creationId="{0BAA67CE-C9D1-4C9B-8258-76AEE30F3CC6}"/>
          </ac:spMkLst>
        </pc:spChg>
        <pc:spChg chg="add del mod">
          <ac:chgData name="Minh Huynh" userId="01a137d4-0d81-46e0-aca6-c9185b391828" providerId="ADAL" clId="{18447838-0BCA-432B-86F3-BB78526C143F}" dt="2026-10-12T21:53:38.709" v="2212"/>
          <ac:spMkLst>
            <pc:docMk/>
            <pc:sldMk cId="1572259855" sldId="900"/>
            <ac:spMk id="63" creationId="{22415FF8-465F-430D-A18E-A4E1A1584622}"/>
          </ac:spMkLst>
        </pc:spChg>
        <pc:spChg chg="add del mod">
          <ac:chgData name="Minh Huynh" userId="01a137d4-0d81-46e0-aca6-c9185b391828" providerId="ADAL" clId="{18447838-0BCA-432B-86F3-BB78526C143F}" dt="2026-10-12T21:53:38.709" v="2212"/>
          <ac:spMkLst>
            <pc:docMk/>
            <pc:sldMk cId="1572259855" sldId="900"/>
            <ac:spMk id="64" creationId="{5114B134-2DA0-41F7-BE91-EC66B079FD49}"/>
          </ac:spMkLst>
        </pc:spChg>
        <pc:spChg chg="add del mod">
          <ac:chgData name="Minh Huynh" userId="01a137d4-0d81-46e0-aca6-c9185b391828" providerId="ADAL" clId="{18447838-0BCA-432B-86F3-BB78526C143F}" dt="2026-10-12T21:53:38.709" v="2212"/>
          <ac:spMkLst>
            <pc:docMk/>
            <pc:sldMk cId="1572259855" sldId="900"/>
            <ac:spMk id="65" creationId="{10800792-D212-4E26-BB3A-9DD25F2B2E9A}"/>
          </ac:spMkLst>
        </pc:spChg>
        <pc:spChg chg="add del mod">
          <ac:chgData name="Minh Huynh" userId="01a137d4-0d81-46e0-aca6-c9185b391828" providerId="ADAL" clId="{18447838-0BCA-432B-86F3-BB78526C143F}" dt="2026-10-12T21:53:38.709" v="2212"/>
          <ac:spMkLst>
            <pc:docMk/>
            <pc:sldMk cId="1572259855" sldId="900"/>
            <ac:spMk id="66" creationId="{70949F39-A247-4DD5-B3C3-BE087E3D6A27}"/>
          </ac:spMkLst>
        </pc:spChg>
        <pc:spChg chg="add del mod">
          <ac:chgData name="Minh Huynh" userId="01a137d4-0d81-46e0-aca6-c9185b391828" providerId="ADAL" clId="{18447838-0BCA-432B-86F3-BB78526C143F}" dt="2026-10-12T21:53:38.709" v="2212"/>
          <ac:spMkLst>
            <pc:docMk/>
            <pc:sldMk cId="1572259855" sldId="900"/>
            <ac:spMk id="67" creationId="{01EADCFD-010F-4AEA-BCD4-BFDFA3D1DFE1}"/>
          </ac:spMkLst>
        </pc:spChg>
        <pc:spChg chg="add del mod">
          <ac:chgData name="Minh Huynh" userId="01a137d4-0d81-46e0-aca6-c9185b391828" providerId="ADAL" clId="{18447838-0BCA-432B-86F3-BB78526C143F}" dt="2026-10-12T21:53:38.709" v="2212"/>
          <ac:spMkLst>
            <pc:docMk/>
            <pc:sldMk cId="1572259855" sldId="900"/>
            <ac:spMk id="68" creationId="{55ABE877-C644-4CDE-AFF8-2DBD98506169}"/>
          </ac:spMkLst>
        </pc:spChg>
        <pc:spChg chg="add del mod">
          <ac:chgData name="Minh Huynh" userId="01a137d4-0d81-46e0-aca6-c9185b391828" providerId="ADAL" clId="{18447838-0BCA-432B-86F3-BB78526C143F}" dt="2026-10-12T21:53:38.709" v="2212"/>
          <ac:spMkLst>
            <pc:docMk/>
            <pc:sldMk cId="1572259855" sldId="900"/>
            <ac:spMk id="69" creationId="{9297DD5E-4B35-473C-8C3A-32820AFEED90}"/>
          </ac:spMkLst>
        </pc:spChg>
        <pc:spChg chg="add del mod">
          <ac:chgData name="Minh Huynh" userId="01a137d4-0d81-46e0-aca6-c9185b391828" providerId="ADAL" clId="{18447838-0BCA-432B-86F3-BB78526C143F}" dt="2026-10-12T21:53:38.709" v="2212"/>
          <ac:spMkLst>
            <pc:docMk/>
            <pc:sldMk cId="1572259855" sldId="900"/>
            <ac:spMk id="70" creationId="{5D6CF9D9-D148-4FC7-8259-6CB104CEED11}"/>
          </ac:spMkLst>
        </pc:spChg>
        <pc:spChg chg="add del mod">
          <ac:chgData name="Minh Huynh" userId="01a137d4-0d81-46e0-aca6-c9185b391828" providerId="ADAL" clId="{18447838-0BCA-432B-86F3-BB78526C143F}" dt="2026-10-12T21:53:38.709" v="2212"/>
          <ac:spMkLst>
            <pc:docMk/>
            <pc:sldMk cId="1572259855" sldId="900"/>
            <ac:spMk id="71" creationId="{C896B697-DAEE-406F-8AC3-71C8BF9FDA0E}"/>
          </ac:spMkLst>
        </pc:spChg>
        <pc:spChg chg="add del mod">
          <ac:chgData name="Minh Huynh" userId="01a137d4-0d81-46e0-aca6-c9185b391828" providerId="ADAL" clId="{18447838-0BCA-432B-86F3-BB78526C143F}" dt="2026-10-12T21:53:38.709" v="2212"/>
          <ac:spMkLst>
            <pc:docMk/>
            <pc:sldMk cId="1572259855" sldId="900"/>
            <ac:spMk id="72" creationId="{0F3F7690-8BFD-431F-BF7D-4138CB78C7D3}"/>
          </ac:spMkLst>
        </pc:spChg>
        <pc:spChg chg="add del mod">
          <ac:chgData name="Minh Huynh" userId="01a137d4-0d81-46e0-aca6-c9185b391828" providerId="ADAL" clId="{18447838-0BCA-432B-86F3-BB78526C143F}" dt="2026-10-12T21:53:38.709" v="2212"/>
          <ac:spMkLst>
            <pc:docMk/>
            <pc:sldMk cId="1572259855" sldId="900"/>
            <ac:spMk id="73" creationId="{8EFA7FC1-F90A-48C0-AE0F-FD79A58B4749}"/>
          </ac:spMkLst>
        </pc:spChg>
        <pc:spChg chg="add del mod">
          <ac:chgData name="Minh Huynh" userId="01a137d4-0d81-46e0-aca6-c9185b391828" providerId="ADAL" clId="{18447838-0BCA-432B-86F3-BB78526C143F}" dt="2026-10-12T21:53:38.709" v="2212"/>
          <ac:spMkLst>
            <pc:docMk/>
            <pc:sldMk cId="1572259855" sldId="900"/>
            <ac:spMk id="74" creationId="{D384DAA5-3C08-46C2-B2EB-B68A25D77C39}"/>
          </ac:spMkLst>
        </pc:spChg>
        <pc:spChg chg="mod">
          <ac:chgData name="Minh Huynh" userId="01a137d4-0d81-46e0-aca6-c9185b391828" providerId="ADAL" clId="{18447838-0BCA-432B-86F3-BB78526C143F}" dt="2026-10-12T21:55:53.872" v="2313" actId="57"/>
          <ac:spMkLst>
            <pc:docMk/>
            <pc:sldMk cId="1572259855" sldId="900"/>
            <ac:spMk id="75" creationId="{49DF9D2F-8E65-4D63-82C3-27F8FA7882BF}"/>
          </ac:spMkLst>
        </pc:spChg>
        <pc:spChg chg="add del mod">
          <ac:chgData name="Minh Huynh" userId="01a137d4-0d81-46e0-aca6-c9185b391828" providerId="ADAL" clId="{18447838-0BCA-432B-86F3-BB78526C143F}" dt="2026-10-12T21:53:38.709" v="2212"/>
          <ac:spMkLst>
            <pc:docMk/>
            <pc:sldMk cId="1572259855" sldId="900"/>
            <ac:spMk id="76" creationId="{2E6FBF43-0122-458E-B137-0DAFD0CCB7F4}"/>
          </ac:spMkLst>
        </pc:spChg>
        <pc:spChg chg="add del mod">
          <ac:chgData name="Minh Huynh" userId="01a137d4-0d81-46e0-aca6-c9185b391828" providerId="ADAL" clId="{18447838-0BCA-432B-86F3-BB78526C143F}" dt="2026-10-12T21:53:38.709" v="2212"/>
          <ac:spMkLst>
            <pc:docMk/>
            <pc:sldMk cId="1572259855" sldId="900"/>
            <ac:spMk id="77" creationId="{D4757130-AE89-4C5F-98A5-56CEC96AE442}"/>
          </ac:spMkLst>
        </pc:spChg>
        <pc:spChg chg="add del mod">
          <ac:chgData name="Minh Huynh" userId="01a137d4-0d81-46e0-aca6-c9185b391828" providerId="ADAL" clId="{18447838-0BCA-432B-86F3-BB78526C143F}" dt="2026-10-12T21:53:38.709" v="2212"/>
          <ac:spMkLst>
            <pc:docMk/>
            <pc:sldMk cId="1572259855" sldId="900"/>
            <ac:spMk id="78" creationId="{84D7B0B5-902E-489F-8B16-0AF1D6BB79C8}"/>
          </ac:spMkLst>
        </pc:spChg>
        <pc:spChg chg="add del mod">
          <ac:chgData name="Minh Huynh" userId="01a137d4-0d81-46e0-aca6-c9185b391828" providerId="ADAL" clId="{18447838-0BCA-432B-86F3-BB78526C143F}" dt="2026-10-12T21:53:38.709" v="2212"/>
          <ac:spMkLst>
            <pc:docMk/>
            <pc:sldMk cId="1572259855" sldId="900"/>
            <ac:spMk id="79" creationId="{5CAE0427-743D-43D5-AD84-607335C54FCF}"/>
          </ac:spMkLst>
        </pc:spChg>
        <pc:spChg chg="add del mod">
          <ac:chgData name="Minh Huynh" userId="01a137d4-0d81-46e0-aca6-c9185b391828" providerId="ADAL" clId="{18447838-0BCA-432B-86F3-BB78526C143F}" dt="2026-10-12T21:53:38.709" v="2212"/>
          <ac:spMkLst>
            <pc:docMk/>
            <pc:sldMk cId="1572259855" sldId="900"/>
            <ac:spMk id="80" creationId="{722EA031-077E-4D22-8ABF-170041A327C1}"/>
          </ac:spMkLst>
        </pc:spChg>
        <pc:spChg chg="add del mod">
          <ac:chgData name="Minh Huynh" userId="01a137d4-0d81-46e0-aca6-c9185b391828" providerId="ADAL" clId="{18447838-0BCA-432B-86F3-BB78526C143F}" dt="2026-10-12T21:53:38.709" v="2212"/>
          <ac:spMkLst>
            <pc:docMk/>
            <pc:sldMk cId="1572259855" sldId="900"/>
            <ac:spMk id="81" creationId="{639525BF-9A3C-42BE-8B8F-78449493D8F0}"/>
          </ac:spMkLst>
        </pc:spChg>
        <pc:spChg chg="add del mod">
          <ac:chgData name="Minh Huynh" userId="01a137d4-0d81-46e0-aca6-c9185b391828" providerId="ADAL" clId="{18447838-0BCA-432B-86F3-BB78526C143F}" dt="2026-10-12T21:53:38.709" v="2212"/>
          <ac:spMkLst>
            <pc:docMk/>
            <pc:sldMk cId="1572259855" sldId="900"/>
            <ac:spMk id="82" creationId="{AA61A315-5EAF-4FAC-9160-3324ED96CA53}"/>
          </ac:spMkLst>
        </pc:spChg>
        <pc:spChg chg="add del mod">
          <ac:chgData name="Minh Huynh" userId="01a137d4-0d81-46e0-aca6-c9185b391828" providerId="ADAL" clId="{18447838-0BCA-432B-86F3-BB78526C143F}" dt="2026-10-12T21:53:38.709" v="2212"/>
          <ac:spMkLst>
            <pc:docMk/>
            <pc:sldMk cId="1572259855" sldId="900"/>
            <ac:spMk id="83" creationId="{EBB008E0-1234-4FBD-867F-6D46F47EC3AA}"/>
          </ac:spMkLst>
        </pc:spChg>
        <pc:spChg chg="add del mod">
          <ac:chgData name="Minh Huynh" userId="01a137d4-0d81-46e0-aca6-c9185b391828" providerId="ADAL" clId="{18447838-0BCA-432B-86F3-BB78526C143F}" dt="2026-10-12T21:53:38.709" v="2212"/>
          <ac:spMkLst>
            <pc:docMk/>
            <pc:sldMk cId="1572259855" sldId="900"/>
            <ac:spMk id="84" creationId="{F7A301CC-F1B1-4F0B-B2D5-A8AB9A39C756}"/>
          </ac:spMkLst>
        </pc:spChg>
        <pc:spChg chg="add del mod">
          <ac:chgData name="Minh Huynh" userId="01a137d4-0d81-46e0-aca6-c9185b391828" providerId="ADAL" clId="{18447838-0BCA-432B-86F3-BB78526C143F}" dt="2026-10-12T21:53:38.709" v="2212"/>
          <ac:spMkLst>
            <pc:docMk/>
            <pc:sldMk cId="1572259855" sldId="900"/>
            <ac:spMk id="85" creationId="{F7B877F6-1BE8-4052-84B5-CB6AA85A0AB6}"/>
          </ac:spMkLst>
        </pc:spChg>
        <pc:spChg chg="add del mod">
          <ac:chgData name="Minh Huynh" userId="01a137d4-0d81-46e0-aca6-c9185b391828" providerId="ADAL" clId="{18447838-0BCA-432B-86F3-BB78526C143F}" dt="2026-10-12T21:53:38.709" v="2212"/>
          <ac:spMkLst>
            <pc:docMk/>
            <pc:sldMk cId="1572259855" sldId="900"/>
            <ac:spMk id="86" creationId="{D17CEC4A-564A-4BE1-B022-479CC91FB3AE}"/>
          </ac:spMkLst>
        </pc:spChg>
        <pc:spChg chg="add del mod">
          <ac:chgData name="Minh Huynh" userId="01a137d4-0d81-46e0-aca6-c9185b391828" providerId="ADAL" clId="{18447838-0BCA-432B-86F3-BB78526C143F}" dt="2026-10-12T21:53:38.709" v="2212"/>
          <ac:spMkLst>
            <pc:docMk/>
            <pc:sldMk cId="1572259855" sldId="900"/>
            <ac:spMk id="87" creationId="{4CE955E1-AB93-40CE-BC4B-2CF9ADD3A1D2}"/>
          </ac:spMkLst>
        </pc:spChg>
        <pc:spChg chg="add mod">
          <ac:chgData name="Minh Huynh" userId="01a137d4-0d81-46e0-aca6-c9185b391828" providerId="ADAL" clId="{18447838-0BCA-432B-86F3-BB78526C143F}" dt="2026-10-12T21:53:42.505" v="2214" actId="1076"/>
          <ac:spMkLst>
            <pc:docMk/>
            <pc:sldMk cId="1572259855" sldId="900"/>
            <ac:spMk id="88" creationId="{DD7F568A-E10A-42A6-8DD7-89708932C924}"/>
          </ac:spMkLst>
        </pc:spChg>
        <pc:spChg chg="add mod">
          <ac:chgData name="Minh Huynh" userId="01a137d4-0d81-46e0-aca6-c9185b391828" providerId="ADAL" clId="{18447838-0BCA-432B-86F3-BB78526C143F}" dt="2026-10-12T21:53:42.505" v="2214" actId="1076"/>
          <ac:spMkLst>
            <pc:docMk/>
            <pc:sldMk cId="1572259855" sldId="900"/>
            <ac:spMk id="89" creationId="{46F8458C-5F60-4B54-8B52-86BFF0E7BFCB}"/>
          </ac:spMkLst>
        </pc:spChg>
        <pc:spChg chg="add mod">
          <ac:chgData name="Minh Huynh" userId="01a137d4-0d81-46e0-aca6-c9185b391828" providerId="ADAL" clId="{18447838-0BCA-432B-86F3-BB78526C143F}" dt="2026-10-12T21:53:42.505" v="2214" actId="1076"/>
          <ac:spMkLst>
            <pc:docMk/>
            <pc:sldMk cId="1572259855" sldId="900"/>
            <ac:spMk id="90" creationId="{CAEC0739-F223-4399-AA9D-C8873B374836}"/>
          </ac:spMkLst>
        </pc:spChg>
        <pc:spChg chg="add mod">
          <ac:chgData name="Minh Huynh" userId="01a137d4-0d81-46e0-aca6-c9185b391828" providerId="ADAL" clId="{18447838-0BCA-432B-86F3-BB78526C143F}" dt="2026-10-12T21:53:42.505" v="2214" actId="1076"/>
          <ac:spMkLst>
            <pc:docMk/>
            <pc:sldMk cId="1572259855" sldId="900"/>
            <ac:spMk id="91" creationId="{B6403C4B-018A-4CC1-8C10-9982F249BAFB}"/>
          </ac:spMkLst>
        </pc:spChg>
        <pc:spChg chg="add mod">
          <ac:chgData name="Minh Huynh" userId="01a137d4-0d81-46e0-aca6-c9185b391828" providerId="ADAL" clId="{18447838-0BCA-432B-86F3-BB78526C143F}" dt="2026-10-12T21:53:42.505" v="2214" actId="1076"/>
          <ac:spMkLst>
            <pc:docMk/>
            <pc:sldMk cId="1572259855" sldId="900"/>
            <ac:spMk id="92" creationId="{15164FBA-393B-48E9-AA99-ADA9AFD450C9}"/>
          </ac:spMkLst>
        </pc:spChg>
        <pc:spChg chg="add mod">
          <ac:chgData name="Minh Huynh" userId="01a137d4-0d81-46e0-aca6-c9185b391828" providerId="ADAL" clId="{18447838-0BCA-432B-86F3-BB78526C143F}" dt="2026-10-12T21:53:42.505" v="2214" actId="1076"/>
          <ac:spMkLst>
            <pc:docMk/>
            <pc:sldMk cId="1572259855" sldId="900"/>
            <ac:spMk id="93" creationId="{01EC23A7-0FB8-4BB0-BDDF-E77B9D4D8CF0}"/>
          </ac:spMkLst>
        </pc:spChg>
        <pc:spChg chg="add mod">
          <ac:chgData name="Minh Huynh" userId="01a137d4-0d81-46e0-aca6-c9185b391828" providerId="ADAL" clId="{18447838-0BCA-432B-86F3-BB78526C143F}" dt="2026-10-12T21:53:42.505" v="2214" actId="1076"/>
          <ac:spMkLst>
            <pc:docMk/>
            <pc:sldMk cId="1572259855" sldId="900"/>
            <ac:spMk id="94" creationId="{7612F2A8-B096-4386-B4E3-2FBBB3B19281}"/>
          </ac:spMkLst>
        </pc:spChg>
        <pc:spChg chg="add mod">
          <ac:chgData name="Minh Huynh" userId="01a137d4-0d81-46e0-aca6-c9185b391828" providerId="ADAL" clId="{18447838-0BCA-432B-86F3-BB78526C143F}" dt="2026-10-12T21:53:42.505" v="2214" actId="1076"/>
          <ac:spMkLst>
            <pc:docMk/>
            <pc:sldMk cId="1572259855" sldId="900"/>
            <ac:spMk id="95" creationId="{249DC1CC-BBC8-487C-8E71-B729AFA26698}"/>
          </ac:spMkLst>
        </pc:spChg>
        <pc:spChg chg="add mod">
          <ac:chgData name="Minh Huynh" userId="01a137d4-0d81-46e0-aca6-c9185b391828" providerId="ADAL" clId="{18447838-0BCA-432B-86F3-BB78526C143F}" dt="2026-10-12T21:53:42.505" v="2214" actId="1076"/>
          <ac:spMkLst>
            <pc:docMk/>
            <pc:sldMk cId="1572259855" sldId="900"/>
            <ac:spMk id="96" creationId="{3F31811F-B8BB-4CC7-9E0B-EA31337D3346}"/>
          </ac:spMkLst>
        </pc:spChg>
        <pc:spChg chg="add mod">
          <ac:chgData name="Minh Huynh" userId="01a137d4-0d81-46e0-aca6-c9185b391828" providerId="ADAL" clId="{18447838-0BCA-432B-86F3-BB78526C143F}" dt="2026-10-12T21:53:42.505" v="2214" actId="1076"/>
          <ac:spMkLst>
            <pc:docMk/>
            <pc:sldMk cId="1572259855" sldId="900"/>
            <ac:spMk id="97" creationId="{2A6C4381-B73D-4F25-8F78-5A572C11DA6E}"/>
          </ac:spMkLst>
        </pc:spChg>
        <pc:spChg chg="add mod">
          <ac:chgData name="Minh Huynh" userId="01a137d4-0d81-46e0-aca6-c9185b391828" providerId="ADAL" clId="{18447838-0BCA-432B-86F3-BB78526C143F}" dt="2026-10-12T21:53:42.505" v="2214" actId="1076"/>
          <ac:spMkLst>
            <pc:docMk/>
            <pc:sldMk cId="1572259855" sldId="900"/>
            <ac:spMk id="98" creationId="{00084E4B-67AD-406C-BCE5-11BB2D96174F}"/>
          </ac:spMkLst>
        </pc:spChg>
        <pc:spChg chg="add mod">
          <ac:chgData name="Minh Huynh" userId="01a137d4-0d81-46e0-aca6-c9185b391828" providerId="ADAL" clId="{18447838-0BCA-432B-86F3-BB78526C143F}" dt="2026-10-12T21:53:42.505" v="2214" actId="1076"/>
          <ac:spMkLst>
            <pc:docMk/>
            <pc:sldMk cId="1572259855" sldId="900"/>
            <ac:spMk id="99" creationId="{E8D2E691-0891-443B-8FF9-2D053A9F71E3}"/>
          </ac:spMkLst>
        </pc:spChg>
        <pc:spChg chg="add mod">
          <ac:chgData name="Minh Huynh" userId="01a137d4-0d81-46e0-aca6-c9185b391828" providerId="ADAL" clId="{18447838-0BCA-432B-86F3-BB78526C143F}" dt="2026-10-12T21:53:42.505" v="2214" actId="1076"/>
          <ac:spMkLst>
            <pc:docMk/>
            <pc:sldMk cId="1572259855" sldId="900"/>
            <ac:spMk id="100" creationId="{A3BF1D4D-579B-4F41-A96E-812F464E839E}"/>
          </ac:spMkLst>
        </pc:spChg>
        <pc:spChg chg="add mod">
          <ac:chgData name="Minh Huynh" userId="01a137d4-0d81-46e0-aca6-c9185b391828" providerId="ADAL" clId="{18447838-0BCA-432B-86F3-BB78526C143F}" dt="2026-10-12T21:53:42.505" v="2214" actId="1076"/>
          <ac:spMkLst>
            <pc:docMk/>
            <pc:sldMk cId="1572259855" sldId="900"/>
            <ac:spMk id="101" creationId="{ADB1EB13-4BE8-4854-B309-0C96D88C67FE}"/>
          </ac:spMkLst>
        </pc:spChg>
        <pc:spChg chg="add mod">
          <ac:chgData name="Minh Huynh" userId="01a137d4-0d81-46e0-aca6-c9185b391828" providerId="ADAL" clId="{18447838-0BCA-432B-86F3-BB78526C143F}" dt="2026-10-12T21:53:42.505" v="2214" actId="1076"/>
          <ac:spMkLst>
            <pc:docMk/>
            <pc:sldMk cId="1572259855" sldId="900"/>
            <ac:spMk id="102" creationId="{1D443D0C-3FD4-40A7-9D65-5F41331FA545}"/>
          </ac:spMkLst>
        </pc:spChg>
        <pc:spChg chg="add mod">
          <ac:chgData name="Minh Huynh" userId="01a137d4-0d81-46e0-aca6-c9185b391828" providerId="ADAL" clId="{18447838-0BCA-432B-86F3-BB78526C143F}" dt="2026-10-12T21:53:42.505" v="2214" actId="1076"/>
          <ac:spMkLst>
            <pc:docMk/>
            <pc:sldMk cId="1572259855" sldId="900"/>
            <ac:spMk id="103" creationId="{2B9A8AE0-96E8-4C2B-A774-1481FBB65B89}"/>
          </ac:spMkLst>
        </pc:spChg>
        <pc:spChg chg="add mod">
          <ac:chgData name="Minh Huynh" userId="01a137d4-0d81-46e0-aca6-c9185b391828" providerId="ADAL" clId="{18447838-0BCA-432B-86F3-BB78526C143F}" dt="2026-10-12T21:53:42.505" v="2214" actId="1076"/>
          <ac:spMkLst>
            <pc:docMk/>
            <pc:sldMk cId="1572259855" sldId="900"/>
            <ac:spMk id="104" creationId="{FF15C818-59D4-4522-8833-371EBDFD1665}"/>
          </ac:spMkLst>
        </pc:spChg>
        <pc:spChg chg="add mod">
          <ac:chgData name="Minh Huynh" userId="01a137d4-0d81-46e0-aca6-c9185b391828" providerId="ADAL" clId="{18447838-0BCA-432B-86F3-BB78526C143F}" dt="2026-10-12T21:53:42.505" v="2214" actId="1076"/>
          <ac:spMkLst>
            <pc:docMk/>
            <pc:sldMk cId="1572259855" sldId="900"/>
            <ac:spMk id="105" creationId="{E6CF411F-1380-4F4F-9AB7-C00595D29714}"/>
          </ac:spMkLst>
        </pc:spChg>
        <pc:spChg chg="add mod">
          <ac:chgData name="Minh Huynh" userId="01a137d4-0d81-46e0-aca6-c9185b391828" providerId="ADAL" clId="{18447838-0BCA-432B-86F3-BB78526C143F}" dt="2026-10-12T21:53:42.505" v="2214" actId="1076"/>
          <ac:spMkLst>
            <pc:docMk/>
            <pc:sldMk cId="1572259855" sldId="900"/>
            <ac:spMk id="106" creationId="{06262F71-8E9B-4E8B-BAC9-518A2BC779BF}"/>
          </ac:spMkLst>
        </pc:spChg>
        <pc:spChg chg="add mod">
          <ac:chgData name="Minh Huynh" userId="01a137d4-0d81-46e0-aca6-c9185b391828" providerId="ADAL" clId="{18447838-0BCA-432B-86F3-BB78526C143F}" dt="2026-10-12T21:53:42.505" v="2214" actId="1076"/>
          <ac:spMkLst>
            <pc:docMk/>
            <pc:sldMk cId="1572259855" sldId="900"/>
            <ac:spMk id="107" creationId="{F2649D6C-8552-4CE2-B9DD-06B336D3C297}"/>
          </ac:spMkLst>
        </pc:spChg>
        <pc:spChg chg="add mod">
          <ac:chgData name="Minh Huynh" userId="01a137d4-0d81-46e0-aca6-c9185b391828" providerId="ADAL" clId="{18447838-0BCA-432B-86F3-BB78526C143F}" dt="2026-10-12T21:53:42.505" v="2214" actId="1076"/>
          <ac:spMkLst>
            <pc:docMk/>
            <pc:sldMk cId="1572259855" sldId="900"/>
            <ac:spMk id="108" creationId="{A3754F7B-EB72-4111-AA04-1B47F01AAA98}"/>
          </ac:spMkLst>
        </pc:spChg>
        <pc:spChg chg="del">
          <ac:chgData name="Minh Huynh" userId="01a137d4-0d81-46e0-aca6-c9185b391828" providerId="ADAL" clId="{18447838-0BCA-432B-86F3-BB78526C143F}" dt="2026-10-12T21:53:27.054" v="2210" actId="478"/>
          <ac:spMkLst>
            <pc:docMk/>
            <pc:sldMk cId="1572259855" sldId="900"/>
            <ac:spMk id="109" creationId="{3D39CCBB-818F-4C2C-A0F1-C483687AD860}"/>
          </ac:spMkLst>
        </pc:spChg>
        <pc:spChg chg="del">
          <ac:chgData name="Minh Huynh" userId="01a137d4-0d81-46e0-aca6-c9185b391828" providerId="ADAL" clId="{18447838-0BCA-432B-86F3-BB78526C143F}" dt="2026-10-12T21:53:27.054" v="2210" actId="478"/>
          <ac:spMkLst>
            <pc:docMk/>
            <pc:sldMk cId="1572259855" sldId="900"/>
            <ac:spMk id="110" creationId="{F0810AB7-887E-4CEE-985B-E801F950FD75}"/>
          </ac:spMkLst>
        </pc:spChg>
        <pc:spChg chg="del">
          <ac:chgData name="Minh Huynh" userId="01a137d4-0d81-46e0-aca6-c9185b391828" providerId="ADAL" clId="{18447838-0BCA-432B-86F3-BB78526C143F}" dt="2026-10-12T21:53:27.054" v="2210" actId="478"/>
          <ac:spMkLst>
            <pc:docMk/>
            <pc:sldMk cId="1572259855" sldId="900"/>
            <ac:spMk id="111" creationId="{8C14A1BE-23D6-4A71-B469-AA85A0AB249E}"/>
          </ac:spMkLst>
        </pc:spChg>
        <pc:spChg chg="del">
          <ac:chgData name="Minh Huynh" userId="01a137d4-0d81-46e0-aca6-c9185b391828" providerId="ADAL" clId="{18447838-0BCA-432B-86F3-BB78526C143F}" dt="2026-10-12T21:53:27.054" v="2210" actId="478"/>
          <ac:spMkLst>
            <pc:docMk/>
            <pc:sldMk cId="1572259855" sldId="900"/>
            <ac:spMk id="112" creationId="{DA270779-A8F0-4C7B-91A9-25376A9819EA}"/>
          </ac:spMkLst>
        </pc:spChg>
        <pc:spChg chg="del">
          <ac:chgData name="Minh Huynh" userId="01a137d4-0d81-46e0-aca6-c9185b391828" providerId="ADAL" clId="{18447838-0BCA-432B-86F3-BB78526C143F}" dt="2026-10-12T21:53:27.054" v="2210" actId="478"/>
          <ac:spMkLst>
            <pc:docMk/>
            <pc:sldMk cId="1572259855" sldId="900"/>
            <ac:spMk id="113" creationId="{8B9A20E8-B4EB-4D8E-B1CD-95786CEF4741}"/>
          </ac:spMkLst>
        </pc:spChg>
        <pc:spChg chg="del">
          <ac:chgData name="Minh Huynh" userId="01a137d4-0d81-46e0-aca6-c9185b391828" providerId="ADAL" clId="{18447838-0BCA-432B-86F3-BB78526C143F}" dt="2026-10-12T21:53:27.054" v="2210" actId="478"/>
          <ac:spMkLst>
            <pc:docMk/>
            <pc:sldMk cId="1572259855" sldId="900"/>
            <ac:spMk id="114" creationId="{3D649E51-293D-4A75-8A32-668C87119407}"/>
          </ac:spMkLst>
        </pc:spChg>
        <pc:spChg chg="del">
          <ac:chgData name="Minh Huynh" userId="01a137d4-0d81-46e0-aca6-c9185b391828" providerId="ADAL" clId="{18447838-0BCA-432B-86F3-BB78526C143F}" dt="2026-10-12T21:53:27.054" v="2210" actId="478"/>
          <ac:spMkLst>
            <pc:docMk/>
            <pc:sldMk cId="1572259855" sldId="900"/>
            <ac:spMk id="115" creationId="{BB84CD00-8CF5-4A7D-B233-10B5631A61B3}"/>
          </ac:spMkLst>
        </pc:spChg>
        <pc:spChg chg="del">
          <ac:chgData name="Minh Huynh" userId="01a137d4-0d81-46e0-aca6-c9185b391828" providerId="ADAL" clId="{18447838-0BCA-432B-86F3-BB78526C143F}" dt="2026-10-12T21:53:27.054" v="2210" actId="478"/>
          <ac:spMkLst>
            <pc:docMk/>
            <pc:sldMk cId="1572259855" sldId="900"/>
            <ac:spMk id="116" creationId="{FC78B74D-A1C5-4F32-93D6-361679E758D7}"/>
          </ac:spMkLst>
        </pc:spChg>
        <pc:spChg chg="del">
          <ac:chgData name="Minh Huynh" userId="01a137d4-0d81-46e0-aca6-c9185b391828" providerId="ADAL" clId="{18447838-0BCA-432B-86F3-BB78526C143F}" dt="2026-10-12T21:53:27.054" v="2210" actId="478"/>
          <ac:spMkLst>
            <pc:docMk/>
            <pc:sldMk cId="1572259855" sldId="900"/>
            <ac:spMk id="117" creationId="{43AF4A22-2BCC-4A91-B0D7-D0EAD58769F8}"/>
          </ac:spMkLst>
        </pc:spChg>
        <pc:spChg chg="del">
          <ac:chgData name="Minh Huynh" userId="01a137d4-0d81-46e0-aca6-c9185b391828" providerId="ADAL" clId="{18447838-0BCA-432B-86F3-BB78526C143F}" dt="2026-10-12T21:53:27.054" v="2210" actId="478"/>
          <ac:spMkLst>
            <pc:docMk/>
            <pc:sldMk cId="1572259855" sldId="900"/>
            <ac:spMk id="118" creationId="{26F7F4D0-F82B-479D-BE73-C57D24929D87}"/>
          </ac:spMkLst>
        </pc:spChg>
        <pc:spChg chg="del">
          <ac:chgData name="Minh Huynh" userId="01a137d4-0d81-46e0-aca6-c9185b391828" providerId="ADAL" clId="{18447838-0BCA-432B-86F3-BB78526C143F}" dt="2026-10-12T21:53:27.054" v="2210" actId="478"/>
          <ac:spMkLst>
            <pc:docMk/>
            <pc:sldMk cId="1572259855" sldId="900"/>
            <ac:spMk id="119" creationId="{8FA59F90-3109-4ACB-8BBC-368F3EECF04F}"/>
          </ac:spMkLst>
        </pc:spChg>
        <pc:spChg chg="del">
          <ac:chgData name="Minh Huynh" userId="01a137d4-0d81-46e0-aca6-c9185b391828" providerId="ADAL" clId="{18447838-0BCA-432B-86F3-BB78526C143F}" dt="2026-10-12T21:53:27.054" v="2210" actId="478"/>
          <ac:spMkLst>
            <pc:docMk/>
            <pc:sldMk cId="1572259855" sldId="900"/>
            <ac:spMk id="120" creationId="{208231C7-54E8-4C15-A4B7-9F19F10DF278}"/>
          </ac:spMkLst>
        </pc:spChg>
        <pc:spChg chg="del">
          <ac:chgData name="Minh Huynh" userId="01a137d4-0d81-46e0-aca6-c9185b391828" providerId="ADAL" clId="{18447838-0BCA-432B-86F3-BB78526C143F}" dt="2026-10-12T21:53:27.054" v="2210" actId="478"/>
          <ac:spMkLst>
            <pc:docMk/>
            <pc:sldMk cId="1572259855" sldId="900"/>
            <ac:spMk id="121" creationId="{58B9E9C3-3A9C-48CC-B2B2-D7404856E10D}"/>
          </ac:spMkLst>
        </pc:spChg>
        <pc:spChg chg="del">
          <ac:chgData name="Minh Huynh" userId="01a137d4-0d81-46e0-aca6-c9185b391828" providerId="ADAL" clId="{18447838-0BCA-432B-86F3-BB78526C143F}" dt="2026-10-12T21:53:27.054" v="2210" actId="478"/>
          <ac:spMkLst>
            <pc:docMk/>
            <pc:sldMk cId="1572259855" sldId="900"/>
            <ac:spMk id="122" creationId="{720A4586-7609-4D23-90F5-A532E75A06A0}"/>
          </ac:spMkLst>
        </pc:spChg>
        <pc:spChg chg="del">
          <ac:chgData name="Minh Huynh" userId="01a137d4-0d81-46e0-aca6-c9185b391828" providerId="ADAL" clId="{18447838-0BCA-432B-86F3-BB78526C143F}" dt="2026-10-12T21:53:27.054" v="2210" actId="478"/>
          <ac:spMkLst>
            <pc:docMk/>
            <pc:sldMk cId="1572259855" sldId="900"/>
            <ac:spMk id="123" creationId="{1EE6A027-EBE3-492F-A9D8-A7CF22F1ADE3}"/>
          </ac:spMkLst>
        </pc:spChg>
        <pc:spChg chg="del">
          <ac:chgData name="Minh Huynh" userId="01a137d4-0d81-46e0-aca6-c9185b391828" providerId="ADAL" clId="{18447838-0BCA-432B-86F3-BB78526C143F}" dt="2026-10-12T21:53:27.054" v="2210" actId="478"/>
          <ac:spMkLst>
            <pc:docMk/>
            <pc:sldMk cId="1572259855" sldId="900"/>
            <ac:spMk id="124" creationId="{70CDC884-6E92-4AB0-AAE1-44134FF18D8A}"/>
          </ac:spMkLst>
        </pc:spChg>
        <pc:spChg chg="del">
          <ac:chgData name="Minh Huynh" userId="01a137d4-0d81-46e0-aca6-c9185b391828" providerId="ADAL" clId="{18447838-0BCA-432B-86F3-BB78526C143F}" dt="2026-10-12T21:53:27.054" v="2210" actId="478"/>
          <ac:spMkLst>
            <pc:docMk/>
            <pc:sldMk cId="1572259855" sldId="900"/>
            <ac:spMk id="125" creationId="{C36F9355-E55C-4F29-9998-E17F4C767094}"/>
          </ac:spMkLst>
        </pc:spChg>
        <pc:spChg chg="del">
          <ac:chgData name="Minh Huynh" userId="01a137d4-0d81-46e0-aca6-c9185b391828" providerId="ADAL" clId="{18447838-0BCA-432B-86F3-BB78526C143F}" dt="2026-10-12T21:53:27.054" v="2210" actId="478"/>
          <ac:spMkLst>
            <pc:docMk/>
            <pc:sldMk cId="1572259855" sldId="900"/>
            <ac:spMk id="126" creationId="{F1C80EEF-F4E0-4202-ABF8-897A5B1974C9}"/>
          </ac:spMkLst>
        </pc:spChg>
        <pc:spChg chg="del">
          <ac:chgData name="Minh Huynh" userId="01a137d4-0d81-46e0-aca6-c9185b391828" providerId="ADAL" clId="{18447838-0BCA-432B-86F3-BB78526C143F}" dt="2026-10-12T21:53:27.054" v="2210" actId="478"/>
          <ac:spMkLst>
            <pc:docMk/>
            <pc:sldMk cId="1572259855" sldId="900"/>
            <ac:spMk id="127" creationId="{28ECCE3F-B26C-4D7F-9734-016D658D7791}"/>
          </ac:spMkLst>
        </pc:spChg>
        <pc:spChg chg="del">
          <ac:chgData name="Minh Huynh" userId="01a137d4-0d81-46e0-aca6-c9185b391828" providerId="ADAL" clId="{18447838-0BCA-432B-86F3-BB78526C143F}" dt="2026-10-12T21:53:27.054" v="2210" actId="478"/>
          <ac:spMkLst>
            <pc:docMk/>
            <pc:sldMk cId="1572259855" sldId="900"/>
            <ac:spMk id="128" creationId="{AC2159AF-D14C-4BE5-8BBF-ED4ABD6F422F}"/>
          </ac:spMkLst>
        </pc:spChg>
        <pc:spChg chg="del">
          <ac:chgData name="Minh Huynh" userId="01a137d4-0d81-46e0-aca6-c9185b391828" providerId="ADAL" clId="{18447838-0BCA-432B-86F3-BB78526C143F}" dt="2026-10-12T21:53:27.054" v="2210" actId="478"/>
          <ac:spMkLst>
            <pc:docMk/>
            <pc:sldMk cId="1572259855" sldId="900"/>
            <ac:spMk id="129" creationId="{C02D6605-D919-4520-B5EB-A6BF078F19A1}"/>
          </ac:spMkLst>
        </pc:spChg>
        <pc:spChg chg="del">
          <ac:chgData name="Minh Huynh" userId="01a137d4-0d81-46e0-aca6-c9185b391828" providerId="ADAL" clId="{18447838-0BCA-432B-86F3-BB78526C143F}" dt="2026-10-12T21:53:27.054" v="2210" actId="478"/>
          <ac:spMkLst>
            <pc:docMk/>
            <pc:sldMk cId="1572259855" sldId="900"/>
            <ac:spMk id="130" creationId="{0CC0B17D-A966-446E-843A-8C9DA02AB9C0}"/>
          </ac:spMkLst>
        </pc:spChg>
        <pc:spChg chg="del">
          <ac:chgData name="Minh Huynh" userId="01a137d4-0d81-46e0-aca6-c9185b391828" providerId="ADAL" clId="{18447838-0BCA-432B-86F3-BB78526C143F}" dt="2026-10-12T21:53:27.054" v="2210" actId="478"/>
          <ac:spMkLst>
            <pc:docMk/>
            <pc:sldMk cId="1572259855" sldId="900"/>
            <ac:spMk id="131" creationId="{36EBA0CB-78DD-4264-B31A-444991CA79D8}"/>
          </ac:spMkLst>
        </pc:spChg>
        <pc:spChg chg="del">
          <ac:chgData name="Minh Huynh" userId="01a137d4-0d81-46e0-aca6-c9185b391828" providerId="ADAL" clId="{18447838-0BCA-432B-86F3-BB78526C143F}" dt="2026-10-12T21:53:27.054" v="2210" actId="478"/>
          <ac:spMkLst>
            <pc:docMk/>
            <pc:sldMk cId="1572259855" sldId="900"/>
            <ac:spMk id="132" creationId="{8C5E9F7D-FCC9-468A-9459-8BF7BC235CEF}"/>
          </ac:spMkLst>
        </pc:spChg>
        <pc:spChg chg="del">
          <ac:chgData name="Minh Huynh" userId="01a137d4-0d81-46e0-aca6-c9185b391828" providerId="ADAL" clId="{18447838-0BCA-432B-86F3-BB78526C143F}" dt="2026-10-12T21:53:27.054" v="2210" actId="478"/>
          <ac:spMkLst>
            <pc:docMk/>
            <pc:sldMk cId="1572259855" sldId="900"/>
            <ac:spMk id="133" creationId="{328ABEDB-6DD7-4DDE-997C-7FBF738D14C9}"/>
          </ac:spMkLst>
        </pc:spChg>
        <pc:spChg chg="del">
          <ac:chgData name="Minh Huynh" userId="01a137d4-0d81-46e0-aca6-c9185b391828" providerId="ADAL" clId="{18447838-0BCA-432B-86F3-BB78526C143F}" dt="2026-10-12T21:53:27.054" v="2210" actId="478"/>
          <ac:spMkLst>
            <pc:docMk/>
            <pc:sldMk cId="1572259855" sldId="900"/>
            <ac:spMk id="134" creationId="{32743519-AA83-43F1-ADE0-6DD3E0C0218E}"/>
          </ac:spMkLst>
        </pc:spChg>
        <pc:spChg chg="del">
          <ac:chgData name="Minh Huynh" userId="01a137d4-0d81-46e0-aca6-c9185b391828" providerId="ADAL" clId="{18447838-0BCA-432B-86F3-BB78526C143F}" dt="2026-10-12T21:53:27.054" v="2210" actId="478"/>
          <ac:spMkLst>
            <pc:docMk/>
            <pc:sldMk cId="1572259855" sldId="900"/>
            <ac:spMk id="135" creationId="{DAC1265D-48B0-4EF6-9E5F-C8B095DA93F7}"/>
          </ac:spMkLst>
        </pc:spChg>
        <pc:spChg chg="del">
          <ac:chgData name="Minh Huynh" userId="01a137d4-0d81-46e0-aca6-c9185b391828" providerId="ADAL" clId="{18447838-0BCA-432B-86F3-BB78526C143F}" dt="2026-10-12T21:53:27.054" v="2210" actId="478"/>
          <ac:spMkLst>
            <pc:docMk/>
            <pc:sldMk cId="1572259855" sldId="900"/>
            <ac:spMk id="136" creationId="{B2D86BC5-52CB-4A8D-B0A2-5DFFEA5CAFA8}"/>
          </ac:spMkLst>
        </pc:spChg>
        <pc:spChg chg="del">
          <ac:chgData name="Minh Huynh" userId="01a137d4-0d81-46e0-aca6-c9185b391828" providerId="ADAL" clId="{18447838-0BCA-432B-86F3-BB78526C143F}" dt="2026-10-12T21:53:27.054" v="2210" actId="478"/>
          <ac:spMkLst>
            <pc:docMk/>
            <pc:sldMk cId="1572259855" sldId="900"/>
            <ac:spMk id="137" creationId="{8A028BDE-3F0D-42CD-9980-B641A1CD684D}"/>
          </ac:spMkLst>
        </pc:spChg>
        <pc:spChg chg="del">
          <ac:chgData name="Minh Huynh" userId="01a137d4-0d81-46e0-aca6-c9185b391828" providerId="ADAL" clId="{18447838-0BCA-432B-86F3-BB78526C143F}" dt="2026-10-12T21:53:27.054" v="2210" actId="478"/>
          <ac:spMkLst>
            <pc:docMk/>
            <pc:sldMk cId="1572259855" sldId="900"/>
            <ac:spMk id="138" creationId="{231536C3-9E58-49BE-A46B-4F5AD969218C}"/>
          </ac:spMkLst>
        </pc:spChg>
        <pc:spChg chg="del">
          <ac:chgData name="Minh Huynh" userId="01a137d4-0d81-46e0-aca6-c9185b391828" providerId="ADAL" clId="{18447838-0BCA-432B-86F3-BB78526C143F}" dt="2026-10-12T21:53:27.054" v="2210" actId="478"/>
          <ac:spMkLst>
            <pc:docMk/>
            <pc:sldMk cId="1572259855" sldId="900"/>
            <ac:spMk id="139" creationId="{BB7BDFF3-160E-4508-A5C1-D1FD45994602}"/>
          </ac:spMkLst>
        </pc:spChg>
        <pc:spChg chg="del">
          <ac:chgData name="Minh Huynh" userId="01a137d4-0d81-46e0-aca6-c9185b391828" providerId="ADAL" clId="{18447838-0BCA-432B-86F3-BB78526C143F}" dt="2026-10-12T21:53:27.054" v="2210" actId="478"/>
          <ac:spMkLst>
            <pc:docMk/>
            <pc:sldMk cId="1572259855" sldId="900"/>
            <ac:spMk id="140" creationId="{5726F58C-EB48-458B-BC16-727F6423FD1C}"/>
          </ac:spMkLst>
        </pc:spChg>
        <pc:spChg chg="del">
          <ac:chgData name="Minh Huynh" userId="01a137d4-0d81-46e0-aca6-c9185b391828" providerId="ADAL" clId="{18447838-0BCA-432B-86F3-BB78526C143F}" dt="2026-10-12T21:53:27.054" v="2210" actId="478"/>
          <ac:spMkLst>
            <pc:docMk/>
            <pc:sldMk cId="1572259855" sldId="900"/>
            <ac:spMk id="141" creationId="{C01A2791-5FBA-4B1A-B5ED-4E4CEF488E57}"/>
          </ac:spMkLst>
        </pc:spChg>
        <pc:spChg chg="del">
          <ac:chgData name="Minh Huynh" userId="01a137d4-0d81-46e0-aca6-c9185b391828" providerId="ADAL" clId="{18447838-0BCA-432B-86F3-BB78526C143F}" dt="2026-10-12T21:53:27.054" v="2210" actId="478"/>
          <ac:spMkLst>
            <pc:docMk/>
            <pc:sldMk cId="1572259855" sldId="900"/>
            <ac:spMk id="142" creationId="{B738D2B9-DB79-4B80-8727-91E25C4E14B6}"/>
          </ac:spMkLst>
        </pc:spChg>
        <pc:spChg chg="del">
          <ac:chgData name="Minh Huynh" userId="01a137d4-0d81-46e0-aca6-c9185b391828" providerId="ADAL" clId="{18447838-0BCA-432B-86F3-BB78526C143F}" dt="2026-10-12T21:53:27.054" v="2210" actId="478"/>
          <ac:spMkLst>
            <pc:docMk/>
            <pc:sldMk cId="1572259855" sldId="900"/>
            <ac:spMk id="143" creationId="{49AA32A9-21E7-4464-87CA-C24C95379201}"/>
          </ac:spMkLst>
        </pc:spChg>
        <pc:spChg chg="del">
          <ac:chgData name="Minh Huynh" userId="01a137d4-0d81-46e0-aca6-c9185b391828" providerId="ADAL" clId="{18447838-0BCA-432B-86F3-BB78526C143F}" dt="2026-10-12T21:53:27.054" v="2210" actId="478"/>
          <ac:spMkLst>
            <pc:docMk/>
            <pc:sldMk cId="1572259855" sldId="900"/>
            <ac:spMk id="144" creationId="{97DD5D34-DCC0-4FC2-9865-09919F320786}"/>
          </ac:spMkLst>
        </pc:spChg>
        <pc:spChg chg="del">
          <ac:chgData name="Minh Huynh" userId="01a137d4-0d81-46e0-aca6-c9185b391828" providerId="ADAL" clId="{18447838-0BCA-432B-86F3-BB78526C143F}" dt="2026-10-12T21:53:27.054" v="2210" actId="478"/>
          <ac:spMkLst>
            <pc:docMk/>
            <pc:sldMk cId="1572259855" sldId="900"/>
            <ac:spMk id="145" creationId="{6ABE33D3-8E8E-4407-89A4-1146CAB6DFFF}"/>
          </ac:spMkLst>
        </pc:spChg>
        <pc:spChg chg="del">
          <ac:chgData name="Minh Huynh" userId="01a137d4-0d81-46e0-aca6-c9185b391828" providerId="ADAL" clId="{18447838-0BCA-432B-86F3-BB78526C143F}" dt="2026-10-12T21:53:27.054" v="2210" actId="478"/>
          <ac:spMkLst>
            <pc:docMk/>
            <pc:sldMk cId="1572259855" sldId="900"/>
            <ac:spMk id="146" creationId="{9F406BE7-BB42-4381-B919-C99F906C68A8}"/>
          </ac:spMkLst>
        </pc:spChg>
        <pc:spChg chg="del">
          <ac:chgData name="Minh Huynh" userId="01a137d4-0d81-46e0-aca6-c9185b391828" providerId="ADAL" clId="{18447838-0BCA-432B-86F3-BB78526C143F}" dt="2026-10-12T21:53:27.054" v="2210" actId="478"/>
          <ac:spMkLst>
            <pc:docMk/>
            <pc:sldMk cId="1572259855" sldId="900"/>
            <ac:spMk id="147" creationId="{9190E31B-21C1-4752-80DC-EB225F8B8FE7}"/>
          </ac:spMkLst>
        </pc:spChg>
        <pc:spChg chg="del">
          <ac:chgData name="Minh Huynh" userId="01a137d4-0d81-46e0-aca6-c9185b391828" providerId="ADAL" clId="{18447838-0BCA-432B-86F3-BB78526C143F}" dt="2026-10-12T21:53:27.054" v="2210" actId="478"/>
          <ac:spMkLst>
            <pc:docMk/>
            <pc:sldMk cId="1572259855" sldId="900"/>
            <ac:spMk id="148" creationId="{FD5DD199-737A-495E-88C7-4539D7CCD69A}"/>
          </ac:spMkLst>
        </pc:spChg>
        <pc:spChg chg="add mod">
          <ac:chgData name="Minh Huynh" userId="01a137d4-0d81-46e0-aca6-c9185b391828" providerId="ADAL" clId="{18447838-0BCA-432B-86F3-BB78526C143F}" dt="2026-10-12T21:53:42.505" v="2214" actId="1076"/>
          <ac:spMkLst>
            <pc:docMk/>
            <pc:sldMk cId="1572259855" sldId="900"/>
            <ac:spMk id="149" creationId="{21DFD56D-3523-4608-9402-BFB284590709}"/>
          </ac:spMkLst>
        </pc:spChg>
        <pc:spChg chg="add mod">
          <ac:chgData name="Minh Huynh" userId="01a137d4-0d81-46e0-aca6-c9185b391828" providerId="ADAL" clId="{18447838-0BCA-432B-86F3-BB78526C143F}" dt="2026-10-12T21:53:42.505" v="2214" actId="1076"/>
          <ac:spMkLst>
            <pc:docMk/>
            <pc:sldMk cId="1572259855" sldId="900"/>
            <ac:spMk id="150" creationId="{6DBAB6A7-C461-484C-ADB3-AABA62871EAB}"/>
          </ac:spMkLst>
        </pc:spChg>
        <pc:spChg chg="add mod">
          <ac:chgData name="Minh Huynh" userId="01a137d4-0d81-46e0-aca6-c9185b391828" providerId="ADAL" clId="{18447838-0BCA-432B-86F3-BB78526C143F}" dt="2026-10-12T21:53:42.505" v="2214" actId="1076"/>
          <ac:spMkLst>
            <pc:docMk/>
            <pc:sldMk cId="1572259855" sldId="900"/>
            <ac:spMk id="151" creationId="{90614140-0FC7-4B2C-AC00-25A3D449D757}"/>
          </ac:spMkLst>
        </pc:spChg>
        <pc:spChg chg="add mod">
          <ac:chgData name="Minh Huynh" userId="01a137d4-0d81-46e0-aca6-c9185b391828" providerId="ADAL" clId="{18447838-0BCA-432B-86F3-BB78526C143F}" dt="2026-10-12T21:53:42.505" v="2214" actId="1076"/>
          <ac:spMkLst>
            <pc:docMk/>
            <pc:sldMk cId="1572259855" sldId="900"/>
            <ac:spMk id="152" creationId="{A39311CA-B5A0-452F-8DE5-15587543E5DB}"/>
          </ac:spMkLst>
        </pc:spChg>
        <pc:spChg chg="add mod">
          <ac:chgData name="Minh Huynh" userId="01a137d4-0d81-46e0-aca6-c9185b391828" providerId="ADAL" clId="{18447838-0BCA-432B-86F3-BB78526C143F}" dt="2026-10-12T21:53:42.505" v="2214" actId="1076"/>
          <ac:spMkLst>
            <pc:docMk/>
            <pc:sldMk cId="1572259855" sldId="900"/>
            <ac:spMk id="153" creationId="{CC4135C1-925C-4734-8A19-3FA170BED018}"/>
          </ac:spMkLst>
        </pc:spChg>
        <pc:spChg chg="add mod">
          <ac:chgData name="Minh Huynh" userId="01a137d4-0d81-46e0-aca6-c9185b391828" providerId="ADAL" clId="{18447838-0BCA-432B-86F3-BB78526C143F}" dt="2026-10-12T21:53:42.505" v="2214" actId="1076"/>
          <ac:spMkLst>
            <pc:docMk/>
            <pc:sldMk cId="1572259855" sldId="900"/>
            <ac:spMk id="154" creationId="{E50D65BB-3A00-40D4-BEB3-639AF96917D6}"/>
          </ac:spMkLst>
        </pc:spChg>
        <pc:spChg chg="add mod">
          <ac:chgData name="Minh Huynh" userId="01a137d4-0d81-46e0-aca6-c9185b391828" providerId="ADAL" clId="{18447838-0BCA-432B-86F3-BB78526C143F}" dt="2026-10-12T21:53:42.505" v="2214" actId="1076"/>
          <ac:spMkLst>
            <pc:docMk/>
            <pc:sldMk cId="1572259855" sldId="900"/>
            <ac:spMk id="155" creationId="{F88CA61F-761B-40D0-9A17-10D593B3247F}"/>
          </ac:spMkLst>
        </pc:spChg>
        <pc:spChg chg="add mod">
          <ac:chgData name="Minh Huynh" userId="01a137d4-0d81-46e0-aca6-c9185b391828" providerId="ADAL" clId="{18447838-0BCA-432B-86F3-BB78526C143F}" dt="2026-10-12T21:53:42.505" v="2214" actId="1076"/>
          <ac:spMkLst>
            <pc:docMk/>
            <pc:sldMk cId="1572259855" sldId="900"/>
            <ac:spMk id="156" creationId="{6C3D556A-27F9-499F-A789-55B42F8AB778}"/>
          </ac:spMkLst>
        </pc:spChg>
        <pc:spChg chg="add mod">
          <ac:chgData name="Minh Huynh" userId="01a137d4-0d81-46e0-aca6-c9185b391828" providerId="ADAL" clId="{18447838-0BCA-432B-86F3-BB78526C143F}" dt="2026-10-12T21:53:42.505" v="2214" actId="1076"/>
          <ac:spMkLst>
            <pc:docMk/>
            <pc:sldMk cId="1572259855" sldId="900"/>
            <ac:spMk id="157" creationId="{A38F0726-2FB3-4CE1-AB85-658E951878E0}"/>
          </ac:spMkLst>
        </pc:spChg>
        <pc:spChg chg="add mod">
          <ac:chgData name="Minh Huynh" userId="01a137d4-0d81-46e0-aca6-c9185b391828" providerId="ADAL" clId="{18447838-0BCA-432B-86F3-BB78526C143F}" dt="2026-10-12T21:53:42.505" v="2214" actId="1076"/>
          <ac:spMkLst>
            <pc:docMk/>
            <pc:sldMk cId="1572259855" sldId="900"/>
            <ac:spMk id="158" creationId="{9A532184-9FAF-442F-A2B6-22F5DE3F3A1C}"/>
          </ac:spMkLst>
        </pc:spChg>
        <pc:spChg chg="add mod">
          <ac:chgData name="Minh Huynh" userId="01a137d4-0d81-46e0-aca6-c9185b391828" providerId="ADAL" clId="{18447838-0BCA-432B-86F3-BB78526C143F}" dt="2026-10-12T21:53:42.505" v="2214" actId="1076"/>
          <ac:spMkLst>
            <pc:docMk/>
            <pc:sldMk cId="1572259855" sldId="900"/>
            <ac:spMk id="159" creationId="{5A86A892-1579-4A9B-8153-0B7325B32AB9}"/>
          </ac:spMkLst>
        </pc:spChg>
        <pc:spChg chg="add mod">
          <ac:chgData name="Minh Huynh" userId="01a137d4-0d81-46e0-aca6-c9185b391828" providerId="ADAL" clId="{18447838-0BCA-432B-86F3-BB78526C143F}" dt="2026-10-12T21:53:42.505" v="2214" actId="1076"/>
          <ac:spMkLst>
            <pc:docMk/>
            <pc:sldMk cId="1572259855" sldId="900"/>
            <ac:spMk id="160" creationId="{BBAAE345-78C0-4389-A2C3-163D462D2335}"/>
          </ac:spMkLst>
        </pc:spChg>
        <pc:spChg chg="add mod">
          <ac:chgData name="Minh Huynh" userId="01a137d4-0d81-46e0-aca6-c9185b391828" providerId="ADAL" clId="{18447838-0BCA-432B-86F3-BB78526C143F}" dt="2026-10-12T21:53:42.505" v="2214" actId="1076"/>
          <ac:spMkLst>
            <pc:docMk/>
            <pc:sldMk cId="1572259855" sldId="900"/>
            <ac:spMk id="161" creationId="{3B9021A5-D70D-44D9-8FD2-334714F68809}"/>
          </ac:spMkLst>
        </pc:spChg>
        <pc:spChg chg="add mod">
          <ac:chgData name="Minh Huynh" userId="01a137d4-0d81-46e0-aca6-c9185b391828" providerId="ADAL" clId="{18447838-0BCA-432B-86F3-BB78526C143F}" dt="2026-10-12T21:53:42.505" v="2214" actId="1076"/>
          <ac:spMkLst>
            <pc:docMk/>
            <pc:sldMk cId="1572259855" sldId="900"/>
            <ac:spMk id="162" creationId="{7CE1599A-9562-41D5-8D00-D2CC724664C8}"/>
          </ac:spMkLst>
        </pc:spChg>
        <pc:spChg chg="add mod">
          <ac:chgData name="Minh Huynh" userId="01a137d4-0d81-46e0-aca6-c9185b391828" providerId="ADAL" clId="{18447838-0BCA-432B-86F3-BB78526C143F}" dt="2026-10-12T21:53:42.505" v="2214" actId="1076"/>
          <ac:spMkLst>
            <pc:docMk/>
            <pc:sldMk cId="1572259855" sldId="900"/>
            <ac:spMk id="163" creationId="{919F206C-7941-4701-A201-F83FBE7FA58D}"/>
          </ac:spMkLst>
        </pc:spChg>
        <pc:spChg chg="add mod">
          <ac:chgData name="Minh Huynh" userId="01a137d4-0d81-46e0-aca6-c9185b391828" providerId="ADAL" clId="{18447838-0BCA-432B-86F3-BB78526C143F}" dt="2026-10-12T21:53:42.505" v="2214" actId="1076"/>
          <ac:spMkLst>
            <pc:docMk/>
            <pc:sldMk cId="1572259855" sldId="900"/>
            <ac:spMk id="164" creationId="{EB101FD7-1E88-42E7-B8F3-03B503462AE1}"/>
          </ac:spMkLst>
        </pc:spChg>
        <pc:spChg chg="add mod">
          <ac:chgData name="Minh Huynh" userId="01a137d4-0d81-46e0-aca6-c9185b391828" providerId="ADAL" clId="{18447838-0BCA-432B-86F3-BB78526C143F}" dt="2026-10-12T21:53:42.505" v="2214" actId="1076"/>
          <ac:spMkLst>
            <pc:docMk/>
            <pc:sldMk cId="1572259855" sldId="900"/>
            <ac:spMk id="165" creationId="{BA151476-867D-404B-BC73-2F03730FC3EF}"/>
          </ac:spMkLst>
        </pc:spChg>
        <pc:spChg chg="add mod">
          <ac:chgData name="Minh Huynh" userId="01a137d4-0d81-46e0-aca6-c9185b391828" providerId="ADAL" clId="{18447838-0BCA-432B-86F3-BB78526C143F}" dt="2026-10-12T21:53:42.505" v="2214" actId="1076"/>
          <ac:spMkLst>
            <pc:docMk/>
            <pc:sldMk cId="1572259855" sldId="900"/>
            <ac:spMk id="166" creationId="{E4C53C5F-A54D-401E-8FE0-1CAF2FB857D7}"/>
          </ac:spMkLst>
        </pc:spChg>
        <pc:spChg chg="add mod">
          <ac:chgData name="Minh Huynh" userId="01a137d4-0d81-46e0-aca6-c9185b391828" providerId="ADAL" clId="{18447838-0BCA-432B-86F3-BB78526C143F}" dt="2026-10-12T21:53:42.505" v="2214" actId="1076"/>
          <ac:spMkLst>
            <pc:docMk/>
            <pc:sldMk cId="1572259855" sldId="900"/>
            <ac:spMk id="167" creationId="{675DDA17-543F-4915-AA09-F64037DC075E}"/>
          </ac:spMkLst>
        </pc:spChg>
        <pc:spChg chg="add mod">
          <ac:chgData name="Minh Huynh" userId="01a137d4-0d81-46e0-aca6-c9185b391828" providerId="ADAL" clId="{18447838-0BCA-432B-86F3-BB78526C143F}" dt="2026-10-12T21:53:42.505" v="2214" actId="1076"/>
          <ac:spMkLst>
            <pc:docMk/>
            <pc:sldMk cId="1572259855" sldId="900"/>
            <ac:spMk id="168" creationId="{D3B8DB5D-B3EF-4ADB-B873-D530E075329A}"/>
          </ac:spMkLst>
        </pc:spChg>
        <pc:spChg chg="add mod">
          <ac:chgData name="Minh Huynh" userId="01a137d4-0d81-46e0-aca6-c9185b391828" providerId="ADAL" clId="{18447838-0BCA-432B-86F3-BB78526C143F}" dt="2026-10-12T21:53:42.505" v="2214" actId="1076"/>
          <ac:spMkLst>
            <pc:docMk/>
            <pc:sldMk cId="1572259855" sldId="900"/>
            <ac:spMk id="169" creationId="{02C300F5-1222-4D33-97BD-57965A511AF5}"/>
          </ac:spMkLst>
        </pc:spChg>
        <pc:spChg chg="add mod">
          <ac:chgData name="Minh Huynh" userId="01a137d4-0d81-46e0-aca6-c9185b391828" providerId="ADAL" clId="{18447838-0BCA-432B-86F3-BB78526C143F}" dt="2026-10-12T21:53:42.505" v="2214" actId="1076"/>
          <ac:spMkLst>
            <pc:docMk/>
            <pc:sldMk cId="1572259855" sldId="900"/>
            <ac:spMk id="170" creationId="{89D33540-E4B3-45BB-9DE8-CB56F094F072}"/>
          </ac:spMkLst>
        </pc:spChg>
      </pc:sldChg>
      <pc:sldChg chg="del">
        <pc:chgData name="Minh Huynh" userId="01a137d4-0d81-46e0-aca6-c9185b391828" providerId="ADAL" clId="{18447838-0BCA-432B-86F3-BB78526C143F}" dt="2026-10-12T12:12:45.996" v="0" actId="47"/>
        <pc:sldMkLst>
          <pc:docMk/>
          <pc:sldMk cId="3070512887" sldId="900"/>
        </pc:sldMkLst>
      </pc:sldChg>
      <pc:sldChg chg="addSp delSp modSp add mod">
        <pc:chgData name="Minh Huynh" userId="01a137d4-0d81-46e0-aca6-c9185b391828" providerId="ADAL" clId="{18447838-0BCA-432B-86F3-BB78526C143F}" dt="2026-10-12T21:58:38.944" v="2364" actId="20577"/>
        <pc:sldMkLst>
          <pc:docMk/>
          <pc:sldMk cId="232970683" sldId="901"/>
        </pc:sldMkLst>
        <pc:spChg chg="mod">
          <ac:chgData name="Minh Huynh" userId="01a137d4-0d81-46e0-aca6-c9185b391828" providerId="ADAL" clId="{18447838-0BCA-432B-86F3-BB78526C143F}" dt="2026-10-12T21:56:16.067" v="2332" actId="20577"/>
          <ac:spMkLst>
            <pc:docMk/>
            <pc:sldMk cId="232970683" sldId="901"/>
            <ac:spMk id="4" creationId="{7BC73E8E-0D58-4B4B-A5C4-A8AE38997407}"/>
          </ac:spMkLst>
        </pc:spChg>
        <pc:spChg chg="add del mod">
          <ac:chgData name="Minh Huynh" userId="01a137d4-0d81-46e0-aca6-c9185b391828" providerId="ADAL" clId="{18447838-0BCA-432B-86F3-BB78526C143F}" dt="2026-10-12T21:56:25.478" v="2335"/>
          <ac:spMkLst>
            <pc:docMk/>
            <pc:sldMk cId="232970683" sldId="901"/>
            <ac:spMk id="47" creationId="{2199A702-03D6-415E-8F03-8F1BB33C3D45}"/>
          </ac:spMkLst>
        </pc:spChg>
        <pc:spChg chg="add del mod">
          <ac:chgData name="Minh Huynh" userId="01a137d4-0d81-46e0-aca6-c9185b391828" providerId="ADAL" clId="{18447838-0BCA-432B-86F3-BB78526C143F}" dt="2026-10-12T21:56:25.478" v="2335"/>
          <ac:spMkLst>
            <pc:docMk/>
            <pc:sldMk cId="232970683" sldId="901"/>
            <ac:spMk id="48" creationId="{C40C5762-B1B7-40DE-B23D-153CE17158AA}"/>
          </ac:spMkLst>
        </pc:spChg>
        <pc:spChg chg="add del mod">
          <ac:chgData name="Minh Huynh" userId="01a137d4-0d81-46e0-aca6-c9185b391828" providerId="ADAL" clId="{18447838-0BCA-432B-86F3-BB78526C143F}" dt="2026-10-12T21:56:25.478" v="2335"/>
          <ac:spMkLst>
            <pc:docMk/>
            <pc:sldMk cId="232970683" sldId="901"/>
            <ac:spMk id="49" creationId="{E7F43684-6224-4F98-AB05-C1C8FBB5F856}"/>
          </ac:spMkLst>
        </pc:spChg>
        <pc:spChg chg="add del mod">
          <ac:chgData name="Minh Huynh" userId="01a137d4-0d81-46e0-aca6-c9185b391828" providerId="ADAL" clId="{18447838-0BCA-432B-86F3-BB78526C143F}" dt="2026-10-12T21:56:25.478" v="2335"/>
          <ac:spMkLst>
            <pc:docMk/>
            <pc:sldMk cId="232970683" sldId="901"/>
            <ac:spMk id="50" creationId="{2C2BF9A0-1D2F-46F3-AFD3-85192566E249}"/>
          </ac:spMkLst>
        </pc:spChg>
        <pc:spChg chg="add del mod">
          <ac:chgData name="Minh Huynh" userId="01a137d4-0d81-46e0-aca6-c9185b391828" providerId="ADAL" clId="{18447838-0BCA-432B-86F3-BB78526C143F}" dt="2026-10-12T21:56:25.478" v="2335"/>
          <ac:spMkLst>
            <pc:docMk/>
            <pc:sldMk cId="232970683" sldId="901"/>
            <ac:spMk id="51" creationId="{C3D7EDF1-73C1-421B-AD1F-C6A5827EA15F}"/>
          </ac:spMkLst>
        </pc:spChg>
        <pc:spChg chg="add del mod">
          <ac:chgData name="Minh Huynh" userId="01a137d4-0d81-46e0-aca6-c9185b391828" providerId="ADAL" clId="{18447838-0BCA-432B-86F3-BB78526C143F}" dt="2026-10-12T21:56:25.478" v="2335"/>
          <ac:spMkLst>
            <pc:docMk/>
            <pc:sldMk cId="232970683" sldId="901"/>
            <ac:spMk id="52" creationId="{AB5303AC-7B45-428D-BFE8-17AC9B17655F}"/>
          </ac:spMkLst>
        </pc:spChg>
        <pc:spChg chg="add del mod">
          <ac:chgData name="Minh Huynh" userId="01a137d4-0d81-46e0-aca6-c9185b391828" providerId="ADAL" clId="{18447838-0BCA-432B-86F3-BB78526C143F}" dt="2026-10-12T21:56:25.478" v="2335"/>
          <ac:spMkLst>
            <pc:docMk/>
            <pc:sldMk cId="232970683" sldId="901"/>
            <ac:spMk id="53" creationId="{9D6DDE0C-3B46-479E-A80B-F3FC94FE0BB6}"/>
          </ac:spMkLst>
        </pc:spChg>
        <pc:spChg chg="add del mod">
          <ac:chgData name="Minh Huynh" userId="01a137d4-0d81-46e0-aca6-c9185b391828" providerId="ADAL" clId="{18447838-0BCA-432B-86F3-BB78526C143F}" dt="2026-10-12T21:56:25.478" v="2335"/>
          <ac:spMkLst>
            <pc:docMk/>
            <pc:sldMk cId="232970683" sldId="901"/>
            <ac:spMk id="54" creationId="{51549B7E-ED0F-4436-8FC8-5EF864D948CF}"/>
          </ac:spMkLst>
        </pc:spChg>
        <pc:spChg chg="add del mod">
          <ac:chgData name="Minh Huynh" userId="01a137d4-0d81-46e0-aca6-c9185b391828" providerId="ADAL" clId="{18447838-0BCA-432B-86F3-BB78526C143F}" dt="2026-10-12T21:56:25.478" v="2335"/>
          <ac:spMkLst>
            <pc:docMk/>
            <pc:sldMk cId="232970683" sldId="901"/>
            <ac:spMk id="55" creationId="{8744D3EF-CDF2-4D14-AACC-0982E0274A33}"/>
          </ac:spMkLst>
        </pc:spChg>
        <pc:spChg chg="add del mod">
          <ac:chgData name="Minh Huynh" userId="01a137d4-0d81-46e0-aca6-c9185b391828" providerId="ADAL" clId="{18447838-0BCA-432B-86F3-BB78526C143F}" dt="2026-10-12T21:56:25.478" v="2335"/>
          <ac:spMkLst>
            <pc:docMk/>
            <pc:sldMk cId="232970683" sldId="901"/>
            <ac:spMk id="56" creationId="{CE8F68C2-1A0B-4759-9A65-700BAD50CAB3}"/>
          </ac:spMkLst>
        </pc:spChg>
        <pc:spChg chg="add del mod">
          <ac:chgData name="Minh Huynh" userId="01a137d4-0d81-46e0-aca6-c9185b391828" providerId="ADAL" clId="{18447838-0BCA-432B-86F3-BB78526C143F}" dt="2026-10-12T21:56:25.478" v="2335"/>
          <ac:spMkLst>
            <pc:docMk/>
            <pc:sldMk cId="232970683" sldId="901"/>
            <ac:spMk id="57" creationId="{B5A0ED94-A0FD-48F3-AF08-DA007E0F44F0}"/>
          </ac:spMkLst>
        </pc:spChg>
        <pc:spChg chg="add del mod">
          <ac:chgData name="Minh Huynh" userId="01a137d4-0d81-46e0-aca6-c9185b391828" providerId="ADAL" clId="{18447838-0BCA-432B-86F3-BB78526C143F}" dt="2026-10-12T21:56:25.478" v="2335"/>
          <ac:spMkLst>
            <pc:docMk/>
            <pc:sldMk cId="232970683" sldId="901"/>
            <ac:spMk id="58" creationId="{71EEC9DC-7311-4F5B-B9D2-9465275AE2B6}"/>
          </ac:spMkLst>
        </pc:spChg>
        <pc:spChg chg="add del mod">
          <ac:chgData name="Minh Huynh" userId="01a137d4-0d81-46e0-aca6-c9185b391828" providerId="ADAL" clId="{18447838-0BCA-432B-86F3-BB78526C143F}" dt="2026-10-12T21:56:25.478" v="2335"/>
          <ac:spMkLst>
            <pc:docMk/>
            <pc:sldMk cId="232970683" sldId="901"/>
            <ac:spMk id="59" creationId="{73B41FAD-1A52-4E93-89E9-F6CF0EB51BA9}"/>
          </ac:spMkLst>
        </pc:spChg>
        <pc:spChg chg="add del mod">
          <ac:chgData name="Minh Huynh" userId="01a137d4-0d81-46e0-aca6-c9185b391828" providerId="ADAL" clId="{18447838-0BCA-432B-86F3-BB78526C143F}" dt="2026-10-12T21:56:25.478" v="2335"/>
          <ac:spMkLst>
            <pc:docMk/>
            <pc:sldMk cId="232970683" sldId="901"/>
            <ac:spMk id="60" creationId="{AD402632-D8B5-48CC-A946-FEDBA74AA314}"/>
          </ac:spMkLst>
        </pc:spChg>
        <pc:spChg chg="add del mod">
          <ac:chgData name="Minh Huynh" userId="01a137d4-0d81-46e0-aca6-c9185b391828" providerId="ADAL" clId="{18447838-0BCA-432B-86F3-BB78526C143F}" dt="2026-10-12T21:56:25.478" v="2335"/>
          <ac:spMkLst>
            <pc:docMk/>
            <pc:sldMk cId="232970683" sldId="901"/>
            <ac:spMk id="61" creationId="{74A91AC0-56E6-4DF0-8622-D9D04FA79A94}"/>
          </ac:spMkLst>
        </pc:spChg>
        <pc:spChg chg="add del mod">
          <ac:chgData name="Minh Huynh" userId="01a137d4-0d81-46e0-aca6-c9185b391828" providerId="ADAL" clId="{18447838-0BCA-432B-86F3-BB78526C143F}" dt="2026-10-12T21:56:25.478" v="2335"/>
          <ac:spMkLst>
            <pc:docMk/>
            <pc:sldMk cId="232970683" sldId="901"/>
            <ac:spMk id="62" creationId="{C28F6269-B518-489C-985A-1299BFB61069}"/>
          </ac:spMkLst>
        </pc:spChg>
        <pc:spChg chg="add del mod">
          <ac:chgData name="Minh Huynh" userId="01a137d4-0d81-46e0-aca6-c9185b391828" providerId="ADAL" clId="{18447838-0BCA-432B-86F3-BB78526C143F}" dt="2026-10-12T21:56:25.478" v="2335"/>
          <ac:spMkLst>
            <pc:docMk/>
            <pc:sldMk cId="232970683" sldId="901"/>
            <ac:spMk id="63" creationId="{C7CE1B46-C1B2-41D0-BEF4-5D8345265AF2}"/>
          </ac:spMkLst>
        </pc:spChg>
        <pc:spChg chg="add del mod">
          <ac:chgData name="Minh Huynh" userId="01a137d4-0d81-46e0-aca6-c9185b391828" providerId="ADAL" clId="{18447838-0BCA-432B-86F3-BB78526C143F}" dt="2026-10-12T21:56:25.478" v="2335"/>
          <ac:spMkLst>
            <pc:docMk/>
            <pc:sldMk cId="232970683" sldId="901"/>
            <ac:spMk id="64" creationId="{A28FFE30-1FC0-41E0-A4C6-436AA0538374}"/>
          </ac:spMkLst>
        </pc:spChg>
        <pc:spChg chg="add del mod">
          <ac:chgData name="Minh Huynh" userId="01a137d4-0d81-46e0-aca6-c9185b391828" providerId="ADAL" clId="{18447838-0BCA-432B-86F3-BB78526C143F}" dt="2026-10-12T21:56:25.478" v="2335"/>
          <ac:spMkLst>
            <pc:docMk/>
            <pc:sldMk cId="232970683" sldId="901"/>
            <ac:spMk id="65" creationId="{DE4312D7-0F41-4703-B757-E6F0C68704E2}"/>
          </ac:spMkLst>
        </pc:spChg>
        <pc:spChg chg="add del mod">
          <ac:chgData name="Minh Huynh" userId="01a137d4-0d81-46e0-aca6-c9185b391828" providerId="ADAL" clId="{18447838-0BCA-432B-86F3-BB78526C143F}" dt="2026-10-12T21:56:25.478" v="2335"/>
          <ac:spMkLst>
            <pc:docMk/>
            <pc:sldMk cId="232970683" sldId="901"/>
            <ac:spMk id="66" creationId="{49658F91-D475-4E61-9340-C2CAF90091D9}"/>
          </ac:spMkLst>
        </pc:spChg>
        <pc:spChg chg="add del mod">
          <ac:chgData name="Minh Huynh" userId="01a137d4-0d81-46e0-aca6-c9185b391828" providerId="ADAL" clId="{18447838-0BCA-432B-86F3-BB78526C143F}" dt="2026-10-12T21:56:25.478" v="2335"/>
          <ac:spMkLst>
            <pc:docMk/>
            <pc:sldMk cId="232970683" sldId="901"/>
            <ac:spMk id="67" creationId="{41E8D5A6-BEF6-44EA-9C65-5048ADEBFEFF}"/>
          </ac:spMkLst>
        </pc:spChg>
        <pc:spChg chg="add del mod">
          <ac:chgData name="Minh Huynh" userId="01a137d4-0d81-46e0-aca6-c9185b391828" providerId="ADAL" clId="{18447838-0BCA-432B-86F3-BB78526C143F}" dt="2026-10-12T21:56:25.478" v="2335"/>
          <ac:spMkLst>
            <pc:docMk/>
            <pc:sldMk cId="232970683" sldId="901"/>
            <ac:spMk id="68" creationId="{CEBD0FE3-FE55-4170-82B8-99AEB29BE209}"/>
          </ac:spMkLst>
        </pc:spChg>
        <pc:spChg chg="add del mod">
          <ac:chgData name="Minh Huynh" userId="01a137d4-0d81-46e0-aca6-c9185b391828" providerId="ADAL" clId="{18447838-0BCA-432B-86F3-BB78526C143F}" dt="2026-10-12T21:56:25.478" v="2335"/>
          <ac:spMkLst>
            <pc:docMk/>
            <pc:sldMk cId="232970683" sldId="901"/>
            <ac:spMk id="69" creationId="{0753D5AA-786A-4E4A-9259-35AD0A9DBFEA}"/>
          </ac:spMkLst>
        </pc:spChg>
        <pc:spChg chg="add del mod">
          <ac:chgData name="Minh Huynh" userId="01a137d4-0d81-46e0-aca6-c9185b391828" providerId="ADAL" clId="{18447838-0BCA-432B-86F3-BB78526C143F}" dt="2026-10-12T21:56:25.478" v="2335"/>
          <ac:spMkLst>
            <pc:docMk/>
            <pc:sldMk cId="232970683" sldId="901"/>
            <ac:spMk id="70" creationId="{A79B6DCC-EB5D-4226-AD22-841532287E12}"/>
          </ac:spMkLst>
        </pc:spChg>
        <pc:spChg chg="add del mod">
          <ac:chgData name="Minh Huynh" userId="01a137d4-0d81-46e0-aca6-c9185b391828" providerId="ADAL" clId="{18447838-0BCA-432B-86F3-BB78526C143F}" dt="2026-10-12T21:56:25.478" v="2335"/>
          <ac:spMkLst>
            <pc:docMk/>
            <pc:sldMk cId="232970683" sldId="901"/>
            <ac:spMk id="71" creationId="{F27DDE7D-2152-4850-8DDD-D46E2E70E4B2}"/>
          </ac:spMkLst>
        </pc:spChg>
        <pc:spChg chg="add del mod">
          <ac:chgData name="Minh Huynh" userId="01a137d4-0d81-46e0-aca6-c9185b391828" providerId="ADAL" clId="{18447838-0BCA-432B-86F3-BB78526C143F}" dt="2026-10-12T21:56:25.478" v="2335"/>
          <ac:spMkLst>
            <pc:docMk/>
            <pc:sldMk cId="232970683" sldId="901"/>
            <ac:spMk id="72" creationId="{6AEFAE03-24FA-423B-BE18-93953B5CA8D5}"/>
          </ac:spMkLst>
        </pc:spChg>
        <pc:spChg chg="add del mod">
          <ac:chgData name="Minh Huynh" userId="01a137d4-0d81-46e0-aca6-c9185b391828" providerId="ADAL" clId="{18447838-0BCA-432B-86F3-BB78526C143F}" dt="2026-10-12T21:56:25.478" v="2335"/>
          <ac:spMkLst>
            <pc:docMk/>
            <pc:sldMk cId="232970683" sldId="901"/>
            <ac:spMk id="73" creationId="{5731BD19-C6AB-4551-B931-198F91B640A3}"/>
          </ac:spMkLst>
        </pc:spChg>
        <pc:spChg chg="add del mod">
          <ac:chgData name="Minh Huynh" userId="01a137d4-0d81-46e0-aca6-c9185b391828" providerId="ADAL" clId="{18447838-0BCA-432B-86F3-BB78526C143F}" dt="2026-10-12T21:56:25.478" v="2335"/>
          <ac:spMkLst>
            <pc:docMk/>
            <pc:sldMk cId="232970683" sldId="901"/>
            <ac:spMk id="74" creationId="{3BC31FF5-A5F4-4757-BC4D-F615042902EB}"/>
          </ac:spMkLst>
        </pc:spChg>
        <pc:spChg chg="mod">
          <ac:chgData name="Minh Huynh" userId="01a137d4-0d81-46e0-aca6-c9185b391828" providerId="ADAL" clId="{18447838-0BCA-432B-86F3-BB78526C143F}" dt="2026-10-12T21:58:38.944" v="2364" actId="20577"/>
          <ac:spMkLst>
            <pc:docMk/>
            <pc:sldMk cId="232970683" sldId="901"/>
            <ac:spMk id="75" creationId="{49DF9D2F-8E65-4D63-82C3-27F8FA7882BF}"/>
          </ac:spMkLst>
        </pc:spChg>
        <pc:spChg chg="add del mod">
          <ac:chgData name="Minh Huynh" userId="01a137d4-0d81-46e0-aca6-c9185b391828" providerId="ADAL" clId="{18447838-0BCA-432B-86F3-BB78526C143F}" dt="2026-10-12T21:56:25.478" v="2335"/>
          <ac:spMkLst>
            <pc:docMk/>
            <pc:sldMk cId="232970683" sldId="901"/>
            <ac:spMk id="76" creationId="{73A645AE-664A-423F-8DDD-C8C06B3A7A74}"/>
          </ac:spMkLst>
        </pc:spChg>
        <pc:spChg chg="add del mod">
          <ac:chgData name="Minh Huynh" userId="01a137d4-0d81-46e0-aca6-c9185b391828" providerId="ADAL" clId="{18447838-0BCA-432B-86F3-BB78526C143F}" dt="2026-10-12T21:56:25.478" v="2335"/>
          <ac:spMkLst>
            <pc:docMk/>
            <pc:sldMk cId="232970683" sldId="901"/>
            <ac:spMk id="77" creationId="{91C42E6C-C30A-438C-A7C9-8F2CD7266D13}"/>
          </ac:spMkLst>
        </pc:spChg>
        <pc:spChg chg="add del mod">
          <ac:chgData name="Minh Huynh" userId="01a137d4-0d81-46e0-aca6-c9185b391828" providerId="ADAL" clId="{18447838-0BCA-432B-86F3-BB78526C143F}" dt="2026-10-12T21:56:25.478" v="2335"/>
          <ac:spMkLst>
            <pc:docMk/>
            <pc:sldMk cId="232970683" sldId="901"/>
            <ac:spMk id="78" creationId="{DD3189FF-241A-4A75-AE5F-A51CA8757917}"/>
          </ac:spMkLst>
        </pc:spChg>
        <pc:spChg chg="add del mod">
          <ac:chgData name="Minh Huynh" userId="01a137d4-0d81-46e0-aca6-c9185b391828" providerId="ADAL" clId="{18447838-0BCA-432B-86F3-BB78526C143F}" dt="2026-10-12T21:56:25.478" v="2335"/>
          <ac:spMkLst>
            <pc:docMk/>
            <pc:sldMk cId="232970683" sldId="901"/>
            <ac:spMk id="79" creationId="{95711114-0F70-41C9-A34D-5B078FF651B1}"/>
          </ac:spMkLst>
        </pc:spChg>
        <pc:spChg chg="add mod">
          <ac:chgData name="Minh Huynh" userId="01a137d4-0d81-46e0-aca6-c9185b391828" providerId="ADAL" clId="{18447838-0BCA-432B-86F3-BB78526C143F}" dt="2026-10-12T21:56:28.075" v="2337" actId="1076"/>
          <ac:spMkLst>
            <pc:docMk/>
            <pc:sldMk cId="232970683" sldId="901"/>
            <ac:spMk id="80" creationId="{CEE9F308-9C88-4767-BF59-94E0E170FD9F}"/>
          </ac:spMkLst>
        </pc:spChg>
        <pc:spChg chg="add mod">
          <ac:chgData name="Minh Huynh" userId="01a137d4-0d81-46e0-aca6-c9185b391828" providerId="ADAL" clId="{18447838-0BCA-432B-86F3-BB78526C143F}" dt="2026-10-12T21:56:28.075" v="2337" actId="1076"/>
          <ac:spMkLst>
            <pc:docMk/>
            <pc:sldMk cId="232970683" sldId="901"/>
            <ac:spMk id="81" creationId="{8FD1ED4D-249D-4DB7-AEAE-FF0118BDF3FC}"/>
          </ac:spMkLst>
        </pc:spChg>
        <pc:spChg chg="add mod">
          <ac:chgData name="Minh Huynh" userId="01a137d4-0d81-46e0-aca6-c9185b391828" providerId="ADAL" clId="{18447838-0BCA-432B-86F3-BB78526C143F}" dt="2026-10-12T21:56:28.075" v="2337" actId="1076"/>
          <ac:spMkLst>
            <pc:docMk/>
            <pc:sldMk cId="232970683" sldId="901"/>
            <ac:spMk id="82" creationId="{26B6592C-6A4F-4B6E-BE7C-D2CC943185E7}"/>
          </ac:spMkLst>
        </pc:spChg>
        <pc:spChg chg="add mod">
          <ac:chgData name="Minh Huynh" userId="01a137d4-0d81-46e0-aca6-c9185b391828" providerId="ADAL" clId="{18447838-0BCA-432B-86F3-BB78526C143F}" dt="2026-10-12T21:56:28.075" v="2337" actId="1076"/>
          <ac:spMkLst>
            <pc:docMk/>
            <pc:sldMk cId="232970683" sldId="901"/>
            <ac:spMk id="83" creationId="{002EFBA7-9647-4B78-9C42-134F81FCCB4E}"/>
          </ac:spMkLst>
        </pc:spChg>
        <pc:spChg chg="add mod">
          <ac:chgData name="Minh Huynh" userId="01a137d4-0d81-46e0-aca6-c9185b391828" providerId="ADAL" clId="{18447838-0BCA-432B-86F3-BB78526C143F}" dt="2026-10-12T21:56:28.075" v="2337" actId="1076"/>
          <ac:spMkLst>
            <pc:docMk/>
            <pc:sldMk cId="232970683" sldId="901"/>
            <ac:spMk id="84" creationId="{D6BEC4FF-41F5-4F72-BE0F-3BB2B3C956D4}"/>
          </ac:spMkLst>
        </pc:spChg>
        <pc:spChg chg="add mod">
          <ac:chgData name="Minh Huynh" userId="01a137d4-0d81-46e0-aca6-c9185b391828" providerId="ADAL" clId="{18447838-0BCA-432B-86F3-BB78526C143F}" dt="2026-10-12T21:56:28.075" v="2337" actId="1076"/>
          <ac:spMkLst>
            <pc:docMk/>
            <pc:sldMk cId="232970683" sldId="901"/>
            <ac:spMk id="85" creationId="{7788472F-4A55-4BB7-8E7C-C1DEB43EBE50}"/>
          </ac:spMkLst>
        </pc:spChg>
        <pc:spChg chg="add mod">
          <ac:chgData name="Minh Huynh" userId="01a137d4-0d81-46e0-aca6-c9185b391828" providerId="ADAL" clId="{18447838-0BCA-432B-86F3-BB78526C143F}" dt="2026-10-12T21:56:28.075" v="2337" actId="1076"/>
          <ac:spMkLst>
            <pc:docMk/>
            <pc:sldMk cId="232970683" sldId="901"/>
            <ac:spMk id="86" creationId="{8A8E4DE9-499B-4A49-97D4-C23912E91760}"/>
          </ac:spMkLst>
        </pc:spChg>
        <pc:spChg chg="add mod">
          <ac:chgData name="Minh Huynh" userId="01a137d4-0d81-46e0-aca6-c9185b391828" providerId="ADAL" clId="{18447838-0BCA-432B-86F3-BB78526C143F}" dt="2026-10-12T21:56:28.075" v="2337" actId="1076"/>
          <ac:spMkLst>
            <pc:docMk/>
            <pc:sldMk cId="232970683" sldId="901"/>
            <ac:spMk id="87" creationId="{7DB7774F-5DA3-4524-ABD4-0306EACADA66}"/>
          </ac:spMkLst>
        </pc:spChg>
        <pc:spChg chg="del">
          <ac:chgData name="Minh Huynh" userId="01a137d4-0d81-46e0-aca6-c9185b391828" providerId="ADAL" clId="{18447838-0BCA-432B-86F3-BB78526C143F}" dt="2026-10-12T21:56:23.152" v="2333" actId="478"/>
          <ac:spMkLst>
            <pc:docMk/>
            <pc:sldMk cId="232970683" sldId="901"/>
            <ac:spMk id="88" creationId="{DD7F568A-E10A-42A6-8DD7-89708932C924}"/>
          </ac:spMkLst>
        </pc:spChg>
        <pc:spChg chg="del">
          <ac:chgData name="Minh Huynh" userId="01a137d4-0d81-46e0-aca6-c9185b391828" providerId="ADAL" clId="{18447838-0BCA-432B-86F3-BB78526C143F}" dt="2026-10-12T21:56:23.152" v="2333" actId="478"/>
          <ac:spMkLst>
            <pc:docMk/>
            <pc:sldMk cId="232970683" sldId="901"/>
            <ac:spMk id="89" creationId="{46F8458C-5F60-4B54-8B52-86BFF0E7BFCB}"/>
          </ac:spMkLst>
        </pc:spChg>
        <pc:spChg chg="del">
          <ac:chgData name="Minh Huynh" userId="01a137d4-0d81-46e0-aca6-c9185b391828" providerId="ADAL" clId="{18447838-0BCA-432B-86F3-BB78526C143F}" dt="2026-10-12T21:56:23.152" v="2333" actId="478"/>
          <ac:spMkLst>
            <pc:docMk/>
            <pc:sldMk cId="232970683" sldId="901"/>
            <ac:spMk id="90" creationId="{CAEC0739-F223-4399-AA9D-C8873B374836}"/>
          </ac:spMkLst>
        </pc:spChg>
        <pc:spChg chg="del">
          <ac:chgData name="Minh Huynh" userId="01a137d4-0d81-46e0-aca6-c9185b391828" providerId="ADAL" clId="{18447838-0BCA-432B-86F3-BB78526C143F}" dt="2026-10-12T21:56:23.152" v="2333" actId="478"/>
          <ac:spMkLst>
            <pc:docMk/>
            <pc:sldMk cId="232970683" sldId="901"/>
            <ac:spMk id="91" creationId="{B6403C4B-018A-4CC1-8C10-9982F249BAFB}"/>
          </ac:spMkLst>
        </pc:spChg>
        <pc:spChg chg="del">
          <ac:chgData name="Minh Huynh" userId="01a137d4-0d81-46e0-aca6-c9185b391828" providerId="ADAL" clId="{18447838-0BCA-432B-86F3-BB78526C143F}" dt="2026-10-12T21:56:23.152" v="2333" actId="478"/>
          <ac:spMkLst>
            <pc:docMk/>
            <pc:sldMk cId="232970683" sldId="901"/>
            <ac:spMk id="92" creationId="{15164FBA-393B-48E9-AA99-ADA9AFD450C9}"/>
          </ac:spMkLst>
        </pc:spChg>
        <pc:spChg chg="del">
          <ac:chgData name="Minh Huynh" userId="01a137d4-0d81-46e0-aca6-c9185b391828" providerId="ADAL" clId="{18447838-0BCA-432B-86F3-BB78526C143F}" dt="2026-10-12T21:56:23.152" v="2333" actId="478"/>
          <ac:spMkLst>
            <pc:docMk/>
            <pc:sldMk cId="232970683" sldId="901"/>
            <ac:spMk id="93" creationId="{01EC23A7-0FB8-4BB0-BDDF-E77B9D4D8CF0}"/>
          </ac:spMkLst>
        </pc:spChg>
        <pc:spChg chg="del">
          <ac:chgData name="Minh Huynh" userId="01a137d4-0d81-46e0-aca6-c9185b391828" providerId="ADAL" clId="{18447838-0BCA-432B-86F3-BB78526C143F}" dt="2026-10-12T21:56:23.152" v="2333" actId="478"/>
          <ac:spMkLst>
            <pc:docMk/>
            <pc:sldMk cId="232970683" sldId="901"/>
            <ac:spMk id="94" creationId="{7612F2A8-B096-4386-B4E3-2FBBB3B19281}"/>
          </ac:spMkLst>
        </pc:spChg>
        <pc:spChg chg="del">
          <ac:chgData name="Minh Huynh" userId="01a137d4-0d81-46e0-aca6-c9185b391828" providerId="ADAL" clId="{18447838-0BCA-432B-86F3-BB78526C143F}" dt="2026-10-12T21:56:23.152" v="2333" actId="478"/>
          <ac:spMkLst>
            <pc:docMk/>
            <pc:sldMk cId="232970683" sldId="901"/>
            <ac:spMk id="95" creationId="{249DC1CC-BBC8-487C-8E71-B729AFA26698}"/>
          </ac:spMkLst>
        </pc:spChg>
        <pc:spChg chg="del">
          <ac:chgData name="Minh Huynh" userId="01a137d4-0d81-46e0-aca6-c9185b391828" providerId="ADAL" clId="{18447838-0BCA-432B-86F3-BB78526C143F}" dt="2026-10-12T21:56:23.152" v="2333" actId="478"/>
          <ac:spMkLst>
            <pc:docMk/>
            <pc:sldMk cId="232970683" sldId="901"/>
            <ac:spMk id="96" creationId="{3F31811F-B8BB-4CC7-9E0B-EA31337D3346}"/>
          </ac:spMkLst>
        </pc:spChg>
        <pc:spChg chg="del">
          <ac:chgData name="Minh Huynh" userId="01a137d4-0d81-46e0-aca6-c9185b391828" providerId="ADAL" clId="{18447838-0BCA-432B-86F3-BB78526C143F}" dt="2026-10-12T21:56:23.152" v="2333" actId="478"/>
          <ac:spMkLst>
            <pc:docMk/>
            <pc:sldMk cId="232970683" sldId="901"/>
            <ac:spMk id="97" creationId="{2A6C4381-B73D-4F25-8F78-5A572C11DA6E}"/>
          </ac:spMkLst>
        </pc:spChg>
        <pc:spChg chg="del">
          <ac:chgData name="Minh Huynh" userId="01a137d4-0d81-46e0-aca6-c9185b391828" providerId="ADAL" clId="{18447838-0BCA-432B-86F3-BB78526C143F}" dt="2026-10-12T21:56:23.152" v="2333" actId="478"/>
          <ac:spMkLst>
            <pc:docMk/>
            <pc:sldMk cId="232970683" sldId="901"/>
            <ac:spMk id="98" creationId="{00084E4B-67AD-406C-BCE5-11BB2D96174F}"/>
          </ac:spMkLst>
        </pc:spChg>
        <pc:spChg chg="del">
          <ac:chgData name="Minh Huynh" userId="01a137d4-0d81-46e0-aca6-c9185b391828" providerId="ADAL" clId="{18447838-0BCA-432B-86F3-BB78526C143F}" dt="2026-10-12T21:56:23.152" v="2333" actId="478"/>
          <ac:spMkLst>
            <pc:docMk/>
            <pc:sldMk cId="232970683" sldId="901"/>
            <ac:spMk id="99" creationId="{E8D2E691-0891-443B-8FF9-2D053A9F71E3}"/>
          </ac:spMkLst>
        </pc:spChg>
        <pc:spChg chg="del">
          <ac:chgData name="Minh Huynh" userId="01a137d4-0d81-46e0-aca6-c9185b391828" providerId="ADAL" clId="{18447838-0BCA-432B-86F3-BB78526C143F}" dt="2026-10-12T21:56:23.152" v="2333" actId="478"/>
          <ac:spMkLst>
            <pc:docMk/>
            <pc:sldMk cId="232970683" sldId="901"/>
            <ac:spMk id="100" creationId="{A3BF1D4D-579B-4F41-A96E-812F464E839E}"/>
          </ac:spMkLst>
        </pc:spChg>
        <pc:spChg chg="del">
          <ac:chgData name="Minh Huynh" userId="01a137d4-0d81-46e0-aca6-c9185b391828" providerId="ADAL" clId="{18447838-0BCA-432B-86F3-BB78526C143F}" dt="2026-10-12T21:56:23.152" v="2333" actId="478"/>
          <ac:spMkLst>
            <pc:docMk/>
            <pc:sldMk cId="232970683" sldId="901"/>
            <ac:spMk id="101" creationId="{ADB1EB13-4BE8-4854-B309-0C96D88C67FE}"/>
          </ac:spMkLst>
        </pc:spChg>
        <pc:spChg chg="del">
          <ac:chgData name="Minh Huynh" userId="01a137d4-0d81-46e0-aca6-c9185b391828" providerId="ADAL" clId="{18447838-0BCA-432B-86F3-BB78526C143F}" dt="2026-10-12T21:56:23.152" v="2333" actId="478"/>
          <ac:spMkLst>
            <pc:docMk/>
            <pc:sldMk cId="232970683" sldId="901"/>
            <ac:spMk id="102" creationId="{1D443D0C-3FD4-40A7-9D65-5F41331FA545}"/>
          </ac:spMkLst>
        </pc:spChg>
        <pc:spChg chg="del">
          <ac:chgData name="Minh Huynh" userId="01a137d4-0d81-46e0-aca6-c9185b391828" providerId="ADAL" clId="{18447838-0BCA-432B-86F3-BB78526C143F}" dt="2026-10-12T21:56:23.152" v="2333" actId="478"/>
          <ac:spMkLst>
            <pc:docMk/>
            <pc:sldMk cId="232970683" sldId="901"/>
            <ac:spMk id="103" creationId="{2B9A8AE0-96E8-4C2B-A774-1481FBB65B89}"/>
          </ac:spMkLst>
        </pc:spChg>
        <pc:spChg chg="del">
          <ac:chgData name="Minh Huynh" userId="01a137d4-0d81-46e0-aca6-c9185b391828" providerId="ADAL" clId="{18447838-0BCA-432B-86F3-BB78526C143F}" dt="2026-10-12T21:56:23.152" v="2333" actId="478"/>
          <ac:spMkLst>
            <pc:docMk/>
            <pc:sldMk cId="232970683" sldId="901"/>
            <ac:spMk id="104" creationId="{FF15C818-59D4-4522-8833-371EBDFD1665}"/>
          </ac:spMkLst>
        </pc:spChg>
        <pc:spChg chg="del">
          <ac:chgData name="Minh Huynh" userId="01a137d4-0d81-46e0-aca6-c9185b391828" providerId="ADAL" clId="{18447838-0BCA-432B-86F3-BB78526C143F}" dt="2026-10-12T21:56:23.152" v="2333" actId="478"/>
          <ac:spMkLst>
            <pc:docMk/>
            <pc:sldMk cId="232970683" sldId="901"/>
            <ac:spMk id="105" creationId="{E6CF411F-1380-4F4F-9AB7-C00595D29714}"/>
          </ac:spMkLst>
        </pc:spChg>
        <pc:spChg chg="del">
          <ac:chgData name="Minh Huynh" userId="01a137d4-0d81-46e0-aca6-c9185b391828" providerId="ADAL" clId="{18447838-0BCA-432B-86F3-BB78526C143F}" dt="2026-10-12T21:56:23.152" v="2333" actId="478"/>
          <ac:spMkLst>
            <pc:docMk/>
            <pc:sldMk cId="232970683" sldId="901"/>
            <ac:spMk id="106" creationId="{06262F71-8E9B-4E8B-BAC9-518A2BC779BF}"/>
          </ac:spMkLst>
        </pc:spChg>
        <pc:spChg chg="del">
          <ac:chgData name="Minh Huynh" userId="01a137d4-0d81-46e0-aca6-c9185b391828" providerId="ADAL" clId="{18447838-0BCA-432B-86F3-BB78526C143F}" dt="2026-10-12T21:56:23.152" v="2333" actId="478"/>
          <ac:spMkLst>
            <pc:docMk/>
            <pc:sldMk cId="232970683" sldId="901"/>
            <ac:spMk id="107" creationId="{F2649D6C-8552-4CE2-B9DD-06B336D3C297}"/>
          </ac:spMkLst>
        </pc:spChg>
        <pc:spChg chg="del">
          <ac:chgData name="Minh Huynh" userId="01a137d4-0d81-46e0-aca6-c9185b391828" providerId="ADAL" clId="{18447838-0BCA-432B-86F3-BB78526C143F}" dt="2026-10-12T21:56:23.152" v="2333" actId="478"/>
          <ac:spMkLst>
            <pc:docMk/>
            <pc:sldMk cId="232970683" sldId="901"/>
            <ac:spMk id="108" creationId="{A3754F7B-EB72-4111-AA04-1B47F01AAA98}"/>
          </ac:spMkLst>
        </pc:spChg>
        <pc:spChg chg="add mod">
          <ac:chgData name="Minh Huynh" userId="01a137d4-0d81-46e0-aca6-c9185b391828" providerId="ADAL" clId="{18447838-0BCA-432B-86F3-BB78526C143F}" dt="2026-10-12T21:56:28.075" v="2337" actId="1076"/>
          <ac:spMkLst>
            <pc:docMk/>
            <pc:sldMk cId="232970683" sldId="901"/>
            <ac:spMk id="109" creationId="{70E29BDE-D582-44E9-A981-A922657C9737}"/>
          </ac:spMkLst>
        </pc:spChg>
        <pc:spChg chg="add mod">
          <ac:chgData name="Minh Huynh" userId="01a137d4-0d81-46e0-aca6-c9185b391828" providerId="ADAL" clId="{18447838-0BCA-432B-86F3-BB78526C143F}" dt="2026-10-12T21:56:28.075" v="2337" actId="1076"/>
          <ac:spMkLst>
            <pc:docMk/>
            <pc:sldMk cId="232970683" sldId="901"/>
            <ac:spMk id="110" creationId="{C84A6944-673D-40A5-8054-D4A16C4F12F0}"/>
          </ac:spMkLst>
        </pc:spChg>
        <pc:spChg chg="add mod">
          <ac:chgData name="Minh Huynh" userId="01a137d4-0d81-46e0-aca6-c9185b391828" providerId="ADAL" clId="{18447838-0BCA-432B-86F3-BB78526C143F}" dt="2026-10-12T21:56:28.075" v="2337" actId="1076"/>
          <ac:spMkLst>
            <pc:docMk/>
            <pc:sldMk cId="232970683" sldId="901"/>
            <ac:spMk id="111" creationId="{A3211B5B-E568-4BCD-AFD2-F7D4F1FA6F6B}"/>
          </ac:spMkLst>
        </pc:spChg>
        <pc:spChg chg="add mod">
          <ac:chgData name="Minh Huynh" userId="01a137d4-0d81-46e0-aca6-c9185b391828" providerId="ADAL" clId="{18447838-0BCA-432B-86F3-BB78526C143F}" dt="2026-10-12T21:56:28.075" v="2337" actId="1076"/>
          <ac:spMkLst>
            <pc:docMk/>
            <pc:sldMk cId="232970683" sldId="901"/>
            <ac:spMk id="112" creationId="{6AE57762-497E-4CB6-933E-224650C85615}"/>
          </ac:spMkLst>
        </pc:spChg>
        <pc:spChg chg="add mod">
          <ac:chgData name="Minh Huynh" userId="01a137d4-0d81-46e0-aca6-c9185b391828" providerId="ADAL" clId="{18447838-0BCA-432B-86F3-BB78526C143F}" dt="2026-10-12T21:56:28.075" v="2337" actId="1076"/>
          <ac:spMkLst>
            <pc:docMk/>
            <pc:sldMk cId="232970683" sldId="901"/>
            <ac:spMk id="113" creationId="{22AC1789-9CDA-4576-BE0B-2EA3F94D1B29}"/>
          </ac:spMkLst>
        </pc:spChg>
        <pc:spChg chg="add mod">
          <ac:chgData name="Minh Huynh" userId="01a137d4-0d81-46e0-aca6-c9185b391828" providerId="ADAL" clId="{18447838-0BCA-432B-86F3-BB78526C143F}" dt="2026-10-12T21:56:28.075" v="2337" actId="1076"/>
          <ac:spMkLst>
            <pc:docMk/>
            <pc:sldMk cId="232970683" sldId="901"/>
            <ac:spMk id="114" creationId="{1D15B502-FBD0-4D52-9373-9E8C3C5E6C6E}"/>
          </ac:spMkLst>
        </pc:spChg>
        <pc:spChg chg="add mod">
          <ac:chgData name="Minh Huynh" userId="01a137d4-0d81-46e0-aca6-c9185b391828" providerId="ADAL" clId="{18447838-0BCA-432B-86F3-BB78526C143F}" dt="2026-10-12T21:56:28.075" v="2337" actId="1076"/>
          <ac:spMkLst>
            <pc:docMk/>
            <pc:sldMk cId="232970683" sldId="901"/>
            <ac:spMk id="115" creationId="{5C482160-BFF2-46FA-A335-C33D27054EB2}"/>
          </ac:spMkLst>
        </pc:spChg>
        <pc:spChg chg="add mod">
          <ac:chgData name="Minh Huynh" userId="01a137d4-0d81-46e0-aca6-c9185b391828" providerId="ADAL" clId="{18447838-0BCA-432B-86F3-BB78526C143F}" dt="2026-10-12T21:56:28.075" v="2337" actId="1076"/>
          <ac:spMkLst>
            <pc:docMk/>
            <pc:sldMk cId="232970683" sldId="901"/>
            <ac:spMk id="116" creationId="{BE32DE41-260C-4BDD-9995-B5E7CE4AE13B}"/>
          </ac:spMkLst>
        </pc:spChg>
        <pc:spChg chg="add mod">
          <ac:chgData name="Minh Huynh" userId="01a137d4-0d81-46e0-aca6-c9185b391828" providerId="ADAL" clId="{18447838-0BCA-432B-86F3-BB78526C143F}" dt="2026-10-12T21:56:28.075" v="2337" actId="1076"/>
          <ac:spMkLst>
            <pc:docMk/>
            <pc:sldMk cId="232970683" sldId="901"/>
            <ac:spMk id="117" creationId="{3923A32C-8BB8-422A-9C5B-425274790048}"/>
          </ac:spMkLst>
        </pc:spChg>
        <pc:spChg chg="add mod">
          <ac:chgData name="Minh Huynh" userId="01a137d4-0d81-46e0-aca6-c9185b391828" providerId="ADAL" clId="{18447838-0BCA-432B-86F3-BB78526C143F}" dt="2026-10-12T21:56:28.075" v="2337" actId="1076"/>
          <ac:spMkLst>
            <pc:docMk/>
            <pc:sldMk cId="232970683" sldId="901"/>
            <ac:spMk id="118" creationId="{97D0E181-35A6-4620-AB7C-D7E5C0456EE6}"/>
          </ac:spMkLst>
        </pc:spChg>
        <pc:spChg chg="add mod">
          <ac:chgData name="Minh Huynh" userId="01a137d4-0d81-46e0-aca6-c9185b391828" providerId="ADAL" clId="{18447838-0BCA-432B-86F3-BB78526C143F}" dt="2026-10-12T21:56:28.075" v="2337" actId="1076"/>
          <ac:spMkLst>
            <pc:docMk/>
            <pc:sldMk cId="232970683" sldId="901"/>
            <ac:spMk id="119" creationId="{CA00CEB9-7A7D-41C6-B0D7-3D7A51935ACD}"/>
          </ac:spMkLst>
        </pc:spChg>
        <pc:spChg chg="add mod">
          <ac:chgData name="Minh Huynh" userId="01a137d4-0d81-46e0-aca6-c9185b391828" providerId="ADAL" clId="{18447838-0BCA-432B-86F3-BB78526C143F}" dt="2026-10-12T21:56:28.075" v="2337" actId="1076"/>
          <ac:spMkLst>
            <pc:docMk/>
            <pc:sldMk cId="232970683" sldId="901"/>
            <ac:spMk id="120" creationId="{CC2D1360-1673-4D92-B422-6748B526114A}"/>
          </ac:spMkLst>
        </pc:spChg>
        <pc:spChg chg="add mod">
          <ac:chgData name="Minh Huynh" userId="01a137d4-0d81-46e0-aca6-c9185b391828" providerId="ADAL" clId="{18447838-0BCA-432B-86F3-BB78526C143F}" dt="2026-10-12T21:56:28.075" v="2337" actId="1076"/>
          <ac:spMkLst>
            <pc:docMk/>
            <pc:sldMk cId="232970683" sldId="901"/>
            <ac:spMk id="121" creationId="{1CBDF342-4891-4AAD-A4AA-A80D531935B7}"/>
          </ac:spMkLst>
        </pc:spChg>
        <pc:spChg chg="add mod">
          <ac:chgData name="Minh Huynh" userId="01a137d4-0d81-46e0-aca6-c9185b391828" providerId="ADAL" clId="{18447838-0BCA-432B-86F3-BB78526C143F}" dt="2026-10-12T21:56:28.075" v="2337" actId="1076"/>
          <ac:spMkLst>
            <pc:docMk/>
            <pc:sldMk cId="232970683" sldId="901"/>
            <ac:spMk id="122" creationId="{BA41133E-FC1A-46BE-A12E-701B621316C2}"/>
          </ac:spMkLst>
        </pc:spChg>
        <pc:spChg chg="add mod">
          <ac:chgData name="Minh Huynh" userId="01a137d4-0d81-46e0-aca6-c9185b391828" providerId="ADAL" clId="{18447838-0BCA-432B-86F3-BB78526C143F}" dt="2026-10-12T21:56:28.075" v="2337" actId="1076"/>
          <ac:spMkLst>
            <pc:docMk/>
            <pc:sldMk cId="232970683" sldId="901"/>
            <ac:spMk id="123" creationId="{19CA7375-E97A-4DB4-A23B-2CB2E1370747}"/>
          </ac:spMkLst>
        </pc:spChg>
        <pc:spChg chg="add mod">
          <ac:chgData name="Minh Huynh" userId="01a137d4-0d81-46e0-aca6-c9185b391828" providerId="ADAL" clId="{18447838-0BCA-432B-86F3-BB78526C143F}" dt="2026-10-12T21:56:28.075" v="2337" actId="1076"/>
          <ac:spMkLst>
            <pc:docMk/>
            <pc:sldMk cId="232970683" sldId="901"/>
            <ac:spMk id="124" creationId="{956C46C7-24AB-4D9B-8904-EE60CFACC0C6}"/>
          </ac:spMkLst>
        </pc:spChg>
        <pc:spChg chg="add mod">
          <ac:chgData name="Minh Huynh" userId="01a137d4-0d81-46e0-aca6-c9185b391828" providerId="ADAL" clId="{18447838-0BCA-432B-86F3-BB78526C143F}" dt="2026-10-12T21:56:28.075" v="2337" actId="1076"/>
          <ac:spMkLst>
            <pc:docMk/>
            <pc:sldMk cId="232970683" sldId="901"/>
            <ac:spMk id="125" creationId="{C70FC9DB-627A-4C73-A98E-F101407A2A4E}"/>
          </ac:spMkLst>
        </pc:spChg>
        <pc:spChg chg="add mod">
          <ac:chgData name="Minh Huynh" userId="01a137d4-0d81-46e0-aca6-c9185b391828" providerId="ADAL" clId="{18447838-0BCA-432B-86F3-BB78526C143F}" dt="2026-10-12T21:56:28.075" v="2337" actId="1076"/>
          <ac:spMkLst>
            <pc:docMk/>
            <pc:sldMk cId="232970683" sldId="901"/>
            <ac:spMk id="126" creationId="{C209B7AC-2022-4EFA-BAE5-3578AB6F8C62}"/>
          </ac:spMkLst>
        </pc:spChg>
        <pc:spChg chg="add mod">
          <ac:chgData name="Minh Huynh" userId="01a137d4-0d81-46e0-aca6-c9185b391828" providerId="ADAL" clId="{18447838-0BCA-432B-86F3-BB78526C143F}" dt="2026-10-12T21:56:28.075" v="2337" actId="1076"/>
          <ac:spMkLst>
            <pc:docMk/>
            <pc:sldMk cId="232970683" sldId="901"/>
            <ac:spMk id="127" creationId="{A3D722CA-4697-4C49-81D8-CCB269685479}"/>
          </ac:spMkLst>
        </pc:spChg>
        <pc:spChg chg="add mod">
          <ac:chgData name="Minh Huynh" userId="01a137d4-0d81-46e0-aca6-c9185b391828" providerId="ADAL" clId="{18447838-0BCA-432B-86F3-BB78526C143F}" dt="2026-10-12T21:56:28.075" v="2337" actId="1076"/>
          <ac:spMkLst>
            <pc:docMk/>
            <pc:sldMk cId="232970683" sldId="901"/>
            <ac:spMk id="128" creationId="{90C02011-FD70-4FC2-8A42-4EA647BB5C97}"/>
          </ac:spMkLst>
        </pc:spChg>
        <pc:spChg chg="add mod">
          <ac:chgData name="Minh Huynh" userId="01a137d4-0d81-46e0-aca6-c9185b391828" providerId="ADAL" clId="{18447838-0BCA-432B-86F3-BB78526C143F}" dt="2026-10-12T21:56:28.075" v="2337" actId="1076"/>
          <ac:spMkLst>
            <pc:docMk/>
            <pc:sldMk cId="232970683" sldId="901"/>
            <ac:spMk id="129" creationId="{CCC6A48B-32D9-47A5-B49D-4E8A82FC0D93}"/>
          </ac:spMkLst>
        </pc:spChg>
        <pc:spChg chg="add mod">
          <ac:chgData name="Minh Huynh" userId="01a137d4-0d81-46e0-aca6-c9185b391828" providerId="ADAL" clId="{18447838-0BCA-432B-86F3-BB78526C143F}" dt="2026-10-12T21:56:28.075" v="2337" actId="1076"/>
          <ac:spMkLst>
            <pc:docMk/>
            <pc:sldMk cId="232970683" sldId="901"/>
            <ac:spMk id="130" creationId="{09B8E903-5294-4D19-B51B-70020377B7A8}"/>
          </ac:spMkLst>
        </pc:spChg>
        <pc:spChg chg="add mod">
          <ac:chgData name="Minh Huynh" userId="01a137d4-0d81-46e0-aca6-c9185b391828" providerId="ADAL" clId="{18447838-0BCA-432B-86F3-BB78526C143F}" dt="2026-10-12T21:56:28.075" v="2337" actId="1076"/>
          <ac:spMkLst>
            <pc:docMk/>
            <pc:sldMk cId="232970683" sldId="901"/>
            <ac:spMk id="131" creationId="{6766EA1A-5560-4A9D-8492-7A266BF81F00}"/>
          </ac:spMkLst>
        </pc:spChg>
        <pc:spChg chg="add mod">
          <ac:chgData name="Minh Huynh" userId="01a137d4-0d81-46e0-aca6-c9185b391828" providerId="ADAL" clId="{18447838-0BCA-432B-86F3-BB78526C143F}" dt="2026-10-12T21:56:28.075" v="2337" actId="1076"/>
          <ac:spMkLst>
            <pc:docMk/>
            <pc:sldMk cId="232970683" sldId="901"/>
            <ac:spMk id="132" creationId="{E4130D3F-8F23-423F-ABE1-9E13C1E0581A}"/>
          </ac:spMkLst>
        </pc:spChg>
        <pc:spChg chg="del">
          <ac:chgData name="Minh Huynh" userId="01a137d4-0d81-46e0-aca6-c9185b391828" providerId="ADAL" clId="{18447838-0BCA-432B-86F3-BB78526C143F}" dt="2026-10-12T21:56:23.152" v="2333" actId="478"/>
          <ac:spMkLst>
            <pc:docMk/>
            <pc:sldMk cId="232970683" sldId="901"/>
            <ac:spMk id="149" creationId="{21DFD56D-3523-4608-9402-BFB284590709}"/>
          </ac:spMkLst>
        </pc:spChg>
        <pc:spChg chg="del">
          <ac:chgData name="Minh Huynh" userId="01a137d4-0d81-46e0-aca6-c9185b391828" providerId="ADAL" clId="{18447838-0BCA-432B-86F3-BB78526C143F}" dt="2026-10-12T21:56:23.152" v="2333" actId="478"/>
          <ac:spMkLst>
            <pc:docMk/>
            <pc:sldMk cId="232970683" sldId="901"/>
            <ac:spMk id="150" creationId="{6DBAB6A7-C461-484C-ADB3-AABA62871EAB}"/>
          </ac:spMkLst>
        </pc:spChg>
        <pc:spChg chg="del">
          <ac:chgData name="Minh Huynh" userId="01a137d4-0d81-46e0-aca6-c9185b391828" providerId="ADAL" clId="{18447838-0BCA-432B-86F3-BB78526C143F}" dt="2026-10-12T21:56:23.152" v="2333" actId="478"/>
          <ac:spMkLst>
            <pc:docMk/>
            <pc:sldMk cId="232970683" sldId="901"/>
            <ac:spMk id="151" creationId="{90614140-0FC7-4B2C-AC00-25A3D449D757}"/>
          </ac:spMkLst>
        </pc:spChg>
        <pc:spChg chg="del">
          <ac:chgData name="Minh Huynh" userId="01a137d4-0d81-46e0-aca6-c9185b391828" providerId="ADAL" clId="{18447838-0BCA-432B-86F3-BB78526C143F}" dt="2026-10-12T21:56:23.152" v="2333" actId="478"/>
          <ac:spMkLst>
            <pc:docMk/>
            <pc:sldMk cId="232970683" sldId="901"/>
            <ac:spMk id="152" creationId="{A39311CA-B5A0-452F-8DE5-15587543E5DB}"/>
          </ac:spMkLst>
        </pc:spChg>
        <pc:spChg chg="del">
          <ac:chgData name="Minh Huynh" userId="01a137d4-0d81-46e0-aca6-c9185b391828" providerId="ADAL" clId="{18447838-0BCA-432B-86F3-BB78526C143F}" dt="2026-10-12T21:56:23.152" v="2333" actId="478"/>
          <ac:spMkLst>
            <pc:docMk/>
            <pc:sldMk cId="232970683" sldId="901"/>
            <ac:spMk id="153" creationId="{CC4135C1-925C-4734-8A19-3FA170BED018}"/>
          </ac:spMkLst>
        </pc:spChg>
        <pc:spChg chg="del">
          <ac:chgData name="Minh Huynh" userId="01a137d4-0d81-46e0-aca6-c9185b391828" providerId="ADAL" clId="{18447838-0BCA-432B-86F3-BB78526C143F}" dt="2026-10-12T21:56:23.152" v="2333" actId="478"/>
          <ac:spMkLst>
            <pc:docMk/>
            <pc:sldMk cId="232970683" sldId="901"/>
            <ac:spMk id="154" creationId="{E50D65BB-3A00-40D4-BEB3-639AF96917D6}"/>
          </ac:spMkLst>
        </pc:spChg>
        <pc:spChg chg="del">
          <ac:chgData name="Minh Huynh" userId="01a137d4-0d81-46e0-aca6-c9185b391828" providerId="ADAL" clId="{18447838-0BCA-432B-86F3-BB78526C143F}" dt="2026-10-12T21:56:23.152" v="2333" actId="478"/>
          <ac:spMkLst>
            <pc:docMk/>
            <pc:sldMk cId="232970683" sldId="901"/>
            <ac:spMk id="155" creationId="{F88CA61F-761B-40D0-9A17-10D593B3247F}"/>
          </ac:spMkLst>
        </pc:spChg>
        <pc:spChg chg="del">
          <ac:chgData name="Minh Huynh" userId="01a137d4-0d81-46e0-aca6-c9185b391828" providerId="ADAL" clId="{18447838-0BCA-432B-86F3-BB78526C143F}" dt="2026-10-12T21:56:23.152" v="2333" actId="478"/>
          <ac:spMkLst>
            <pc:docMk/>
            <pc:sldMk cId="232970683" sldId="901"/>
            <ac:spMk id="156" creationId="{6C3D556A-27F9-499F-A789-55B42F8AB778}"/>
          </ac:spMkLst>
        </pc:spChg>
        <pc:spChg chg="del">
          <ac:chgData name="Minh Huynh" userId="01a137d4-0d81-46e0-aca6-c9185b391828" providerId="ADAL" clId="{18447838-0BCA-432B-86F3-BB78526C143F}" dt="2026-10-12T21:56:23.152" v="2333" actId="478"/>
          <ac:spMkLst>
            <pc:docMk/>
            <pc:sldMk cId="232970683" sldId="901"/>
            <ac:spMk id="157" creationId="{A38F0726-2FB3-4CE1-AB85-658E951878E0}"/>
          </ac:spMkLst>
        </pc:spChg>
        <pc:spChg chg="del">
          <ac:chgData name="Minh Huynh" userId="01a137d4-0d81-46e0-aca6-c9185b391828" providerId="ADAL" clId="{18447838-0BCA-432B-86F3-BB78526C143F}" dt="2026-10-12T21:56:23.152" v="2333" actId="478"/>
          <ac:spMkLst>
            <pc:docMk/>
            <pc:sldMk cId="232970683" sldId="901"/>
            <ac:spMk id="158" creationId="{9A532184-9FAF-442F-A2B6-22F5DE3F3A1C}"/>
          </ac:spMkLst>
        </pc:spChg>
        <pc:spChg chg="del">
          <ac:chgData name="Minh Huynh" userId="01a137d4-0d81-46e0-aca6-c9185b391828" providerId="ADAL" clId="{18447838-0BCA-432B-86F3-BB78526C143F}" dt="2026-10-12T21:56:23.152" v="2333" actId="478"/>
          <ac:spMkLst>
            <pc:docMk/>
            <pc:sldMk cId="232970683" sldId="901"/>
            <ac:spMk id="159" creationId="{5A86A892-1579-4A9B-8153-0B7325B32AB9}"/>
          </ac:spMkLst>
        </pc:spChg>
        <pc:spChg chg="del">
          <ac:chgData name="Minh Huynh" userId="01a137d4-0d81-46e0-aca6-c9185b391828" providerId="ADAL" clId="{18447838-0BCA-432B-86F3-BB78526C143F}" dt="2026-10-12T21:56:23.152" v="2333" actId="478"/>
          <ac:spMkLst>
            <pc:docMk/>
            <pc:sldMk cId="232970683" sldId="901"/>
            <ac:spMk id="160" creationId="{BBAAE345-78C0-4389-A2C3-163D462D2335}"/>
          </ac:spMkLst>
        </pc:spChg>
        <pc:spChg chg="del">
          <ac:chgData name="Minh Huynh" userId="01a137d4-0d81-46e0-aca6-c9185b391828" providerId="ADAL" clId="{18447838-0BCA-432B-86F3-BB78526C143F}" dt="2026-10-12T21:56:23.152" v="2333" actId="478"/>
          <ac:spMkLst>
            <pc:docMk/>
            <pc:sldMk cId="232970683" sldId="901"/>
            <ac:spMk id="161" creationId="{3B9021A5-D70D-44D9-8FD2-334714F68809}"/>
          </ac:spMkLst>
        </pc:spChg>
        <pc:spChg chg="del">
          <ac:chgData name="Minh Huynh" userId="01a137d4-0d81-46e0-aca6-c9185b391828" providerId="ADAL" clId="{18447838-0BCA-432B-86F3-BB78526C143F}" dt="2026-10-12T21:56:23.152" v="2333" actId="478"/>
          <ac:spMkLst>
            <pc:docMk/>
            <pc:sldMk cId="232970683" sldId="901"/>
            <ac:spMk id="162" creationId="{7CE1599A-9562-41D5-8D00-D2CC724664C8}"/>
          </ac:spMkLst>
        </pc:spChg>
        <pc:spChg chg="del">
          <ac:chgData name="Minh Huynh" userId="01a137d4-0d81-46e0-aca6-c9185b391828" providerId="ADAL" clId="{18447838-0BCA-432B-86F3-BB78526C143F}" dt="2026-10-12T21:56:23.152" v="2333" actId="478"/>
          <ac:spMkLst>
            <pc:docMk/>
            <pc:sldMk cId="232970683" sldId="901"/>
            <ac:spMk id="163" creationId="{919F206C-7941-4701-A201-F83FBE7FA58D}"/>
          </ac:spMkLst>
        </pc:spChg>
        <pc:spChg chg="del">
          <ac:chgData name="Minh Huynh" userId="01a137d4-0d81-46e0-aca6-c9185b391828" providerId="ADAL" clId="{18447838-0BCA-432B-86F3-BB78526C143F}" dt="2026-10-12T21:56:23.152" v="2333" actId="478"/>
          <ac:spMkLst>
            <pc:docMk/>
            <pc:sldMk cId="232970683" sldId="901"/>
            <ac:spMk id="164" creationId="{EB101FD7-1E88-42E7-B8F3-03B503462AE1}"/>
          </ac:spMkLst>
        </pc:spChg>
        <pc:spChg chg="del">
          <ac:chgData name="Minh Huynh" userId="01a137d4-0d81-46e0-aca6-c9185b391828" providerId="ADAL" clId="{18447838-0BCA-432B-86F3-BB78526C143F}" dt="2026-10-12T21:56:23.152" v="2333" actId="478"/>
          <ac:spMkLst>
            <pc:docMk/>
            <pc:sldMk cId="232970683" sldId="901"/>
            <ac:spMk id="165" creationId="{BA151476-867D-404B-BC73-2F03730FC3EF}"/>
          </ac:spMkLst>
        </pc:spChg>
        <pc:spChg chg="del">
          <ac:chgData name="Minh Huynh" userId="01a137d4-0d81-46e0-aca6-c9185b391828" providerId="ADAL" clId="{18447838-0BCA-432B-86F3-BB78526C143F}" dt="2026-10-12T21:56:23.152" v="2333" actId="478"/>
          <ac:spMkLst>
            <pc:docMk/>
            <pc:sldMk cId="232970683" sldId="901"/>
            <ac:spMk id="166" creationId="{E4C53C5F-A54D-401E-8FE0-1CAF2FB857D7}"/>
          </ac:spMkLst>
        </pc:spChg>
        <pc:spChg chg="del">
          <ac:chgData name="Minh Huynh" userId="01a137d4-0d81-46e0-aca6-c9185b391828" providerId="ADAL" clId="{18447838-0BCA-432B-86F3-BB78526C143F}" dt="2026-10-12T21:56:23.152" v="2333" actId="478"/>
          <ac:spMkLst>
            <pc:docMk/>
            <pc:sldMk cId="232970683" sldId="901"/>
            <ac:spMk id="167" creationId="{675DDA17-543F-4915-AA09-F64037DC075E}"/>
          </ac:spMkLst>
        </pc:spChg>
        <pc:spChg chg="del">
          <ac:chgData name="Minh Huynh" userId="01a137d4-0d81-46e0-aca6-c9185b391828" providerId="ADAL" clId="{18447838-0BCA-432B-86F3-BB78526C143F}" dt="2026-10-12T21:56:23.152" v="2333" actId="478"/>
          <ac:spMkLst>
            <pc:docMk/>
            <pc:sldMk cId="232970683" sldId="901"/>
            <ac:spMk id="168" creationId="{D3B8DB5D-B3EF-4ADB-B873-D530E075329A}"/>
          </ac:spMkLst>
        </pc:spChg>
        <pc:spChg chg="del">
          <ac:chgData name="Minh Huynh" userId="01a137d4-0d81-46e0-aca6-c9185b391828" providerId="ADAL" clId="{18447838-0BCA-432B-86F3-BB78526C143F}" dt="2026-10-12T21:56:23.152" v="2333" actId="478"/>
          <ac:spMkLst>
            <pc:docMk/>
            <pc:sldMk cId="232970683" sldId="901"/>
            <ac:spMk id="169" creationId="{02C300F5-1222-4D33-97BD-57965A511AF5}"/>
          </ac:spMkLst>
        </pc:spChg>
        <pc:spChg chg="del">
          <ac:chgData name="Minh Huynh" userId="01a137d4-0d81-46e0-aca6-c9185b391828" providerId="ADAL" clId="{18447838-0BCA-432B-86F3-BB78526C143F}" dt="2026-10-12T21:56:23.152" v="2333" actId="478"/>
          <ac:spMkLst>
            <pc:docMk/>
            <pc:sldMk cId="232970683" sldId="901"/>
            <ac:spMk id="170" creationId="{89D33540-E4B3-45BB-9DE8-CB56F094F072}"/>
          </ac:spMkLst>
        </pc:spChg>
      </pc:sldChg>
      <pc:sldChg chg="del">
        <pc:chgData name="Minh Huynh" userId="01a137d4-0d81-46e0-aca6-c9185b391828" providerId="ADAL" clId="{18447838-0BCA-432B-86F3-BB78526C143F}" dt="2026-10-12T12:12:45.996" v="0" actId="47"/>
        <pc:sldMkLst>
          <pc:docMk/>
          <pc:sldMk cId="2782254885" sldId="901"/>
        </pc:sldMkLst>
      </pc:sldChg>
      <pc:sldChg chg="addSp delSp modSp add mod">
        <pc:chgData name="Minh Huynh" userId="01a137d4-0d81-46e0-aca6-c9185b391828" providerId="ADAL" clId="{18447838-0BCA-432B-86F3-BB78526C143F}" dt="2026-10-13T02:51:01.163" v="2453" actId="14100"/>
        <pc:sldMkLst>
          <pc:docMk/>
          <pc:sldMk cId="2487047363" sldId="902"/>
        </pc:sldMkLst>
        <pc:spChg chg="mod">
          <ac:chgData name="Minh Huynh" userId="01a137d4-0d81-46e0-aca6-c9185b391828" providerId="ADAL" clId="{18447838-0BCA-432B-86F3-BB78526C143F}" dt="2026-10-13T02:49:08.771" v="2403" actId="20577"/>
          <ac:spMkLst>
            <pc:docMk/>
            <pc:sldMk cId="2487047363" sldId="902"/>
            <ac:spMk id="4" creationId="{7BC73E8E-0D58-4B4B-A5C4-A8AE38997407}"/>
          </ac:spMkLst>
        </pc:spChg>
        <pc:spChg chg="add del mod">
          <ac:chgData name="Minh Huynh" userId="01a137d4-0d81-46e0-aca6-c9185b391828" providerId="ADAL" clId="{18447838-0BCA-432B-86F3-BB78526C143F}" dt="2026-10-13T02:50:32.983" v="2444"/>
          <ac:spMkLst>
            <pc:docMk/>
            <pc:sldMk cId="2487047363" sldId="902"/>
            <ac:spMk id="36" creationId="{D5C76A90-EC58-483F-BA63-C54B3AE8E0B5}"/>
          </ac:spMkLst>
        </pc:spChg>
        <pc:spChg chg="add del mod">
          <ac:chgData name="Minh Huynh" userId="01a137d4-0d81-46e0-aca6-c9185b391828" providerId="ADAL" clId="{18447838-0BCA-432B-86F3-BB78526C143F}" dt="2026-10-13T02:50:32.983" v="2444"/>
          <ac:spMkLst>
            <pc:docMk/>
            <pc:sldMk cId="2487047363" sldId="902"/>
            <ac:spMk id="37" creationId="{6C5B3935-C11C-4582-913F-B018CC09A810}"/>
          </ac:spMkLst>
        </pc:spChg>
        <pc:spChg chg="add del mod">
          <ac:chgData name="Minh Huynh" userId="01a137d4-0d81-46e0-aca6-c9185b391828" providerId="ADAL" clId="{18447838-0BCA-432B-86F3-BB78526C143F}" dt="2026-10-13T02:50:32.983" v="2444"/>
          <ac:spMkLst>
            <pc:docMk/>
            <pc:sldMk cId="2487047363" sldId="902"/>
            <ac:spMk id="38" creationId="{99505BA9-B9DE-4B2A-B684-E5CE80A45AC4}"/>
          </ac:spMkLst>
        </pc:spChg>
        <pc:spChg chg="add del mod">
          <ac:chgData name="Minh Huynh" userId="01a137d4-0d81-46e0-aca6-c9185b391828" providerId="ADAL" clId="{18447838-0BCA-432B-86F3-BB78526C143F}" dt="2026-10-13T02:50:32.983" v="2444"/>
          <ac:spMkLst>
            <pc:docMk/>
            <pc:sldMk cId="2487047363" sldId="902"/>
            <ac:spMk id="39" creationId="{2058982F-5033-4DBE-8A93-C0EB78BA2C6B}"/>
          </ac:spMkLst>
        </pc:spChg>
        <pc:spChg chg="add del mod">
          <ac:chgData name="Minh Huynh" userId="01a137d4-0d81-46e0-aca6-c9185b391828" providerId="ADAL" clId="{18447838-0BCA-432B-86F3-BB78526C143F}" dt="2026-10-13T02:50:32.983" v="2444"/>
          <ac:spMkLst>
            <pc:docMk/>
            <pc:sldMk cId="2487047363" sldId="902"/>
            <ac:spMk id="40" creationId="{9AA65E4C-6435-4406-895C-49C36A20458A}"/>
          </ac:spMkLst>
        </pc:spChg>
        <pc:spChg chg="add del mod">
          <ac:chgData name="Minh Huynh" userId="01a137d4-0d81-46e0-aca6-c9185b391828" providerId="ADAL" clId="{18447838-0BCA-432B-86F3-BB78526C143F}" dt="2026-10-13T02:50:32.983" v="2444"/>
          <ac:spMkLst>
            <pc:docMk/>
            <pc:sldMk cId="2487047363" sldId="902"/>
            <ac:spMk id="41" creationId="{E87C0E9F-FF49-4F7F-A9E5-6036524C6F6A}"/>
          </ac:spMkLst>
        </pc:spChg>
        <pc:spChg chg="add del mod">
          <ac:chgData name="Minh Huynh" userId="01a137d4-0d81-46e0-aca6-c9185b391828" providerId="ADAL" clId="{18447838-0BCA-432B-86F3-BB78526C143F}" dt="2026-10-13T02:50:32.983" v="2444"/>
          <ac:spMkLst>
            <pc:docMk/>
            <pc:sldMk cId="2487047363" sldId="902"/>
            <ac:spMk id="42" creationId="{5E665120-A57F-4287-BE6C-0FC157C33155}"/>
          </ac:spMkLst>
        </pc:spChg>
        <pc:spChg chg="add del mod">
          <ac:chgData name="Minh Huynh" userId="01a137d4-0d81-46e0-aca6-c9185b391828" providerId="ADAL" clId="{18447838-0BCA-432B-86F3-BB78526C143F}" dt="2026-10-13T02:50:32.983" v="2444"/>
          <ac:spMkLst>
            <pc:docMk/>
            <pc:sldMk cId="2487047363" sldId="902"/>
            <ac:spMk id="43" creationId="{E2555B8C-AC38-4F06-B192-54A6F35AD3A7}"/>
          </ac:spMkLst>
        </pc:spChg>
        <pc:spChg chg="add del mod">
          <ac:chgData name="Minh Huynh" userId="01a137d4-0d81-46e0-aca6-c9185b391828" providerId="ADAL" clId="{18447838-0BCA-432B-86F3-BB78526C143F}" dt="2026-10-13T02:50:32.983" v="2444"/>
          <ac:spMkLst>
            <pc:docMk/>
            <pc:sldMk cId="2487047363" sldId="902"/>
            <ac:spMk id="44" creationId="{5CD5B599-F530-4C52-95E0-623B9B012996}"/>
          </ac:spMkLst>
        </pc:spChg>
        <pc:spChg chg="add del mod">
          <ac:chgData name="Minh Huynh" userId="01a137d4-0d81-46e0-aca6-c9185b391828" providerId="ADAL" clId="{18447838-0BCA-432B-86F3-BB78526C143F}" dt="2026-10-13T02:50:32.983" v="2444"/>
          <ac:spMkLst>
            <pc:docMk/>
            <pc:sldMk cId="2487047363" sldId="902"/>
            <ac:spMk id="45" creationId="{170E2E09-9F88-4E83-8277-B9F39C337FB8}"/>
          </ac:spMkLst>
        </pc:spChg>
        <pc:spChg chg="add del mod">
          <ac:chgData name="Minh Huynh" userId="01a137d4-0d81-46e0-aca6-c9185b391828" providerId="ADAL" clId="{18447838-0BCA-432B-86F3-BB78526C143F}" dt="2026-10-13T02:50:32.983" v="2444"/>
          <ac:spMkLst>
            <pc:docMk/>
            <pc:sldMk cId="2487047363" sldId="902"/>
            <ac:spMk id="46" creationId="{04FD84DD-84E1-409B-AEAA-C0AB867AB479}"/>
          </ac:spMkLst>
        </pc:spChg>
        <pc:spChg chg="add del mod">
          <ac:chgData name="Minh Huynh" userId="01a137d4-0d81-46e0-aca6-c9185b391828" providerId="ADAL" clId="{18447838-0BCA-432B-86F3-BB78526C143F}" dt="2026-10-13T02:50:32.983" v="2444"/>
          <ac:spMkLst>
            <pc:docMk/>
            <pc:sldMk cId="2487047363" sldId="902"/>
            <ac:spMk id="47" creationId="{38038D13-6956-4514-ADBB-43F344C9F936}"/>
          </ac:spMkLst>
        </pc:spChg>
        <pc:spChg chg="add del mod">
          <ac:chgData name="Minh Huynh" userId="01a137d4-0d81-46e0-aca6-c9185b391828" providerId="ADAL" clId="{18447838-0BCA-432B-86F3-BB78526C143F}" dt="2026-10-13T02:50:32.983" v="2444"/>
          <ac:spMkLst>
            <pc:docMk/>
            <pc:sldMk cId="2487047363" sldId="902"/>
            <ac:spMk id="48" creationId="{F0F15E31-12AA-4CAE-BE15-7F6D9E0B926C}"/>
          </ac:spMkLst>
        </pc:spChg>
        <pc:spChg chg="add del mod">
          <ac:chgData name="Minh Huynh" userId="01a137d4-0d81-46e0-aca6-c9185b391828" providerId="ADAL" clId="{18447838-0BCA-432B-86F3-BB78526C143F}" dt="2026-10-13T02:50:32.983" v="2444"/>
          <ac:spMkLst>
            <pc:docMk/>
            <pc:sldMk cId="2487047363" sldId="902"/>
            <ac:spMk id="49" creationId="{1902B7B7-89FB-4E99-AAB0-20876F1B714D}"/>
          </ac:spMkLst>
        </pc:spChg>
        <pc:spChg chg="add del mod">
          <ac:chgData name="Minh Huynh" userId="01a137d4-0d81-46e0-aca6-c9185b391828" providerId="ADAL" clId="{18447838-0BCA-432B-86F3-BB78526C143F}" dt="2026-10-13T02:50:32.983" v="2444"/>
          <ac:spMkLst>
            <pc:docMk/>
            <pc:sldMk cId="2487047363" sldId="902"/>
            <ac:spMk id="50" creationId="{10F3A7C5-7D12-4B60-9E14-49CB5B416E49}"/>
          </ac:spMkLst>
        </pc:spChg>
        <pc:spChg chg="add del mod">
          <ac:chgData name="Minh Huynh" userId="01a137d4-0d81-46e0-aca6-c9185b391828" providerId="ADAL" clId="{18447838-0BCA-432B-86F3-BB78526C143F}" dt="2026-10-13T02:50:32.983" v="2444"/>
          <ac:spMkLst>
            <pc:docMk/>
            <pc:sldMk cId="2487047363" sldId="902"/>
            <ac:spMk id="51" creationId="{4207EA15-8D58-4672-840C-A0E0C5AD8D71}"/>
          </ac:spMkLst>
        </pc:spChg>
        <pc:spChg chg="add del mod">
          <ac:chgData name="Minh Huynh" userId="01a137d4-0d81-46e0-aca6-c9185b391828" providerId="ADAL" clId="{18447838-0BCA-432B-86F3-BB78526C143F}" dt="2026-10-13T02:50:32.983" v="2444"/>
          <ac:spMkLst>
            <pc:docMk/>
            <pc:sldMk cId="2487047363" sldId="902"/>
            <ac:spMk id="52" creationId="{8F3C5456-3597-4F46-965F-3E3F26789C6E}"/>
          </ac:spMkLst>
        </pc:spChg>
        <pc:spChg chg="add del mod">
          <ac:chgData name="Minh Huynh" userId="01a137d4-0d81-46e0-aca6-c9185b391828" providerId="ADAL" clId="{18447838-0BCA-432B-86F3-BB78526C143F}" dt="2026-10-13T02:50:32.983" v="2444"/>
          <ac:spMkLst>
            <pc:docMk/>
            <pc:sldMk cId="2487047363" sldId="902"/>
            <ac:spMk id="53" creationId="{73CF5687-73A6-43F3-85CD-886056F16A15}"/>
          </ac:spMkLst>
        </pc:spChg>
        <pc:spChg chg="add del mod">
          <ac:chgData name="Minh Huynh" userId="01a137d4-0d81-46e0-aca6-c9185b391828" providerId="ADAL" clId="{18447838-0BCA-432B-86F3-BB78526C143F}" dt="2026-10-13T02:50:32.983" v="2444"/>
          <ac:spMkLst>
            <pc:docMk/>
            <pc:sldMk cId="2487047363" sldId="902"/>
            <ac:spMk id="54" creationId="{FF940E9C-F98E-4E71-9FDE-F3DE7DBB745D}"/>
          </ac:spMkLst>
        </pc:spChg>
        <pc:spChg chg="add del mod">
          <ac:chgData name="Minh Huynh" userId="01a137d4-0d81-46e0-aca6-c9185b391828" providerId="ADAL" clId="{18447838-0BCA-432B-86F3-BB78526C143F}" dt="2026-10-13T02:50:32.983" v="2444"/>
          <ac:spMkLst>
            <pc:docMk/>
            <pc:sldMk cId="2487047363" sldId="902"/>
            <ac:spMk id="55" creationId="{575B8533-9CE5-48C4-B13E-76DC419A06B6}"/>
          </ac:spMkLst>
        </pc:spChg>
        <pc:spChg chg="add del mod">
          <ac:chgData name="Minh Huynh" userId="01a137d4-0d81-46e0-aca6-c9185b391828" providerId="ADAL" clId="{18447838-0BCA-432B-86F3-BB78526C143F}" dt="2026-10-13T02:50:32.983" v="2444"/>
          <ac:spMkLst>
            <pc:docMk/>
            <pc:sldMk cId="2487047363" sldId="902"/>
            <ac:spMk id="56" creationId="{FEFBD3AC-FE54-4088-BE80-6CB8CC0B7B23}"/>
          </ac:spMkLst>
        </pc:spChg>
        <pc:spChg chg="add del mod">
          <ac:chgData name="Minh Huynh" userId="01a137d4-0d81-46e0-aca6-c9185b391828" providerId="ADAL" clId="{18447838-0BCA-432B-86F3-BB78526C143F}" dt="2026-10-13T02:50:32.983" v="2444"/>
          <ac:spMkLst>
            <pc:docMk/>
            <pc:sldMk cId="2487047363" sldId="902"/>
            <ac:spMk id="57" creationId="{A71E8C65-26F8-442C-89AB-9D1709F3BBA7}"/>
          </ac:spMkLst>
        </pc:spChg>
        <pc:spChg chg="add del mod">
          <ac:chgData name="Minh Huynh" userId="01a137d4-0d81-46e0-aca6-c9185b391828" providerId="ADAL" clId="{18447838-0BCA-432B-86F3-BB78526C143F}" dt="2026-10-13T02:50:32.983" v="2444"/>
          <ac:spMkLst>
            <pc:docMk/>
            <pc:sldMk cId="2487047363" sldId="902"/>
            <ac:spMk id="58" creationId="{4D971A3D-5CC3-4804-85C6-131B3B435D66}"/>
          </ac:spMkLst>
        </pc:spChg>
        <pc:spChg chg="add del mod">
          <ac:chgData name="Minh Huynh" userId="01a137d4-0d81-46e0-aca6-c9185b391828" providerId="ADAL" clId="{18447838-0BCA-432B-86F3-BB78526C143F}" dt="2026-10-13T02:50:32.983" v="2444"/>
          <ac:spMkLst>
            <pc:docMk/>
            <pc:sldMk cId="2487047363" sldId="902"/>
            <ac:spMk id="59" creationId="{20C7DCFB-1F5C-419B-8E6E-89EAC5581464}"/>
          </ac:spMkLst>
        </pc:spChg>
        <pc:spChg chg="add del mod">
          <ac:chgData name="Minh Huynh" userId="01a137d4-0d81-46e0-aca6-c9185b391828" providerId="ADAL" clId="{18447838-0BCA-432B-86F3-BB78526C143F}" dt="2026-10-13T02:50:32.983" v="2444"/>
          <ac:spMkLst>
            <pc:docMk/>
            <pc:sldMk cId="2487047363" sldId="902"/>
            <ac:spMk id="60" creationId="{092B3514-F4CE-4443-BCDD-6B65F7870289}"/>
          </ac:spMkLst>
        </pc:spChg>
        <pc:spChg chg="add del mod">
          <ac:chgData name="Minh Huynh" userId="01a137d4-0d81-46e0-aca6-c9185b391828" providerId="ADAL" clId="{18447838-0BCA-432B-86F3-BB78526C143F}" dt="2026-10-13T02:50:32.983" v="2444"/>
          <ac:spMkLst>
            <pc:docMk/>
            <pc:sldMk cId="2487047363" sldId="902"/>
            <ac:spMk id="61" creationId="{31DF323A-8DD1-4EAA-93BB-76F94BFAD658}"/>
          </ac:spMkLst>
        </pc:spChg>
        <pc:spChg chg="add del mod">
          <ac:chgData name="Minh Huynh" userId="01a137d4-0d81-46e0-aca6-c9185b391828" providerId="ADAL" clId="{18447838-0BCA-432B-86F3-BB78526C143F}" dt="2026-10-13T02:50:32.983" v="2444"/>
          <ac:spMkLst>
            <pc:docMk/>
            <pc:sldMk cId="2487047363" sldId="902"/>
            <ac:spMk id="62" creationId="{6F7BC4AA-3B4C-450D-85BD-62983A584652}"/>
          </ac:spMkLst>
        </pc:spChg>
        <pc:spChg chg="add del mod">
          <ac:chgData name="Minh Huynh" userId="01a137d4-0d81-46e0-aca6-c9185b391828" providerId="ADAL" clId="{18447838-0BCA-432B-86F3-BB78526C143F}" dt="2026-10-13T02:50:32.983" v="2444"/>
          <ac:spMkLst>
            <pc:docMk/>
            <pc:sldMk cId="2487047363" sldId="902"/>
            <ac:spMk id="63" creationId="{29958C97-DE55-46FD-87FD-9FB937DE8A14}"/>
          </ac:spMkLst>
        </pc:spChg>
        <pc:spChg chg="add del mod">
          <ac:chgData name="Minh Huynh" userId="01a137d4-0d81-46e0-aca6-c9185b391828" providerId="ADAL" clId="{18447838-0BCA-432B-86F3-BB78526C143F}" dt="2026-10-13T02:50:32.983" v="2444"/>
          <ac:spMkLst>
            <pc:docMk/>
            <pc:sldMk cId="2487047363" sldId="902"/>
            <ac:spMk id="64" creationId="{C4AD46F8-283A-43C6-9D3C-4DB4E43C0A5F}"/>
          </ac:spMkLst>
        </pc:spChg>
        <pc:spChg chg="add del mod">
          <ac:chgData name="Minh Huynh" userId="01a137d4-0d81-46e0-aca6-c9185b391828" providerId="ADAL" clId="{18447838-0BCA-432B-86F3-BB78526C143F}" dt="2026-10-13T02:50:32.983" v="2444"/>
          <ac:spMkLst>
            <pc:docMk/>
            <pc:sldMk cId="2487047363" sldId="902"/>
            <ac:spMk id="65" creationId="{87A8F7FD-D6D5-475B-B13E-EB21BBFFFFE7}"/>
          </ac:spMkLst>
        </pc:spChg>
        <pc:spChg chg="add del mod">
          <ac:chgData name="Minh Huynh" userId="01a137d4-0d81-46e0-aca6-c9185b391828" providerId="ADAL" clId="{18447838-0BCA-432B-86F3-BB78526C143F}" dt="2026-10-13T02:50:32.983" v="2444"/>
          <ac:spMkLst>
            <pc:docMk/>
            <pc:sldMk cId="2487047363" sldId="902"/>
            <ac:spMk id="66" creationId="{37285192-4EE9-4D01-915B-5FDDC626B08D}"/>
          </ac:spMkLst>
        </pc:spChg>
        <pc:spChg chg="add del mod">
          <ac:chgData name="Minh Huynh" userId="01a137d4-0d81-46e0-aca6-c9185b391828" providerId="ADAL" clId="{18447838-0BCA-432B-86F3-BB78526C143F}" dt="2026-10-13T02:50:32.983" v="2444"/>
          <ac:spMkLst>
            <pc:docMk/>
            <pc:sldMk cId="2487047363" sldId="902"/>
            <ac:spMk id="67" creationId="{FED09083-3068-491A-9969-0DD5D8486970}"/>
          </ac:spMkLst>
        </pc:spChg>
        <pc:spChg chg="add del mod">
          <ac:chgData name="Minh Huynh" userId="01a137d4-0d81-46e0-aca6-c9185b391828" providerId="ADAL" clId="{18447838-0BCA-432B-86F3-BB78526C143F}" dt="2026-10-13T02:50:32.983" v="2444"/>
          <ac:spMkLst>
            <pc:docMk/>
            <pc:sldMk cId="2487047363" sldId="902"/>
            <ac:spMk id="68" creationId="{CCD52D7D-D9BB-4722-8AC2-8600EAA82A08}"/>
          </ac:spMkLst>
        </pc:spChg>
        <pc:spChg chg="add del mod">
          <ac:chgData name="Minh Huynh" userId="01a137d4-0d81-46e0-aca6-c9185b391828" providerId="ADAL" clId="{18447838-0BCA-432B-86F3-BB78526C143F}" dt="2026-10-13T02:50:32.983" v="2444"/>
          <ac:spMkLst>
            <pc:docMk/>
            <pc:sldMk cId="2487047363" sldId="902"/>
            <ac:spMk id="69" creationId="{F9E8E363-5414-4102-A2E7-7FA6410BAA8C}"/>
          </ac:spMkLst>
        </pc:spChg>
        <pc:spChg chg="add del mod">
          <ac:chgData name="Minh Huynh" userId="01a137d4-0d81-46e0-aca6-c9185b391828" providerId="ADAL" clId="{18447838-0BCA-432B-86F3-BB78526C143F}" dt="2026-10-13T02:50:32.983" v="2444"/>
          <ac:spMkLst>
            <pc:docMk/>
            <pc:sldMk cId="2487047363" sldId="902"/>
            <ac:spMk id="70" creationId="{4A55D290-73E1-43E4-A3DC-FB8FCB77982A}"/>
          </ac:spMkLst>
        </pc:spChg>
        <pc:spChg chg="add del mod">
          <ac:chgData name="Minh Huynh" userId="01a137d4-0d81-46e0-aca6-c9185b391828" providerId="ADAL" clId="{18447838-0BCA-432B-86F3-BB78526C143F}" dt="2026-10-13T02:50:32.983" v="2444"/>
          <ac:spMkLst>
            <pc:docMk/>
            <pc:sldMk cId="2487047363" sldId="902"/>
            <ac:spMk id="71" creationId="{C7A075F8-871A-4C89-885E-CF67F21EEC1E}"/>
          </ac:spMkLst>
        </pc:spChg>
        <pc:spChg chg="add del mod">
          <ac:chgData name="Minh Huynh" userId="01a137d4-0d81-46e0-aca6-c9185b391828" providerId="ADAL" clId="{18447838-0BCA-432B-86F3-BB78526C143F}" dt="2026-10-13T02:50:32.983" v="2444"/>
          <ac:spMkLst>
            <pc:docMk/>
            <pc:sldMk cId="2487047363" sldId="902"/>
            <ac:spMk id="72" creationId="{90781B4B-0CE1-4626-B836-6E38B6BD6804}"/>
          </ac:spMkLst>
        </pc:spChg>
        <pc:spChg chg="add del mod">
          <ac:chgData name="Minh Huynh" userId="01a137d4-0d81-46e0-aca6-c9185b391828" providerId="ADAL" clId="{18447838-0BCA-432B-86F3-BB78526C143F}" dt="2026-10-13T02:50:32.983" v="2444"/>
          <ac:spMkLst>
            <pc:docMk/>
            <pc:sldMk cId="2487047363" sldId="902"/>
            <ac:spMk id="73" creationId="{5E9A8468-12A9-4BA5-9A26-D6F483E360C7}"/>
          </ac:spMkLst>
        </pc:spChg>
        <pc:spChg chg="add del mod">
          <ac:chgData name="Minh Huynh" userId="01a137d4-0d81-46e0-aca6-c9185b391828" providerId="ADAL" clId="{18447838-0BCA-432B-86F3-BB78526C143F}" dt="2026-10-13T02:50:32.983" v="2444"/>
          <ac:spMkLst>
            <pc:docMk/>
            <pc:sldMk cId="2487047363" sldId="902"/>
            <ac:spMk id="74" creationId="{9F937CE0-91F0-4C7D-B44D-61C5A0168373}"/>
          </ac:spMkLst>
        </pc:spChg>
        <pc:spChg chg="mod">
          <ac:chgData name="Minh Huynh" userId="01a137d4-0d81-46e0-aca6-c9185b391828" providerId="ADAL" clId="{18447838-0BCA-432B-86F3-BB78526C143F}" dt="2026-10-13T02:50:22.651" v="2440" actId="14100"/>
          <ac:spMkLst>
            <pc:docMk/>
            <pc:sldMk cId="2487047363" sldId="902"/>
            <ac:spMk id="75" creationId="{49DF9D2F-8E65-4D63-82C3-27F8FA7882BF}"/>
          </ac:spMkLst>
        </pc:spChg>
        <pc:spChg chg="add del mod">
          <ac:chgData name="Minh Huynh" userId="01a137d4-0d81-46e0-aca6-c9185b391828" providerId="ADAL" clId="{18447838-0BCA-432B-86F3-BB78526C143F}" dt="2026-10-13T02:50:32.983" v="2444"/>
          <ac:spMkLst>
            <pc:docMk/>
            <pc:sldMk cId="2487047363" sldId="902"/>
            <ac:spMk id="76" creationId="{DAC7E202-A49C-4EA7-B11A-44E12B7A2FDA}"/>
          </ac:spMkLst>
        </pc:spChg>
        <pc:spChg chg="add del mod">
          <ac:chgData name="Minh Huynh" userId="01a137d4-0d81-46e0-aca6-c9185b391828" providerId="ADAL" clId="{18447838-0BCA-432B-86F3-BB78526C143F}" dt="2026-10-13T02:50:32.983" v="2444"/>
          <ac:spMkLst>
            <pc:docMk/>
            <pc:sldMk cId="2487047363" sldId="902"/>
            <ac:spMk id="77" creationId="{62A43434-78A1-4B5B-BEFD-16359EB47877}"/>
          </ac:spMkLst>
        </pc:spChg>
        <pc:spChg chg="add del mod">
          <ac:chgData name="Minh Huynh" userId="01a137d4-0d81-46e0-aca6-c9185b391828" providerId="ADAL" clId="{18447838-0BCA-432B-86F3-BB78526C143F}" dt="2026-10-13T02:50:32.983" v="2444"/>
          <ac:spMkLst>
            <pc:docMk/>
            <pc:sldMk cId="2487047363" sldId="902"/>
            <ac:spMk id="78" creationId="{0B1343DD-8CFB-43D3-8549-2E513BCA4D27}"/>
          </ac:spMkLst>
        </pc:spChg>
        <pc:spChg chg="add del mod">
          <ac:chgData name="Minh Huynh" userId="01a137d4-0d81-46e0-aca6-c9185b391828" providerId="ADAL" clId="{18447838-0BCA-432B-86F3-BB78526C143F}" dt="2026-10-13T02:50:32.983" v="2444"/>
          <ac:spMkLst>
            <pc:docMk/>
            <pc:sldMk cId="2487047363" sldId="902"/>
            <ac:spMk id="79" creationId="{DDB2D4AF-25A6-492C-8C5B-499257DBF71A}"/>
          </ac:spMkLst>
        </pc:spChg>
        <pc:spChg chg="del">
          <ac:chgData name="Minh Huynh" userId="01a137d4-0d81-46e0-aca6-c9185b391828" providerId="ADAL" clId="{18447838-0BCA-432B-86F3-BB78526C143F}" dt="2026-10-13T02:50:24.303" v="2441" actId="478"/>
          <ac:spMkLst>
            <pc:docMk/>
            <pc:sldMk cId="2487047363" sldId="902"/>
            <ac:spMk id="80" creationId="{CEE9F308-9C88-4767-BF59-94E0E170FD9F}"/>
          </ac:spMkLst>
        </pc:spChg>
        <pc:spChg chg="del">
          <ac:chgData name="Minh Huynh" userId="01a137d4-0d81-46e0-aca6-c9185b391828" providerId="ADAL" clId="{18447838-0BCA-432B-86F3-BB78526C143F}" dt="2026-10-13T02:50:26.209" v="2442" actId="478"/>
          <ac:spMkLst>
            <pc:docMk/>
            <pc:sldMk cId="2487047363" sldId="902"/>
            <ac:spMk id="81" creationId="{8FD1ED4D-249D-4DB7-AEAE-FF0118BDF3FC}"/>
          </ac:spMkLst>
        </pc:spChg>
        <pc:spChg chg="del">
          <ac:chgData name="Minh Huynh" userId="01a137d4-0d81-46e0-aca6-c9185b391828" providerId="ADAL" clId="{18447838-0BCA-432B-86F3-BB78526C143F}" dt="2026-10-13T02:50:26.209" v="2442" actId="478"/>
          <ac:spMkLst>
            <pc:docMk/>
            <pc:sldMk cId="2487047363" sldId="902"/>
            <ac:spMk id="82" creationId="{26B6592C-6A4F-4B6E-BE7C-D2CC943185E7}"/>
          </ac:spMkLst>
        </pc:spChg>
        <pc:spChg chg="del">
          <ac:chgData name="Minh Huynh" userId="01a137d4-0d81-46e0-aca6-c9185b391828" providerId="ADAL" clId="{18447838-0BCA-432B-86F3-BB78526C143F}" dt="2026-10-13T02:50:26.209" v="2442" actId="478"/>
          <ac:spMkLst>
            <pc:docMk/>
            <pc:sldMk cId="2487047363" sldId="902"/>
            <ac:spMk id="83" creationId="{002EFBA7-9647-4B78-9C42-134F81FCCB4E}"/>
          </ac:spMkLst>
        </pc:spChg>
        <pc:spChg chg="del">
          <ac:chgData name="Minh Huynh" userId="01a137d4-0d81-46e0-aca6-c9185b391828" providerId="ADAL" clId="{18447838-0BCA-432B-86F3-BB78526C143F}" dt="2026-10-13T02:50:26.209" v="2442" actId="478"/>
          <ac:spMkLst>
            <pc:docMk/>
            <pc:sldMk cId="2487047363" sldId="902"/>
            <ac:spMk id="84" creationId="{D6BEC4FF-41F5-4F72-BE0F-3BB2B3C956D4}"/>
          </ac:spMkLst>
        </pc:spChg>
        <pc:spChg chg="del">
          <ac:chgData name="Minh Huynh" userId="01a137d4-0d81-46e0-aca6-c9185b391828" providerId="ADAL" clId="{18447838-0BCA-432B-86F3-BB78526C143F}" dt="2026-10-13T02:50:26.209" v="2442" actId="478"/>
          <ac:spMkLst>
            <pc:docMk/>
            <pc:sldMk cId="2487047363" sldId="902"/>
            <ac:spMk id="85" creationId="{7788472F-4A55-4BB7-8E7C-C1DEB43EBE50}"/>
          </ac:spMkLst>
        </pc:spChg>
        <pc:spChg chg="del">
          <ac:chgData name="Minh Huynh" userId="01a137d4-0d81-46e0-aca6-c9185b391828" providerId="ADAL" clId="{18447838-0BCA-432B-86F3-BB78526C143F}" dt="2026-10-13T02:50:26.209" v="2442" actId="478"/>
          <ac:spMkLst>
            <pc:docMk/>
            <pc:sldMk cId="2487047363" sldId="902"/>
            <ac:spMk id="86" creationId="{8A8E4DE9-499B-4A49-97D4-C23912E91760}"/>
          </ac:spMkLst>
        </pc:spChg>
        <pc:spChg chg="del">
          <ac:chgData name="Minh Huynh" userId="01a137d4-0d81-46e0-aca6-c9185b391828" providerId="ADAL" clId="{18447838-0BCA-432B-86F3-BB78526C143F}" dt="2026-10-13T02:50:26.209" v="2442" actId="478"/>
          <ac:spMkLst>
            <pc:docMk/>
            <pc:sldMk cId="2487047363" sldId="902"/>
            <ac:spMk id="87" creationId="{7DB7774F-5DA3-4524-ABD4-0306EACADA66}"/>
          </ac:spMkLst>
        </pc:spChg>
        <pc:spChg chg="add del mod">
          <ac:chgData name="Minh Huynh" userId="01a137d4-0d81-46e0-aca6-c9185b391828" providerId="ADAL" clId="{18447838-0BCA-432B-86F3-BB78526C143F}" dt="2026-10-13T02:50:48.236" v="2447" actId="478"/>
          <ac:spMkLst>
            <pc:docMk/>
            <pc:sldMk cId="2487047363" sldId="902"/>
            <ac:spMk id="88" creationId="{26005E6A-6EA8-4151-A779-A0663F80CA60}"/>
          </ac:spMkLst>
        </pc:spChg>
        <pc:spChg chg="add del mod">
          <ac:chgData name="Minh Huynh" userId="01a137d4-0d81-46e0-aca6-c9185b391828" providerId="ADAL" clId="{18447838-0BCA-432B-86F3-BB78526C143F}" dt="2026-10-13T02:50:48.236" v="2447" actId="478"/>
          <ac:spMkLst>
            <pc:docMk/>
            <pc:sldMk cId="2487047363" sldId="902"/>
            <ac:spMk id="89" creationId="{B414DED1-86DC-4E79-9517-D9ACDBB9D824}"/>
          </ac:spMkLst>
        </pc:spChg>
        <pc:spChg chg="add del mod">
          <ac:chgData name="Minh Huynh" userId="01a137d4-0d81-46e0-aca6-c9185b391828" providerId="ADAL" clId="{18447838-0BCA-432B-86F3-BB78526C143F}" dt="2026-10-13T02:50:48.236" v="2447" actId="478"/>
          <ac:spMkLst>
            <pc:docMk/>
            <pc:sldMk cId="2487047363" sldId="902"/>
            <ac:spMk id="90" creationId="{01591618-CC17-4AEA-B6DB-4F5BE55B44F8}"/>
          </ac:spMkLst>
        </pc:spChg>
        <pc:spChg chg="add del mod">
          <ac:chgData name="Minh Huynh" userId="01a137d4-0d81-46e0-aca6-c9185b391828" providerId="ADAL" clId="{18447838-0BCA-432B-86F3-BB78526C143F}" dt="2026-10-13T02:50:48.236" v="2447" actId="478"/>
          <ac:spMkLst>
            <pc:docMk/>
            <pc:sldMk cId="2487047363" sldId="902"/>
            <ac:spMk id="91" creationId="{81025A3E-A2F6-4449-B62F-979BCFF3419B}"/>
          </ac:spMkLst>
        </pc:spChg>
        <pc:spChg chg="add del mod">
          <ac:chgData name="Minh Huynh" userId="01a137d4-0d81-46e0-aca6-c9185b391828" providerId="ADAL" clId="{18447838-0BCA-432B-86F3-BB78526C143F}" dt="2026-10-13T02:50:48.236" v="2447" actId="478"/>
          <ac:spMkLst>
            <pc:docMk/>
            <pc:sldMk cId="2487047363" sldId="902"/>
            <ac:spMk id="92" creationId="{C343450D-2406-4D89-8E41-1555AF0EB1A4}"/>
          </ac:spMkLst>
        </pc:spChg>
        <pc:spChg chg="add del mod">
          <ac:chgData name="Minh Huynh" userId="01a137d4-0d81-46e0-aca6-c9185b391828" providerId="ADAL" clId="{18447838-0BCA-432B-86F3-BB78526C143F}" dt="2026-10-13T02:50:48.236" v="2447" actId="478"/>
          <ac:spMkLst>
            <pc:docMk/>
            <pc:sldMk cId="2487047363" sldId="902"/>
            <ac:spMk id="93" creationId="{C5CD930C-ABA5-4C66-BFCB-4F06B1FE866A}"/>
          </ac:spMkLst>
        </pc:spChg>
        <pc:spChg chg="add del mod">
          <ac:chgData name="Minh Huynh" userId="01a137d4-0d81-46e0-aca6-c9185b391828" providerId="ADAL" clId="{18447838-0BCA-432B-86F3-BB78526C143F}" dt="2026-10-13T02:50:48.236" v="2447" actId="478"/>
          <ac:spMkLst>
            <pc:docMk/>
            <pc:sldMk cId="2487047363" sldId="902"/>
            <ac:spMk id="94" creationId="{3B0F03BB-997A-4362-ACE0-66681911D159}"/>
          </ac:spMkLst>
        </pc:spChg>
        <pc:spChg chg="add del mod">
          <ac:chgData name="Minh Huynh" userId="01a137d4-0d81-46e0-aca6-c9185b391828" providerId="ADAL" clId="{18447838-0BCA-432B-86F3-BB78526C143F}" dt="2026-10-13T02:50:48.236" v="2447" actId="478"/>
          <ac:spMkLst>
            <pc:docMk/>
            <pc:sldMk cId="2487047363" sldId="902"/>
            <ac:spMk id="95" creationId="{182FDF43-7ADB-47DA-ABFA-E46A8149C7B7}"/>
          </ac:spMkLst>
        </pc:spChg>
        <pc:spChg chg="add del mod">
          <ac:chgData name="Minh Huynh" userId="01a137d4-0d81-46e0-aca6-c9185b391828" providerId="ADAL" clId="{18447838-0BCA-432B-86F3-BB78526C143F}" dt="2026-10-13T02:50:48.236" v="2447" actId="478"/>
          <ac:spMkLst>
            <pc:docMk/>
            <pc:sldMk cId="2487047363" sldId="902"/>
            <ac:spMk id="96" creationId="{A26E7D74-1407-4B33-A059-1ACFFCFFA716}"/>
          </ac:spMkLst>
        </pc:spChg>
        <pc:spChg chg="add del mod">
          <ac:chgData name="Minh Huynh" userId="01a137d4-0d81-46e0-aca6-c9185b391828" providerId="ADAL" clId="{18447838-0BCA-432B-86F3-BB78526C143F}" dt="2026-10-13T02:50:48.236" v="2447" actId="478"/>
          <ac:spMkLst>
            <pc:docMk/>
            <pc:sldMk cId="2487047363" sldId="902"/>
            <ac:spMk id="97" creationId="{C5FCD331-6E0B-4AC0-B40B-34B864E6277D}"/>
          </ac:spMkLst>
        </pc:spChg>
        <pc:spChg chg="add del mod">
          <ac:chgData name="Minh Huynh" userId="01a137d4-0d81-46e0-aca6-c9185b391828" providerId="ADAL" clId="{18447838-0BCA-432B-86F3-BB78526C143F}" dt="2026-10-13T02:50:48.236" v="2447" actId="478"/>
          <ac:spMkLst>
            <pc:docMk/>
            <pc:sldMk cId="2487047363" sldId="902"/>
            <ac:spMk id="98" creationId="{35399F7F-49C2-4117-B855-3694C030968C}"/>
          </ac:spMkLst>
        </pc:spChg>
        <pc:spChg chg="add del mod">
          <ac:chgData name="Minh Huynh" userId="01a137d4-0d81-46e0-aca6-c9185b391828" providerId="ADAL" clId="{18447838-0BCA-432B-86F3-BB78526C143F}" dt="2026-10-13T02:50:48.236" v="2447" actId="478"/>
          <ac:spMkLst>
            <pc:docMk/>
            <pc:sldMk cId="2487047363" sldId="902"/>
            <ac:spMk id="99" creationId="{07DB01D2-9121-4AA0-889D-AC1DFA1E0B17}"/>
          </ac:spMkLst>
        </pc:spChg>
        <pc:spChg chg="add del mod">
          <ac:chgData name="Minh Huynh" userId="01a137d4-0d81-46e0-aca6-c9185b391828" providerId="ADAL" clId="{18447838-0BCA-432B-86F3-BB78526C143F}" dt="2026-10-13T02:50:48.236" v="2447" actId="478"/>
          <ac:spMkLst>
            <pc:docMk/>
            <pc:sldMk cId="2487047363" sldId="902"/>
            <ac:spMk id="100" creationId="{2CADFEF8-43F1-4C66-8923-9C0E719B6E81}"/>
          </ac:spMkLst>
        </pc:spChg>
        <pc:spChg chg="add del mod">
          <ac:chgData name="Minh Huynh" userId="01a137d4-0d81-46e0-aca6-c9185b391828" providerId="ADAL" clId="{18447838-0BCA-432B-86F3-BB78526C143F}" dt="2026-10-13T02:50:48.236" v="2447" actId="478"/>
          <ac:spMkLst>
            <pc:docMk/>
            <pc:sldMk cId="2487047363" sldId="902"/>
            <ac:spMk id="101" creationId="{BA24A5E0-0AD4-4A58-B365-9104414967BD}"/>
          </ac:spMkLst>
        </pc:spChg>
        <pc:spChg chg="add del mod">
          <ac:chgData name="Minh Huynh" userId="01a137d4-0d81-46e0-aca6-c9185b391828" providerId="ADAL" clId="{18447838-0BCA-432B-86F3-BB78526C143F}" dt="2026-10-13T02:50:48.236" v="2447" actId="478"/>
          <ac:spMkLst>
            <pc:docMk/>
            <pc:sldMk cId="2487047363" sldId="902"/>
            <ac:spMk id="102" creationId="{7FF04EC5-0235-4979-BC5D-42FF3EAB0188}"/>
          </ac:spMkLst>
        </pc:spChg>
        <pc:spChg chg="add del mod">
          <ac:chgData name="Minh Huynh" userId="01a137d4-0d81-46e0-aca6-c9185b391828" providerId="ADAL" clId="{18447838-0BCA-432B-86F3-BB78526C143F}" dt="2026-10-13T02:50:48.236" v="2447" actId="478"/>
          <ac:spMkLst>
            <pc:docMk/>
            <pc:sldMk cId="2487047363" sldId="902"/>
            <ac:spMk id="103" creationId="{2E5DC29A-FB52-417E-9C27-28C31B928300}"/>
          </ac:spMkLst>
        </pc:spChg>
        <pc:spChg chg="add del mod">
          <ac:chgData name="Minh Huynh" userId="01a137d4-0d81-46e0-aca6-c9185b391828" providerId="ADAL" clId="{18447838-0BCA-432B-86F3-BB78526C143F}" dt="2026-10-13T02:50:48.236" v="2447" actId="478"/>
          <ac:spMkLst>
            <pc:docMk/>
            <pc:sldMk cId="2487047363" sldId="902"/>
            <ac:spMk id="104" creationId="{3A6556C6-597E-4DAA-A539-07379D4CDB03}"/>
          </ac:spMkLst>
        </pc:spChg>
        <pc:spChg chg="add del mod">
          <ac:chgData name="Minh Huynh" userId="01a137d4-0d81-46e0-aca6-c9185b391828" providerId="ADAL" clId="{18447838-0BCA-432B-86F3-BB78526C143F}" dt="2026-10-13T02:50:48.236" v="2447" actId="478"/>
          <ac:spMkLst>
            <pc:docMk/>
            <pc:sldMk cId="2487047363" sldId="902"/>
            <ac:spMk id="105" creationId="{B507C91C-DA60-45C2-B822-1AA04E381167}"/>
          </ac:spMkLst>
        </pc:spChg>
        <pc:spChg chg="add del mod">
          <ac:chgData name="Minh Huynh" userId="01a137d4-0d81-46e0-aca6-c9185b391828" providerId="ADAL" clId="{18447838-0BCA-432B-86F3-BB78526C143F}" dt="2026-10-13T02:50:48.236" v="2447" actId="478"/>
          <ac:spMkLst>
            <pc:docMk/>
            <pc:sldMk cId="2487047363" sldId="902"/>
            <ac:spMk id="106" creationId="{E10A5471-C1CA-42A3-8337-D0B79872C93A}"/>
          </ac:spMkLst>
        </pc:spChg>
        <pc:spChg chg="add del mod">
          <ac:chgData name="Minh Huynh" userId="01a137d4-0d81-46e0-aca6-c9185b391828" providerId="ADAL" clId="{18447838-0BCA-432B-86F3-BB78526C143F}" dt="2026-10-13T02:50:48.236" v="2447" actId="478"/>
          <ac:spMkLst>
            <pc:docMk/>
            <pc:sldMk cId="2487047363" sldId="902"/>
            <ac:spMk id="107" creationId="{5D889565-9B4B-46CC-85D1-BA45C078622B}"/>
          </ac:spMkLst>
        </pc:spChg>
        <pc:spChg chg="add del mod">
          <ac:chgData name="Minh Huynh" userId="01a137d4-0d81-46e0-aca6-c9185b391828" providerId="ADAL" clId="{18447838-0BCA-432B-86F3-BB78526C143F}" dt="2026-10-13T02:50:48.236" v="2447" actId="478"/>
          <ac:spMkLst>
            <pc:docMk/>
            <pc:sldMk cId="2487047363" sldId="902"/>
            <ac:spMk id="108" creationId="{947076CE-710C-43BC-9729-231897829D95}"/>
          </ac:spMkLst>
        </pc:spChg>
        <pc:spChg chg="del">
          <ac:chgData name="Minh Huynh" userId="01a137d4-0d81-46e0-aca6-c9185b391828" providerId="ADAL" clId="{18447838-0BCA-432B-86F3-BB78526C143F}" dt="2026-10-13T02:50:26.209" v="2442" actId="478"/>
          <ac:spMkLst>
            <pc:docMk/>
            <pc:sldMk cId="2487047363" sldId="902"/>
            <ac:spMk id="109" creationId="{70E29BDE-D582-44E9-A981-A922657C9737}"/>
          </ac:spMkLst>
        </pc:spChg>
        <pc:spChg chg="del">
          <ac:chgData name="Minh Huynh" userId="01a137d4-0d81-46e0-aca6-c9185b391828" providerId="ADAL" clId="{18447838-0BCA-432B-86F3-BB78526C143F}" dt="2026-10-13T02:50:26.209" v="2442" actId="478"/>
          <ac:spMkLst>
            <pc:docMk/>
            <pc:sldMk cId="2487047363" sldId="902"/>
            <ac:spMk id="110" creationId="{C84A6944-673D-40A5-8054-D4A16C4F12F0}"/>
          </ac:spMkLst>
        </pc:spChg>
        <pc:spChg chg="del">
          <ac:chgData name="Minh Huynh" userId="01a137d4-0d81-46e0-aca6-c9185b391828" providerId="ADAL" clId="{18447838-0BCA-432B-86F3-BB78526C143F}" dt="2026-10-13T02:50:26.209" v="2442" actId="478"/>
          <ac:spMkLst>
            <pc:docMk/>
            <pc:sldMk cId="2487047363" sldId="902"/>
            <ac:spMk id="111" creationId="{A3211B5B-E568-4BCD-AFD2-F7D4F1FA6F6B}"/>
          </ac:spMkLst>
        </pc:spChg>
        <pc:spChg chg="del">
          <ac:chgData name="Minh Huynh" userId="01a137d4-0d81-46e0-aca6-c9185b391828" providerId="ADAL" clId="{18447838-0BCA-432B-86F3-BB78526C143F}" dt="2026-10-13T02:50:26.209" v="2442" actId="478"/>
          <ac:spMkLst>
            <pc:docMk/>
            <pc:sldMk cId="2487047363" sldId="902"/>
            <ac:spMk id="112" creationId="{6AE57762-497E-4CB6-933E-224650C85615}"/>
          </ac:spMkLst>
        </pc:spChg>
        <pc:spChg chg="del">
          <ac:chgData name="Minh Huynh" userId="01a137d4-0d81-46e0-aca6-c9185b391828" providerId="ADAL" clId="{18447838-0BCA-432B-86F3-BB78526C143F}" dt="2026-10-13T02:50:26.209" v="2442" actId="478"/>
          <ac:spMkLst>
            <pc:docMk/>
            <pc:sldMk cId="2487047363" sldId="902"/>
            <ac:spMk id="113" creationId="{22AC1789-9CDA-4576-BE0B-2EA3F94D1B29}"/>
          </ac:spMkLst>
        </pc:spChg>
        <pc:spChg chg="del">
          <ac:chgData name="Minh Huynh" userId="01a137d4-0d81-46e0-aca6-c9185b391828" providerId="ADAL" clId="{18447838-0BCA-432B-86F3-BB78526C143F}" dt="2026-10-13T02:50:26.209" v="2442" actId="478"/>
          <ac:spMkLst>
            <pc:docMk/>
            <pc:sldMk cId="2487047363" sldId="902"/>
            <ac:spMk id="114" creationId="{1D15B502-FBD0-4D52-9373-9E8C3C5E6C6E}"/>
          </ac:spMkLst>
        </pc:spChg>
        <pc:spChg chg="del">
          <ac:chgData name="Minh Huynh" userId="01a137d4-0d81-46e0-aca6-c9185b391828" providerId="ADAL" clId="{18447838-0BCA-432B-86F3-BB78526C143F}" dt="2026-10-13T02:50:26.209" v="2442" actId="478"/>
          <ac:spMkLst>
            <pc:docMk/>
            <pc:sldMk cId="2487047363" sldId="902"/>
            <ac:spMk id="115" creationId="{5C482160-BFF2-46FA-A335-C33D27054EB2}"/>
          </ac:spMkLst>
        </pc:spChg>
        <pc:spChg chg="del">
          <ac:chgData name="Minh Huynh" userId="01a137d4-0d81-46e0-aca6-c9185b391828" providerId="ADAL" clId="{18447838-0BCA-432B-86F3-BB78526C143F}" dt="2026-10-13T02:50:26.209" v="2442" actId="478"/>
          <ac:spMkLst>
            <pc:docMk/>
            <pc:sldMk cId="2487047363" sldId="902"/>
            <ac:spMk id="116" creationId="{BE32DE41-260C-4BDD-9995-B5E7CE4AE13B}"/>
          </ac:spMkLst>
        </pc:spChg>
        <pc:spChg chg="del">
          <ac:chgData name="Minh Huynh" userId="01a137d4-0d81-46e0-aca6-c9185b391828" providerId="ADAL" clId="{18447838-0BCA-432B-86F3-BB78526C143F}" dt="2026-10-13T02:50:26.209" v="2442" actId="478"/>
          <ac:spMkLst>
            <pc:docMk/>
            <pc:sldMk cId="2487047363" sldId="902"/>
            <ac:spMk id="117" creationId="{3923A32C-8BB8-422A-9C5B-425274790048}"/>
          </ac:spMkLst>
        </pc:spChg>
        <pc:spChg chg="del">
          <ac:chgData name="Minh Huynh" userId="01a137d4-0d81-46e0-aca6-c9185b391828" providerId="ADAL" clId="{18447838-0BCA-432B-86F3-BB78526C143F}" dt="2026-10-13T02:50:26.209" v="2442" actId="478"/>
          <ac:spMkLst>
            <pc:docMk/>
            <pc:sldMk cId="2487047363" sldId="902"/>
            <ac:spMk id="118" creationId="{97D0E181-35A6-4620-AB7C-D7E5C0456EE6}"/>
          </ac:spMkLst>
        </pc:spChg>
        <pc:spChg chg="del">
          <ac:chgData name="Minh Huynh" userId="01a137d4-0d81-46e0-aca6-c9185b391828" providerId="ADAL" clId="{18447838-0BCA-432B-86F3-BB78526C143F}" dt="2026-10-13T02:50:26.209" v="2442" actId="478"/>
          <ac:spMkLst>
            <pc:docMk/>
            <pc:sldMk cId="2487047363" sldId="902"/>
            <ac:spMk id="119" creationId="{CA00CEB9-7A7D-41C6-B0D7-3D7A51935ACD}"/>
          </ac:spMkLst>
        </pc:spChg>
        <pc:spChg chg="del">
          <ac:chgData name="Minh Huynh" userId="01a137d4-0d81-46e0-aca6-c9185b391828" providerId="ADAL" clId="{18447838-0BCA-432B-86F3-BB78526C143F}" dt="2026-10-13T02:50:26.209" v="2442" actId="478"/>
          <ac:spMkLst>
            <pc:docMk/>
            <pc:sldMk cId="2487047363" sldId="902"/>
            <ac:spMk id="120" creationId="{CC2D1360-1673-4D92-B422-6748B526114A}"/>
          </ac:spMkLst>
        </pc:spChg>
        <pc:spChg chg="del">
          <ac:chgData name="Minh Huynh" userId="01a137d4-0d81-46e0-aca6-c9185b391828" providerId="ADAL" clId="{18447838-0BCA-432B-86F3-BB78526C143F}" dt="2026-10-13T02:50:26.209" v="2442" actId="478"/>
          <ac:spMkLst>
            <pc:docMk/>
            <pc:sldMk cId="2487047363" sldId="902"/>
            <ac:spMk id="121" creationId="{1CBDF342-4891-4AAD-A4AA-A80D531935B7}"/>
          </ac:spMkLst>
        </pc:spChg>
        <pc:spChg chg="del">
          <ac:chgData name="Minh Huynh" userId="01a137d4-0d81-46e0-aca6-c9185b391828" providerId="ADAL" clId="{18447838-0BCA-432B-86F3-BB78526C143F}" dt="2026-10-13T02:50:26.209" v="2442" actId="478"/>
          <ac:spMkLst>
            <pc:docMk/>
            <pc:sldMk cId="2487047363" sldId="902"/>
            <ac:spMk id="122" creationId="{BA41133E-FC1A-46BE-A12E-701B621316C2}"/>
          </ac:spMkLst>
        </pc:spChg>
        <pc:spChg chg="del">
          <ac:chgData name="Minh Huynh" userId="01a137d4-0d81-46e0-aca6-c9185b391828" providerId="ADAL" clId="{18447838-0BCA-432B-86F3-BB78526C143F}" dt="2026-10-13T02:50:26.209" v="2442" actId="478"/>
          <ac:spMkLst>
            <pc:docMk/>
            <pc:sldMk cId="2487047363" sldId="902"/>
            <ac:spMk id="123" creationId="{19CA7375-E97A-4DB4-A23B-2CB2E1370747}"/>
          </ac:spMkLst>
        </pc:spChg>
        <pc:spChg chg="del">
          <ac:chgData name="Minh Huynh" userId="01a137d4-0d81-46e0-aca6-c9185b391828" providerId="ADAL" clId="{18447838-0BCA-432B-86F3-BB78526C143F}" dt="2026-10-13T02:50:26.209" v="2442" actId="478"/>
          <ac:spMkLst>
            <pc:docMk/>
            <pc:sldMk cId="2487047363" sldId="902"/>
            <ac:spMk id="124" creationId="{956C46C7-24AB-4D9B-8904-EE60CFACC0C6}"/>
          </ac:spMkLst>
        </pc:spChg>
        <pc:spChg chg="del">
          <ac:chgData name="Minh Huynh" userId="01a137d4-0d81-46e0-aca6-c9185b391828" providerId="ADAL" clId="{18447838-0BCA-432B-86F3-BB78526C143F}" dt="2026-10-13T02:50:26.209" v="2442" actId="478"/>
          <ac:spMkLst>
            <pc:docMk/>
            <pc:sldMk cId="2487047363" sldId="902"/>
            <ac:spMk id="125" creationId="{C70FC9DB-627A-4C73-A98E-F101407A2A4E}"/>
          </ac:spMkLst>
        </pc:spChg>
        <pc:spChg chg="del">
          <ac:chgData name="Minh Huynh" userId="01a137d4-0d81-46e0-aca6-c9185b391828" providerId="ADAL" clId="{18447838-0BCA-432B-86F3-BB78526C143F}" dt="2026-10-13T02:50:26.209" v="2442" actId="478"/>
          <ac:spMkLst>
            <pc:docMk/>
            <pc:sldMk cId="2487047363" sldId="902"/>
            <ac:spMk id="126" creationId="{C209B7AC-2022-4EFA-BAE5-3578AB6F8C62}"/>
          </ac:spMkLst>
        </pc:spChg>
        <pc:spChg chg="del">
          <ac:chgData name="Minh Huynh" userId="01a137d4-0d81-46e0-aca6-c9185b391828" providerId="ADAL" clId="{18447838-0BCA-432B-86F3-BB78526C143F}" dt="2026-10-13T02:50:26.209" v="2442" actId="478"/>
          <ac:spMkLst>
            <pc:docMk/>
            <pc:sldMk cId="2487047363" sldId="902"/>
            <ac:spMk id="127" creationId="{A3D722CA-4697-4C49-81D8-CCB269685479}"/>
          </ac:spMkLst>
        </pc:spChg>
        <pc:spChg chg="del">
          <ac:chgData name="Minh Huynh" userId="01a137d4-0d81-46e0-aca6-c9185b391828" providerId="ADAL" clId="{18447838-0BCA-432B-86F3-BB78526C143F}" dt="2026-10-13T02:50:26.209" v="2442" actId="478"/>
          <ac:spMkLst>
            <pc:docMk/>
            <pc:sldMk cId="2487047363" sldId="902"/>
            <ac:spMk id="128" creationId="{90C02011-FD70-4FC2-8A42-4EA647BB5C97}"/>
          </ac:spMkLst>
        </pc:spChg>
        <pc:spChg chg="del">
          <ac:chgData name="Minh Huynh" userId="01a137d4-0d81-46e0-aca6-c9185b391828" providerId="ADAL" clId="{18447838-0BCA-432B-86F3-BB78526C143F}" dt="2026-10-13T02:50:26.209" v="2442" actId="478"/>
          <ac:spMkLst>
            <pc:docMk/>
            <pc:sldMk cId="2487047363" sldId="902"/>
            <ac:spMk id="129" creationId="{CCC6A48B-32D9-47A5-B49D-4E8A82FC0D93}"/>
          </ac:spMkLst>
        </pc:spChg>
        <pc:spChg chg="del">
          <ac:chgData name="Minh Huynh" userId="01a137d4-0d81-46e0-aca6-c9185b391828" providerId="ADAL" clId="{18447838-0BCA-432B-86F3-BB78526C143F}" dt="2026-10-13T02:50:26.209" v="2442" actId="478"/>
          <ac:spMkLst>
            <pc:docMk/>
            <pc:sldMk cId="2487047363" sldId="902"/>
            <ac:spMk id="130" creationId="{09B8E903-5294-4D19-B51B-70020377B7A8}"/>
          </ac:spMkLst>
        </pc:spChg>
        <pc:spChg chg="del">
          <ac:chgData name="Minh Huynh" userId="01a137d4-0d81-46e0-aca6-c9185b391828" providerId="ADAL" clId="{18447838-0BCA-432B-86F3-BB78526C143F}" dt="2026-10-13T02:50:26.209" v="2442" actId="478"/>
          <ac:spMkLst>
            <pc:docMk/>
            <pc:sldMk cId="2487047363" sldId="902"/>
            <ac:spMk id="131" creationId="{6766EA1A-5560-4A9D-8492-7A266BF81F00}"/>
          </ac:spMkLst>
        </pc:spChg>
        <pc:spChg chg="del">
          <ac:chgData name="Minh Huynh" userId="01a137d4-0d81-46e0-aca6-c9185b391828" providerId="ADAL" clId="{18447838-0BCA-432B-86F3-BB78526C143F}" dt="2026-10-13T02:50:26.209" v="2442" actId="478"/>
          <ac:spMkLst>
            <pc:docMk/>
            <pc:sldMk cId="2487047363" sldId="902"/>
            <ac:spMk id="132" creationId="{E4130D3F-8F23-423F-ABE1-9E13C1E0581A}"/>
          </ac:spMkLst>
        </pc:spChg>
        <pc:spChg chg="add del mod">
          <ac:chgData name="Minh Huynh" userId="01a137d4-0d81-46e0-aca6-c9185b391828" providerId="ADAL" clId="{18447838-0BCA-432B-86F3-BB78526C143F}" dt="2026-10-13T02:50:48.236" v="2447" actId="478"/>
          <ac:spMkLst>
            <pc:docMk/>
            <pc:sldMk cId="2487047363" sldId="902"/>
            <ac:spMk id="133" creationId="{9FFF96A4-E75E-48DE-84B8-E90875689B9B}"/>
          </ac:spMkLst>
        </pc:spChg>
        <pc:spChg chg="add del mod">
          <ac:chgData name="Minh Huynh" userId="01a137d4-0d81-46e0-aca6-c9185b391828" providerId="ADAL" clId="{18447838-0BCA-432B-86F3-BB78526C143F}" dt="2026-10-13T02:50:48.236" v="2447" actId="478"/>
          <ac:spMkLst>
            <pc:docMk/>
            <pc:sldMk cId="2487047363" sldId="902"/>
            <ac:spMk id="134" creationId="{1D673CAE-F566-45E1-A27B-3AB1792E1457}"/>
          </ac:spMkLst>
        </pc:spChg>
        <pc:spChg chg="add del mod">
          <ac:chgData name="Minh Huynh" userId="01a137d4-0d81-46e0-aca6-c9185b391828" providerId="ADAL" clId="{18447838-0BCA-432B-86F3-BB78526C143F}" dt="2026-10-13T02:50:48.236" v="2447" actId="478"/>
          <ac:spMkLst>
            <pc:docMk/>
            <pc:sldMk cId="2487047363" sldId="902"/>
            <ac:spMk id="135" creationId="{AA3CF724-A683-4028-94B6-B0B4B9ED8856}"/>
          </ac:spMkLst>
        </pc:spChg>
        <pc:spChg chg="add del mod">
          <ac:chgData name="Minh Huynh" userId="01a137d4-0d81-46e0-aca6-c9185b391828" providerId="ADAL" clId="{18447838-0BCA-432B-86F3-BB78526C143F}" dt="2026-10-13T02:50:48.236" v="2447" actId="478"/>
          <ac:spMkLst>
            <pc:docMk/>
            <pc:sldMk cId="2487047363" sldId="902"/>
            <ac:spMk id="136" creationId="{3D93E50F-CB56-4AA9-AC6C-2DB9C95B12AC}"/>
          </ac:spMkLst>
        </pc:spChg>
        <pc:spChg chg="add del mod">
          <ac:chgData name="Minh Huynh" userId="01a137d4-0d81-46e0-aca6-c9185b391828" providerId="ADAL" clId="{18447838-0BCA-432B-86F3-BB78526C143F}" dt="2026-10-13T02:50:48.236" v="2447" actId="478"/>
          <ac:spMkLst>
            <pc:docMk/>
            <pc:sldMk cId="2487047363" sldId="902"/>
            <ac:spMk id="137" creationId="{783EF8D4-BEB2-49B3-B8B4-FD533FF3523F}"/>
          </ac:spMkLst>
        </pc:spChg>
        <pc:spChg chg="add del mod">
          <ac:chgData name="Minh Huynh" userId="01a137d4-0d81-46e0-aca6-c9185b391828" providerId="ADAL" clId="{18447838-0BCA-432B-86F3-BB78526C143F}" dt="2026-10-13T02:50:48.236" v="2447" actId="478"/>
          <ac:spMkLst>
            <pc:docMk/>
            <pc:sldMk cId="2487047363" sldId="902"/>
            <ac:spMk id="138" creationId="{BAA48223-7F9E-4E34-A31C-1BB6A78B6585}"/>
          </ac:spMkLst>
        </pc:spChg>
        <pc:spChg chg="add del mod">
          <ac:chgData name="Minh Huynh" userId="01a137d4-0d81-46e0-aca6-c9185b391828" providerId="ADAL" clId="{18447838-0BCA-432B-86F3-BB78526C143F}" dt="2026-10-13T02:50:48.236" v="2447" actId="478"/>
          <ac:spMkLst>
            <pc:docMk/>
            <pc:sldMk cId="2487047363" sldId="902"/>
            <ac:spMk id="139" creationId="{9BF258A2-6828-4C8C-A633-4B6E8912A98B}"/>
          </ac:spMkLst>
        </pc:spChg>
        <pc:spChg chg="add del mod">
          <ac:chgData name="Minh Huynh" userId="01a137d4-0d81-46e0-aca6-c9185b391828" providerId="ADAL" clId="{18447838-0BCA-432B-86F3-BB78526C143F}" dt="2026-10-13T02:50:48.236" v="2447" actId="478"/>
          <ac:spMkLst>
            <pc:docMk/>
            <pc:sldMk cId="2487047363" sldId="902"/>
            <ac:spMk id="140" creationId="{7D5A4F7F-E256-49B1-A91C-34742774F3BC}"/>
          </ac:spMkLst>
        </pc:spChg>
        <pc:spChg chg="add del mod">
          <ac:chgData name="Minh Huynh" userId="01a137d4-0d81-46e0-aca6-c9185b391828" providerId="ADAL" clId="{18447838-0BCA-432B-86F3-BB78526C143F}" dt="2026-10-13T02:50:48.236" v="2447" actId="478"/>
          <ac:spMkLst>
            <pc:docMk/>
            <pc:sldMk cId="2487047363" sldId="902"/>
            <ac:spMk id="141" creationId="{4B4F8553-6D15-4BA0-8278-1FF4BFF4EA0E}"/>
          </ac:spMkLst>
        </pc:spChg>
        <pc:spChg chg="add del mod">
          <ac:chgData name="Minh Huynh" userId="01a137d4-0d81-46e0-aca6-c9185b391828" providerId="ADAL" clId="{18447838-0BCA-432B-86F3-BB78526C143F}" dt="2026-10-13T02:50:48.236" v="2447" actId="478"/>
          <ac:spMkLst>
            <pc:docMk/>
            <pc:sldMk cId="2487047363" sldId="902"/>
            <ac:spMk id="142" creationId="{E753C01D-C4CC-405F-A322-A659106F8D9E}"/>
          </ac:spMkLst>
        </pc:spChg>
        <pc:spChg chg="add del mod">
          <ac:chgData name="Minh Huynh" userId="01a137d4-0d81-46e0-aca6-c9185b391828" providerId="ADAL" clId="{18447838-0BCA-432B-86F3-BB78526C143F}" dt="2026-10-13T02:50:48.236" v="2447" actId="478"/>
          <ac:spMkLst>
            <pc:docMk/>
            <pc:sldMk cId="2487047363" sldId="902"/>
            <ac:spMk id="143" creationId="{BD7B5607-9BF6-481D-B504-53DB1C63D915}"/>
          </ac:spMkLst>
        </pc:spChg>
        <pc:spChg chg="add del mod">
          <ac:chgData name="Minh Huynh" userId="01a137d4-0d81-46e0-aca6-c9185b391828" providerId="ADAL" clId="{18447838-0BCA-432B-86F3-BB78526C143F}" dt="2026-10-13T02:50:48.236" v="2447" actId="478"/>
          <ac:spMkLst>
            <pc:docMk/>
            <pc:sldMk cId="2487047363" sldId="902"/>
            <ac:spMk id="144" creationId="{6BF21274-DDCE-4388-A34D-1837419984F3}"/>
          </ac:spMkLst>
        </pc:spChg>
        <pc:spChg chg="add del mod">
          <ac:chgData name="Minh Huynh" userId="01a137d4-0d81-46e0-aca6-c9185b391828" providerId="ADAL" clId="{18447838-0BCA-432B-86F3-BB78526C143F}" dt="2026-10-13T02:50:48.236" v="2447" actId="478"/>
          <ac:spMkLst>
            <pc:docMk/>
            <pc:sldMk cId="2487047363" sldId="902"/>
            <ac:spMk id="145" creationId="{F2442D25-959F-4A98-BE9C-6BD6D89948B5}"/>
          </ac:spMkLst>
        </pc:spChg>
        <pc:spChg chg="add del mod">
          <ac:chgData name="Minh Huynh" userId="01a137d4-0d81-46e0-aca6-c9185b391828" providerId="ADAL" clId="{18447838-0BCA-432B-86F3-BB78526C143F}" dt="2026-10-13T02:50:48.236" v="2447" actId="478"/>
          <ac:spMkLst>
            <pc:docMk/>
            <pc:sldMk cId="2487047363" sldId="902"/>
            <ac:spMk id="146" creationId="{2D2DAA67-747E-43A1-86BE-BC6B47BEBC98}"/>
          </ac:spMkLst>
        </pc:spChg>
        <pc:spChg chg="add del mod">
          <ac:chgData name="Minh Huynh" userId="01a137d4-0d81-46e0-aca6-c9185b391828" providerId="ADAL" clId="{18447838-0BCA-432B-86F3-BB78526C143F}" dt="2026-10-13T02:50:48.236" v="2447" actId="478"/>
          <ac:spMkLst>
            <pc:docMk/>
            <pc:sldMk cId="2487047363" sldId="902"/>
            <ac:spMk id="147" creationId="{FC4E3C91-C4F0-46E8-BE5C-51859AA92D2A}"/>
          </ac:spMkLst>
        </pc:spChg>
        <pc:spChg chg="add del mod">
          <ac:chgData name="Minh Huynh" userId="01a137d4-0d81-46e0-aca6-c9185b391828" providerId="ADAL" clId="{18447838-0BCA-432B-86F3-BB78526C143F}" dt="2026-10-13T02:50:48.236" v="2447" actId="478"/>
          <ac:spMkLst>
            <pc:docMk/>
            <pc:sldMk cId="2487047363" sldId="902"/>
            <ac:spMk id="148" creationId="{D3C1514A-AAA1-4CF4-8493-C1DF3B45784B}"/>
          </ac:spMkLst>
        </pc:spChg>
        <pc:spChg chg="add del mod">
          <ac:chgData name="Minh Huynh" userId="01a137d4-0d81-46e0-aca6-c9185b391828" providerId="ADAL" clId="{18447838-0BCA-432B-86F3-BB78526C143F}" dt="2026-10-13T02:50:48.236" v="2447" actId="478"/>
          <ac:spMkLst>
            <pc:docMk/>
            <pc:sldMk cId="2487047363" sldId="902"/>
            <ac:spMk id="149" creationId="{8F298063-E868-46A3-97E4-2AD127E35FBB}"/>
          </ac:spMkLst>
        </pc:spChg>
        <pc:spChg chg="add del mod">
          <ac:chgData name="Minh Huynh" userId="01a137d4-0d81-46e0-aca6-c9185b391828" providerId="ADAL" clId="{18447838-0BCA-432B-86F3-BB78526C143F}" dt="2026-10-13T02:50:48.236" v="2447" actId="478"/>
          <ac:spMkLst>
            <pc:docMk/>
            <pc:sldMk cId="2487047363" sldId="902"/>
            <ac:spMk id="150" creationId="{0CF6AC62-33AA-4FEF-B3DA-8CB4E936A876}"/>
          </ac:spMkLst>
        </pc:spChg>
        <pc:spChg chg="add del mod">
          <ac:chgData name="Minh Huynh" userId="01a137d4-0d81-46e0-aca6-c9185b391828" providerId="ADAL" clId="{18447838-0BCA-432B-86F3-BB78526C143F}" dt="2026-10-13T02:50:48.236" v="2447" actId="478"/>
          <ac:spMkLst>
            <pc:docMk/>
            <pc:sldMk cId="2487047363" sldId="902"/>
            <ac:spMk id="151" creationId="{DD4E1251-DD05-4456-838C-F2F904A1E11E}"/>
          </ac:spMkLst>
        </pc:spChg>
        <pc:spChg chg="add del mod">
          <ac:chgData name="Minh Huynh" userId="01a137d4-0d81-46e0-aca6-c9185b391828" providerId="ADAL" clId="{18447838-0BCA-432B-86F3-BB78526C143F}" dt="2026-10-13T02:50:48.236" v="2447" actId="478"/>
          <ac:spMkLst>
            <pc:docMk/>
            <pc:sldMk cId="2487047363" sldId="902"/>
            <ac:spMk id="152" creationId="{BD5E8EFD-A7FA-4C0F-8D22-7938804011F9}"/>
          </ac:spMkLst>
        </pc:spChg>
        <pc:spChg chg="add del mod">
          <ac:chgData name="Minh Huynh" userId="01a137d4-0d81-46e0-aca6-c9185b391828" providerId="ADAL" clId="{18447838-0BCA-432B-86F3-BB78526C143F}" dt="2026-10-13T02:50:48.236" v="2447" actId="478"/>
          <ac:spMkLst>
            <pc:docMk/>
            <pc:sldMk cId="2487047363" sldId="902"/>
            <ac:spMk id="153" creationId="{A05B3B2B-4858-4AD5-9B4A-CB527D0726D1}"/>
          </ac:spMkLst>
        </pc:spChg>
        <pc:spChg chg="add del mod">
          <ac:chgData name="Minh Huynh" userId="01a137d4-0d81-46e0-aca6-c9185b391828" providerId="ADAL" clId="{18447838-0BCA-432B-86F3-BB78526C143F}" dt="2026-10-13T02:50:48.236" v="2447" actId="478"/>
          <ac:spMkLst>
            <pc:docMk/>
            <pc:sldMk cId="2487047363" sldId="902"/>
            <ac:spMk id="154" creationId="{C5904B70-56B1-4F28-A9A3-5E609AD14434}"/>
          </ac:spMkLst>
        </pc:spChg>
        <pc:picChg chg="add mod modCrop">
          <ac:chgData name="Minh Huynh" userId="01a137d4-0d81-46e0-aca6-c9185b391828" providerId="ADAL" clId="{18447838-0BCA-432B-86F3-BB78526C143F}" dt="2026-10-13T02:51:01.163" v="2453" actId="14100"/>
          <ac:picMkLst>
            <pc:docMk/>
            <pc:sldMk cId="2487047363" sldId="902"/>
            <ac:picMk id="3" creationId="{FF9598AB-0C4F-493D-A633-16BD9A5A5B00}"/>
          </ac:picMkLst>
        </pc:picChg>
      </pc:sldChg>
      <pc:sldChg chg="del">
        <pc:chgData name="Minh Huynh" userId="01a137d4-0d81-46e0-aca6-c9185b391828" providerId="ADAL" clId="{18447838-0BCA-432B-86F3-BB78526C143F}" dt="2026-10-12T12:12:45.996" v="0" actId="47"/>
        <pc:sldMkLst>
          <pc:docMk/>
          <pc:sldMk cId="3254035699" sldId="902"/>
        </pc:sldMkLst>
      </pc:sldChg>
      <pc:sldChg chg="addSp delSp modSp add mod">
        <pc:chgData name="Minh Huynh" userId="01a137d4-0d81-46e0-aca6-c9185b391828" providerId="ADAL" clId="{18447838-0BCA-432B-86F3-BB78526C143F}" dt="2026-10-13T02:52:58.446" v="2495" actId="14100"/>
        <pc:sldMkLst>
          <pc:docMk/>
          <pc:sldMk cId="407186605" sldId="903"/>
        </pc:sldMkLst>
        <pc:spChg chg="mod">
          <ac:chgData name="Minh Huynh" userId="01a137d4-0d81-46e0-aca6-c9185b391828" providerId="ADAL" clId="{18447838-0BCA-432B-86F3-BB78526C143F}" dt="2026-10-13T02:52:05.608" v="2463" actId="20577"/>
          <ac:spMkLst>
            <pc:docMk/>
            <pc:sldMk cId="407186605" sldId="903"/>
            <ac:spMk id="4" creationId="{7BC73E8E-0D58-4B4B-A5C4-A8AE38997407}"/>
          </ac:spMkLst>
        </pc:spChg>
        <pc:spChg chg="add del mod">
          <ac:chgData name="Minh Huynh" userId="01a137d4-0d81-46e0-aca6-c9185b391828" providerId="ADAL" clId="{18447838-0BCA-432B-86F3-BB78526C143F}" dt="2026-10-13T02:52:53.567" v="2492"/>
          <ac:spMkLst>
            <pc:docMk/>
            <pc:sldMk cId="407186605" sldId="903"/>
            <ac:spMk id="5" creationId="{ADEC3FB9-46A0-42BC-BA1F-6F02818ADA0A}"/>
          </ac:spMkLst>
        </pc:spChg>
        <pc:spChg chg="add del mod">
          <ac:chgData name="Minh Huynh" userId="01a137d4-0d81-46e0-aca6-c9185b391828" providerId="ADAL" clId="{18447838-0BCA-432B-86F3-BB78526C143F}" dt="2026-10-13T02:52:53.567" v="2492"/>
          <ac:spMkLst>
            <pc:docMk/>
            <pc:sldMk cId="407186605" sldId="903"/>
            <ac:spMk id="6" creationId="{5BCF704C-2879-4F7C-999D-3A1FE9696CD7}"/>
          </ac:spMkLst>
        </pc:spChg>
        <pc:spChg chg="add del mod">
          <ac:chgData name="Minh Huynh" userId="01a137d4-0d81-46e0-aca6-c9185b391828" providerId="ADAL" clId="{18447838-0BCA-432B-86F3-BB78526C143F}" dt="2026-10-13T02:52:53.567" v="2492"/>
          <ac:spMkLst>
            <pc:docMk/>
            <pc:sldMk cId="407186605" sldId="903"/>
            <ac:spMk id="7" creationId="{4C08E428-9A3D-451F-9FDD-468FB8A5EAC0}"/>
          </ac:spMkLst>
        </pc:spChg>
        <pc:spChg chg="add del mod">
          <ac:chgData name="Minh Huynh" userId="01a137d4-0d81-46e0-aca6-c9185b391828" providerId="ADAL" clId="{18447838-0BCA-432B-86F3-BB78526C143F}" dt="2026-10-13T02:52:53.567" v="2492"/>
          <ac:spMkLst>
            <pc:docMk/>
            <pc:sldMk cId="407186605" sldId="903"/>
            <ac:spMk id="8" creationId="{2FD88ADD-0A7A-4F75-9212-61896E47E8E2}"/>
          </ac:spMkLst>
        </pc:spChg>
        <pc:spChg chg="add del mod">
          <ac:chgData name="Minh Huynh" userId="01a137d4-0d81-46e0-aca6-c9185b391828" providerId="ADAL" clId="{18447838-0BCA-432B-86F3-BB78526C143F}" dt="2026-10-13T02:52:53.567" v="2492"/>
          <ac:spMkLst>
            <pc:docMk/>
            <pc:sldMk cId="407186605" sldId="903"/>
            <ac:spMk id="9" creationId="{CEA850DB-253F-45EC-B8A4-D8536273C0C6}"/>
          </ac:spMkLst>
        </pc:spChg>
        <pc:spChg chg="add del mod">
          <ac:chgData name="Minh Huynh" userId="01a137d4-0d81-46e0-aca6-c9185b391828" providerId="ADAL" clId="{18447838-0BCA-432B-86F3-BB78526C143F}" dt="2026-10-13T02:52:53.567" v="2492"/>
          <ac:spMkLst>
            <pc:docMk/>
            <pc:sldMk cId="407186605" sldId="903"/>
            <ac:spMk id="10" creationId="{2B77C65E-EBB1-47DB-8DA2-B196D9DED29C}"/>
          </ac:spMkLst>
        </pc:spChg>
        <pc:spChg chg="add del mod">
          <ac:chgData name="Minh Huynh" userId="01a137d4-0d81-46e0-aca6-c9185b391828" providerId="ADAL" clId="{18447838-0BCA-432B-86F3-BB78526C143F}" dt="2026-10-13T02:52:53.567" v="2492"/>
          <ac:spMkLst>
            <pc:docMk/>
            <pc:sldMk cId="407186605" sldId="903"/>
            <ac:spMk id="11" creationId="{3B2D7323-76A2-420C-9013-8D5970D6530B}"/>
          </ac:spMkLst>
        </pc:spChg>
        <pc:spChg chg="add del mod">
          <ac:chgData name="Minh Huynh" userId="01a137d4-0d81-46e0-aca6-c9185b391828" providerId="ADAL" clId="{18447838-0BCA-432B-86F3-BB78526C143F}" dt="2026-10-13T02:52:53.567" v="2492"/>
          <ac:spMkLst>
            <pc:docMk/>
            <pc:sldMk cId="407186605" sldId="903"/>
            <ac:spMk id="12" creationId="{E5E1C936-9939-45C0-9CAC-D71E97BD66F3}"/>
          </ac:spMkLst>
        </pc:spChg>
        <pc:spChg chg="add del mod">
          <ac:chgData name="Minh Huynh" userId="01a137d4-0d81-46e0-aca6-c9185b391828" providerId="ADAL" clId="{18447838-0BCA-432B-86F3-BB78526C143F}" dt="2026-10-13T02:52:53.567" v="2492"/>
          <ac:spMkLst>
            <pc:docMk/>
            <pc:sldMk cId="407186605" sldId="903"/>
            <ac:spMk id="13" creationId="{0509C094-038E-42F8-98A7-4AA7EB8A1F24}"/>
          </ac:spMkLst>
        </pc:spChg>
        <pc:spChg chg="add del mod">
          <ac:chgData name="Minh Huynh" userId="01a137d4-0d81-46e0-aca6-c9185b391828" providerId="ADAL" clId="{18447838-0BCA-432B-86F3-BB78526C143F}" dt="2026-10-13T02:52:53.567" v="2492"/>
          <ac:spMkLst>
            <pc:docMk/>
            <pc:sldMk cId="407186605" sldId="903"/>
            <ac:spMk id="14" creationId="{C2322A7D-2283-4751-A992-F56BD97E0B28}"/>
          </ac:spMkLst>
        </pc:spChg>
        <pc:spChg chg="add del mod">
          <ac:chgData name="Minh Huynh" userId="01a137d4-0d81-46e0-aca6-c9185b391828" providerId="ADAL" clId="{18447838-0BCA-432B-86F3-BB78526C143F}" dt="2026-10-13T02:52:53.567" v="2492"/>
          <ac:spMkLst>
            <pc:docMk/>
            <pc:sldMk cId="407186605" sldId="903"/>
            <ac:spMk id="15" creationId="{91CA99DC-4B8F-4043-8F8C-15707D28C0E3}"/>
          </ac:spMkLst>
        </pc:spChg>
        <pc:spChg chg="add del mod">
          <ac:chgData name="Minh Huynh" userId="01a137d4-0d81-46e0-aca6-c9185b391828" providerId="ADAL" clId="{18447838-0BCA-432B-86F3-BB78526C143F}" dt="2026-10-13T02:52:53.567" v="2492"/>
          <ac:spMkLst>
            <pc:docMk/>
            <pc:sldMk cId="407186605" sldId="903"/>
            <ac:spMk id="16" creationId="{408747EB-23FD-406E-8607-91866E79D550}"/>
          </ac:spMkLst>
        </pc:spChg>
        <pc:spChg chg="add del mod">
          <ac:chgData name="Minh Huynh" userId="01a137d4-0d81-46e0-aca6-c9185b391828" providerId="ADAL" clId="{18447838-0BCA-432B-86F3-BB78526C143F}" dt="2026-10-13T02:52:53.567" v="2492"/>
          <ac:spMkLst>
            <pc:docMk/>
            <pc:sldMk cId="407186605" sldId="903"/>
            <ac:spMk id="17" creationId="{0B269119-08A1-4BE2-B96D-DA1278FCEFD8}"/>
          </ac:spMkLst>
        </pc:spChg>
        <pc:spChg chg="add del mod">
          <ac:chgData name="Minh Huynh" userId="01a137d4-0d81-46e0-aca6-c9185b391828" providerId="ADAL" clId="{18447838-0BCA-432B-86F3-BB78526C143F}" dt="2026-10-13T02:52:53.567" v="2492"/>
          <ac:spMkLst>
            <pc:docMk/>
            <pc:sldMk cId="407186605" sldId="903"/>
            <ac:spMk id="18" creationId="{B2BE9CB0-715D-47F6-A0D3-C4C34F37F289}"/>
          </ac:spMkLst>
        </pc:spChg>
        <pc:spChg chg="add del mod">
          <ac:chgData name="Minh Huynh" userId="01a137d4-0d81-46e0-aca6-c9185b391828" providerId="ADAL" clId="{18447838-0BCA-432B-86F3-BB78526C143F}" dt="2026-10-13T02:52:53.567" v="2492"/>
          <ac:spMkLst>
            <pc:docMk/>
            <pc:sldMk cId="407186605" sldId="903"/>
            <ac:spMk id="19" creationId="{DB4F1F6D-FE9B-44A1-BDEC-742016D0F220}"/>
          </ac:spMkLst>
        </pc:spChg>
        <pc:spChg chg="add del mod">
          <ac:chgData name="Minh Huynh" userId="01a137d4-0d81-46e0-aca6-c9185b391828" providerId="ADAL" clId="{18447838-0BCA-432B-86F3-BB78526C143F}" dt="2026-10-13T02:52:53.567" v="2492"/>
          <ac:spMkLst>
            <pc:docMk/>
            <pc:sldMk cId="407186605" sldId="903"/>
            <ac:spMk id="20" creationId="{FA31135B-F8C5-4F30-B357-960C685BDB26}"/>
          </ac:spMkLst>
        </pc:spChg>
        <pc:spChg chg="add del mod">
          <ac:chgData name="Minh Huynh" userId="01a137d4-0d81-46e0-aca6-c9185b391828" providerId="ADAL" clId="{18447838-0BCA-432B-86F3-BB78526C143F}" dt="2026-10-13T02:52:53.567" v="2492"/>
          <ac:spMkLst>
            <pc:docMk/>
            <pc:sldMk cId="407186605" sldId="903"/>
            <ac:spMk id="21" creationId="{6C2CC521-6DF9-4B5C-9051-6DE2E689858B}"/>
          </ac:spMkLst>
        </pc:spChg>
        <pc:spChg chg="add del mod">
          <ac:chgData name="Minh Huynh" userId="01a137d4-0d81-46e0-aca6-c9185b391828" providerId="ADAL" clId="{18447838-0BCA-432B-86F3-BB78526C143F}" dt="2026-10-13T02:52:53.567" v="2492"/>
          <ac:spMkLst>
            <pc:docMk/>
            <pc:sldMk cId="407186605" sldId="903"/>
            <ac:spMk id="22" creationId="{147B6001-433B-40A4-AE42-FC65EAFCEB61}"/>
          </ac:spMkLst>
        </pc:spChg>
        <pc:spChg chg="add del mod">
          <ac:chgData name="Minh Huynh" userId="01a137d4-0d81-46e0-aca6-c9185b391828" providerId="ADAL" clId="{18447838-0BCA-432B-86F3-BB78526C143F}" dt="2026-10-13T02:52:53.567" v="2492"/>
          <ac:spMkLst>
            <pc:docMk/>
            <pc:sldMk cId="407186605" sldId="903"/>
            <ac:spMk id="23" creationId="{94317183-4A29-46F9-8A8D-8C1704AAD7DE}"/>
          </ac:spMkLst>
        </pc:spChg>
        <pc:spChg chg="add del mod">
          <ac:chgData name="Minh Huynh" userId="01a137d4-0d81-46e0-aca6-c9185b391828" providerId="ADAL" clId="{18447838-0BCA-432B-86F3-BB78526C143F}" dt="2026-10-13T02:52:53.567" v="2492"/>
          <ac:spMkLst>
            <pc:docMk/>
            <pc:sldMk cId="407186605" sldId="903"/>
            <ac:spMk id="24" creationId="{90D3F90F-D5AD-4416-9955-DACB2A5E619C}"/>
          </ac:spMkLst>
        </pc:spChg>
        <pc:spChg chg="add del mod">
          <ac:chgData name="Minh Huynh" userId="01a137d4-0d81-46e0-aca6-c9185b391828" providerId="ADAL" clId="{18447838-0BCA-432B-86F3-BB78526C143F}" dt="2026-10-13T02:52:53.567" v="2492"/>
          <ac:spMkLst>
            <pc:docMk/>
            <pc:sldMk cId="407186605" sldId="903"/>
            <ac:spMk id="25" creationId="{538DEEF7-7A14-4C97-88FC-4F03EF55C7CD}"/>
          </ac:spMkLst>
        </pc:spChg>
        <pc:spChg chg="add del mod">
          <ac:chgData name="Minh Huynh" userId="01a137d4-0d81-46e0-aca6-c9185b391828" providerId="ADAL" clId="{18447838-0BCA-432B-86F3-BB78526C143F}" dt="2026-10-13T02:52:53.567" v="2492"/>
          <ac:spMkLst>
            <pc:docMk/>
            <pc:sldMk cId="407186605" sldId="903"/>
            <ac:spMk id="26" creationId="{8872A8E3-42AB-4E32-9943-C07A170A083A}"/>
          </ac:spMkLst>
        </pc:spChg>
        <pc:spChg chg="add del mod">
          <ac:chgData name="Minh Huynh" userId="01a137d4-0d81-46e0-aca6-c9185b391828" providerId="ADAL" clId="{18447838-0BCA-432B-86F3-BB78526C143F}" dt="2026-10-13T02:52:53.567" v="2492"/>
          <ac:spMkLst>
            <pc:docMk/>
            <pc:sldMk cId="407186605" sldId="903"/>
            <ac:spMk id="27" creationId="{47B64B21-4075-44DC-A0BA-307F44371E77}"/>
          </ac:spMkLst>
        </pc:spChg>
        <pc:spChg chg="add del mod">
          <ac:chgData name="Minh Huynh" userId="01a137d4-0d81-46e0-aca6-c9185b391828" providerId="ADAL" clId="{18447838-0BCA-432B-86F3-BB78526C143F}" dt="2026-10-13T02:52:53.567" v="2492"/>
          <ac:spMkLst>
            <pc:docMk/>
            <pc:sldMk cId="407186605" sldId="903"/>
            <ac:spMk id="28" creationId="{8C2A514C-18C6-42F6-B67A-09E66AA2FC80}"/>
          </ac:spMkLst>
        </pc:spChg>
        <pc:spChg chg="add del mod">
          <ac:chgData name="Minh Huynh" userId="01a137d4-0d81-46e0-aca6-c9185b391828" providerId="ADAL" clId="{18447838-0BCA-432B-86F3-BB78526C143F}" dt="2026-10-13T02:52:53.567" v="2492"/>
          <ac:spMkLst>
            <pc:docMk/>
            <pc:sldMk cId="407186605" sldId="903"/>
            <ac:spMk id="29" creationId="{289A509F-84D0-42CC-8741-F75A3820973D}"/>
          </ac:spMkLst>
        </pc:spChg>
        <pc:spChg chg="add del mod">
          <ac:chgData name="Minh Huynh" userId="01a137d4-0d81-46e0-aca6-c9185b391828" providerId="ADAL" clId="{18447838-0BCA-432B-86F3-BB78526C143F}" dt="2026-10-13T02:52:53.567" v="2492"/>
          <ac:spMkLst>
            <pc:docMk/>
            <pc:sldMk cId="407186605" sldId="903"/>
            <ac:spMk id="30" creationId="{3AFDCB15-9CD4-42DE-9D60-FB0BA7E47138}"/>
          </ac:spMkLst>
        </pc:spChg>
        <pc:spChg chg="add del mod">
          <ac:chgData name="Minh Huynh" userId="01a137d4-0d81-46e0-aca6-c9185b391828" providerId="ADAL" clId="{18447838-0BCA-432B-86F3-BB78526C143F}" dt="2026-10-13T02:52:53.567" v="2492"/>
          <ac:spMkLst>
            <pc:docMk/>
            <pc:sldMk cId="407186605" sldId="903"/>
            <ac:spMk id="31" creationId="{DAB9FBA9-E83D-4B41-8940-D09426DB17B6}"/>
          </ac:spMkLst>
        </pc:spChg>
        <pc:spChg chg="add del mod">
          <ac:chgData name="Minh Huynh" userId="01a137d4-0d81-46e0-aca6-c9185b391828" providerId="ADAL" clId="{18447838-0BCA-432B-86F3-BB78526C143F}" dt="2026-10-13T02:52:53.567" v="2492"/>
          <ac:spMkLst>
            <pc:docMk/>
            <pc:sldMk cId="407186605" sldId="903"/>
            <ac:spMk id="32" creationId="{F2E99E10-006F-4E61-AAD2-5CFBBF11AE3A}"/>
          </ac:spMkLst>
        </pc:spChg>
        <pc:spChg chg="add del mod">
          <ac:chgData name="Minh Huynh" userId="01a137d4-0d81-46e0-aca6-c9185b391828" providerId="ADAL" clId="{18447838-0BCA-432B-86F3-BB78526C143F}" dt="2026-10-13T02:52:53.567" v="2492"/>
          <ac:spMkLst>
            <pc:docMk/>
            <pc:sldMk cId="407186605" sldId="903"/>
            <ac:spMk id="33" creationId="{D9D9682F-D4F6-4BF7-8E8E-7D3C7CD4CA42}"/>
          </ac:spMkLst>
        </pc:spChg>
        <pc:spChg chg="add del mod">
          <ac:chgData name="Minh Huynh" userId="01a137d4-0d81-46e0-aca6-c9185b391828" providerId="ADAL" clId="{18447838-0BCA-432B-86F3-BB78526C143F}" dt="2026-10-13T02:52:53.567" v="2492"/>
          <ac:spMkLst>
            <pc:docMk/>
            <pc:sldMk cId="407186605" sldId="903"/>
            <ac:spMk id="34" creationId="{E62A4847-2C78-41C8-8A17-4763CE29FD70}"/>
          </ac:spMkLst>
        </pc:spChg>
        <pc:spChg chg="mod">
          <ac:chgData name="Minh Huynh" userId="01a137d4-0d81-46e0-aca6-c9185b391828" providerId="ADAL" clId="{18447838-0BCA-432B-86F3-BB78526C143F}" dt="2026-10-13T02:52:38.718" v="2489" actId="20577"/>
          <ac:spMkLst>
            <pc:docMk/>
            <pc:sldMk cId="407186605" sldId="903"/>
            <ac:spMk id="75" creationId="{49DF9D2F-8E65-4D63-82C3-27F8FA7882BF}"/>
          </ac:spMkLst>
        </pc:spChg>
        <pc:picChg chg="add mod">
          <ac:chgData name="Minh Huynh" userId="01a137d4-0d81-46e0-aca6-c9185b391828" providerId="ADAL" clId="{18447838-0BCA-432B-86F3-BB78526C143F}" dt="2026-10-13T02:52:58.446" v="2495" actId="14100"/>
          <ac:picMkLst>
            <pc:docMk/>
            <pc:sldMk cId="407186605" sldId="903"/>
            <ac:picMk id="2" creationId="{6FCA070F-4587-4399-9BD6-75A05A565D03}"/>
          </ac:picMkLst>
        </pc:picChg>
        <pc:picChg chg="del">
          <ac:chgData name="Minh Huynh" userId="01a137d4-0d81-46e0-aca6-c9185b391828" providerId="ADAL" clId="{18447838-0BCA-432B-86F3-BB78526C143F}" dt="2026-10-13T02:52:51.296" v="2490" actId="478"/>
          <ac:picMkLst>
            <pc:docMk/>
            <pc:sldMk cId="407186605" sldId="903"/>
            <ac:picMk id="3" creationId="{FF9598AB-0C4F-493D-A633-16BD9A5A5B00}"/>
          </ac:picMkLst>
        </pc:picChg>
      </pc:sldChg>
      <pc:sldChg chg="del">
        <pc:chgData name="Minh Huynh" userId="01a137d4-0d81-46e0-aca6-c9185b391828" providerId="ADAL" clId="{18447838-0BCA-432B-86F3-BB78526C143F}" dt="2026-10-12T12:12:45.996" v="0" actId="47"/>
        <pc:sldMkLst>
          <pc:docMk/>
          <pc:sldMk cId="2758277335" sldId="903"/>
        </pc:sldMkLst>
      </pc:sldChg>
      <pc:sldChg chg="addSp delSp modSp add mod">
        <pc:chgData name="Minh Huynh" userId="01a137d4-0d81-46e0-aca6-c9185b391828" providerId="ADAL" clId="{18447838-0BCA-432B-86F3-BB78526C143F}" dt="2026-10-13T02:55:25.047" v="2552"/>
        <pc:sldMkLst>
          <pc:docMk/>
          <pc:sldMk cId="1787648695" sldId="904"/>
        </pc:sldMkLst>
        <pc:spChg chg="mod">
          <ac:chgData name="Minh Huynh" userId="01a137d4-0d81-46e0-aca6-c9185b391828" providerId="ADAL" clId="{18447838-0BCA-432B-86F3-BB78526C143F}" dt="2026-10-13T02:55:04.442" v="2548" actId="20577"/>
          <ac:spMkLst>
            <pc:docMk/>
            <pc:sldMk cId="1787648695" sldId="904"/>
            <ac:spMk id="4" creationId="{7BC73E8E-0D58-4B4B-A5C4-A8AE38997407}"/>
          </ac:spMkLst>
        </pc:spChg>
        <pc:spChg chg="del">
          <ac:chgData name="Minh Huynh" userId="01a137d4-0d81-46e0-aca6-c9185b391828" providerId="ADAL" clId="{18447838-0BCA-432B-86F3-BB78526C143F}" dt="2026-10-13T02:55:12.923" v="2550" actId="478"/>
          <ac:spMkLst>
            <pc:docMk/>
            <pc:sldMk cId="1787648695" sldId="904"/>
            <ac:spMk id="75" creationId="{49DF9D2F-8E65-4D63-82C3-27F8FA7882BF}"/>
          </ac:spMkLst>
        </pc:spChg>
        <pc:graphicFrameChg chg="add mod">
          <ac:chgData name="Minh Huynh" userId="01a137d4-0d81-46e0-aca6-c9185b391828" providerId="ADAL" clId="{18447838-0BCA-432B-86F3-BB78526C143F}" dt="2026-10-13T02:55:17.528" v="2551"/>
          <ac:graphicFrameMkLst>
            <pc:docMk/>
            <pc:sldMk cId="1787648695" sldId="904"/>
            <ac:graphicFrameMk id="5" creationId="{ED8765C3-613A-4F4C-A180-3299951757A9}"/>
          </ac:graphicFrameMkLst>
        </pc:graphicFrameChg>
        <pc:graphicFrameChg chg="add mod">
          <ac:chgData name="Minh Huynh" userId="01a137d4-0d81-46e0-aca6-c9185b391828" providerId="ADAL" clId="{18447838-0BCA-432B-86F3-BB78526C143F}" dt="2026-10-13T02:55:25.047" v="2552"/>
          <ac:graphicFrameMkLst>
            <pc:docMk/>
            <pc:sldMk cId="1787648695" sldId="904"/>
            <ac:graphicFrameMk id="6" creationId="{1E019121-932F-4197-9A42-61D4D5DF8D3E}"/>
          </ac:graphicFrameMkLst>
        </pc:graphicFrameChg>
        <pc:picChg chg="del">
          <ac:chgData name="Minh Huynh" userId="01a137d4-0d81-46e0-aca6-c9185b391828" providerId="ADAL" clId="{18447838-0BCA-432B-86F3-BB78526C143F}" dt="2026-10-13T02:55:09.587" v="2549" actId="478"/>
          <ac:picMkLst>
            <pc:docMk/>
            <pc:sldMk cId="1787648695" sldId="904"/>
            <ac:picMk id="2" creationId="{6FCA070F-4587-4399-9BD6-75A05A565D03}"/>
          </ac:picMkLst>
        </pc:picChg>
      </pc:sldChg>
      <pc:sldChg chg="addSp delSp modSp add mod">
        <pc:chgData name="Minh Huynh" userId="01a137d4-0d81-46e0-aca6-c9185b391828" providerId="ADAL" clId="{18447838-0BCA-432B-86F3-BB78526C143F}" dt="2026-10-13T02:57:56.104" v="2599" actId="1076"/>
        <pc:sldMkLst>
          <pc:docMk/>
          <pc:sldMk cId="1045422390" sldId="905"/>
        </pc:sldMkLst>
        <pc:spChg chg="add del">
          <ac:chgData name="Minh Huynh" userId="01a137d4-0d81-46e0-aca6-c9185b391828" providerId="ADAL" clId="{18447838-0BCA-432B-86F3-BB78526C143F}" dt="2026-10-13T02:57:33.838" v="2556"/>
          <ac:spMkLst>
            <pc:docMk/>
            <pc:sldMk cId="1045422390" sldId="905"/>
            <ac:spMk id="2" creationId="{F1E60DDB-647A-44BE-BE48-8E5ECFC1A088}"/>
          </ac:spMkLst>
        </pc:spChg>
        <pc:spChg chg="mod">
          <ac:chgData name="Minh Huynh" userId="01a137d4-0d81-46e0-aca6-c9185b391828" providerId="ADAL" clId="{18447838-0BCA-432B-86F3-BB78526C143F}" dt="2026-10-13T02:57:47.455" v="2595" actId="20577"/>
          <ac:spMkLst>
            <pc:docMk/>
            <pc:sldMk cId="1045422390" sldId="905"/>
            <ac:spMk id="4" creationId="{7BC73E8E-0D58-4B4B-A5C4-A8AE38997407}"/>
          </ac:spMkLst>
        </pc:spChg>
        <pc:graphicFrameChg chg="del">
          <ac:chgData name="Minh Huynh" userId="01a137d4-0d81-46e0-aca6-c9185b391828" providerId="ADAL" clId="{18447838-0BCA-432B-86F3-BB78526C143F}" dt="2026-10-13T02:57:31.904" v="2554" actId="478"/>
          <ac:graphicFrameMkLst>
            <pc:docMk/>
            <pc:sldMk cId="1045422390" sldId="905"/>
            <ac:graphicFrameMk id="5" creationId="{ED8765C3-613A-4F4C-A180-3299951757A9}"/>
          </ac:graphicFrameMkLst>
        </pc:graphicFrameChg>
        <pc:graphicFrameChg chg="del">
          <ac:chgData name="Minh Huynh" userId="01a137d4-0d81-46e0-aca6-c9185b391828" providerId="ADAL" clId="{18447838-0BCA-432B-86F3-BB78526C143F}" dt="2026-10-13T02:57:31.904" v="2554" actId="478"/>
          <ac:graphicFrameMkLst>
            <pc:docMk/>
            <pc:sldMk cId="1045422390" sldId="905"/>
            <ac:graphicFrameMk id="6" creationId="{1E019121-932F-4197-9A42-61D4D5DF8D3E}"/>
          </ac:graphicFrameMkLst>
        </pc:graphicFrameChg>
        <pc:picChg chg="add mod modCrop">
          <ac:chgData name="Minh Huynh" userId="01a137d4-0d81-46e0-aca6-c9185b391828" providerId="ADAL" clId="{18447838-0BCA-432B-86F3-BB78526C143F}" dt="2026-10-13T02:57:56.104" v="2599" actId="1076"/>
          <ac:picMkLst>
            <pc:docMk/>
            <pc:sldMk cId="1045422390" sldId="905"/>
            <ac:picMk id="3" creationId="{408C6312-FD8B-4CBC-B76D-19D9F5BFB69F}"/>
          </ac:picMkLst>
        </pc:picChg>
      </pc:sldChg>
      <pc:sldChg chg="addSp delSp modSp add mod">
        <pc:chgData name="Minh Huynh" userId="01a137d4-0d81-46e0-aca6-c9185b391828" providerId="ADAL" clId="{18447838-0BCA-432B-86F3-BB78526C143F}" dt="2026-10-13T03:01:57.617" v="2674" actId="20577"/>
        <pc:sldMkLst>
          <pc:docMk/>
          <pc:sldMk cId="4258506999" sldId="906"/>
        </pc:sldMkLst>
        <pc:spChg chg="add del">
          <ac:chgData name="Minh Huynh" userId="01a137d4-0d81-46e0-aca6-c9185b391828" providerId="ADAL" clId="{18447838-0BCA-432B-86F3-BB78526C143F}" dt="2026-10-13T03:01:33.318" v="2603"/>
          <ac:spMkLst>
            <pc:docMk/>
            <pc:sldMk cId="4258506999" sldId="906"/>
            <ac:spMk id="2" creationId="{2B5DCEBB-3CA7-465A-BCB6-8273A98139B4}"/>
          </ac:spMkLst>
        </pc:spChg>
        <pc:spChg chg="mod">
          <ac:chgData name="Minh Huynh" userId="01a137d4-0d81-46e0-aca6-c9185b391828" providerId="ADAL" clId="{18447838-0BCA-432B-86F3-BB78526C143F}" dt="2026-10-13T03:01:57.617" v="2674" actId="20577"/>
          <ac:spMkLst>
            <pc:docMk/>
            <pc:sldMk cId="4258506999" sldId="906"/>
            <ac:spMk id="4" creationId="{7BC73E8E-0D58-4B4B-A5C4-A8AE38997407}"/>
          </ac:spMkLst>
        </pc:spChg>
        <pc:picChg chg="del">
          <ac:chgData name="Minh Huynh" userId="01a137d4-0d81-46e0-aca6-c9185b391828" providerId="ADAL" clId="{18447838-0BCA-432B-86F3-BB78526C143F}" dt="2026-10-13T03:01:31.307" v="2601" actId="478"/>
          <ac:picMkLst>
            <pc:docMk/>
            <pc:sldMk cId="4258506999" sldId="906"/>
            <ac:picMk id="3" creationId="{408C6312-FD8B-4CBC-B76D-19D9F5BFB69F}"/>
          </ac:picMkLst>
        </pc:picChg>
        <pc:picChg chg="add mod modCrop">
          <ac:chgData name="Minh Huynh" userId="01a137d4-0d81-46e0-aca6-c9185b391828" providerId="ADAL" clId="{18447838-0BCA-432B-86F3-BB78526C143F}" dt="2026-10-13T03:01:42.046" v="2607" actId="1076"/>
          <ac:picMkLst>
            <pc:docMk/>
            <pc:sldMk cId="4258506999" sldId="906"/>
            <ac:picMk id="5" creationId="{A8AC5D9D-3B8D-4A6F-B0B8-5820DD3642C6}"/>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3"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Book3"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Value</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Pt>
            <c:idx val="4"/>
            <c:marker>
              <c:symbol val="circle"/>
              <c:size val="5"/>
              <c:spPr>
                <a:solidFill>
                  <a:schemeClr val="accent1"/>
                </a:solidFill>
                <a:ln w="9525">
                  <a:solidFill>
                    <a:schemeClr val="accent1"/>
                  </a:solidFill>
                </a:ln>
                <a:effectLst/>
              </c:spPr>
            </c:marker>
            <c:bubble3D val="0"/>
            <c:spPr>
              <a:ln w="28575" cap="rnd">
                <a:solidFill>
                  <a:srgbClr val="FF0000"/>
                </a:solidFill>
                <a:round/>
              </a:ln>
              <a:effectLst/>
            </c:spPr>
            <c:extLst>
              <c:ext xmlns:c16="http://schemas.microsoft.com/office/drawing/2014/chart" uri="{C3380CC4-5D6E-409C-BE32-E72D297353CC}">
                <c16:uniqueId val="{00000004-E747-461B-86D2-2C7CE1BFA2D6}"/>
              </c:ext>
            </c:extLst>
          </c:dPt>
          <c:dPt>
            <c:idx val="5"/>
            <c:marker>
              <c:symbol val="circle"/>
              <c:size val="5"/>
              <c:spPr>
                <a:solidFill>
                  <a:schemeClr val="accent1"/>
                </a:solidFill>
                <a:ln w="9525">
                  <a:solidFill>
                    <a:schemeClr val="accent1"/>
                  </a:solidFill>
                </a:ln>
                <a:effectLst/>
              </c:spPr>
            </c:marker>
            <c:bubble3D val="0"/>
            <c:spPr>
              <a:ln w="28575" cap="rnd">
                <a:solidFill>
                  <a:srgbClr val="FF0000"/>
                </a:solidFill>
                <a:round/>
              </a:ln>
              <a:effectLst/>
            </c:spPr>
            <c:extLst>
              <c:ext xmlns:c16="http://schemas.microsoft.com/office/drawing/2014/chart" uri="{C3380CC4-5D6E-409C-BE32-E72D297353CC}">
                <c16:uniqueId val="{00000000-4DAD-4555-9D30-A1DE885372BA}"/>
              </c:ext>
            </c:extLst>
          </c:dPt>
          <c:dLbls>
            <c:dLbl>
              <c:idx val="0"/>
              <c:layout>
                <c:manualLayout>
                  <c:x val="-2.6175869120654397E-2"/>
                  <c:y val="6.964090608119562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747-461B-86D2-2C7CE1BFA2D6}"/>
                </c:ext>
              </c:extLst>
            </c:dLbl>
            <c:dLbl>
              <c:idx val="1"/>
              <c:layout>
                <c:manualLayout>
                  <c:x val="-3.1083844580777096E-2"/>
                  <c:y val="7.83460193413450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747-461B-86D2-2C7CE1BFA2D6}"/>
                </c:ext>
              </c:extLst>
            </c:dLbl>
            <c:dLbl>
              <c:idx val="2"/>
              <c:layout>
                <c:manualLayout>
                  <c:x val="-4.2535787321063397E-2"/>
                  <c:y val="9.285454144159417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747-461B-86D2-2C7CE1BFA2D6}"/>
                </c:ext>
              </c:extLst>
            </c:dLbl>
            <c:dLbl>
              <c:idx val="3"/>
              <c:layout>
                <c:manualLayout>
                  <c:x val="-6.5439672801635993E-3"/>
                  <c:y val="-7.544431492129528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747-461B-86D2-2C7CE1BFA2D6}"/>
                </c:ext>
              </c:extLst>
            </c:dLbl>
            <c:dLbl>
              <c:idx val="4"/>
              <c:layout>
                <c:manualLayout>
                  <c:x val="-3.1083844580777096E-2"/>
                  <c:y val="7.83460193413450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747-461B-86D2-2C7CE1BFA2D6}"/>
                </c:ext>
              </c:extLst>
            </c:dLbl>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Agency FB" panose="020B05030202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Sheet1!$A$2:$A$8</c:f>
              <c:numCache>
                <c:formatCode>General</c:formatCode>
                <c:ptCount val="7"/>
                <c:pt idx="0">
                  <c:v>2000</c:v>
                </c:pt>
                <c:pt idx="1">
                  <c:v>2001</c:v>
                </c:pt>
                <c:pt idx="2">
                  <c:v>2002</c:v>
                </c:pt>
                <c:pt idx="3">
                  <c:v>2003</c:v>
                </c:pt>
                <c:pt idx="4">
                  <c:v>2004</c:v>
                </c:pt>
                <c:pt idx="5">
                  <c:v>2005</c:v>
                </c:pt>
                <c:pt idx="6">
                  <c:v>2006</c:v>
                </c:pt>
              </c:numCache>
            </c:numRef>
          </c:cat>
          <c:val>
            <c:numRef>
              <c:f>Sheet1!$B$2:$B$8</c:f>
              <c:numCache>
                <c:formatCode>General</c:formatCode>
                <c:ptCount val="7"/>
                <c:pt idx="0">
                  <c:v>11.4</c:v>
                </c:pt>
                <c:pt idx="1">
                  <c:v>10.6</c:v>
                </c:pt>
                <c:pt idx="2">
                  <c:v>11.3</c:v>
                </c:pt>
                <c:pt idx="3">
                  <c:v>7.4</c:v>
                </c:pt>
                <c:pt idx="4">
                  <c:v>7.1</c:v>
                </c:pt>
                <c:pt idx="5">
                  <c:v>6.7</c:v>
                </c:pt>
                <c:pt idx="6">
                  <c:v>10.5</c:v>
                </c:pt>
              </c:numCache>
            </c:numRef>
          </c:val>
          <c:smooth val="0"/>
          <c:extLst>
            <c:ext xmlns:c16="http://schemas.microsoft.com/office/drawing/2014/chart" uri="{C3380CC4-5D6E-409C-BE32-E72D297353CC}">
              <c16:uniqueId val="{00000005-E747-461B-86D2-2C7CE1BFA2D6}"/>
            </c:ext>
          </c:extLst>
        </c:ser>
        <c:dLbls>
          <c:showLegendKey val="0"/>
          <c:showVal val="0"/>
          <c:showCatName val="0"/>
          <c:showSerName val="0"/>
          <c:showPercent val="0"/>
          <c:showBubbleSize val="0"/>
        </c:dLbls>
        <c:marker val="1"/>
        <c:smooth val="0"/>
        <c:axId val="736485903"/>
        <c:axId val="368531055"/>
      </c:lineChart>
      <c:catAx>
        <c:axId val="7364859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Agency FB" panose="020B0503020202020204" pitchFamily="34" charset="0"/>
                <a:ea typeface="+mn-ea"/>
                <a:cs typeface="+mn-cs"/>
              </a:defRPr>
            </a:pPr>
            <a:endParaRPr lang="en-US"/>
          </a:p>
        </c:txPr>
        <c:crossAx val="368531055"/>
        <c:crosses val="autoZero"/>
        <c:auto val="1"/>
        <c:lblAlgn val="ctr"/>
        <c:lblOffset val="100"/>
        <c:noMultiLvlLbl val="0"/>
      </c:catAx>
      <c:valAx>
        <c:axId val="368531055"/>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solidFill>
                    <a:latin typeface="Agency FB" panose="020B0503020202020204" pitchFamily="34" charset="0"/>
                    <a:ea typeface="+mn-ea"/>
                    <a:cs typeface="+mn-cs"/>
                  </a:defRPr>
                </a:pPr>
                <a:r>
                  <a:rPr lang="en-AU"/>
                  <a:t>Share Value (%)</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solidFill>
                  <a:latin typeface="Agency FB" panose="020B0503020202020204" pitchFamily="34" charset="0"/>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Agency FB" panose="020B0503020202020204" pitchFamily="34" charset="0"/>
                <a:ea typeface="+mn-ea"/>
                <a:cs typeface="+mn-cs"/>
              </a:defRPr>
            </a:pPr>
            <a:endParaRPr lang="en-US"/>
          </a:p>
        </c:txPr>
        <c:crossAx val="73648590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solidFill>
            <a:schemeClr val="tx1"/>
          </a:solidFill>
          <a:latin typeface="Agency FB" panose="020B0503020202020204"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1"/>
          <c:order val="0"/>
          <c:tx>
            <c:strRef>
              <c:f>Sheet1!$B$1</c:f>
              <c:strCache>
                <c:ptCount val="1"/>
                <c:pt idx="0">
                  <c:v>Score</c:v>
                </c:pt>
              </c:strCache>
            </c:strRef>
          </c:tx>
          <c:spPr>
            <a:ln w="25400" cap="rnd">
              <a:noFill/>
              <a:round/>
            </a:ln>
            <a:effectLst/>
          </c:spPr>
          <c:marker>
            <c:symbol val="circle"/>
            <c:size val="12"/>
            <c:spPr>
              <a:solidFill>
                <a:schemeClr val="accent2"/>
              </a:solidFill>
              <a:ln w="9525">
                <a:solidFill>
                  <a:schemeClr val="accent2"/>
                </a:solidFill>
              </a:ln>
              <a:effectLst/>
            </c:spPr>
          </c:marker>
          <c:yVal>
            <c:numRef>
              <c:f>Sheet1!$B$2:$B$6</c:f>
              <c:numCache>
                <c:formatCode>General</c:formatCode>
                <c:ptCount val="5"/>
                <c:pt idx="0">
                  <c:v>88</c:v>
                </c:pt>
                <c:pt idx="1">
                  <c:v>89</c:v>
                </c:pt>
                <c:pt idx="2">
                  <c:v>90</c:v>
                </c:pt>
                <c:pt idx="3">
                  <c:v>91</c:v>
                </c:pt>
                <c:pt idx="4">
                  <c:v>92</c:v>
                </c:pt>
              </c:numCache>
            </c:numRef>
          </c:yVal>
          <c:smooth val="0"/>
          <c:extLst>
            <c:ext xmlns:c16="http://schemas.microsoft.com/office/drawing/2014/chart" uri="{C3380CC4-5D6E-409C-BE32-E72D297353CC}">
              <c16:uniqueId val="{00000000-5EFD-4392-BB1D-780DBED4FFD5}"/>
            </c:ext>
          </c:extLst>
        </c:ser>
        <c:dLbls>
          <c:showLegendKey val="0"/>
          <c:showVal val="0"/>
          <c:showCatName val="0"/>
          <c:showSerName val="0"/>
          <c:showPercent val="0"/>
          <c:showBubbleSize val="0"/>
        </c:dLbls>
        <c:axId val="1024895823"/>
        <c:axId val="1024896239"/>
      </c:scatterChart>
      <c:valAx>
        <c:axId val="1024895823"/>
        <c:scaling>
          <c:orientation val="minMax"/>
        </c:scaling>
        <c:delete val="1"/>
        <c:axPos val="b"/>
        <c:majorTickMark val="none"/>
        <c:minorTickMark val="none"/>
        <c:tickLblPos val="nextTo"/>
        <c:crossAx val="1024896239"/>
        <c:crosses val="autoZero"/>
        <c:crossBetween val="midCat"/>
      </c:valAx>
      <c:valAx>
        <c:axId val="1024896239"/>
        <c:scaling>
          <c:orientation val="minMax"/>
          <c:max val="100"/>
          <c:min val="75"/>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tx1"/>
                    </a:solidFill>
                    <a:latin typeface="Agency FB" panose="020B0503020202020204" pitchFamily="34" charset="0"/>
                    <a:ea typeface="+mn-ea"/>
                    <a:cs typeface="+mn-cs"/>
                  </a:defRPr>
                </a:pPr>
                <a:r>
                  <a:rPr lang="en-AU"/>
                  <a:t>Rating</a:t>
                </a:r>
              </a:p>
            </c:rich>
          </c:tx>
          <c:overlay val="0"/>
          <c:spPr>
            <a:noFill/>
            <a:ln>
              <a:noFill/>
            </a:ln>
            <a:effectLst/>
          </c:spPr>
          <c:txPr>
            <a:bodyPr rot="-5400000" spcFirstLastPara="1" vertOverflow="ellipsis" vert="horz" wrap="square" anchor="ctr" anchorCtr="1"/>
            <a:lstStyle/>
            <a:p>
              <a:pPr>
                <a:defRPr sz="1800" b="0" i="0" u="none" strike="noStrike" kern="1200" baseline="0">
                  <a:solidFill>
                    <a:schemeClr val="tx1"/>
                  </a:solidFill>
                  <a:latin typeface="Agency FB" panose="020B0503020202020204" pitchFamily="34" charset="0"/>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solidFill>
                <a:latin typeface="Agency FB" panose="020B0503020202020204" pitchFamily="34" charset="0"/>
                <a:ea typeface="+mn-ea"/>
                <a:cs typeface="+mn-cs"/>
              </a:defRPr>
            </a:pPr>
            <a:endParaRPr lang="en-US"/>
          </a:p>
        </c:txPr>
        <c:crossAx val="1024895823"/>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800">
          <a:solidFill>
            <a:schemeClr val="tx1"/>
          </a:solidFill>
          <a:latin typeface="Agency FB" panose="020B0503020202020204" pitchFamily="34"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Sheet1!$E$1</c:f>
              <c:strCache>
                <c:ptCount val="1"/>
                <c:pt idx="0">
                  <c:v>Score</c:v>
                </c:pt>
              </c:strCache>
            </c:strRef>
          </c:tx>
          <c:spPr>
            <a:ln w="19050" cap="rnd">
              <a:noFill/>
              <a:round/>
            </a:ln>
            <a:effectLst/>
          </c:spPr>
          <c:marker>
            <c:symbol val="circle"/>
            <c:size val="12"/>
            <c:spPr>
              <a:solidFill>
                <a:schemeClr val="accent1"/>
              </a:solidFill>
              <a:ln w="9525">
                <a:solidFill>
                  <a:schemeClr val="accent1"/>
                </a:solidFill>
              </a:ln>
              <a:effectLst/>
            </c:spPr>
          </c:marker>
          <c:xVal>
            <c:numRef>
              <c:f>Sheet1!$D$2:$D$6</c:f>
              <c:numCache>
                <c:formatCode>General</c:formatCode>
                <c:ptCount val="5"/>
                <c:pt idx="0">
                  <c:v>1</c:v>
                </c:pt>
                <c:pt idx="1">
                  <c:v>2</c:v>
                </c:pt>
                <c:pt idx="2">
                  <c:v>3</c:v>
                </c:pt>
                <c:pt idx="3">
                  <c:v>4</c:v>
                </c:pt>
                <c:pt idx="4">
                  <c:v>5</c:v>
                </c:pt>
              </c:numCache>
            </c:numRef>
          </c:xVal>
          <c:yVal>
            <c:numRef>
              <c:f>Sheet1!$E$2:$E$6</c:f>
              <c:numCache>
                <c:formatCode>General</c:formatCode>
                <c:ptCount val="5"/>
                <c:pt idx="0">
                  <c:v>80</c:v>
                </c:pt>
                <c:pt idx="1">
                  <c:v>85</c:v>
                </c:pt>
                <c:pt idx="2">
                  <c:v>90</c:v>
                </c:pt>
                <c:pt idx="3">
                  <c:v>95</c:v>
                </c:pt>
                <c:pt idx="4">
                  <c:v>100</c:v>
                </c:pt>
              </c:numCache>
            </c:numRef>
          </c:yVal>
          <c:smooth val="0"/>
          <c:extLst>
            <c:ext xmlns:c16="http://schemas.microsoft.com/office/drawing/2014/chart" uri="{C3380CC4-5D6E-409C-BE32-E72D297353CC}">
              <c16:uniqueId val="{00000000-9B68-4A0E-A981-37F63DC1B3F1}"/>
            </c:ext>
          </c:extLst>
        </c:ser>
        <c:dLbls>
          <c:showLegendKey val="0"/>
          <c:showVal val="0"/>
          <c:showCatName val="0"/>
          <c:showSerName val="0"/>
          <c:showPercent val="0"/>
          <c:showBubbleSize val="0"/>
        </c:dLbls>
        <c:axId val="1015440095"/>
        <c:axId val="1015440511"/>
      </c:scatterChart>
      <c:valAx>
        <c:axId val="1015440095"/>
        <c:scaling>
          <c:orientation val="minMax"/>
        </c:scaling>
        <c:delete val="1"/>
        <c:axPos val="b"/>
        <c:numFmt formatCode="General" sourceLinked="1"/>
        <c:majorTickMark val="none"/>
        <c:minorTickMark val="none"/>
        <c:tickLblPos val="nextTo"/>
        <c:crossAx val="1015440511"/>
        <c:crosses val="autoZero"/>
        <c:crossBetween val="midCat"/>
      </c:valAx>
      <c:valAx>
        <c:axId val="1015440511"/>
        <c:scaling>
          <c:orientation val="minMax"/>
          <c:max val="100"/>
          <c:min val="75"/>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tx1"/>
                    </a:solidFill>
                    <a:latin typeface="Agency FB" panose="020B0503020202020204" pitchFamily="34" charset="0"/>
                    <a:ea typeface="+mn-ea"/>
                    <a:cs typeface="+mn-cs"/>
                  </a:defRPr>
                </a:pPr>
                <a:r>
                  <a:rPr lang="en-AU"/>
                  <a:t>Rating</a:t>
                </a:r>
              </a:p>
            </c:rich>
          </c:tx>
          <c:overlay val="0"/>
          <c:spPr>
            <a:noFill/>
            <a:ln>
              <a:noFill/>
            </a:ln>
            <a:effectLst/>
          </c:spPr>
          <c:txPr>
            <a:bodyPr rot="-5400000" spcFirstLastPara="1" vertOverflow="ellipsis" vert="horz" wrap="square" anchor="ctr" anchorCtr="1"/>
            <a:lstStyle/>
            <a:p>
              <a:pPr>
                <a:defRPr sz="1800" b="0" i="0" u="none" strike="noStrike" kern="1200" baseline="0">
                  <a:solidFill>
                    <a:schemeClr val="tx1"/>
                  </a:solidFill>
                  <a:latin typeface="Agency FB" panose="020B0503020202020204" pitchFamily="34" charset="0"/>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tx1"/>
                </a:solidFill>
                <a:latin typeface="Agency FB" panose="020B0503020202020204" pitchFamily="34" charset="0"/>
                <a:ea typeface="+mn-ea"/>
                <a:cs typeface="+mn-cs"/>
              </a:defRPr>
            </a:pPr>
            <a:endParaRPr lang="en-US"/>
          </a:p>
        </c:txPr>
        <c:crossAx val="1015440095"/>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800">
          <a:solidFill>
            <a:schemeClr val="tx1"/>
          </a:solidFill>
          <a:latin typeface="Agency FB" panose="020B050302020202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520094-FB53-4D74-90C8-3B90ED5CA22C}" type="datetimeFigureOut">
              <a:rPr lang="en-AU" smtClean="0"/>
              <a:t>13/10/2026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82D812-793F-4284-A735-A7869CB1D065}" type="slidenum">
              <a:rPr lang="en-AU" smtClean="0"/>
              <a:t>‹#›</a:t>
            </a:fld>
            <a:endParaRPr lang="en-AU"/>
          </a:p>
        </p:txBody>
      </p:sp>
    </p:spTree>
    <p:extLst>
      <p:ext uri="{BB962C8B-B14F-4D97-AF65-F5344CB8AC3E}">
        <p14:creationId xmlns:p14="http://schemas.microsoft.com/office/powerpoint/2010/main" val="2907263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2</a:t>
            </a:fld>
            <a:endParaRPr lang="en-AU"/>
          </a:p>
        </p:txBody>
      </p:sp>
    </p:spTree>
    <p:extLst>
      <p:ext uri="{BB962C8B-B14F-4D97-AF65-F5344CB8AC3E}">
        <p14:creationId xmlns:p14="http://schemas.microsoft.com/office/powerpoint/2010/main" val="104821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3</a:t>
            </a:fld>
            <a:endParaRPr lang="en-AU"/>
          </a:p>
        </p:txBody>
      </p:sp>
    </p:spTree>
    <p:extLst>
      <p:ext uri="{BB962C8B-B14F-4D97-AF65-F5344CB8AC3E}">
        <p14:creationId xmlns:p14="http://schemas.microsoft.com/office/powerpoint/2010/main" val="22159636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4</a:t>
            </a:fld>
            <a:endParaRPr lang="en-AU"/>
          </a:p>
        </p:txBody>
      </p:sp>
    </p:spTree>
    <p:extLst>
      <p:ext uri="{BB962C8B-B14F-4D97-AF65-F5344CB8AC3E}">
        <p14:creationId xmlns:p14="http://schemas.microsoft.com/office/powerpoint/2010/main" val="18543285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5</a:t>
            </a:fld>
            <a:endParaRPr lang="en-AU"/>
          </a:p>
        </p:txBody>
      </p:sp>
    </p:spTree>
    <p:extLst>
      <p:ext uri="{BB962C8B-B14F-4D97-AF65-F5344CB8AC3E}">
        <p14:creationId xmlns:p14="http://schemas.microsoft.com/office/powerpoint/2010/main" val="39951041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4F4BE-78A3-94CE-715B-F363F8526A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08BA94-385B-D9EC-1D46-4535E7A27D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31C37C-244F-2103-F0EB-FD455FD7CAB3}"/>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C4D893F-9B64-9D40-2E96-729E89BF2A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E4A984-FA65-47CB-8377-447F50C0CDED}"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799356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4F4BE-78A3-94CE-715B-F363F8526A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08BA94-385B-D9EC-1D46-4535E7A27D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31C37C-244F-2103-F0EB-FD455FD7CAB3}"/>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C4D893F-9B64-9D40-2E96-729E89BF2A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E4A984-FA65-47CB-8377-447F50C0CDED}"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657760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4F4BE-78A3-94CE-715B-F363F8526A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08BA94-385B-D9EC-1D46-4535E7A27D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31C37C-244F-2103-F0EB-FD455FD7CAB3}"/>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C4D893F-9B64-9D40-2E96-729E89BF2A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E4A984-FA65-47CB-8377-447F50C0CDED}"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02760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4F4BE-78A3-94CE-715B-F363F8526A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08BA94-385B-D9EC-1D46-4535E7A27D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31C37C-244F-2103-F0EB-FD455FD7CAB3}"/>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C4D893F-9B64-9D40-2E96-729E89BF2A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E4A984-FA65-47CB-8377-447F50C0CDED}"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86199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4F4BE-78A3-94CE-715B-F363F8526A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08BA94-385B-D9EC-1D46-4535E7A27D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31C37C-244F-2103-F0EB-FD455FD7CAB3}"/>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C4D893F-9B64-9D40-2E96-729E89BF2A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E4A984-FA65-47CB-8377-447F50C0CDED}"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417082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4F4BE-78A3-94CE-715B-F363F8526A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08BA94-385B-D9EC-1D46-4535E7A27D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31C37C-244F-2103-F0EB-FD455FD7CAB3}"/>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C4D893F-9B64-9D40-2E96-729E89BF2A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E4A984-FA65-47CB-8377-447F50C0CDED}"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534171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4F4BE-78A3-94CE-715B-F363F8526A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08BA94-385B-D9EC-1D46-4535E7A27D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31C37C-244F-2103-F0EB-FD455FD7CAB3}"/>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C4D893F-9B64-9D40-2E96-729E89BF2A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E4A984-FA65-47CB-8377-447F50C0CDED}"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05321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4F4BE-78A3-94CE-715B-F363F8526A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08BA94-385B-D9EC-1D46-4535E7A27D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31C37C-244F-2103-F0EB-FD455FD7CAB3}"/>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C4D893F-9B64-9D40-2E96-729E89BF2A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E4A984-FA65-47CB-8377-447F50C0CDED}"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24246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4F4BE-78A3-94CE-715B-F363F8526A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08BA94-385B-D9EC-1D46-4535E7A27D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31C37C-244F-2103-F0EB-FD455FD7CAB3}"/>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C4D893F-9B64-9D40-2E96-729E89BF2A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E4A984-FA65-47CB-8377-447F50C0CDED}"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09398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4F4BE-78A3-94CE-715B-F363F8526A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08BA94-385B-D9EC-1D46-4535E7A27D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31C37C-244F-2103-F0EB-FD455FD7CAB3}"/>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C4D893F-9B64-9D40-2E96-729E89BF2A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E4A984-FA65-47CB-8377-447F50C0CDED}"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70761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4F4BE-78A3-94CE-715B-F363F8526A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08BA94-385B-D9EC-1D46-4535E7A27D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31C37C-244F-2103-F0EB-FD455FD7CAB3}"/>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C4D893F-9B64-9D40-2E96-729E89BF2A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E4A984-FA65-47CB-8377-447F50C0CDED}"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632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4F4BE-78A3-94CE-715B-F363F8526A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08BA94-385B-D9EC-1D46-4535E7A27D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31C37C-244F-2103-F0EB-FD455FD7CAB3}"/>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C4D893F-9B64-9D40-2E96-729E89BF2A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E4A984-FA65-47CB-8377-447F50C0CDED}"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39270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4F4BE-78A3-94CE-715B-F363F8526A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08BA94-385B-D9EC-1D46-4535E7A27D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31C37C-244F-2103-F0EB-FD455FD7CAB3}"/>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C4D893F-9B64-9D40-2E96-729E89BF2A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E4A984-FA65-47CB-8377-447F50C0CDED}"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229721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4F4BE-78A3-94CE-715B-F363F8526A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08BA94-385B-D9EC-1D46-4535E7A27D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31C37C-244F-2103-F0EB-FD455FD7CAB3}"/>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C4D893F-9B64-9D40-2E96-729E89BF2A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E4A984-FA65-47CB-8377-447F50C0CDED}"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865608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4F4BE-78A3-94CE-715B-F363F8526A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08BA94-385B-D9EC-1D46-4535E7A27D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31C37C-244F-2103-F0EB-FD455FD7CAB3}"/>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C4D893F-9B64-9D40-2E96-729E89BF2A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E4A984-FA65-47CB-8377-447F50C0CDED}"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879593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471A4-B58C-40C7-ACC7-F9107E270F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F33DC486-8B1F-4847-A672-1F19F18B18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48AE2605-B86B-4C39-8E3E-2CAE474A3377}"/>
              </a:ext>
            </a:extLst>
          </p:cNvPr>
          <p:cNvSpPr>
            <a:spLocks noGrp="1"/>
          </p:cNvSpPr>
          <p:nvPr>
            <p:ph type="dt" sz="half" idx="10"/>
          </p:nvPr>
        </p:nvSpPr>
        <p:spPr/>
        <p:txBody>
          <a:bodyPr/>
          <a:lstStyle/>
          <a:p>
            <a:fld id="{8E159D23-133D-4E17-A6C3-77C76B79CC34}" type="datetimeFigureOut">
              <a:rPr lang="en-AU" smtClean="0"/>
              <a:t>13/10/2026</a:t>
            </a:fld>
            <a:endParaRPr lang="en-AU"/>
          </a:p>
        </p:txBody>
      </p:sp>
      <p:sp>
        <p:nvSpPr>
          <p:cNvPr id="5" name="Footer Placeholder 4">
            <a:extLst>
              <a:ext uri="{FF2B5EF4-FFF2-40B4-BE49-F238E27FC236}">
                <a16:creationId xmlns:a16="http://schemas.microsoft.com/office/drawing/2014/main" id="{13D65D82-0C1E-49B6-A4BF-143B5B02843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76B8211-EA2C-4B21-B907-FEB4789A834D}"/>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139326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64996-8C1B-4123-A1BC-945F2156E7D8}"/>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BEFE586-118E-43AA-BDAC-F934F1B6A4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FA799EE-A009-4AD7-8ED2-7354238C2A64}"/>
              </a:ext>
            </a:extLst>
          </p:cNvPr>
          <p:cNvSpPr>
            <a:spLocks noGrp="1"/>
          </p:cNvSpPr>
          <p:nvPr>
            <p:ph type="dt" sz="half" idx="10"/>
          </p:nvPr>
        </p:nvSpPr>
        <p:spPr/>
        <p:txBody>
          <a:bodyPr/>
          <a:lstStyle/>
          <a:p>
            <a:fld id="{8E159D23-133D-4E17-A6C3-77C76B79CC34}" type="datetimeFigureOut">
              <a:rPr lang="en-AU" smtClean="0"/>
              <a:t>13/10/2026</a:t>
            </a:fld>
            <a:endParaRPr lang="en-AU"/>
          </a:p>
        </p:txBody>
      </p:sp>
      <p:sp>
        <p:nvSpPr>
          <p:cNvPr id="5" name="Footer Placeholder 4">
            <a:extLst>
              <a:ext uri="{FF2B5EF4-FFF2-40B4-BE49-F238E27FC236}">
                <a16:creationId xmlns:a16="http://schemas.microsoft.com/office/drawing/2014/main" id="{584790F5-AD0B-43F8-8DB0-7EECCB97BB2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B3C7043-66F3-4CEE-91CC-F1DF2161B801}"/>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668867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0DCE0-F641-452D-A2FB-06326DFBD0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1AB81646-EEC0-40CE-811B-25E2D6676F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A82203-5BD0-460E-8CB1-736A09FDE6F3}"/>
              </a:ext>
            </a:extLst>
          </p:cNvPr>
          <p:cNvSpPr>
            <a:spLocks noGrp="1"/>
          </p:cNvSpPr>
          <p:nvPr>
            <p:ph type="dt" sz="half" idx="10"/>
          </p:nvPr>
        </p:nvSpPr>
        <p:spPr/>
        <p:txBody>
          <a:bodyPr/>
          <a:lstStyle/>
          <a:p>
            <a:fld id="{8E159D23-133D-4E17-A6C3-77C76B79CC34}" type="datetimeFigureOut">
              <a:rPr lang="en-AU" smtClean="0"/>
              <a:t>13/10/2026</a:t>
            </a:fld>
            <a:endParaRPr lang="en-AU"/>
          </a:p>
        </p:txBody>
      </p:sp>
      <p:sp>
        <p:nvSpPr>
          <p:cNvPr id="5" name="Footer Placeholder 4">
            <a:extLst>
              <a:ext uri="{FF2B5EF4-FFF2-40B4-BE49-F238E27FC236}">
                <a16:creationId xmlns:a16="http://schemas.microsoft.com/office/drawing/2014/main" id="{800D4E99-EF41-40F5-9AD2-0BF43235FF6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6D11A29-198E-45B2-8AA1-26302A6437EF}"/>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640303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CABB1-27E8-436E-8391-4B8C0C3927F6}"/>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9CA4C12-77F3-48C8-8BE1-E4A1C1989D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DEB118EC-B1F9-4335-91E8-686527BD3F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D4E72C4C-E9D2-4A38-9DA8-9CCE4F364531}"/>
              </a:ext>
            </a:extLst>
          </p:cNvPr>
          <p:cNvSpPr>
            <a:spLocks noGrp="1"/>
          </p:cNvSpPr>
          <p:nvPr>
            <p:ph type="dt" sz="half" idx="10"/>
          </p:nvPr>
        </p:nvSpPr>
        <p:spPr/>
        <p:txBody>
          <a:bodyPr/>
          <a:lstStyle/>
          <a:p>
            <a:fld id="{8E159D23-133D-4E17-A6C3-77C76B79CC34}" type="datetimeFigureOut">
              <a:rPr lang="en-AU" smtClean="0"/>
              <a:t>13/10/2026</a:t>
            </a:fld>
            <a:endParaRPr lang="en-AU"/>
          </a:p>
        </p:txBody>
      </p:sp>
      <p:sp>
        <p:nvSpPr>
          <p:cNvPr id="6" name="Footer Placeholder 5">
            <a:extLst>
              <a:ext uri="{FF2B5EF4-FFF2-40B4-BE49-F238E27FC236}">
                <a16:creationId xmlns:a16="http://schemas.microsoft.com/office/drawing/2014/main" id="{6FED95C8-3B1A-434B-8CFD-21357279D96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3374E9D6-A6ED-44F2-B68F-235194BF1A5E}"/>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4293683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3FE22-686D-475D-9181-FA16A63F258C}"/>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80757003-FCF9-427D-9B84-9D315916D3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DC2113-0F6D-44B9-A7DA-15B001B53C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B3DCD859-3D33-4C96-B95D-D469DE6BE8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6F3856-CFCB-4BA0-A8FF-F8316EBDC57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32FC432C-32B4-4CC8-B68C-47E17B6AC145}"/>
              </a:ext>
            </a:extLst>
          </p:cNvPr>
          <p:cNvSpPr>
            <a:spLocks noGrp="1"/>
          </p:cNvSpPr>
          <p:nvPr>
            <p:ph type="dt" sz="half" idx="10"/>
          </p:nvPr>
        </p:nvSpPr>
        <p:spPr/>
        <p:txBody>
          <a:bodyPr/>
          <a:lstStyle/>
          <a:p>
            <a:fld id="{8E159D23-133D-4E17-A6C3-77C76B79CC34}" type="datetimeFigureOut">
              <a:rPr lang="en-AU" smtClean="0"/>
              <a:t>13/10/2026</a:t>
            </a:fld>
            <a:endParaRPr lang="en-AU"/>
          </a:p>
        </p:txBody>
      </p:sp>
      <p:sp>
        <p:nvSpPr>
          <p:cNvPr id="8" name="Footer Placeholder 7">
            <a:extLst>
              <a:ext uri="{FF2B5EF4-FFF2-40B4-BE49-F238E27FC236}">
                <a16:creationId xmlns:a16="http://schemas.microsoft.com/office/drawing/2014/main" id="{C7A80297-F617-45A3-B914-2442CE2A7B89}"/>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E0B97718-06C4-4512-A9E5-C903625D5E54}"/>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4179003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B8CC0-6B93-4300-A6C4-1180D4B8B28C}"/>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7B5C27AA-EB2D-48E6-8049-520B20C3C559}"/>
              </a:ext>
            </a:extLst>
          </p:cNvPr>
          <p:cNvSpPr>
            <a:spLocks noGrp="1"/>
          </p:cNvSpPr>
          <p:nvPr>
            <p:ph type="dt" sz="half" idx="10"/>
          </p:nvPr>
        </p:nvSpPr>
        <p:spPr/>
        <p:txBody>
          <a:bodyPr/>
          <a:lstStyle/>
          <a:p>
            <a:fld id="{8E159D23-133D-4E17-A6C3-77C76B79CC34}" type="datetimeFigureOut">
              <a:rPr lang="en-AU" smtClean="0"/>
              <a:t>13/10/2026</a:t>
            </a:fld>
            <a:endParaRPr lang="en-AU"/>
          </a:p>
        </p:txBody>
      </p:sp>
      <p:sp>
        <p:nvSpPr>
          <p:cNvPr id="4" name="Footer Placeholder 3">
            <a:extLst>
              <a:ext uri="{FF2B5EF4-FFF2-40B4-BE49-F238E27FC236}">
                <a16:creationId xmlns:a16="http://schemas.microsoft.com/office/drawing/2014/main" id="{255ACAC1-7E7C-4885-BC2B-375C36FC90F7}"/>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F3A04426-EFCE-4CF3-81B9-6AD5E3B93625}"/>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1419259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A6C1FA-B0CD-4727-9A52-1C7BB44458C8}"/>
              </a:ext>
            </a:extLst>
          </p:cNvPr>
          <p:cNvSpPr>
            <a:spLocks noGrp="1"/>
          </p:cNvSpPr>
          <p:nvPr>
            <p:ph type="dt" sz="half" idx="10"/>
          </p:nvPr>
        </p:nvSpPr>
        <p:spPr/>
        <p:txBody>
          <a:bodyPr/>
          <a:lstStyle/>
          <a:p>
            <a:fld id="{8E159D23-133D-4E17-A6C3-77C76B79CC34}" type="datetimeFigureOut">
              <a:rPr lang="en-AU" smtClean="0"/>
              <a:t>13/10/2026</a:t>
            </a:fld>
            <a:endParaRPr lang="en-AU"/>
          </a:p>
        </p:txBody>
      </p:sp>
      <p:sp>
        <p:nvSpPr>
          <p:cNvPr id="3" name="Footer Placeholder 2">
            <a:extLst>
              <a:ext uri="{FF2B5EF4-FFF2-40B4-BE49-F238E27FC236}">
                <a16:creationId xmlns:a16="http://schemas.microsoft.com/office/drawing/2014/main" id="{9E627923-117E-491B-923F-6124ABAB00FF}"/>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2AE2EFD9-3B27-4105-B54F-231AB460A2C9}"/>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2363675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C9437-EDEF-4324-99E9-547688B73C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B7CEB2CC-C30A-49F5-B061-BF98427287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30BBD8A7-1529-4F7D-BB45-A2DAFF9B60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D747F8-1F0B-44CC-B76C-249768AB79E4}"/>
              </a:ext>
            </a:extLst>
          </p:cNvPr>
          <p:cNvSpPr>
            <a:spLocks noGrp="1"/>
          </p:cNvSpPr>
          <p:nvPr>
            <p:ph type="dt" sz="half" idx="10"/>
          </p:nvPr>
        </p:nvSpPr>
        <p:spPr/>
        <p:txBody>
          <a:bodyPr/>
          <a:lstStyle/>
          <a:p>
            <a:fld id="{8E159D23-133D-4E17-A6C3-77C76B79CC34}" type="datetimeFigureOut">
              <a:rPr lang="en-AU" smtClean="0"/>
              <a:t>13/10/2026</a:t>
            </a:fld>
            <a:endParaRPr lang="en-AU"/>
          </a:p>
        </p:txBody>
      </p:sp>
      <p:sp>
        <p:nvSpPr>
          <p:cNvPr id="6" name="Footer Placeholder 5">
            <a:extLst>
              <a:ext uri="{FF2B5EF4-FFF2-40B4-BE49-F238E27FC236}">
                <a16:creationId xmlns:a16="http://schemas.microsoft.com/office/drawing/2014/main" id="{5B23826A-99D0-4B68-B53F-9FAF1218F4C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2B7E538-222A-46EF-81A1-9B0B735ABDEF}"/>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411989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EF5A6-C530-43CA-98DD-35BD7B597C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BE428680-95AA-4A86-9335-60A58BD828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7BD835A1-2663-47F6-8582-B225E4F720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3CF1C3-8D1D-47A7-A841-09CD8B0C7D66}"/>
              </a:ext>
            </a:extLst>
          </p:cNvPr>
          <p:cNvSpPr>
            <a:spLocks noGrp="1"/>
          </p:cNvSpPr>
          <p:nvPr>
            <p:ph type="dt" sz="half" idx="10"/>
          </p:nvPr>
        </p:nvSpPr>
        <p:spPr/>
        <p:txBody>
          <a:bodyPr/>
          <a:lstStyle/>
          <a:p>
            <a:fld id="{8E159D23-133D-4E17-A6C3-77C76B79CC34}" type="datetimeFigureOut">
              <a:rPr lang="en-AU" smtClean="0"/>
              <a:t>13/10/2026</a:t>
            </a:fld>
            <a:endParaRPr lang="en-AU"/>
          </a:p>
        </p:txBody>
      </p:sp>
      <p:sp>
        <p:nvSpPr>
          <p:cNvPr id="6" name="Footer Placeholder 5">
            <a:extLst>
              <a:ext uri="{FF2B5EF4-FFF2-40B4-BE49-F238E27FC236}">
                <a16:creationId xmlns:a16="http://schemas.microsoft.com/office/drawing/2014/main" id="{34AD9B48-80EB-492B-A33D-C7623162D3B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A7AA910-09B5-4489-B817-0A87DF35D6C6}"/>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234475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6DD80-9431-4960-B3E9-29FBBB99465E}"/>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C125B747-B8F9-4B6A-A480-D5F0BFC092B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695DA87-F4D9-43E5-9761-FC0DCA404675}"/>
              </a:ext>
            </a:extLst>
          </p:cNvPr>
          <p:cNvSpPr>
            <a:spLocks noGrp="1"/>
          </p:cNvSpPr>
          <p:nvPr>
            <p:ph type="dt" sz="half" idx="10"/>
          </p:nvPr>
        </p:nvSpPr>
        <p:spPr/>
        <p:txBody>
          <a:bodyPr/>
          <a:lstStyle/>
          <a:p>
            <a:fld id="{8E159D23-133D-4E17-A6C3-77C76B79CC34}" type="datetimeFigureOut">
              <a:rPr lang="en-AU" smtClean="0"/>
              <a:t>13/10/2026</a:t>
            </a:fld>
            <a:endParaRPr lang="en-AU"/>
          </a:p>
        </p:txBody>
      </p:sp>
      <p:sp>
        <p:nvSpPr>
          <p:cNvPr id="5" name="Footer Placeholder 4">
            <a:extLst>
              <a:ext uri="{FF2B5EF4-FFF2-40B4-BE49-F238E27FC236}">
                <a16:creationId xmlns:a16="http://schemas.microsoft.com/office/drawing/2014/main" id="{7F99904E-C9ED-4568-A230-6E7B1866CBD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F647D12-63D5-4AE8-9E5A-033061CA426E}"/>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3120526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7CD830-63FA-49DB-9533-A5610633E02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2A9578AE-FCA6-4113-965E-A40264BC29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D4B8185-7406-4AA8-88F8-9E3C393475B7}"/>
              </a:ext>
            </a:extLst>
          </p:cNvPr>
          <p:cNvSpPr>
            <a:spLocks noGrp="1"/>
          </p:cNvSpPr>
          <p:nvPr>
            <p:ph type="dt" sz="half" idx="10"/>
          </p:nvPr>
        </p:nvSpPr>
        <p:spPr/>
        <p:txBody>
          <a:bodyPr/>
          <a:lstStyle/>
          <a:p>
            <a:fld id="{8E159D23-133D-4E17-A6C3-77C76B79CC34}" type="datetimeFigureOut">
              <a:rPr lang="en-AU" smtClean="0"/>
              <a:t>13/10/2026</a:t>
            </a:fld>
            <a:endParaRPr lang="en-AU"/>
          </a:p>
        </p:txBody>
      </p:sp>
      <p:sp>
        <p:nvSpPr>
          <p:cNvPr id="5" name="Footer Placeholder 4">
            <a:extLst>
              <a:ext uri="{FF2B5EF4-FFF2-40B4-BE49-F238E27FC236}">
                <a16:creationId xmlns:a16="http://schemas.microsoft.com/office/drawing/2014/main" id="{0250EFAC-5B41-46D0-BA68-D4759CCE1F7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2127DBC-E9B6-4236-9E3A-9BB1EB52C125}"/>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3056661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slide with logo">
  <p:cSld name="Blank slide with logo">
    <p:spTree>
      <p:nvGrpSpPr>
        <p:cNvPr id="1" name="Shape 20"/>
        <p:cNvGrpSpPr/>
        <p:nvPr/>
      </p:nvGrpSpPr>
      <p:grpSpPr>
        <a:xfrm>
          <a:off x="0" y="0"/>
          <a:ext cx="0" cy="0"/>
          <a:chOff x="0" y="0"/>
          <a:chExt cx="0" cy="0"/>
        </a:xfrm>
      </p:grpSpPr>
      <p:pic>
        <p:nvPicPr>
          <p:cNvPr id="21" name="Google Shape;21;p57"/>
          <p:cNvPicPr preferRelativeResize="0"/>
          <p:nvPr/>
        </p:nvPicPr>
        <p:blipFill rotWithShape="1">
          <a:blip r:embed="rId2">
            <a:alphaModFix/>
          </a:blip>
          <a:srcRect/>
          <a:stretch/>
        </p:blipFill>
        <p:spPr>
          <a:xfrm>
            <a:off x="144964" y="6061928"/>
            <a:ext cx="1712692" cy="729166"/>
          </a:xfrm>
          <a:prstGeom prst="rect">
            <a:avLst/>
          </a:prstGeom>
          <a:noFill/>
          <a:ln>
            <a:noFill/>
          </a:ln>
        </p:spPr>
      </p:pic>
    </p:spTree>
    <p:extLst>
      <p:ext uri="{BB962C8B-B14F-4D97-AF65-F5344CB8AC3E}">
        <p14:creationId xmlns:p14="http://schemas.microsoft.com/office/powerpoint/2010/main" val="564139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D53226-C1E9-484E-AA28-9B754F4522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B5E09D47-4554-4BAF-A6EB-D43FB5CBE4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533EB1F-CFEF-44CA-A347-2991A27794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159D23-133D-4E17-A6C3-77C76B79CC34}" type="datetimeFigureOut">
              <a:rPr lang="en-AU" smtClean="0"/>
              <a:t>13/10/2026</a:t>
            </a:fld>
            <a:endParaRPr lang="en-AU"/>
          </a:p>
        </p:txBody>
      </p:sp>
      <p:sp>
        <p:nvSpPr>
          <p:cNvPr id="5" name="Footer Placeholder 4">
            <a:extLst>
              <a:ext uri="{FF2B5EF4-FFF2-40B4-BE49-F238E27FC236}">
                <a16:creationId xmlns:a16="http://schemas.microsoft.com/office/drawing/2014/main" id="{CFD117A1-4C96-4D99-AEA5-541B9CFD84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A8F625DF-A619-40A9-A782-E56F44E3E5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BD1443-F093-47BB-852F-C71838E6DC6A}" type="slidenum">
              <a:rPr lang="en-AU" smtClean="0"/>
              <a:t>‹#›</a:t>
            </a:fld>
            <a:endParaRPr lang="en-AU"/>
          </a:p>
        </p:txBody>
      </p:sp>
    </p:spTree>
    <p:extLst>
      <p:ext uri="{BB962C8B-B14F-4D97-AF65-F5344CB8AC3E}">
        <p14:creationId xmlns:p14="http://schemas.microsoft.com/office/powerpoint/2010/main" val="15453539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image" Target="../media/image19.jpeg"/><Relationship Id="rId7" Type="http://schemas.openxmlformats.org/officeDocument/2006/relationships/image" Target="../media/image23.jpe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22.jpeg"/><Relationship Id="rId11" Type="http://schemas.openxmlformats.org/officeDocument/2006/relationships/chart" Target="../charts/chart1.xml"/><Relationship Id="rId5" Type="http://schemas.openxmlformats.org/officeDocument/2006/relationships/image" Target="../media/image21.jpeg"/><Relationship Id="rId10" Type="http://schemas.openxmlformats.org/officeDocument/2006/relationships/image" Target="../media/image26.jpeg"/><Relationship Id="rId4" Type="http://schemas.openxmlformats.org/officeDocument/2006/relationships/image" Target="../media/image20.jpeg"/><Relationship Id="rId9" Type="http://schemas.openxmlformats.org/officeDocument/2006/relationships/image" Target="../media/image25.jpeg"/></Relationships>
</file>

<file path=ppt/slides/_rels/slide1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28.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31.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8" Type="http://schemas.openxmlformats.org/officeDocument/2006/relationships/image" Target="../media/image132.png"/><Relationship Id="rId3" Type="http://schemas.openxmlformats.org/officeDocument/2006/relationships/chart" Target="../charts/chart2.xml"/><Relationship Id="rId7" Type="http://schemas.openxmlformats.org/officeDocument/2006/relationships/image" Target="../media/image1310.png"/><Relationship Id="rId12" Type="http://schemas.openxmlformats.org/officeDocument/2006/relationships/image" Target="../media/image1360.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300.png"/><Relationship Id="rId11" Type="http://schemas.openxmlformats.org/officeDocument/2006/relationships/image" Target="../media/image135.png"/><Relationship Id="rId5" Type="http://schemas.openxmlformats.org/officeDocument/2006/relationships/image" Target="../media/image1290.png"/><Relationship Id="rId10" Type="http://schemas.openxmlformats.org/officeDocument/2006/relationships/image" Target="../media/image134.png"/><Relationship Id="rId4" Type="http://schemas.openxmlformats.org/officeDocument/2006/relationships/chart" Target="../charts/chart3.xml"/><Relationship Id="rId9" Type="http://schemas.openxmlformats.org/officeDocument/2006/relationships/image" Target="../media/image133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8" Type="http://schemas.openxmlformats.org/officeDocument/2006/relationships/image" Target="../media/image157.png"/><Relationship Id="rId13" Type="http://schemas.openxmlformats.org/officeDocument/2006/relationships/image" Target="../media/image167.png"/><Relationship Id="rId3" Type="http://schemas.openxmlformats.org/officeDocument/2006/relationships/image" Target="../media/image32.png"/><Relationship Id="rId7" Type="http://schemas.openxmlformats.org/officeDocument/2006/relationships/image" Target="../media/image156.png"/><Relationship Id="rId12" Type="http://schemas.openxmlformats.org/officeDocument/2006/relationships/image" Target="../media/image166.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155.png"/><Relationship Id="rId11" Type="http://schemas.openxmlformats.org/officeDocument/2006/relationships/image" Target="../media/image165.png"/><Relationship Id="rId5" Type="http://schemas.openxmlformats.org/officeDocument/2006/relationships/image" Target="../media/image154.png"/><Relationship Id="rId10" Type="http://schemas.openxmlformats.org/officeDocument/2006/relationships/image" Target="../media/image164.png"/><Relationship Id="rId4" Type="http://schemas.openxmlformats.org/officeDocument/2006/relationships/image" Target="../media/image153.png"/><Relationship Id="rId9" Type="http://schemas.openxmlformats.org/officeDocument/2006/relationships/image" Target="../media/image163.png"/></Relationships>
</file>

<file path=ppt/slides/_rels/slide21.xml.rels><?xml version="1.0" encoding="UTF-8" standalone="yes"?>
<Relationships xmlns="http://schemas.openxmlformats.org/package/2006/relationships"><Relationship Id="rId8" Type="http://schemas.openxmlformats.org/officeDocument/2006/relationships/image" Target="../media/image163.png"/><Relationship Id="rId13" Type="http://schemas.openxmlformats.org/officeDocument/2006/relationships/image" Target="../media/image168.png"/><Relationship Id="rId18" Type="http://schemas.openxmlformats.org/officeDocument/2006/relationships/image" Target="../media/image176.png"/><Relationship Id="rId3" Type="http://schemas.openxmlformats.org/officeDocument/2006/relationships/image" Target="../media/image153.png"/><Relationship Id="rId7" Type="http://schemas.openxmlformats.org/officeDocument/2006/relationships/image" Target="../media/image157.png"/><Relationship Id="rId12" Type="http://schemas.openxmlformats.org/officeDocument/2006/relationships/image" Target="../media/image167.png"/><Relationship Id="rId17" Type="http://schemas.openxmlformats.org/officeDocument/2006/relationships/image" Target="../media/image172.png"/><Relationship Id="rId2" Type="http://schemas.openxmlformats.org/officeDocument/2006/relationships/notesSlide" Target="../notesSlides/notesSlide19.xml"/><Relationship Id="rId16" Type="http://schemas.openxmlformats.org/officeDocument/2006/relationships/image" Target="../media/image171.png"/><Relationship Id="rId1" Type="http://schemas.openxmlformats.org/officeDocument/2006/relationships/slideLayout" Target="../slideLayouts/slideLayout12.xml"/><Relationship Id="rId6" Type="http://schemas.openxmlformats.org/officeDocument/2006/relationships/image" Target="../media/image156.png"/><Relationship Id="rId11" Type="http://schemas.openxmlformats.org/officeDocument/2006/relationships/image" Target="../media/image166.png"/><Relationship Id="rId5" Type="http://schemas.openxmlformats.org/officeDocument/2006/relationships/image" Target="../media/image155.png"/><Relationship Id="rId15" Type="http://schemas.openxmlformats.org/officeDocument/2006/relationships/image" Target="../media/image170.png"/><Relationship Id="rId10" Type="http://schemas.openxmlformats.org/officeDocument/2006/relationships/image" Target="../media/image165.png"/><Relationship Id="rId4" Type="http://schemas.openxmlformats.org/officeDocument/2006/relationships/image" Target="../media/image154.png"/><Relationship Id="rId9" Type="http://schemas.openxmlformats.org/officeDocument/2006/relationships/image" Target="../media/image164.png"/><Relationship Id="rId14" Type="http://schemas.openxmlformats.org/officeDocument/2006/relationships/image" Target="../media/image16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39CE681-010B-4831-B0B7-EA09487CDE64}"/>
              </a:ext>
            </a:extLst>
          </p:cNvPr>
          <p:cNvPicPr>
            <a:picLocks noChangeAspect="1"/>
          </p:cNvPicPr>
          <p:nvPr/>
        </p:nvPicPr>
        <p:blipFill>
          <a:blip r:embed="rId2"/>
          <a:stretch>
            <a:fillRect/>
          </a:stretch>
        </p:blipFill>
        <p:spPr>
          <a:xfrm>
            <a:off x="0" y="1823"/>
            <a:ext cx="12192000" cy="6854354"/>
          </a:xfrm>
          <a:prstGeom prst="rect">
            <a:avLst/>
          </a:prstGeom>
        </p:spPr>
      </p:pic>
      <p:sp>
        <p:nvSpPr>
          <p:cNvPr id="6" name="Freeform: Shape 5">
            <a:extLst>
              <a:ext uri="{FF2B5EF4-FFF2-40B4-BE49-F238E27FC236}">
                <a16:creationId xmlns:a16="http://schemas.microsoft.com/office/drawing/2014/main" id="{556F341A-4AE1-42E8-8AC0-A35CBFF2FFFA}"/>
              </a:ext>
            </a:extLst>
          </p:cNvPr>
          <p:cNvSpPr/>
          <p:nvPr/>
        </p:nvSpPr>
        <p:spPr>
          <a:xfrm>
            <a:off x="393403" y="318976"/>
            <a:ext cx="2658141" cy="6230680"/>
          </a:xfrm>
          <a:custGeom>
            <a:avLst/>
            <a:gdLst>
              <a:gd name="connsiteX0" fmla="*/ 0 w 2658141"/>
              <a:gd name="connsiteY0" fmla="*/ 0 h 6230680"/>
              <a:gd name="connsiteX1" fmla="*/ 1180216 w 2658141"/>
              <a:gd name="connsiteY1" fmla="*/ 0 h 6230680"/>
              <a:gd name="connsiteX2" fmla="*/ 1339704 w 2658141"/>
              <a:gd name="connsiteY2" fmla="*/ 2073350 h 6230680"/>
              <a:gd name="connsiteX3" fmla="*/ 1499192 w 2658141"/>
              <a:gd name="connsiteY3" fmla="*/ 0 h 6230680"/>
              <a:gd name="connsiteX4" fmla="*/ 2658141 w 2658141"/>
              <a:gd name="connsiteY4" fmla="*/ 0 h 6230680"/>
              <a:gd name="connsiteX5" fmla="*/ 2658141 w 2658141"/>
              <a:gd name="connsiteY5" fmla="*/ 6230680 h 6230680"/>
              <a:gd name="connsiteX6" fmla="*/ 1941343 w 2658141"/>
              <a:gd name="connsiteY6" fmla="*/ 6230680 h 6230680"/>
              <a:gd name="connsiteX7" fmla="*/ 1941343 w 2658141"/>
              <a:gd name="connsiteY7" fmla="*/ 3646968 h 6230680"/>
              <a:gd name="connsiteX8" fmla="*/ 1746943 w 2658141"/>
              <a:gd name="connsiteY8" fmla="*/ 6230680 h 6230680"/>
              <a:gd name="connsiteX9" fmla="*/ 941860 w 2658141"/>
              <a:gd name="connsiteY9" fmla="*/ 6230680 h 6230680"/>
              <a:gd name="connsiteX10" fmla="*/ 784255 w 2658141"/>
              <a:gd name="connsiteY10" fmla="*/ 4359982 h 6230680"/>
              <a:gd name="connsiteX11" fmla="*/ 729486 w 2658141"/>
              <a:gd name="connsiteY11" fmla="*/ 3636336 h 6230680"/>
              <a:gd name="connsiteX12" fmla="*/ 729486 w 2658141"/>
              <a:gd name="connsiteY12" fmla="*/ 3709898 h 6230680"/>
              <a:gd name="connsiteX13" fmla="*/ 728386 w 2658141"/>
              <a:gd name="connsiteY13" fmla="*/ 3696842 h 6230680"/>
              <a:gd name="connsiteX14" fmla="*/ 728386 w 2658141"/>
              <a:gd name="connsiteY14" fmla="*/ 6230680 h 6230680"/>
              <a:gd name="connsiteX15" fmla="*/ 0 w 2658141"/>
              <a:gd name="connsiteY15" fmla="*/ 6230680 h 6230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58141" h="6230680">
                <a:moveTo>
                  <a:pt x="0" y="0"/>
                </a:moveTo>
                <a:lnTo>
                  <a:pt x="1180216" y="0"/>
                </a:lnTo>
                <a:lnTo>
                  <a:pt x="1339704" y="2073350"/>
                </a:lnTo>
                <a:lnTo>
                  <a:pt x="1499192" y="0"/>
                </a:lnTo>
                <a:lnTo>
                  <a:pt x="2658141" y="0"/>
                </a:lnTo>
                <a:lnTo>
                  <a:pt x="2658141" y="6230680"/>
                </a:lnTo>
                <a:lnTo>
                  <a:pt x="1941343" y="6230680"/>
                </a:lnTo>
                <a:lnTo>
                  <a:pt x="1941343" y="3646968"/>
                </a:lnTo>
                <a:lnTo>
                  <a:pt x="1746943" y="6230680"/>
                </a:lnTo>
                <a:lnTo>
                  <a:pt x="941860" y="6230680"/>
                </a:lnTo>
                <a:lnTo>
                  <a:pt x="784255" y="4359982"/>
                </a:lnTo>
                <a:lnTo>
                  <a:pt x="729486" y="3636336"/>
                </a:lnTo>
                <a:lnTo>
                  <a:pt x="729486" y="3709898"/>
                </a:lnTo>
                <a:lnTo>
                  <a:pt x="728386" y="3696842"/>
                </a:lnTo>
                <a:lnTo>
                  <a:pt x="728386" y="6230680"/>
                </a:lnTo>
                <a:lnTo>
                  <a:pt x="0" y="6230680"/>
                </a:lnTo>
                <a:close/>
              </a:path>
            </a:pathLst>
          </a:custGeom>
          <a:solidFill>
            <a:schemeClr val="bg1">
              <a:alpha val="60000"/>
            </a:schemeClr>
          </a:solidFill>
          <a:ln w="25400" cap="flat" cmpd="sng" algn="ctr">
            <a:noFill/>
            <a:prstDash val="solid"/>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AU" sz="1400" b="0" i="0" u="none" strike="noStrike" kern="0" cap="none" spc="0" normalizeH="0" baseline="0" noProof="0" dirty="0">
              <a:ln>
                <a:noFill/>
              </a:ln>
              <a:solidFill>
                <a:srgbClr val="FFFFFF"/>
              </a:solidFill>
              <a:effectLst/>
              <a:uLnTx/>
              <a:uFillTx/>
              <a:latin typeface="Arial"/>
              <a:ea typeface="+mn-ea"/>
              <a:cs typeface="+mn-cs"/>
              <a:sym typeface="Arial"/>
            </a:endParaRPr>
          </a:p>
        </p:txBody>
      </p:sp>
      <p:pic>
        <p:nvPicPr>
          <p:cNvPr id="8" name="Picture 7">
            <a:extLst>
              <a:ext uri="{FF2B5EF4-FFF2-40B4-BE49-F238E27FC236}">
                <a16:creationId xmlns:a16="http://schemas.microsoft.com/office/drawing/2014/main" id="{0A488F87-1197-471A-B44E-DB7CDC810CD0}"/>
              </a:ext>
            </a:extLst>
          </p:cNvPr>
          <p:cNvPicPr>
            <a:picLocks noChangeAspect="1"/>
          </p:cNvPicPr>
          <p:nvPr/>
        </p:nvPicPr>
        <p:blipFill rotWithShape="1">
          <a:blip r:embed="rId2"/>
          <a:srcRect l="63454" t="7318" b="33527"/>
          <a:stretch/>
        </p:blipFill>
        <p:spPr>
          <a:xfrm>
            <a:off x="7736304" y="505326"/>
            <a:ext cx="4455695" cy="4054642"/>
          </a:xfrm>
          <a:prstGeom prst="rect">
            <a:avLst/>
          </a:prstGeom>
        </p:spPr>
      </p:pic>
      <p:pic>
        <p:nvPicPr>
          <p:cNvPr id="7" name="Picture 6" descr="Registry configuration summary | Monash Compulsory Units Portal (CUP)">
            <a:extLst>
              <a:ext uri="{FF2B5EF4-FFF2-40B4-BE49-F238E27FC236}">
                <a16:creationId xmlns:a16="http://schemas.microsoft.com/office/drawing/2014/main" id="{EBA1EB12-C8B5-4D38-A22A-F8EA37CBD1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68523" y="422390"/>
            <a:ext cx="2091086" cy="660766"/>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43AD52F1-D9EC-43D5-B468-7D23A6262D47}"/>
              </a:ext>
            </a:extLst>
          </p:cNvPr>
          <p:cNvSpPr/>
          <p:nvPr/>
        </p:nvSpPr>
        <p:spPr>
          <a:xfrm>
            <a:off x="4818185" y="3077307"/>
            <a:ext cx="6570979" cy="1403610"/>
          </a:xfrm>
          <a:prstGeom prst="rect">
            <a:avLst/>
          </a:prstGeom>
          <a:solidFill>
            <a:schemeClr val="accent4">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0" b="1" i="0" u="none" strike="noStrike" kern="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Agency FB" panose="020B0503020202020204" pitchFamily="34" charset="0"/>
                <a:ea typeface="+mn-ea"/>
                <a:cs typeface="+mn-cs"/>
                <a:sym typeface="Arial"/>
              </a:rPr>
              <a:t>STATISTICS</a:t>
            </a:r>
            <a:endParaRPr kumimoji="0" lang="en-AU" sz="12000" b="0" i="0" u="none" strike="noStrike" kern="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Agency FB" panose="020B0503020202020204" pitchFamily="34" charset="0"/>
              <a:ea typeface="+mn-ea"/>
              <a:cs typeface="+mn-cs"/>
              <a:sym typeface="Arial"/>
            </a:endParaRPr>
          </a:p>
        </p:txBody>
      </p:sp>
      <p:sp>
        <p:nvSpPr>
          <p:cNvPr id="13" name="Rectangle 12">
            <a:extLst>
              <a:ext uri="{FF2B5EF4-FFF2-40B4-BE49-F238E27FC236}">
                <a16:creationId xmlns:a16="http://schemas.microsoft.com/office/drawing/2014/main" id="{F11B6F01-F247-4E5E-AC9E-2D11F2681474}"/>
              </a:ext>
            </a:extLst>
          </p:cNvPr>
          <p:cNvSpPr/>
          <p:nvPr/>
        </p:nvSpPr>
        <p:spPr>
          <a:xfrm>
            <a:off x="6096000" y="4553950"/>
            <a:ext cx="5293165" cy="500420"/>
          </a:xfrm>
          <a:prstGeom prst="rect">
            <a:avLst/>
          </a:prstGeom>
          <a:solidFill>
            <a:schemeClr val="accent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600" b="0" i="0" u="none" strike="noStrike" kern="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Arial Narrow" panose="020B0606020202030204" pitchFamily="34" charset="0"/>
                <a:ea typeface="+mn-ea"/>
                <a:cs typeface="+mn-cs"/>
                <a:sym typeface="Arial"/>
              </a:rPr>
              <a:t>Session 4: Measurement Error</a:t>
            </a:r>
            <a:endParaRPr kumimoji="0" lang="en-AU" sz="2600" b="0" i="0" u="none" strike="noStrike" kern="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Arial Narrow" panose="020B0606020202030204" pitchFamily="34" charset="0"/>
              <a:ea typeface="+mn-ea"/>
              <a:cs typeface="+mn-cs"/>
              <a:sym typeface="Arial"/>
            </a:endParaRPr>
          </a:p>
        </p:txBody>
      </p:sp>
    </p:spTree>
    <p:extLst>
      <p:ext uri="{BB962C8B-B14F-4D97-AF65-F5344CB8AC3E}">
        <p14:creationId xmlns:p14="http://schemas.microsoft.com/office/powerpoint/2010/main" val="1972624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repeatCount="indefinite" fill="hold" nodeType="withEffect">
                                  <p:stCondLst>
                                    <p:cond delay="0"/>
                                  </p:stCondLst>
                                  <p:childTnLst>
                                    <p:animEffect transition="out" filter="fade">
                                      <p:cBhvr>
                                        <p:cTn id="6" dur="2000" tmFilter="0, 0; .2, .5; .8, .5; 1, 0"/>
                                        <p:tgtEl>
                                          <p:spTgt spid="8"/>
                                        </p:tgtEl>
                                      </p:cBhvr>
                                    </p:animEffect>
                                    <p:animScale>
                                      <p:cBhvr>
                                        <p:cTn id="7" dur="100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Measurement</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3BBBF4A9-1FF9-45CB-8257-FB748ECAEB1A}"/>
                  </a:ext>
                </a:extLst>
              </p:cNvPr>
              <p:cNvSpPr txBox="1"/>
              <p:nvPr/>
            </p:nvSpPr>
            <p:spPr>
              <a:xfrm>
                <a:off x="180753" y="914400"/>
                <a:ext cx="5915247" cy="4893647"/>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Arial Narrow" panose="020B0606020202030204" pitchFamily="34" charset="0"/>
                  </a:rPr>
                  <a:t>We often work with numbers as if they are straightforward facts. These numbers can be useful. They may even be the best information we have.</a:t>
                </a:r>
              </a:p>
              <a:p>
                <a:pPr marL="342900" indent="-342900">
                  <a:buFont typeface="Arial" panose="020B0604020202020204" pitchFamily="34" charset="0"/>
                  <a:buChar char="•"/>
                </a:pPr>
                <a:endParaRPr lang="en-US" sz="2400" dirty="0">
                  <a:latin typeface="Arial Narrow" panose="020B0606020202030204" pitchFamily="34" charset="0"/>
                </a:endParaRPr>
              </a:p>
              <a:p>
                <a:pPr marL="342900" indent="-342900">
                  <a:buFont typeface="Arial" panose="020B0604020202020204" pitchFamily="34" charset="0"/>
                  <a:buChar char="•"/>
                </a:pPr>
                <a:r>
                  <a:rPr lang="en-US" sz="2400" dirty="0">
                    <a:latin typeface="Arial Narrow" panose="020B0606020202030204" pitchFamily="34" charset="0"/>
                  </a:rPr>
                  <a:t>But they are not the same thing as the thing we are trying to understand.</a:t>
                </a:r>
              </a:p>
              <a:p>
                <a:pPr marL="800100" lvl="1" indent="-342900">
                  <a:buFont typeface="Courier New" panose="02070309020205020404" pitchFamily="49" charset="0"/>
                  <a:buChar char="o"/>
                </a:pPr>
                <a:r>
                  <a:rPr lang="en-US" sz="2400" dirty="0">
                    <a:latin typeface="Arial Narrow" panose="020B0606020202030204" pitchFamily="34" charset="0"/>
                  </a:rPr>
                  <a:t>A wine score </a:t>
                </a:r>
                <a14:m>
                  <m:oMath xmlns:m="http://schemas.openxmlformats.org/officeDocument/2006/math">
                    <m:r>
                      <a:rPr lang="en-US" sz="2400" i="1" smtClean="0">
                        <a:latin typeface="Cambria Math" panose="02040503050406030204" pitchFamily="18" charset="0"/>
                        <a:ea typeface="Cambria Math" panose="02040503050406030204" pitchFamily="18" charset="0"/>
                      </a:rPr>
                      <m:t>≠</m:t>
                    </m:r>
                  </m:oMath>
                </a14:m>
                <a:r>
                  <a:rPr lang="en-US" sz="2400" dirty="0">
                    <a:latin typeface="Arial Narrow" panose="020B0606020202030204" pitchFamily="34" charset="0"/>
                  </a:rPr>
                  <a:t> wine quality</a:t>
                </a:r>
              </a:p>
              <a:p>
                <a:pPr marL="800100" lvl="1" indent="-342900">
                  <a:buFont typeface="Courier New" panose="02070309020205020404" pitchFamily="49" charset="0"/>
                  <a:buChar char="o"/>
                </a:pPr>
                <a:r>
                  <a:rPr lang="en-US" sz="2400" dirty="0">
                    <a:latin typeface="Arial Narrow" panose="020B0606020202030204" pitchFamily="34" charset="0"/>
                  </a:rPr>
                  <a:t>An assignment score </a:t>
                </a:r>
                <a14:m>
                  <m:oMath xmlns:m="http://schemas.openxmlformats.org/officeDocument/2006/math">
                    <m:r>
                      <a:rPr lang="en-US" sz="2400" i="1" smtClean="0">
                        <a:latin typeface="Cambria Math" panose="02040503050406030204" pitchFamily="18" charset="0"/>
                        <a:ea typeface="Cambria Math" panose="02040503050406030204" pitchFamily="18" charset="0"/>
                      </a:rPr>
                      <m:t>≠</m:t>
                    </m:r>
                  </m:oMath>
                </a14:m>
                <a:r>
                  <a:rPr lang="en-US" sz="2400" dirty="0">
                    <a:latin typeface="Arial Narrow" panose="020B0606020202030204" pitchFamily="34" charset="0"/>
                  </a:rPr>
                  <a:t> understanding</a:t>
                </a:r>
              </a:p>
              <a:p>
                <a:pPr marL="800100" lvl="1" indent="-342900">
                  <a:buFont typeface="Courier New" panose="02070309020205020404" pitchFamily="49" charset="0"/>
                  <a:buChar char="o"/>
                </a:pPr>
                <a:r>
                  <a:rPr lang="en-US" sz="2400" dirty="0">
                    <a:latin typeface="Arial Narrow" panose="020B0606020202030204" pitchFamily="34" charset="0"/>
                  </a:rPr>
                  <a:t>Speedometer reading </a:t>
                </a:r>
                <a14:m>
                  <m:oMath xmlns:m="http://schemas.openxmlformats.org/officeDocument/2006/math">
                    <m:r>
                      <a:rPr lang="en-US" sz="2400" i="1" smtClean="0">
                        <a:latin typeface="Cambria Math" panose="02040503050406030204" pitchFamily="18" charset="0"/>
                        <a:ea typeface="Cambria Math" panose="02040503050406030204" pitchFamily="18" charset="0"/>
                      </a:rPr>
                      <m:t>≠</m:t>
                    </m:r>
                  </m:oMath>
                </a14:m>
                <a:r>
                  <a:rPr lang="en-US" sz="2400" dirty="0">
                    <a:latin typeface="Arial Narrow" panose="020B0606020202030204" pitchFamily="34" charset="0"/>
                  </a:rPr>
                  <a:t> Speed</a:t>
                </a:r>
              </a:p>
              <a:p>
                <a:pPr marL="800100" lvl="1" indent="-342900">
                  <a:buFont typeface="Courier New" panose="02070309020205020404" pitchFamily="49" charset="0"/>
                  <a:buChar char="o"/>
                </a:pPr>
                <a:endParaRPr lang="en-US" sz="2400" dirty="0">
                  <a:latin typeface="Arial Narrow" panose="020B0606020202030204" pitchFamily="34" charset="0"/>
                </a:endParaRPr>
              </a:p>
              <a:p>
                <a:pPr marL="342900" indent="-342900">
                  <a:buFont typeface="Arial" panose="020B0604020202020204" pitchFamily="34" charset="0"/>
                  <a:buChar char="•"/>
                </a:pPr>
                <a:r>
                  <a:rPr lang="en-US" sz="2400" dirty="0">
                    <a:latin typeface="Arial Narrow" panose="020B0606020202030204" pitchFamily="34" charset="0"/>
                  </a:rPr>
                  <a:t>Each number is produced by a process. And every process can introduce uncertainty.</a:t>
                </a:r>
              </a:p>
            </p:txBody>
          </p:sp>
        </mc:Choice>
        <mc:Fallback>
          <p:sp>
            <p:nvSpPr>
              <p:cNvPr id="5" name="TextBox 4">
                <a:extLst>
                  <a:ext uri="{FF2B5EF4-FFF2-40B4-BE49-F238E27FC236}">
                    <a16:creationId xmlns:a16="http://schemas.microsoft.com/office/drawing/2014/main" id="{3BBBF4A9-1FF9-45CB-8257-FB748ECAEB1A}"/>
                  </a:ext>
                </a:extLst>
              </p:cNvPr>
              <p:cNvSpPr txBox="1">
                <a:spLocks noRot="1" noChangeAspect="1" noMove="1" noResize="1" noEditPoints="1" noAdjustHandles="1" noChangeArrowheads="1" noChangeShapeType="1" noTextEdit="1"/>
              </p:cNvSpPr>
              <p:nvPr/>
            </p:nvSpPr>
            <p:spPr>
              <a:xfrm>
                <a:off x="180753" y="914400"/>
                <a:ext cx="5915247" cy="4893647"/>
              </a:xfrm>
              <a:prstGeom prst="rect">
                <a:avLst/>
              </a:prstGeom>
              <a:blipFill>
                <a:blip r:embed="rId3"/>
                <a:stretch>
                  <a:fillRect l="-1443" t="-872" r="-309" b="-1993"/>
                </a:stretch>
              </a:blipFill>
            </p:spPr>
            <p:txBody>
              <a:bodyPr/>
              <a:lstStyle/>
              <a:p>
                <a:r>
                  <a:rPr lang="en-AU">
                    <a:noFill/>
                  </a:rPr>
                  <a:t> </a:t>
                </a:r>
              </a:p>
            </p:txBody>
          </p:sp>
        </mc:Fallback>
      </mc:AlternateContent>
      <p:pic>
        <p:nvPicPr>
          <p:cNvPr id="6" name="Picture 2">
            <a:extLst>
              <a:ext uri="{FF2B5EF4-FFF2-40B4-BE49-F238E27FC236}">
                <a16:creationId xmlns:a16="http://schemas.microsoft.com/office/drawing/2014/main" id="{AE84BA3B-1BB1-4423-ABB5-6ACA17848C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97056" y="1020749"/>
            <a:ext cx="5402958" cy="4484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6963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Random Error</a:t>
            </a:r>
          </a:p>
        </p:txBody>
      </p:sp>
      <p:sp>
        <p:nvSpPr>
          <p:cNvPr id="5" name="TextBox 4">
            <a:extLst>
              <a:ext uri="{FF2B5EF4-FFF2-40B4-BE49-F238E27FC236}">
                <a16:creationId xmlns:a16="http://schemas.microsoft.com/office/drawing/2014/main" id="{3BBBF4A9-1FF9-45CB-8257-FB748ECAEB1A}"/>
              </a:ext>
            </a:extLst>
          </p:cNvPr>
          <p:cNvSpPr txBox="1"/>
          <p:nvPr/>
        </p:nvSpPr>
        <p:spPr>
          <a:xfrm>
            <a:off x="180753" y="914400"/>
            <a:ext cx="6991571" cy="6001643"/>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Arial Narrow" panose="020B0606020202030204" pitchFamily="34" charset="0"/>
              </a:rPr>
              <a:t>Not all errors are the same. </a:t>
            </a:r>
            <a:r>
              <a:rPr lang="en-US" sz="2400" b="0" i="0" dirty="0">
                <a:solidFill>
                  <a:srgbClr val="212529"/>
                </a:solidFill>
                <a:effectLst/>
                <a:latin typeface="Arial Narrow" panose="020B0606020202030204" pitchFamily="34" charset="0"/>
              </a:rPr>
              <a:t>Imagine a bathroom scale. Suppose you step on it five times in a row and it gives you the following: 70.1, 69.9, 70.3, 69.9, 70.0</a:t>
            </a:r>
            <a:endParaRPr lang="en-US" sz="2400" dirty="0">
              <a:solidFill>
                <a:srgbClr val="212529"/>
              </a:solidFill>
              <a:latin typeface="Arial Narrow" panose="020B0606020202030204" pitchFamily="34" charset="0"/>
            </a:endParaRPr>
          </a:p>
          <a:p>
            <a:pPr marL="342900" indent="-342900">
              <a:buFont typeface="Arial" panose="020B0604020202020204" pitchFamily="34" charset="0"/>
              <a:buChar char="•"/>
            </a:pPr>
            <a:endParaRPr lang="en-US" sz="2400" b="0" i="0" dirty="0">
              <a:solidFill>
                <a:srgbClr val="212529"/>
              </a:solidFill>
              <a:effectLst/>
              <a:latin typeface="Arial Narrow" panose="020B0606020202030204" pitchFamily="34" charset="0"/>
            </a:endParaRPr>
          </a:p>
          <a:p>
            <a:pPr marL="342900" indent="-342900">
              <a:buFont typeface="Arial" panose="020B0604020202020204" pitchFamily="34" charset="0"/>
              <a:buChar char="•"/>
            </a:pPr>
            <a:r>
              <a:rPr lang="en-US" sz="2400" b="0" i="0" dirty="0">
                <a:solidFill>
                  <a:srgbClr val="212529"/>
                </a:solidFill>
                <a:effectLst/>
                <a:latin typeface="Arial Narrow" panose="020B0606020202030204" pitchFamily="34" charset="0"/>
              </a:rPr>
              <a:t>The readings are not identical, but they are close. The differences might be due to how you stood on the scale, tiny changes in the floor, or small imperfections in the instrument. This is an example of </a:t>
            </a:r>
            <a:r>
              <a:rPr lang="en-US" sz="2400" b="0" i="0" dirty="0">
                <a:solidFill>
                  <a:srgbClr val="FF0000"/>
                </a:solidFill>
                <a:effectLst/>
                <a:latin typeface="Arial Narrow" panose="020B0606020202030204" pitchFamily="34" charset="0"/>
              </a:rPr>
              <a:t>random error</a:t>
            </a:r>
            <a:r>
              <a:rPr lang="en-US" sz="2400" b="0" i="0" dirty="0">
                <a:solidFill>
                  <a:srgbClr val="212529"/>
                </a:solidFill>
                <a:effectLst/>
                <a:latin typeface="Arial Narrow" panose="020B0606020202030204" pitchFamily="34" charset="0"/>
              </a:rPr>
              <a:t>.</a:t>
            </a:r>
          </a:p>
          <a:p>
            <a:pPr marL="342900" indent="-342900">
              <a:buFont typeface="Arial" panose="020B0604020202020204" pitchFamily="34" charset="0"/>
              <a:buChar char="•"/>
            </a:pPr>
            <a:endParaRPr lang="en-US" sz="2400" dirty="0">
              <a:solidFill>
                <a:srgbClr val="212529"/>
              </a:solidFill>
              <a:latin typeface="Arial Narrow" panose="020B0606020202030204" pitchFamily="34" charset="0"/>
            </a:endParaRPr>
          </a:p>
          <a:p>
            <a:pPr marL="342900" indent="-342900">
              <a:buFont typeface="Arial" panose="020B0604020202020204" pitchFamily="34" charset="0"/>
              <a:buChar char="•"/>
            </a:pPr>
            <a:r>
              <a:rPr lang="en-US" sz="2400" b="0" i="0" dirty="0">
                <a:solidFill>
                  <a:srgbClr val="212529"/>
                </a:solidFill>
                <a:effectLst/>
                <a:latin typeface="Arial Narrow" panose="020B0606020202030204" pitchFamily="34" charset="0"/>
              </a:rPr>
              <a:t>Random error is the kind of error that varies from measurement to measurement. It does not follow an obvious direction in a single observation, but over </a:t>
            </a:r>
            <a:r>
              <a:rPr lang="en-US" sz="2400" b="0" i="0" dirty="0">
                <a:solidFill>
                  <a:srgbClr val="FF0000"/>
                </a:solidFill>
                <a:effectLst/>
                <a:latin typeface="Arial Narrow" panose="020B0606020202030204" pitchFamily="34" charset="0"/>
              </a:rPr>
              <a:t>repeated measurements</a:t>
            </a:r>
            <a:r>
              <a:rPr lang="en-US" sz="2400" b="0" i="0" dirty="0">
                <a:solidFill>
                  <a:srgbClr val="212529"/>
                </a:solidFill>
                <a:effectLst/>
                <a:latin typeface="Arial Narrow" panose="020B0606020202030204" pitchFamily="34" charset="0"/>
              </a:rPr>
              <a:t> we may begin to see </a:t>
            </a:r>
            <a:r>
              <a:rPr lang="en-US" sz="2400" b="0" i="0" dirty="0">
                <a:solidFill>
                  <a:srgbClr val="FF0000"/>
                </a:solidFill>
                <a:effectLst/>
                <a:latin typeface="Arial Narrow" panose="020B0606020202030204" pitchFamily="34" charset="0"/>
              </a:rPr>
              <a:t>its pattern</a:t>
            </a:r>
            <a:r>
              <a:rPr lang="en-US" sz="2400" b="0" i="0" dirty="0">
                <a:solidFill>
                  <a:srgbClr val="212529"/>
                </a:solidFill>
                <a:effectLst/>
                <a:latin typeface="Arial Narrow" panose="020B0606020202030204" pitchFamily="34" charset="0"/>
              </a:rPr>
              <a:t>.</a:t>
            </a:r>
            <a:endParaRPr lang="en-AU" sz="2400" dirty="0">
              <a:latin typeface="Arial Narrow" panose="020B0606020202030204" pitchFamily="34" charset="0"/>
            </a:endParaRPr>
          </a:p>
          <a:p>
            <a:pPr marL="342900" indent="-342900">
              <a:buFont typeface="Arial" panose="020B0604020202020204" pitchFamily="34" charset="0"/>
              <a:buChar char="•"/>
            </a:pPr>
            <a:endParaRPr lang="en-US" sz="2400" b="0" i="0" dirty="0">
              <a:solidFill>
                <a:srgbClr val="212529"/>
              </a:solidFill>
              <a:effectLst/>
              <a:latin typeface="Arial Narrow" panose="020B0606020202030204" pitchFamily="34" charset="0"/>
            </a:endParaRPr>
          </a:p>
          <a:p>
            <a:pPr marL="342900" indent="-342900">
              <a:buFont typeface="Arial" panose="020B0604020202020204" pitchFamily="34" charset="0"/>
              <a:buChar char="•"/>
            </a:pPr>
            <a:endParaRPr lang="en-US" sz="2400" b="0" i="0" dirty="0">
              <a:solidFill>
                <a:srgbClr val="212529"/>
              </a:solidFill>
              <a:effectLst/>
              <a:latin typeface="Arial Narrow" panose="020B0606020202030204" pitchFamily="34" charset="0"/>
            </a:endParaRPr>
          </a:p>
          <a:p>
            <a:pPr marL="342900" indent="-342900">
              <a:buFont typeface="Arial" panose="020B0604020202020204" pitchFamily="34" charset="0"/>
              <a:buChar char="•"/>
            </a:pPr>
            <a:endParaRPr lang="en-US" sz="2400" dirty="0">
              <a:latin typeface="Arial Narrow" panose="020B0606020202030204" pitchFamily="34" charset="0"/>
            </a:endParaRPr>
          </a:p>
        </p:txBody>
      </p:sp>
      <p:pic>
        <p:nvPicPr>
          <p:cNvPr id="8" name="Picture 2" descr="Propert 150kg Black Mechanical Bathroom Scale">
            <a:extLst>
              <a:ext uri="{FF2B5EF4-FFF2-40B4-BE49-F238E27FC236}">
                <a16:creationId xmlns:a16="http://schemas.microsoft.com/office/drawing/2014/main" id="{5AD9CC63-9F8E-4996-89E7-315F06303F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2996" y="1583757"/>
            <a:ext cx="4179904" cy="3548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13952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Systematic Error</a:t>
            </a:r>
          </a:p>
        </p:txBody>
      </p:sp>
      <p:sp>
        <p:nvSpPr>
          <p:cNvPr id="5" name="TextBox 4">
            <a:extLst>
              <a:ext uri="{FF2B5EF4-FFF2-40B4-BE49-F238E27FC236}">
                <a16:creationId xmlns:a16="http://schemas.microsoft.com/office/drawing/2014/main" id="{3BBBF4A9-1FF9-45CB-8257-FB748ECAEB1A}"/>
              </a:ext>
            </a:extLst>
          </p:cNvPr>
          <p:cNvSpPr txBox="1"/>
          <p:nvPr/>
        </p:nvSpPr>
        <p:spPr>
          <a:xfrm>
            <a:off x="180753" y="914400"/>
            <a:ext cx="6991571" cy="4893647"/>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Arial Narrow" panose="020B0606020202030204" pitchFamily="34" charset="0"/>
              </a:rPr>
              <a:t>Now imagine a different scale. This scale is faulty. Every time you step on it, it adds ~2 kilograms. </a:t>
            </a:r>
          </a:p>
          <a:p>
            <a:pPr marL="342900" indent="-342900">
              <a:buFont typeface="Arial" panose="020B0604020202020204" pitchFamily="34" charset="0"/>
              <a:buChar char="•"/>
            </a:pPr>
            <a:endParaRPr lang="en-US" sz="2400" dirty="0">
              <a:latin typeface="Arial Narrow" panose="020B0606020202030204" pitchFamily="34" charset="0"/>
            </a:endParaRPr>
          </a:p>
          <a:p>
            <a:pPr marL="342900" indent="-342900">
              <a:buFont typeface="Arial" panose="020B0604020202020204" pitchFamily="34" charset="0"/>
              <a:buChar char="•"/>
            </a:pPr>
            <a:r>
              <a:rPr lang="en-US" sz="2400" dirty="0">
                <a:latin typeface="Arial Narrow" panose="020B0606020202030204" pitchFamily="34" charset="0"/>
              </a:rPr>
              <a:t>If your true weight is 70 kilograms, the scale might show: </a:t>
            </a:r>
            <a:r>
              <a:rPr lang="en-US" sz="2400" b="0" i="0" dirty="0">
                <a:solidFill>
                  <a:srgbClr val="212529"/>
                </a:solidFill>
                <a:effectLst/>
                <a:latin typeface="Arial Narrow" panose="020B0606020202030204" pitchFamily="34" charset="0"/>
              </a:rPr>
              <a:t>72.1, 71.8, 72.3, 71.9, 72.0</a:t>
            </a:r>
            <a:endParaRPr lang="en-US" sz="2400" dirty="0">
              <a:solidFill>
                <a:srgbClr val="212529"/>
              </a:solidFill>
              <a:latin typeface="Arial Narrow" panose="020B0606020202030204" pitchFamily="34" charset="0"/>
            </a:endParaRPr>
          </a:p>
          <a:p>
            <a:pPr marL="342900" indent="-342900">
              <a:buFont typeface="Arial" panose="020B0604020202020204" pitchFamily="34" charset="0"/>
              <a:buChar char="•"/>
            </a:pPr>
            <a:endParaRPr lang="en-US" sz="2400" b="0" i="0" dirty="0">
              <a:solidFill>
                <a:srgbClr val="212529"/>
              </a:solidFill>
              <a:effectLst/>
              <a:latin typeface="Arial Narrow" panose="020B0606020202030204" pitchFamily="34" charset="0"/>
            </a:endParaRPr>
          </a:p>
          <a:p>
            <a:pPr marL="342900" indent="-342900">
              <a:buFont typeface="Arial" panose="020B0604020202020204" pitchFamily="34" charset="0"/>
              <a:buChar char="•"/>
            </a:pPr>
            <a:r>
              <a:rPr lang="en-US" sz="2400" b="0" i="0" dirty="0">
                <a:solidFill>
                  <a:srgbClr val="212529"/>
                </a:solidFill>
                <a:effectLst/>
                <a:latin typeface="Arial Narrow" panose="020B0606020202030204" pitchFamily="34" charset="0"/>
              </a:rPr>
              <a:t>Repeated measurement does not automatically fix systematic error. If a scale is always 2 kilograms too high, weighing yourself one hundred times will not solve the problem. </a:t>
            </a:r>
          </a:p>
          <a:p>
            <a:pPr marL="342900" indent="-342900">
              <a:buFont typeface="Arial" panose="020B0604020202020204" pitchFamily="34" charset="0"/>
              <a:buChar char="•"/>
            </a:pPr>
            <a:endParaRPr lang="en-US" sz="2400" b="0" i="0" dirty="0">
              <a:solidFill>
                <a:srgbClr val="212529"/>
              </a:solidFill>
              <a:effectLst/>
              <a:latin typeface="Arial Narrow" panose="020B0606020202030204" pitchFamily="34" charset="0"/>
            </a:endParaRPr>
          </a:p>
          <a:p>
            <a:pPr marL="342900" indent="-342900">
              <a:buFont typeface="Arial" panose="020B0604020202020204" pitchFamily="34" charset="0"/>
              <a:buChar char="•"/>
            </a:pPr>
            <a:endParaRPr lang="en-US" sz="2400" b="0" i="0" dirty="0">
              <a:solidFill>
                <a:srgbClr val="212529"/>
              </a:solidFill>
              <a:effectLst/>
              <a:latin typeface="Arial Narrow" panose="020B0606020202030204" pitchFamily="34" charset="0"/>
            </a:endParaRPr>
          </a:p>
          <a:p>
            <a:pPr marL="342900" indent="-342900">
              <a:buFont typeface="Arial" panose="020B0604020202020204" pitchFamily="34" charset="0"/>
              <a:buChar char="•"/>
            </a:pPr>
            <a:endParaRPr lang="en-US" sz="2400" dirty="0">
              <a:latin typeface="Arial Narrow" panose="020B0606020202030204" pitchFamily="34" charset="0"/>
            </a:endParaRPr>
          </a:p>
        </p:txBody>
      </p:sp>
      <p:pic>
        <p:nvPicPr>
          <p:cNvPr id="7" name="Picture 2" descr="Digital Touch Key Bathroom Scale Default Title">
            <a:extLst>
              <a:ext uri="{FF2B5EF4-FFF2-40B4-BE49-F238E27FC236}">
                <a16:creationId xmlns:a16="http://schemas.microsoft.com/office/drawing/2014/main" id="{D72A64B2-69DE-4B19-B56E-CECBF7044A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91149" y="1009649"/>
            <a:ext cx="4429125" cy="4429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05774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Random and Systematic Error</a:t>
            </a:r>
          </a:p>
        </p:txBody>
      </p:sp>
      <p:sp>
        <p:nvSpPr>
          <p:cNvPr id="6" name="TextBox 5">
            <a:extLst>
              <a:ext uri="{FF2B5EF4-FFF2-40B4-BE49-F238E27FC236}">
                <a16:creationId xmlns:a16="http://schemas.microsoft.com/office/drawing/2014/main" id="{9A35D4F0-877C-44CB-903F-1C71A94A4C9D}"/>
              </a:ext>
            </a:extLst>
          </p:cNvPr>
          <p:cNvSpPr txBox="1"/>
          <p:nvPr/>
        </p:nvSpPr>
        <p:spPr>
          <a:xfrm>
            <a:off x="545185" y="1401945"/>
            <a:ext cx="11095629" cy="646331"/>
          </a:xfrm>
          <a:prstGeom prst="rect">
            <a:avLst/>
          </a:prstGeom>
          <a:noFill/>
        </p:spPr>
        <p:txBody>
          <a:bodyPr wrap="square" rtlCol="0">
            <a:spAutoFit/>
          </a:bodyPr>
          <a:lstStyle/>
          <a:p>
            <a:pPr algn="ctr"/>
            <a:r>
              <a:rPr lang="en-AU" sz="3600" dirty="0">
                <a:latin typeface="Arial Narrow" panose="020B0606020202030204" pitchFamily="34" charset="0"/>
              </a:rPr>
              <a:t>Observed value = True value + </a:t>
            </a:r>
            <a:r>
              <a:rPr lang="en-AU" sz="3600" dirty="0">
                <a:solidFill>
                  <a:srgbClr val="FF0000"/>
                </a:solidFill>
                <a:latin typeface="Arial Narrow" panose="020B0606020202030204" pitchFamily="34" charset="0"/>
              </a:rPr>
              <a:t>Systematic Error </a:t>
            </a:r>
            <a:r>
              <a:rPr lang="en-AU" sz="3600" dirty="0">
                <a:latin typeface="Arial Narrow" panose="020B0606020202030204" pitchFamily="34" charset="0"/>
              </a:rPr>
              <a:t>+</a:t>
            </a:r>
            <a:r>
              <a:rPr lang="en-AU" sz="3600" dirty="0">
                <a:solidFill>
                  <a:srgbClr val="FF0000"/>
                </a:solidFill>
                <a:latin typeface="Arial Narrow" panose="020B0606020202030204" pitchFamily="34" charset="0"/>
              </a:rPr>
              <a:t> Random Error</a:t>
            </a:r>
          </a:p>
        </p:txBody>
      </p:sp>
      <p:graphicFrame>
        <p:nvGraphicFramePr>
          <p:cNvPr id="8" name="Table 2">
            <a:extLst>
              <a:ext uri="{FF2B5EF4-FFF2-40B4-BE49-F238E27FC236}">
                <a16:creationId xmlns:a16="http://schemas.microsoft.com/office/drawing/2014/main" id="{0403CDC1-4B4D-4F0E-9059-FC01B9662EE9}"/>
              </a:ext>
            </a:extLst>
          </p:cNvPr>
          <p:cNvGraphicFramePr>
            <a:graphicFrameLocks noGrp="1"/>
          </p:cNvGraphicFramePr>
          <p:nvPr>
            <p:extLst>
              <p:ext uri="{D42A27DB-BD31-4B8C-83A1-F6EECF244321}">
                <p14:modId xmlns:p14="http://schemas.microsoft.com/office/powerpoint/2010/main" val="1098127160"/>
              </p:ext>
            </p:extLst>
          </p:nvPr>
        </p:nvGraphicFramePr>
        <p:xfrm>
          <a:off x="469146" y="3048135"/>
          <a:ext cx="11353508" cy="2346996"/>
        </p:xfrm>
        <a:graphic>
          <a:graphicData uri="http://schemas.openxmlformats.org/drawingml/2006/table">
            <a:tbl>
              <a:tblPr firstRow="1" bandRow="1">
                <a:tableStyleId>{073A0DAA-6AF3-43AB-8588-CEC1D06C72B9}</a:tableStyleId>
              </a:tblPr>
              <a:tblGrid>
                <a:gridCol w="5676754">
                  <a:extLst>
                    <a:ext uri="{9D8B030D-6E8A-4147-A177-3AD203B41FA5}">
                      <a16:colId xmlns:a16="http://schemas.microsoft.com/office/drawing/2014/main" val="316972581"/>
                    </a:ext>
                  </a:extLst>
                </a:gridCol>
                <a:gridCol w="5676754">
                  <a:extLst>
                    <a:ext uri="{9D8B030D-6E8A-4147-A177-3AD203B41FA5}">
                      <a16:colId xmlns:a16="http://schemas.microsoft.com/office/drawing/2014/main" val="1538662206"/>
                    </a:ext>
                  </a:extLst>
                </a:gridCol>
              </a:tblGrid>
              <a:tr h="474434">
                <a:tc>
                  <a:txBody>
                    <a:bodyPr/>
                    <a:lstStyle/>
                    <a:p>
                      <a:r>
                        <a:rPr lang="en-AU" sz="2400" dirty="0">
                          <a:latin typeface="Arial Narrow" panose="020B0606020202030204" pitchFamily="34" charset="0"/>
                        </a:rPr>
                        <a:t>Type of Error</a:t>
                      </a:r>
                    </a:p>
                  </a:txBody>
                  <a:tcPr/>
                </a:tc>
                <a:tc>
                  <a:txBody>
                    <a:bodyPr/>
                    <a:lstStyle/>
                    <a:p>
                      <a:r>
                        <a:rPr lang="en-AU" sz="2400" dirty="0">
                          <a:latin typeface="Arial Narrow" panose="020B0606020202030204" pitchFamily="34" charset="0"/>
                        </a:rPr>
                        <a:t>Description</a:t>
                      </a:r>
                    </a:p>
                  </a:txBody>
                  <a:tcPr/>
                </a:tc>
                <a:extLst>
                  <a:ext uri="{0D108BD9-81ED-4DB2-BD59-A6C34878D82A}">
                    <a16:rowId xmlns:a16="http://schemas.microsoft.com/office/drawing/2014/main" val="1773171776"/>
                  </a:ext>
                </a:extLst>
              </a:tr>
              <a:tr h="936281">
                <a:tc>
                  <a:txBody>
                    <a:bodyPr/>
                    <a:lstStyle/>
                    <a:p>
                      <a:r>
                        <a:rPr lang="en-AU" sz="2400" dirty="0">
                          <a:latin typeface="Arial Narrow" panose="020B0606020202030204" pitchFamily="34" charset="0"/>
                        </a:rPr>
                        <a:t>Random</a:t>
                      </a:r>
                    </a:p>
                  </a:txBody>
                  <a:tcPr/>
                </a:tc>
                <a:tc>
                  <a:txBody>
                    <a:bodyPr/>
                    <a:lstStyle/>
                    <a:p>
                      <a:r>
                        <a:rPr lang="en-AU" sz="2400" dirty="0">
                          <a:latin typeface="Arial Narrow" panose="020B0606020202030204" pitchFamily="34" charset="0"/>
                        </a:rPr>
                        <a:t>Measurement varies unpredictably from one observation to the next.</a:t>
                      </a:r>
                    </a:p>
                  </a:txBody>
                  <a:tcPr/>
                </a:tc>
                <a:extLst>
                  <a:ext uri="{0D108BD9-81ED-4DB2-BD59-A6C34878D82A}">
                    <a16:rowId xmlns:a16="http://schemas.microsoft.com/office/drawing/2014/main" val="1211297060"/>
                  </a:ext>
                </a:extLst>
              </a:tr>
              <a:tr h="936281">
                <a:tc>
                  <a:txBody>
                    <a:bodyPr/>
                    <a:lstStyle/>
                    <a:p>
                      <a:r>
                        <a:rPr lang="en-AU" sz="2400" dirty="0">
                          <a:latin typeface="Arial Narrow" panose="020B0606020202030204" pitchFamily="34" charset="0"/>
                        </a:rPr>
                        <a:t>Systematic</a:t>
                      </a:r>
                    </a:p>
                  </a:txBody>
                  <a:tcPr/>
                </a:tc>
                <a:tc>
                  <a:txBody>
                    <a:bodyPr/>
                    <a:lstStyle/>
                    <a:p>
                      <a:r>
                        <a:rPr lang="en-AU" sz="2400" dirty="0">
                          <a:latin typeface="Arial Narrow" panose="020B0606020202030204" pitchFamily="34" charset="0"/>
                        </a:rPr>
                        <a:t>Measurement is consistently pushed in one direction.</a:t>
                      </a:r>
                    </a:p>
                  </a:txBody>
                  <a:tcPr/>
                </a:tc>
                <a:extLst>
                  <a:ext uri="{0D108BD9-81ED-4DB2-BD59-A6C34878D82A}">
                    <a16:rowId xmlns:a16="http://schemas.microsoft.com/office/drawing/2014/main" val="1938388872"/>
                  </a:ext>
                </a:extLst>
              </a:tr>
            </a:tbl>
          </a:graphicData>
        </a:graphic>
      </p:graphicFrame>
    </p:spTree>
    <p:extLst>
      <p:ext uri="{BB962C8B-B14F-4D97-AF65-F5344CB8AC3E}">
        <p14:creationId xmlns:p14="http://schemas.microsoft.com/office/powerpoint/2010/main" val="42487068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pic>
        <p:nvPicPr>
          <p:cNvPr id="16386" name="Picture 2">
            <a:extLst>
              <a:ext uri="{FF2B5EF4-FFF2-40B4-BE49-F238E27FC236}">
                <a16:creationId xmlns:a16="http://schemas.microsoft.com/office/drawing/2014/main" id="{934D4D33-A229-4777-BA91-483B455F76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378" y="1078276"/>
            <a:ext cx="3001496" cy="4274130"/>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BC49603C-6AA2-457D-AF4E-8B3F785DAE1E}"/>
              </a:ext>
            </a:extLst>
          </p:cNvPr>
          <p:cNvSpPr txBox="1"/>
          <p:nvPr/>
        </p:nvSpPr>
        <p:spPr>
          <a:xfrm>
            <a:off x="4152451" y="1078276"/>
            <a:ext cx="7703889" cy="5693866"/>
          </a:xfrm>
          <a:prstGeom prst="rect">
            <a:avLst/>
          </a:prstGeom>
          <a:noFill/>
        </p:spPr>
        <p:txBody>
          <a:bodyPr wrap="square" rtlCol="0">
            <a:spAutoFit/>
          </a:bodyPr>
          <a:lstStyle/>
          <a:p>
            <a:pPr marL="457200" indent="-457200">
              <a:buFont typeface="Arial" panose="020B0604020202020204" pitchFamily="34" charset="0"/>
              <a:buChar char="•"/>
            </a:pPr>
            <a:r>
              <a:rPr lang="en-AU" sz="2600" dirty="0">
                <a:latin typeface="Agency FB" panose="020B0503020202020204" pitchFamily="34" charset="0"/>
              </a:rPr>
              <a:t>Engineer and Mechanic</a:t>
            </a:r>
          </a:p>
          <a:p>
            <a:pPr marL="457200" indent="-457200">
              <a:buFont typeface="Arial" panose="020B0604020202020204" pitchFamily="34" charset="0"/>
              <a:buChar char="•"/>
            </a:pPr>
            <a:r>
              <a:rPr lang="en-AU" sz="2600" dirty="0">
                <a:latin typeface="Agency FB" panose="020B0503020202020204" pitchFamily="34" charset="0"/>
              </a:rPr>
              <a:t>Industry Businessman</a:t>
            </a:r>
          </a:p>
          <a:p>
            <a:pPr marL="457200" indent="-457200">
              <a:buFont typeface="Arial" panose="020B0604020202020204" pitchFamily="34" charset="0"/>
              <a:buChar char="•"/>
            </a:pPr>
            <a:r>
              <a:rPr lang="en-AU" sz="2600" dirty="0">
                <a:latin typeface="Agency FB" panose="020B0503020202020204" pitchFamily="34" charset="0"/>
              </a:rPr>
              <a:t>Not a mathematician / statistician but “a man who broke the bank at Monte Carlo” by recognising systematic error at the roulette table.</a:t>
            </a:r>
          </a:p>
          <a:p>
            <a:pPr marL="457200" indent="-457200">
              <a:buFont typeface="Arial" panose="020B0604020202020204" pitchFamily="34" charset="0"/>
              <a:buChar char="•"/>
            </a:pPr>
            <a:endParaRPr lang="en-AU" sz="2600" dirty="0">
              <a:latin typeface="Agency FB" panose="020B0503020202020204" pitchFamily="34" charset="0"/>
            </a:endParaRPr>
          </a:p>
          <a:p>
            <a:pPr marL="457200" indent="-457200">
              <a:buFont typeface="Arial" panose="020B0604020202020204" pitchFamily="34" charset="0"/>
              <a:buChar char="•"/>
            </a:pPr>
            <a:r>
              <a:rPr lang="en-AU" sz="2600" dirty="0">
                <a:latin typeface="Agency FB" panose="020B0503020202020204" pitchFamily="34" charset="0"/>
              </a:rPr>
              <a:t>A </a:t>
            </a:r>
            <a:r>
              <a:rPr lang="en-AU" sz="2600" dirty="0">
                <a:solidFill>
                  <a:srgbClr val="FF0000"/>
                </a:solidFill>
                <a:latin typeface="Agency FB" panose="020B0503020202020204" pitchFamily="34" charset="0"/>
              </a:rPr>
              <a:t>signal </a:t>
            </a:r>
            <a:r>
              <a:rPr lang="en-AU" sz="2600" dirty="0">
                <a:latin typeface="Agency FB" panose="020B0503020202020204" pitchFamily="34" charset="0"/>
              </a:rPr>
              <a:t>is a real pattern that tells us something about the process being measured. In Jagger’s case, the signal was the wheel's physical bias.</a:t>
            </a:r>
          </a:p>
          <a:p>
            <a:pPr marL="457200" indent="-457200">
              <a:buFont typeface="Arial" panose="020B0604020202020204" pitchFamily="34" charset="0"/>
              <a:buChar char="•"/>
            </a:pPr>
            <a:r>
              <a:rPr lang="en-AU" sz="2600" dirty="0">
                <a:solidFill>
                  <a:srgbClr val="FF0000"/>
                </a:solidFill>
                <a:latin typeface="Agency FB" panose="020B0503020202020204" pitchFamily="34" charset="0"/>
              </a:rPr>
              <a:t>Noise</a:t>
            </a:r>
            <a:r>
              <a:rPr lang="en-AU" sz="2600" dirty="0">
                <a:latin typeface="Agency FB" panose="020B0503020202020204" pitchFamily="34" charset="0"/>
              </a:rPr>
              <a:t> is random variation that looks meaningful but does not reflect a real underlying pattern. A fair wheel might make one number appear usually often for a while, but that does not mean the number is truly favoured.</a:t>
            </a:r>
          </a:p>
          <a:p>
            <a:pPr marL="457200" indent="-457200">
              <a:buFont typeface="Arial" panose="020B0604020202020204" pitchFamily="34" charset="0"/>
              <a:buChar char="•"/>
            </a:pPr>
            <a:endParaRPr lang="en-AU" sz="2600" dirty="0">
              <a:latin typeface="Agency FB" panose="020B0503020202020204" pitchFamily="34" charset="0"/>
            </a:endParaRPr>
          </a:p>
        </p:txBody>
      </p:sp>
      <p:sp>
        <p:nvSpPr>
          <p:cNvPr id="15" name="TextBox 14">
            <a:extLst>
              <a:ext uri="{FF2B5EF4-FFF2-40B4-BE49-F238E27FC236}">
                <a16:creationId xmlns:a16="http://schemas.microsoft.com/office/drawing/2014/main" id="{EC1C95F5-6A0F-455A-ABF6-EB0936A066F9}"/>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Joseph Hobson Jagger </a:t>
            </a:r>
          </a:p>
        </p:txBody>
      </p:sp>
    </p:spTree>
    <p:extLst>
      <p:ext uri="{BB962C8B-B14F-4D97-AF65-F5344CB8AC3E}">
        <p14:creationId xmlns:p14="http://schemas.microsoft.com/office/powerpoint/2010/main" val="9489704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5418592D-CE5A-4EF0-94DE-82A404C80719}"/>
              </a:ext>
            </a:extLst>
          </p:cNvPr>
          <p:cNvPicPr>
            <a:picLocks noChangeAspect="1"/>
          </p:cNvPicPr>
          <p:nvPr/>
        </p:nvPicPr>
        <p:blipFill>
          <a:blip r:embed="rId3"/>
          <a:stretch>
            <a:fillRect/>
          </a:stretch>
        </p:blipFill>
        <p:spPr>
          <a:xfrm>
            <a:off x="483403" y="2345167"/>
            <a:ext cx="2524186" cy="2644537"/>
          </a:xfrm>
          <a:prstGeom prst="rect">
            <a:avLst/>
          </a:prstGeom>
        </p:spPr>
      </p:pic>
      <p:pic>
        <p:nvPicPr>
          <p:cNvPr id="17" name="Picture 16">
            <a:extLst>
              <a:ext uri="{FF2B5EF4-FFF2-40B4-BE49-F238E27FC236}">
                <a16:creationId xmlns:a16="http://schemas.microsoft.com/office/drawing/2014/main" id="{9DF3C8CB-41C8-4821-A981-35BB01BE5DDA}"/>
              </a:ext>
            </a:extLst>
          </p:cNvPr>
          <p:cNvPicPr>
            <a:picLocks noChangeAspect="1"/>
          </p:cNvPicPr>
          <p:nvPr/>
        </p:nvPicPr>
        <p:blipFill>
          <a:blip r:embed="rId4"/>
          <a:stretch>
            <a:fillRect/>
          </a:stretch>
        </p:blipFill>
        <p:spPr>
          <a:xfrm>
            <a:off x="3377210" y="2378318"/>
            <a:ext cx="2524186" cy="2644536"/>
          </a:xfrm>
          <a:prstGeom prst="rect">
            <a:avLst/>
          </a:prstGeom>
        </p:spPr>
      </p:pic>
      <p:pic>
        <p:nvPicPr>
          <p:cNvPr id="18" name="Picture 17">
            <a:extLst>
              <a:ext uri="{FF2B5EF4-FFF2-40B4-BE49-F238E27FC236}">
                <a16:creationId xmlns:a16="http://schemas.microsoft.com/office/drawing/2014/main" id="{8C661ABD-A5C5-4FEF-8BE7-AD4F48C1E36A}"/>
              </a:ext>
            </a:extLst>
          </p:cNvPr>
          <p:cNvPicPr>
            <a:picLocks noChangeAspect="1"/>
          </p:cNvPicPr>
          <p:nvPr/>
        </p:nvPicPr>
        <p:blipFill>
          <a:blip r:embed="rId5"/>
          <a:stretch>
            <a:fillRect/>
          </a:stretch>
        </p:blipFill>
        <p:spPr>
          <a:xfrm>
            <a:off x="6271017" y="2378318"/>
            <a:ext cx="2524186" cy="2644536"/>
          </a:xfrm>
          <a:prstGeom prst="rect">
            <a:avLst/>
          </a:prstGeom>
        </p:spPr>
      </p:pic>
      <p:pic>
        <p:nvPicPr>
          <p:cNvPr id="19" name="Picture 18">
            <a:extLst>
              <a:ext uri="{FF2B5EF4-FFF2-40B4-BE49-F238E27FC236}">
                <a16:creationId xmlns:a16="http://schemas.microsoft.com/office/drawing/2014/main" id="{6A217312-712F-4536-89A6-A6B2088C6B2C}"/>
              </a:ext>
            </a:extLst>
          </p:cNvPr>
          <p:cNvPicPr>
            <a:picLocks noChangeAspect="1"/>
          </p:cNvPicPr>
          <p:nvPr/>
        </p:nvPicPr>
        <p:blipFill>
          <a:blip r:embed="rId6"/>
          <a:stretch>
            <a:fillRect/>
          </a:stretch>
        </p:blipFill>
        <p:spPr>
          <a:xfrm>
            <a:off x="9164824" y="2378319"/>
            <a:ext cx="2524186" cy="2644536"/>
          </a:xfrm>
          <a:prstGeom prst="rect">
            <a:avLst/>
          </a:prstGeom>
        </p:spPr>
      </p:pic>
      <p:sp>
        <p:nvSpPr>
          <p:cNvPr id="20" name="TextBox 19">
            <a:extLst>
              <a:ext uri="{FF2B5EF4-FFF2-40B4-BE49-F238E27FC236}">
                <a16:creationId xmlns:a16="http://schemas.microsoft.com/office/drawing/2014/main" id="{7FAC479C-6720-4D1E-A9AB-31836C0A3BD2}"/>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Joseph Hobson Jagger </a:t>
            </a:r>
          </a:p>
        </p:txBody>
      </p:sp>
    </p:spTree>
    <p:extLst>
      <p:ext uri="{BB962C8B-B14F-4D97-AF65-F5344CB8AC3E}">
        <p14:creationId xmlns:p14="http://schemas.microsoft.com/office/powerpoint/2010/main" val="3972383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161C4152-F062-4E24-AE63-C9EC494D3D17}"/>
              </a:ext>
            </a:extLst>
          </p:cNvPr>
          <p:cNvSpPr txBox="1"/>
          <p:nvPr/>
        </p:nvSpPr>
        <p:spPr>
          <a:xfrm>
            <a:off x="12897153" y="1137841"/>
            <a:ext cx="936614" cy="738664"/>
          </a:xfrm>
          <a:prstGeom prst="rect">
            <a:avLst/>
          </a:prstGeom>
          <a:noFill/>
        </p:spPr>
        <p:txBody>
          <a:bodyPr wrap="square" rtlCol="0">
            <a:spAutoFit/>
          </a:bodyPr>
          <a:lstStyle/>
          <a:p>
            <a:pPr algn="ctr"/>
            <a:r>
              <a:rPr lang="en-AU" sz="1600" dirty="0">
                <a:solidFill>
                  <a:schemeClr val="bg2"/>
                </a:solidFill>
                <a:latin typeface="Agency FB" panose="020B0503020202020204" pitchFamily="34" charset="0"/>
              </a:rPr>
              <a:t>Artificial Intelligence</a:t>
            </a:r>
          </a:p>
          <a:p>
            <a:pPr algn="ctr"/>
            <a:r>
              <a:rPr lang="en-AU" sz="1000" dirty="0">
                <a:solidFill>
                  <a:schemeClr val="bg2"/>
                </a:solidFill>
                <a:latin typeface="Agency FB" panose="020B0503020202020204" pitchFamily="34" charset="0"/>
              </a:rPr>
              <a:t>21</a:t>
            </a:r>
            <a:r>
              <a:rPr lang="en-AU" sz="1000" baseline="30000" dirty="0">
                <a:solidFill>
                  <a:schemeClr val="bg2"/>
                </a:solidFill>
                <a:latin typeface="Agency FB" panose="020B0503020202020204" pitchFamily="34" charset="0"/>
              </a:rPr>
              <a:t>st</a:t>
            </a:r>
            <a:r>
              <a:rPr lang="en-AU" sz="1000" dirty="0">
                <a:solidFill>
                  <a:schemeClr val="bg2"/>
                </a:solidFill>
                <a:latin typeface="Agency FB" panose="020B0503020202020204" pitchFamily="34" charset="0"/>
              </a:rPr>
              <a:t> century</a:t>
            </a:r>
          </a:p>
        </p:txBody>
      </p:sp>
      <p:sp>
        <p:nvSpPr>
          <p:cNvPr id="82" name="Rectangle 81">
            <a:extLst>
              <a:ext uri="{FF2B5EF4-FFF2-40B4-BE49-F238E27FC236}">
                <a16:creationId xmlns:a16="http://schemas.microsoft.com/office/drawing/2014/main" id="{3307A676-98EF-498D-AA1A-A20B61BD625E}"/>
              </a:ext>
            </a:extLst>
          </p:cNvPr>
          <p:cNvSpPr/>
          <p:nvPr/>
        </p:nvSpPr>
        <p:spPr>
          <a:xfrm>
            <a:off x="660401" y="1339112"/>
            <a:ext cx="2286000" cy="637674"/>
          </a:xfrm>
          <a:prstGeom prst="rect">
            <a:avLst/>
          </a:prstGeom>
          <a:solidFill>
            <a:schemeClr val="bg1"/>
          </a:solidFill>
          <a:ln w="63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US" sz="4000" b="1" dirty="0">
                <a:solidFill>
                  <a:srgbClr val="C00000"/>
                </a:solidFill>
                <a:latin typeface="Agency FB" panose="020B0503020202020204" pitchFamily="34" charset="0"/>
              </a:rPr>
              <a:t>Sequence </a:t>
            </a:r>
            <a:endParaRPr lang="en-US" sz="4000" b="1" i="0" dirty="0">
              <a:solidFill>
                <a:srgbClr val="C00000"/>
              </a:solidFill>
              <a:effectLst/>
              <a:latin typeface="Agency FB" panose="020B0503020202020204" pitchFamily="34" charset="0"/>
            </a:endParaRPr>
          </a:p>
        </p:txBody>
      </p:sp>
      <p:sp>
        <p:nvSpPr>
          <p:cNvPr id="83" name="Rectangle 82">
            <a:extLst>
              <a:ext uri="{FF2B5EF4-FFF2-40B4-BE49-F238E27FC236}">
                <a16:creationId xmlns:a16="http://schemas.microsoft.com/office/drawing/2014/main" id="{0E6BCF77-ACEB-489D-B4C9-A44580DA9E3B}"/>
              </a:ext>
            </a:extLst>
          </p:cNvPr>
          <p:cNvSpPr/>
          <p:nvPr/>
        </p:nvSpPr>
        <p:spPr>
          <a:xfrm>
            <a:off x="660401" y="2825456"/>
            <a:ext cx="2286000" cy="637674"/>
          </a:xfrm>
          <a:prstGeom prst="rect">
            <a:avLst/>
          </a:prstGeom>
          <a:solidFill>
            <a:schemeClr val="bg1"/>
          </a:solidFill>
          <a:ln w="63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US" sz="4000" b="1" dirty="0">
                <a:solidFill>
                  <a:srgbClr val="C00000"/>
                </a:solidFill>
                <a:latin typeface="Agency FB" panose="020B0503020202020204" pitchFamily="34" charset="0"/>
              </a:rPr>
              <a:t>Series</a:t>
            </a:r>
            <a:endParaRPr lang="en-US" sz="4000" b="1" i="0" dirty="0">
              <a:solidFill>
                <a:srgbClr val="C00000"/>
              </a:solidFill>
              <a:effectLst/>
              <a:latin typeface="Agency FB" panose="020B0503020202020204" pitchFamily="34" charset="0"/>
            </a:endParaRPr>
          </a:p>
        </p:txBody>
      </p:sp>
      <p:sp>
        <p:nvSpPr>
          <p:cNvPr id="87" name="Rectangle 86">
            <a:extLst>
              <a:ext uri="{FF2B5EF4-FFF2-40B4-BE49-F238E27FC236}">
                <a16:creationId xmlns:a16="http://schemas.microsoft.com/office/drawing/2014/main" id="{977ECA7F-5FB7-449E-8EC0-1DA1CEA62256}"/>
              </a:ext>
            </a:extLst>
          </p:cNvPr>
          <p:cNvSpPr/>
          <p:nvPr/>
        </p:nvSpPr>
        <p:spPr>
          <a:xfrm>
            <a:off x="660401" y="4311800"/>
            <a:ext cx="2286000" cy="637674"/>
          </a:xfrm>
          <a:prstGeom prst="rect">
            <a:avLst/>
          </a:prstGeom>
          <a:solidFill>
            <a:schemeClr val="bg1"/>
          </a:solidFill>
          <a:ln w="63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US" sz="4000" b="1" dirty="0">
                <a:solidFill>
                  <a:srgbClr val="C00000"/>
                </a:solidFill>
                <a:latin typeface="Agency FB" panose="020B0503020202020204" pitchFamily="34" charset="0"/>
              </a:rPr>
              <a:t>Limit</a:t>
            </a:r>
            <a:endParaRPr lang="en-US" sz="4000" b="1" i="0" dirty="0">
              <a:solidFill>
                <a:srgbClr val="C00000"/>
              </a:solidFill>
              <a:effectLst/>
              <a:latin typeface="Agency FB" panose="020B0503020202020204" pitchFamily="34" charset="0"/>
            </a:endParaRPr>
          </a:p>
        </p:txBody>
      </p:sp>
      <p:sp>
        <p:nvSpPr>
          <p:cNvPr id="13" name="Rectangle 12">
            <a:extLst>
              <a:ext uri="{FF2B5EF4-FFF2-40B4-BE49-F238E27FC236}">
                <a16:creationId xmlns:a16="http://schemas.microsoft.com/office/drawing/2014/main" id="{44EB9DBD-8373-4754-A680-82FF287BACA2}"/>
              </a:ext>
            </a:extLst>
          </p:cNvPr>
          <p:cNvSpPr/>
          <p:nvPr/>
        </p:nvSpPr>
        <p:spPr>
          <a:xfrm>
            <a:off x="1053806" y="2035468"/>
            <a:ext cx="9079023" cy="487233"/>
          </a:xfrm>
          <a:prstGeom prst="rect">
            <a:avLst/>
          </a:prstGeom>
          <a:solidFill>
            <a:schemeClr val="bg1"/>
          </a:solidFill>
          <a:ln w="63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US" sz="3200" dirty="0">
                <a:solidFill>
                  <a:srgbClr val="212529"/>
                </a:solidFill>
                <a:latin typeface="Agency FB" panose="020B0503020202020204" pitchFamily="34" charset="0"/>
              </a:rPr>
              <a:t>An ordered succession of elements, such as points or numbers.</a:t>
            </a:r>
            <a:endParaRPr lang="en-US" sz="3200" b="0" i="0" dirty="0">
              <a:solidFill>
                <a:srgbClr val="212529"/>
              </a:solidFill>
              <a:effectLst/>
              <a:latin typeface="Agency FB" panose="020B0503020202020204" pitchFamily="34" charset="0"/>
            </a:endParaRPr>
          </a:p>
        </p:txBody>
      </p:sp>
      <p:sp>
        <p:nvSpPr>
          <p:cNvPr id="14" name="Rectangle 13">
            <a:extLst>
              <a:ext uri="{FF2B5EF4-FFF2-40B4-BE49-F238E27FC236}">
                <a16:creationId xmlns:a16="http://schemas.microsoft.com/office/drawing/2014/main" id="{AE579DEF-16C5-41F5-B578-D3434D20983B}"/>
              </a:ext>
            </a:extLst>
          </p:cNvPr>
          <p:cNvSpPr/>
          <p:nvPr/>
        </p:nvSpPr>
        <p:spPr>
          <a:xfrm>
            <a:off x="1053806" y="3520006"/>
            <a:ext cx="9079023" cy="637674"/>
          </a:xfrm>
          <a:prstGeom prst="rect">
            <a:avLst/>
          </a:prstGeom>
          <a:solidFill>
            <a:schemeClr val="bg1"/>
          </a:solidFill>
          <a:ln w="63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US" sz="2800" b="0" i="0" dirty="0">
                <a:solidFill>
                  <a:srgbClr val="212529"/>
                </a:solidFill>
                <a:effectLst/>
                <a:latin typeface="Agency FB" panose="020B0503020202020204" pitchFamily="34" charset="0"/>
              </a:rPr>
              <a:t>The sum of a sequence of numbers.</a:t>
            </a:r>
          </a:p>
        </p:txBody>
      </p:sp>
      <p:sp>
        <p:nvSpPr>
          <p:cNvPr id="15" name="Rectangle 14">
            <a:extLst>
              <a:ext uri="{FF2B5EF4-FFF2-40B4-BE49-F238E27FC236}">
                <a16:creationId xmlns:a16="http://schemas.microsoft.com/office/drawing/2014/main" id="{91F92630-8699-4491-8EAB-12322C521BF7}"/>
              </a:ext>
            </a:extLst>
          </p:cNvPr>
          <p:cNvSpPr/>
          <p:nvPr/>
        </p:nvSpPr>
        <p:spPr>
          <a:xfrm>
            <a:off x="1053806" y="5040797"/>
            <a:ext cx="10046585" cy="637674"/>
          </a:xfrm>
          <a:prstGeom prst="rect">
            <a:avLst/>
          </a:prstGeom>
          <a:solidFill>
            <a:schemeClr val="bg1"/>
          </a:solidFill>
          <a:ln w="63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US" sz="2800" b="0" i="0" dirty="0">
                <a:solidFill>
                  <a:srgbClr val="212529"/>
                </a:solidFill>
                <a:effectLst/>
                <a:latin typeface="Agency FB" panose="020B0503020202020204" pitchFamily="34" charset="0"/>
              </a:rPr>
              <a:t>If the elements of a sequence seem to heading somewhere, such as an endpoint or a particular number, then that is the limit of the sequence.</a:t>
            </a:r>
          </a:p>
        </p:txBody>
      </p:sp>
      <p:sp>
        <p:nvSpPr>
          <p:cNvPr id="29" name="TextBox 28">
            <a:extLst>
              <a:ext uri="{FF2B5EF4-FFF2-40B4-BE49-F238E27FC236}">
                <a16:creationId xmlns:a16="http://schemas.microsoft.com/office/drawing/2014/main" id="{BEA97F0A-DC76-49A0-9613-0BFB9544D51C}"/>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Calculus &amp; Statistics</a:t>
            </a:r>
          </a:p>
        </p:txBody>
      </p:sp>
    </p:spTree>
    <p:extLst>
      <p:ext uri="{BB962C8B-B14F-4D97-AF65-F5344CB8AC3E}">
        <p14:creationId xmlns:p14="http://schemas.microsoft.com/office/powerpoint/2010/main" val="2977395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161C4152-F062-4E24-AE63-C9EC494D3D17}"/>
              </a:ext>
            </a:extLst>
          </p:cNvPr>
          <p:cNvSpPr txBox="1"/>
          <p:nvPr/>
        </p:nvSpPr>
        <p:spPr>
          <a:xfrm>
            <a:off x="12897153" y="1137841"/>
            <a:ext cx="936614" cy="738664"/>
          </a:xfrm>
          <a:prstGeom prst="rect">
            <a:avLst/>
          </a:prstGeom>
          <a:noFill/>
        </p:spPr>
        <p:txBody>
          <a:bodyPr wrap="square" rtlCol="0">
            <a:spAutoFit/>
          </a:bodyPr>
          <a:lstStyle/>
          <a:p>
            <a:pPr algn="ctr"/>
            <a:r>
              <a:rPr lang="en-AU" sz="1600" dirty="0">
                <a:solidFill>
                  <a:schemeClr val="bg2"/>
                </a:solidFill>
                <a:latin typeface="Agency FB" panose="020B0503020202020204" pitchFamily="34" charset="0"/>
              </a:rPr>
              <a:t>Artificial Intelligence</a:t>
            </a:r>
          </a:p>
          <a:p>
            <a:pPr algn="ctr"/>
            <a:r>
              <a:rPr lang="en-AU" sz="1000" dirty="0">
                <a:solidFill>
                  <a:schemeClr val="bg2"/>
                </a:solidFill>
                <a:latin typeface="Agency FB" panose="020B0503020202020204" pitchFamily="34" charset="0"/>
              </a:rPr>
              <a:t>21</a:t>
            </a:r>
            <a:r>
              <a:rPr lang="en-AU" sz="1000" baseline="30000" dirty="0">
                <a:solidFill>
                  <a:schemeClr val="bg2"/>
                </a:solidFill>
                <a:latin typeface="Agency FB" panose="020B0503020202020204" pitchFamily="34" charset="0"/>
              </a:rPr>
              <a:t>st</a:t>
            </a:r>
            <a:r>
              <a:rPr lang="en-AU" sz="1000" dirty="0">
                <a:solidFill>
                  <a:schemeClr val="bg2"/>
                </a:solidFill>
                <a:latin typeface="Agency FB" panose="020B0503020202020204" pitchFamily="34" charset="0"/>
              </a:rPr>
              <a:t> century</a:t>
            </a:r>
          </a:p>
        </p:txBody>
      </p:sp>
      <p:sp>
        <p:nvSpPr>
          <p:cNvPr id="27" name="TextBox 26">
            <a:extLst>
              <a:ext uri="{FF2B5EF4-FFF2-40B4-BE49-F238E27FC236}">
                <a16:creationId xmlns:a16="http://schemas.microsoft.com/office/drawing/2014/main" id="{A0A9333B-1C9A-4DA2-BCA9-64B5AE2E0C99}"/>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Calculus &amp; Statistics – Zeno’s paradox</a:t>
            </a:r>
          </a:p>
        </p:txBody>
      </p:sp>
      <p:sp>
        <p:nvSpPr>
          <p:cNvPr id="28" name="TextBox 27">
            <a:extLst>
              <a:ext uri="{FF2B5EF4-FFF2-40B4-BE49-F238E27FC236}">
                <a16:creationId xmlns:a16="http://schemas.microsoft.com/office/drawing/2014/main" id="{B1158C15-9828-442B-B7FD-7B743BBE6CF4}"/>
              </a:ext>
            </a:extLst>
          </p:cNvPr>
          <p:cNvSpPr txBox="1"/>
          <p:nvPr/>
        </p:nvSpPr>
        <p:spPr>
          <a:xfrm>
            <a:off x="190501" y="1078276"/>
            <a:ext cx="11665840" cy="3862596"/>
          </a:xfrm>
          <a:prstGeom prst="rect">
            <a:avLst/>
          </a:prstGeom>
          <a:noFill/>
        </p:spPr>
        <p:txBody>
          <a:bodyPr wrap="square" rtlCol="0">
            <a:spAutoFit/>
          </a:bodyPr>
          <a:lstStyle/>
          <a:p>
            <a:pPr marL="457200" indent="-457200">
              <a:buFont typeface="Arial" panose="020B0604020202020204" pitchFamily="34" charset="0"/>
              <a:buChar char="•"/>
            </a:pPr>
            <a:r>
              <a:rPr lang="en-US" sz="2400" dirty="0">
                <a:latin typeface="Arial Narrow" panose="020B0606020202030204" pitchFamily="34" charset="0"/>
              </a:rPr>
              <a:t>Suppose you are standing at a particular point in a room and you want to reach the door (which happens to be 1m away). Now before you reach the door you must reach the ½ way point. But before you reach the ½ point, you need to reach ½ way to the ½ way point (i.e. ¼ way). And so on, and so on. </a:t>
            </a:r>
          </a:p>
          <a:p>
            <a:pPr marL="457200" indent="-457200">
              <a:buFont typeface="Arial" panose="020B0604020202020204" pitchFamily="34" charset="0"/>
              <a:buChar char="•"/>
            </a:pPr>
            <a:endParaRPr lang="en-US" sz="500" dirty="0">
              <a:latin typeface="Arial Narrow" panose="020B0606020202030204" pitchFamily="34" charset="0"/>
            </a:endParaRPr>
          </a:p>
          <a:p>
            <a:pPr marL="457200" indent="-457200">
              <a:buFont typeface="Arial" panose="020B0604020202020204" pitchFamily="34" charset="0"/>
              <a:buChar char="•"/>
            </a:pPr>
            <a:r>
              <a:rPr lang="en-US" sz="2400" dirty="0">
                <a:latin typeface="Arial Narrow" panose="020B0606020202030204" pitchFamily="34" charset="0"/>
              </a:rPr>
              <a:t>Zeno argued that because the sequence goes on forever, you will have to travel an infinite number of finite distances. Zeno concluded that you must take an infinite amount of time.</a:t>
            </a:r>
          </a:p>
          <a:p>
            <a:pPr marL="457200" indent="-457200">
              <a:buFont typeface="Arial" panose="020B0604020202020204" pitchFamily="34" charset="0"/>
              <a:buChar char="•"/>
            </a:pPr>
            <a:endParaRPr lang="en-US" sz="2400" dirty="0">
              <a:latin typeface="Arial Narrow" panose="020B0606020202030204" pitchFamily="34" charset="0"/>
            </a:endParaRPr>
          </a:p>
          <a:p>
            <a:pPr marL="457200" indent="-457200">
              <a:buFont typeface="Arial" panose="020B0604020202020204" pitchFamily="34" charset="0"/>
              <a:buChar char="•"/>
            </a:pPr>
            <a:endParaRPr lang="en-US" sz="2400" dirty="0">
              <a:latin typeface="Arial Narrow" panose="020B0606020202030204" pitchFamily="34" charset="0"/>
            </a:endParaRPr>
          </a:p>
          <a:p>
            <a:pPr marL="457200" indent="-457200">
              <a:buFont typeface="Arial" panose="020B0604020202020204" pitchFamily="34" charset="0"/>
              <a:buChar char="•"/>
            </a:pPr>
            <a:endParaRPr lang="en-US" sz="2400" dirty="0">
              <a:latin typeface="Arial Narrow" panose="020B0606020202030204" pitchFamily="34" charset="0"/>
            </a:endParaRPr>
          </a:p>
          <a:p>
            <a:pPr marL="457200" indent="-457200">
              <a:buFont typeface="Arial" panose="020B0604020202020204" pitchFamily="34" charset="0"/>
              <a:buChar char="•"/>
            </a:pPr>
            <a:endParaRPr lang="en-US" sz="2400" dirty="0">
              <a:latin typeface="Arial Narrow" panose="020B0606020202030204" pitchFamily="34" charset="0"/>
            </a:endParaRPr>
          </a:p>
        </p:txBody>
      </p:sp>
      <p:pic>
        <p:nvPicPr>
          <p:cNvPr id="29" name="Picture 4" descr="Zeno's Paradoxes | Interesting Thing of the Day">
            <a:extLst>
              <a:ext uri="{FF2B5EF4-FFF2-40B4-BE49-F238E27FC236}">
                <a16:creationId xmlns:a16="http://schemas.microsoft.com/office/drawing/2014/main" id="{FD20449A-19CA-450E-8693-001A1C7A51E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9569" t="19867" r="37355" b="53343"/>
          <a:stretch/>
        </p:blipFill>
        <p:spPr bwMode="auto">
          <a:xfrm>
            <a:off x="191948" y="3933381"/>
            <a:ext cx="1307805" cy="1275907"/>
          </a:xfrm>
          <a:prstGeom prst="rect">
            <a:avLst/>
          </a:prstGeom>
          <a:noFill/>
          <a:extLst>
            <a:ext uri="{909E8E84-426E-40DD-AFC4-6F175D3DCCD1}">
              <a14:hiddenFill xmlns:a14="http://schemas.microsoft.com/office/drawing/2010/main">
                <a:solidFill>
                  <a:srgbClr val="FFFFFF"/>
                </a:solidFill>
              </a14:hiddenFill>
            </a:ext>
          </a:extLst>
        </p:spPr>
      </p:pic>
      <p:sp>
        <p:nvSpPr>
          <p:cNvPr id="30" name="Rectangle 29">
            <a:extLst>
              <a:ext uri="{FF2B5EF4-FFF2-40B4-BE49-F238E27FC236}">
                <a16:creationId xmlns:a16="http://schemas.microsoft.com/office/drawing/2014/main" id="{14FE7C7C-9E18-4700-A10C-994A48938525}"/>
              </a:ext>
            </a:extLst>
          </p:cNvPr>
          <p:cNvSpPr/>
          <p:nvPr/>
        </p:nvSpPr>
        <p:spPr>
          <a:xfrm>
            <a:off x="10669762" y="3647153"/>
            <a:ext cx="1331737" cy="1547305"/>
          </a:xfrm>
          <a:prstGeom prst="rect">
            <a:avLst/>
          </a:prstGeom>
          <a:solidFill>
            <a:schemeClr val="accent2">
              <a:lumMod val="75000"/>
            </a:schemeClr>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p>
        </p:txBody>
      </p:sp>
      <p:sp>
        <p:nvSpPr>
          <p:cNvPr id="31" name="Oval 30">
            <a:extLst>
              <a:ext uri="{FF2B5EF4-FFF2-40B4-BE49-F238E27FC236}">
                <a16:creationId xmlns:a16="http://schemas.microsoft.com/office/drawing/2014/main" id="{E97720FB-64A1-4A41-B3A0-D69B81B106BA}"/>
              </a:ext>
            </a:extLst>
          </p:cNvPr>
          <p:cNvSpPr/>
          <p:nvPr/>
        </p:nvSpPr>
        <p:spPr>
          <a:xfrm>
            <a:off x="11597670" y="4421078"/>
            <a:ext cx="330293" cy="330293"/>
          </a:xfrm>
          <a:prstGeom prst="ellipse">
            <a:avLst/>
          </a:prstGeom>
          <a:solidFill>
            <a:schemeClr val="accent2">
              <a:lumMod val="50000"/>
            </a:schemeClr>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p>
        </p:txBody>
      </p:sp>
      <p:sp>
        <p:nvSpPr>
          <p:cNvPr id="32" name="TextBox 31">
            <a:extLst>
              <a:ext uri="{FF2B5EF4-FFF2-40B4-BE49-F238E27FC236}">
                <a16:creationId xmlns:a16="http://schemas.microsoft.com/office/drawing/2014/main" id="{AD6CD9C2-46B4-479E-957B-67B6F7606979}"/>
              </a:ext>
            </a:extLst>
          </p:cNvPr>
          <p:cNvSpPr txBox="1"/>
          <p:nvPr/>
        </p:nvSpPr>
        <p:spPr>
          <a:xfrm>
            <a:off x="5781257" y="5041519"/>
            <a:ext cx="779381" cy="400110"/>
          </a:xfrm>
          <a:prstGeom prst="rect">
            <a:avLst/>
          </a:prstGeom>
          <a:noFill/>
        </p:spPr>
        <p:txBody>
          <a:bodyPr wrap="none" rtlCol="0">
            <a:spAutoFit/>
          </a:bodyPr>
          <a:lstStyle/>
          <a:p>
            <a:r>
              <a:rPr lang="en-AU" sz="2000" dirty="0">
                <a:latin typeface="Agency FB" panose="020B0503020202020204" pitchFamily="34" charset="0"/>
              </a:rPr>
              <a:t>1 metre</a:t>
            </a:r>
          </a:p>
        </p:txBody>
      </p:sp>
      <p:cxnSp>
        <p:nvCxnSpPr>
          <p:cNvPr id="33" name="Straight Connector 32">
            <a:extLst>
              <a:ext uri="{FF2B5EF4-FFF2-40B4-BE49-F238E27FC236}">
                <a16:creationId xmlns:a16="http://schemas.microsoft.com/office/drawing/2014/main" id="{BAC8D325-F611-4161-91E7-BF8CCCEB5849}"/>
              </a:ext>
            </a:extLst>
          </p:cNvPr>
          <p:cNvCxnSpPr>
            <a:cxnSpLocks/>
          </p:cNvCxnSpPr>
          <p:nvPr/>
        </p:nvCxnSpPr>
        <p:spPr>
          <a:xfrm>
            <a:off x="1627344" y="5071066"/>
            <a:ext cx="892071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5801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161C4152-F062-4E24-AE63-C9EC494D3D17}"/>
              </a:ext>
            </a:extLst>
          </p:cNvPr>
          <p:cNvSpPr txBox="1"/>
          <p:nvPr/>
        </p:nvSpPr>
        <p:spPr>
          <a:xfrm>
            <a:off x="12897153" y="1137841"/>
            <a:ext cx="936614" cy="738664"/>
          </a:xfrm>
          <a:prstGeom prst="rect">
            <a:avLst/>
          </a:prstGeom>
          <a:noFill/>
        </p:spPr>
        <p:txBody>
          <a:bodyPr wrap="square" rtlCol="0">
            <a:spAutoFit/>
          </a:bodyPr>
          <a:lstStyle/>
          <a:p>
            <a:pPr algn="ctr"/>
            <a:r>
              <a:rPr lang="en-AU" sz="1600" dirty="0">
                <a:solidFill>
                  <a:schemeClr val="bg2"/>
                </a:solidFill>
                <a:latin typeface="Agency FB" panose="020B0503020202020204" pitchFamily="34" charset="0"/>
              </a:rPr>
              <a:t>Artificial Intelligence</a:t>
            </a:r>
          </a:p>
          <a:p>
            <a:pPr algn="ctr"/>
            <a:r>
              <a:rPr lang="en-AU" sz="1000" dirty="0">
                <a:solidFill>
                  <a:schemeClr val="bg2"/>
                </a:solidFill>
                <a:latin typeface="Agency FB" panose="020B0503020202020204" pitchFamily="34" charset="0"/>
              </a:rPr>
              <a:t>21</a:t>
            </a:r>
            <a:r>
              <a:rPr lang="en-AU" sz="1000" baseline="30000" dirty="0">
                <a:solidFill>
                  <a:schemeClr val="bg2"/>
                </a:solidFill>
                <a:latin typeface="Agency FB" panose="020B0503020202020204" pitchFamily="34" charset="0"/>
              </a:rPr>
              <a:t>st</a:t>
            </a:r>
            <a:r>
              <a:rPr lang="en-AU" sz="1000" dirty="0">
                <a:solidFill>
                  <a:schemeClr val="bg2"/>
                </a:solidFill>
                <a:latin typeface="Agency FB" panose="020B0503020202020204" pitchFamily="34" charset="0"/>
              </a:rPr>
              <a:t> century</a:t>
            </a:r>
          </a:p>
        </p:txBody>
      </p:sp>
      <p:sp>
        <p:nvSpPr>
          <p:cNvPr id="27" name="TextBox 26">
            <a:extLst>
              <a:ext uri="{FF2B5EF4-FFF2-40B4-BE49-F238E27FC236}">
                <a16:creationId xmlns:a16="http://schemas.microsoft.com/office/drawing/2014/main" id="{A0A9333B-1C9A-4DA2-BCA9-64B5AE2E0C99}"/>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Calculus &amp; Statistics – Zeno’s paradox</a:t>
            </a:r>
          </a:p>
        </p:txBody>
      </p:sp>
      <p:sp>
        <p:nvSpPr>
          <p:cNvPr id="28" name="TextBox 27">
            <a:extLst>
              <a:ext uri="{FF2B5EF4-FFF2-40B4-BE49-F238E27FC236}">
                <a16:creationId xmlns:a16="http://schemas.microsoft.com/office/drawing/2014/main" id="{B1158C15-9828-442B-B7FD-7B743BBE6CF4}"/>
              </a:ext>
            </a:extLst>
          </p:cNvPr>
          <p:cNvSpPr txBox="1"/>
          <p:nvPr/>
        </p:nvSpPr>
        <p:spPr>
          <a:xfrm>
            <a:off x="190501" y="1078276"/>
            <a:ext cx="11665840" cy="3416320"/>
          </a:xfrm>
          <a:prstGeom prst="rect">
            <a:avLst/>
          </a:prstGeom>
          <a:noFill/>
        </p:spPr>
        <p:txBody>
          <a:bodyPr wrap="square" rtlCol="0">
            <a:spAutoFit/>
          </a:bodyPr>
          <a:lstStyle/>
          <a:p>
            <a:pPr marL="457200" indent="-457200">
              <a:buFont typeface="Arial" panose="020B0604020202020204" pitchFamily="34" charset="0"/>
              <a:buChar char="•"/>
            </a:pPr>
            <a:r>
              <a:rPr lang="en-US" sz="2400" dirty="0">
                <a:latin typeface="Arial Narrow" panose="020B0606020202030204" pitchFamily="34" charset="0"/>
              </a:rPr>
              <a:t>The pattern looks like that if we include more intervals, the greater the sum of the distances we obtain. But Zeno is not correct when he says that the sum is headed towards infinity.</a:t>
            </a:r>
          </a:p>
          <a:p>
            <a:pPr marL="457200" indent="-457200">
              <a:buFont typeface="Arial" panose="020B0604020202020204" pitchFamily="34" charset="0"/>
              <a:buChar char="•"/>
            </a:pPr>
            <a:endParaRPr lang="en-US" sz="2400" dirty="0">
              <a:latin typeface="Arial Narrow" panose="020B0606020202030204" pitchFamily="34" charset="0"/>
            </a:endParaRPr>
          </a:p>
          <a:p>
            <a:pPr marL="457200" indent="-457200">
              <a:buFont typeface="Arial" panose="020B0604020202020204" pitchFamily="34" charset="0"/>
              <a:buChar char="•"/>
            </a:pPr>
            <a:r>
              <a:rPr lang="en-US" sz="2400" dirty="0">
                <a:solidFill>
                  <a:schemeClr val="tx1"/>
                </a:solidFill>
                <a:latin typeface="Arial Narrow" panose="020B0606020202030204" pitchFamily="34" charset="0"/>
              </a:rPr>
              <a:t>Instead, the numbers seem to be approaching 1.</a:t>
            </a:r>
          </a:p>
          <a:p>
            <a:pPr marL="457200" indent="-457200">
              <a:buFont typeface="Arial" panose="020B0604020202020204" pitchFamily="34" charset="0"/>
              <a:buChar char="•"/>
            </a:pPr>
            <a:endParaRPr lang="en-US" sz="2400" b="0" dirty="0">
              <a:effectLst/>
              <a:latin typeface="Arial Narrow" panose="020B0606020202030204" pitchFamily="34" charset="0"/>
            </a:endParaRPr>
          </a:p>
          <a:p>
            <a:pPr marL="457200" indent="-457200">
              <a:buFont typeface="Arial" panose="020B0604020202020204" pitchFamily="34" charset="0"/>
              <a:buChar char="•"/>
            </a:pPr>
            <a:r>
              <a:rPr lang="en-US" sz="2400" b="0" dirty="0">
                <a:solidFill>
                  <a:schemeClr val="tx1"/>
                </a:solidFill>
                <a:effectLst/>
                <a:latin typeface="Arial Narrow" panose="020B0606020202030204" pitchFamily="34" charset="0"/>
              </a:rPr>
              <a:t>A modern mathematician, using the language of calculus, would say: 1 </a:t>
            </a:r>
            <a:r>
              <a:rPr lang="en-US" sz="2400" b="0" dirty="0" err="1">
                <a:solidFill>
                  <a:schemeClr val="tx1"/>
                </a:solidFill>
                <a:effectLst/>
                <a:latin typeface="Arial Narrow" panose="020B0606020202030204" pitchFamily="34" charset="0"/>
              </a:rPr>
              <a:t>metre</a:t>
            </a:r>
            <a:r>
              <a:rPr lang="en-US" sz="2400" b="0" dirty="0">
                <a:solidFill>
                  <a:schemeClr val="tx1"/>
                </a:solidFill>
                <a:effectLst/>
                <a:latin typeface="Arial Narrow" panose="020B0606020202030204" pitchFamily="34" charset="0"/>
              </a:rPr>
              <a:t> is the limit of this sequence of distances. </a:t>
            </a:r>
          </a:p>
          <a:p>
            <a:pPr marL="457200" indent="-457200">
              <a:buFont typeface="Arial" panose="020B0604020202020204" pitchFamily="34" charset="0"/>
              <a:buChar char="•"/>
            </a:pPr>
            <a:endParaRPr lang="en-US" sz="2400" b="0" dirty="0">
              <a:solidFill>
                <a:schemeClr val="tx1"/>
              </a:solidFill>
              <a:effectLst/>
              <a:latin typeface="Arial Narrow" panose="020B0606020202030204" pitchFamily="34" charset="0"/>
            </a:endParaRPr>
          </a:p>
          <a:p>
            <a:pPr marL="457200" indent="-457200">
              <a:buFont typeface="Arial" panose="020B0604020202020204" pitchFamily="34" charset="0"/>
              <a:buChar char="•"/>
            </a:pPr>
            <a:endParaRPr lang="en-US" sz="2400" dirty="0">
              <a:latin typeface="Arial Narrow" panose="020B0606020202030204" pitchFamily="34" charset="0"/>
            </a:endParaRP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16E226E0-4A2D-49A7-BC2E-BC154AA87571}"/>
                  </a:ext>
                </a:extLst>
              </p:cNvPr>
              <p:cNvSpPr txBox="1"/>
              <p:nvPr/>
            </p:nvSpPr>
            <p:spPr>
              <a:xfrm>
                <a:off x="3256572" y="5304441"/>
                <a:ext cx="5934702" cy="13427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hr m:val="∑"/>
                          <m:ctrlPr>
                            <a:rPr lang="en-AU" sz="3200" i="1" smtClean="0">
                              <a:latin typeface="Cambria Math" panose="02040503050406030204" pitchFamily="18" charset="0"/>
                            </a:rPr>
                          </m:ctrlPr>
                        </m:naryPr>
                        <m:sub>
                          <m:r>
                            <m:rPr>
                              <m:brk m:alnAt="23"/>
                            </m:rPr>
                            <a:rPr lang="en-AU" sz="3200" b="0" i="1" smtClean="0">
                              <a:latin typeface="Cambria Math" panose="02040503050406030204" pitchFamily="18" charset="0"/>
                            </a:rPr>
                            <m:t>𝑛</m:t>
                          </m:r>
                          <m:r>
                            <a:rPr lang="en-AU" sz="3200" b="0" i="1" smtClean="0">
                              <a:latin typeface="Cambria Math" panose="02040503050406030204" pitchFamily="18" charset="0"/>
                            </a:rPr>
                            <m:t>=1</m:t>
                          </m:r>
                        </m:sub>
                        <m:sup>
                          <m:r>
                            <a:rPr lang="en-AU" sz="3200" i="1" smtClean="0">
                              <a:latin typeface="Cambria Math" panose="02040503050406030204" pitchFamily="18" charset="0"/>
                              <a:ea typeface="Cambria Math" panose="02040503050406030204" pitchFamily="18" charset="0"/>
                            </a:rPr>
                            <m:t>∞</m:t>
                          </m:r>
                        </m:sup>
                        <m:e>
                          <m:f>
                            <m:fPr>
                              <m:ctrlPr>
                                <a:rPr lang="en-AU" sz="3200" i="1" smtClean="0">
                                  <a:latin typeface="Cambria Math" panose="02040503050406030204" pitchFamily="18" charset="0"/>
                                </a:rPr>
                              </m:ctrlPr>
                            </m:fPr>
                            <m:num>
                              <m:r>
                                <a:rPr lang="en-AU" sz="3200" b="0" i="1" smtClean="0">
                                  <a:latin typeface="Cambria Math" panose="02040503050406030204" pitchFamily="18" charset="0"/>
                                </a:rPr>
                                <m:t>1</m:t>
                              </m:r>
                            </m:num>
                            <m:den>
                              <m:sSup>
                                <m:sSupPr>
                                  <m:ctrlPr>
                                    <a:rPr lang="en-AU" sz="3200" i="1" smtClean="0">
                                      <a:latin typeface="Cambria Math" panose="02040503050406030204" pitchFamily="18" charset="0"/>
                                    </a:rPr>
                                  </m:ctrlPr>
                                </m:sSupPr>
                                <m:e>
                                  <m:r>
                                    <a:rPr lang="en-AU" sz="3200" b="0" i="1" smtClean="0">
                                      <a:latin typeface="Cambria Math" panose="02040503050406030204" pitchFamily="18" charset="0"/>
                                    </a:rPr>
                                    <m:t>2</m:t>
                                  </m:r>
                                </m:e>
                                <m:sup>
                                  <m:r>
                                    <a:rPr lang="en-AU" sz="3200" b="0" i="1" smtClean="0">
                                      <a:latin typeface="Cambria Math" panose="02040503050406030204" pitchFamily="18" charset="0"/>
                                    </a:rPr>
                                    <m:t>𝑛</m:t>
                                  </m:r>
                                </m:sup>
                              </m:sSup>
                            </m:den>
                          </m:f>
                          <m:r>
                            <a:rPr lang="en-AU" sz="3200" b="0" i="1" smtClean="0">
                              <a:latin typeface="Cambria Math" panose="02040503050406030204" pitchFamily="18" charset="0"/>
                            </a:rPr>
                            <m:t>=</m:t>
                          </m:r>
                          <m:f>
                            <m:fPr>
                              <m:ctrlPr>
                                <a:rPr lang="en-AU" sz="3200" b="0" i="1" smtClean="0">
                                  <a:solidFill>
                                    <a:schemeClr val="accent1"/>
                                  </a:solidFill>
                                  <a:latin typeface="Cambria Math" panose="02040503050406030204" pitchFamily="18" charset="0"/>
                                </a:rPr>
                              </m:ctrlPr>
                            </m:fPr>
                            <m:num>
                              <m:r>
                                <a:rPr lang="en-AU" sz="3200" b="0" i="1" smtClean="0">
                                  <a:solidFill>
                                    <a:schemeClr val="accent1"/>
                                  </a:solidFill>
                                  <a:latin typeface="Cambria Math" panose="02040503050406030204" pitchFamily="18" charset="0"/>
                                </a:rPr>
                                <m:t>1</m:t>
                              </m:r>
                            </m:num>
                            <m:den>
                              <m:r>
                                <a:rPr lang="en-AU" sz="3200" b="0" i="1" smtClean="0">
                                  <a:solidFill>
                                    <a:schemeClr val="accent1"/>
                                  </a:solidFill>
                                  <a:latin typeface="Cambria Math" panose="02040503050406030204" pitchFamily="18" charset="0"/>
                                </a:rPr>
                                <m:t>2</m:t>
                              </m:r>
                            </m:den>
                          </m:f>
                          <m:r>
                            <a:rPr lang="en-AU" sz="3200" b="0" i="1" smtClean="0">
                              <a:latin typeface="Cambria Math" panose="02040503050406030204" pitchFamily="18" charset="0"/>
                            </a:rPr>
                            <m:t>+</m:t>
                          </m:r>
                          <m:f>
                            <m:fPr>
                              <m:ctrlPr>
                                <a:rPr lang="en-AU" sz="3200" b="0" i="1" smtClean="0">
                                  <a:solidFill>
                                    <a:schemeClr val="accent4"/>
                                  </a:solidFill>
                                  <a:latin typeface="Cambria Math" panose="02040503050406030204" pitchFamily="18" charset="0"/>
                                </a:rPr>
                              </m:ctrlPr>
                            </m:fPr>
                            <m:num>
                              <m:r>
                                <a:rPr lang="en-AU" sz="3200" b="0" i="1" smtClean="0">
                                  <a:solidFill>
                                    <a:schemeClr val="accent4"/>
                                  </a:solidFill>
                                  <a:latin typeface="Cambria Math" panose="02040503050406030204" pitchFamily="18" charset="0"/>
                                </a:rPr>
                                <m:t>1</m:t>
                              </m:r>
                            </m:num>
                            <m:den>
                              <m:r>
                                <a:rPr lang="en-AU" sz="3200" b="0" i="1" smtClean="0">
                                  <a:solidFill>
                                    <a:schemeClr val="accent4"/>
                                  </a:solidFill>
                                  <a:latin typeface="Cambria Math" panose="02040503050406030204" pitchFamily="18" charset="0"/>
                                </a:rPr>
                                <m:t>4</m:t>
                              </m:r>
                            </m:den>
                          </m:f>
                          <m:r>
                            <a:rPr lang="en-AU" sz="3200" b="0" i="1" smtClean="0">
                              <a:latin typeface="Cambria Math" panose="02040503050406030204" pitchFamily="18" charset="0"/>
                            </a:rPr>
                            <m:t>+</m:t>
                          </m:r>
                          <m:f>
                            <m:fPr>
                              <m:ctrlPr>
                                <a:rPr lang="en-AU" sz="3200" b="0" i="1" smtClean="0">
                                  <a:solidFill>
                                    <a:schemeClr val="accent6"/>
                                  </a:solidFill>
                                  <a:latin typeface="Cambria Math" panose="02040503050406030204" pitchFamily="18" charset="0"/>
                                </a:rPr>
                              </m:ctrlPr>
                            </m:fPr>
                            <m:num>
                              <m:r>
                                <a:rPr lang="en-AU" sz="3200" b="0" i="1" smtClean="0">
                                  <a:solidFill>
                                    <a:schemeClr val="accent6"/>
                                  </a:solidFill>
                                  <a:latin typeface="Cambria Math" panose="02040503050406030204" pitchFamily="18" charset="0"/>
                                </a:rPr>
                                <m:t>1</m:t>
                              </m:r>
                            </m:num>
                            <m:den>
                              <m:r>
                                <a:rPr lang="en-AU" sz="3200" b="0" i="1" smtClean="0">
                                  <a:solidFill>
                                    <a:schemeClr val="accent6"/>
                                  </a:solidFill>
                                  <a:latin typeface="Cambria Math" panose="02040503050406030204" pitchFamily="18" charset="0"/>
                                </a:rPr>
                                <m:t>8</m:t>
                              </m:r>
                            </m:den>
                          </m:f>
                          <m:r>
                            <a:rPr lang="en-AU" sz="3200" b="0" i="1" smtClean="0">
                              <a:latin typeface="Cambria Math" panose="02040503050406030204" pitchFamily="18" charset="0"/>
                            </a:rPr>
                            <m:t>+</m:t>
                          </m:r>
                          <m:f>
                            <m:fPr>
                              <m:ctrlPr>
                                <a:rPr lang="en-AU" sz="3200" b="0" i="1" smtClean="0">
                                  <a:solidFill>
                                    <a:srgbClr val="7030A0"/>
                                  </a:solidFill>
                                  <a:latin typeface="Cambria Math" panose="02040503050406030204" pitchFamily="18" charset="0"/>
                                </a:rPr>
                              </m:ctrlPr>
                            </m:fPr>
                            <m:num>
                              <m:r>
                                <a:rPr lang="en-AU" sz="3200" b="0" i="1" smtClean="0">
                                  <a:solidFill>
                                    <a:srgbClr val="7030A0"/>
                                  </a:solidFill>
                                  <a:latin typeface="Cambria Math" panose="02040503050406030204" pitchFamily="18" charset="0"/>
                                </a:rPr>
                                <m:t>1</m:t>
                              </m:r>
                            </m:num>
                            <m:den>
                              <m:r>
                                <a:rPr lang="en-AU" sz="3200" b="0" i="1" smtClean="0">
                                  <a:solidFill>
                                    <a:srgbClr val="7030A0"/>
                                  </a:solidFill>
                                  <a:latin typeface="Cambria Math" panose="02040503050406030204" pitchFamily="18" charset="0"/>
                                </a:rPr>
                                <m:t>16</m:t>
                              </m:r>
                            </m:den>
                          </m:f>
                          <m:r>
                            <a:rPr lang="en-AU" sz="3200" b="0" i="1" smtClean="0">
                              <a:latin typeface="Cambria Math" panose="02040503050406030204" pitchFamily="18" charset="0"/>
                            </a:rPr>
                            <m:t>+…=1</m:t>
                          </m:r>
                        </m:e>
                      </m:nary>
                    </m:oMath>
                  </m:oMathPara>
                </a14:m>
                <a:endParaRPr lang="en-AU" sz="3200" dirty="0"/>
              </a:p>
            </p:txBody>
          </p:sp>
        </mc:Choice>
        <mc:Fallback>
          <p:sp>
            <p:nvSpPr>
              <p:cNvPr id="10" name="TextBox 9">
                <a:extLst>
                  <a:ext uri="{FF2B5EF4-FFF2-40B4-BE49-F238E27FC236}">
                    <a16:creationId xmlns:a16="http://schemas.microsoft.com/office/drawing/2014/main" id="{16E226E0-4A2D-49A7-BC2E-BC154AA87571}"/>
                  </a:ext>
                </a:extLst>
              </p:cNvPr>
              <p:cNvSpPr txBox="1">
                <a:spLocks noRot="1" noChangeAspect="1" noMove="1" noResize="1" noEditPoints="1" noAdjustHandles="1" noChangeArrowheads="1" noChangeShapeType="1" noTextEdit="1"/>
              </p:cNvSpPr>
              <p:nvPr/>
            </p:nvSpPr>
            <p:spPr>
              <a:xfrm>
                <a:off x="3256572" y="5304441"/>
                <a:ext cx="5934702" cy="1342740"/>
              </a:xfrm>
              <a:prstGeom prst="rect">
                <a:avLst/>
              </a:prstGeom>
              <a:blipFill>
                <a:blip r:embed="rId3"/>
                <a:stretch>
                  <a:fillRect/>
                </a:stretch>
              </a:blipFill>
            </p:spPr>
            <p:txBody>
              <a:bodyPr/>
              <a:lstStyle/>
              <a:p>
                <a:r>
                  <a:rPr lang="en-AU">
                    <a:noFill/>
                  </a:rPr>
                  <a:t> </a:t>
                </a:r>
              </a:p>
            </p:txBody>
          </p:sp>
        </mc:Fallback>
      </mc:AlternateContent>
      <p:pic>
        <p:nvPicPr>
          <p:cNvPr id="11" name="Picture 4" descr="Zeno's Paradoxes | Interesting Thing of the Day">
            <a:extLst>
              <a:ext uri="{FF2B5EF4-FFF2-40B4-BE49-F238E27FC236}">
                <a16:creationId xmlns:a16="http://schemas.microsoft.com/office/drawing/2014/main" id="{5A76E8E7-C813-418E-A2B0-7682306484F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9569" t="19867" r="37355" b="53343"/>
          <a:stretch/>
        </p:blipFill>
        <p:spPr bwMode="auto">
          <a:xfrm>
            <a:off x="255181" y="3720418"/>
            <a:ext cx="1307805" cy="1275907"/>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DFFBA832-BB4E-4722-AEA0-9E5E02097210}"/>
              </a:ext>
            </a:extLst>
          </p:cNvPr>
          <p:cNvSpPr/>
          <p:nvPr/>
        </p:nvSpPr>
        <p:spPr>
          <a:xfrm>
            <a:off x="10732995" y="3429000"/>
            <a:ext cx="1331737" cy="1552495"/>
          </a:xfrm>
          <a:prstGeom prst="rect">
            <a:avLst/>
          </a:prstGeom>
          <a:solidFill>
            <a:schemeClr val="accent2">
              <a:lumMod val="75000"/>
            </a:schemeClr>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p>
        </p:txBody>
      </p:sp>
      <p:sp>
        <p:nvSpPr>
          <p:cNvPr id="13" name="Oval 12">
            <a:extLst>
              <a:ext uri="{FF2B5EF4-FFF2-40B4-BE49-F238E27FC236}">
                <a16:creationId xmlns:a16="http://schemas.microsoft.com/office/drawing/2014/main" id="{B80BF70C-71B4-452C-9100-812614F65419}"/>
              </a:ext>
            </a:extLst>
          </p:cNvPr>
          <p:cNvSpPr/>
          <p:nvPr/>
        </p:nvSpPr>
        <p:spPr>
          <a:xfrm>
            <a:off x="11660903" y="4266804"/>
            <a:ext cx="330293" cy="330293"/>
          </a:xfrm>
          <a:prstGeom prst="ellipse">
            <a:avLst/>
          </a:prstGeom>
          <a:solidFill>
            <a:schemeClr val="accent2">
              <a:lumMod val="50000"/>
            </a:schemeClr>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p>
        </p:txBody>
      </p:sp>
      <p:sp>
        <p:nvSpPr>
          <p:cNvPr id="14" name="TextBox 13">
            <a:extLst>
              <a:ext uri="{FF2B5EF4-FFF2-40B4-BE49-F238E27FC236}">
                <a16:creationId xmlns:a16="http://schemas.microsoft.com/office/drawing/2014/main" id="{5CB02B4D-0560-4780-B5F1-C16A3780920A}"/>
              </a:ext>
            </a:extLst>
          </p:cNvPr>
          <p:cNvSpPr txBox="1"/>
          <p:nvPr/>
        </p:nvSpPr>
        <p:spPr>
          <a:xfrm>
            <a:off x="5844490" y="4828556"/>
            <a:ext cx="779381" cy="400110"/>
          </a:xfrm>
          <a:prstGeom prst="rect">
            <a:avLst/>
          </a:prstGeom>
          <a:noFill/>
        </p:spPr>
        <p:txBody>
          <a:bodyPr wrap="none" rtlCol="0">
            <a:spAutoFit/>
          </a:bodyPr>
          <a:lstStyle/>
          <a:p>
            <a:r>
              <a:rPr lang="en-AU" sz="2000" dirty="0">
                <a:latin typeface="Agency FB" panose="020B0503020202020204" pitchFamily="34" charset="0"/>
              </a:rPr>
              <a:t>1 metre</a:t>
            </a:r>
          </a:p>
        </p:txBody>
      </p:sp>
      <p:cxnSp>
        <p:nvCxnSpPr>
          <p:cNvPr id="15" name="Straight Connector 14">
            <a:extLst>
              <a:ext uri="{FF2B5EF4-FFF2-40B4-BE49-F238E27FC236}">
                <a16:creationId xmlns:a16="http://schemas.microsoft.com/office/drawing/2014/main" id="{C1DF15FE-BBBD-4DF3-8459-A14ADF12D1ED}"/>
              </a:ext>
            </a:extLst>
          </p:cNvPr>
          <p:cNvCxnSpPr>
            <a:cxnSpLocks/>
          </p:cNvCxnSpPr>
          <p:nvPr/>
        </p:nvCxnSpPr>
        <p:spPr>
          <a:xfrm>
            <a:off x="1690577" y="4858103"/>
            <a:ext cx="892071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B02F4FF4-69F0-4EA8-AB5E-A21C58762512}"/>
              </a:ext>
            </a:extLst>
          </p:cNvPr>
          <p:cNvSpPr/>
          <p:nvPr/>
        </p:nvSpPr>
        <p:spPr>
          <a:xfrm>
            <a:off x="1684687" y="4592290"/>
            <a:ext cx="4545991" cy="1900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latin typeface="Agency FB" panose="020B0503020202020204" pitchFamily="34" charset="0"/>
              </a:rPr>
              <a:t>1/2</a:t>
            </a:r>
          </a:p>
        </p:txBody>
      </p:sp>
      <p:sp>
        <p:nvSpPr>
          <p:cNvPr id="17" name="Rectangle 16">
            <a:extLst>
              <a:ext uri="{FF2B5EF4-FFF2-40B4-BE49-F238E27FC236}">
                <a16:creationId xmlns:a16="http://schemas.microsoft.com/office/drawing/2014/main" id="{1021D167-917B-4338-9143-01768309C4E9}"/>
              </a:ext>
            </a:extLst>
          </p:cNvPr>
          <p:cNvSpPr/>
          <p:nvPr/>
        </p:nvSpPr>
        <p:spPr>
          <a:xfrm>
            <a:off x="6230678" y="4592285"/>
            <a:ext cx="2275200" cy="19003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AU" dirty="0">
                <a:latin typeface="Agency FB" panose="020B0503020202020204" pitchFamily="34" charset="0"/>
              </a:rPr>
              <a:t>1/4</a:t>
            </a:r>
          </a:p>
        </p:txBody>
      </p:sp>
      <p:sp>
        <p:nvSpPr>
          <p:cNvPr id="18" name="Rectangle 17">
            <a:extLst>
              <a:ext uri="{FF2B5EF4-FFF2-40B4-BE49-F238E27FC236}">
                <a16:creationId xmlns:a16="http://schemas.microsoft.com/office/drawing/2014/main" id="{8FEE1F48-0639-419F-9F69-FAC3FFA26E45}"/>
              </a:ext>
            </a:extLst>
          </p:cNvPr>
          <p:cNvSpPr/>
          <p:nvPr/>
        </p:nvSpPr>
        <p:spPr>
          <a:xfrm>
            <a:off x="8505878" y="4592285"/>
            <a:ext cx="1137600" cy="19003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AU" dirty="0">
                <a:latin typeface="Agency FB" panose="020B0503020202020204" pitchFamily="34" charset="0"/>
              </a:rPr>
              <a:t>1/8</a:t>
            </a:r>
          </a:p>
        </p:txBody>
      </p:sp>
      <p:sp>
        <p:nvSpPr>
          <p:cNvPr id="19" name="Rectangle 18">
            <a:extLst>
              <a:ext uri="{FF2B5EF4-FFF2-40B4-BE49-F238E27FC236}">
                <a16:creationId xmlns:a16="http://schemas.microsoft.com/office/drawing/2014/main" id="{640A3842-DB46-458C-8340-1A6F9E6965C9}"/>
              </a:ext>
            </a:extLst>
          </p:cNvPr>
          <p:cNvSpPr/>
          <p:nvPr/>
        </p:nvSpPr>
        <p:spPr>
          <a:xfrm>
            <a:off x="9643478" y="4587910"/>
            <a:ext cx="568800" cy="190038"/>
          </a:xfrm>
          <a:prstGeom prst="rect">
            <a:avLst/>
          </a:prstGeom>
          <a:solidFill>
            <a:srgbClr val="7030A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AU" dirty="0">
                <a:latin typeface="Agency FB" panose="020B0503020202020204" pitchFamily="34" charset="0"/>
              </a:rPr>
              <a:t>1/16</a:t>
            </a:r>
          </a:p>
        </p:txBody>
      </p:sp>
    </p:spTree>
    <p:extLst>
      <p:ext uri="{BB962C8B-B14F-4D97-AF65-F5344CB8AC3E}">
        <p14:creationId xmlns:p14="http://schemas.microsoft.com/office/powerpoint/2010/main" val="25800796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sp>
        <p:nvSpPr>
          <p:cNvPr id="24" name="TextBox 23">
            <a:extLst>
              <a:ext uri="{FF2B5EF4-FFF2-40B4-BE49-F238E27FC236}">
                <a16:creationId xmlns:a16="http://schemas.microsoft.com/office/drawing/2014/main" id="{8A46215E-B32E-44F6-8288-3DA4A99195E5}"/>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Jacob Bernoulli &amp; The Law of Large Numbers</a:t>
            </a:r>
          </a:p>
        </p:txBody>
      </p:sp>
      <p:pic>
        <p:nvPicPr>
          <p:cNvPr id="5" name="Picture 6" descr="Jakob Bernoulli">
            <a:extLst>
              <a:ext uri="{FF2B5EF4-FFF2-40B4-BE49-F238E27FC236}">
                <a16:creationId xmlns:a16="http://schemas.microsoft.com/office/drawing/2014/main" id="{8BF26077-08B2-4BF8-95CF-3645C650B1C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4894"/>
          <a:stretch/>
        </p:blipFill>
        <p:spPr bwMode="auto">
          <a:xfrm>
            <a:off x="262119" y="965903"/>
            <a:ext cx="4893912" cy="483246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5EEF53FE-9D48-4D0E-8D96-01B66E66F2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26468" y="1080217"/>
            <a:ext cx="6764079" cy="483148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166C276E-395B-4DBC-BBA7-CAF056B616A9}"/>
                  </a:ext>
                </a:extLst>
              </p:cNvPr>
              <p:cNvSpPr txBox="1"/>
              <p:nvPr/>
            </p:nvSpPr>
            <p:spPr>
              <a:xfrm>
                <a:off x="10495663" y="1300815"/>
                <a:ext cx="132921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AU" sz="3200" i="1" smtClean="0">
                              <a:latin typeface="Cambria Math" panose="02040503050406030204" pitchFamily="18" charset="0"/>
                            </a:rPr>
                          </m:ctrlPr>
                        </m:sSubPr>
                        <m:e>
                          <m:acc>
                            <m:accPr>
                              <m:chr m:val="̂"/>
                              <m:ctrlPr>
                                <a:rPr lang="en-AU" sz="3200" i="1">
                                  <a:latin typeface="Cambria Math" panose="02040503050406030204" pitchFamily="18" charset="0"/>
                                </a:rPr>
                              </m:ctrlPr>
                            </m:accPr>
                            <m:e>
                              <m:r>
                                <a:rPr lang="en-AU" sz="3200" i="1">
                                  <a:latin typeface="Cambria Math" panose="02040503050406030204" pitchFamily="18" charset="0"/>
                                </a:rPr>
                                <m:t>𝑝</m:t>
                              </m:r>
                            </m:e>
                          </m:acc>
                        </m:e>
                        <m:sub>
                          <m:r>
                            <a:rPr lang="en-AU" sz="3200" b="0" i="1" smtClean="0">
                              <a:latin typeface="Cambria Math" panose="02040503050406030204" pitchFamily="18" charset="0"/>
                            </a:rPr>
                            <m:t>𝑛</m:t>
                          </m:r>
                        </m:sub>
                      </m:sSub>
                      <m:r>
                        <a:rPr lang="en-AU" sz="3200" i="1" smtClean="0">
                          <a:latin typeface="Cambria Math" panose="02040503050406030204" pitchFamily="18" charset="0"/>
                          <a:ea typeface="Cambria Math" panose="02040503050406030204" pitchFamily="18" charset="0"/>
                        </a:rPr>
                        <m:t>→</m:t>
                      </m:r>
                      <m:r>
                        <a:rPr lang="en-AU" sz="3200" b="0" i="1" smtClean="0">
                          <a:latin typeface="Cambria Math" panose="02040503050406030204" pitchFamily="18" charset="0"/>
                          <a:ea typeface="Cambria Math" panose="02040503050406030204" pitchFamily="18" charset="0"/>
                        </a:rPr>
                        <m:t>𝑝</m:t>
                      </m:r>
                    </m:oMath>
                  </m:oMathPara>
                </a14:m>
                <a:endParaRPr lang="en-AU" sz="3200" dirty="0"/>
              </a:p>
            </p:txBody>
          </p:sp>
        </mc:Choice>
        <mc:Fallback>
          <p:sp>
            <p:nvSpPr>
              <p:cNvPr id="9" name="TextBox 8">
                <a:extLst>
                  <a:ext uri="{FF2B5EF4-FFF2-40B4-BE49-F238E27FC236}">
                    <a16:creationId xmlns:a16="http://schemas.microsoft.com/office/drawing/2014/main" id="{166C276E-395B-4DBC-BBA7-CAF056B616A9}"/>
                  </a:ext>
                </a:extLst>
              </p:cNvPr>
              <p:cNvSpPr txBox="1">
                <a:spLocks noRot="1" noChangeAspect="1" noMove="1" noResize="1" noEditPoints="1" noAdjustHandles="1" noChangeArrowheads="1" noChangeShapeType="1" noTextEdit="1"/>
              </p:cNvSpPr>
              <p:nvPr/>
            </p:nvSpPr>
            <p:spPr>
              <a:xfrm>
                <a:off x="10495663" y="1300815"/>
                <a:ext cx="1329210" cy="492443"/>
              </a:xfrm>
              <a:prstGeom prst="rect">
                <a:avLst/>
              </a:prstGeom>
              <a:blipFill>
                <a:blip r:embed="rId5"/>
                <a:stretch>
                  <a:fillRect/>
                </a:stretch>
              </a:blipFill>
            </p:spPr>
            <p:txBody>
              <a:bodyPr/>
              <a:lstStyle/>
              <a:p>
                <a:r>
                  <a:rPr lang="en-AU">
                    <a:noFill/>
                  </a:rPr>
                  <a:t> </a:t>
                </a:r>
              </a:p>
            </p:txBody>
          </p:sp>
        </mc:Fallback>
      </mc:AlternateContent>
    </p:spTree>
    <p:extLst>
      <p:ext uri="{BB962C8B-B14F-4D97-AF65-F5344CB8AC3E}">
        <p14:creationId xmlns:p14="http://schemas.microsoft.com/office/powerpoint/2010/main" val="316365299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sp>
        <p:nvSpPr>
          <p:cNvPr id="79" name="Rectangle 78">
            <a:extLst>
              <a:ext uri="{FF2B5EF4-FFF2-40B4-BE49-F238E27FC236}">
                <a16:creationId xmlns:a16="http://schemas.microsoft.com/office/drawing/2014/main" id="{24A1EF22-856C-4767-8E08-CC872E4C08D2}"/>
              </a:ext>
            </a:extLst>
          </p:cNvPr>
          <p:cNvSpPr/>
          <p:nvPr/>
        </p:nvSpPr>
        <p:spPr>
          <a:xfrm>
            <a:off x="265811" y="2053201"/>
            <a:ext cx="11642653" cy="3029162"/>
          </a:xfrm>
          <a:prstGeom prst="rect">
            <a:avLst/>
          </a:prstGeom>
          <a:solidFill>
            <a:schemeClr val="bg1"/>
          </a:solidFill>
          <a:ln w="63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b="0" i="0" dirty="0">
                <a:solidFill>
                  <a:srgbClr val="212529"/>
                </a:solidFill>
                <a:effectLst/>
                <a:latin typeface="Arial Narrow" panose="020B0606020202030204" pitchFamily="34" charset="0"/>
              </a:rPr>
              <a:t>Repeated observations can reduce random error. They can help us see stable patterns. They can allow us to estimate probabilities that cannot be calculated in advance. But they do not remove the need to ask how the data were produced.</a:t>
            </a:r>
          </a:p>
        </p:txBody>
      </p:sp>
      <p:sp>
        <p:nvSpPr>
          <p:cNvPr id="24" name="TextBox 23">
            <a:extLst>
              <a:ext uri="{FF2B5EF4-FFF2-40B4-BE49-F238E27FC236}">
                <a16:creationId xmlns:a16="http://schemas.microsoft.com/office/drawing/2014/main" id="{48F84509-64F1-4602-AB7D-11145C789364}"/>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Jacob Bernoulli &amp; The Law of Large Numbers</a:t>
            </a:r>
          </a:p>
        </p:txBody>
      </p:sp>
    </p:spTree>
    <p:extLst>
      <p:ext uri="{BB962C8B-B14F-4D97-AF65-F5344CB8AC3E}">
        <p14:creationId xmlns:p14="http://schemas.microsoft.com/office/powerpoint/2010/main" val="1980768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pic>
        <p:nvPicPr>
          <p:cNvPr id="2050" name="Picture 2" descr="Sherry Lansing - Horatio Alger">
            <a:extLst>
              <a:ext uri="{FF2B5EF4-FFF2-40B4-BE49-F238E27FC236}">
                <a16:creationId xmlns:a16="http://schemas.microsoft.com/office/drawing/2014/main" id="{C17C97F8-100E-482E-A647-64A3AC5635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553" y="1079094"/>
            <a:ext cx="3619500" cy="429577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72A7F727-1AF3-471E-B312-60DE74BFB6EB}"/>
              </a:ext>
            </a:extLst>
          </p:cNvPr>
          <p:cNvSpPr/>
          <p:nvPr/>
        </p:nvSpPr>
        <p:spPr>
          <a:xfrm>
            <a:off x="139553" y="5418516"/>
            <a:ext cx="3619500" cy="360390"/>
          </a:xfrm>
          <a:prstGeom prst="rect">
            <a:avLst/>
          </a:prstGeom>
          <a:solidFill>
            <a:schemeClr val="bg1"/>
          </a:solidFill>
          <a:ln w="63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800" b="0" i="0" dirty="0">
              <a:solidFill>
                <a:srgbClr val="FF0000"/>
              </a:solidFill>
              <a:effectLst/>
              <a:latin typeface="Arial Narrow" panose="020B0606020202030204" pitchFamily="34" charset="0"/>
            </a:endParaRPr>
          </a:p>
        </p:txBody>
      </p:sp>
      <p:sp>
        <p:nvSpPr>
          <p:cNvPr id="14" name="Rectangle 13">
            <a:extLst>
              <a:ext uri="{FF2B5EF4-FFF2-40B4-BE49-F238E27FC236}">
                <a16:creationId xmlns:a16="http://schemas.microsoft.com/office/drawing/2014/main" id="{4DF8B7FC-9E2F-4BA2-B6AE-1BE4514A35D2}"/>
              </a:ext>
            </a:extLst>
          </p:cNvPr>
          <p:cNvSpPr/>
          <p:nvPr/>
        </p:nvSpPr>
        <p:spPr>
          <a:xfrm>
            <a:off x="4157330" y="1736213"/>
            <a:ext cx="7751134" cy="3029162"/>
          </a:xfrm>
          <a:prstGeom prst="rect">
            <a:avLst/>
          </a:prstGeom>
          <a:solidFill>
            <a:schemeClr val="bg1"/>
          </a:solidFill>
          <a:ln w="63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defRPr/>
            </a:pPr>
            <a:r>
              <a:rPr lang="en-US" sz="4800" b="1" i="0" dirty="0">
                <a:solidFill>
                  <a:srgbClr val="212529"/>
                </a:solidFill>
                <a:effectLst/>
                <a:latin typeface="Agency FB" panose="020B0503020202020204" pitchFamily="34" charset="0"/>
              </a:rPr>
              <a:t>Sherry Lansing</a:t>
            </a:r>
          </a:p>
          <a:p>
            <a:pPr marL="457200" marR="0" lvl="0" indent="-4572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3000" b="0" i="0" dirty="0">
                <a:solidFill>
                  <a:srgbClr val="212529"/>
                </a:solidFill>
                <a:effectLst/>
                <a:latin typeface="Agency FB" panose="020B0503020202020204" pitchFamily="34" charset="0"/>
              </a:rPr>
              <a:t>Former studio executive, </a:t>
            </a:r>
            <a:r>
              <a:rPr lang="en-US" sz="3000" b="0" i="0" dirty="0">
                <a:solidFill>
                  <a:schemeClr val="accent1"/>
                </a:solidFill>
                <a:effectLst/>
                <a:latin typeface="Agency FB" panose="020B0503020202020204" pitchFamily="34" charset="0"/>
              </a:rPr>
              <a:t>Universal Music Group</a:t>
            </a:r>
          </a:p>
          <a:p>
            <a:pPr marL="457200" marR="0" lvl="0" indent="-4572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3000" dirty="0">
                <a:solidFill>
                  <a:srgbClr val="212529"/>
                </a:solidFill>
                <a:latin typeface="Agency FB" panose="020B0503020202020204" pitchFamily="34" charset="0"/>
              </a:rPr>
              <a:t>Director of the board, </a:t>
            </a:r>
            <a:r>
              <a:rPr lang="en-US" sz="3000" dirty="0">
                <a:solidFill>
                  <a:schemeClr val="accent1"/>
                </a:solidFill>
                <a:latin typeface="Agency FB" panose="020B0503020202020204" pitchFamily="34" charset="0"/>
              </a:rPr>
              <a:t>Paramount </a:t>
            </a:r>
            <a:r>
              <a:rPr lang="en-US" sz="3000" dirty="0" err="1">
                <a:solidFill>
                  <a:schemeClr val="accent1"/>
                </a:solidFill>
                <a:latin typeface="Agency FB" panose="020B0503020202020204" pitchFamily="34" charset="0"/>
              </a:rPr>
              <a:t>Skydance</a:t>
            </a:r>
            <a:endParaRPr lang="en-US" sz="3000" dirty="0">
              <a:solidFill>
                <a:schemeClr val="accent1"/>
              </a:solidFill>
              <a:latin typeface="Agency FB" panose="020B0503020202020204" pitchFamily="34" charset="0"/>
            </a:endParaRPr>
          </a:p>
          <a:p>
            <a:pPr marL="457200" marR="0" lvl="0" indent="-4572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3000" b="0" i="0" dirty="0">
                <a:solidFill>
                  <a:srgbClr val="212529"/>
                </a:solidFill>
                <a:effectLst/>
                <a:latin typeface="Agency FB" panose="020B0503020202020204" pitchFamily="34" charset="0"/>
              </a:rPr>
              <a:t>Chairwoman and CEO, </a:t>
            </a:r>
            <a:r>
              <a:rPr lang="en-US" sz="3000" b="0" i="0" dirty="0">
                <a:solidFill>
                  <a:schemeClr val="accent1"/>
                </a:solidFill>
                <a:effectLst/>
                <a:latin typeface="Agency FB" panose="020B0503020202020204" pitchFamily="34" charset="0"/>
              </a:rPr>
              <a:t>Paramount Pictures</a:t>
            </a:r>
          </a:p>
          <a:p>
            <a:pPr marL="457200" marR="0" lvl="0" indent="-4572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3000" dirty="0">
                <a:solidFill>
                  <a:srgbClr val="212529"/>
                </a:solidFill>
                <a:latin typeface="Agency FB" panose="020B0503020202020204" pitchFamily="34" charset="0"/>
              </a:rPr>
              <a:t>President of Production, </a:t>
            </a:r>
            <a:r>
              <a:rPr lang="en-US" sz="3000" dirty="0">
                <a:solidFill>
                  <a:schemeClr val="accent1"/>
                </a:solidFill>
                <a:latin typeface="Agency FB" panose="020B0503020202020204" pitchFamily="34" charset="0"/>
              </a:rPr>
              <a:t>20</a:t>
            </a:r>
            <a:r>
              <a:rPr lang="en-US" sz="3000" baseline="30000" dirty="0">
                <a:solidFill>
                  <a:schemeClr val="accent1"/>
                </a:solidFill>
                <a:latin typeface="Agency FB" panose="020B0503020202020204" pitchFamily="34" charset="0"/>
              </a:rPr>
              <a:t>th</a:t>
            </a:r>
            <a:r>
              <a:rPr lang="en-US" sz="3000" dirty="0">
                <a:solidFill>
                  <a:schemeClr val="accent1"/>
                </a:solidFill>
                <a:latin typeface="Agency FB" panose="020B0503020202020204" pitchFamily="34" charset="0"/>
              </a:rPr>
              <a:t> Century Fox</a:t>
            </a:r>
            <a:endParaRPr lang="en-US" sz="3000" b="0" i="0" dirty="0">
              <a:solidFill>
                <a:schemeClr val="accent1"/>
              </a:solidFill>
              <a:effectLst/>
              <a:latin typeface="Agency FB" panose="020B0503020202020204" pitchFamily="34" charset="0"/>
            </a:endParaRPr>
          </a:p>
        </p:txBody>
      </p:sp>
      <p:sp>
        <p:nvSpPr>
          <p:cNvPr id="28" name="TextBox 27">
            <a:extLst>
              <a:ext uri="{FF2B5EF4-FFF2-40B4-BE49-F238E27FC236}">
                <a16:creationId xmlns:a16="http://schemas.microsoft.com/office/drawing/2014/main" id="{EE2B9C84-198E-4F81-BF43-73F79A8AC1A8}"/>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The Law of Small Numbers</a:t>
            </a:r>
          </a:p>
        </p:txBody>
      </p:sp>
    </p:spTree>
    <p:extLst>
      <p:ext uri="{BB962C8B-B14F-4D97-AF65-F5344CB8AC3E}">
        <p14:creationId xmlns:p14="http://schemas.microsoft.com/office/powerpoint/2010/main" val="639961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1DB12A5E-AEF6-43C7-ABF7-D12E56023627}"/>
              </a:ext>
            </a:extLst>
          </p:cNvPr>
          <p:cNvCxnSpPr>
            <a:cxnSpLocks/>
          </p:cNvCxnSpPr>
          <p:nvPr/>
        </p:nvCxnSpPr>
        <p:spPr>
          <a:xfrm>
            <a:off x="265815" y="3200400"/>
            <a:ext cx="539070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7" name="Picture 2">
            <a:extLst>
              <a:ext uri="{FF2B5EF4-FFF2-40B4-BE49-F238E27FC236}">
                <a16:creationId xmlns:a16="http://schemas.microsoft.com/office/drawing/2014/main" id="{443BD419-AA3B-4524-B2D8-5788F2AE17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528" y="1694384"/>
            <a:ext cx="623776" cy="93566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4">
            <a:extLst>
              <a:ext uri="{FF2B5EF4-FFF2-40B4-BE49-F238E27FC236}">
                <a16:creationId xmlns:a16="http://schemas.microsoft.com/office/drawing/2014/main" id="{1B0E0596-9F75-48A8-87F3-3895DEE43D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2934" y="2137145"/>
            <a:ext cx="623776" cy="93566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6" descr="Titanic (1997) - IMDb">
            <a:extLst>
              <a:ext uri="{FF2B5EF4-FFF2-40B4-BE49-F238E27FC236}">
                <a16:creationId xmlns:a16="http://schemas.microsoft.com/office/drawing/2014/main" id="{170E691E-6D41-44A3-845C-C551B07328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64241" y="1765006"/>
            <a:ext cx="629321" cy="935664"/>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a:extLst>
              <a:ext uri="{FF2B5EF4-FFF2-40B4-BE49-F238E27FC236}">
                <a16:creationId xmlns:a16="http://schemas.microsoft.com/office/drawing/2014/main" id="{AE707A6A-E1F0-4897-82DC-0AFC8DC8B885}"/>
              </a:ext>
            </a:extLst>
          </p:cNvPr>
          <p:cNvCxnSpPr/>
          <p:nvPr/>
        </p:nvCxnSpPr>
        <p:spPr>
          <a:xfrm>
            <a:off x="785706" y="3200400"/>
            <a:ext cx="0" cy="1063256"/>
          </a:xfrm>
          <a:prstGeom prst="line">
            <a:avLst/>
          </a:prstGeom>
          <a:ln>
            <a:solidFill>
              <a:schemeClr val="tx1"/>
            </a:solidFill>
            <a:tailEnd type="oval" w="lg" len="lg"/>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6F0461A-821C-4314-979F-5BA02D021AA8}"/>
              </a:ext>
            </a:extLst>
          </p:cNvPr>
          <p:cNvSpPr txBox="1"/>
          <p:nvPr/>
        </p:nvSpPr>
        <p:spPr>
          <a:xfrm>
            <a:off x="-6438" y="4392269"/>
            <a:ext cx="1800000" cy="646331"/>
          </a:xfrm>
          <a:prstGeom prst="rect">
            <a:avLst/>
          </a:prstGeom>
          <a:noFill/>
        </p:spPr>
        <p:txBody>
          <a:bodyPr wrap="square" rtlCol="0">
            <a:spAutoFit/>
          </a:bodyPr>
          <a:lstStyle/>
          <a:p>
            <a:pPr algn="ctr"/>
            <a:r>
              <a:rPr lang="en-AU" dirty="0">
                <a:latin typeface="Agency FB" panose="020B0503020202020204" pitchFamily="34" charset="0"/>
              </a:rPr>
              <a:t>Lansing produces several award winning movies, Revenue increases. </a:t>
            </a:r>
          </a:p>
        </p:txBody>
      </p:sp>
      <p:pic>
        <p:nvPicPr>
          <p:cNvPr id="7170" name="Picture 2" descr="Timeline (2003) - IMDb">
            <a:extLst>
              <a:ext uri="{FF2B5EF4-FFF2-40B4-BE49-F238E27FC236}">
                <a16:creationId xmlns:a16="http://schemas.microsoft.com/office/drawing/2014/main" id="{54EAE875-15AD-44CF-B868-A55CD5A24F8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36289" y="1783169"/>
            <a:ext cx="637851" cy="936539"/>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 descr="Lara Croft Tomb Raider: The Cradle of Life | Rotten Tomatoes">
            <a:extLst>
              <a:ext uri="{FF2B5EF4-FFF2-40B4-BE49-F238E27FC236}">
                <a16:creationId xmlns:a16="http://schemas.microsoft.com/office/drawing/2014/main" id="{0604051E-AFA3-455E-BFCE-CA35085E4D2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92713" y="2112527"/>
            <a:ext cx="632230" cy="948346"/>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a:extLst>
              <a:ext uri="{FF2B5EF4-FFF2-40B4-BE49-F238E27FC236}">
                <a16:creationId xmlns:a16="http://schemas.microsoft.com/office/drawing/2014/main" id="{B8EB2E1B-747B-408E-87F7-81934650368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45077" y="1797385"/>
            <a:ext cx="624360" cy="936539"/>
          </a:xfrm>
          <a:prstGeom prst="rect">
            <a:avLst/>
          </a:prstGeom>
          <a:noFill/>
          <a:extLst>
            <a:ext uri="{909E8E84-426E-40DD-AFC4-6F175D3DCCD1}">
              <a14:hiddenFill xmlns:a14="http://schemas.microsoft.com/office/drawing/2010/main">
                <a:solidFill>
                  <a:srgbClr val="FFFFFF"/>
                </a:solidFill>
              </a14:hiddenFill>
            </a:ext>
          </a:extLst>
        </p:spPr>
      </p:pic>
      <p:cxnSp>
        <p:nvCxnSpPr>
          <p:cNvPr id="27" name="Straight Connector 26">
            <a:extLst>
              <a:ext uri="{FF2B5EF4-FFF2-40B4-BE49-F238E27FC236}">
                <a16:creationId xmlns:a16="http://schemas.microsoft.com/office/drawing/2014/main" id="{35C6D3D5-6534-459B-8C8B-60359652D5D2}"/>
              </a:ext>
            </a:extLst>
          </p:cNvPr>
          <p:cNvCxnSpPr/>
          <p:nvPr/>
        </p:nvCxnSpPr>
        <p:spPr>
          <a:xfrm>
            <a:off x="2705897" y="3200400"/>
            <a:ext cx="0" cy="1063256"/>
          </a:xfrm>
          <a:prstGeom prst="line">
            <a:avLst/>
          </a:prstGeom>
          <a:ln>
            <a:solidFill>
              <a:schemeClr val="tx1"/>
            </a:solidFill>
            <a:tailEnd type="oval" w="lg" len="lg"/>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9A1C1BE0-F8E4-4509-88E0-66D84725A30E}"/>
              </a:ext>
            </a:extLst>
          </p:cNvPr>
          <p:cNvSpPr txBox="1"/>
          <p:nvPr/>
        </p:nvSpPr>
        <p:spPr>
          <a:xfrm>
            <a:off x="1805897" y="4386194"/>
            <a:ext cx="1800000" cy="646331"/>
          </a:xfrm>
          <a:prstGeom prst="rect">
            <a:avLst/>
          </a:prstGeom>
          <a:noFill/>
        </p:spPr>
        <p:txBody>
          <a:bodyPr wrap="square" rtlCol="0">
            <a:spAutoFit/>
          </a:bodyPr>
          <a:lstStyle/>
          <a:p>
            <a:pPr algn="ctr"/>
            <a:r>
              <a:rPr lang="en-AU" dirty="0">
                <a:latin typeface="Agency FB" panose="020B0503020202020204" pitchFamily="34" charset="0"/>
              </a:rPr>
              <a:t>Lansing produces underperforming movies. Revenue decreases. </a:t>
            </a:r>
          </a:p>
        </p:txBody>
      </p:sp>
      <p:cxnSp>
        <p:nvCxnSpPr>
          <p:cNvPr id="29" name="Straight Connector 28">
            <a:extLst>
              <a:ext uri="{FF2B5EF4-FFF2-40B4-BE49-F238E27FC236}">
                <a16:creationId xmlns:a16="http://schemas.microsoft.com/office/drawing/2014/main" id="{C2712DD3-35E3-40CA-AB51-C44E2CE7712B}"/>
              </a:ext>
            </a:extLst>
          </p:cNvPr>
          <p:cNvCxnSpPr/>
          <p:nvPr/>
        </p:nvCxnSpPr>
        <p:spPr>
          <a:xfrm>
            <a:off x="5361877" y="3200400"/>
            <a:ext cx="0" cy="1063256"/>
          </a:xfrm>
          <a:prstGeom prst="line">
            <a:avLst/>
          </a:prstGeom>
          <a:ln>
            <a:solidFill>
              <a:schemeClr val="tx1"/>
            </a:solidFill>
            <a:tailEnd type="oval" w="lg" len="lg"/>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EC7F26F5-6B6B-4ACE-B578-2FB240D8AA49}"/>
              </a:ext>
            </a:extLst>
          </p:cNvPr>
          <p:cNvSpPr txBox="1"/>
          <p:nvPr/>
        </p:nvSpPr>
        <p:spPr>
          <a:xfrm>
            <a:off x="4625143" y="4402361"/>
            <a:ext cx="1800000" cy="369332"/>
          </a:xfrm>
          <a:prstGeom prst="rect">
            <a:avLst/>
          </a:prstGeom>
          <a:noFill/>
        </p:spPr>
        <p:txBody>
          <a:bodyPr wrap="square" rtlCol="0">
            <a:spAutoFit/>
          </a:bodyPr>
          <a:lstStyle/>
          <a:p>
            <a:pPr algn="ctr"/>
            <a:r>
              <a:rPr lang="en-AU" dirty="0">
                <a:latin typeface="Agency FB" panose="020B0503020202020204" pitchFamily="34" charset="0"/>
              </a:rPr>
              <a:t>Lansing let go</a:t>
            </a:r>
          </a:p>
        </p:txBody>
      </p:sp>
      <p:pic>
        <p:nvPicPr>
          <p:cNvPr id="7178" name="Picture 10" descr="War of the Worlds (2005) - IMDb">
            <a:extLst>
              <a:ext uri="{FF2B5EF4-FFF2-40B4-BE49-F238E27FC236}">
                <a16:creationId xmlns:a16="http://schemas.microsoft.com/office/drawing/2014/main" id="{4F1C86B2-49ED-4DD4-9B5A-5471411B36D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80151" y="2093607"/>
            <a:ext cx="632223" cy="935135"/>
          </a:xfrm>
          <a:prstGeom prst="rect">
            <a:avLst/>
          </a:prstGeom>
          <a:noFill/>
          <a:extLst>
            <a:ext uri="{909E8E84-426E-40DD-AFC4-6F175D3DCCD1}">
              <a14:hiddenFill xmlns:a14="http://schemas.microsoft.com/office/drawing/2010/main">
                <a:solidFill>
                  <a:srgbClr val="FFFFFF"/>
                </a:solidFill>
              </a14:hiddenFill>
            </a:ext>
          </a:extLst>
        </p:spPr>
      </p:pic>
      <p:pic>
        <p:nvPicPr>
          <p:cNvPr id="7180" name="Picture 12" descr="The Longest Yard (2005) - IMDb">
            <a:extLst>
              <a:ext uri="{FF2B5EF4-FFF2-40B4-BE49-F238E27FC236}">
                <a16:creationId xmlns:a16="http://schemas.microsoft.com/office/drawing/2014/main" id="{17DF506D-92DB-45E2-97A9-BDABA474E7B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42912" y="2189301"/>
            <a:ext cx="632223" cy="935664"/>
          </a:xfrm>
          <a:prstGeom prst="rect">
            <a:avLst/>
          </a:prstGeom>
          <a:noFill/>
          <a:extLst>
            <a:ext uri="{909E8E84-426E-40DD-AFC4-6F175D3DCCD1}">
              <a14:hiddenFill xmlns:a14="http://schemas.microsoft.com/office/drawing/2010/main">
                <a:solidFill>
                  <a:srgbClr val="FFFFFF"/>
                </a:solidFill>
              </a14:hiddenFill>
            </a:ext>
          </a:extLst>
        </p:spPr>
      </p:pic>
      <p:cxnSp>
        <p:nvCxnSpPr>
          <p:cNvPr id="34" name="Straight Connector 33">
            <a:extLst>
              <a:ext uri="{FF2B5EF4-FFF2-40B4-BE49-F238E27FC236}">
                <a16:creationId xmlns:a16="http://schemas.microsoft.com/office/drawing/2014/main" id="{332CE9EE-C3D3-49AB-AD92-FB34BF940BD6}"/>
              </a:ext>
            </a:extLst>
          </p:cNvPr>
          <p:cNvCxnSpPr/>
          <p:nvPr/>
        </p:nvCxnSpPr>
        <p:spPr>
          <a:xfrm>
            <a:off x="4315015" y="3200400"/>
            <a:ext cx="0" cy="1063256"/>
          </a:xfrm>
          <a:prstGeom prst="line">
            <a:avLst/>
          </a:prstGeom>
          <a:ln>
            <a:solidFill>
              <a:schemeClr val="tx1"/>
            </a:solidFill>
            <a:tailEnd type="oval" w="lg" len="lg"/>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04847601-45D9-4480-8FBF-3D0787EF7E45}"/>
              </a:ext>
            </a:extLst>
          </p:cNvPr>
          <p:cNvSpPr txBox="1"/>
          <p:nvPr/>
        </p:nvSpPr>
        <p:spPr>
          <a:xfrm>
            <a:off x="3617656" y="4386194"/>
            <a:ext cx="1394718" cy="1477328"/>
          </a:xfrm>
          <a:prstGeom prst="rect">
            <a:avLst/>
          </a:prstGeom>
          <a:noFill/>
        </p:spPr>
        <p:txBody>
          <a:bodyPr wrap="square" rtlCol="0">
            <a:spAutoFit/>
          </a:bodyPr>
          <a:lstStyle/>
          <a:p>
            <a:pPr algn="ctr"/>
            <a:r>
              <a:rPr lang="en-AU" dirty="0">
                <a:latin typeface="Agency FB" panose="020B0503020202020204" pitchFamily="34" charset="0"/>
              </a:rPr>
              <a:t>Lansing produces some of Paramounts best performing movies</a:t>
            </a:r>
          </a:p>
        </p:txBody>
      </p:sp>
      <p:graphicFrame>
        <p:nvGraphicFramePr>
          <p:cNvPr id="32" name="Chart 31">
            <a:extLst>
              <a:ext uri="{FF2B5EF4-FFF2-40B4-BE49-F238E27FC236}">
                <a16:creationId xmlns:a16="http://schemas.microsoft.com/office/drawing/2014/main" id="{769BD5D9-C3D7-4B04-AAB4-9606BD3D2925}"/>
              </a:ext>
            </a:extLst>
          </p:cNvPr>
          <p:cNvGraphicFramePr>
            <a:graphicFrameLocks/>
          </p:cNvGraphicFramePr>
          <p:nvPr/>
        </p:nvGraphicFramePr>
        <p:xfrm>
          <a:off x="5986130" y="1517077"/>
          <a:ext cx="6018028" cy="4376738"/>
        </p:xfrm>
        <a:graphic>
          <a:graphicData uri="http://schemas.openxmlformats.org/drawingml/2006/chart">
            <c:chart xmlns:c="http://schemas.openxmlformats.org/drawingml/2006/chart" xmlns:r="http://schemas.openxmlformats.org/officeDocument/2006/relationships" r:id="rId11"/>
          </a:graphicData>
        </a:graphic>
      </p:graphicFrame>
      <p:sp>
        <p:nvSpPr>
          <p:cNvPr id="47" name="TextBox 46">
            <a:extLst>
              <a:ext uri="{FF2B5EF4-FFF2-40B4-BE49-F238E27FC236}">
                <a16:creationId xmlns:a16="http://schemas.microsoft.com/office/drawing/2014/main" id="{4B788BEB-9A90-4AC7-A244-0D070E8232F6}"/>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The Law of Small Numbers</a:t>
            </a:r>
          </a:p>
        </p:txBody>
      </p:sp>
    </p:spTree>
    <p:extLst>
      <p:ext uri="{BB962C8B-B14F-4D97-AF65-F5344CB8AC3E}">
        <p14:creationId xmlns:p14="http://schemas.microsoft.com/office/powerpoint/2010/main" val="3641909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pic>
        <p:nvPicPr>
          <p:cNvPr id="13314" name="Picture 2" descr="A Word In Edgewise: Brief Notes on a Long Life – Lavender Magazine">
            <a:extLst>
              <a:ext uri="{FF2B5EF4-FFF2-40B4-BE49-F238E27FC236}">
                <a16:creationId xmlns:a16="http://schemas.microsoft.com/office/drawing/2014/main" id="{4F4CB9BA-B653-434A-91C5-AFA34AA8CA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7739" y="1166258"/>
            <a:ext cx="6957237" cy="4630911"/>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descr="Was Jeanne Calment the Oldest Person Who Ever Lived—or a Fraud? | The New  Yorker">
            <a:extLst>
              <a:ext uri="{FF2B5EF4-FFF2-40B4-BE49-F238E27FC236}">
                <a16:creationId xmlns:a16="http://schemas.microsoft.com/office/drawing/2014/main" id="{41485CE7-C40C-45C6-A73D-4A11FBE7C5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8367" y="1164874"/>
            <a:ext cx="3321493" cy="4624185"/>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AE417E3E-5B91-4828-8F43-33AAC7436915}"/>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The Law of Small Numbers</a:t>
            </a:r>
          </a:p>
        </p:txBody>
      </p:sp>
    </p:spTree>
    <p:extLst>
      <p:ext uri="{BB962C8B-B14F-4D97-AF65-F5344CB8AC3E}">
        <p14:creationId xmlns:p14="http://schemas.microsoft.com/office/powerpoint/2010/main" val="4168383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57DFB90A-EDA6-40CB-A8C0-C46E48B5A12A}"/>
              </a:ext>
            </a:extLst>
          </p:cNvPr>
          <p:cNvCxnSpPr>
            <a:cxnSpLocks/>
          </p:cNvCxnSpPr>
          <p:nvPr/>
        </p:nvCxnSpPr>
        <p:spPr>
          <a:xfrm>
            <a:off x="393405" y="3429000"/>
            <a:ext cx="115575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2C6126E-6E29-4137-9889-7BE3EE3529C7}"/>
              </a:ext>
            </a:extLst>
          </p:cNvPr>
          <p:cNvCxnSpPr/>
          <p:nvPr/>
        </p:nvCxnSpPr>
        <p:spPr>
          <a:xfrm>
            <a:off x="1870227" y="3429000"/>
            <a:ext cx="0" cy="1063256"/>
          </a:xfrm>
          <a:prstGeom prst="line">
            <a:avLst/>
          </a:prstGeom>
          <a:ln>
            <a:solidFill>
              <a:schemeClr val="tx1"/>
            </a:solidFill>
            <a:tailEnd type="oval" w="lg" len="lg"/>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AC4A9400-7BE7-4291-869C-F07102406991}"/>
              </a:ext>
            </a:extLst>
          </p:cNvPr>
          <p:cNvSpPr txBox="1"/>
          <p:nvPr/>
        </p:nvSpPr>
        <p:spPr>
          <a:xfrm>
            <a:off x="970227" y="4620869"/>
            <a:ext cx="1800000" cy="923330"/>
          </a:xfrm>
          <a:prstGeom prst="rect">
            <a:avLst/>
          </a:prstGeom>
          <a:noFill/>
        </p:spPr>
        <p:txBody>
          <a:bodyPr wrap="square" rtlCol="0">
            <a:spAutoFit/>
          </a:bodyPr>
          <a:lstStyle/>
          <a:p>
            <a:pPr algn="ctr"/>
            <a:r>
              <a:rPr lang="en-AU" b="1" dirty="0">
                <a:latin typeface="Agency FB" panose="020B0503020202020204" pitchFamily="34" charset="0"/>
              </a:rPr>
              <a:t>Calment: Aged 90</a:t>
            </a:r>
          </a:p>
          <a:p>
            <a:pPr algn="ctr"/>
            <a:r>
              <a:rPr lang="en-AU" b="1" dirty="0">
                <a:latin typeface="Agency FB" panose="020B0503020202020204" pitchFamily="34" charset="0"/>
              </a:rPr>
              <a:t>Lawyer: Aged 47</a:t>
            </a:r>
          </a:p>
          <a:p>
            <a:pPr algn="ctr"/>
            <a:r>
              <a:rPr lang="en-AU" dirty="0">
                <a:solidFill>
                  <a:schemeClr val="accent6"/>
                </a:solidFill>
                <a:latin typeface="Agency FB" panose="020B0503020202020204" pitchFamily="34" charset="0"/>
              </a:rPr>
              <a:t>Deal made</a:t>
            </a:r>
          </a:p>
        </p:txBody>
      </p:sp>
      <p:sp>
        <p:nvSpPr>
          <p:cNvPr id="19" name="TextBox 18">
            <a:extLst>
              <a:ext uri="{FF2B5EF4-FFF2-40B4-BE49-F238E27FC236}">
                <a16:creationId xmlns:a16="http://schemas.microsoft.com/office/drawing/2014/main" id="{32600AB2-6538-4ABF-8E4C-FF2D1E496758}"/>
              </a:ext>
            </a:extLst>
          </p:cNvPr>
          <p:cNvSpPr txBox="1"/>
          <p:nvPr/>
        </p:nvSpPr>
        <p:spPr>
          <a:xfrm>
            <a:off x="2132720" y="1376239"/>
            <a:ext cx="1800000" cy="923330"/>
          </a:xfrm>
          <a:prstGeom prst="rect">
            <a:avLst/>
          </a:prstGeom>
          <a:noFill/>
        </p:spPr>
        <p:txBody>
          <a:bodyPr wrap="square" rtlCol="0">
            <a:spAutoFit/>
          </a:bodyPr>
          <a:lstStyle/>
          <a:p>
            <a:pPr algn="ctr"/>
            <a:r>
              <a:rPr lang="en-AU" b="1" dirty="0">
                <a:latin typeface="Agency FB" panose="020B0503020202020204" pitchFamily="34" charset="0"/>
              </a:rPr>
              <a:t>Calment: Aged 95</a:t>
            </a:r>
          </a:p>
          <a:p>
            <a:pPr algn="ctr"/>
            <a:r>
              <a:rPr lang="en-AU" b="1" dirty="0">
                <a:latin typeface="Agency FB" panose="020B0503020202020204" pitchFamily="34" charset="0"/>
              </a:rPr>
              <a:t>Lawyer: Aged 53</a:t>
            </a:r>
          </a:p>
          <a:p>
            <a:pPr algn="ctr"/>
            <a:r>
              <a:rPr lang="en-AU" dirty="0">
                <a:solidFill>
                  <a:schemeClr val="bg1"/>
                </a:solidFill>
                <a:latin typeface="Agency FB" panose="020B0503020202020204" pitchFamily="34" charset="0"/>
              </a:rPr>
              <a:t>Deal made</a:t>
            </a:r>
          </a:p>
        </p:txBody>
      </p:sp>
      <p:cxnSp>
        <p:nvCxnSpPr>
          <p:cNvPr id="25" name="Straight Connector 24">
            <a:extLst>
              <a:ext uri="{FF2B5EF4-FFF2-40B4-BE49-F238E27FC236}">
                <a16:creationId xmlns:a16="http://schemas.microsoft.com/office/drawing/2014/main" id="{A1C242F6-943D-449C-A917-C5408C07DAD7}"/>
              </a:ext>
            </a:extLst>
          </p:cNvPr>
          <p:cNvCxnSpPr>
            <a:cxnSpLocks/>
          </p:cNvCxnSpPr>
          <p:nvPr/>
        </p:nvCxnSpPr>
        <p:spPr>
          <a:xfrm flipV="1">
            <a:off x="3032720" y="2367000"/>
            <a:ext cx="0" cy="1062000"/>
          </a:xfrm>
          <a:prstGeom prst="line">
            <a:avLst/>
          </a:prstGeom>
          <a:ln>
            <a:solidFill>
              <a:schemeClr val="tx1"/>
            </a:solidFill>
            <a:tailEnd type="oval" w="lg" len="lg"/>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E7F02EC8-6195-4354-BE9A-C27AFC1B5352}"/>
              </a:ext>
            </a:extLst>
          </p:cNvPr>
          <p:cNvCxnSpPr/>
          <p:nvPr/>
        </p:nvCxnSpPr>
        <p:spPr>
          <a:xfrm>
            <a:off x="4601467" y="3447694"/>
            <a:ext cx="0" cy="1063256"/>
          </a:xfrm>
          <a:prstGeom prst="line">
            <a:avLst/>
          </a:prstGeom>
          <a:ln>
            <a:solidFill>
              <a:schemeClr val="tx1"/>
            </a:solidFill>
            <a:tailEnd type="oval" w="lg" len="lg"/>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00821551-7DEE-493E-91BD-6F9EB99EE0CC}"/>
              </a:ext>
            </a:extLst>
          </p:cNvPr>
          <p:cNvSpPr txBox="1"/>
          <p:nvPr/>
        </p:nvSpPr>
        <p:spPr>
          <a:xfrm>
            <a:off x="3701467" y="4639563"/>
            <a:ext cx="1800000" cy="923330"/>
          </a:xfrm>
          <a:prstGeom prst="rect">
            <a:avLst/>
          </a:prstGeom>
          <a:noFill/>
        </p:spPr>
        <p:txBody>
          <a:bodyPr wrap="square" rtlCol="0">
            <a:spAutoFit/>
          </a:bodyPr>
          <a:lstStyle/>
          <a:p>
            <a:pPr algn="ctr"/>
            <a:r>
              <a:rPr lang="en-AU" b="1" dirty="0">
                <a:latin typeface="Agency FB" panose="020B0503020202020204" pitchFamily="34" charset="0"/>
              </a:rPr>
              <a:t>Calment: Aged 100</a:t>
            </a:r>
          </a:p>
          <a:p>
            <a:pPr algn="ctr"/>
            <a:r>
              <a:rPr lang="en-AU" b="1" dirty="0">
                <a:latin typeface="Agency FB" panose="020B0503020202020204" pitchFamily="34" charset="0"/>
              </a:rPr>
              <a:t>Lawyer: Aged 58</a:t>
            </a:r>
          </a:p>
          <a:p>
            <a:pPr algn="ctr"/>
            <a:r>
              <a:rPr lang="en-AU" dirty="0">
                <a:solidFill>
                  <a:schemeClr val="bg1"/>
                </a:solidFill>
                <a:latin typeface="Agency FB" panose="020B0503020202020204" pitchFamily="34" charset="0"/>
              </a:rPr>
              <a:t>Deal made</a:t>
            </a:r>
          </a:p>
        </p:txBody>
      </p:sp>
      <p:sp>
        <p:nvSpPr>
          <p:cNvPr id="29" name="TextBox 28">
            <a:extLst>
              <a:ext uri="{FF2B5EF4-FFF2-40B4-BE49-F238E27FC236}">
                <a16:creationId xmlns:a16="http://schemas.microsoft.com/office/drawing/2014/main" id="{83DD9881-48D7-46B1-B7B7-B6B00168F6A4}"/>
              </a:ext>
            </a:extLst>
          </p:cNvPr>
          <p:cNvSpPr txBox="1"/>
          <p:nvPr/>
        </p:nvSpPr>
        <p:spPr>
          <a:xfrm>
            <a:off x="4863960" y="1384300"/>
            <a:ext cx="1800000" cy="923330"/>
          </a:xfrm>
          <a:prstGeom prst="rect">
            <a:avLst/>
          </a:prstGeom>
          <a:noFill/>
        </p:spPr>
        <p:txBody>
          <a:bodyPr wrap="square" rtlCol="0">
            <a:spAutoFit/>
          </a:bodyPr>
          <a:lstStyle/>
          <a:p>
            <a:pPr algn="ctr"/>
            <a:r>
              <a:rPr lang="en-AU" b="1" dirty="0">
                <a:latin typeface="Agency FB" panose="020B0503020202020204" pitchFamily="34" charset="0"/>
              </a:rPr>
              <a:t>Calment: Aged 105</a:t>
            </a:r>
          </a:p>
          <a:p>
            <a:pPr algn="ctr"/>
            <a:r>
              <a:rPr lang="en-AU" b="1" dirty="0">
                <a:latin typeface="Agency FB" panose="020B0503020202020204" pitchFamily="34" charset="0"/>
              </a:rPr>
              <a:t>Lawyer: Aged 63</a:t>
            </a:r>
          </a:p>
          <a:p>
            <a:pPr algn="ctr"/>
            <a:r>
              <a:rPr lang="en-AU" dirty="0">
                <a:solidFill>
                  <a:schemeClr val="bg1"/>
                </a:solidFill>
                <a:latin typeface="Agency FB" panose="020B0503020202020204" pitchFamily="34" charset="0"/>
              </a:rPr>
              <a:t>Lawyer Died</a:t>
            </a:r>
          </a:p>
        </p:txBody>
      </p:sp>
      <p:cxnSp>
        <p:nvCxnSpPr>
          <p:cNvPr id="30" name="Straight Connector 29">
            <a:extLst>
              <a:ext uri="{FF2B5EF4-FFF2-40B4-BE49-F238E27FC236}">
                <a16:creationId xmlns:a16="http://schemas.microsoft.com/office/drawing/2014/main" id="{650BD520-5065-4DDB-B0B9-E49AF4375A4E}"/>
              </a:ext>
            </a:extLst>
          </p:cNvPr>
          <p:cNvCxnSpPr>
            <a:cxnSpLocks/>
          </p:cNvCxnSpPr>
          <p:nvPr/>
        </p:nvCxnSpPr>
        <p:spPr>
          <a:xfrm flipV="1">
            <a:off x="5763960" y="2375061"/>
            <a:ext cx="0" cy="1062000"/>
          </a:xfrm>
          <a:prstGeom prst="line">
            <a:avLst/>
          </a:prstGeom>
          <a:ln>
            <a:solidFill>
              <a:schemeClr val="tx1"/>
            </a:solidFill>
            <a:tailEnd type="oval" w="lg" len="lg"/>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36FB029-66E8-46C1-8FDC-F432EF0393DC}"/>
              </a:ext>
            </a:extLst>
          </p:cNvPr>
          <p:cNvCxnSpPr/>
          <p:nvPr/>
        </p:nvCxnSpPr>
        <p:spPr>
          <a:xfrm>
            <a:off x="7332707" y="3445122"/>
            <a:ext cx="0" cy="1063256"/>
          </a:xfrm>
          <a:prstGeom prst="line">
            <a:avLst/>
          </a:prstGeom>
          <a:ln>
            <a:solidFill>
              <a:schemeClr val="tx1"/>
            </a:solidFill>
            <a:tailEnd type="oval" w="lg" len="lg"/>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1C4E6549-DFBB-4941-B65C-DC541468C9CA}"/>
              </a:ext>
            </a:extLst>
          </p:cNvPr>
          <p:cNvSpPr txBox="1"/>
          <p:nvPr/>
        </p:nvSpPr>
        <p:spPr>
          <a:xfrm>
            <a:off x="6432707" y="4636991"/>
            <a:ext cx="1800000" cy="923330"/>
          </a:xfrm>
          <a:prstGeom prst="rect">
            <a:avLst/>
          </a:prstGeom>
          <a:noFill/>
        </p:spPr>
        <p:txBody>
          <a:bodyPr wrap="square" rtlCol="0">
            <a:spAutoFit/>
          </a:bodyPr>
          <a:lstStyle/>
          <a:p>
            <a:pPr algn="ctr"/>
            <a:r>
              <a:rPr lang="en-AU" b="1" dirty="0">
                <a:latin typeface="Agency FB" panose="020B0503020202020204" pitchFamily="34" charset="0"/>
              </a:rPr>
              <a:t>Calment: Aged 110</a:t>
            </a:r>
          </a:p>
          <a:p>
            <a:pPr algn="ctr"/>
            <a:r>
              <a:rPr lang="en-AU" b="1" dirty="0">
                <a:latin typeface="Agency FB" panose="020B0503020202020204" pitchFamily="34" charset="0"/>
              </a:rPr>
              <a:t>Lawyer: Aged 68</a:t>
            </a:r>
          </a:p>
          <a:p>
            <a:pPr algn="ctr"/>
            <a:r>
              <a:rPr lang="en-AU" dirty="0">
                <a:solidFill>
                  <a:schemeClr val="bg1"/>
                </a:solidFill>
                <a:latin typeface="Agency FB" panose="020B0503020202020204" pitchFamily="34" charset="0"/>
              </a:rPr>
              <a:t>Deal made</a:t>
            </a:r>
          </a:p>
        </p:txBody>
      </p:sp>
      <p:sp>
        <p:nvSpPr>
          <p:cNvPr id="33" name="TextBox 32">
            <a:extLst>
              <a:ext uri="{FF2B5EF4-FFF2-40B4-BE49-F238E27FC236}">
                <a16:creationId xmlns:a16="http://schemas.microsoft.com/office/drawing/2014/main" id="{00CBF244-2F6E-4195-9C85-B3D10F486302}"/>
              </a:ext>
            </a:extLst>
          </p:cNvPr>
          <p:cNvSpPr txBox="1"/>
          <p:nvPr/>
        </p:nvSpPr>
        <p:spPr>
          <a:xfrm>
            <a:off x="7595200" y="1392361"/>
            <a:ext cx="1800000" cy="923330"/>
          </a:xfrm>
          <a:prstGeom prst="rect">
            <a:avLst/>
          </a:prstGeom>
          <a:noFill/>
        </p:spPr>
        <p:txBody>
          <a:bodyPr wrap="square" rtlCol="0">
            <a:spAutoFit/>
          </a:bodyPr>
          <a:lstStyle/>
          <a:p>
            <a:pPr algn="ctr"/>
            <a:r>
              <a:rPr lang="en-AU" b="1" dirty="0">
                <a:latin typeface="Agency FB" panose="020B0503020202020204" pitchFamily="34" charset="0"/>
              </a:rPr>
              <a:t>Calment: Aged 115</a:t>
            </a:r>
          </a:p>
          <a:p>
            <a:pPr algn="ctr"/>
            <a:r>
              <a:rPr lang="en-AU" b="1" dirty="0">
                <a:latin typeface="Agency FB" panose="020B0503020202020204" pitchFamily="34" charset="0"/>
              </a:rPr>
              <a:t>Lawyer: Aged 73</a:t>
            </a:r>
          </a:p>
          <a:p>
            <a:pPr algn="ctr"/>
            <a:r>
              <a:rPr lang="en-AU" dirty="0">
                <a:solidFill>
                  <a:schemeClr val="bg1"/>
                </a:solidFill>
                <a:latin typeface="Agency FB" panose="020B0503020202020204" pitchFamily="34" charset="0"/>
              </a:rPr>
              <a:t>Deal made</a:t>
            </a:r>
          </a:p>
        </p:txBody>
      </p:sp>
      <p:cxnSp>
        <p:nvCxnSpPr>
          <p:cNvPr id="34" name="Straight Connector 33">
            <a:extLst>
              <a:ext uri="{FF2B5EF4-FFF2-40B4-BE49-F238E27FC236}">
                <a16:creationId xmlns:a16="http://schemas.microsoft.com/office/drawing/2014/main" id="{862D5371-62FF-49BB-BE20-FF7E04DA981D}"/>
              </a:ext>
            </a:extLst>
          </p:cNvPr>
          <p:cNvCxnSpPr>
            <a:cxnSpLocks/>
          </p:cNvCxnSpPr>
          <p:nvPr/>
        </p:nvCxnSpPr>
        <p:spPr>
          <a:xfrm flipV="1">
            <a:off x="8495200" y="2383122"/>
            <a:ext cx="0" cy="1062000"/>
          </a:xfrm>
          <a:prstGeom prst="line">
            <a:avLst/>
          </a:prstGeom>
          <a:ln>
            <a:solidFill>
              <a:schemeClr val="tx1"/>
            </a:solidFill>
            <a:tailEnd type="oval" w="lg" len="lg"/>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C7FB384-7947-44CF-8815-EC983EDF8B4B}"/>
              </a:ext>
            </a:extLst>
          </p:cNvPr>
          <p:cNvCxnSpPr/>
          <p:nvPr/>
        </p:nvCxnSpPr>
        <p:spPr>
          <a:xfrm>
            <a:off x="10063947" y="3453184"/>
            <a:ext cx="0" cy="1063256"/>
          </a:xfrm>
          <a:prstGeom prst="line">
            <a:avLst/>
          </a:prstGeom>
          <a:ln>
            <a:solidFill>
              <a:schemeClr val="tx1"/>
            </a:solidFill>
            <a:tailEnd type="oval" w="lg" len="lg"/>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05674D08-1FEC-4BC1-9EC6-A4529422CEB6}"/>
              </a:ext>
            </a:extLst>
          </p:cNvPr>
          <p:cNvSpPr txBox="1"/>
          <p:nvPr/>
        </p:nvSpPr>
        <p:spPr>
          <a:xfrm>
            <a:off x="9163947" y="4645053"/>
            <a:ext cx="1800000" cy="923330"/>
          </a:xfrm>
          <a:prstGeom prst="rect">
            <a:avLst/>
          </a:prstGeom>
          <a:noFill/>
        </p:spPr>
        <p:txBody>
          <a:bodyPr wrap="square" rtlCol="0">
            <a:spAutoFit/>
          </a:bodyPr>
          <a:lstStyle/>
          <a:p>
            <a:pPr algn="ctr"/>
            <a:r>
              <a:rPr lang="en-AU" b="1" dirty="0">
                <a:latin typeface="Agency FB" panose="020B0503020202020204" pitchFamily="34" charset="0"/>
              </a:rPr>
              <a:t>Calment: Aged 120</a:t>
            </a:r>
          </a:p>
          <a:p>
            <a:pPr algn="ctr"/>
            <a:r>
              <a:rPr lang="en-AU" b="1" dirty="0">
                <a:latin typeface="Agency FB" panose="020B0503020202020204" pitchFamily="34" charset="0"/>
              </a:rPr>
              <a:t>Lawyer: Aged 78</a:t>
            </a:r>
          </a:p>
          <a:p>
            <a:pPr algn="ctr"/>
            <a:r>
              <a:rPr lang="en-AU" dirty="0">
                <a:solidFill>
                  <a:srgbClr val="FF0000"/>
                </a:solidFill>
                <a:latin typeface="Agency FB" panose="020B0503020202020204" pitchFamily="34" charset="0"/>
              </a:rPr>
              <a:t>Lawyer died</a:t>
            </a:r>
          </a:p>
        </p:txBody>
      </p:sp>
      <p:sp>
        <p:nvSpPr>
          <p:cNvPr id="37" name="TextBox 36">
            <a:extLst>
              <a:ext uri="{FF2B5EF4-FFF2-40B4-BE49-F238E27FC236}">
                <a16:creationId xmlns:a16="http://schemas.microsoft.com/office/drawing/2014/main" id="{77024298-F9F0-466C-80B0-F9E752B9AEA0}"/>
              </a:ext>
            </a:extLst>
          </p:cNvPr>
          <p:cNvSpPr txBox="1"/>
          <p:nvPr/>
        </p:nvSpPr>
        <p:spPr>
          <a:xfrm>
            <a:off x="9426440" y="1379157"/>
            <a:ext cx="1800000" cy="646331"/>
          </a:xfrm>
          <a:prstGeom prst="rect">
            <a:avLst/>
          </a:prstGeom>
          <a:noFill/>
        </p:spPr>
        <p:txBody>
          <a:bodyPr wrap="square" rtlCol="0">
            <a:spAutoFit/>
          </a:bodyPr>
          <a:lstStyle/>
          <a:p>
            <a:pPr algn="ctr"/>
            <a:r>
              <a:rPr lang="en-AU" b="1" dirty="0">
                <a:latin typeface="Agency FB" panose="020B0503020202020204" pitchFamily="34" charset="0"/>
              </a:rPr>
              <a:t>Calment: Aged 122</a:t>
            </a:r>
          </a:p>
          <a:p>
            <a:pPr algn="ctr"/>
            <a:r>
              <a:rPr lang="en-AU" dirty="0">
                <a:solidFill>
                  <a:srgbClr val="FF0000"/>
                </a:solidFill>
                <a:latin typeface="Agency FB" panose="020B0503020202020204" pitchFamily="34" charset="0"/>
              </a:rPr>
              <a:t>Calment died</a:t>
            </a:r>
          </a:p>
        </p:txBody>
      </p:sp>
      <p:cxnSp>
        <p:nvCxnSpPr>
          <p:cNvPr id="38" name="Straight Connector 37">
            <a:extLst>
              <a:ext uri="{FF2B5EF4-FFF2-40B4-BE49-F238E27FC236}">
                <a16:creationId xmlns:a16="http://schemas.microsoft.com/office/drawing/2014/main" id="{9BDDB314-0304-4942-8A29-BD1DC332199A}"/>
              </a:ext>
            </a:extLst>
          </p:cNvPr>
          <p:cNvCxnSpPr>
            <a:cxnSpLocks/>
          </p:cNvCxnSpPr>
          <p:nvPr/>
        </p:nvCxnSpPr>
        <p:spPr>
          <a:xfrm flipV="1">
            <a:off x="10326440" y="2369918"/>
            <a:ext cx="0" cy="1062000"/>
          </a:xfrm>
          <a:prstGeom prst="line">
            <a:avLst/>
          </a:prstGeom>
          <a:ln>
            <a:solidFill>
              <a:schemeClr val="tx1"/>
            </a:solidFill>
            <a:tailEnd type="oval" w="lg" len="lg"/>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55021545-A26D-4B7B-802B-DD67463F8B6A}"/>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The Law of Small Numbers</a:t>
            </a:r>
          </a:p>
        </p:txBody>
      </p:sp>
    </p:spTree>
    <p:extLst>
      <p:ext uri="{BB962C8B-B14F-4D97-AF65-F5344CB8AC3E}">
        <p14:creationId xmlns:p14="http://schemas.microsoft.com/office/powerpoint/2010/main" val="1679278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60BBBF2-8AA9-4B8D-84B9-67BDFDF78248}"/>
              </a:ext>
            </a:extLst>
          </p:cNvPr>
          <p:cNvGraphicFramePr>
            <a:graphicFrameLocks noGrp="1"/>
          </p:cNvGraphicFramePr>
          <p:nvPr>
            <p:extLst>
              <p:ext uri="{D42A27DB-BD31-4B8C-83A1-F6EECF244321}">
                <p14:modId xmlns:p14="http://schemas.microsoft.com/office/powerpoint/2010/main" val="278194907"/>
              </p:ext>
            </p:extLst>
          </p:nvPr>
        </p:nvGraphicFramePr>
        <p:xfrm>
          <a:off x="838200" y="2732504"/>
          <a:ext cx="10515600" cy="2238375"/>
        </p:xfrm>
        <a:graphic>
          <a:graphicData uri="http://schemas.openxmlformats.org/drawingml/2006/table">
            <a:tbl>
              <a:tblPr>
                <a:tableStyleId>{793D81CF-94F2-401A-BA57-92F5A7B2D0C5}</a:tableStyleId>
              </a:tblPr>
              <a:tblGrid>
                <a:gridCol w="3505200">
                  <a:extLst>
                    <a:ext uri="{9D8B030D-6E8A-4147-A177-3AD203B41FA5}">
                      <a16:colId xmlns:a16="http://schemas.microsoft.com/office/drawing/2014/main" val="100304980"/>
                    </a:ext>
                  </a:extLst>
                </a:gridCol>
                <a:gridCol w="3505200">
                  <a:extLst>
                    <a:ext uri="{9D8B030D-6E8A-4147-A177-3AD203B41FA5}">
                      <a16:colId xmlns:a16="http://schemas.microsoft.com/office/drawing/2014/main" val="2313401563"/>
                    </a:ext>
                  </a:extLst>
                </a:gridCol>
                <a:gridCol w="3505200">
                  <a:extLst>
                    <a:ext uri="{9D8B030D-6E8A-4147-A177-3AD203B41FA5}">
                      <a16:colId xmlns:a16="http://schemas.microsoft.com/office/drawing/2014/main" val="2583757411"/>
                    </a:ext>
                  </a:extLst>
                </a:gridCol>
              </a:tblGrid>
              <a:tr h="0">
                <a:tc>
                  <a:txBody>
                    <a:bodyPr/>
                    <a:lstStyle/>
                    <a:p>
                      <a:pPr algn="l" fontAlgn="b"/>
                      <a:r>
                        <a:rPr lang="en-AU" sz="2400" b="0">
                          <a:solidFill>
                            <a:schemeClr val="bg1"/>
                          </a:solidFill>
                          <a:effectLst/>
                          <a:latin typeface="Agency FB" panose="020B0503020202020204" pitchFamily="34" charset="0"/>
                        </a:rPr>
                        <a:t>Probability statement</a:t>
                      </a:r>
                    </a:p>
                  </a:txBody>
                  <a:tcPr marL="47625" marR="47625" marT="47625" marB="57150" anchor="b">
                    <a:solidFill>
                      <a:schemeClr val="accent2"/>
                    </a:solidFill>
                  </a:tcPr>
                </a:tc>
                <a:tc>
                  <a:txBody>
                    <a:bodyPr/>
                    <a:lstStyle/>
                    <a:p>
                      <a:pPr algn="l" fontAlgn="b"/>
                      <a:r>
                        <a:rPr lang="en-AU" sz="2400" b="0">
                          <a:solidFill>
                            <a:schemeClr val="bg1"/>
                          </a:solidFill>
                          <a:effectLst/>
                          <a:latin typeface="Agency FB" panose="020B0503020202020204" pitchFamily="34" charset="0"/>
                        </a:rPr>
                        <a:t>Plain-language meaning</a:t>
                      </a:r>
                    </a:p>
                  </a:txBody>
                  <a:tcPr marL="47625" marR="47625" marT="47625" marB="57150" anchor="b">
                    <a:solidFill>
                      <a:schemeClr val="accent2"/>
                    </a:solidFill>
                  </a:tcPr>
                </a:tc>
                <a:tc>
                  <a:txBody>
                    <a:bodyPr/>
                    <a:lstStyle/>
                    <a:p>
                      <a:pPr algn="l" fontAlgn="b"/>
                      <a:r>
                        <a:rPr lang="en-AU" sz="2400" b="0" dirty="0">
                          <a:solidFill>
                            <a:schemeClr val="bg1"/>
                          </a:solidFill>
                          <a:effectLst/>
                          <a:latin typeface="Agency FB" panose="020B0503020202020204" pitchFamily="34" charset="0"/>
                        </a:rPr>
                        <a:t>Why this matters</a:t>
                      </a:r>
                    </a:p>
                  </a:txBody>
                  <a:tcPr marL="47625" marR="47625" marT="47625" marB="57150" anchor="b">
                    <a:solidFill>
                      <a:schemeClr val="accent2"/>
                    </a:solidFill>
                  </a:tcPr>
                </a:tc>
                <a:extLst>
                  <a:ext uri="{0D108BD9-81ED-4DB2-BD59-A6C34878D82A}">
                    <a16:rowId xmlns:a16="http://schemas.microsoft.com/office/drawing/2014/main" val="3329787308"/>
                  </a:ext>
                </a:extLst>
              </a:tr>
              <a:tr h="0">
                <a:tc>
                  <a:txBody>
                    <a:bodyPr/>
                    <a:lstStyle/>
                    <a:p>
                      <a:pPr algn="l" fontAlgn="ctr"/>
                      <a:r>
                        <a:rPr lang="en-AU" sz="2400">
                          <a:effectLst/>
                          <a:latin typeface="Agency FB" panose="020B0503020202020204" pitchFamily="34" charset="0"/>
                        </a:rPr>
                        <a:t>P(live to 100)</a:t>
                      </a:r>
                    </a:p>
                  </a:txBody>
                  <a:tcPr marL="47625" marR="47625" marT="76200" marB="76200" anchor="ctr"/>
                </a:tc>
                <a:tc>
                  <a:txBody>
                    <a:bodyPr/>
                    <a:lstStyle/>
                    <a:p>
                      <a:pPr algn="l" fontAlgn="ctr"/>
                      <a:r>
                        <a:rPr lang="en-US" sz="2400">
                          <a:effectLst/>
                          <a:latin typeface="Agency FB" panose="020B0503020202020204" pitchFamily="34" charset="0"/>
                        </a:rPr>
                        <a:t>The chance that a newborn eventually reaches 100.</a:t>
                      </a:r>
                    </a:p>
                  </a:txBody>
                  <a:tcPr marL="47625" marR="47625" marT="76200" marB="76200" anchor="ctr"/>
                </a:tc>
                <a:tc>
                  <a:txBody>
                    <a:bodyPr/>
                    <a:lstStyle/>
                    <a:p>
                      <a:pPr algn="l" fontAlgn="ctr"/>
                      <a:r>
                        <a:rPr lang="en-US" sz="2400">
                          <a:effectLst/>
                          <a:latin typeface="Agency FB" panose="020B0503020202020204" pitchFamily="34" charset="0"/>
                        </a:rPr>
                        <a:t>Includes all early and middle-life risks.</a:t>
                      </a:r>
                    </a:p>
                  </a:txBody>
                  <a:tcPr marL="47625" marR="47625" marT="76200" marB="76200" anchor="ctr"/>
                </a:tc>
                <a:extLst>
                  <a:ext uri="{0D108BD9-81ED-4DB2-BD59-A6C34878D82A}">
                    <a16:rowId xmlns:a16="http://schemas.microsoft.com/office/drawing/2014/main" val="1892594524"/>
                  </a:ext>
                </a:extLst>
              </a:tr>
              <a:tr h="0">
                <a:tc>
                  <a:txBody>
                    <a:bodyPr/>
                    <a:lstStyle/>
                    <a:p>
                      <a:pPr algn="l" fontAlgn="ctr"/>
                      <a:r>
                        <a:rPr lang="en-US" sz="2400">
                          <a:effectLst/>
                          <a:latin typeface="Agency FB" panose="020B0503020202020204" pitchFamily="34" charset="0"/>
                        </a:rPr>
                        <a:t>P(live to 100 | already lived to 90)</a:t>
                      </a:r>
                    </a:p>
                  </a:txBody>
                  <a:tcPr marL="47625" marR="47625" marT="76200" marB="76200" anchor="ctr"/>
                </a:tc>
                <a:tc>
                  <a:txBody>
                    <a:bodyPr/>
                    <a:lstStyle/>
                    <a:p>
                      <a:pPr algn="l" fontAlgn="ctr"/>
                      <a:r>
                        <a:rPr lang="en-US" sz="2400" dirty="0">
                          <a:effectLst/>
                          <a:latin typeface="Agency FB" panose="020B0503020202020204" pitchFamily="34" charset="0"/>
                        </a:rPr>
                        <a:t>The chance that a 90-year-old reaches 100.</a:t>
                      </a:r>
                    </a:p>
                  </a:txBody>
                  <a:tcPr marL="47625" marR="47625" marT="76200" marB="76200" anchor="ctr"/>
                </a:tc>
                <a:tc>
                  <a:txBody>
                    <a:bodyPr/>
                    <a:lstStyle/>
                    <a:p>
                      <a:pPr algn="l" fontAlgn="ctr"/>
                      <a:r>
                        <a:rPr lang="en-US" sz="2400" dirty="0">
                          <a:effectLst/>
                          <a:latin typeface="Agency FB" panose="020B0503020202020204" pitchFamily="34" charset="0"/>
                        </a:rPr>
                        <a:t>Only includes people who have already survived to age 90.</a:t>
                      </a:r>
                    </a:p>
                  </a:txBody>
                  <a:tcPr marL="47625" marR="47625" marT="76200" marB="76200" anchor="ctr"/>
                </a:tc>
                <a:extLst>
                  <a:ext uri="{0D108BD9-81ED-4DB2-BD59-A6C34878D82A}">
                    <a16:rowId xmlns:a16="http://schemas.microsoft.com/office/drawing/2014/main" val="3203377042"/>
                  </a:ext>
                </a:extLst>
              </a:tr>
            </a:tbl>
          </a:graphicData>
        </a:graphic>
      </p:graphicFrame>
      <p:sp>
        <p:nvSpPr>
          <p:cNvPr id="27" name="TextBox 26">
            <a:extLst>
              <a:ext uri="{FF2B5EF4-FFF2-40B4-BE49-F238E27FC236}">
                <a16:creationId xmlns:a16="http://schemas.microsoft.com/office/drawing/2014/main" id="{6A7C9B9B-BA59-4AB4-82F5-2493CB28F81F}"/>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The Law of Small Numbers</a:t>
            </a:r>
          </a:p>
        </p:txBody>
      </p:sp>
      <mc:AlternateContent xmlns:mc="http://schemas.openxmlformats.org/markup-compatibility/2006">
        <mc:Choice xmlns:a14="http://schemas.microsoft.com/office/drawing/2010/main" Requires="a14">
          <p:sp>
            <p:nvSpPr>
              <p:cNvPr id="28" name="TextBox 27">
                <a:extLst>
                  <a:ext uri="{FF2B5EF4-FFF2-40B4-BE49-F238E27FC236}">
                    <a16:creationId xmlns:a16="http://schemas.microsoft.com/office/drawing/2014/main" id="{71B6832F-EF8B-4EE7-A4C5-95E4FDD0FA92}"/>
                  </a:ext>
                </a:extLst>
              </p:cNvPr>
              <p:cNvSpPr txBox="1"/>
              <p:nvPr/>
            </p:nvSpPr>
            <p:spPr>
              <a:xfrm>
                <a:off x="5228189" y="1458585"/>
                <a:ext cx="5736121"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3000" b="0" i="1" smtClean="0">
                          <a:latin typeface="Cambria Math" panose="02040503050406030204" pitchFamily="18" charset="0"/>
                        </a:rPr>
                        <m:t>𝑃</m:t>
                      </m:r>
                      <m:d>
                        <m:dPr>
                          <m:endChr m:val="|"/>
                          <m:ctrlPr>
                            <a:rPr lang="en-AU" sz="3000" b="0" i="1" smtClean="0">
                              <a:latin typeface="Cambria Math" panose="02040503050406030204" pitchFamily="18" charset="0"/>
                            </a:rPr>
                          </m:ctrlPr>
                        </m:dPr>
                        <m:e>
                          <m:r>
                            <m:rPr>
                              <m:sty m:val="p"/>
                            </m:rPr>
                            <a:rPr lang="en-AU" sz="3000" b="0" i="0" smtClean="0">
                              <a:latin typeface="Cambria Math" panose="02040503050406030204" pitchFamily="18" charset="0"/>
                            </a:rPr>
                            <m:t>live</m:t>
                          </m:r>
                          <m:r>
                            <a:rPr lang="en-AU" sz="3000" b="0" i="0" smtClean="0">
                              <a:latin typeface="Cambria Math" panose="02040503050406030204" pitchFamily="18" charset="0"/>
                            </a:rPr>
                            <m:t> </m:t>
                          </m:r>
                          <m:r>
                            <m:rPr>
                              <m:sty m:val="p"/>
                            </m:rPr>
                            <a:rPr lang="en-AU" sz="3000" b="0" i="0" smtClean="0">
                              <a:latin typeface="Cambria Math" panose="02040503050406030204" pitchFamily="18" charset="0"/>
                            </a:rPr>
                            <m:t>to</m:t>
                          </m:r>
                          <m:r>
                            <a:rPr lang="en-AU" sz="3000" b="0" i="0" smtClean="0">
                              <a:latin typeface="Cambria Math" panose="02040503050406030204" pitchFamily="18" charset="0"/>
                            </a:rPr>
                            <m:t> 100 </m:t>
                          </m:r>
                        </m:e>
                      </m:d>
                      <m:r>
                        <a:rPr lang="en-AU" sz="3000" b="0" i="0" smtClean="0">
                          <a:latin typeface="Cambria Math" panose="02040503050406030204" pitchFamily="18" charset="0"/>
                        </a:rPr>
                        <m:t> </m:t>
                      </m:r>
                      <m:r>
                        <m:rPr>
                          <m:sty m:val="p"/>
                        </m:rPr>
                        <a:rPr lang="en-AU" sz="3000" b="0" i="0" smtClean="0">
                          <a:latin typeface="Cambria Math" panose="02040503050406030204" pitchFamily="18" charset="0"/>
                        </a:rPr>
                        <m:t>already</m:t>
                      </m:r>
                      <m:r>
                        <a:rPr lang="en-AU" sz="3000" b="0" i="0" smtClean="0">
                          <a:latin typeface="Cambria Math" panose="02040503050406030204" pitchFamily="18" charset="0"/>
                        </a:rPr>
                        <m:t> </m:t>
                      </m:r>
                      <m:r>
                        <m:rPr>
                          <m:sty m:val="p"/>
                        </m:rPr>
                        <a:rPr lang="en-AU" sz="3000" b="0" i="0" smtClean="0">
                          <a:latin typeface="Cambria Math" panose="02040503050406030204" pitchFamily="18" charset="0"/>
                        </a:rPr>
                        <m:t>lived</m:t>
                      </m:r>
                      <m:r>
                        <a:rPr lang="en-AU" sz="3000" b="0" i="0" smtClean="0">
                          <a:latin typeface="Cambria Math" panose="02040503050406030204" pitchFamily="18" charset="0"/>
                        </a:rPr>
                        <m:t> </m:t>
                      </m:r>
                      <m:r>
                        <m:rPr>
                          <m:sty m:val="p"/>
                        </m:rPr>
                        <a:rPr lang="en-AU" sz="3000" b="0" i="0" smtClean="0">
                          <a:latin typeface="Cambria Math" panose="02040503050406030204" pitchFamily="18" charset="0"/>
                        </a:rPr>
                        <m:t>to</m:t>
                      </m:r>
                      <m:r>
                        <a:rPr lang="en-AU" sz="3000" b="0" i="0" smtClean="0">
                          <a:latin typeface="Cambria Math" panose="02040503050406030204" pitchFamily="18" charset="0"/>
                        </a:rPr>
                        <m:t> 90)</m:t>
                      </m:r>
                    </m:oMath>
                  </m:oMathPara>
                </a14:m>
                <a:endParaRPr lang="en-AU" sz="3000" dirty="0"/>
              </a:p>
            </p:txBody>
          </p:sp>
        </mc:Choice>
        <mc:Fallback>
          <p:sp>
            <p:nvSpPr>
              <p:cNvPr id="28" name="TextBox 27">
                <a:extLst>
                  <a:ext uri="{FF2B5EF4-FFF2-40B4-BE49-F238E27FC236}">
                    <a16:creationId xmlns:a16="http://schemas.microsoft.com/office/drawing/2014/main" id="{71B6832F-EF8B-4EE7-A4C5-95E4FDD0FA92}"/>
                  </a:ext>
                </a:extLst>
              </p:cNvPr>
              <p:cNvSpPr txBox="1">
                <a:spLocks noRot="1" noChangeAspect="1" noMove="1" noResize="1" noEditPoints="1" noAdjustHandles="1" noChangeArrowheads="1" noChangeShapeType="1" noTextEdit="1"/>
              </p:cNvSpPr>
              <p:nvPr/>
            </p:nvSpPr>
            <p:spPr>
              <a:xfrm>
                <a:off x="5228189" y="1458585"/>
                <a:ext cx="5736121" cy="461665"/>
              </a:xfrm>
              <a:prstGeom prst="rect">
                <a:avLst/>
              </a:prstGeom>
              <a:blipFill>
                <a:blip r:embed="rId3"/>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9E1A149C-4AA8-4D7C-AAD7-68EBDD43EDAE}"/>
                  </a:ext>
                </a:extLst>
              </p:cNvPr>
              <p:cNvSpPr txBox="1"/>
              <p:nvPr/>
            </p:nvSpPr>
            <p:spPr>
              <a:xfrm>
                <a:off x="1227690" y="1458584"/>
                <a:ext cx="2391424"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3000" b="0" i="1" smtClean="0">
                          <a:latin typeface="Cambria Math" panose="02040503050406030204" pitchFamily="18" charset="0"/>
                        </a:rPr>
                        <m:t>𝑃</m:t>
                      </m:r>
                      <m:r>
                        <a:rPr lang="en-AU" sz="3000" b="0" i="1" smtClean="0">
                          <a:latin typeface="Cambria Math" panose="02040503050406030204" pitchFamily="18" charset="0"/>
                        </a:rPr>
                        <m:t>(</m:t>
                      </m:r>
                      <m:r>
                        <m:rPr>
                          <m:sty m:val="p"/>
                        </m:rPr>
                        <a:rPr lang="en-AU" sz="3000" b="0" i="0" smtClean="0">
                          <a:latin typeface="Cambria Math" panose="02040503050406030204" pitchFamily="18" charset="0"/>
                        </a:rPr>
                        <m:t>live</m:t>
                      </m:r>
                      <m:r>
                        <a:rPr lang="en-AU" sz="3000" b="0" i="0" smtClean="0">
                          <a:latin typeface="Cambria Math" panose="02040503050406030204" pitchFamily="18" charset="0"/>
                        </a:rPr>
                        <m:t> </m:t>
                      </m:r>
                      <m:r>
                        <m:rPr>
                          <m:sty m:val="p"/>
                        </m:rPr>
                        <a:rPr lang="en-AU" sz="3000" b="0" i="0" smtClean="0">
                          <a:latin typeface="Cambria Math" panose="02040503050406030204" pitchFamily="18" charset="0"/>
                        </a:rPr>
                        <m:t>to</m:t>
                      </m:r>
                      <m:r>
                        <a:rPr lang="en-AU" sz="3000" b="0" i="0" smtClean="0">
                          <a:latin typeface="Cambria Math" panose="02040503050406030204" pitchFamily="18" charset="0"/>
                        </a:rPr>
                        <m:t> 100)</m:t>
                      </m:r>
                    </m:oMath>
                  </m:oMathPara>
                </a14:m>
                <a:endParaRPr lang="en-AU" sz="3000" dirty="0"/>
              </a:p>
            </p:txBody>
          </p:sp>
        </mc:Choice>
        <mc:Fallback>
          <p:sp>
            <p:nvSpPr>
              <p:cNvPr id="29" name="TextBox 28">
                <a:extLst>
                  <a:ext uri="{FF2B5EF4-FFF2-40B4-BE49-F238E27FC236}">
                    <a16:creationId xmlns:a16="http://schemas.microsoft.com/office/drawing/2014/main" id="{9E1A149C-4AA8-4D7C-AAD7-68EBDD43EDAE}"/>
                  </a:ext>
                </a:extLst>
              </p:cNvPr>
              <p:cNvSpPr txBox="1">
                <a:spLocks noRot="1" noChangeAspect="1" noMove="1" noResize="1" noEditPoints="1" noAdjustHandles="1" noChangeArrowheads="1" noChangeShapeType="1" noTextEdit="1"/>
              </p:cNvSpPr>
              <p:nvPr/>
            </p:nvSpPr>
            <p:spPr>
              <a:xfrm>
                <a:off x="1227690" y="1458584"/>
                <a:ext cx="2391424" cy="461665"/>
              </a:xfrm>
              <a:prstGeom prst="rect">
                <a:avLst/>
              </a:prstGeom>
              <a:blipFill>
                <a:blip r:embed="rId4"/>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30" name="TextBox 29">
                <a:extLst>
                  <a:ext uri="{FF2B5EF4-FFF2-40B4-BE49-F238E27FC236}">
                    <a16:creationId xmlns:a16="http://schemas.microsoft.com/office/drawing/2014/main" id="{B44526B6-BE58-4312-BD82-50DF2BDD786F}"/>
                  </a:ext>
                </a:extLst>
              </p:cNvPr>
              <p:cNvSpPr txBox="1"/>
              <p:nvPr/>
            </p:nvSpPr>
            <p:spPr>
              <a:xfrm>
                <a:off x="4048549" y="1227751"/>
                <a:ext cx="750205" cy="92333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6000" b="0" i="1" smtClean="0">
                          <a:latin typeface="Cambria Math" panose="02040503050406030204" pitchFamily="18" charset="0"/>
                          <a:ea typeface="Cambria Math" panose="02040503050406030204" pitchFamily="18" charset="0"/>
                        </a:rPr>
                        <m:t>≠</m:t>
                      </m:r>
                    </m:oMath>
                  </m:oMathPara>
                </a14:m>
                <a:endParaRPr lang="en-AU" sz="6000" dirty="0"/>
              </a:p>
            </p:txBody>
          </p:sp>
        </mc:Choice>
        <mc:Fallback>
          <p:sp>
            <p:nvSpPr>
              <p:cNvPr id="30" name="TextBox 29">
                <a:extLst>
                  <a:ext uri="{FF2B5EF4-FFF2-40B4-BE49-F238E27FC236}">
                    <a16:creationId xmlns:a16="http://schemas.microsoft.com/office/drawing/2014/main" id="{B44526B6-BE58-4312-BD82-50DF2BDD786F}"/>
                  </a:ext>
                </a:extLst>
              </p:cNvPr>
              <p:cNvSpPr txBox="1">
                <a:spLocks noRot="1" noChangeAspect="1" noMove="1" noResize="1" noEditPoints="1" noAdjustHandles="1" noChangeArrowheads="1" noChangeShapeType="1" noTextEdit="1"/>
              </p:cNvSpPr>
              <p:nvPr/>
            </p:nvSpPr>
            <p:spPr>
              <a:xfrm>
                <a:off x="4048549" y="1227751"/>
                <a:ext cx="750205" cy="923330"/>
              </a:xfrm>
              <a:prstGeom prst="rect">
                <a:avLst/>
              </a:prstGeom>
              <a:blipFill>
                <a:blip r:embed="rId5"/>
                <a:stretch>
                  <a:fillRect/>
                </a:stretch>
              </a:blipFill>
            </p:spPr>
            <p:txBody>
              <a:bodyPr/>
              <a:lstStyle/>
              <a:p>
                <a:r>
                  <a:rPr lang="en-AU">
                    <a:noFill/>
                  </a:rPr>
                  <a:t> </a:t>
                </a:r>
              </a:p>
            </p:txBody>
          </p:sp>
        </mc:Fallback>
      </mc:AlternateContent>
    </p:spTree>
    <p:extLst>
      <p:ext uri="{BB962C8B-B14F-4D97-AF65-F5344CB8AC3E}">
        <p14:creationId xmlns:p14="http://schemas.microsoft.com/office/powerpoint/2010/main" val="448916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0670190-B57A-4209-90E6-B0351E2EEC8A}"/>
              </a:ext>
            </a:extLst>
          </p:cNvPr>
          <p:cNvGraphicFramePr>
            <a:graphicFrameLocks noGrp="1"/>
          </p:cNvGraphicFramePr>
          <p:nvPr/>
        </p:nvGraphicFramePr>
        <p:xfrm>
          <a:off x="884012" y="1208355"/>
          <a:ext cx="1796540" cy="2512695"/>
        </p:xfrm>
        <a:graphic>
          <a:graphicData uri="http://schemas.openxmlformats.org/drawingml/2006/table">
            <a:tbl>
              <a:tblPr>
                <a:tableStyleId>{616DA210-FB5B-4158-B5E0-FEB733F419BA}</a:tableStyleId>
              </a:tblPr>
              <a:tblGrid>
                <a:gridCol w="795338">
                  <a:extLst>
                    <a:ext uri="{9D8B030D-6E8A-4147-A177-3AD203B41FA5}">
                      <a16:colId xmlns:a16="http://schemas.microsoft.com/office/drawing/2014/main" val="2810622933"/>
                    </a:ext>
                  </a:extLst>
                </a:gridCol>
                <a:gridCol w="1001202">
                  <a:extLst>
                    <a:ext uri="{9D8B030D-6E8A-4147-A177-3AD203B41FA5}">
                      <a16:colId xmlns:a16="http://schemas.microsoft.com/office/drawing/2014/main" val="2922613103"/>
                    </a:ext>
                  </a:extLst>
                </a:gridCol>
              </a:tblGrid>
              <a:tr h="0">
                <a:tc>
                  <a:txBody>
                    <a:bodyPr/>
                    <a:lstStyle/>
                    <a:p>
                      <a:pPr algn="ctr" fontAlgn="b"/>
                      <a:r>
                        <a:rPr lang="en-AU" b="1" dirty="0">
                          <a:solidFill>
                            <a:schemeClr val="accent2"/>
                          </a:solidFill>
                          <a:effectLst/>
                          <a:latin typeface="Agency FB" panose="020B0503020202020204" pitchFamily="34" charset="0"/>
                        </a:rPr>
                        <a:t>Critic</a:t>
                      </a:r>
                    </a:p>
                  </a:txBody>
                  <a:tcPr marL="47625" marR="47625" marT="47625" marB="57150" anchor="b"/>
                </a:tc>
                <a:tc>
                  <a:txBody>
                    <a:bodyPr/>
                    <a:lstStyle/>
                    <a:p>
                      <a:pPr algn="ctr" fontAlgn="b"/>
                      <a:r>
                        <a:rPr lang="en-AU" b="1" dirty="0">
                          <a:solidFill>
                            <a:schemeClr val="accent2"/>
                          </a:solidFill>
                          <a:effectLst/>
                          <a:latin typeface="Agency FB" panose="020B0503020202020204" pitchFamily="34" charset="0"/>
                        </a:rPr>
                        <a:t>x</a:t>
                      </a:r>
                    </a:p>
                  </a:txBody>
                  <a:tcPr marL="47625" marR="47625" marT="47625" marB="57150" anchor="b"/>
                </a:tc>
                <a:extLst>
                  <a:ext uri="{0D108BD9-81ED-4DB2-BD59-A6C34878D82A}">
                    <a16:rowId xmlns:a16="http://schemas.microsoft.com/office/drawing/2014/main" val="995481782"/>
                  </a:ext>
                </a:extLst>
              </a:tr>
              <a:tr h="0">
                <a:tc>
                  <a:txBody>
                    <a:bodyPr/>
                    <a:lstStyle/>
                    <a:p>
                      <a:pPr algn="ctr" fontAlgn="ctr"/>
                      <a:r>
                        <a:rPr lang="en-AU" dirty="0">
                          <a:solidFill>
                            <a:schemeClr val="accent2"/>
                          </a:solidFill>
                          <a:effectLst/>
                          <a:latin typeface="Agency FB" panose="020B0503020202020204" pitchFamily="34" charset="0"/>
                        </a:rPr>
                        <a:t>Critic 1</a:t>
                      </a:r>
                    </a:p>
                  </a:txBody>
                  <a:tcPr marL="47625" marR="47625" marT="76200" marB="76200" anchor="ctr"/>
                </a:tc>
                <a:tc>
                  <a:txBody>
                    <a:bodyPr/>
                    <a:lstStyle/>
                    <a:p>
                      <a:pPr algn="ctr" fontAlgn="ctr"/>
                      <a:r>
                        <a:rPr lang="en-AU" dirty="0">
                          <a:solidFill>
                            <a:schemeClr val="accent2"/>
                          </a:solidFill>
                          <a:effectLst/>
                          <a:latin typeface="Agency FB" panose="020B0503020202020204" pitchFamily="34" charset="0"/>
                        </a:rPr>
                        <a:t>88</a:t>
                      </a:r>
                    </a:p>
                  </a:txBody>
                  <a:tcPr marL="47625" marR="47625" marT="76200" marB="76200" anchor="ctr"/>
                </a:tc>
                <a:extLst>
                  <a:ext uri="{0D108BD9-81ED-4DB2-BD59-A6C34878D82A}">
                    <a16:rowId xmlns:a16="http://schemas.microsoft.com/office/drawing/2014/main" val="1749494564"/>
                  </a:ext>
                </a:extLst>
              </a:tr>
              <a:tr h="0">
                <a:tc>
                  <a:txBody>
                    <a:bodyPr/>
                    <a:lstStyle/>
                    <a:p>
                      <a:pPr algn="ctr" fontAlgn="ctr"/>
                      <a:r>
                        <a:rPr lang="en-AU" dirty="0">
                          <a:solidFill>
                            <a:schemeClr val="accent2"/>
                          </a:solidFill>
                          <a:effectLst/>
                          <a:latin typeface="Agency FB" panose="020B0503020202020204" pitchFamily="34" charset="0"/>
                        </a:rPr>
                        <a:t>Critic 2</a:t>
                      </a:r>
                    </a:p>
                  </a:txBody>
                  <a:tcPr marL="47625" marR="47625" marT="76200" marB="76200" anchor="ctr"/>
                </a:tc>
                <a:tc>
                  <a:txBody>
                    <a:bodyPr/>
                    <a:lstStyle/>
                    <a:p>
                      <a:pPr algn="ctr" fontAlgn="ctr"/>
                      <a:r>
                        <a:rPr lang="en-AU" dirty="0">
                          <a:solidFill>
                            <a:schemeClr val="accent2"/>
                          </a:solidFill>
                          <a:effectLst/>
                          <a:latin typeface="Agency FB" panose="020B0503020202020204" pitchFamily="34" charset="0"/>
                        </a:rPr>
                        <a:t>89</a:t>
                      </a:r>
                    </a:p>
                  </a:txBody>
                  <a:tcPr marL="47625" marR="47625" marT="76200" marB="76200" anchor="ctr"/>
                </a:tc>
                <a:extLst>
                  <a:ext uri="{0D108BD9-81ED-4DB2-BD59-A6C34878D82A}">
                    <a16:rowId xmlns:a16="http://schemas.microsoft.com/office/drawing/2014/main" val="2767175420"/>
                  </a:ext>
                </a:extLst>
              </a:tr>
              <a:tr h="0">
                <a:tc>
                  <a:txBody>
                    <a:bodyPr/>
                    <a:lstStyle/>
                    <a:p>
                      <a:pPr algn="ctr" fontAlgn="ctr"/>
                      <a:r>
                        <a:rPr lang="en-AU" dirty="0">
                          <a:solidFill>
                            <a:schemeClr val="accent2"/>
                          </a:solidFill>
                          <a:effectLst/>
                          <a:latin typeface="Agency FB" panose="020B0503020202020204" pitchFamily="34" charset="0"/>
                        </a:rPr>
                        <a:t>Critic 3</a:t>
                      </a:r>
                    </a:p>
                  </a:txBody>
                  <a:tcPr marL="47625" marR="47625" marT="76200" marB="76200" anchor="ctr"/>
                </a:tc>
                <a:tc>
                  <a:txBody>
                    <a:bodyPr/>
                    <a:lstStyle/>
                    <a:p>
                      <a:pPr algn="ctr" fontAlgn="ctr"/>
                      <a:r>
                        <a:rPr lang="en-AU" dirty="0">
                          <a:solidFill>
                            <a:schemeClr val="accent2"/>
                          </a:solidFill>
                          <a:effectLst/>
                          <a:latin typeface="Agency FB" panose="020B0503020202020204" pitchFamily="34" charset="0"/>
                        </a:rPr>
                        <a:t>90</a:t>
                      </a:r>
                    </a:p>
                  </a:txBody>
                  <a:tcPr marL="47625" marR="47625" marT="76200" marB="76200" anchor="ctr"/>
                </a:tc>
                <a:extLst>
                  <a:ext uri="{0D108BD9-81ED-4DB2-BD59-A6C34878D82A}">
                    <a16:rowId xmlns:a16="http://schemas.microsoft.com/office/drawing/2014/main" val="593248021"/>
                  </a:ext>
                </a:extLst>
              </a:tr>
              <a:tr h="0">
                <a:tc>
                  <a:txBody>
                    <a:bodyPr/>
                    <a:lstStyle/>
                    <a:p>
                      <a:pPr algn="ctr" fontAlgn="ctr"/>
                      <a:r>
                        <a:rPr lang="en-AU" dirty="0">
                          <a:solidFill>
                            <a:schemeClr val="accent2"/>
                          </a:solidFill>
                          <a:effectLst/>
                          <a:latin typeface="Agency FB" panose="020B0503020202020204" pitchFamily="34" charset="0"/>
                        </a:rPr>
                        <a:t>Critic 4</a:t>
                      </a:r>
                    </a:p>
                  </a:txBody>
                  <a:tcPr marL="47625" marR="47625" marT="76200" marB="76200" anchor="ctr"/>
                </a:tc>
                <a:tc>
                  <a:txBody>
                    <a:bodyPr/>
                    <a:lstStyle/>
                    <a:p>
                      <a:pPr algn="ctr" fontAlgn="ctr"/>
                      <a:r>
                        <a:rPr lang="en-AU" dirty="0">
                          <a:solidFill>
                            <a:schemeClr val="accent2"/>
                          </a:solidFill>
                          <a:effectLst/>
                          <a:latin typeface="Agency FB" panose="020B0503020202020204" pitchFamily="34" charset="0"/>
                        </a:rPr>
                        <a:t>91</a:t>
                      </a:r>
                    </a:p>
                  </a:txBody>
                  <a:tcPr marL="47625" marR="47625" marT="76200" marB="76200" anchor="ctr"/>
                </a:tc>
                <a:extLst>
                  <a:ext uri="{0D108BD9-81ED-4DB2-BD59-A6C34878D82A}">
                    <a16:rowId xmlns:a16="http://schemas.microsoft.com/office/drawing/2014/main" val="278826428"/>
                  </a:ext>
                </a:extLst>
              </a:tr>
              <a:tr h="0">
                <a:tc>
                  <a:txBody>
                    <a:bodyPr/>
                    <a:lstStyle/>
                    <a:p>
                      <a:pPr algn="ctr" fontAlgn="ctr"/>
                      <a:r>
                        <a:rPr lang="en-AU" dirty="0">
                          <a:solidFill>
                            <a:schemeClr val="accent2"/>
                          </a:solidFill>
                          <a:effectLst/>
                          <a:latin typeface="Agency FB" panose="020B0503020202020204" pitchFamily="34" charset="0"/>
                        </a:rPr>
                        <a:t>Critic 5</a:t>
                      </a:r>
                    </a:p>
                  </a:txBody>
                  <a:tcPr marL="47625" marR="47625" marT="76200" marB="76200" anchor="ctr"/>
                </a:tc>
                <a:tc>
                  <a:txBody>
                    <a:bodyPr/>
                    <a:lstStyle/>
                    <a:p>
                      <a:pPr algn="ctr" fontAlgn="ctr"/>
                      <a:r>
                        <a:rPr lang="en-AU" dirty="0">
                          <a:solidFill>
                            <a:schemeClr val="accent2"/>
                          </a:solidFill>
                          <a:effectLst/>
                          <a:latin typeface="Agency FB" panose="020B0503020202020204" pitchFamily="34" charset="0"/>
                        </a:rPr>
                        <a:t>92</a:t>
                      </a:r>
                    </a:p>
                  </a:txBody>
                  <a:tcPr marL="47625" marR="47625" marT="76200" marB="76200" anchor="ctr"/>
                </a:tc>
                <a:extLst>
                  <a:ext uri="{0D108BD9-81ED-4DB2-BD59-A6C34878D82A}">
                    <a16:rowId xmlns:a16="http://schemas.microsoft.com/office/drawing/2014/main" val="1310890036"/>
                  </a:ext>
                </a:extLst>
              </a:tr>
            </a:tbl>
          </a:graphicData>
        </a:graphic>
      </p:graphicFrame>
      <p:graphicFrame>
        <p:nvGraphicFramePr>
          <p:cNvPr id="3" name="Table 2">
            <a:extLst>
              <a:ext uri="{FF2B5EF4-FFF2-40B4-BE49-F238E27FC236}">
                <a16:creationId xmlns:a16="http://schemas.microsoft.com/office/drawing/2014/main" id="{A7D5C3AC-D809-4E0B-875C-0E88C127AB4D}"/>
              </a:ext>
            </a:extLst>
          </p:cNvPr>
          <p:cNvGraphicFramePr>
            <a:graphicFrameLocks noGrp="1"/>
          </p:cNvGraphicFramePr>
          <p:nvPr/>
        </p:nvGraphicFramePr>
        <p:xfrm>
          <a:off x="882149" y="4177497"/>
          <a:ext cx="1796540" cy="2512695"/>
        </p:xfrm>
        <a:graphic>
          <a:graphicData uri="http://schemas.openxmlformats.org/drawingml/2006/table">
            <a:tbl>
              <a:tblPr>
                <a:tableStyleId>{616DA210-FB5B-4158-B5E0-FEB733F419BA}</a:tableStyleId>
              </a:tblPr>
              <a:tblGrid>
                <a:gridCol w="795338">
                  <a:extLst>
                    <a:ext uri="{9D8B030D-6E8A-4147-A177-3AD203B41FA5}">
                      <a16:colId xmlns:a16="http://schemas.microsoft.com/office/drawing/2014/main" val="2810622933"/>
                    </a:ext>
                  </a:extLst>
                </a:gridCol>
                <a:gridCol w="1001202">
                  <a:extLst>
                    <a:ext uri="{9D8B030D-6E8A-4147-A177-3AD203B41FA5}">
                      <a16:colId xmlns:a16="http://schemas.microsoft.com/office/drawing/2014/main" val="2922613103"/>
                    </a:ext>
                  </a:extLst>
                </a:gridCol>
              </a:tblGrid>
              <a:tr h="0">
                <a:tc>
                  <a:txBody>
                    <a:bodyPr/>
                    <a:lstStyle/>
                    <a:p>
                      <a:pPr algn="ctr" fontAlgn="b"/>
                      <a:r>
                        <a:rPr lang="en-AU" b="1" dirty="0">
                          <a:solidFill>
                            <a:schemeClr val="accent1"/>
                          </a:solidFill>
                          <a:effectLst/>
                          <a:latin typeface="Agency FB" panose="020B0503020202020204" pitchFamily="34" charset="0"/>
                        </a:rPr>
                        <a:t>Critic</a:t>
                      </a:r>
                    </a:p>
                  </a:txBody>
                  <a:tcPr marL="47625" marR="47625" marT="47625" marB="57150" anchor="b"/>
                </a:tc>
                <a:tc>
                  <a:txBody>
                    <a:bodyPr/>
                    <a:lstStyle/>
                    <a:p>
                      <a:pPr algn="ctr" fontAlgn="b"/>
                      <a:r>
                        <a:rPr lang="en-AU" b="1" dirty="0">
                          <a:solidFill>
                            <a:schemeClr val="accent1"/>
                          </a:solidFill>
                          <a:effectLst/>
                          <a:latin typeface="Agency FB" panose="020B0503020202020204" pitchFamily="34" charset="0"/>
                        </a:rPr>
                        <a:t>x</a:t>
                      </a:r>
                    </a:p>
                  </a:txBody>
                  <a:tcPr marL="47625" marR="47625" marT="47625" marB="57150" anchor="b"/>
                </a:tc>
                <a:extLst>
                  <a:ext uri="{0D108BD9-81ED-4DB2-BD59-A6C34878D82A}">
                    <a16:rowId xmlns:a16="http://schemas.microsoft.com/office/drawing/2014/main" val="995481782"/>
                  </a:ext>
                </a:extLst>
              </a:tr>
              <a:tr h="0">
                <a:tc>
                  <a:txBody>
                    <a:bodyPr/>
                    <a:lstStyle/>
                    <a:p>
                      <a:pPr algn="ctr" fontAlgn="ctr"/>
                      <a:r>
                        <a:rPr lang="en-AU" dirty="0">
                          <a:solidFill>
                            <a:schemeClr val="accent1"/>
                          </a:solidFill>
                          <a:effectLst/>
                          <a:latin typeface="Agency FB" panose="020B0503020202020204" pitchFamily="34" charset="0"/>
                        </a:rPr>
                        <a:t>Critic 1</a:t>
                      </a:r>
                    </a:p>
                  </a:txBody>
                  <a:tcPr marL="47625" marR="47625" marT="76200" marB="76200" anchor="ctr"/>
                </a:tc>
                <a:tc>
                  <a:txBody>
                    <a:bodyPr/>
                    <a:lstStyle/>
                    <a:p>
                      <a:pPr algn="ctr" fontAlgn="ctr"/>
                      <a:r>
                        <a:rPr lang="en-AU" dirty="0">
                          <a:solidFill>
                            <a:schemeClr val="accent1"/>
                          </a:solidFill>
                          <a:effectLst/>
                          <a:latin typeface="Agency FB" panose="020B0503020202020204" pitchFamily="34" charset="0"/>
                        </a:rPr>
                        <a:t>80</a:t>
                      </a:r>
                    </a:p>
                  </a:txBody>
                  <a:tcPr marL="47625" marR="47625" marT="76200" marB="76200" anchor="ctr"/>
                </a:tc>
                <a:extLst>
                  <a:ext uri="{0D108BD9-81ED-4DB2-BD59-A6C34878D82A}">
                    <a16:rowId xmlns:a16="http://schemas.microsoft.com/office/drawing/2014/main" val="1749494564"/>
                  </a:ext>
                </a:extLst>
              </a:tr>
              <a:tr h="0">
                <a:tc>
                  <a:txBody>
                    <a:bodyPr/>
                    <a:lstStyle/>
                    <a:p>
                      <a:pPr algn="ctr" fontAlgn="ctr"/>
                      <a:r>
                        <a:rPr lang="en-AU">
                          <a:solidFill>
                            <a:schemeClr val="accent1"/>
                          </a:solidFill>
                          <a:effectLst/>
                          <a:latin typeface="Agency FB" panose="020B0503020202020204" pitchFamily="34" charset="0"/>
                        </a:rPr>
                        <a:t>Critic 2</a:t>
                      </a:r>
                    </a:p>
                  </a:txBody>
                  <a:tcPr marL="47625" marR="47625" marT="76200" marB="76200" anchor="ctr"/>
                </a:tc>
                <a:tc>
                  <a:txBody>
                    <a:bodyPr/>
                    <a:lstStyle/>
                    <a:p>
                      <a:pPr algn="ctr" fontAlgn="ctr"/>
                      <a:r>
                        <a:rPr lang="en-AU" dirty="0">
                          <a:solidFill>
                            <a:schemeClr val="accent1"/>
                          </a:solidFill>
                          <a:effectLst/>
                          <a:latin typeface="Agency FB" panose="020B0503020202020204" pitchFamily="34" charset="0"/>
                        </a:rPr>
                        <a:t>85</a:t>
                      </a:r>
                    </a:p>
                  </a:txBody>
                  <a:tcPr marL="47625" marR="47625" marT="76200" marB="76200" anchor="ctr"/>
                </a:tc>
                <a:extLst>
                  <a:ext uri="{0D108BD9-81ED-4DB2-BD59-A6C34878D82A}">
                    <a16:rowId xmlns:a16="http://schemas.microsoft.com/office/drawing/2014/main" val="2767175420"/>
                  </a:ext>
                </a:extLst>
              </a:tr>
              <a:tr h="0">
                <a:tc>
                  <a:txBody>
                    <a:bodyPr/>
                    <a:lstStyle/>
                    <a:p>
                      <a:pPr algn="ctr" fontAlgn="ctr"/>
                      <a:r>
                        <a:rPr lang="en-AU">
                          <a:solidFill>
                            <a:schemeClr val="accent1"/>
                          </a:solidFill>
                          <a:effectLst/>
                          <a:latin typeface="Agency FB" panose="020B0503020202020204" pitchFamily="34" charset="0"/>
                        </a:rPr>
                        <a:t>Critic 3</a:t>
                      </a:r>
                    </a:p>
                  </a:txBody>
                  <a:tcPr marL="47625" marR="47625" marT="76200" marB="76200" anchor="ctr"/>
                </a:tc>
                <a:tc>
                  <a:txBody>
                    <a:bodyPr/>
                    <a:lstStyle/>
                    <a:p>
                      <a:pPr algn="ctr" fontAlgn="ctr"/>
                      <a:r>
                        <a:rPr lang="en-AU" dirty="0">
                          <a:solidFill>
                            <a:schemeClr val="accent1"/>
                          </a:solidFill>
                          <a:effectLst/>
                          <a:latin typeface="Agency FB" panose="020B0503020202020204" pitchFamily="34" charset="0"/>
                        </a:rPr>
                        <a:t>90</a:t>
                      </a:r>
                    </a:p>
                  </a:txBody>
                  <a:tcPr marL="47625" marR="47625" marT="76200" marB="76200" anchor="ctr"/>
                </a:tc>
                <a:extLst>
                  <a:ext uri="{0D108BD9-81ED-4DB2-BD59-A6C34878D82A}">
                    <a16:rowId xmlns:a16="http://schemas.microsoft.com/office/drawing/2014/main" val="593248021"/>
                  </a:ext>
                </a:extLst>
              </a:tr>
              <a:tr h="0">
                <a:tc>
                  <a:txBody>
                    <a:bodyPr/>
                    <a:lstStyle/>
                    <a:p>
                      <a:pPr algn="ctr" fontAlgn="ctr"/>
                      <a:r>
                        <a:rPr lang="en-AU">
                          <a:solidFill>
                            <a:schemeClr val="accent1"/>
                          </a:solidFill>
                          <a:effectLst/>
                          <a:latin typeface="Agency FB" panose="020B0503020202020204" pitchFamily="34" charset="0"/>
                        </a:rPr>
                        <a:t>Critic 4</a:t>
                      </a:r>
                    </a:p>
                  </a:txBody>
                  <a:tcPr marL="47625" marR="47625" marT="76200" marB="76200" anchor="ctr"/>
                </a:tc>
                <a:tc>
                  <a:txBody>
                    <a:bodyPr/>
                    <a:lstStyle/>
                    <a:p>
                      <a:pPr algn="ctr" fontAlgn="ctr"/>
                      <a:r>
                        <a:rPr lang="en-AU" dirty="0">
                          <a:solidFill>
                            <a:schemeClr val="accent1"/>
                          </a:solidFill>
                          <a:effectLst/>
                          <a:latin typeface="Agency FB" panose="020B0503020202020204" pitchFamily="34" charset="0"/>
                        </a:rPr>
                        <a:t>95</a:t>
                      </a:r>
                    </a:p>
                  </a:txBody>
                  <a:tcPr marL="47625" marR="47625" marT="76200" marB="76200" anchor="ctr"/>
                </a:tc>
                <a:extLst>
                  <a:ext uri="{0D108BD9-81ED-4DB2-BD59-A6C34878D82A}">
                    <a16:rowId xmlns:a16="http://schemas.microsoft.com/office/drawing/2014/main" val="278826428"/>
                  </a:ext>
                </a:extLst>
              </a:tr>
              <a:tr h="0">
                <a:tc>
                  <a:txBody>
                    <a:bodyPr/>
                    <a:lstStyle/>
                    <a:p>
                      <a:pPr algn="ctr" fontAlgn="ctr"/>
                      <a:r>
                        <a:rPr lang="en-AU">
                          <a:solidFill>
                            <a:schemeClr val="accent1"/>
                          </a:solidFill>
                          <a:effectLst/>
                          <a:latin typeface="Agency FB" panose="020B0503020202020204" pitchFamily="34" charset="0"/>
                        </a:rPr>
                        <a:t>Critic 5</a:t>
                      </a:r>
                    </a:p>
                  </a:txBody>
                  <a:tcPr marL="47625" marR="47625" marT="76200" marB="76200" anchor="ctr"/>
                </a:tc>
                <a:tc>
                  <a:txBody>
                    <a:bodyPr/>
                    <a:lstStyle/>
                    <a:p>
                      <a:pPr algn="ctr" fontAlgn="ctr"/>
                      <a:r>
                        <a:rPr lang="en-AU" dirty="0">
                          <a:solidFill>
                            <a:schemeClr val="accent1"/>
                          </a:solidFill>
                          <a:effectLst/>
                          <a:latin typeface="Agency FB" panose="020B0503020202020204" pitchFamily="34" charset="0"/>
                        </a:rPr>
                        <a:t>100</a:t>
                      </a:r>
                    </a:p>
                  </a:txBody>
                  <a:tcPr marL="47625" marR="47625" marT="76200" marB="76200" anchor="ctr"/>
                </a:tc>
                <a:extLst>
                  <a:ext uri="{0D108BD9-81ED-4DB2-BD59-A6C34878D82A}">
                    <a16:rowId xmlns:a16="http://schemas.microsoft.com/office/drawing/2014/main" val="1310890036"/>
                  </a:ext>
                </a:extLst>
              </a:tr>
            </a:tbl>
          </a:graphicData>
        </a:graphic>
      </p:graphicFrame>
      <p:pic>
        <p:nvPicPr>
          <p:cNvPr id="4" name="Picture 2">
            <a:extLst>
              <a:ext uri="{FF2B5EF4-FFF2-40B4-BE49-F238E27FC236}">
                <a16:creationId xmlns:a16="http://schemas.microsoft.com/office/drawing/2014/main" id="{1131F3CD-4835-4392-BB97-E9FFB02FF30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408" t="8240" r="50543" b="10988"/>
          <a:stretch/>
        </p:blipFill>
        <p:spPr bwMode="auto">
          <a:xfrm>
            <a:off x="74981" y="1208353"/>
            <a:ext cx="779904" cy="179998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3F1CFA36-ADE2-4938-A1DB-52FE945E3CD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5309" t="8240" r="15644" b="10988"/>
          <a:stretch/>
        </p:blipFill>
        <p:spPr bwMode="auto">
          <a:xfrm>
            <a:off x="74981" y="4177496"/>
            <a:ext cx="779904" cy="179998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Chart 5">
            <a:extLst>
              <a:ext uri="{FF2B5EF4-FFF2-40B4-BE49-F238E27FC236}">
                <a16:creationId xmlns:a16="http://schemas.microsoft.com/office/drawing/2014/main" id="{8DC2FE18-6DC7-4CF0-BC14-8A011CEF413F}"/>
              </a:ext>
            </a:extLst>
          </p:cNvPr>
          <p:cNvGraphicFramePr>
            <a:graphicFrameLocks/>
          </p:cNvGraphicFramePr>
          <p:nvPr/>
        </p:nvGraphicFramePr>
        <p:xfrm>
          <a:off x="5072094" y="1190847"/>
          <a:ext cx="6506761" cy="255181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a:extLst>
              <a:ext uri="{FF2B5EF4-FFF2-40B4-BE49-F238E27FC236}">
                <a16:creationId xmlns:a16="http://schemas.microsoft.com/office/drawing/2014/main" id="{0B1BBB3A-29C5-4FB0-9DFE-E43ED694BF1B}"/>
              </a:ext>
            </a:extLst>
          </p:cNvPr>
          <p:cNvGraphicFramePr>
            <a:graphicFrameLocks/>
          </p:cNvGraphicFramePr>
          <p:nvPr/>
        </p:nvGraphicFramePr>
        <p:xfrm>
          <a:off x="5068369" y="4062244"/>
          <a:ext cx="6506760" cy="2743200"/>
        </p:xfrm>
        <a:graphic>
          <a:graphicData uri="http://schemas.openxmlformats.org/drawingml/2006/chart">
            <c:chart xmlns:c="http://schemas.openxmlformats.org/drawingml/2006/chart" xmlns:r="http://schemas.openxmlformats.org/officeDocument/2006/relationships" r:id="rId4"/>
          </a:graphicData>
        </a:graphic>
      </p:graphicFrame>
      <p:cxnSp>
        <p:nvCxnSpPr>
          <p:cNvPr id="9" name="Straight Connector 8">
            <a:extLst>
              <a:ext uri="{FF2B5EF4-FFF2-40B4-BE49-F238E27FC236}">
                <a16:creationId xmlns:a16="http://schemas.microsoft.com/office/drawing/2014/main" id="{90DC3E09-DD35-4D7D-AA31-BD6C4CDD8666}"/>
              </a:ext>
            </a:extLst>
          </p:cNvPr>
          <p:cNvCxnSpPr/>
          <p:nvPr/>
        </p:nvCxnSpPr>
        <p:spPr>
          <a:xfrm>
            <a:off x="6096000" y="2243470"/>
            <a:ext cx="510008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D14998E-C620-44C8-90C1-565FCE625591}"/>
              </a:ext>
            </a:extLst>
          </p:cNvPr>
          <p:cNvCxnSpPr/>
          <p:nvPr/>
        </p:nvCxnSpPr>
        <p:spPr>
          <a:xfrm>
            <a:off x="6096000" y="5199321"/>
            <a:ext cx="510008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52019FC-418B-4170-A3E6-B4F9EBD7BB07}"/>
              </a:ext>
            </a:extLst>
          </p:cNvPr>
          <p:cNvCxnSpPr>
            <a:cxnSpLocks/>
          </p:cNvCxnSpPr>
          <p:nvPr/>
        </p:nvCxnSpPr>
        <p:spPr>
          <a:xfrm>
            <a:off x="0" y="3916326"/>
            <a:ext cx="121920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16" name="Table 15">
                <a:extLst>
                  <a:ext uri="{FF2B5EF4-FFF2-40B4-BE49-F238E27FC236}">
                    <a16:creationId xmlns:a16="http://schemas.microsoft.com/office/drawing/2014/main" id="{FFE92439-B5D1-427C-87CF-8CEBA5E2604C}"/>
                  </a:ext>
                </a:extLst>
              </p:cNvPr>
              <p:cNvGraphicFramePr>
                <a:graphicFrameLocks noGrp="1"/>
              </p:cNvGraphicFramePr>
              <p:nvPr/>
            </p:nvGraphicFramePr>
            <p:xfrm>
              <a:off x="2678689" y="1208355"/>
              <a:ext cx="795338" cy="2512695"/>
            </p:xfrm>
            <a:graphic>
              <a:graphicData uri="http://schemas.openxmlformats.org/drawingml/2006/table">
                <a:tbl>
                  <a:tblPr>
                    <a:tableStyleId>{616DA210-FB5B-4158-B5E0-FEB733F419BA}</a:tableStyleId>
                  </a:tblPr>
                  <a:tblGrid>
                    <a:gridCol w="795338">
                      <a:extLst>
                        <a:ext uri="{9D8B030D-6E8A-4147-A177-3AD203B41FA5}">
                          <a16:colId xmlns:a16="http://schemas.microsoft.com/office/drawing/2014/main" val="2810622933"/>
                        </a:ext>
                      </a:extLst>
                    </a:gridCol>
                  </a:tblGrid>
                  <a:tr h="0">
                    <a:tc>
                      <a:txBody>
                        <a:bodyPr/>
                        <a:lstStyle/>
                        <a:p>
                          <a:pPr algn="ctr" fontAlgn="b"/>
                          <a14:m>
                            <m:oMathPara xmlns:m="http://schemas.openxmlformats.org/officeDocument/2006/math">
                              <m:oMathParaPr>
                                <m:jc m:val="centerGroup"/>
                              </m:oMathParaPr>
                              <m:oMath xmlns:m="http://schemas.openxmlformats.org/officeDocument/2006/math">
                                <m:acc>
                                  <m:accPr>
                                    <m:chr m:val="̅"/>
                                    <m:ctrlPr>
                                      <a:rPr lang="en-AU" b="1" i="1" smtClean="0">
                                        <a:solidFill>
                                          <a:srgbClr val="333333"/>
                                        </a:solidFill>
                                        <a:effectLst/>
                                        <a:latin typeface="Cambria Math" panose="02040503050406030204" pitchFamily="18" charset="0"/>
                                      </a:rPr>
                                    </m:ctrlPr>
                                  </m:accPr>
                                  <m:e>
                                    <m:r>
                                      <a:rPr lang="en-AU" b="1" i="0" smtClean="0">
                                        <a:solidFill>
                                          <a:srgbClr val="333333"/>
                                        </a:solidFill>
                                        <a:effectLst/>
                                        <a:latin typeface="Cambria Math" panose="02040503050406030204" pitchFamily="18" charset="0"/>
                                      </a:rPr>
                                      <m:t>𝐱</m:t>
                                    </m:r>
                                  </m:e>
                                </m:acc>
                              </m:oMath>
                            </m:oMathPara>
                          </a14:m>
                          <a:endParaRPr lang="en-AU" b="1" dirty="0">
                            <a:solidFill>
                              <a:srgbClr val="333333"/>
                            </a:solidFill>
                            <a:effectLst/>
                            <a:latin typeface="Agency FB" panose="020B0503020202020204" pitchFamily="34" charset="0"/>
                          </a:endParaRPr>
                        </a:p>
                      </a:txBody>
                      <a:tcPr marL="47625" marR="47625" marT="47625" marB="57150" anchor="b"/>
                    </a:tc>
                    <a:extLst>
                      <a:ext uri="{0D108BD9-81ED-4DB2-BD59-A6C34878D82A}">
                        <a16:rowId xmlns:a16="http://schemas.microsoft.com/office/drawing/2014/main" val="995481782"/>
                      </a:ext>
                    </a:extLst>
                  </a:tr>
                  <a:tr h="0">
                    <a:tc>
                      <a:txBody>
                        <a:bodyPr/>
                        <a:lstStyle/>
                        <a:p>
                          <a:pPr algn="ctr" fontAlgn="ctr"/>
                          <a:r>
                            <a:rPr lang="en-AU" dirty="0">
                              <a:effectLst/>
                              <a:latin typeface="Agency FB" panose="020B0503020202020204" pitchFamily="34" charset="0"/>
                            </a:rPr>
                            <a:t>90</a:t>
                          </a:r>
                        </a:p>
                      </a:txBody>
                      <a:tcPr marL="47625" marR="47625" marT="76200" marB="76200" anchor="ctr"/>
                    </a:tc>
                    <a:extLst>
                      <a:ext uri="{0D108BD9-81ED-4DB2-BD59-A6C34878D82A}">
                        <a16:rowId xmlns:a16="http://schemas.microsoft.com/office/drawing/2014/main" val="1749494564"/>
                      </a:ext>
                    </a:extLst>
                  </a:tr>
                  <a:tr h="0">
                    <a:tc>
                      <a:txBody>
                        <a:bodyPr/>
                        <a:lstStyle/>
                        <a:p>
                          <a:pPr algn="ctr" fontAlgn="ctr"/>
                          <a:r>
                            <a:rPr lang="en-AU" dirty="0">
                              <a:effectLst/>
                              <a:latin typeface="Agency FB" panose="020B0503020202020204" pitchFamily="34" charset="0"/>
                            </a:rPr>
                            <a:t>90</a:t>
                          </a:r>
                        </a:p>
                      </a:txBody>
                      <a:tcPr marL="47625" marR="47625" marT="76200" marB="76200" anchor="ctr"/>
                    </a:tc>
                    <a:extLst>
                      <a:ext uri="{0D108BD9-81ED-4DB2-BD59-A6C34878D82A}">
                        <a16:rowId xmlns:a16="http://schemas.microsoft.com/office/drawing/2014/main" val="2767175420"/>
                      </a:ext>
                    </a:extLst>
                  </a:tr>
                  <a:tr h="0">
                    <a:tc>
                      <a:txBody>
                        <a:bodyPr/>
                        <a:lstStyle/>
                        <a:p>
                          <a:pPr algn="ctr" fontAlgn="ctr"/>
                          <a:r>
                            <a:rPr lang="en-AU" dirty="0">
                              <a:effectLst/>
                              <a:latin typeface="Agency FB" panose="020B0503020202020204" pitchFamily="34" charset="0"/>
                            </a:rPr>
                            <a:t>90</a:t>
                          </a:r>
                        </a:p>
                      </a:txBody>
                      <a:tcPr marL="47625" marR="47625" marT="76200" marB="76200" anchor="ctr"/>
                    </a:tc>
                    <a:extLst>
                      <a:ext uri="{0D108BD9-81ED-4DB2-BD59-A6C34878D82A}">
                        <a16:rowId xmlns:a16="http://schemas.microsoft.com/office/drawing/2014/main" val="593248021"/>
                      </a:ext>
                    </a:extLst>
                  </a:tr>
                  <a:tr h="0">
                    <a:tc>
                      <a:txBody>
                        <a:bodyPr/>
                        <a:lstStyle/>
                        <a:p>
                          <a:pPr algn="ctr" fontAlgn="ctr"/>
                          <a:r>
                            <a:rPr lang="en-AU" dirty="0">
                              <a:effectLst/>
                              <a:latin typeface="Agency FB" panose="020B0503020202020204" pitchFamily="34" charset="0"/>
                            </a:rPr>
                            <a:t>90</a:t>
                          </a:r>
                        </a:p>
                      </a:txBody>
                      <a:tcPr marL="47625" marR="47625" marT="76200" marB="76200" anchor="ctr"/>
                    </a:tc>
                    <a:extLst>
                      <a:ext uri="{0D108BD9-81ED-4DB2-BD59-A6C34878D82A}">
                        <a16:rowId xmlns:a16="http://schemas.microsoft.com/office/drawing/2014/main" val="278826428"/>
                      </a:ext>
                    </a:extLst>
                  </a:tr>
                  <a:tr h="0">
                    <a:tc>
                      <a:txBody>
                        <a:bodyPr/>
                        <a:lstStyle/>
                        <a:p>
                          <a:pPr algn="ctr" fontAlgn="ctr"/>
                          <a:r>
                            <a:rPr lang="en-AU" dirty="0">
                              <a:effectLst/>
                              <a:latin typeface="Agency FB" panose="020B0503020202020204" pitchFamily="34" charset="0"/>
                            </a:rPr>
                            <a:t>90</a:t>
                          </a:r>
                        </a:p>
                      </a:txBody>
                      <a:tcPr marL="47625" marR="47625" marT="76200" marB="76200" anchor="ctr"/>
                    </a:tc>
                    <a:extLst>
                      <a:ext uri="{0D108BD9-81ED-4DB2-BD59-A6C34878D82A}">
                        <a16:rowId xmlns:a16="http://schemas.microsoft.com/office/drawing/2014/main" val="1310890036"/>
                      </a:ext>
                    </a:extLst>
                  </a:tr>
                </a:tbl>
              </a:graphicData>
            </a:graphic>
          </p:graphicFrame>
        </mc:Choice>
        <mc:Fallback xmlns="">
          <p:graphicFrame>
            <p:nvGraphicFramePr>
              <p:cNvPr id="16" name="Table 15">
                <a:extLst>
                  <a:ext uri="{FF2B5EF4-FFF2-40B4-BE49-F238E27FC236}">
                    <a16:creationId xmlns:a16="http://schemas.microsoft.com/office/drawing/2014/main" id="{FFE92439-B5D1-427C-87CF-8CEBA5E2604C}"/>
                  </a:ext>
                </a:extLst>
              </p:cNvPr>
              <p:cNvGraphicFramePr>
                <a:graphicFrameLocks noGrp="1"/>
              </p:cNvGraphicFramePr>
              <p:nvPr>
                <p:extLst>
                  <p:ext uri="{D42A27DB-BD31-4B8C-83A1-F6EECF244321}">
                    <p14:modId xmlns:p14="http://schemas.microsoft.com/office/powerpoint/2010/main" val="2780528953"/>
                  </p:ext>
                </p:extLst>
              </p:nvPr>
            </p:nvGraphicFramePr>
            <p:xfrm>
              <a:off x="2678689" y="1208355"/>
              <a:ext cx="795338" cy="2512695"/>
            </p:xfrm>
            <a:graphic>
              <a:graphicData uri="http://schemas.openxmlformats.org/drawingml/2006/table">
                <a:tbl>
                  <a:tblPr>
                    <a:tableStyleId>{616DA210-FB5B-4158-B5E0-FEB733F419BA}</a:tableStyleId>
                  </a:tblPr>
                  <a:tblGrid>
                    <a:gridCol w="795338">
                      <a:extLst>
                        <a:ext uri="{9D8B030D-6E8A-4147-A177-3AD203B41FA5}">
                          <a16:colId xmlns:a16="http://schemas.microsoft.com/office/drawing/2014/main" val="2810622933"/>
                        </a:ext>
                      </a:extLst>
                    </a:gridCol>
                  </a:tblGrid>
                  <a:tr h="379095">
                    <a:tc>
                      <a:txBody>
                        <a:bodyPr/>
                        <a:lstStyle/>
                        <a:p>
                          <a:endParaRPr lang="en-US"/>
                        </a:p>
                      </a:txBody>
                      <a:tcPr marL="47625" marR="47625" marT="47625" marB="57150" anchor="b">
                        <a:blipFill>
                          <a:blip r:embed="rId5"/>
                          <a:stretch>
                            <a:fillRect l="-763" t="-1613" r="-1527" b="-582258"/>
                          </a:stretch>
                        </a:blipFill>
                      </a:tcPr>
                    </a:tc>
                    <a:extLst>
                      <a:ext uri="{0D108BD9-81ED-4DB2-BD59-A6C34878D82A}">
                        <a16:rowId xmlns:a16="http://schemas.microsoft.com/office/drawing/2014/main" val="995481782"/>
                      </a:ext>
                    </a:extLst>
                  </a:tr>
                  <a:tr h="426720">
                    <a:tc>
                      <a:txBody>
                        <a:bodyPr/>
                        <a:lstStyle/>
                        <a:p>
                          <a:pPr algn="ctr" fontAlgn="ctr"/>
                          <a:r>
                            <a:rPr lang="en-AU" dirty="0">
                              <a:effectLst/>
                              <a:latin typeface="Agency FB" panose="020B0503020202020204" pitchFamily="34" charset="0"/>
                            </a:rPr>
                            <a:t>90</a:t>
                          </a:r>
                        </a:p>
                      </a:txBody>
                      <a:tcPr marL="47625" marR="47625" marT="76200" marB="76200" anchor="ctr"/>
                    </a:tc>
                    <a:extLst>
                      <a:ext uri="{0D108BD9-81ED-4DB2-BD59-A6C34878D82A}">
                        <a16:rowId xmlns:a16="http://schemas.microsoft.com/office/drawing/2014/main" val="1749494564"/>
                      </a:ext>
                    </a:extLst>
                  </a:tr>
                  <a:tr h="426720">
                    <a:tc>
                      <a:txBody>
                        <a:bodyPr/>
                        <a:lstStyle/>
                        <a:p>
                          <a:pPr algn="ctr" fontAlgn="ctr"/>
                          <a:r>
                            <a:rPr lang="en-AU" dirty="0">
                              <a:effectLst/>
                              <a:latin typeface="Agency FB" panose="020B0503020202020204" pitchFamily="34" charset="0"/>
                            </a:rPr>
                            <a:t>90</a:t>
                          </a:r>
                        </a:p>
                      </a:txBody>
                      <a:tcPr marL="47625" marR="47625" marT="76200" marB="76200" anchor="ctr"/>
                    </a:tc>
                    <a:extLst>
                      <a:ext uri="{0D108BD9-81ED-4DB2-BD59-A6C34878D82A}">
                        <a16:rowId xmlns:a16="http://schemas.microsoft.com/office/drawing/2014/main" val="2767175420"/>
                      </a:ext>
                    </a:extLst>
                  </a:tr>
                  <a:tr h="426720">
                    <a:tc>
                      <a:txBody>
                        <a:bodyPr/>
                        <a:lstStyle/>
                        <a:p>
                          <a:pPr algn="ctr" fontAlgn="ctr"/>
                          <a:r>
                            <a:rPr lang="en-AU" dirty="0">
                              <a:effectLst/>
                              <a:latin typeface="Agency FB" panose="020B0503020202020204" pitchFamily="34" charset="0"/>
                            </a:rPr>
                            <a:t>90</a:t>
                          </a:r>
                        </a:p>
                      </a:txBody>
                      <a:tcPr marL="47625" marR="47625" marT="76200" marB="76200" anchor="ctr"/>
                    </a:tc>
                    <a:extLst>
                      <a:ext uri="{0D108BD9-81ED-4DB2-BD59-A6C34878D82A}">
                        <a16:rowId xmlns:a16="http://schemas.microsoft.com/office/drawing/2014/main" val="593248021"/>
                      </a:ext>
                    </a:extLst>
                  </a:tr>
                  <a:tr h="426720">
                    <a:tc>
                      <a:txBody>
                        <a:bodyPr/>
                        <a:lstStyle/>
                        <a:p>
                          <a:pPr algn="ctr" fontAlgn="ctr"/>
                          <a:r>
                            <a:rPr lang="en-AU" dirty="0">
                              <a:effectLst/>
                              <a:latin typeface="Agency FB" panose="020B0503020202020204" pitchFamily="34" charset="0"/>
                            </a:rPr>
                            <a:t>90</a:t>
                          </a:r>
                        </a:p>
                      </a:txBody>
                      <a:tcPr marL="47625" marR="47625" marT="76200" marB="76200" anchor="ctr"/>
                    </a:tc>
                    <a:extLst>
                      <a:ext uri="{0D108BD9-81ED-4DB2-BD59-A6C34878D82A}">
                        <a16:rowId xmlns:a16="http://schemas.microsoft.com/office/drawing/2014/main" val="278826428"/>
                      </a:ext>
                    </a:extLst>
                  </a:tr>
                  <a:tr h="426720">
                    <a:tc>
                      <a:txBody>
                        <a:bodyPr/>
                        <a:lstStyle/>
                        <a:p>
                          <a:pPr algn="ctr" fontAlgn="ctr"/>
                          <a:r>
                            <a:rPr lang="en-AU" dirty="0">
                              <a:effectLst/>
                              <a:latin typeface="Agency FB" panose="020B0503020202020204" pitchFamily="34" charset="0"/>
                            </a:rPr>
                            <a:t>90</a:t>
                          </a:r>
                        </a:p>
                      </a:txBody>
                      <a:tcPr marL="47625" marR="47625" marT="76200" marB="76200" anchor="ctr"/>
                    </a:tc>
                    <a:extLst>
                      <a:ext uri="{0D108BD9-81ED-4DB2-BD59-A6C34878D82A}">
                        <a16:rowId xmlns:a16="http://schemas.microsoft.com/office/drawing/2014/main" val="131089003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7" name="Table 16">
                <a:extLst>
                  <a:ext uri="{FF2B5EF4-FFF2-40B4-BE49-F238E27FC236}">
                    <a16:creationId xmlns:a16="http://schemas.microsoft.com/office/drawing/2014/main" id="{3F643977-CE0D-412D-8B2B-E63628E2E587}"/>
                  </a:ext>
                </a:extLst>
              </p:cNvPr>
              <p:cNvGraphicFramePr>
                <a:graphicFrameLocks noGrp="1"/>
              </p:cNvGraphicFramePr>
              <p:nvPr/>
            </p:nvGraphicFramePr>
            <p:xfrm>
              <a:off x="2672387" y="4177497"/>
              <a:ext cx="795338" cy="2512695"/>
            </p:xfrm>
            <a:graphic>
              <a:graphicData uri="http://schemas.openxmlformats.org/drawingml/2006/table">
                <a:tbl>
                  <a:tblPr>
                    <a:tableStyleId>{616DA210-FB5B-4158-B5E0-FEB733F419BA}</a:tableStyleId>
                  </a:tblPr>
                  <a:tblGrid>
                    <a:gridCol w="795338">
                      <a:extLst>
                        <a:ext uri="{9D8B030D-6E8A-4147-A177-3AD203B41FA5}">
                          <a16:colId xmlns:a16="http://schemas.microsoft.com/office/drawing/2014/main" val="2810622933"/>
                        </a:ext>
                      </a:extLst>
                    </a:gridCol>
                  </a:tblGrid>
                  <a:tr h="0">
                    <a:tc>
                      <a:txBody>
                        <a:bodyPr/>
                        <a:lstStyle/>
                        <a:p>
                          <a:pPr algn="ctr" fontAlgn="b"/>
                          <a14:m>
                            <m:oMathPara xmlns:m="http://schemas.openxmlformats.org/officeDocument/2006/math">
                              <m:oMathParaPr>
                                <m:jc m:val="centerGroup"/>
                              </m:oMathParaPr>
                              <m:oMath xmlns:m="http://schemas.openxmlformats.org/officeDocument/2006/math">
                                <m:acc>
                                  <m:accPr>
                                    <m:chr m:val="̅"/>
                                    <m:ctrlPr>
                                      <a:rPr lang="en-AU" b="1" i="1" smtClean="0">
                                        <a:solidFill>
                                          <a:srgbClr val="333333"/>
                                        </a:solidFill>
                                        <a:effectLst/>
                                        <a:latin typeface="Cambria Math" panose="02040503050406030204" pitchFamily="18" charset="0"/>
                                      </a:rPr>
                                    </m:ctrlPr>
                                  </m:accPr>
                                  <m:e>
                                    <m:r>
                                      <a:rPr lang="en-AU" b="1" i="0" smtClean="0">
                                        <a:solidFill>
                                          <a:srgbClr val="333333"/>
                                        </a:solidFill>
                                        <a:effectLst/>
                                        <a:latin typeface="Cambria Math" panose="02040503050406030204" pitchFamily="18" charset="0"/>
                                      </a:rPr>
                                      <m:t>𝐱</m:t>
                                    </m:r>
                                  </m:e>
                                </m:acc>
                              </m:oMath>
                            </m:oMathPara>
                          </a14:m>
                          <a:endParaRPr lang="en-AU" b="1" dirty="0">
                            <a:solidFill>
                              <a:srgbClr val="333333"/>
                            </a:solidFill>
                            <a:effectLst/>
                            <a:latin typeface="Agency FB" panose="020B0503020202020204" pitchFamily="34" charset="0"/>
                          </a:endParaRPr>
                        </a:p>
                      </a:txBody>
                      <a:tcPr marL="47625" marR="47625" marT="47625" marB="57150" anchor="b"/>
                    </a:tc>
                    <a:extLst>
                      <a:ext uri="{0D108BD9-81ED-4DB2-BD59-A6C34878D82A}">
                        <a16:rowId xmlns:a16="http://schemas.microsoft.com/office/drawing/2014/main" val="995481782"/>
                      </a:ext>
                    </a:extLst>
                  </a:tr>
                  <a:tr h="0">
                    <a:tc>
                      <a:txBody>
                        <a:bodyPr/>
                        <a:lstStyle/>
                        <a:p>
                          <a:pPr algn="ctr" fontAlgn="ctr"/>
                          <a:r>
                            <a:rPr lang="en-AU" dirty="0">
                              <a:effectLst/>
                              <a:latin typeface="Agency FB" panose="020B0503020202020204" pitchFamily="34" charset="0"/>
                            </a:rPr>
                            <a:t>90</a:t>
                          </a:r>
                        </a:p>
                      </a:txBody>
                      <a:tcPr marL="47625" marR="47625" marT="76200" marB="76200" anchor="ctr"/>
                    </a:tc>
                    <a:extLst>
                      <a:ext uri="{0D108BD9-81ED-4DB2-BD59-A6C34878D82A}">
                        <a16:rowId xmlns:a16="http://schemas.microsoft.com/office/drawing/2014/main" val="1749494564"/>
                      </a:ext>
                    </a:extLst>
                  </a:tr>
                  <a:tr h="0">
                    <a:tc>
                      <a:txBody>
                        <a:bodyPr/>
                        <a:lstStyle/>
                        <a:p>
                          <a:pPr algn="ctr" fontAlgn="ctr"/>
                          <a:r>
                            <a:rPr lang="en-AU" dirty="0">
                              <a:effectLst/>
                              <a:latin typeface="Agency FB" panose="020B0503020202020204" pitchFamily="34" charset="0"/>
                            </a:rPr>
                            <a:t>90</a:t>
                          </a:r>
                        </a:p>
                      </a:txBody>
                      <a:tcPr marL="47625" marR="47625" marT="76200" marB="76200" anchor="ctr"/>
                    </a:tc>
                    <a:extLst>
                      <a:ext uri="{0D108BD9-81ED-4DB2-BD59-A6C34878D82A}">
                        <a16:rowId xmlns:a16="http://schemas.microsoft.com/office/drawing/2014/main" val="2767175420"/>
                      </a:ext>
                    </a:extLst>
                  </a:tr>
                  <a:tr h="0">
                    <a:tc>
                      <a:txBody>
                        <a:bodyPr/>
                        <a:lstStyle/>
                        <a:p>
                          <a:pPr algn="ctr" fontAlgn="ctr"/>
                          <a:r>
                            <a:rPr lang="en-AU" dirty="0">
                              <a:effectLst/>
                              <a:latin typeface="Agency FB" panose="020B0503020202020204" pitchFamily="34" charset="0"/>
                            </a:rPr>
                            <a:t>90</a:t>
                          </a:r>
                        </a:p>
                      </a:txBody>
                      <a:tcPr marL="47625" marR="47625" marT="76200" marB="76200" anchor="ctr"/>
                    </a:tc>
                    <a:extLst>
                      <a:ext uri="{0D108BD9-81ED-4DB2-BD59-A6C34878D82A}">
                        <a16:rowId xmlns:a16="http://schemas.microsoft.com/office/drawing/2014/main" val="593248021"/>
                      </a:ext>
                    </a:extLst>
                  </a:tr>
                  <a:tr h="0">
                    <a:tc>
                      <a:txBody>
                        <a:bodyPr/>
                        <a:lstStyle/>
                        <a:p>
                          <a:pPr algn="ctr" fontAlgn="ctr"/>
                          <a:r>
                            <a:rPr lang="en-AU" dirty="0">
                              <a:effectLst/>
                              <a:latin typeface="Agency FB" panose="020B0503020202020204" pitchFamily="34" charset="0"/>
                            </a:rPr>
                            <a:t>90</a:t>
                          </a:r>
                        </a:p>
                      </a:txBody>
                      <a:tcPr marL="47625" marR="47625" marT="76200" marB="76200" anchor="ctr"/>
                    </a:tc>
                    <a:extLst>
                      <a:ext uri="{0D108BD9-81ED-4DB2-BD59-A6C34878D82A}">
                        <a16:rowId xmlns:a16="http://schemas.microsoft.com/office/drawing/2014/main" val="278826428"/>
                      </a:ext>
                    </a:extLst>
                  </a:tr>
                  <a:tr h="0">
                    <a:tc>
                      <a:txBody>
                        <a:bodyPr/>
                        <a:lstStyle/>
                        <a:p>
                          <a:pPr algn="ctr" fontAlgn="ctr"/>
                          <a:r>
                            <a:rPr lang="en-AU" dirty="0">
                              <a:effectLst/>
                              <a:latin typeface="Agency FB" panose="020B0503020202020204" pitchFamily="34" charset="0"/>
                            </a:rPr>
                            <a:t>90</a:t>
                          </a:r>
                        </a:p>
                      </a:txBody>
                      <a:tcPr marL="47625" marR="47625" marT="76200" marB="76200" anchor="ctr"/>
                    </a:tc>
                    <a:extLst>
                      <a:ext uri="{0D108BD9-81ED-4DB2-BD59-A6C34878D82A}">
                        <a16:rowId xmlns:a16="http://schemas.microsoft.com/office/drawing/2014/main" val="1310890036"/>
                      </a:ext>
                    </a:extLst>
                  </a:tr>
                </a:tbl>
              </a:graphicData>
            </a:graphic>
          </p:graphicFrame>
        </mc:Choice>
        <mc:Fallback xmlns="">
          <p:graphicFrame>
            <p:nvGraphicFramePr>
              <p:cNvPr id="17" name="Table 16">
                <a:extLst>
                  <a:ext uri="{FF2B5EF4-FFF2-40B4-BE49-F238E27FC236}">
                    <a16:creationId xmlns:a16="http://schemas.microsoft.com/office/drawing/2014/main" id="{3F643977-CE0D-412D-8B2B-E63628E2E587}"/>
                  </a:ext>
                </a:extLst>
              </p:cNvPr>
              <p:cNvGraphicFramePr>
                <a:graphicFrameLocks noGrp="1"/>
              </p:cNvGraphicFramePr>
              <p:nvPr>
                <p:extLst>
                  <p:ext uri="{D42A27DB-BD31-4B8C-83A1-F6EECF244321}">
                    <p14:modId xmlns:p14="http://schemas.microsoft.com/office/powerpoint/2010/main" val="865725336"/>
                  </p:ext>
                </p:extLst>
              </p:nvPr>
            </p:nvGraphicFramePr>
            <p:xfrm>
              <a:off x="2672387" y="4177497"/>
              <a:ext cx="795338" cy="2512695"/>
            </p:xfrm>
            <a:graphic>
              <a:graphicData uri="http://schemas.openxmlformats.org/drawingml/2006/table">
                <a:tbl>
                  <a:tblPr>
                    <a:tableStyleId>{616DA210-FB5B-4158-B5E0-FEB733F419BA}</a:tableStyleId>
                  </a:tblPr>
                  <a:tblGrid>
                    <a:gridCol w="795338">
                      <a:extLst>
                        <a:ext uri="{9D8B030D-6E8A-4147-A177-3AD203B41FA5}">
                          <a16:colId xmlns:a16="http://schemas.microsoft.com/office/drawing/2014/main" val="2810622933"/>
                        </a:ext>
                      </a:extLst>
                    </a:gridCol>
                  </a:tblGrid>
                  <a:tr h="379095">
                    <a:tc>
                      <a:txBody>
                        <a:bodyPr/>
                        <a:lstStyle/>
                        <a:p>
                          <a:endParaRPr lang="en-US"/>
                        </a:p>
                      </a:txBody>
                      <a:tcPr marL="47625" marR="47625" marT="47625" marB="57150" anchor="b">
                        <a:blipFill>
                          <a:blip r:embed="rId6"/>
                          <a:stretch>
                            <a:fillRect l="-763" t="-1613" r="-1527" b="-582258"/>
                          </a:stretch>
                        </a:blipFill>
                      </a:tcPr>
                    </a:tc>
                    <a:extLst>
                      <a:ext uri="{0D108BD9-81ED-4DB2-BD59-A6C34878D82A}">
                        <a16:rowId xmlns:a16="http://schemas.microsoft.com/office/drawing/2014/main" val="995481782"/>
                      </a:ext>
                    </a:extLst>
                  </a:tr>
                  <a:tr h="426720">
                    <a:tc>
                      <a:txBody>
                        <a:bodyPr/>
                        <a:lstStyle/>
                        <a:p>
                          <a:pPr algn="ctr" fontAlgn="ctr"/>
                          <a:r>
                            <a:rPr lang="en-AU" dirty="0">
                              <a:effectLst/>
                              <a:latin typeface="Agency FB" panose="020B0503020202020204" pitchFamily="34" charset="0"/>
                            </a:rPr>
                            <a:t>90</a:t>
                          </a:r>
                        </a:p>
                      </a:txBody>
                      <a:tcPr marL="47625" marR="47625" marT="76200" marB="76200" anchor="ctr"/>
                    </a:tc>
                    <a:extLst>
                      <a:ext uri="{0D108BD9-81ED-4DB2-BD59-A6C34878D82A}">
                        <a16:rowId xmlns:a16="http://schemas.microsoft.com/office/drawing/2014/main" val="1749494564"/>
                      </a:ext>
                    </a:extLst>
                  </a:tr>
                  <a:tr h="426720">
                    <a:tc>
                      <a:txBody>
                        <a:bodyPr/>
                        <a:lstStyle/>
                        <a:p>
                          <a:pPr algn="ctr" fontAlgn="ctr"/>
                          <a:r>
                            <a:rPr lang="en-AU" dirty="0">
                              <a:effectLst/>
                              <a:latin typeface="Agency FB" panose="020B0503020202020204" pitchFamily="34" charset="0"/>
                            </a:rPr>
                            <a:t>90</a:t>
                          </a:r>
                        </a:p>
                      </a:txBody>
                      <a:tcPr marL="47625" marR="47625" marT="76200" marB="76200" anchor="ctr"/>
                    </a:tc>
                    <a:extLst>
                      <a:ext uri="{0D108BD9-81ED-4DB2-BD59-A6C34878D82A}">
                        <a16:rowId xmlns:a16="http://schemas.microsoft.com/office/drawing/2014/main" val="2767175420"/>
                      </a:ext>
                    </a:extLst>
                  </a:tr>
                  <a:tr h="426720">
                    <a:tc>
                      <a:txBody>
                        <a:bodyPr/>
                        <a:lstStyle/>
                        <a:p>
                          <a:pPr algn="ctr" fontAlgn="ctr"/>
                          <a:r>
                            <a:rPr lang="en-AU" dirty="0">
                              <a:effectLst/>
                              <a:latin typeface="Agency FB" panose="020B0503020202020204" pitchFamily="34" charset="0"/>
                            </a:rPr>
                            <a:t>90</a:t>
                          </a:r>
                        </a:p>
                      </a:txBody>
                      <a:tcPr marL="47625" marR="47625" marT="76200" marB="76200" anchor="ctr"/>
                    </a:tc>
                    <a:extLst>
                      <a:ext uri="{0D108BD9-81ED-4DB2-BD59-A6C34878D82A}">
                        <a16:rowId xmlns:a16="http://schemas.microsoft.com/office/drawing/2014/main" val="593248021"/>
                      </a:ext>
                    </a:extLst>
                  </a:tr>
                  <a:tr h="426720">
                    <a:tc>
                      <a:txBody>
                        <a:bodyPr/>
                        <a:lstStyle/>
                        <a:p>
                          <a:pPr algn="ctr" fontAlgn="ctr"/>
                          <a:r>
                            <a:rPr lang="en-AU" dirty="0">
                              <a:effectLst/>
                              <a:latin typeface="Agency FB" panose="020B0503020202020204" pitchFamily="34" charset="0"/>
                            </a:rPr>
                            <a:t>90</a:t>
                          </a:r>
                        </a:p>
                      </a:txBody>
                      <a:tcPr marL="47625" marR="47625" marT="76200" marB="76200" anchor="ctr"/>
                    </a:tc>
                    <a:extLst>
                      <a:ext uri="{0D108BD9-81ED-4DB2-BD59-A6C34878D82A}">
                        <a16:rowId xmlns:a16="http://schemas.microsoft.com/office/drawing/2014/main" val="278826428"/>
                      </a:ext>
                    </a:extLst>
                  </a:tr>
                  <a:tr h="426720">
                    <a:tc>
                      <a:txBody>
                        <a:bodyPr/>
                        <a:lstStyle/>
                        <a:p>
                          <a:pPr algn="ctr" fontAlgn="ctr"/>
                          <a:r>
                            <a:rPr lang="en-AU" dirty="0">
                              <a:effectLst/>
                              <a:latin typeface="Agency FB" panose="020B0503020202020204" pitchFamily="34" charset="0"/>
                            </a:rPr>
                            <a:t>90</a:t>
                          </a:r>
                        </a:p>
                      </a:txBody>
                      <a:tcPr marL="47625" marR="47625" marT="76200" marB="76200" anchor="ctr"/>
                    </a:tc>
                    <a:extLst>
                      <a:ext uri="{0D108BD9-81ED-4DB2-BD59-A6C34878D82A}">
                        <a16:rowId xmlns:a16="http://schemas.microsoft.com/office/drawing/2014/main" val="131089003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3" name="Table 32">
                <a:extLst>
                  <a:ext uri="{FF2B5EF4-FFF2-40B4-BE49-F238E27FC236}">
                    <a16:creationId xmlns:a16="http://schemas.microsoft.com/office/drawing/2014/main" id="{5AAC2AFE-6BED-4BCD-863D-77D0C87206ED}"/>
                  </a:ext>
                </a:extLst>
              </p:cNvPr>
              <p:cNvGraphicFramePr>
                <a:graphicFrameLocks noGrp="1"/>
              </p:cNvGraphicFramePr>
              <p:nvPr/>
            </p:nvGraphicFramePr>
            <p:xfrm>
              <a:off x="3467725" y="1208354"/>
              <a:ext cx="795338" cy="2512695"/>
            </p:xfrm>
            <a:graphic>
              <a:graphicData uri="http://schemas.openxmlformats.org/drawingml/2006/table">
                <a:tbl>
                  <a:tblPr>
                    <a:tableStyleId>{616DA210-FB5B-4158-B5E0-FEB733F419BA}</a:tableStyleId>
                  </a:tblPr>
                  <a:tblGrid>
                    <a:gridCol w="795338">
                      <a:extLst>
                        <a:ext uri="{9D8B030D-6E8A-4147-A177-3AD203B41FA5}">
                          <a16:colId xmlns:a16="http://schemas.microsoft.com/office/drawing/2014/main" val="2810622933"/>
                        </a:ext>
                      </a:extLst>
                    </a:gridCol>
                  </a:tblGrid>
                  <a:tr h="0">
                    <a:tc>
                      <a:txBody>
                        <a:bodyPr/>
                        <a:lstStyle/>
                        <a:p>
                          <a:pPr algn="ctr" fontAlgn="b"/>
                          <a14:m>
                            <m:oMathPara xmlns:m="http://schemas.openxmlformats.org/officeDocument/2006/math">
                              <m:oMathParaPr>
                                <m:jc m:val="centerGroup"/>
                              </m:oMathParaPr>
                              <m:oMath xmlns:m="http://schemas.openxmlformats.org/officeDocument/2006/math">
                                <m:r>
                                  <a:rPr lang="en-AU" b="1" i="0" smtClean="0">
                                    <a:solidFill>
                                      <a:srgbClr val="333333"/>
                                    </a:solidFill>
                                    <a:effectLst/>
                                    <a:latin typeface="Cambria Math" panose="02040503050406030204" pitchFamily="18" charset="0"/>
                                  </a:rPr>
                                  <m:t>𝐱</m:t>
                                </m:r>
                                <m:r>
                                  <a:rPr lang="en-AU" b="1" i="1" smtClean="0">
                                    <a:solidFill>
                                      <a:srgbClr val="333333"/>
                                    </a:solidFill>
                                    <a:effectLst/>
                                    <a:latin typeface="Cambria Math" panose="02040503050406030204" pitchFamily="18" charset="0"/>
                                  </a:rPr>
                                  <m:t>−</m:t>
                                </m:r>
                                <m:acc>
                                  <m:accPr>
                                    <m:chr m:val="̅"/>
                                    <m:ctrlPr>
                                      <a:rPr lang="en-AU" b="1" i="1" smtClean="0">
                                        <a:solidFill>
                                          <a:srgbClr val="333333"/>
                                        </a:solidFill>
                                        <a:effectLst/>
                                        <a:latin typeface="Cambria Math" panose="02040503050406030204" pitchFamily="18" charset="0"/>
                                      </a:rPr>
                                    </m:ctrlPr>
                                  </m:accPr>
                                  <m:e>
                                    <m:r>
                                      <a:rPr lang="en-AU" b="1" i="0" smtClean="0">
                                        <a:solidFill>
                                          <a:srgbClr val="333333"/>
                                        </a:solidFill>
                                        <a:effectLst/>
                                        <a:latin typeface="Cambria Math" panose="02040503050406030204" pitchFamily="18" charset="0"/>
                                      </a:rPr>
                                      <m:t>𝐱</m:t>
                                    </m:r>
                                  </m:e>
                                </m:acc>
                              </m:oMath>
                            </m:oMathPara>
                          </a14:m>
                          <a:endParaRPr lang="en-AU" b="1" dirty="0">
                            <a:solidFill>
                              <a:srgbClr val="333333"/>
                            </a:solidFill>
                            <a:effectLst/>
                            <a:latin typeface="Agency FB" panose="020B0503020202020204" pitchFamily="34" charset="0"/>
                          </a:endParaRPr>
                        </a:p>
                      </a:txBody>
                      <a:tcPr marL="47625" marR="47625" marT="47625" marB="57150" anchor="b"/>
                    </a:tc>
                    <a:extLst>
                      <a:ext uri="{0D108BD9-81ED-4DB2-BD59-A6C34878D82A}">
                        <a16:rowId xmlns:a16="http://schemas.microsoft.com/office/drawing/2014/main" val="995481782"/>
                      </a:ext>
                    </a:extLst>
                  </a:tr>
                  <a:tr h="0">
                    <a:tc>
                      <a:txBody>
                        <a:bodyPr/>
                        <a:lstStyle/>
                        <a:p>
                          <a:pPr algn="ctr" fontAlgn="ctr"/>
                          <a:r>
                            <a:rPr lang="en-AU" dirty="0">
                              <a:effectLst/>
                              <a:latin typeface="Agency FB" panose="020B0503020202020204" pitchFamily="34" charset="0"/>
                            </a:rPr>
                            <a:t>-2</a:t>
                          </a:r>
                        </a:p>
                      </a:txBody>
                      <a:tcPr marL="47625" marR="47625" marT="76200" marB="76200" anchor="ctr"/>
                    </a:tc>
                    <a:extLst>
                      <a:ext uri="{0D108BD9-81ED-4DB2-BD59-A6C34878D82A}">
                        <a16:rowId xmlns:a16="http://schemas.microsoft.com/office/drawing/2014/main" val="1749494564"/>
                      </a:ext>
                    </a:extLst>
                  </a:tr>
                  <a:tr h="0">
                    <a:tc>
                      <a:txBody>
                        <a:bodyPr/>
                        <a:lstStyle/>
                        <a:p>
                          <a:pPr algn="ctr" fontAlgn="ctr"/>
                          <a:r>
                            <a:rPr lang="en-AU" dirty="0">
                              <a:effectLst/>
                              <a:latin typeface="Agency FB" panose="020B0503020202020204" pitchFamily="34" charset="0"/>
                            </a:rPr>
                            <a:t>-1</a:t>
                          </a:r>
                        </a:p>
                      </a:txBody>
                      <a:tcPr marL="47625" marR="47625" marT="76200" marB="76200" anchor="ctr"/>
                    </a:tc>
                    <a:extLst>
                      <a:ext uri="{0D108BD9-81ED-4DB2-BD59-A6C34878D82A}">
                        <a16:rowId xmlns:a16="http://schemas.microsoft.com/office/drawing/2014/main" val="2767175420"/>
                      </a:ext>
                    </a:extLst>
                  </a:tr>
                  <a:tr h="0">
                    <a:tc>
                      <a:txBody>
                        <a:bodyPr/>
                        <a:lstStyle/>
                        <a:p>
                          <a:pPr algn="ctr" fontAlgn="ctr"/>
                          <a:r>
                            <a:rPr lang="en-AU" dirty="0">
                              <a:effectLst/>
                              <a:latin typeface="Agency FB" panose="020B0503020202020204" pitchFamily="34" charset="0"/>
                            </a:rPr>
                            <a:t>0</a:t>
                          </a:r>
                        </a:p>
                      </a:txBody>
                      <a:tcPr marL="47625" marR="47625" marT="76200" marB="76200" anchor="ctr"/>
                    </a:tc>
                    <a:extLst>
                      <a:ext uri="{0D108BD9-81ED-4DB2-BD59-A6C34878D82A}">
                        <a16:rowId xmlns:a16="http://schemas.microsoft.com/office/drawing/2014/main" val="593248021"/>
                      </a:ext>
                    </a:extLst>
                  </a:tr>
                  <a:tr h="0">
                    <a:tc>
                      <a:txBody>
                        <a:bodyPr/>
                        <a:lstStyle/>
                        <a:p>
                          <a:pPr algn="ctr" fontAlgn="ctr"/>
                          <a:r>
                            <a:rPr lang="en-AU" dirty="0">
                              <a:effectLst/>
                              <a:latin typeface="Agency FB" panose="020B0503020202020204" pitchFamily="34" charset="0"/>
                            </a:rPr>
                            <a:t>1</a:t>
                          </a:r>
                        </a:p>
                      </a:txBody>
                      <a:tcPr marL="47625" marR="47625" marT="76200" marB="76200" anchor="ctr"/>
                    </a:tc>
                    <a:extLst>
                      <a:ext uri="{0D108BD9-81ED-4DB2-BD59-A6C34878D82A}">
                        <a16:rowId xmlns:a16="http://schemas.microsoft.com/office/drawing/2014/main" val="278826428"/>
                      </a:ext>
                    </a:extLst>
                  </a:tr>
                  <a:tr h="0">
                    <a:tc>
                      <a:txBody>
                        <a:bodyPr/>
                        <a:lstStyle/>
                        <a:p>
                          <a:pPr algn="ctr" fontAlgn="ctr"/>
                          <a:r>
                            <a:rPr lang="en-AU" dirty="0">
                              <a:effectLst/>
                              <a:latin typeface="Agency FB" panose="020B0503020202020204" pitchFamily="34" charset="0"/>
                            </a:rPr>
                            <a:t>2</a:t>
                          </a:r>
                        </a:p>
                      </a:txBody>
                      <a:tcPr marL="47625" marR="47625" marT="76200" marB="76200" anchor="ctr"/>
                    </a:tc>
                    <a:extLst>
                      <a:ext uri="{0D108BD9-81ED-4DB2-BD59-A6C34878D82A}">
                        <a16:rowId xmlns:a16="http://schemas.microsoft.com/office/drawing/2014/main" val="1310890036"/>
                      </a:ext>
                    </a:extLst>
                  </a:tr>
                </a:tbl>
              </a:graphicData>
            </a:graphic>
          </p:graphicFrame>
        </mc:Choice>
        <mc:Fallback xmlns="">
          <p:graphicFrame>
            <p:nvGraphicFramePr>
              <p:cNvPr id="33" name="Table 32">
                <a:extLst>
                  <a:ext uri="{FF2B5EF4-FFF2-40B4-BE49-F238E27FC236}">
                    <a16:creationId xmlns:a16="http://schemas.microsoft.com/office/drawing/2014/main" id="{5AAC2AFE-6BED-4BCD-863D-77D0C87206ED}"/>
                  </a:ext>
                </a:extLst>
              </p:cNvPr>
              <p:cNvGraphicFramePr>
                <a:graphicFrameLocks noGrp="1"/>
              </p:cNvGraphicFramePr>
              <p:nvPr>
                <p:extLst>
                  <p:ext uri="{D42A27DB-BD31-4B8C-83A1-F6EECF244321}">
                    <p14:modId xmlns:p14="http://schemas.microsoft.com/office/powerpoint/2010/main" val="2594354455"/>
                  </p:ext>
                </p:extLst>
              </p:nvPr>
            </p:nvGraphicFramePr>
            <p:xfrm>
              <a:off x="3467725" y="1208354"/>
              <a:ext cx="795338" cy="2512695"/>
            </p:xfrm>
            <a:graphic>
              <a:graphicData uri="http://schemas.openxmlformats.org/drawingml/2006/table">
                <a:tbl>
                  <a:tblPr>
                    <a:tableStyleId>{616DA210-FB5B-4158-B5E0-FEB733F419BA}</a:tableStyleId>
                  </a:tblPr>
                  <a:tblGrid>
                    <a:gridCol w="795338">
                      <a:extLst>
                        <a:ext uri="{9D8B030D-6E8A-4147-A177-3AD203B41FA5}">
                          <a16:colId xmlns:a16="http://schemas.microsoft.com/office/drawing/2014/main" val="2810622933"/>
                        </a:ext>
                      </a:extLst>
                    </a:gridCol>
                  </a:tblGrid>
                  <a:tr h="379095">
                    <a:tc>
                      <a:txBody>
                        <a:bodyPr/>
                        <a:lstStyle/>
                        <a:p>
                          <a:endParaRPr lang="en-US"/>
                        </a:p>
                      </a:txBody>
                      <a:tcPr marL="47625" marR="47625" marT="47625" marB="57150" anchor="b">
                        <a:blipFill>
                          <a:blip r:embed="rId7"/>
                          <a:stretch>
                            <a:fillRect l="-758" t="-1613" r="-1515" b="-582258"/>
                          </a:stretch>
                        </a:blipFill>
                      </a:tcPr>
                    </a:tc>
                    <a:extLst>
                      <a:ext uri="{0D108BD9-81ED-4DB2-BD59-A6C34878D82A}">
                        <a16:rowId xmlns:a16="http://schemas.microsoft.com/office/drawing/2014/main" val="995481782"/>
                      </a:ext>
                    </a:extLst>
                  </a:tr>
                  <a:tr h="426720">
                    <a:tc>
                      <a:txBody>
                        <a:bodyPr/>
                        <a:lstStyle/>
                        <a:p>
                          <a:pPr algn="ctr" fontAlgn="ctr"/>
                          <a:r>
                            <a:rPr lang="en-AU" dirty="0">
                              <a:effectLst/>
                              <a:latin typeface="Agency FB" panose="020B0503020202020204" pitchFamily="34" charset="0"/>
                            </a:rPr>
                            <a:t>-2</a:t>
                          </a:r>
                        </a:p>
                      </a:txBody>
                      <a:tcPr marL="47625" marR="47625" marT="76200" marB="76200" anchor="ctr"/>
                    </a:tc>
                    <a:extLst>
                      <a:ext uri="{0D108BD9-81ED-4DB2-BD59-A6C34878D82A}">
                        <a16:rowId xmlns:a16="http://schemas.microsoft.com/office/drawing/2014/main" val="1749494564"/>
                      </a:ext>
                    </a:extLst>
                  </a:tr>
                  <a:tr h="426720">
                    <a:tc>
                      <a:txBody>
                        <a:bodyPr/>
                        <a:lstStyle/>
                        <a:p>
                          <a:pPr algn="ctr" fontAlgn="ctr"/>
                          <a:r>
                            <a:rPr lang="en-AU" dirty="0">
                              <a:effectLst/>
                              <a:latin typeface="Agency FB" panose="020B0503020202020204" pitchFamily="34" charset="0"/>
                            </a:rPr>
                            <a:t>-1</a:t>
                          </a:r>
                        </a:p>
                      </a:txBody>
                      <a:tcPr marL="47625" marR="47625" marT="76200" marB="76200" anchor="ctr"/>
                    </a:tc>
                    <a:extLst>
                      <a:ext uri="{0D108BD9-81ED-4DB2-BD59-A6C34878D82A}">
                        <a16:rowId xmlns:a16="http://schemas.microsoft.com/office/drawing/2014/main" val="2767175420"/>
                      </a:ext>
                    </a:extLst>
                  </a:tr>
                  <a:tr h="426720">
                    <a:tc>
                      <a:txBody>
                        <a:bodyPr/>
                        <a:lstStyle/>
                        <a:p>
                          <a:pPr algn="ctr" fontAlgn="ctr"/>
                          <a:r>
                            <a:rPr lang="en-AU" dirty="0">
                              <a:effectLst/>
                              <a:latin typeface="Agency FB" panose="020B0503020202020204" pitchFamily="34" charset="0"/>
                            </a:rPr>
                            <a:t>0</a:t>
                          </a:r>
                        </a:p>
                      </a:txBody>
                      <a:tcPr marL="47625" marR="47625" marT="76200" marB="76200" anchor="ctr"/>
                    </a:tc>
                    <a:extLst>
                      <a:ext uri="{0D108BD9-81ED-4DB2-BD59-A6C34878D82A}">
                        <a16:rowId xmlns:a16="http://schemas.microsoft.com/office/drawing/2014/main" val="593248021"/>
                      </a:ext>
                    </a:extLst>
                  </a:tr>
                  <a:tr h="426720">
                    <a:tc>
                      <a:txBody>
                        <a:bodyPr/>
                        <a:lstStyle/>
                        <a:p>
                          <a:pPr algn="ctr" fontAlgn="ctr"/>
                          <a:r>
                            <a:rPr lang="en-AU" dirty="0">
                              <a:effectLst/>
                              <a:latin typeface="Agency FB" panose="020B0503020202020204" pitchFamily="34" charset="0"/>
                            </a:rPr>
                            <a:t>1</a:t>
                          </a:r>
                        </a:p>
                      </a:txBody>
                      <a:tcPr marL="47625" marR="47625" marT="76200" marB="76200" anchor="ctr"/>
                    </a:tc>
                    <a:extLst>
                      <a:ext uri="{0D108BD9-81ED-4DB2-BD59-A6C34878D82A}">
                        <a16:rowId xmlns:a16="http://schemas.microsoft.com/office/drawing/2014/main" val="278826428"/>
                      </a:ext>
                    </a:extLst>
                  </a:tr>
                  <a:tr h="426720">
                    <a:tc>
                      <a:txBody>
                        <a:bodyPr/>
                        <a:lstStyle/>
                        <a:p>
                          <a:pPr algn="ctr" fontAlgn="ctr"/>
                          <a:r>
                            <a:rPr lang="en-AU" dirty="0">
                              <a:effectLst/>
                              <a:latin typeface="Agency FB" panose="020B0503020202020204" pitchFamily="34" charset="0"/>
                            </a:rPr>
                            <a:t>2</a:t>
                          </a:r>
                        </a:p>
                      </a:txBody>
                      <a:tcPr marL="47625" marR="47625" marT="76200" marB="76200" anchor="ctr"/>
                    </a:tc>
                    <a:extLst>
                      <a:ext uri="{0D108BD9-81ED-4DB2-BD59-A6C34878D82A}">
                        <a16:rowId xmlns:a16="http://schemas.microsoft.com/office/drawing/2014/main" val="131089003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4" name="Table 33">
                <a:extLst>
                  <a:ext uri="{FF2B5EF4-FFF2-40B4-BE49-F238E27FC236}">
                    <a16:creationId xmlns:a16="http://schemas.microsoft.com/office/drawing/2014/main" id="{74D4E4AD-245B-4CAB-BE18-3484F8D6F18C}"/>
                  </a:ext>
                </a:extLst>
              </p:cNvPr>
              <p:cNvGraphicFramePr>
                <a:graphicFrameLocks noGrp="1"/>
              </p:cNvGraphicFramePr>
              <p:nvPr/>
            </p:nvGraphicFramePr>
            <p:xfrm>
              <a:off x="3469141" y="4177496"/>
              <a:ext cx="795338" cy="2512695"/>
            </p:xfrm>
            <a:graphic>
              <a:graphicData uri="http://schemas.openxmlformats.org/drawingml/2006/table">
                <a:tbl>
                  <a:tblPr>
                    <a:tableStyleId>{616DA210-FB5B-4158-B5E0-FEB733F419BA}</a:tableStyleId>
                  </a:tblPr>
                  <a:tblGrid>
                    <a:gridCol w="795338">
                      <a:extLst>
                        <a:ext uri="{9D8B030D-6E8A-4147-A177-3AD203B41FA5}">
                          <a16:colId xmlns:a16="http://schemas.microsoft.com/office/drawing/2014/main" val="2810622933"/>
                        </a:ext>
                      </a:extLst>
                    </a:gridCol>
                  </a:tblGrid>
                  <a:tr h="0">
                    <a:tc>
                      <a:txBody>
                        <a:bodyPr/>
                        <a:lstStyle/>
                        <a:p>
                          <a:pPr algn="ctr" fontAlgn="b"/>
                          <a14:m>
                            <m:oMathPara xmlns:m="http://schemas.openxmlformats.org/officeDocument/2006/math">
                              <m:oMathParaPr>
                                <m:jc m:val="centerGroup"/>
                              </m:oMathParaPr>
                              <m:oMath xmlns:m="http://schemas.openxmlformats.org/officeDocument/2006/math">
                                <m:r>
                                  <a:rPr lang="en-AU" b="1" i="0" smtClean="0">
                                    <a:solidFill>
                                      <a:srgbClr val="333333"/>
                                    </a:solidFill>
                                    <a:effectLst/>
                                    <a:latin typeface="Cambria Math" panose="02040503050406030204" pitchFamily="18" charset="0"/>
                                  </a:rPr>
                                  <m:t>𝐱</m:t>
                                </m:r>
                                <m:r>
                                  <a:rPr lang="en-AU" b="1" i="1" smtClean="0">
                                    <a:solidFill>
                                      <a:srgbClr val="333333"/>
                                    </a:solidFill>
                                    <a:effectLst/>
                                    <a:latin typeface="Cambria Math" panose="02040503050406030204" pitchFamily="18" charset="0"/>
                                  </a:rPr>
                                  <m:t>−</m:t>
                                </m:r>
                                <m:acc>
                                  <m:accPr>
                                    <m:chr m:val="̅"/>
                                    <m:ctrlPr>
                                      <a:rPr lang="en-AU" b="1" i="1" smtClean="0">
                                        <a:solidFill>
                                          <a:srgbClr val="333333"/>
                                        </a:solidFill>
                                        <a:effectLst/>
                                        <a:latin typeface="Cambria Math" panose="02040503050406030204" pitchFamily="18" charset="0"/>
                                      </a:rPr>
                                    </m:ctrlPr>
                                  </m:accPr>
                                  <m:e>
                                    <m:r>
                                      <a:rPr lang="en-AU" b="1" i="0" smtClean="0">
                                        <a:solidFill>
                                          <a:srgbClr val="333333"/>
                                        </a:solidFill>
                                        <a:effectLst/>
                                        <a:latin typeface="Cambria Math" panose="02040503050406030204" pitchFamily="18" charset="0"/>
                                      </a:rPr>
                                      <m:t>𝐱</m:t>
                                    </m:r>
                                  </m:e>
                                </m:acc>
                              </m:oMath>
                            </m:oMathPara>
                          </a14:m>
                          <a:endParaRPr lang="en-AU" b="1" dirty="0">
                            <a:solidFill>
                              <a:srgbClr val="333333"/>
                            </a:solidFill>
                            <a:effectLst/>
                            <a:latin typeface="Agency FB" panose="020B0503020202020204" pitchFamily="34" charset="0"/>
                          </a:endParaRPr>
                        </a:p>
                      </a:txBody>
                      <a:tcPr marL="47625" marR="47625" marT="47625" marB="57150" anchor="b"/>
                    </a:tc>
                    <a:extLst>
                      <a:ext uri="{0D108BD9-81ED-4DB2-BD59-A6C34878D82A}">
                        <a16:rowId xmlns:a16="http://schemas.microsoft.com/office/drawing/2014/main" val="995481782"/>
                      </a:ext>
                    </a:extLst>
                  </a:tr>
                  <a:tr h="0">
                    <a:tc>
                      <a:txBody>
                        <a:bodyPr/>
                        <a:lstStyle/>
                        <a:p>
                          <a:pPr algn="ctr" fontAlgn="ctr"/>
                          <a:r>
                            <a:rPr lang="en-AU" dirty="0">
                              <a:effectLst/>
                              <a:latin typeface="Agency FB" panose="020B0503020202020204" pitchFamily="34" charset="0"/>
                            </a:rPr>
                            <a:t>-10</a:t>
                          </a:r>
                        </a:p>
                      </a:txBody>
                      <a:tcPr marL="47625" marR="47625" marT="76200" marB="76200" anchor="ctr"/>
                    </a:tc>
                    <a:extLst>
                      <a:ext uri="{0D108BD9-81ED-4DB2-BD59-A6C34878D82A}">
                        <a16:rowId xmlns:a16="http://schemas.microsoft.com/office/drawing/2014/main" val="1749494564"/>
                      </a:ext>
                    </a:extLst>
                  </a:tr>
                  <a:tr h="0">
                    <a:tc>
                      <a:txBody>
                        <a:bodyPr/>
                        <a:lstStyle/>
                        <a:p>
                          <a:pPr algn="ctr" fontAlgn="ctr"/>
                          <a:r>
                            <a:rPr lang="en-AU" dirty="0">
                              <a:effectLst/>
                              <a:latin typeface="Agency FB" panose="020B0503020202020204" pitchFamily="34" charset="0"/>
                            </a:rPr>
                            <a:t>-5</a:t>
                          </a:r>
                        </a:p>
                      </a:txBody>
                      <a:tcPr marL="47625" marR="47625" marT="76200" marB="76200" anchor="ctr"/>
                    </a:tc>
                    <a:extLst>
                      <a:ext uri="{0D108BD9-81ED-4DB2-BD59-A6C34878D82A}">
                        <a16:rowId xmlns:a16="http://schemas.microsoft.com/office/drawing/2014/main" val="2767175420"/>
                      </a:ext>
                    </a:extLst>
                  </a:tr>
                  <a:tr h="0">
                    <a:tc>
                      <a:txBody>
                        <a:bodyPr/>
                        <a:lstStyle/>
                        <a:p>
                          <a:pPr algn="ctr" fontAlgn="ctr"/>
                          <a:r>
                            <a:rPr lang="en-AU" dirty="0">
                              <a:effectLst/>
                              <a:latin typeface="Agency FB" panose="020B0503020202020204" pitchFamily="34" charset="0"/>
                            </a:rPr>
                            <a:t>0</a:t>
                          </a:r>
                        </a:p>
                      </a:txBody>
                      <a:tcPr marL="47625" marR="47625" marT="76200" marB="76200" anchor="ctr"/>
                    </a:tc>
                    <a:extLst>
                      <a:ext uri="{0D108BD9-81ED-4DB2-BD59-A6C34878D82A}">
                        <a16:rowId xmlns:a16="http://schemas.microsoft.com/office/drawing/2014/main" val="593248021"/>
                      </a:ext>
                    </a:extLst>
                  </a:tr>
                  <a:tr h="0">
                    <a:tc>
                      <a:txBody>
                        <a:bodyPr/>
                        <a:lstStyle/>
                        <a:p>
                          <a:pPr algn="ctr" fontAlgn="ctr"/>
                          <a:r>
                            <a:rPr lang="en-AU" dirty="0">
                              <a:effectLst/>
                              <a:latin typeface="Agency FB" panose="020B0503020202020204" pitchFamily="34" charset="0"/>
                            </a:rPr>
                            <a:t>5</a:t>
                          </a:r>
                        </a:p>
                      </a:txBody>
                      <a:tcPr marL="47625" marR="47625" marT="76200" marB="76200" anchor="ctr"/>
                    </a:tc>
                    <a:extLst>
                      <a:ext uri="{0D108BD9-81ED-4DB2-BD59-A6C34878D82A}">
                        <a16:rowId xmlns:a16="http://schemas.microsoft.com/office/drawing/2014/main" val="278826428"/>
                      </a:ext>
                    </a:extLst>
                  </a:tr>
                  <a:tr h="0">
                    <a:tc>
                      <a:txBody>
                        <a:bodyPr/>
                        <a:lstStyle/>
                        <a:p>
                          <a:pPr algn="ctr" fontAlgn="ctr"/>
                          <a:r>
                            <a:rPr lang="en-AU" dirty="0">
                              <a:effectLst/>
                              <a:latin typeface="Agency FB" panose="020B0503020202020204" pitchFamily="34" charset="0"/>
                            </a:rPr>
                            <a:t>10</a:t>
                          </a:r>
                        </a:p>
                      </a:txBody>
                      <a:tcPr marL="47625" marR="47625" marT="76200" marB="76200" anchor="ctr"/>
                    </a:tc>
                    <a:extLst>
                      <a:ext uri="{0D108BD9-81ED-4DB2-BD59-A6C34878D82A}">
                        <a16:rowId xmlns:a16="http://schemas.microsoft.com/office/drawing/2014/main" val="1310890036"/>
                      </a:ext>
                    </a:extLst>
                  </a:tr>
                </a:tbl>
              </a:graphicData>
            </a:graphic>
          </p:graphicFrame>
        </mc:Choice>
        <mc:Fallback xmlns="">
          <p:graphicFrame>
            <p:nvGraphicFramePr>
              <p:cNvPr id="34" name="Table 33">
                <a:extLst>
                  <a:ext uri="{FF2B5EF4-FFF2-40B4-BE49-F238E27FC236}">
                    <a16:creationId xmlns:a16="http://schemas.microsoft.com/office/drawing/2014/main" id="{74D4E4AD-245B-4CAB-BE18-3484F8D6F18C}"/>
                  </a:ext>
                </a:extLst>
              </p:cNvPr>
              <p:cNvGraphicFramePr>
                <a:graphicFrameLocks noGrp="1"/>
              </p:cNvGraphicFramePr>
              <p:nvPr>
                <p:extLst>
                  <p:ext uri="{D42A27DB-BD31-4B8C-83A1-F6EECF244321}">
                    <p14:modId xmlns:p14="http://schemas.microsoft.com/office/powerpoint/2010/main" val="3990630976"/>
                  </p:ext>
                </p:extLst>
              </p:nvPr>
            </p:nvGraphicFramePr>
            <p:xfrm>
              <a:off x="3469141" y="4177496"/>
              <a:ext cx="795338" cy="2512695"/>
            </p:xfrm>
            <a:graphic>
              <a:graphicData uri="http://schemas.openxmlformats.org/drawingml/2006/table">
                <a:tbl>
                  <a:tblPr>
                    <a:tableStyleId>{616DA210-FB5B-4158-B5E0-FEB733F419BA}</a:tableStyleId>
                  </a:tblPr>
                  <a:tblGrid>
                    <a:gridCol w="795338">
                      <a:extLst>
                        <a:ext uri="{9D8B030D-6E8A-4147-A177-3AD203B41FA5}">
                          <a16:colId xmlns:a16="http://schemas.microsoft.com/office/drawing/2014/main" val="2810622933"/>
                        </a:ext>
                      </a:extLst>
                    </a:gridCol>
                  </a:tblGrid>
                  <a:tr h="379095">
                    <a:tc>
                      <a:txBody>
                        <a:bodyPr/>
                        <a:lstStyle/>
                        <a:p>
                          <a:endParaRPr lang="en-US"/>
                        </a:p>
                      </a:txBody>
                      <a:tcPr marL="47625" marR="47625" marT="47625" marB="57150" anchor="b">
                        <a:blipFill>
                          <a:blip r:embed="rId8"/>
                          <a:stretch>
                            <a:fillRect l="-763" t="-1613" r="-1527" b="-582258"/>
                          </a:stretch>
                        </a:blipFill>
                      </a:tcPr>
                    </a:tc>
                    <a:extLst>
                      <a:ext uri="{0D108BD9-81ED-4DB2-BD59-A6C34878D82A}">
                        <a16:rowId xmlns:a16="http://schemas.microsoft.com/office/drawing/2014/main" val="995481782"/>
                      </a:ext>
                    </a:extLst>
                  </a:tr>
                  <a:tr h="426720">
                    <a:tc>
                      <a:txBody>
                        <a:bodyPr/>
                        <a:lstStyle/>
                        <a:p>
                          <a:pPr algn="ctr" fontAlgn="ctr"/>
                          <a:r>
                            <a:rPr lang="en-AU" dirty="0">
                              <a:effectLst/>
                              <a:latin typeface="Agency FB" panose="020B0503020202020204" pitchFamily="34" charset="0"/>
                            </a:rPr>
                            <a:t>-10</a:t>
                          </a:r>
                        </a:p>
                      </a:txBody>
                      <a:tcPr marL="47625" marR="47625" marT="76200" marB="76200" anchor="ctr"/>
                    </a:tc>
                    <a:extLst>
                      <a:ext uri="{0D108BD9-81ED-4DB2-BD59-A6C34878D82A}">
                        <a16:rowId xmlns:a16="http://schemas.microsoft.com/office/drawing/2014/main" val="1749494564"/>
                      </a:ext>
                    </a:extLst>
                  </a:tr>
                  <a:tr h="426720">
                    <a:tc>
                      <a:txBody>
                        <a:bodyPr/>
                        <a:lstStyle/>
                        <a:p>
                          <a:pPr algn="ctr" fontAlgn="ctr"/>
                          <a:r>
                            <a:rPr lang="en-AU" dirty="0">
                              <a:effectLst/>
                              <a:latin typeface="Agency FB" panose="020B0503020202020204" pitchFamily="34" charset="0"/>
                            </a:rPr>
                            <a:t>-5</a:t>
                          </a:r>
                        </a:p>
                      </a:txBody>
                      <a:tcPr marL="47625" marR="47625" marT="76200" marB="76200" anchor="ctr"/>
                    </a:tc>
                    <a:extLst>
                      <a:ext uri="{0D108BD9-81ED-4DB2-BD59-A6C34878D82A}">
                        <a16:rowId xmlns:a16="http://schemas.microsoft.com/office/drawing/2014/main" val="2767175420"/>
                      </a:ext>
                    </a:extLst>
                  </a:tr>
                  <a:tr h="426720">
                    <a:tc>
                      <a:txBody>
                        <a:bodyPr/>
                        <a:lstStyle/>
                        <a:p>
                          <a:pPr algn="ctr" fontAlgn="ctr"/>
                          <a:r>
                            <a:rPr lang="en-AU" dirty="0">
                              <a:effectLst/>
                              <a:latin typeface="Agency FB" panose="020B0503020202020204" pitchFamily="34" charset="0"/>
                            </a:rPr>
                            <a:t>0</a:t>
                          </a:r>
                        </a:p>
                      </a:txBody>
                      <a:tcPr marL="47625" marR="47625" marT="76200" marB="76200" anchor="ctr"/>
                    </a:tc>
                    <a:extLst>
                      <a:ext uri="{0D108BD9-81ED-4DB2-BD59-A6C34878D82A}">
                        <a16:rowId xmlns:a16="http://schemas.microsoft.com/office/drawing/2014/main" val="593248021"/>
                      </a:ext>
                    </a:extLst>
                  </a:tr>
                  <a:tr h="426720">
                    <a:tc>
                      <a:txBody>
                        <a:bodyPr/>
                        <a:lstStyle/>
                        <a:p>
                          <a:pPr algn="ctr" fontAlgn="ctr"/>
                          <a:r>
                            <a:rPr lang="en-AU" dirty="0">
                              <a:effectLst/>
                              <a:latin typeface="Agency FB" panose="020B0503020202020204" pitchFamily="34" charset="0"/>
                            </a:rPr>
                            <a:t>5</a:t>
                          </a:r>
                        </a:p>
                      </a:txBody>
                      <a:tcPr marL="47625" marR="47625" marT="76200" marB="76200" anchor="ctr"/>
                    </a:tc>
                    <a:extLst>
                      <a:ext uri="{0D108BD9-81ED-4DB2-BD59-A6C34878D82A}">
                        <a16:rowId xmlns:a16="http://schemas.microsoft.com/office/drawing/2014/main" val="278826428"/>
                      </a:ext>
                    </a:extLst>
                  </a:tr>
                  <a:tr h="426720">
                    <a:tc>
                      <a:txBody>
                        <a:bodyPr/>
                        <a:lstStyle/>
                        <a:p>
                          <a:pPr algn="ctr" fontAlgn="ctr"/>
                          <a:r>
                            <a:rPr lang="en-AU" dirty="0">
                              <a:effectLst/>
                              <a:latin typeface="Agency FB" panose="020B0503020202020204" pitchFamily="34" charset="0"/>
                            </a:rPr>
                            <a:t>10</a:t>
                          </a:r>
                        </a:p>
                      </a:txBody>
                      <a:tcPr marL="47625" marR="47625" marT="76200" marB="76200" anchor="ctr"/>
                    </a:tc>
                    <a:extLst>
                      <a:ext uri="{0D108BD9-81ED-4DB2-BD59-A6C34878D82A}">
                        <a16:rowId xmlns:a16="http://schemas.microsoft.com/office/drawing/2014/main" val="131089003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5" name="Table 34">
                <a:extLst>
                  <a:ext uri="{FF2B5EF4-FFF2-40B4-BE49-F238E27FC236}">
                    <a16:creationId xmlns:a16="http://schemas.microsoft.com/office/drawing/2014/main" id="{2D0808B1-7FCD-4F4F-B73B-6E500D0EC11A}"/>
                  </a:ext>
                </a:extLst>
              </p:cNvPr>
              <p:cNvGraphicFramePr>
                <a:graphicFrameLocks noGrp="1"/>
              </p:cNvGraphicFramePr>
              <p:nvPr/>
            </p:nvGraphicFramePr>
            <p:xfrm>
              <a:off x="4261200" y="1208353"/>
              <a:ext cx="849313" cy="2512695"/>
            </p:xfrm>
            <a:graphic>
              <a:graphicData uri="http://schemas.openxmlformats.org/drawingml/2006/table">
                <a:tbl>
                  <a:tblPr>
                    <a:tableStyleId>{616DA210-FB5B-4158-B5E0-FEB733F419BA}</a:tableStyleId>
                  </a:tblPr>
                  <a:tblGrid>
                    <a:gridCol w="849313">
                      <a:extLst>
                        <a:ext uri="{9D8B030D-6E8A-4147-A177-3AD203B41FA5}">
                          <a16:colId xmlns:a16="http://schemas.microsoft.com/office/drawing/2014/main" val="2810622933"/>
                        </a:ext>
                      </a:extLst>
                    </a:gridCol>
                  </a:tblGrid>
                  <a:tr h="0">
                    <a:tc>
                      <a:txBody>
                        <a:bodyPr/>
                        <a:lstStyle/>
                        <a:p>
                          <a:pPr algn="ctr" fontAlgn="b"/>
                          <a:r>
                            <a:rPr lang="en-AU" b="1" dirty="0">
                              <a:solidFill>
                                <a:srgbClr val="333333"/>
                              </a:solidFill>
                              <a:effectLst/>
                            </a:rPr>
                            <a:t>(</a:t>
                          </a:r>
                          <a14:m>
                            <m:oMath xmlns:m="http://schemas.openxmlformats.org/officeDocument/2006/math">
                              <m:r>
                                <a:rPr lang="en-AU" b="1" i="0" smtClean="0">
                                  <a:solidFill>
                                    <a:srgbClr val="333333"/>
                                  </a:solidFill>
                                  <a:effectLst/>
                                  <a:latin typeface="Cambria Math" panose="02040503050406030204" pitchFamily="18" charset="0"/>
                                </a:rPr>
                                <m:t>𝐱</m:t>
                              </m:r>
                              <m:r>
                                <a:rPr lang="en-AU" b="1" i="1" smtClean="0">
                                  <a:solidFill>
                                    <a:srgbClr val="333333"/>
                                  </a:solidFill>
                                  <a:effectLst/>
                                  <a:latin typeface="Cambria Math" panose="02040503050406030204" pitchFamily="18" charset="0"/>
                                </a:rPr>
                                <m:t>−</m:t>
                              </m:r>
                              <m:acc>
                                <m:accPr>
                                  <m:chr m:val="̅"/>
                                  <m:ctrlPr>
                                    <a:rPr lang="en-AU" b="1" i="1" smtClean="0">
                                      <a:solidFill>
                                        <a:srgbClr val="333333"/>
                                      </a:solidFill>
                                      <a:effectLst/>
                                      <a:latin typeface="Cambria Math" panose="02040503050406030204" pitchFamily="18" charset="0"/>
                                    </a:rPr>
                                  </m:ctrlPr>
                                </m:accPr>
                                <m:e>
                                  <m:r>
                                    <a:rPr lang="en-AU" b="1" i="0" smtClean="0">
                                      <a:solidFill>
                                        <a:srgbClr val="333333"/>
                                      </a:solidFill>
                                      <a:effectLst/>
                                      <a:latin typeface="Cambria Math" panose="02040503050406030204" pitchFamily="18" charset="0"/>
                                    </a:rPr>
                                    <m:t>𝐱</m:t>
                                  </m:r>
                                </m:e>
                              </m:acc>
                            </m:oMath>
                          </a14:m>
                          <a:r>
                            <a:rPr lang="en-AU" b="1" dirty="0">
                              <a:solidFill>
                                <a:srgbClr val="333333"/>
                              </a:solidFill>
                              <a:effectLst/>
                              <a:latin typeface="Agency FB" panose="020B0503020202020204" pitchFamily="34" charset="0"/>
                            </a:rPr>
                            <a:t>)</a:t>
                          </a:r>
                          <a:r>
                            <a:rPr lang="en-AU" b="1" baseline="30000" dirty="0">
                              <a:solidFill>
                                <a:srgbClr val="333333"/>
                              </a:solidFill>
                              <a:effectLst/>
                              <a:latin typeface="Agency FB" panose="020B0503020202020204" pitchFamily="34" charset="0"/>
                            </a:rPr>
                            <a:t>2</a:t>
                          </a:r>
                        </a:p>
                      </a:txBody>
                      <a:tcPr marL="47625" marR="47625" marT="47625" marB="57150" anchor="b"/>
                    </a:tc>
                    <a:extLst>
                      <a:ext uri="{0D108BD9-81ED-4DB2-BD59-A6C34878D82A}">
                        <a16:rowId xmlns:a16="http://schemas.microsoft.com/office/drawing/2014/main" val="995481782"/>
                      </a:ext>
                    </a:extLst>
                  </a:tr>
                  <a:tr h="0">
                    <a:tc>
                      <a:txBody>
                        <a:bodyPr/>
                        <a:lstStyle/>
                        <a:p>
                          <a:pPr algn="ctr" fontAlgn="ctr"/>
                          <a:r>
                            <a:rPr lang="en-AU" dirty="0">
                              <a:effectLst/>
                              <a:latin typeface="Agency FB" panose="020B0503020202020204" pitchFamily="34" charset="0"/>
                            </a:rPr>
                            <a:t>4</a:t>
                          </a:r>
                        </a:p>
                      </a:txBody>
                      <a:tcPr marL="47625" marR="47625" marT="76200" marB="76200" anchor="ctr"/>
                    </a:tc>
                    <a:extLst>
                      <a:ext uri="{0D108BD9-81ED-4DB2-BD59-A6C34878D82A}">
                        <a16:rowId xmlns:a16="http://schemas.microsoft.com/office/drawing/2014/main" val="1749494564"/>
                      </a:ext>
                    </a:extLst>
                  </a:tr>
                  <a:tr h="0">
                    <a:tc>
                      <a:txBody>
                        <a:bodyPr/>
                        <a:lstStyle/>
                        <a:p>
                          <a:pPr algn="ctr" fontAlgn="ctr"/>
                          <a:r>
                            <a:rPr lang="en-AU" dirty="0">
                              <a:effectLst/>
                              <a:latin typeface="Agency FB" panose="020B0503020202020204" pitchFamily="34" charset="0"/>
                            </a:rPr>
                            <a:t>1</a:t>
                          </a:r>
                        </a:p>
                      </a:txBody>
                      <a:tcPr marL="47625" marR="47625" marT="76200" marB="76200" anchor="ctr"/>
                    </a:tc>
                    <a:extLst>
                      <a:ext uri="{0D108BD9-81ED-4DB2-BD59-A6C34878D82A}">
                        <a16:rowId xmlns:a16="http://schemas.microsoft.com/office/drawing/2014/main" val="2767175420"/>
                      </a:ext>
                    </a:extLst>
                  </a:tr>
                  <a:tr h="0">
                    <a:tc>
                      <a:txBody>
                        <a:bodyPr/>
                        <a:lstStyle/>
                        <a:p>
                          <a:pPr algn="ctr" fontAlgn="ctr"/>
                          <a:r>
                            <a:rPr lang="en-AU" dirty="0">
                              <a:effectLst/>
                              <a:latin typeface="Agency FB" panose="020B0503020202020204" pitchFamily="34" charset="0"/>
                            </a:rPr>
                            <a:t>0</a:t>
                          </a:r>
                        </a:p>
                      </a:txBody>
                      <a:tcPr marL="47625" marR="47625" marT="76200" marB="76200" anchor="ctr"/>
                    </a:tc>
                    <a:extLst>
                      <a:ext uri="{0D108BD9-81ED-4DB2-BD59-A6C34878D82A}">
                        <a16:rowId xmlns:a16="http://schemas.microsoft.com/office/drawing/2014/main" val="593248021"/>
                      </a:ext>
                    </a:extLst>
                  </a:tr>
                  <a:tr h="0">
                    <a:tc>
                      <a:txBody>
                        <a:bodyPr/>
                        <a:lstStyle/>
                        <a:p>
                          <a:pPr algn="ctr" fontAlgn="ctr"/>
                          <a:r>
                            <a:rPr lang="en-AU" dirty="0">
                              <a:effectLst/>
                              <a:latin typeface="Agency FB" panose="020B0503020202020204" pitchFamily="34" charset="0"/>
                            </a:rPr>
                            <a:t>1</a:t>
                          </a:r>
                        </a:p>
                      </a:txBody>
                      <a:tcPr marL="47625" marR="47625" marT="76200" marB="76200" anchor="ctr"/>
                    </a:tc>
                    <a:extLst>
                      <a:ext uri="{0D108BD9-81ED-4DB2-BD59-A6C34878D82A}">
                        <a16:rowId xmlns:a16="http://schemas.microsoft.com/office/drawing/2014/main" val="278826428"/>
                      </a:ext>
                    </a:extLst>
                  </a:tr>
                  <a:tr h="0">
                    <a:tc>
                      <a:txBody>
                        <a:bodyPr/>
                        <a:lstStyle/>
                        <a:p>
                          <a:pPr algn="ctr" fontAlgn="ctr"/>
                          <a:r>
                            <a:rPr lang="en-AU" dirty="0">
                              <a:effectLst/>
                              <a:latin typeface="Agency FB" panose="020B0503020202020204" pitchFamily="34" charset="0"/>
                            </a:rPr>
                            <a:t>4</a:t>
                          </a:r>
                        </a:p>
                      </a:txBody>
                      <a:tcPr marL="47625" marR="47625" marT="76200" marB="76200" anchor="ctr"/>
                    </a:tc>
                    <a:extLst>
                      <a:ext uri="{0D108BD9-81ED-4DB2-BD59-A6C34878D82A}">
                        <a16:rowId xmlns:a16="http://schemas.microsoft.com/office/drawing/2014/main" val="1310890036"/>
                      </a:ext>
                    </a:extLst>
                  </a:tr>
                </a:tbl>
              </a:graphicData>
            </a:graphic>
          </p:graphicFrame>
        </mc:Choice>
        <mc:Fallback xmlns="">
          <p:graphicFrame>
            <p:nvGraphicFramePr>
              <p:cNvPr id="35" name="Table 34">
                <a:extLst>
                  <a:ext uri="{FF2B5EF4-FFF2-40B4-BE49-F238E27FC236}">
                    <a16:creationId xmlns:a16="http://schemas.microsoft.com/office/drawing/2014/main" id="{2D0808B1-7FCD-4F4F-B73B-6E500D0EC11A}"/>
                  </a:ext>
                </a:extLst>
              </p:cNvPr>
              <p:cNvGraphicFramePr>
                <a:graphicFrameLocks noGrp="1"/>
              </p:cNvGraphicFramePr>
              <p:nvPr>
                <p:extLst>
                  <p:ext uri="{D42A27DB-BD31-4B8C-83A1-F6EECF244321}">
                    <p14:modId xmlns:p14="http://schemas.microsoft.com/office/powerpoint/2010/main" val="2223519897"/>
                  </p:ext>
                </p:extLst>
              </p:nvPr>
            </p:nvGraphicFramePr>
            <p:xfrm>
              <a:off x="4261200" y="1208353"/>
              <a:ext cx="849313" cy="2512695"/>
            </p:xfrm>
            <a:graphic>
              <a:graphicData uri="http://schemas.openxmlformats.org/drawingml/2006/table">
                <a:tbl>
                  <a:tblPr>
                    <a:tableStyleId>{616DA210-FB5B-4158-B5E0-FEB733F419BA}</a:tableStyleId>
                  </a:tblPr>
                  <a:tblGrid>
                    <a:gridCol w="849313">
                      <a:extLst>
                        <a:ext uri="{9D8B030D-6E8A-4147-A177-3AD203B41FA5}">
                          <a16:colId xmlns:a16="http://schemas.microsoft.com/office/drawing/2014/main" val="2810622933"/>
                        </a:ext>
                      </a:extLst>
                    </a:gridCol>
                  </a:tblGrid>
                  <a:tr h="379095">
                    <a:tc>
                      <a:txBody>
                        <a:bodyPr/>
                        <a:lstStyle/>
                        <a:p>
                          <a:endParaRPr lang="en-US"/>
                        </a:p>
                      </a:txBody>
                      <a:tcPr marL="47625" marR="47625" marT="47625" marB="57150" anchor="b">
                        <a:blipFill>
                          <a:blip r:embed="rId9"/>
                          <a:stretch>
                            <a:fillRect l="-1429" t="-9677" r="-1429" b="-582258"/>
                          </a:stretch>
                        </a:blipFill>
                      </a:tcPr>
                    </a:tc>
                    <a:extLst>
                      <a:ext uri="{0D108BD9-81ED-4DB2-BD59-A6C34878D82A}">
                        <a16:rowId xmlns:a16="http://schemas.microsoft.com/office/drawing/2014/main" val="995481782"/>
                      </a:ext>
                    </a:extLst>
                  </a:tr>
                  <a:tr h="426720">
                    <a:tc>
                      <a:txBody>
                        <a:bodyPr/>
                        <a:lstStyle/>
                        <a:p>
                          <a:pPr algn="ctr" fontAlgn="ctr"/>
                          <a:r>
                            <a:rPr lang="en-AU" dirty="0">
                              <a:effectLst/>
                              <a:latin typeface="Agency FB" panose="020B0503020202020204" pitchFamily="34" charset="0"/>
                            </a:rPr>
                            <a:t>4</a:t>
                          </a:r>
                        </a:p>
                      </a:txBody>
                      <a:tcPr marL="47625" marR="47625" marT="76200" marB="76200" anchor="ctr"/>
                    </a:tc>
                    <a:extLst>
                      <a:ext uri="{0D108BD9-81ED-4DB2-BD59-A6C34878D82A}">
                        <a16:rowId xmlns:a16="http://schemas.microsoft.com/office/drawing/2014/main" val="1749494564"/>
                      </a:ext>
                    </a:extLst>
                  </a:tr>
                  <a:tr h="426720">
                    <a:tc>
                      <a:txBody>
                        <a:bodyPr/>
                        <a:lstStyle/>
                        <a:p>
                          <a:pPr algn="ctr" fontAlgn="ctr"/>
                          <a:r>
                            <a:rPr lang="en-AU" dirty="0">
                              <a:effectLst/>
                              <a:latin typeface="Agency FB" panose="020B0503020202020204" pitchFamily="34" charset="0"/>
                            </a:rPr>
                            <a:t>1</a:t>
                          </a:r>
                        </a:p>
                      </a:txBody>
                      <a:tcPr marL="47625" marR="47625" marT="76200" marB="76200" anchor="ctr"/>
                    </a:tc>
                    <a:extLst>
                      <a:ext uri="{0D108BD9-81ED-4DB2-BD59-A6C34878D82A}">
                        <a16:rowId xmlns:a16="http://schemas.microsoft.com/office/drawing/2014/main" val="2767175420"/>
                      </a:ext>
                    </a:extLst>
                  </a:tr>
                  <a:tr h="426720">
                    <a:tc>
                      <a:txBody>
                        <a:bodyPr/>
                        <a:lstStyle/>
                        <a:p>
                          <a:pPr algn="ctr" fontAlgn="ctr"/>
                          <a:r>
                            <a:rPr lang="en-AU" dirty="0">
                              <a:effectLst/>
                              <a:latin typeface="Agency FB" panose="020B0503020202020204" pitchFamily="34" charset="0"/>
                            </a:rPr>
                            <a:t>0</a:t>
                          </a:r>
                        </a:p>
                      </a:txBody>
                      <a:tcPr marL="47625" marR="47625" marT="76200" marB="76200" anchor="ctr"/>
                    </a:tc>
                    <a:extLst>
                      <a:ext uri="{0D108BD9-81ED-4DB2-BD59-A6C34878D82A}">
                        <a16:rowId xmlns:a16="http://schemas.microsoft.com/office/drawing/2014/main" val="593248021"/>
                      </a:ext>
                    </a:extLst>
                  </a:tr>
                  <a:tr h="426720">
                    <a:tc>
                      <a:txBody>
                        <a:bodyPr/>
                        <a:lstStyle/>
                        <a:p>
                          <a:pPr algn="ctr" fontAlgn="ctr"/>
                          <a:r>
                            <a:rPr lang="en-AU" dirty="0">
                              <a:effectLst/>
                              <a:latin typeface="Agency FB" panose="020B0503020202020204" pitchFamily="34" charset="0"/>
                            </a:rPr>
                            <a:t>1</a:t>
                          </a:r>
                        </a:p>
                      </a:txBody>
                      <a:tcPr marL="47625" marR="47625" marT="76200" marB="76200" anchor="ctr"/>
                    </a:tc>
                    <a:extLst>
                      <a:ext uri="{0D108BD9-81ED-4DB2-BD59-A6C34878D82A}">
                        <a16:rowId xmlns:a16="http://schemas.microsoft.com/office/drawing/2014/main" val="278826428"/>
                      </a:ext>
                    </a:extLst>
                  </a:tr>
                  <a:tr h="426720">
                    <a:tc>
                      <a:txBody>
                        <a:bodyPr/>
                        <a:lstStyle/>
                        <a:p>
                          <a:pPr algn="ctr" fontAlgn="ctr"/>
                          <a:r>
                            <a:rPr lang="en-AU" dirty="0">
                              <a:effectLst/>
                              <a:latin typeface="Agency FB" panose="020B0503020202020204" pitchFamily="34" charset="0"/>
                            </a:rPr>
                            <a:t>4</a:t>
                          </a:r>
                        </a:p>
                      </a:txBody>
                      <a:tcPr marL="47625" marR="47625" marT="76200" marB="76200" anchor="ctr"/>
                    </a:tc>
                    <a:extLst>
                      <a:ext uri="{0D108BD9-81ED-4DB2-BD59-A6C34878D82A}">
                        <a16:rowId xmlns:a16="http://schemas.microsoft.com/office/drawing/2014/main" val="131089003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6" name="Table 35">
                <a:extLst>
                  <a:ext uri="{FF2B5EF4-FFF2-40B4-BE49-F238E27FC236}">
                    <a16:creationId xmlns:a16="http://schemas.microsoft.com/office/drawing/2014/main" id="{BF5071E6-5A93-4E1A-BAC2-FF5BE2CE363E}"/>
                  </a:ext>
                </a:extLst>
              </p:cNvPr>
              <p:cNvGraphicFramePr>
                <a:graphicFrameLocks noGrp="1"/>
              </p:cNvGraphicFramePr>
              <p:nvPr/>
            </p:nvGraphicFramePr>
            <p:xfrm>
              <a:off x="4264666" y="4177496"/>
              <a:ext cx="849313" cy="2512695"/>
            </p:xfrm>
            <a:graphic>
              <a:graphicData uri="http://schemas.openxmlformats.org/drawingml/2006/table">
                <a:tbl>
                  <a:tblPr>
                    <a:tableStyleId>{616DA210-FB5B-4158-B5E0-FEB733F419BA}</a:tableStyleId>
                  </a:tblPr>
                  <a:tblGrid>
                    <a:gridCol w="849313">
                      <a:extLst>
                        <a:ext uri="{9D8B030D-6E8A-4147-A177-3AD203B41FA5}">
                          <a16:colId xmlns:a16="http://schemas.microsoft.com/office/drawing/2014/main" val="2810622933"/>
                        </a:ext>
                      </a:extLst>
                    </a:gridCol>
                  </a:tblGrid>
                  <a:tr h="0">
                    <a:tc>
                      <a:txBody>
                        <a:bodyPr/>
                        <a:lstStyle/>
                        <a:p>
                          <a:pPr algn="ctr" fontAlgn="b"/>
                          <a:r>
                            <a:rPr lang="en-AU" b="1" dirty="0">
                              <a:solidFill>
                                <a:srgbClr val="333333"/>
                              </a:solidFill>
                              <a:effectLst/>
                            </a:rPr>
                            <a:t>(</a:t>
                          </a:r>
                          <a14:m>
                            <m:oMath xmlns:m="http://schemas.openxmlformats.org/officeDocument/2006/math">
                              <m:r>
                                <a:rPr lang="en-AU" b="1" i="0" smtClean="0">
                                  <a:solidFill>
                                    <a:srgbClr val="333333"/>
                                  </a:solidFill>
                                  <a:effectLst/>
                                  <a:latin typeface="Cambria Math" panose="02040503050406030204" pitchFamily="18" charset="0"/>
                                </a:rPr>
                                <m:t>𝐱</m:t>
                              </m:r>
                              <m:r>
                                <a:rPr lang="en-AU" b="1" i="1" smtClean="0">
                                  <a:solidFill>
                                    <a:srgbClr val="333333"/>
                                  </a:solidFill>
                                  <a:effectLst/>
                                  <a:latin typeface="Cambria Math" panose="02040503050406030204" pitchFamily="18" charset="0"/>
                                </a:rPr>
                                <m:t>−</m:t>
                              </m:r>
                              <m:acc>
                                <m:accPr>
                                  <m:chr m:val="̅"/>
                                  <m:ctrlPr>
                                    <a:rPr lang="en-AU" b="1" i="1" smtClean="0">
                                      <a:solidFill>
                                        <a:srgbClr val="333333"/>
                                      </a:solidFill>
                                      <a:effectLst/>
                                      <a:latin typeface="Cambria Math" panose="02040503050406030204" pitchFamily="18" charset="0"/>
                                    </a:rPr>
                                  </m:ctrlPr>
                                </m:accPr>
                                <m:e>
                                  <m:r>
                                    <a:rPr lang="en-AU" b="1" i="0" smtClean="0">
                                      <a:solidFill>
                                        <a:srgbClr val="333333"/>
                                      </a:solidFill>
                                      <a:effectLst/>
                                      <a:latin typeface="Cambria Math" panose="02040503050406030204" pitchFamily="18" charset="0"/>
                                    </a:rPr>
                                    <m:t>𝐱</m:t>
                                  </m:r>
                                </m:e>
                              </m:acc>
                            </m:oMath>
                          </a14:m>
                          <a:r>
                            <a:rPr lang="en-AU" b="1" dirty="0">
                              <a:solidFill>
                                <a:srgbClr val="333333"/>
                              </a:solidFill>
                              <a:effectLst/>
                              <a:latin typeface="Agency FB" panose="020B0503020202020204" pitchFamily="34" charset="0"/>
                            </a:rPr>
                            <a:t>)</a:t>
                          </a:r>
                          <a:r>
                            <a:rPr lang="en-AU" b="1" baseline="30000" dirty="0">
                              <a:solidFill>
                                <a:srgbClr val="333333"/>
                              </a:solidFill>
                              <a:effectLst/>
                              <a:latin typeface="Agency FB" panose="020B0503020202020204" pitchFamily="34" charset="0"/>
                            </a:rPr>
                            <a:t>2</a:t>
                          </a:r>
                        </a:p>
                      </a:txBody>
                      <a:tcPr marL="47625" marR="47625" marT="47625" marB="57150" anchor="b"/>
                    </a:tc>
                    <a:extLst>
                      <a:ext uri="{0D108BD9-81ED-4DB2-BD59-A6C34878D82A}">
                        <a16:rowId xmlns:a16="http://schemas.microsoft.com/office/drawing/2014/main" val="995481782"/>
                      </a:ext>
                    </a:extLst>
                  </a:tr>
                  <a:tr h="0">
                    <a:tc>
                      <a:txBody>
                        <a:bodyPr/>
                        <a:lstStyle/>
                        <a:p>
                          <a:pPr algn="ctr" fontAlgn="ctr"/>
                          <a:r>
                            <a:rPr lang="en-AU" dirty="0">
                              <a:effectLst/>
                              <a:latin typeface="Agency FB" panose="020B0503020202020204" pitchFamily="34" charset="0"/>
                            </a:rPr>
                            <a:t>100</a:t>
                          </a:r>
                        </a:p>
                      </a:txBody>
                      <a:tcPr marL="47625" marR="47625" marT="76200" marB="76200" anchor="ctr"/>
                    </a:tc>
                    <a:extLst>
                      <a:ext uri="{0D108BD9-81ED-4DB2-BD59-A6C34878D82A}">
                        <a16:rowId xmlns:a16="http://schemas.microsoft.com/office/drawing/2014/main" val="1749494564"/>
                      </a:ext>
                    </a:extLst>
                  </a:tr>
                  <a:tr h="0">
                    <a:tc>
                      <a:txBody>
                        <a:bodyPr/>
                        <a:lstStyle/>
                        <a:p>
                          <a:pPr algn="ctr" fontAlgn="ctr"/>
                          <a:r>
                            <a:rPr lang="en-AU" dirty="0">
                              <a:effectLst/>
                              <a:latin typeface="Agency FB" panose="020B0503020202020204" pitchFamily="34" charset="0"/>
                            </a:rPr>
                            <a:t>25</a:t>
                          </a:r>
                        </a:p>
                      </a:txBody>
                      <a:tcPr marL="47625" marR="47625" marT="76200" marB="76200" anchor="ctr"/>
                    </a:tc>
                    <a:extLst>
                      <a:ext uri="{0D108BD9-81ED-4DB2-BD59-A6C34878D82A}">
                        <a16:rowId xmlns:a16="http://schemas.microsoft.com/office/drawing/2014/main" val="2767175420"/>
                      </a:ext>
                    </a:extLst>
                  </a:tr>
                  <a:tr h="0">
                    <a:tc>
                      <a:txBody>
                        <a:bodyPr/>
                        <a:lstStyle/>
                        <a:p>
                          <a:pPr algn="ctr" fontAlgn="ctr"/>
                          <a:r>
                            <a:rPr lang="en-AU" dirty="0">
                              <a:effectLst/>
                              <a:latin typeface="Agency FB" panose="020B0503020202020204" pitchFamily="34" charset="0"/>
                            </a:rPr>
                            <a:t>0</a:t>
                          </a:r>
                        </a:p>
                      </a:txBody>
                      <a:tcPr marL="47625" marR="47625" marT="76200" marB="76200" anchor="ctr"/>
                    </a:tc>
                    <a:extLst>
                      <a:ext uri="{0D108BD9-81ED-4DB2-BD59-A6C34878D82A}">
                        <a16:rowId xmlns:a16="http://schemas.microsoft.com/office/drawing/2014/main" val="593248021"/>
                      </a:ext>
                    </a:extLst>
                  </a:tr>
                  <a:tr h="0">
                    <a:tc>
                      <a:txBody>
                        <a:bodyPr/>
                        <a:lstStyle/>
                        <a:p>
                          <a:pPr algn="ctr" fontAlgn="ctr"/>
                          <a:r>
                            <a:rPr lang="en-AU" dirty="0">
                              <a:effectLst/>
                              <a:latin typeface="Agency FB" panose="020B0503020202020204" pitchFamily="34" charset="0"/>
                            </a:rPr>
                            <a:t>25</a:t>
                          </a:r>
                        </a:p>
                      </a:txBody>
                      <a:tcPr marL="47625" marR="47625" marT="76200" marB="76200" anchor="ctr"/>
                    </a:tc>
                    <a:extLst>
                      <a:ext uri="{0D108BD9-81ED-4DB2-BD59-A6C34878D82A}">
                        <a16:rowId xmlns:a16="http://schemas.microsoft.com/office/drawing/2014/main" val="278826428"/>
                      </a:ext>
                    </a:extLst>
                  </a:tr>
                  <a:tr h="0">
                    <a:tc>
                      <a:txBody>
                        <a:bodyPr/>
                        <a:lstStyle/>
                        <a:p>
                          <a:pPr algn="ctr" fontAlgn="ctr"/>
                          <a:r>
                            <a:rPr lang="en-AU" dirty="0">
                              <a:effectLst/>
                              <a:latin typeface="Agency FB" panose="020B0503020202020204" pitchFamily="34" charset="0"/>
                            </a:rPr>
                            <a:t>100</a:t>
                          </a:r>
                        </a:p>
                      </a:txBody>
                      <a:tcPr marL="47625" marR="47625" marT="76200" marB="76200" anchor="ctr"/>
                    </a:tc>
                    <a:extLst>
                      <a:ext uri="{0D108BD9-81ED-4DB2-BD59-A6C34878D82A}">
                        <a16:rowId xmlns:a16="http://schemas.microsoft.com/office/drawing/2014/main" val="1310890036"/>
                      </a:ext>
                    </a:extLst>
                  </a:tr>
                </a:tbl>
              </a:graphicData>
            </a:graphic>
          </p:graphicFrame>
        </mc:Choice>
        <mc:Fallback xmlns="">
          <p:graphicFrame>
            <p:nvGraphicFramePr>
              <p:cNvPr id="36" name="Table 35">
                <a:extLst>
                  <a:ext uri="{FF2B5EF4-FFF2-40B4-BE49-F238E27FC236}">
                    <a16:creationId xmlns:a16="http://schemas.microsoft.com/office/drawing/2014/main" id="{BF5071E6-5A93-4E1A-BAC2-FF5BE2CE363E}"/>
                  </a:ext>
                </a:extLst>
              </p:cNvPr>
              <p:cNvGraphicFramePr>
                <a:graphicFrameLocks noGrp="1"/>
              </p:cNvGraphicFramePr>
              <p:nvPr>
                <p:extLst>
                  <p:ext uri="{D42A27DB-BD31-4B8C-83A1-F6EECF244321}">
                    <p14:modId xmlns:p14="http://schemas.microsoft.com/office/powerpoint/2010/main" val="310362411"/>
                  </p:ext>
                </p:extLst>
              </p:nvPr>
            </p:nvGraphicFramePr>
            <p:xfrm>
              <a:off x="4264666" y="4177496"/>
              <a:ext cx="849313" cy="2512695"/>
            </p:xfrm>
            <a:graphic>
              <a:graphicData uri="http://schemas.openxmlformats.org/drawingml/2006/table">
                <a:tbl>
                  <a:tblPr>
                    <a:tableStyleId>{616DA210-FB5B-4158-B5E0-FEB733F419BA}</a:tableStyleId>
                  </a:tblPr>
                  <a:tblGrid>
                    <a:gridCol w="849313">
                      <a:extLst>
                        <a:ext uri="{9D8B030D-6E8A-4147-A177-3AD203B41FA5}">
                          <a16:colId xmlns:a16="http://schemas.microsoft.com/office/drawing/2014/main" val="2810622933"/>
                        </a:ext>
                      </a:extLst>
                    </a:gridCol>
                  </a:tblGrid>
                  <a:tr h="379095">
                    <a:tc>
                      <a:txBody>
                        <a:bodyPr/>
                        <a:lstStyle/>
                        <a:p>
                          <a:endParaRPr lang="en-US"/>
                        </a:p>
                      </a:txBody>
                      <a:tcPr marL="47625" marR="47625" marT="47625" marB="57150" anchor="b">
                        <a:blipFill>
                          <a:blip r:embed="rId10"/>
                          <a:stretch>
                            <a:fillRect l="-714" t="-9677" r="-1429" b="-582258"/>
                          </a:stretch>
                        </a:blipFill>
                      </a:tcPr>
                    </a:tc>
                    <a:extLst>
                      <a:ext uri="{0D108BD9-81ED-4DB2-BD59-A6C34878D82A}">
                        <a16:rowId xmlns:a16="http://schemas.microsoft.com/office/drawing/2014/main" val="995481782"/>
                      </a:ext>
                    </a:extLst>
                  </a:tr>
                  <a:tr h="426720">
                    <a:tc>
                      <a:txBody>
                        <a:bodyPr/>
                        <a:lstStyle/>
                        <a:p>
                          <a:pPr algn="ctr" fontAlgn="ctr"/>
                          <a:r>
                            <a:rPr lang="en-AU" dirty="0">
                              <a:effectLst/>
                              <a:latin typeface="Agency FB" panose="020B0503020202020204" pitchFamily="34" charset="0"/>
                            </a:rPr>
                            <a:t>100</a:t>
                          </a:r>
                        </a:p>
                      </a:txBody>
                      <a:tcPr marL="47625" marR="47625" marT="76200" marB="76200" anchor="ctr"/>
                    </a:tc>
                    <a:extLst>
                      <a:ext uri="{0D108BD9-81ED-4DB2-BD59-A6C34878D82A}">
                        <a16:rowId xmlns:a16="http://schemas.microsoft.com/office/drawing/2014/main" val="1749494564"/>
                      </a:ext>
                    </a:extLst>
                  </a:tr>
                  <a:tr h="426720">
                    <a:tc>
                      <a:txBody>
                        <a:bodyPr/>
                        <a:lstStyle/>
                        <a:p>
                          <a:pPr algn="ctr" fontAlgn="ctr"/>
                          <a:r>
                            <a:rPr lang="en-AU" dirty="0">
                              <a:effectLst/>
                              <a:latin typeface="Agency FB" panose="020B0503020202020204" pitchFamily="34" charset="0"/>
                            </a:rPr>
                            <a:t>25</a:t>
                          </a:r>
                        </a:p>
                      </a:txBody>
                      <a:tcPr marL="47625" marR="47625" marT="76200" marB="76200" anchor="ctr"/>
                    </a:tc>
                    <a:extLst>
                      <a:ext uri="{0D108BD9-81ED-4DB2-BD59-A6C34878D82A}">
                        <a16:rowId xmlns:a16="http://schemas.microsoft.com/office/drawing/2014/main" val="2767175420"/>
                      </a:ext>
                    </a:extLst>
                  </a:tr>
                  <a:tr h="426720">
                    <a:tc>
                      <a:txBody>
                        <a:bodyPr/>
                        <a:lstStyle/>
                        <a:p>
                          <a:pPr algn="ctr" fontAlgn="ctr"/>
                          <a:r>
                            <a:rPr lang="en-AU" dirty="0">
                              <a:effectLst/>
                              <a:latin typeface="Agency FB" panose="020B0503020202020204" pitchFamily="34" charset="0"/>
                            </a:rPr>
                            <a:t>0</a:t>
                          </a:r>
                        </a:p>
                      </a:txBody>
                      <a:tcPr marL="47625" marR="47625" marT="76200" marB="76200" anchor="ctr"/>
                    </a:tc>
                    <a:extLst>
                      <a:ext uri="{0D108BD9-81ED-4DB2-BD59-A6C34878D82A}">
                        <a16:rowId xmlns:a16="http://schemas.microsoft.com/office/drawing/2014/main" val="593248021"/>
                      </a:ext>
                    </a:extLst>
                  </a:tr>
                  <a:tr h="426720">
                    <a:tc>
                      <a:txBody>
                        <a:bodyPr/>
                        <a:lstStyle/>
                        <a:p>
                          <a:pPr algn="ctr" fontAlgn="ctr"/>
                          <a:r>
                            <a:rPr lang="en-AU" dirty="0">
                              <a:effectLst/>
                              <a:latin typeface="Agency FB" panose="020B0503020202020204" pitchFamily="34" charset="0"/>
                            </a:rPr>
                            <a:t>25</a:t>
                          </a:r>
                        </a:p>
                      </a:txBody>
                      <a:tcPr marL="47625" marR="47625" marT="76200" marB="76200" anchor="ctr"/>
                    </a:tc>
                    <a:extLst>
                      <a:ext uri="{0D108BD9-81ED-4DB2-BD59-A6C34878D82A}">
                        <a16:rowId xmlns:a16="http://schemas.microsoft.com/office/drawing/2014/main" val="278826428"/>
                      </a:ext>
                    </a:extLst>
                  </a:tr>
                  <a:tr h="426720">
                    <a:tc>
                      <a:txBody>
                        <a:bodyPr/>
                        <a:lstStyle/>
                        <a:p>
                          <a:pPr algn="ctr" fontAlgn="ctr"/>
                          <a:r>
                            <a:rPr lang="en-AU" dirty="0">
                              <a:effectLst/>
                              <a:latin typeface="Agency FB" panose="020B0503020202020204" pitchFamily="34" charset="0"/>
                            </a:rPr>
                            <a:t>100</a:t>
                          </a:r>
                        </a:p>
                      </a:txBody>
                      <a:tcPr marL="47625" marR="47625" marT="76200" marB="76200" anchor="ctr"/>
                    </a:tc>
                    <a:extLst>
                      <a:ext uri="{0D108BD9-81ED-4DB2-BD59-A6C34878D82A}">
                        <a16:rowId xmlns:a16="http://schemas.microsoft.com/office/drawing/2014/main" val="1310890036"/>
                      </a:ext>
                    </a:extLst>
                  </a:tr>
                </a:tbl>
              </a:graphicData>
            </a:graphic>
          </p:graphicFrame>
        </mc:Fallback>
      </mc:AlternateContent>
      <p:cxnSp>
        <p:nvCxnSpPr>
          <p:cNvPr id="38" name="Straight Connector 37">
            <a:extLst>
              <a:ext uri="{FF2B5EF4-FFF2-40B4-BE49-F238E27FC236}">
                <a16:creationId xmlns:a16="http://schemas.microsoft.com/office/drawing/2014/main" id="{04F60B87-E7B6-4F88-879B-A5388F7D7ECF}"/>
              </a:ext>
            </a:extLst>
          </p:cNvPr>
          <p:cNvCxnSpPr>
            <a:cxnSpLocks/>
          </p:cNvCxnSpPr>
          <p:nvPr/>
        </p:nvCxnSpPr>
        <p:spPr>
          <a:xfrm flipV="1">
            <a:off x="6887386" y="2243471"/>
            <a:ext cx="0" cy="178081"/>
          </a:xfrm>
          <a:prstGeom prst="line">
            <a:avLst/>
          </a:prstGeom>
          <a:ln>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20D08CE9-708D-4287-9A59-ED5BF6F1A903}"/>
              </a:ext>
            </a:extLst>
          </p:cNvPr>
          <p:cNvCxnSpPr>
            <a:cxnSpLocks/>
          </p:cNvCxnSpPr>
          <p:nvPr/>
        </p:nvCxnSpPr>
        <p:spPr>
          <a:xfrm flipV="1">
            <a:off x="7793361" y="2244235"/>
            <a:ext cx="0" cy="98601"/>
          </a:xfrm>
          <a:prstGeom prst="line">
            <a:avLst/>
          </a:prstGeom>
          <a:ln>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6D3E302-9D03-43CC-A91D-45DCB7D6AE23}"/>
              </a:ext>
            </a:extLst>
          </p:cNvPr>
          <p:cNvCxnSpPr>
            <a:cxnSpLocks/>
          </p:cNvCxnSpPr>
          <p:nvPr/>
        </p:nvCxnSpPr>
        <p:spPr>
          <a:xfrm flipV="1">
            <a:off x="10522776" y="2065389"/>
            <a:ext cx="0" cy="178081"/>
          </a:xfrm>
          <a:prstGeom prst="line">
            <a:avLst/>
          </a:prstGeom>
          <a:ln>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3A8DCE0-88D4-4330-9F27-0364D7B821D0}"/>
              </a:ext>
            </a:extLst>
          </p:cNvPr>
          <p:cNvCxnSpPr>
            <a:cxnSpLocks/>
          </p:cNvCxnSpPr>
          <p:nvPr/>
        </p:nvCxnSpPr>
        <p:spPr>
          <a:xfrm flipV="1">
            <a:off x="9613736" y="2187208"/>
            <a:ext cx="0" cy="55662"/>
          </a:xfrm>
          <a:prstGeom prst="line">
            <a:avLst/>
          </a:prstGeom>
          <a:ln>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1866AF01-C779-4668-BB69-6BECEF674D77}"/>
              </a:ext>
            </a:extLst>
          </p:cNvPr>
          <p:cNvCxnSpPr>
            <a:cxnSpLocks/>
          </p:cNvCxnSpPr>
          <p:nvPr/>
        </p:nvCxnSpPr>
        <p:spPr>
          <a:xfrm flipV="1">
            <a:off x="6871344" y="5199321"/>
            <a:ext cx="0" cy="952106"/>
          </a:xfrm>
          <a:prstGeom prst="line">
            <a:avLst/>
          </a:prstGeom>
          <a:ln>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7791867A-DF8B-4575-85B8-4C358648C84E}"/>
              </a:ext>
            </a:extLst>
          </p:cNvPr>
          <p:cNvCxnSpPr>
            <a:cxnSpLocks/>
          </p:cNvCxnSpPr>
          <p:nvPr/>
        </p:nvCxnSpPr>
        <p:spPr>
          <a:xfrm flipV="1">
            <a:off x="10512902" y="4232876"/>
            <a:ext cx="0" cy="952106"/>
          </a:xfrm>
          <a:prstGeom prst="line">
            <a:avLst/>
          </a:prstGeom>
          <a:ln>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683B84E-7BD3-4C0A-AFB3-5166790D7F9B}"/>
              </a:ext>
            </a:extLst>
          </p:cNvPr>
          <p:cNvCxnSpPr>
            <a:cxnSpLocks/>
          </p:cNvCxnSpPr>
          <p:nvPr/>
        </p:nvCxnSpPr>
        <p:spPr>
          <a:xfrm flipV="1">
            <a:off x="9606523" y="4734284"/>
            <a:ext cx="0" cy="465037"/>
          </a:xfrm>
          <a:prstGeom prst="line">
            <a:avLst/>
          </a:prstGeom>
          <a:ln>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D40515A8-AF98-4B9D-A998-155C594E2FDB}"/>
              </a:ext>
            </a:extLst>
          </p:cNvPr>
          <p:cNvCxnSpPr>
            <a:cxnSpLocks/>
          </p:cNvCxnSpPr>
          <p:nvPr/>
        </p:nvCxnSpPr>
        <p:spPr>
          <a:xfrm flipV="1">
            <a:off x="7785744" y="5199597"/>
            <a:ext cx="0" cy="465037"/>
          </a:xfrm>
          <a:prstGeom prst="line">
            <a:avLst/>
          </a:prstGeom>
          <a:ln>
            <a:solidFill>
              <a:srgbClr val="00B050"/>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BFB388C5-6F96-41B8-9656-AE4469D183EF}"/>
                  </a:ext>
                </a:extLst>
              </p:cNvPr>
              <p:cNvSpPr txBox="1"/>
              <p:nvPr/>
            </p:nvSpPr>
            <p:spPr>
              <a:xfrm>
                <a:off x="9390648" y="2887579"/>
                <a:ext cx="2469715" cy="8183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i="1" smtClean="0">
                          <a:latin typeface="Cambria Math" panose="02040503050406030204" pitchFamily="18" charset="0"/>
                          <a:ea typeface="Cambria Math" panose="02040503050406030204" pitchFamily="18" charset="0"/>
                        </a:rPr>
                        <m:t>𝜎</m:t>
                      </m:r>
                      <m:r>
                        <a:rPr lang="en-AU" b="0" i="1" smtClean="0">
                          <a:latin typeface="Cambria Math" panose="02040503050406030204" pitchFamily="18" charset="0"/>
                          <a:ea typeface="Cambria Math" panose="02040503050406030204" pitchFamily="18" charset="0"/>
                        </a:rPr>
                        <m:t>=</m:t>
                      </m:r>
                      <m:rad>
                        <m:radPr>
                          <m:degHide m:val="on"/>
                          <m:ctrlPr>
                            <a:rPr lang="en-AU" b="0" i="1" smtClean="0">
                              <a:latin typeface="Cambria Math" panose="02040503050406030204" pitchFamily="18" charset="0"/>
                              <a:ea typeface="Cambria Math" panose="02040503050406030204" pitchFamily="18" charset="0"/>
                            </a:rPr>
                          </m:ctrlPr>
                        </m:radPr>
                        <m:deg/>
                        <m:e>
                          <m:f>
                            <m:fPr>
                              <m:ctrlPr>
                                <a:rPr lang="en-AU" b="0" i="1" smtClean="0">
                                  <a:latin typeface="Cambria Math" panose="02040503050406030204" pitchFamily="18" charset="0"/>
                                  <a:ea typeface="Cambria Math" panose="02040503050406030204" pitchFamily="18" charset="0"/>
                                </a:rPr>
                              </m:ctrlPr>
                            </m:fPr>
                            <m:num>
                              <m:nary>
                                <m:naryPr>
                                  <m:chr m:val="∑"/>
                                  <m:subHide m:val="on"/>
                                  <m:supHide m:val="on"/>
                                  <m:ctrlPr>
                                    <a:rPr lang="en-AU" b="0" i="1" smtClean="0">
                                      <a:latin typeface="Cambria Math" panose="02040503050406030204" pitchFamily="18" charset="0"/>
                                      <a:ea typeface="Cambria Math" panose="02040503050406030204" pitchFamily="18" charset="0"/>
                                    </a:rPr>
                                  </m:ctrlPr>
                                </m:naryPr>
                                <m:sub/>
                                <m:sup/>
                                <m:e>
                                  <m:sSup>
                                    <m:sSupPr>
                                      <m:ctrlPr>
                                        <a:rPr lang="en-AU" b="0" i="1" smtClean="0">
                                          <a:latin typeface="Cambria Math" panose="02040503050406030204" pitchFamily="18" charset="0"/>
                                          <a:ea typeface="Cambria Math" panose="02040503050406030204" pitchFamily="18" charset="0"/>
                                        </a:rPr>
                                      </m:ctrlPr>
                                    </m:sSupPr>
                                    <m:e>
                                      <m:d>
                                        <m:dPr>
                                          <m:ctrlPr>
                                            <a:rPr lang="en-AU" b="0" i="1" smtClean="0">
                                              <a:latin typeface="Cambria Math" panose="02040503050406030204" pitchFamily="18" charset="0"/>
                                              <a:ea typeface="Cambria Math" panose="02040503050406030204" pitchFamily="18" charset="0"/>
                                            </a:rPr>
                                          </m:ctrlPr>
                                        </m:dPr>
                                        <m:e>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𝑥</m:t>
                                              </m:r>
                                            </m:e>
                                            <m:sub>
                                              <m:r>
                                                <a:rPr lang="en-AU" b="0" i="1" smtClean="0">
                                                  <a:latin typeface="Cambria Math" panose="02040503050406030204" pitchFamily="18" charset="0"/>
                                                  <a:ea typeface="Cambria Math" panose="02040503050406030204" pitchFamily="18" charset="0"/>
                                                </a:rPr>
                                                <m:t>𝑖</m:t>
                                              </m:r>
                                            </m:sub>
                                          </m:sSub>
                                          <m:r>
                                            <a:rPr lang="en-AU" b="0" i="1" smtClean="0">
                                              <a:latin typeface="Cambria Math" panose="02040503050406030204" pitchFamily="18" charset="0"/>
                                              <a:ea typeface="Cambria Math" panose="02040503050406030204" pitchFamily="18" charset="0"/>
                                            </a:rPr>
                                            <m:t>−</m:t>
                                          </m:r>
                                          <m:acc>
                                            <m:accPr>
                                              <m:chr m:val="̅"/>
                                              <m:ctrlPr>
                                                <a:rPr lang="en-AU" b="0" i="1" smtClean="0">
                                                  <a:latin typeface="Cambria Math" panose="02040503050406030204" pitchFamily="18" charset="0"/>
                                                  <a:ea typeface="Cambria Math" panose="02040503050406030204" pitchFamily="18" charset="0"/>
                                                </a:rPr>
                                              </m:ctrlPr>
                                            </m:accPr>
                                            <m:e>
                                              <m:r>
                                                <a:rPr lang="en-AU" b="0" i="1" smtClean="0">
                                                  <a:latin typeface="Cambria Math" panose="02040503050406030204" pitchFamily="18" charset="0"/>
                                                  <a:ea typeface="Cambria Math" panose="02040503050406030204" pitchFamily="18" charset="0"/>
                                                </a:rPr>
                                                <m:t>𝑥</m:t>
                                              </m:r>
                                            </m:e>
                                          </m:acc>
                                        </m:e>
                                      </m:d>
                                    </m:e>
                                    <m:sup>
                                      <m:r>
                                        <a:rPr lang="en-AU" b="0" i="1" smtClean="0">
                                          <a:latin typeface="Cambria Math" panose="02040503050406030204" pitchFamily="18" charset="0"/>
                                          <a:ea typeface="Cambria Math" panose="02040503050406030204" pitchFamily="18" charset="0"/>
                                        </a:rPr>
                                        <m:t>2</m:t>
                                      </m:r>
                                    </m:sup>
                                  </m:sSup>
                                </m:e>
                              </m:nary>
                            </m:num>
                            <m:den>
                              <m:r>
                                <a:rPr lang="en-AU" b="0" i="1" smtClean="0">
                                  <a:latin typeface="Cambria Math" panose="02040503050406030204" pitchFamily="18" charset="0"/>
                                  <a:ea typeface="Cambria Math" panose="02040503050406030204" pitchFamily="18" charset="0"/>
                                </a:rPr>
                                <m:t>𝑛</m:t>
                              </m:r>
                              <m:r>
                                <a:rPr lang="en-AU" b="0" i="1" smtClean="0">
                                  <a:latin typeface="Cambria Math" panose="02040503050406030204" pitchFamily="18" charset="0"/>
                                  <a:ea typeface="Cambria Math" panose="02040503050406030204" pitchFamily="18" charset="0"/>
                                </a:rPr>
                                <m:t>−1</m:t>
                              </m:r>
                            </m:den>
                          </m:f>
                        </m:e>
                      </m:rad>
                      <m:r>
                        <a:rPr lang="en-AU" b="0" i="1" smtClean="0">
                          <a:latin typeface="Cambria Math" panose="02040503050406030204" pitchFamily="18" charset="0"/>
                          <a:ea typeface="Cambria Math" panose="02040503050406030204" pitchFamily="18" charset="0"/>
                        </a:rPr>
                        <m:t>=1.58</m:t>
                      </m:r>
                    </m:oMath>
                  </m:oMathPara>
                </a14:m>
                <a:endParaRPr lang="en-AU" dirty="0"/>
              </a:p>
            </p:txBody>
          </p:sp>
        </mc:Choice>
        <mc:Fallback xmlns="">
          <p:sp>
            <p:nvSpPr>
              <p:cNvPr id="53" name="TextBox 52">
                <a:extLst>
                  <a:ext uri="{FF2B5EF4-FFF2-40B4-BE49-F238E27FC236}">
                    <a16:creationId xmlns:a16="http://schemas.microsoft.com/office/drawing/2014/main" id="{BFB388C5-6F96-41B8-9656-AE4469D183EF}"/>
                  </a:ext>
                </a:extLst>
              </p:cNvPr>
              <p:cNvSpPr txBox="1">
                <a:spLocks noRot="1" noChangeAspect="1" noMove="1" noResize="1" noEditPoints="1" noAdjustHandles="1" noChangeArrowheads="1" noChangeShapeType="1" noTextEdit="1"/>
              </p:cNvSpPr>
              <p:nvPr/>
            </p:nvSpPr>
            <p:spPr>
              <a:xfrm>
                <a:off x="9390648" y="2887579"/>
                <a:ext cx="2469715" cy="818366"/>
              </a:xfrm>
              <a:prstGeom prst="rect">
                <a:avLst/>
              </a:prstGeom>
              <a:blipFill>
                <a:blip r:embed="rId11"/>
                <a:stretch>
                  <a:fillRect b="-746"/>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789C1D09-C233-4B97-A529-EDE201978581}"/>
                  </a:ext>
                </a:extLst>
              </p:cNvPr>
              <p:cNvSpPr txBox="1"/>
              <p:nvPr/>
            </p:nvSpPr>
            <p:spPr>
              <a:xfrm>
                <a:off x="9390648" y="5846083"/>
                <a:ext cx="2469715" cy="8183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i="1" smtClean="0">
                          <a:latin typeface="Cambria Math" panose="02040503050406030204" pitchFamily="18" charset="0"/>
                          <a:ea typeface="Cambria Math" panose="02040503050406030204" pitchFamily="18" charset="0"/>
                        </a:rPr>
                        <m:t>𝜎</m:t>
                      </m:r>
                      <m:r>
                        <a:rPr lang="en-AU" b="0" i="1" smtClean="0">
                          <a:latin typeface="Cambria Math" panose="02040503050406030204" pitchFamily="18" charset="0"/>
                          <a:ea typeface="Cambria Math" panose="02040503050406030204" pitchFamily="18" charset="0"/>
                        </a:rPr>
                        <m:t>=</m:t>
                      </m:r>
                      <m:rad>
                        <m:radPr>
                          <m:degHide m:val="on"/>
                          <m:ctrlPr>
                            <a:rPr lang="en-AU" b="0" i="1" smtClean="0">
                              <a:latin typeface="Cambria Math" panose="02040503050406030204" pitchFamily="18" charset="0"/>
                              <a:ea typeface="Cambria Math" panose="02040503050406030204" pitchFamily="18" charset="0"/>
                            </a:rPr>
                          </m:ctrlPr>
                        </m:radPr>
                        <m:deg/>
                        <m:e>
                          <m:f>
                            <m:fPr>
                              <m:ctrlPr>
                                <a:rPr lang="en-AU" b="0" i="1" smtClean="0">
                                  <a:latin typeface="Cambria Math" panose="02040503050406030204" pitchFamily="18" charset="0"/>
                                  <a:ea typeface="Cambria Math" panose="02040503050406030204" pitchFamily="18" charset="0"/>
                                </a:rPr>
                              </m:ctrlPr>
                            </m:fPr>
                            <m:num>
                              <m:nary>
                                <m:naryPr>
                                  <m:chr m:val="∑"/>
                                  <m:subHide m:val="on"/>
                                  <m:supHide m:val="on"/>
                                  <m:ctrlPr>
                                    <a:rPr lang="en-AU" b="0" i="1" smtClean="0">
                                      <a:latin typeface="Cambria Math" panose="02040503050406030204" pitchFamily="18" charset="0"/>
                                      <a:ea typeface="Cambria Math" panose="02040503050406030204" pitchFamily="18" charset="0"/>
                                    </a:rPr>
                                  </m:ctrlPr>
                                </m:naryPr>
                                <m:sub/>
                                <m:sup/>
                                <m:e>
                                  <m:sSup>
                                    <m:sSupPr>
                                      <m:ctrlPr>
                                        <a:rPr lang="en-AU" b="0" i="1" smtClean="0">
                                          <a:latin typeface="Cambria Math" panose="02040503050406030204" pitchFamily="18" charset="0"/>
                                          <a:ea typeface="Cambria Math" panose="02040503050406030204" pitchFamily="18" charset="0"/>
                                        </a:rPr>
                                      </m:ctrlPr>
                                    </m:sSupPr>
                                    <m:e>
                                      <m:d>
                                        <m:dPr>
                                          <m:ctrlPr>
                                            <a:rPr lang="en-AU" b="0" i="1" smtClean="0">
                                              <a:latin typeface="Cambria Math" panose="02040503050406030204" pitchFamily="18" charset="0"/>
                                              <a:ea typeface="Cambria Math" panose="02040503050406030204" pitchFamily="18" charset="0"/>
                                            </a:rPr>
                                          </m:ctrlPr>
                                        </m:dPr>
                                        <m:e>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𝑥</m:t>
                                              </m:r>
                                            </m:e>
                                            <m:sub>
                                              <m:r>
                                                <a:rPr lang="en-AU" b="0" i="1" smtClean="0">
                                                  <a:latin typeface="Cambria Math" panose="02040503050406030204" pitchFamily="18" charset="0"/>
                                                  <a:ea typeface="Cambria Math" panose="02040503050406030204" pitchFamily="18" charset="0"/>
                                                </a:rPr>
                                                <m:t>𝑖</m:t>
                                              </m:r>
                                            </m:sub>
                                          </m:sSub>
                                          <m:r>
                                            <a:rPr lang="en-AU" b="0" i="1" smtClean="0">
                                              <a:latin typeface="Cambria Math" panose="02040503050406030204" pitchFamily="18" charset="0"/>
                                              <a:ea typeface="Cambria Math" panose="02040503050406030204" pitchFamily="18" charset="0"/>
                                            </a:rPr>
                                            <m:t>−</m:t>
                                          </m:r>
                                          <m:acc>
                                            <m:accPr>
                                              <m:chr m:val="̅"/>
                                              <m:ctrlPr>
                                                <a:rPr lang="en-AU" b="0" i="1" smtClean="0">
                                                  <a:latin typeface="Cambria Math" panose="02040503050406030204" pitchFamily="18" charset="0"/>
                                                  <a:ea typeface="Cambria Math" panose="02040503050406030204" pitchFamily="18" charset="0"/>
                                                </a:rPr>
                                              </m:ctrlPr>
                                            </m:accPr>
                                            <m:e>
                                              <m:r>
                                                <a:rPr lang="en-AU" b="0" i="1" smtClean="0">
                                                  <a:latin typeface="Cambria Math" panose="02040503050406030204" pitchFamily="18" charset="0"/>
                                                  <a:ea typeface="Cambria Math" panose="02040503050406030204" pitchFamily="18" charset="0"/>
                                                </a:rPr>
                                                <m:t>𝑥</m:t>
                                              </m:r>
                                            </m:e>
                                          </m:acc>
                                        </m:e>
                                      </m:d>
                                    </m:e>
                                    <m:sup>
                                      <m:r>
                                        <a:rPr lang="en-AU" b="0" i="1" smtClean="0">
                                          <a:latin typeface="Cambria Math" panose="02040503050406030204" pitchFamily="18" charset="0"/>
                                          <a:ea typeface="Cambria Math" panose="02040503050406030204" pitchFamily="18" charset="0"/>
                                        </a:rPr>
                                        <m:t>2</m:t>
                                      </m:r>
                                    </m:sup>
                                  </m:sSup>
                                </m:e>
                              </m:nary>
                            </m:num>
                            <m:den>
                              <m:r>
                                <a:rPr lang="en-AU" b="0" i="1" smtClean="0">
                                  <a:latin typeface="Cambria Math" panose="02040503050406030204" pitchFamily="18" charset="0"/>
                                  <a:ea typeface="Cambria Math" panose="02040503050406030204" pitchFamily="18" charset="0"/>
                                </a:rPr>
                                <m:t>𝑛</m:t>
                              </m:r>
                              <m:r>
                                <a:rPr lang="en-AU" b="0" i="1" smtClean="0">
                                  <a:latin typeface="Cambria Math" panose="02040503050406030204" pitchFamily="18" charset="0"/>
                                  <a:ea typeface="Cambria Math" panose="02040503050406030204" pitchFamily="18" charset="0"/>
                                </a:rPr>
                                <m:t>−1</m:t>
                              </m:r>
                            </m:den>
                          </m:f>
                        </m:e>
                      </m:rad>
                      <m:r>
                        <a:rPr lang="en-AU" b="0" i="1" smtClean="0">
                          <a:latin typeface="Cambria Math" panose="02040503050406030204" pitchFamily="18" charset="0"/>
                          <a:ea typeface="Cambria Math" panose="02040503050406030204" pitchFamily="18" charset="0"/>
                        </a:rPr>
                        <m:t>=7.91</m:t>
                      </m:r>
                    </m:oMath>
                  </m:oMathPara>
                </a14:m>
                <a:endParaRPr lang="en-AU" dirty="0"/>
              </a:p>
            </p:txBody>
          </p:sp>
        </mc:Choice>
        <mc:Fallback xmlns="">
          <p:sp>
            <p:nvSpPr>
              <p:cNvPr id="54" name="TextBox 53">
                <a:extLst>
                  <a:ext uri="{FF2B5EF4-FFF2-40B4-BE49-F238E27FC236}">
                    <a16:creationId xmlns:a16="http://schemas.microsoft.com/office/drawing/2014/main" id="{789C1D09-C233-4B97-A529-EDE201978581}"/>
                  </a:ext>
                </a:extLst>
              </p:cNvPr>
              <p:cNvSpPr txBox="1">
                <a:spLocks noRot="1" noChangeAspect="1" noMove="1" noResize="1" noEditPoints="1" noAdjustHandles="1" noChangeArrowheads="1" noChangeShapeType="1" noTextEdit="1"/>
              </p:cNvSpPr>
              <p:nvPr/>
            </p:nvSpPr>
            <p:spPr>
              <a:xfrm>
                <a:off x="9390648" y="5846083"/>
                <a:ext cx="2469715" cy="818366"/>
              </a:xfrm>
              <a:prstGeom prst="rect">
                <a:avLst/>
              </a:prstGeom>
              <a:blipFill>
                <a:blip r:embed="rId12"/>
                <a:stretch>
                  <a:fillRect b="-746"/>
                </a:stretch>
              </a:blipFill>
            </p:spPr>
            <p:txBody>
              <a:bodyPr/>
              <a:lstStyle/>
              <a:p>
                <a:r>
                  <a:rPr lang="en-AU">
                    <a:noFill/>
                  </a:rPr>
                  <a:t> </a:t>
                </a:r>
              </a:p>
            </p:txBody>
          </p:sp>
        </mc:Fallback>
      </mc:AlternateContent>
      <p:sp>
        <p:nvSpPr>
          <p:cNvPr id="42" name="TextBox 41">
            <a:extLst>
              <a:ext uri="{FF2B5EF4-FFF2-40B4-BE49-F238E27FC236}">
                <a16:creationId xmlns:a16="http://schemas.microsoft.com/office/drawing/2014/main" id="{96A86679-5FBD-457F-82EE-3B415F2D432A}"/>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The Shape of Chance</a:t>
            </a:r>
          </a:p>
        </p:txBody>
      </p:sp>
    </p:spTree>
    <p:extLst>
      <p:ext uri="{BB962C8B-B14F-4D97-AF65-F5344CB8AC3E}">
        <p14:creationId xmlns:p14="http://schemas.microsoft.com/office/powerpoint/2010/main" val="239362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ED0F31C-C07F-4949-9FCB-C95228B7DAE3}"/>
              </a:ext>
            </a:extLst>
          </p:cNvPr>
          <p:cNvGraphicFramePr>
            <a:graphicFrameLocks noGrp="1"/>
          </p:cNvGraphicFramePr>
          <p:nvPr/>
        </p:nvGraphicFramePr>
        <p:xfrm>
          <a:off x="585537" y="2042302"/>
          <a:ext cx="11061030" cy="2695575"/>
        </p:xfrm>
        <a:graphic>
          <a:graphicData uri="http://schemas.openxmlformats.org/drawingml/2006/table">
            <a:tbl>
              <a:tblPr>
                <a:tableStyleId>{616DA210-FB5B-4158-B5E0-FEB733F419BA}</a:tableStyleId>
              </a:tblPr>
              <a:tblGrid>
                <a:gridCol w="1719788">
                  <a:extLst>
                    <a:ext uri="{9D8B030D-6E8A-4147-A177-3AD203B41FA5}">
                      <a16:colId xmlns:a16="http://schemas.microsoft.com/office/drawing/2014/main" val="2350512290"/>
                    </a:ext>
                  </a:extLst>
                </a:gridCol>
                <a:gridCol w="4670621">
                  <a:extLst>
                    <a:ext uri="{9D8B030D-6E8A-4147-A177-3AD203B41FA5}">
                      <a16:colId xmlns:a16="http://schemas.microsoft.com/office/drawing/2014/main" val="3066812368"/>
                    </a:ext>
                  </a:extLst>
                </a:gridCol>
                <a:gridCol w="4670621">
                  <a:extLst>
                    <a:ext uri="{9D8B030D-6E8A-4147-A177-3AD203B41FA5}">
                      <a16:colId xmlns:a16="http://schemas.microsoft.com/office/drawing/2014/main" val="691048207"/>
                    </a:ext>
                  </a:extLst>
                </a:gridCol>
              </a:tblGrid>
              <a:tr h="0">
                <a:tc>
                  <a:txBody>
                    <a:bodyPr/>
                    <a:lstStyle/>
                    <a:p>
                      <a:pPr algn="l" fontAlgn="b"/>
                      <a:r>
                        <a:rPr lang="en-AU" sz="2000" b="1" dirty="0">
                          <a:solidFill>
                            <a:srgbClr val="333333"/>
                          </a:solidFill>
                          <a:effectLst/>
                          <a:latin typeface="Agency FB" panose="020B0503020202020204" pitchFamily="34" charset="0"/>
                        </a:rPr>
                        <a:t>Context</a:t>
                      </a:r>
                    </a:p>
                  </a:txBody>
                  <a:tcPr marL="47625" marR="47625" marT="47625" marB="57150" anchor="b"/>
                </a:tc>
                <a:tc>
                  <a:txBody>
                    <a:bodyPr/>
                    <a:lstStyle/>
                    <a:p>
                      <a:pPr algn="l" fontAlgn="b"/>
                      <a:r>
                        <a:rPr lang="en-US" sz="2000" b="1">
                          <a:solidFill>
                            <a:srgbClr val="333333"/>
                          </a:solidFill>
                          <a:effectLst/>
                          <a:latin typeface="Agency FB" panose="020B0503020202020204" pitchFamily="34" charset="0"/>
                        </a:rPr>
                        <a:t>What the average tells us</a:t>
                      </a:r>
                    </a:p>
                  </a:txBody>
                  <a:tcPr marL="47625" marR="47625" marT="47625" marB="57150" anchor="b"/>
                </a:tc>
                <a:tc>
                  <a:txBody>
                    <a:bodyPr/>
                    <a:lstStyle/>
                    <a:p>
                      <a:pPr algn="l" fontAlgn="b"/>
                      <a:r>
                        <a:rPr lang="en-AU" sz="2000" b="1" dirty="0">
                          <a:solidFill>
                            <a:srgbClr val="333333"/>
                          </a:solidFill>
                          <a:effectLst/>
                          <a:latin typeface="Agency FB" panose="020B0503020202020204" pitchFamily="34" charset="0"/>
                        </a:rPr>
                        <a:t>What variation tells us</a:t>
                      </a:r>
                    </a:p>
                  </a:txBody>
                  <a:tcPr marL="47625" marR="47625" marT="47625" marB="57150" anchor="b"/>
                </a:tc>
                <a:extLst>
                  <a:ext uri="{0D108BD9-81ED-4DB2-BD59-A6C34878D82A}">
                    <a16:rowId xmlns:a16="http://schemas.microsoft.com/office/drawing/2014/main" val="3405182780"/>
                  </a:ext>
                </a:extLst>
              </a:tr>
              <a:tr h="0">
                <a:tc>
                  <a:txBody>
                    <a:bodyPr/>
                    <a:lstStyle/>
                    <a:p>
                      <a:pPr algn="l" fontAlgn="ctr"/>
                      <a:r>
                        <a:rPr lang="en-AU" sz="2000">
                          <a:effectLst/>
                          <a:latin typeface="Agency FB" panose="020B0503020202020204" pitchFamily="34" charset="0"/>
                        </a:rPr>
                        <a:t>Wine ratings</a:t>
                      </a:r>
                    </a:p>
                  </a:txBody>
                  <a:tcPr marL="47625" marR="47625" marT="76200" marB="76200" anchor="ctr"/>
                </a:tc>
                <a:tc>
                  <a:txBody>
                    <a:bodyPr/>
                    <a:lstStyle/>
                    <a:p>
                      <a:pPr algn="l" fontAlgn="ctr"/>
                      <a:r>
                        <a:rPr lang="en-US" sz="2000">
                          <a:effectLst/>
                          <a:latin typeface="Agency FB" panose="020B0503020202020204" pitchFamily="34" charset="0"/>
                        </a:rPr>
                        <a:t>The centre of critics' ratings</a:t>
                      </a:r>
                    </a:p>
                  </a:txBody>
                  <a:tcPr marL="47625" marR="47625" marT="76200" marB="76200" anchor="ctr"/>
                </a:tc>
                <a:tc>
                  <a:txBody>
                    <a:bodyPr/>
                    <a:lstStyle/>
                    <a:p>
                      <a:pPr algn="l" fontAlgn="ctr"/>
                      <a:r>
                        <a:rPr lang="en-US" sz="2000">
                          <a:effectLst/>
                          <a:latin typeface="Agency FB" panose="020B0503020202020204" pitchFamily="34" charset="0"/>
                        </a:rPr>
                        <a:t>How much critics agree or disagree</a:t>
                      </a:r>
                    </a:p>
                  </a:txBody>
                  <a:tcPr marL="47625" marR="47625" marT="76200" marB="76200" anchor="ctr"/>
                </a:tc>
                <a:extLst>
                  <a:ext uri="{0D108BD9-81ED-4DB2-BD59-A6C34878D82A}">
                    <a16:rowId xmlns:a16="http://schemas.microsoft.com/office/drawing/2014/main" val="1857979416"/>
                  </a:ext>
                </a:extLst>
              </a:tr>
              <a:tr h="0">
                <a:tc>
                  <a:txBody>
                    <a:bodyPr/>
                    <a:lstStyle/>
                    <a:p>
                      <a:pPr algn="l" fontAlgn="ctr"/>
                      <a:r>
                        <a:rPr lang="en-AU" sz="2000">
                          <a:effectLst/>
                          <a:latin typeface="Agency FB" panose="020B0503020202020204" pitchFamily="34" charset="0"/>
                        </a:rPr>
                        <a:t>Exam marks</a:t>
                      </a:r>
                    </a:p>
                  </a:txBody>
                  <a:tcPr marL="47625" marR="47625" marT="76200" marB="76200" anchor="ctr"/>
                </a:tc>
                <a:tc>
                  <a:txBody>
                    <a:bodyPr/>
                    <a:lstStyle/>
                    <a:p>
                      <a:pPr algn="l" fontAlgn="ctr"/>
                      <a:r>
                        <a:rPr lang="en-US" sz="2000">
                          <a:effectLst/>
                          <a:latin typeface="Agency FB" panose="020B0503020202020204" pitchFamily="34" charset="0"/>
                        </a:rPr>
                        <a:t>The centre of student performance</a:t>
                      </a:r>
                    </a:p>
                  </a:txBody>
                  <a:tcPr marL="47625" marR="47625" marT="76200" marB="76200" anchor="ctr"/>
                </a:tc>
                <a:tc>
                  <a:txBody>
                    <a:bodyPr/>
                    <a:lstStyle/>
                    <a:p>
                      <a:pPr algn="l" fontAlgn="ctr"/>
                      <a:r>
                        <a:rPr lang="en-US" sz="2000">
                          <a:effectLst/>
                          <a:latin typeface="Agency FB" panose="020B0503020202020204" pitchFamily="34" charset="0"/>
                        </a:rPr>
                        <a:t>How spread out student performance is</a:t>
                      </a:r>
                    </a:p>
                  </a:txBody>
                  <a:tcPr marL="47625" marR="47625" marT="76200" marB="76200" anchor="ctr"/>
                </a:tc>
                <a:extLst>
                  <a:ext uri="{0D108BD9-81ED-4DB2-BD59-A6C34878D82A}">
                    <a16:rowId xmlns:a16="http://schemas.microsoft.com/office/drawing/2014/main" val="2449339099"/>
                  </a:ext>
                </a:extLst>
              </a:tr>
              <a:tr h="0">
                <a:tc>
                  <a:txBody>
                    <a:bodyPr/>
                    <a:lstStyle/>
                    <a:p>
                      <a:pPr algn="l" fontAlgn="ctr"/>
                      <a:r>
                        <a:rPr lang="en-AU" sz="2000">
                          <a:effectLst/>
                          <a:latin typeface="Agency FB" panose="020B0503020202020204" pitchFamily="34" charset="0"/>
                        </a:rPr>
                        <a:t>Income</a:t>
                      </a:r>
                    </a:p>
                  </a:txBody>
                  <a:tcPr marL="47625" marR="47625" marT="76200" marB="76200" anchor="ctr"/>
                </a:tc>
                <a:tc>
                  <a:txBody>
                    <a:bodyPr/>
                    <a:lstStyle/>
                    <a:p>
                      <a:pPr algn="l" fontAlgn="ctr"/>
                      <a:r>
                        <a:rPr lang="en-US" sz="2000">
                          <a:effectLst/>
                          <a:latin typeface="Agency FB" panose="020B0503020202020204" pitchFamily="34" charset="0"/>
                        </a:rPr>
                        <a:t>The centre of household income</a:t>
                      </a:r>
                    </a:p>
                  </a:txBody>
                  <a:tcPr marL="47625" marR="47625" marT="76200" marB="76200" anchor="ctr"/>
                </a:tc>
                <a:tc>
                  <a:txBody>
                    <a:bodyPr/>
                    <a:lstStyle/>
                    <a:p>
                      <a:pPr algn="l" fontAlgn="ctr"/>
                      <a:r>
                        <a:rPr lang="en-AU" sz="2000">
                          <a:effectLst/>
                          <a:latin typeface="Agency FB" panose="020B0503020202020204" pitchFamily="34" charset="0"/>
                        </a:rPr>
                        <a:t>How unequal incomes are</a:t>
                      </a:r>
                    </a:p>
                  </a:txBody>
                  <a:tcPr marL="47625" marR="47625" marT="76200" marB="76200" anchor="ctr"/>
                </a:tc>
                <a:extLst>
                  <a:ext uri="{0D108BD9-81ED-4DB2-BD59-A6C34878D82A}">
                    <a16:rowId xmlns:a16="http://schemas.microsoft.com/office/drawing/2014/main" val="4246014721"/>
                  </a:ext>
                </a:extLst>
              </a:tr>
              <a:tr h="0">
                <a:tc>
                  <a:txBody>
                    <a:bodyPr/>
                    <a:lstStyle/>
                    <a:p>
                      <a:pPr algn="l" fontAlgn="ctr"/>
                      <a:r>
                        <a:rPr lang="en-AU" sz="2000">
                          <a:effectLst/>
                          <a:latin typeface="Agency FB" panose="020B0503020202020204" pitchFamily="34" charset="0"/>
                        </a:rPr>
                        <a:t>Life expectancy</a:t>
                      </a:r>
                    </a:p>
                  </a:txBody>
                  <a:tcPr marL="47625" marR="47625" marT="76200" marB="76200" anchor="ctr"/>
                </a:tc>
                <a:tc>
                  <a:txBody>
                    <a:bodyPr/>
                    <a:lstStyle/>
                    <a:p>
                      <a:pPr algn="l" fontAlgn="ctr"/>
                      <a:r>
                        <a:rPr lang="en-AU" sz="2000">
                          <a:effectLst/>
                          <a:latin typeface="Agency FB" panose="020B0503020202020204" pitchFamily="34" charset="0"/>
                        </a:rPr>
                        <a:t>The centre of lifespans</a:t>
                      </a:r>
                    </a:p>
                  </a:txBody>
                  <a:tcPr marL="47625" marR="47625" marT="76200" marB="76200" anchor="ctr"/>
                </a:tc>
                <a:tc>
                  <a:txBody>
                    <a:bodyPr/>
                    <a:lstStyle/>
                    <a:p>
                      <a:pPr algn="l" fontAlgn="ctr"/>
                      <a:r>
                        <a:rPr lang="en-US" sz="2000">
                          <a:effectLst/>
                          <a:latin typeface="Agency FB" panose="020B0503020202020204" pitchFamily="34" charset="0"/>
                        </a:rPr>
                        <a:t>How much individual lifespans differ</a:t>
                      </a:r>
                    </a:p>
                  </a:txBody>
                  <a:tcPr marL="47625" marR="47625" marT="76200" marB="76200" anchor="ctr"/>
                </a:tc>
                <a:extLst>
                  <a:ext uri="{0D108BD9-81ED-4DB2-BD59-A6C34878D82A}">
                    <a16:rowId xmlns:a16="http://schemas.microsoft.com/office/drawing/2014/main" val="2187360869"/>
                  </a:ext>
                </a:extLst>
              </a:tr>
              <a:tr h="0">
                <a:tc>
                  <a:txBody>
                    <a:bodyPr/>
                    <a:lstStyle/>
                    <a:p>
                      <a:pPr algn="l" fontAlgn="ctr"/>
                      <a:r>
                        <a:rPr lang="en-AU" sz="2000">
                          <a:effectLst/>
                          <a:latin typeface="Agency FB" panose="020B0503020202020204" pitchFamily="34" charset="0"/>
                        </a:rPr>
                        <a:t>Polls</a:t>
                      </a:r>
                    </a:p>
                  </a:txBody>
                  <a:tcPr marL="47625" marR="47625" marT="76200" marB="76200" anchor="ctr"/>
                </a:tc>
                <a:tc>
                  <a:txBody>
                    <a:bodyPr/>
                    <a:lstStyle/>
                    <a:p>
                      <a:pPr algn="l" fontAlgn="ctr"/>
                      <a:r>
                        <a:rPr lang="en-US" sz="2000">
                          <a:effectLst/>
                          <a:latin typeface="Agency FB" panose="020B0503020202020204" pitchFamily="34" charset="0"/>
                        </a:rPr>
                        <a:t>The estimated level of support</a:t>
                      </a:r>
                    </a:p>
                  </a:txBody>
                  <a:tcPr marL="47625" marR="47625" marT="76200" marB="76200" anchor="ctr"/>
                </a:tc>
                <a:tc>
                  <a:txBody>
                    <a:bodyPr/>
                    <a:lstStyle/>
                    <a:p>
                      <a:pPr algn="l" fontAlgn="ctr"/>
                      <a:r>
                        <a:rPr lang="en-US" sz="2000" dirty="0">
                          <a:effectLst/>
                          <a:latin typeface="Agency FB" panose="020B0503020202020204" pitchFamily="34" charset="0"/>
                        </a:rPr>
                        <a:t>How uncertain the estimate may be</a:t>
                      </a:r>
                    </a:p>
                  </a:txBody>
                  <a:tcPr marL="47625" marR="47625" marT="76200" marB="76200" anchor="ctr"/>
                </a:tc>
                <a:extLst>
                  <a:ext uri="{0D108BD9-81ED-4DB2-BD59-A6C34878D82A}">
                    <a16:rowId xmlns:a16="http://schemas.microsoft.com/office/drawing/2014/main" val="418200550"/>
                  </a:ext>
                </a:extLst>
              </a:tr>
            </a:tbl>
          </a:graphicData>
        </a:graphic>
      </p:graphicFrame>
      <p:sp>
        <p:nvSpPr>
          <p:cNvPr id="20" name="TextBox 19">
            <a:extLst>
              <a:ext uri="{FF2B5EF4-FFF2-40B4-BE49-F238E27FC236}">
                <a16:creationId xmlns:a16="http://schemas.microsoft.com/office/drawing/2014/main" id="{6FBD741E-F9B4-4A16-A6CB-38574C5C8FD1}"/>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The Shape of Chance</a:t>
            </a:r>
          </a:p>
        </p:txBody>
      </p:sp>
    </p:spTree>
    <p:extLst>
      <p:ext uri="{BB962C8B-B14F-4D97-AF65-F5344CB8AC3E}">
        <p14:creationId xmlns:p14="http://schemas.microsoft.com/office/powerpoint/2010/main" val="1075985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pic>
        <p:nvPicPr>
          <p:cNvPr id="23" name="Picture 22">
            <a:extLst>
              <a:ext uri="{FF2B5EF4-FFF2-40B4-BE49-F238E27FC236}">
                <a16:creationId xmlns:a16="http://schemas.microsoft.com/office/drawing/2014/main" id="{7D0811F0-53B9-4BB9-B8A2-13CF11088087}"/>
              </a:ext>
            </a:extLst>
          </p:cNvPr>
          <p:cNvPicPr>
            <a:picLocks noChangeAspect="1"/>
          </p:cNvPicPr>
          <p:nvPr/>
        </p:nvPicPr>
        <p:blipFill rotWithShape="1">
          <a:blip r:embed="rId3"/>
          <a:srcRect l="42040" t="45226" r="42566" b="31273"/>
          <a:stretch/>
        </p:blipFill>
        <p:spPr>
          <a:xfrm>
            <a:off x="6993356" y="2023829"/>
            <a:ext cx="4809624" cy="3946359"/>
          </a:xfrm>
          <a:prstGeom prst="rect">
            <a:avLst/>
          </a:prstGeom>
        </p:spPr>
      </p:pic>
      <p:sp>
        <p:nvSpPr>
          <p:cNvPr id="25" name="Rectangle 24">
            <a:extLst>
              <a:ext uri="{FF2B5EF4-FFF2-40B4-BE49-F238E27FC236}">
                <a16:creationId xmlns:a16="http://schemas.microsoft.com/office/drawing/2014/main" id="{E9D0F92B-A396-47D8-898D-572B01AED240}"/>
              </a:ext>
            </a:extLst>
          </p:cNvPr>
          <p:cNvSpPr/>
          <p:nvPr/>
        </p:nvSpPr>
        <p:spPr>
          <a:xfrm>
            <a:off x="417095" y="4621866"/>
            <a:ext cx="11221453" cy="571507"/>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6C4ABB5-D4CA-45E5-9759-7E4524FD2BC0}"/>
                  </a:ext>
                </a:extLst>
              </p:cNvPr>
              <p:cNvSpPr txBox="1"/>
              <p:nvPr/>
            </p:nvSpPr>
            <p:spPr>
              <a:xfrm>
                <a:off x="523373" y="4736002"/>
                <a:ext cx="649345" cy="3584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AU" sz="1400" i="1" smtClean="0">
                              <a:latin typeface="Cambria Math" panose="02040503050406030204" pitchFamily="18" charset="0"/>
                            </a:rPr>
                          </m:ctrlPr>
                        </m:dPr>
                        <m:e>
                          <m:m>
                            <m:mPr>
                              <m:mcs>
                                <m:mc>
                                  <m:mcPr>
                                    <m:count m:val="1"/>
                                    <m:mcJc m:val="center"/>
                                  </m:mcPr>
                                </m:mc>
                              </m:mcs>
                              <m:ctrlPr>
                                <a:rPr lang="en-AU" sz="1400" i="1" smtClean="0">
                                  <a:latin typeface="Cambria Math" panose="02040503050406030204" pitchFamily="18" charset="0"/>
                                </a:rPr>
                              </m:ctrlPr>
                            </m:mPr>
                            <m:mr>
                              <m:e>
                                <m:r>
                                  <a:rPr lang="en-AU" sz="1400" b="0" i="1" smtClean="0">
                                    <a:latin typeface="Cambria Math" panose="02040503050406030204" pitchFamily="18" charset="0"/>
                                  </a:rPr>
                                  <m:t>4</m:t>
                                </m:r>
                              </m:e>
                            </m:mr>
                            <m:mr>
                              <m:e>
                                <m:r>
                                  <a:rPr lang="en-AU" sz="1400" b="0" i="1" smtClean="0">
                                    <a:latin typeface="Cambria Math" panose="02040503050406030204" pitchFamily="18" charset="0"/>
                                  </a:rPr>
                                  <m:t>0</m:t>
                                </m:r>
                              </m:e>
                            </m:mr>
                          </m:m>
                        </m:e>
                      </m:d>
                      <m:r>
                        <a:rPr lang="en-AU" sz="1400" b="0" i="1" smtClean="0">
                          <a:latin typeface="Cambria Math" panose="02040503050406030204" pitchFamily="18" charset="0"/>
                        </a:rPr>
                        <m:t>=1</m:t>
                      </m:r>
                    </m:oMath>
                  </m:oMathPara>
                </a14:m>
                <a:endParaRPr lang="en-AU" sz="1400" dirty="0"/>
              </a:p>
            </p:txBody>
          </p:sp>
        </mc:Choice>
        <mc:Fallback xmlns="">
          <p:sp>
            <p:nvSpPr>
              <p:cNvPr id="2" name="TextBox 1">
                <a:extLst>
                  <a:ext uri="{FF2B5EF4-FFF2-40B4-BE49-F238E27FC236}">
                    <a16:creationId xmlns:a16="http://schemas.microsoft.com/office/drawing/2014/main" id="{26C4ABB5-D4CA-45E5-9759-7E4524FD2BC0}"/>
                  </a:ext>
                </a:extLst>
              </p:cNvPr>
              <p:cNvSpPr txBox="1">
                <a:spLocks noRot="1" noChangeAspect="1" noMove="1" noResize="1" noEditPoints="1" noAdjustHandles="1" noChangeArrowheads="1" noChangeShapeType="1" noTextEdit="1"/>
              </p:cNvSpPr>
              <p:nvPr/>
            </p:nvSpPr>
            <p:spPr>
              <a:xfrm>
                <a:off x="523373" y="4736002"/>
                <a:ext cx="649345" cy="358496"/>
              </a:xfrm>
              <a:prstGeom prst="rect">
                <a:avLst/>
              </a:prstGeom>
              <a:blipFill>
                <a:blip r:embed="rId4"/>
                <a:stretch>
                  <a:fillRect r="-6604" b="-15254"/>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47943B26-15D7-42CF-8B2A-2A0FE5EBC1E0}"/>
                  </a:ext>
                </a:extLst>
              </p:cNvPr>
              <p:cNvSpPr txBox="1"/>
              <p:nvPr/>
            </p:nvSpPr>
            <p:spPr>
              <a:xfrm>
                <a:off x="1794710" y="4728371"/>
                <a:ext cx="649345" cy="3584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AU" sz="1400" i="1" smtClean="0">
                              <a:latin typeface="Cambria Math" panose="02040503050406030204" pitchFamily="18" charset="0"/>
                            </a:rPr>
                          </m:ctrlPr>
                        </m:dPr>
                        <m:e>
                          <m:m>
                            <m:mPr>
                              <m:mcs>
                                <m:mc>
                                  <m:mcPr>
                                    <m:count m:val="1"/>
                                    <m:mcJc m:val="center"/>
                                  </m:mcPr>
                                </m:mc>
                              </m:mcs>
                              <m:ctrlPr>
                                <a:rPr lang="en-AU" sz="1400" i="1" smtClean="0">
                                  <a:latin typeface="Cambria Math" panose="02040503050406030204" pitchFamily="18" charset="0"/>
                                </a:rPr>
                              </m:ctrlPr>
                            </m:mPr>
                            <m:mr>
                              <m:e>
                                <m:r>
                                  <a:rPr lang="en-AU" sz="1400" b="0" i="1" smtClean="0">
                                    <a:latin typeface="Cambria Math" panose="02040503050406030204" pitchFamily="18" charset="0"/>
                                  </a:rPr>
                                  <m:t>4</m:t>
                                </m:r>
                              </m:e>
                            </m:mr>
                            <m:mr>
                              <m:e>
                                <m:r>
                                  <a:rPr lang="en-AU" sz="1400" b="0" i="1" smtClean="0">
                                    <a:latin typeface="Cambria Math" panose="02040503050406030204" pitchFamily="18" charset="0"/>
                                  </a:rPr>
                                  <m:t>1</m:t>
                                </m:r>
                              </m:e>
                            </m:mr>
                          </m:m>
                        </m:e>
                      </m:d>
                      <m:r>
                        <a:rPr lang="en-AU" sz="1400" b="0" i="1" smtClean="0">
                          <a:latin typeface="Cambria Math" panose="02040503050406030204" pitchFamily="18" charset="0"/>
                        </a:rPr>
                        <m:t>=4</m:t>
                      </m:r>
                    </m:oMath>
                  </m:oMathPara>
                </a14:m>
                <a:endParaRPr lang="en-AU" sz="1400" dirty="0"/>
              </a:p>
            </p:txBody>
          </p:sp>
        </mc:Choice>
        <mc:Fallback xmlns="">
          <p:sp>
            <p:nvSpPr>
              <p:cNvPr id="48" name="TextBox 47">
                <a:extLst>
                  <a:ext uri="{FF2B5EF4-FFF2-40B4-BE49-F238E27FC236}">
                    <a16:creationId xmlns:a16="http://schemas.microsoft.com/office/drawing/2014/main" id="{47943B26-15D7-42CF-8B2A-2A0FE5EBC1E0}"/>
                  </a:ext>
                </a:extLst>
              </p:cNvPr>
              <p:cNvSpPr txBox="1">
                <a:spLocks noRot="1" noChangeAspect="1" noMove="1" noResize="1" noEditPoints="1" noAdjustHandles="1" noChangeArrowheads="1" noChangeShapeType="1" noTextEdit="1"/>
              </p:cNvSpPr>
              <p:nvPr/>
            </p:nvSpPr>
            <p:spPr>
              <a:xfrm>
                <a:off x="1794710" y="4728371"/>
                <a:ext cx="649345" cy="358496"/>
              </a:xfrm>
              <a:prstGeom prst="rect">
                <a:avLst/>
              </a:prstGeom>
              <a:blipFill>
                <a:blip r:embed="rId5"/>
                <a:stretch>
                  <a:fillRect t="-3448" r="-5607" b="-17241"/>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3ED69288-C8CF-4255-8F70-332C246BF557}"/>
                  </a:ext>
                </a:extLst>
              </p:cNvPr>
              <p:cNvSpPr txBox="1"/>
              <p:nvPr/>
            </p:nvSpPr>
            <p:spPr>
              <a:xfrm>
                <a:off x="3078079" y="4736002"/>
                <a:ext cx="649345" cy="3584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AU" sz="1400" i="1" smtClean="0">
                              <a:latin typeface="Cambria Math" panose="02040503050406030204" pitchFamily="18" charset="0"/>
                            </a:rPr>
                          </m:ctrlPr>
                        </m:dPr>
                        <m:e>
                          <m:m>
                            <m:mPr>
                              <m:mcs>
                                <m:mc>
                                  <m:mcPr>
                                    <m:count m:val="1"/>
                                    <m:mcJc m:val="center"/>
                                  </m:mcPr>
                                </m:mc>
                              </m:mcs>
                              <m:ctrlPr>
                                <a:rPr lang="en-AU" sz="1400" i="1" smtClean="0">
                                  <a:latin typeface="Cambria Math" panose="02040503050406030204" pitchFamily="18" charset="0"/>
                                </a:rPr>
                              </m:ctrlPr>
                            </m:mPr>
                            <m:mr>
                              <m:e>
                                <m:r>
                                  <a:rPr lang="en-AU" sz="1400" b="0" i="1" smtClean="0">
                                    <a:latin typeface="Cambria Math" panose="02040503050406030204" pitchFamily="18" charset="0"/>
                                  </a:rPr>
                                  <m:t>4</m:t>
                                </m:r>
                              </m:e>
                            </m:mr>
                            <m:mr>
                              <m:e>
                                <m:r>
                                  <a:rPr lang="en-AU" sz="1400" b="0" i="1" smtClean="0">
                                    <a:latin typeface="Cambria Math" panose="02040503050406030204" pitchFamily="18" charset="0"/>
                                  </a:rPr>
                                  <m:t>2</m:t>
                                </m:r>
                              </m:e>
                            </m:mr>
                          </m:m>
                        </m:e>
                      </m:d>
                      <m:r>
                        <a:rPr lang="en-AU" sz="1400" b="0" i="1" smtClean="0">
                          <a:latin typeface="Cambria Math" panose="02040503050406030204" pitchFamily="18" charset="0"/>
                        </a:rPr>
                        <m:t>=6</m:t>
                      </m:r>
                    </m:oMath>
                  </m:oMathPara>
                </a14:m>
                <a:endParaRPr lang="en-AU" sz="1400" dirty="0"/>
              </a:p>
            </p:txBody>
          </p:sp>
        </mc:Choice>
        <mc:Fallback xmlns="">
          <p:sp>
            <p:nvSpPr>
              <p:cNvPr id="49" name="TextBox 48">
                <a:extLst>
                  <a:ext uri="{FF2B5EF4-FFF2-40B4-BE49-F238E27FC236}">
                    <a16:creationId xmlns:a16="http://schemas.microsoft.com/office/drawing/2014/main" id="{3ED69288-C8CF-4255-8F70-332C246BF557}"/>
                  </a:ext>
                </a:extLst>
              </p:cNvPr>
              <p:cNvSpPr txBox="1">
                <a:spLocks noRot="1" noChangeAspect="1" noMove="1" noResize="1" noEditPoints="1" noAdjustHandles="1" noChangeArrowheads="1" noChangeShapeType="1" noTextEdit="1"/>
              </p:cNvSpPr>
              <p:nvPr/>
            </p:nvSpPr>
            <p:spPr>
              <a:xfrm>
                <a:off x="3078079" y="4736002"/>
                <a:ext cx="649345" cy="358496"/>
              </a:xfrm>
              <a:prstGeom prst="rect">
                <a:avLst/>
              </a:prstGeom>
              <a:blipFill>
                <a:blip r:embed="rId6"/>
                <a:stretch>
                  <a:fillRect t="-1695" r="-6604" b="-15254"/>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89727FB9-9ADD-4391-94C1-534C8B766A59}"/>
                  </a:ext>
                </a:extLst>
              </p:cNvPr>
              <p:cNvSpPr txBox="1"/>
              <p:nvPr/>
            </p:nvSpPr>
            <p:spPr>
              <a:xfrm>
                <a:off x="4353607" y="4713460"/>
                <a:ext cx="649345" cy="3584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AU" sz="1400" i="1" smtClean="0">
                              <a:latin typeface="Cambria Math" panose="02040503050406030204" pitchFamily="18" charset="0"/>
                            </a:rPr>
                          </m:ctrlPr>
                        </m:dPr>
                        <m:e>
                          <m:m>
                            <m:mPr>
                              <m:mcs>
                                <m:mc>
                                  <m:mcPr>
                                    <m:count m:val="1"/>
                                    <m:mcJc m:val="center"/>
                                  </m:mcPr>
                                </m:mc>
                              </m:mcs>
                              <m:ctrlPr>
                                <a:rPr lang="en-AU" sz="1400" i="1" smtClean="0">
                                  <a:latin typeface="Cambria Math" panose="02040503050406030204" pitchFamily="18" charset="0"/>
                                </a:rPr>
                              </m:ctrlPr>
                            </m:mPr>
                            <m:mr>
                              <m:e>
                                <m:r>
                                  <a:rPr lang="en-AU" sz="1400" b="0" i="1" smtClean="0">
                                    <a:latin typeface="Cambria Math" panose="02040503050406030204" pitchFamily="18" charset="0"/>
                                  </a:rPr>
                                  <m:t>4</m:t>
                                </m:r>
                              </m:e>
                            </m:mr>
                            <m:mr>
                              <m:e>
                                <m:r>
                                  <a:rPr lang="en-AU" sz="1400" b="0" i="1" smtClean="0">
                                    <a:latin typeface="Cambria Math" panose="02040503050406030204" pitchFamily="18" charset="0"/>
                                  </a:rPr>
                                  <m:t>3</m:t>
                                </m:r>
                              </m:e>
                            </m:mr>
                          </m:m>
                        </m:e>
                      </m:d>
                      <m:r>
                        <a:rPr lang="en-AU" sz="1400" b="0" i="1" smtClean="0">
                          <a:latin typeface="Cambria Math" panose="02040503050406030204" pitchFamily="18" charset="0"/>
                        </a:rPr>
                        <m:t>=4</m:t>
                      </m:r>
                    </m:oMath>
                  </m:oMathPara>
                </a14:m>
                <a:endParaRPr lang="en-AU" sz="1400" dirty="0"/>
              </a:p>
            </p:txBody>
          </p:sp>
        </mc:Choice>
        <mc:Fallback xmlns="">
          <p:sp>
            <p:nvSpPr>
              <p:cNvPr id="27" name="TextBox 26">
                <a:extLst>
                  <a:ext uri="{FF2B5EF4-FFF2-40B4-BE49-F238E27FC236}">
                    <a16:creationId xmlns:a16="http://schemas.microsoft.com/office/drawing/2014/main" id="{89727FB9-9ADD-4391-94C1-534C8B766A59}"/>
                  </a:ext>
                </a:extLst>
              </p:cNvPr>
              <p:cNvSpPr txBox="1">
                <a:spLocks noRot="1" noChangeAspect="1" noMove="1" noResize="1" noEditPoints="1" noAdjustHandles="1" noChangeArrowheads="1" noChangeShapeType="1" noTextEdit="1"/>
              </p:cNvSpPr>
              <p:nvPr/>
            </p:nvSpPr>
            <p:spPr>
              <a:xfrm>
                <a:off x="4353607" y="4713460"/>
                <a:ext cx="649345" cy="358496"/>
              </a:xfrm>
              <a:prstGeom prst="rect">
                <a:avLst/>
              </a:prstGeom>
              <a:blipFill>
                <a:blip r:embed="rId7"/>
                <a:stretch>
                  <a:fillRect r="-5607" b="-15254"/>
                </a:stretch>
              </a:blipFill>
            </p:spPr>
            <p:txBody>
              <a:bodyPr/>
              <a:lstStyle/>
              <a:p>
                <a:r>
                  <a:rPr lang="en-AU">
                    <a:noFill/>
                  </a:rPr>
                  <a:t> </a:t>
                </a:r>
              </a:p>
            </p:txBody>
          </p:sp>
        </mc:Fallback>
      </mc:AlternateContent>
      <p:sp>
        <p:nvSpPr>
          <p:cNvPr id="3" name="Rectangle 2">
            <a:extLst>
              <a:ext uri="{FF2B5EF4-FFF2-40B4-BE49-F238E27FC236}">
                <a16:creationId xmlns:a16="http://schemas.microsoft.com/office/drawing/2014/main" id="{058EA3D5-52B3-4C92-B44A-C5AB2D51D14D}"/>
              </a:ext>
            </a:extLst>
          </p:cNvPr>
          <p:cNvSpPr/>
          <p:nvPr/>
        </p:nvSpPr>
        <p:spPr>
          <a:xfrm>
            <a:off x="1662182" y="4236536"/>
            <a:ext cx="914400" cy="3023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latin typeface="Agency FB" panose="020B0503020202020204" pitchFamily="34" charset="0"/>
              </a:rPr>
              <a:t>TTTH</a:t>
            </a:r>
          </a:p>
        </p:txBody>
      </p:sp>
      <p:sp>
        <p:nvSpPr>
          <p:cNvPr id="53" name="Rectangle 52">
            <a:extLst>
              <a:ext uri="{FF2B5EF4-FFF2-40B4-BE49-F238E27FC236}">
                <a16:creationId xmlns:a16="http://schemas.microsoft.com/office/drawing/2014/main" id="{8E653305-C424-4248-893E-1D496002CCCF}"/>
              </a:ext>
            </a:extLst>
          </p:cNvPr>
          <p:cNvSpPr/>
          <p:nvPr/>
        </p:nvSpPr>
        <p:spPr>
          <a:xfrm>
            <a:off x="1662182" y="3934165"/>
            <a:ext cx="914400" cy="3023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latin typeface="Agency FB" panose="020B0503020202020204" pitchFamily="34" charset="0"/>
              </a:rPr>
              <a:t>TTHT</a:t>
            </a:r>
          </a:p>
        </p:txBody>
      </p:sp>
      <p:sp>
        <p:nvSpPr>
          <p:cNvPr id="54" name="Rectangle 53">
            <a:extLst>
              <a:ext uri="{FF2B5EF4-FFF2-40B4-BE49-F238E27FC236}">
                <a16:creationId xmlns:a16="http://schemas.microsoft.com/office/drawing/2014/main" id="{439E1C3B-2C8E-4E9B-90B1-97D502366FFB}"/>
              </a:ext>
            </a:extLst>
          </p:cNvPr>
          <p:cNvSpPr/>
          <p:nvPr/>
        </p:nvSpPr>
        <p:spPr>
          <a:xfrm>
            <a:off x="1662182" y="3631794"/>
            <a:ext cx="914400" cy="3023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latin typeface="Agency FB" panose="020B0503020202020204" pitchFamily="34" charset="0"/>
              </a:rPr>
              <a:t>THTT</a:t>
            </a:r>
          </a:p>
        </p:txBody>
      </p:sp>
      <p:sp>
        <p:nvSpPr>
          <p:cNvPr id="55" name="Rectangle 54">
            <a:extLst>
              <a:ext uri="{FF2B5EF4-FFF2-40B4-BE49-F238E27FC236}">
                <a16:creationId xmlns:a16="http://schemas.microsoft.com/office/drawing/2014/main" id="{1A50C98D-DED5-412F-8D0D-44503115A39B}"/>
              </a:ext>
            </a:extLst>
          </p:cNvPr>
          <p:cNvSpPr/>
          <p:nvPr/>
        </p:nvSpPr>
        <p:spPr>
          <a:xfrm>
            <a:off x="2894106" y="4236536"/>
            <a:ext cx="914400" cy="3023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latin typeface="Agency FB" panose="020B0503020202020204" pitchFamily="34" charset="0"/>
              </a:rPr>
              <a:t>TTHH</a:t>
            </a:r>
          </a:p>
        </p:txBody>
      </p:sp>
      <p:sp>
        <p:nvSpPr>
          <p:cNvPr id="56" name="Rectangle 55">
            <a:extLst>
              <a:ext uri="{FF2B5EF4-FFF2-40B4-BE49-F238E27FC236}">
                <a16:creationId xmlns:a16="http://schemas.microsoft.com/office/drawing/2014/main" id="{8B7401CE-1286-4FE4-928C-DACCFBEBEDB0}"/>
              </a:ext>
            </a:extLst>
          </p:cNvPr>
          <p:cNvSpPr/>
          <p:nvPr/>
        </p:nvSpPr>
        <p:spPr>
          <a:xfrm>
            <a:off x="2894106" y="3934165"/>
            <a:ext cx="914400" cy="3023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latin typeface="Agency FB" panose="020B0503020202020204" pitchFamily="34" charset="0"/>
              </a:rPr>
              <a:t>THTH</a:t>
            </a:r>
          </a:p>
        </p:txBody>
      </p:sp>
      <p:sp>
        <p:nvSpPr>
          <p:cNvPr id="57" name="Rectangle 56">
            <a:extLst>
              <a:ext uri="{FF2B5EF4-FFF2-40B4-BE49-F238E27FC236}">
                <a16:creationId xmlns:a16="http://schemas.microsoft.com/office/drawing/2014/main" id="{B60882D0-32E2-4A3B-B1B7-0B4E2C5EF917}"/>
              </a:ext>
            </a:extLst>
          </p:cNvPr>
          <p:cNvSpPr/>
          <p:nvPr/>
        </p:nvSpPr>
        <p:spPr>
          <a:xfrm>
            <a:off x="2894106" y="3631794"/>
            <a:ext cx="914400" cy="3023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latin typeface="Agency FB" panose="020B0503020202020204" pitchFamily="34" charset="0"/>
              </a:rPr>
              <a:t>THHT</a:t>
            </a:r>
          </a:p>
        </p:txBody>
      </p:sp>
      <p:sp>
        <p:nvSpPr>
          <p:cNvPr id="58" name="Rectangle 57">
            <a:extLst>
              <a:ext uri="{FF2B5EF4-FFF2-40B4-BE49-F238E27FC236}">
                <a16:creationId xmlns:a16="http://schemas.microsoft.com/office/drawing/2014/main" id="{B0F0356B-65B6-496A-8DCD-6B04146D365C}"/>
              </a:ext>
            </a:extLst>
          </p:cNvPr>
          <p:cNvSpPr/>
          <p:nvPr/>
        </p:nvSpPr>
        <p:spPr>
          <a:xfrm>
            <a:off x="4126030" y="4236536"/>
            <a:ext cx="914400" cy="3023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latin typeface="Agency FB" panose="020B0503020202020204" pitchFamily="34" charset="0"/>
              </a:rPr>
              <a:t>THHH</a:t>
            </a: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988A6177-8D73-407E-9F3B-116DCCA0DC1B}"/>
                  </a:ext>
                </a:extLst>
              </p:cNvPr>
              <p:cNvSpPr txBox="1"/>
              <p:nvPr/>
            </p:nvSpPr>
            <p:spPr>
              <a:xfrm>
                <a:off x="5618786" y="4728371"/>
                <a:ext cx="649345" cy="3584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AU" sz="1400" i="1" smtClean="0">
                              <a:latin typeface="Cambria Math" panose="02040503050406030204" pitchFamily="18" charset="0"/>
                            </a:rPr>
                          </m:ctrlPr>
                        </m:dPr>
                        <m:e>
                          <m:m>
                            <m:mPr>
                              <m:mcs>
                                <m:mc>
                                  <m:mcPr>
                                    <m:count m:val="1"/>
                                    <m:mcJc m:val="center"/>
                                  </m:mcPr>
                                </m:mc>
                              </m:mcs>
                              <m:ctrlPr>
                                <a:rPr lang="en-AU" sz="1400" i="1" smtClean="0">
                                  <a:latin typeface="Cambria Math" panose="02040503050406030204" pitchFamily="18" charset="0"/>
                                </a:rPr>
                              </m:ctrlPr>
                            </m:mPr>
                            <m:mr>
                              <m:e>
                                <m:r>
                                  <a:rPr lang="en-AU" sz="1400" b="0" i="1" smtClean="0">
                                    <a:latin typeface="Cambria Math" panose="02040503050406030204" pitchFamily="18" charset="0"/>
                                  </a:rPr>
                                  <m:t>4</m:t>
                                </m:r>
                              </m:e>
                            </m:mr>
                            <m:mr>
                              <m:e>
                                <m:r>
                                  <a:rPr lang="en-AU" sz="1400" b="0" i="1" smtClean="0">
                                    <a:latin typeface="Cambria Math" panose="02040503050406030204" pitchFamily="18" charset="0"/>
                                  </a:rPr>
                                  <m:t>4</m:t>
                                </m:r>
                              </m:e>
                            </m:mr>
                          </m:m>
                        </m:e>
                      </m:d>
                      <m:r>
                        <a:rPr lang="en-AU" sz="1400" b="0" i="1" smtClean="0">
                          <a:latin typeface="Cambria Math" panose="02040503050406030204" pitchFamily="18" charset="0"/>
                        </a:rPr>
                        <m:t>=1</m:t>
                      </m:r>
                    </m:oMath>
                  </m:oMathPara>
                </a14:m>
                <a:endParaRPr lang="en-AU" sz="1400" dirty="0"/>
              </a:p>
            </p:txBody>
          </p:sp>
        </mc:Choice>
        <mc:Fallback xmlns="">
          <p:sp>
            <p:nvSpPr>
              <p:cNvPr id="45" name="TextBox 44">
                <a:extLst>
                  <a:ext uri="{FF2B5EF4-FFF2-40B4-BE49-F238E27FC236}">
                    <a16:creationId xmlns:a16="http://schemas.microsoft.com/office/drawing/2014/main" id="{988A6177-8D73-407E-9F3B-116DCCA0DC1B}"/>
                  </a:ext>
                </a:extLst>
              </p:cNvPr>
              <p:cNvSpPr txBox="1">
                <a:spLocks noRot="1" noChangeAspect="1" noMove="1" noResize="1" noEditPoints="1" noAdjustHandles="1" noChangeArrowheads="1" noChangeShapeType="1" noTextEdit="1"/>
              </p:cNvSpPr>
              <p:nvPr/>
            </p:nvSpPr>
            <p:spPr>
              <a:xfrm>
                <a:off x="5618786" y="4728371"/>
                <a:ext cx="649345" cy="358496"/>
              </a:xfrm>
              <a:prstGeom prst="rect">
                <a:avLst/>
              </a:prstGeom>
              <a:blipFill>
                <a:blip r:embed="rId8"/>
                <a:stretch>
                  <a:fillRect t="-3448" r="-6604" b="-17241"/>
                </a:stretch>
              </a:blipFill>
            </p:spPr>
            <p:txBody>
              <a:bodyPr/>
              <a:lstStyle/>
              <a:p>
                <a:r>
                  <a:rPr lang="en-AU">
                    <a:noFill/>
                  </a:rPr>
                  <a:t> </a:t>
                </a:r>
              </a:p>
            </p:txBody>
          </p:sp>
        </mc:Fallback>
      </mc:AlternateContent>
      <p:sp>
        <p:nvSpPr>
          <p:cNvPr id="46" name="Rectangle 45">
            <a:extLst>
              <a:ext uri="{FF2B5EF4-FFF2-40B4-BE49-F238E27FC236}">
                <a16:creationId xmlns:a16="http://schemas.microsoft.com/office/drawing/2014/main" id="{B4A5A083-D2F0-4D32-AFD5-E58F4C8A97CC}"/>
              </a:ext>
            </a:extLst>
          </p:cNvPr>
          <p:cNvSpPr/>
          <p:nvPr/>
        </p:nvSpPr>
        <p:spPr>
          <a:xfrm>
            <a:off x="1662182" y="3328334"/>
            <a:ext cx="914400" cy="3023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latin typeface="Agency FB" panose="020B0503020202020204" pitchFamily="34" charset="0"/>
              </a:rPr>
              <a:t>HTTT</a:t>
            </a:r>
          </a:p>
        </p:txBody>
      </p:sp>
      <p:sp>
        <p:nvSpPr>
          <p:cNvPr id="47" name="Rectangle 46">
            <a:extLst>
              <a:ext uri="{FF2B5EF4-FFF2-40B4-BE49-F238E27FC236}">
                <a16:creationId xmlns:a16="http://schemas.microsoft.com/office/drawing/2014/main" id="{732CC3DD-BF54-41F8-8726-6CBFED4C655D}"/>
              </a:ext>
            </a:extLst>
          </p:cNvPr>
          <p:cNvSpPr/>
          <p:nvPr/>
        </p:nvSpPr>
        <p:spPr>
          <a:xfrm>
            <a:off x="2894106" y="3328333"/>
            <a:ext cx="914400" cy="3023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latin typeface="Agency FB" panose="020B0503020202020204" pitchFamily="34" charset="0"/>
              </a:rPr>
              <a:t>HTTH</a:t>
            </a:r>
          </a:p>
        </p:txBody>
      </p:sp>
      <p:sp>
        <p:nvSpPr>
          <p:cNvPr id="50" name="Rectangle 49">
            <a:extLst>
              <a:ext uri="{FF2B5EF4-FFF2-40B4-BE49-F238E27FC236}">
                <a16:creationId xmlns:a16="http://schemas.microsoft.com/office/drawing/2014/main" id="{CC68A6EF-9F15-4412-8FCF-744C05F5E229}"/>
              </a:ext>
            </a:extLst>
          </p:cNvPr>
          <p:cNvSpPr/>
          <p:nvPr/>
        </p:nvSpPr>
        <p:spPr>
          <a:xfrm>
            <a:off x="2894106" y="3029290"/>
            <a:ext cx="914400" cy="3023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latin typeface="Agency FB" panose="020B0503020202020204" pitchFamily="34" charset="0"/>
              </a:rPr>
              <a:t>HTHT</a:t>
            </a:r>
          </a:p>
        </p:txBody>
      </p:sp>
      <p:sp>
        <p:nvSpPr>
          <p:cNvPr id="51" name="Rectangle 50">
            <a:extLst>
              <a:ext uri="{FF2B5EF4-FFF2-40B4-BE49-F238E27FC236}">
                <a16:creationId xmlns:a16="http://schemas.microsoft.com/office/drawing/2014/main" id="{0631E901-4EB7-4463-AC34-781C707CE7E6}"/>
              </a:ext>
            </a:extLst>
          </p:cNvPr>
          <p:cNvSpPr/>
          <p:nvPr/>
        </p:nvSpPr>
        <p:spPr>
          <a:xfrm>
            <a:off x="2894106" y="2724036"/>
            <a:ext cx="914400" cy="3023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latin typeface="Agency FB" panose="020B0503020202020204" pitchFamily="34" charset="0"/>
              </a:rPr>
              <a:t>HHTT</a:t>
            </a:r>
          </a:p>
        </p:txBody>
      </p:sp>
      <p:sp>
        <p:nvSpPr>
          <p:cNvPr id="59" name="Rectangle 58">
            <a:extLst>
              <a:ext uri="{FF2B5EF4-FFF2-40B4-BE49-F238E27FC236}">
                <a16:creationId xmlns:a16="http://schemas.microsoft.com/office/drawing/2014/main" id="{A7B360FB-E78E-4B7E-A0F8-B7491F266E84}"/>
              </a:ext>
            </a:extLst>
          </p:cNvPr>
          <p:cNvSpPr/>
          <p:nvPr/>
        </p:nvSpPr>
        <p:spPr>
          <a:xfrm>
            <a:off x="4125677" y="3936313"/>
            <a:ext cx="914400" cy="3023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latin typeface="Agency FB" panose="020B0503020202020204" pitchFamily="34" charset="0"/>
              </a:rPr>
              <a:t>HTHH</a:t>
            </a:r>
          </a:p>
        </p:txBody>
      </p:sp>
      <p:sp>
        <p:nvSpPr>
          <p:cNvPr id="60" name="Rectangle 59">
            <a:extLst>
              <a:ext uri="{FF2B5EF4-FFF2-40B4-BE49-F238E27FC236}">
                <a16:creationId xmlns:a16="http://schemas.microsoft.com/office/drawing/2014/main" id="{695D659B-4E20-486A-8BAE-B4ACF709F82D}"/>
              </a:ext>
            </a:extLst>
          </p:cNvPr>
          <p:cNvSpPr/>
          <p:nvPr/>
        </p:nvSpPr>
        <p:spPr>
          <a:xfrm>
            <a:off x="4125677" y="3633942"/>
            <a:ext cx="914400" cy="3023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latin typeface="Agency FB" panose="020B0503020202020204" pitchFamily="34" charset="0"/>
              </a:rPr>
              <a:t>HHTH</a:t>
            </a:r>
          </a:p>
        </p:txBody>
      </p:sp>
      <p:sp>
        <p:nvSpPr>
          <p:cNvPr id="61" name="Rectangle 60">
            <a:extLst>
              <a:ext uri="{FF2B5EF4-FFF2-40B4-BE49-F238E27FC236}">
                <a16:creationId xmlns:a16="http://schemas.microsoft.com/office/drawing/2014/main" id="{A20F1488-1C64-43BE-922A-BD2E924D74B9}"/>
              </a:ext>
            </a:extLst>
          </p:cNvPr>
          <p:cNvSpPr/>
          <p:nvPr/>
        </p:nvSpPr>
        <p:spPr>
          <a:xfrm>
            <a:off x="4125677" y="3330482"/>
            <a:ext cx="914400" cy="3023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latin typeface="Agency FB" panose="020B0503020202020204" pitchFamily="34" charset="0"/>
              </a:rPr>
              <a:t>HHHT</a:t>
            </a:r>
          </a:p>
        </p:txBody>
      </p:sp>
      <p:sp>
        <p:nvSpPr>
          <p:cNvPr id="62" name="Rectangle 61">
            <a:extLst>
              <a:ext uri="{FF2B5EF4-FFF2-40B4-BE49-F238E27FC236}">
                <a16:creationId xmlns:a16="http://schemas.microsoft.com/office/drawing/2014/main" id="{C6DD2A0D-9A86-41D4-AC5C-A4F72D772AD0}"/>
              </a:ext>
            </a:extLst>
          </p:cNvPr>
          <p:cNvSpPr/>
          <p:nvPr/>
        </p:nvSpPr>
        <p:spPr>
          <a:xfrm>
            <a:off x="5385314" y="4237664"/>
            <a:ext cx="914400" cy="3023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latin typeface="Agency FB" panose="020B0503020202020204" pitchFamily="34" charset="0"/>
              </a:rPr>
              <a:t>HHHH</a:t>
            </a:r>
          </a:p>
        </p:txBody>
      </p:sp>
      <p:sp>
        <p:nvSpPr>
          <p:cNvPr id="63" name="Rectangle 62">
            <a:extLst>
              <a:ext uri="{FF2B5EF4-FFF2-40B4-BE49-F238E27FC236}">
                <a16:creationId xmlns:a16="http://schemas.microsoft.com/office/drawing/2014/main" id="{2116A44D-09C4-44D0-8706-12387E727CD2}"/>
              </a:ext>
            </a:extLst>
          </p:cNvPr>
          <p:cNvSpPr/>
          <p:nvPr/>
        </p:nvSpPr>
        <p:spPr>
          <a:xfrm>
            <a:off x="416578" y="4236536"/>
            <a:ext cx="914400" cy="3023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latin typeface="Agency FB" panose="020B0503020202020204" pitchFamily="34" charset="0"/>
              </a:rPr>
              <a:t>TTTT</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F253D37-C840-4E11-9DD5-EA144FB48274}"/>
                  </a:ext>
                </a:extLst>
              </p:cNvPr>
              <p:cNvSpPr txBox="1"/>
              <p:nvPr/>
            </p:nvSpPr>
            <p:spPr>
              <a:xfrm>
                <a:off x="710004" y="5325035"/>
                <a:ext cx="4744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1400" b="0" i="1" smtClean="0">
                          <a:solidFill>
                            <a:srgbClr val="FF0000"/>
                          </a:solidFill>
                          <a:latin typeface="Cambria Math" panose="02040503050406030204" pitchFamily="18" charset="0"/>
                        </a:rPr>
                        <m:t>.0625</m:t>
                      </m:r>
                    </m:oMath>
                  </m:oMathPara>
                </a14:m>
                <a:endParaRPr lang="en-AU" sz="1400" dirty="0">
                  <a:solidFill>
                    <a:srgbClr val="FF0000"/>
                  </a:solidFill>
                </a:endParaRPr>
              </a:p>
            </p:txBody>
          </p:sp>
        </mc:Choice>
        <mc:Fallback xmlns="">
          <p:sp>
            <p:nvSpPr>
              <p:cNvPr id="4" name="TextBox 3">
                <a:extLst>
                  <a:ext uri="{FF2B5EF4-FFF2-40B4-BE49-F238E27FC236}">
                    <a16:creationId xmlns:a16="http://schemas.microsoft.com/office/drawing/2014/main" id="{DF253D37-C840-4E11-9DD5-EA144FB48274}"/>
                  </a:ext>
                </a:extLst>
              </p:cNvPr>
              <p:cNvSpPr txBox="1">
                <a:spLocks noRot="1" noChangeAspect="1" noMove="1" noResize="1" noEditPoints="1" noAdjustHandles="1" noChangeArrowheads="1" noChangeShapeType="1" noTextEdit="1"/>
              </p:cNvSpPr>
              <p:nvPr/>
            </p:nvSpPr>
            <p:spPr>
              <a:xfrm>
                <a:off x="710004" y="5325035"/>
                <a:ext cx="474489" cy="215444"/>
              </a:xfrm>
              <a:prstGeom prst="rect">
                <a:avLst/>
              </a:prstGeom>
              <a:blipFill>
                <a:blip r:embed="rId9"/>
                <a:stretch>
                  <a:fillRect r="-8974" b="-5714"/>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6251A7D0-B23F-48FE-8B45-07ED72AB4E38}"/>
                  </a:ext>
                </a:extLst>
              </p:cNvPr>
              <p:cNvSpPr txBox="1"/>
              <p:nvPr/>
            </p:nvSpPr>
            <p:spPr>
              <a:xfrm>
                <a:off x="1999912" y="5329487"/>
                <a:ext cx="4744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1400" b="0" i="1" smtClean="0">
                          <a:solidFill>
                            <a:srgbClr val="FF0000"/>
                          </a:solidFill>
                          <a:latin typeface="Cambria Math" panose="02040503050406030204" pitchFamily="18" charset="0"/>
                        </a:rPr>
                        <m:t>.2500</m:t>
                      </m:r>
                    </m:oMath>
                  </m:oMathPara>
                </a14:m>
                <a:endParaRPr lang="en-AU" sz="1400" dirty="0">
                  <a:solidFill>
                    <a:srgbClr val="FF0000"/>
                  </a:solidFill>
                </a:endParaRPr>
              </a:p>
            </p:txBody>
          </p:sp>
        </mc:Choice>
        <mc:Fallback xmlns="">
          <p:sp>
            <p:nvSpPr>
              <p:cNvPr id="52" name="TextBox 51">
                <a:extLst>
                  <a:ext uri="{FF2B5EF4-FFF2-40B4-BE49-F238E27FC236}">
                    <a16:creationId xmlns:a16="http://schemas.microsoft.com/office/drawing/2014/main" id="{6251A7D0-B23F-48FE-8B45-07ED72AB4E38}"/>
                  </a:ext>
                </a:extLst>
              </p:cNvPr>
              <p:cNvSpPr txBox="1">
                <a:spLocks noRot="1" noChangeAspect="1" noMove="1" noResize="1" noEditPoints="1" noAdjustHandles="1" noChangeArrowheads="1" noChangeShapeType="1" noTextEdit="1"/>
              </p:cNvSpPr>
              <p:nvPr/>
            </p:nvSpPr>
            <p:spPr>
              <a:xfrm>
                <a:off x="1999912" y="5329487"/>
                <a:ext cx="474489" cy="215444"/>
              </a:xfrm>
              <a:prstGeom prst="rect">
                <a:avLst/>
              </a:prstGeom>
              <a:blipFill>
                <a:blip r:embed="rId10"/>
                <a:stretch>
                  <a:fillRect r="-8974" b="-5556"/>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4C790435-74DB-40BF-B743-A7A62512478A}"/>
                  </a:ext>
                </a:extLst>
              </p:cNvPr>
              <p:cNvSpPr txBox="1"/>
              <p:nvPr/>
            </p:nvSpPr>
            <p:spPr>
              <a:xfrm>
                <a:off x="3289820" y="5333939"/>
                <a:ext cx="4744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1400" b="0" i="1" smtClean="0">
                          <a:solidFill>
                            <a:srgbClr val="FF0000"/>
                          </a:solidFill>
                          <a:latin typeface="Cambria Math" panose="02040503050406030204" pitchFamily="18" charset="0"/>
                        </a:rPr>
                        <m:t>.3750</m:t>
                      </m:r>
                    </m:oMath>
                  </m:oMathPara>
                </a14:m>
                <a:endParaRPr lang="en-AU" sz="1400" dirty="0">
                  <a:solidFill>
                    <a:srgbClr val="FF0000"/>
                  </a:solidFill>
                </a:endParaRPr>
              </a:p>
            </p:txBody>
          </p:sp>
        </mc:Choice>
        <mc:Fallback xmlns="">
          <p:sp>
            <p:nvSpPr>
              <p:cNvPr id="64" name="TextBox 63">
                <a:extLst>
                  <a:ext uri="{FF2B5EF4-FFF2-40B4-BE49-F238E27FC236}">
                    <a16:creationId xmlns:a16="http://schemas.microsoft.com/office/drawing/2014/main" id="{4C790435-74DB-40BF-B743-A7A62512478A}"/>
                  </a:ext>
                </a:extLst>
              </p:cNvPr>
              <p:cNvSpPr txBox="1">
                <a:spLocks noRot="1" noChangeAspect="1" noMove="1" noResize="1" noEditPoints="1" noAdjustHandles="1" noChangeArrowheads="1" noChangeShapeType="1" noTextEdit="1"/>
              </p:cNvSpPr>
              <p:nvPr/>
            </p:nvSpPr>
            <p:spPr>
              <a:xfrm>
                <a:off x="3289820" y="5333939"/>
                <a:ext cx="474489" cy="215444"/>
              </a:xfrm>
              <a:prstGeom prst="rect">
                <a:avLst/>
              </a:prstGeom>
              <a:blipFill>
                <a:blip r:embed="rId11"/>
                <a:stretch>
                  <a:fillRect l="-1282" r="-7692" b="-5714"/>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DCB0F741-041F-4617-ADFC-F7CE492BA772}"/>
                  </a:ext>
                </a:extLst>
              </p:cNvPr>
              <p:cNvSpPr txBox="1"/>
              <p:nvPr/>
            </p:nvSpPr>
            <p:spPr>
              <a:xfrm>
                <a:off x="4579728" y="5338391"/>
                <a:ext cx="4744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1400" b="0" i="1" smtClean="0">
                          <a:solidFill>
                            <a:srgbClr val="FF0000"/>
                          </a:solidFill>
                          <a:latin typeface="Cambria Math" panose="02040503050406030204" pitchFamily="18" charset="0"/>
                        </a:rPr>
                        <m:t>.2500</m:t>
                      </m:r>
                    </m:oMath>
                  </m:oMathPara>
                </a14:m>
                <a:endParaRPr lang="en-AU" sz="1400" dirty="0">
                  <a:solidFill>
                    <a:srgbClr val="FF0000"/>
                  </a:solidFill>
                </a:endParaRPr>
              </a:p>
            </p:txBody>
          </p:sp>
        </mc:Choice>
        <mc:Fallback xmlns="">
          <p:sp>
            <p:nvSpPr>
              <p:cNvPr id="65" name="TextBox 64">
                <a:extLst>
                  <a:ext uri="{FF2B5EF4-FFF2-40B4-BE49-F238E27FC236}">
                    <a16:creationId xmlns:a16="http://schemas.microsoft.com/office/drawing/2014/main" id="{DCB0F741-041F-4617-ADFC-F7CE492BA772}"/>
                  </a:ext>
                </a:extLst>
              </p:cNvPr>
              <p:cNvSpPr txBox="1">
                <a:spLocks noRot="1" noChangeAspect="1" noMove="1" noResize="1" noEditPoints="1" noAdjustHandles="1" noChangeArrowheads="1" noChangeShapeType="1" noTextEdit="1"/>
              </p:cNvSpPr>
              <p:nvPr/>
            </p:nvSpPr>
            <p:spPr>
              <a:xfrm>
                <a:off x="4579728" y="5338391"/>
                <a:ext cx="474489" cy="215444"/>
              </a:xfrm>
              <a:prstGeom prst="rect">
                <a:avLst/>
              </a:prstGeom>
              <a:blipFill>
                <a:blip r:embed="rId12"/>
                <a:stretch>
                  <a:fillRect r="-8974" b="-5714"/>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047ED9A4-08D0-4309-841D-978DC18ADD9D}"/>
                  </a:ext>
                </a:extLst>
              </p:cNvPr>
              <p:cNvSpPr txBox="1"/>
              <p:nvPr/>
            </p:nvSpPr>
            <p:spPr>
              <a:xfrm>
                <a:off x="5869636" y="5342843"/>
                <a:ext cx="4744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1400" b="0" i="1" smtClean="0">
                          <a:solidFill>
                            <a:srgbClr val="FF0000"/>
                          </a:solidFill>
                          <a:latin typeface="Cambria Math" panose="02040503050406030204" pitchFamily="18" charset="0"/>
                        </a:rPr>
                        <m:t>.0625</m:t>
                      </m:r>
                    </m:oMath>
                  </m:oMathPara>
                </a14:m>
                <a:endParaRPr lang="en-AU" sz="1400" dirty="0">
                  <a:solidFill>
                    <a:srgbClr val="FF0000"/>
                  </a:solidFill>
                </a:endParaRPr>
              </a:p>
            </p:txBody>
          </p:sp>
        </mc:Choice>
        <mc:Fallback xmlns="">
          <p:sp>
            <p:nvSpPr>
              <p:cNvPr id="66" name="TextBox 65">
                <a:extLst>
                  <a:ext uri="{FF2B5EF4-FFF2-40B4-BE49-F238E27FC236}">
                    <a16:creationId xmlns:a16="http://schemas.microsoft.com/office/drawing/2014/main" id="{047ED9A4-08D0-4309-841D-978DC18ADD9D}"/>
                  </a:ext>
                </a:extLst>
              </p:cNvPr>
              <p:cNvSpPr txBox="1">
                <a:spLocks noRot="1" noChangeAspect="1" noMove="1" noResize="1" noEditPoints="1" noAdjustHandles="1" noChangeArrowheads="1" noChangeShapeType="1" noTextEdit="1"/>
              </p:cNvSpPr>
              <p:nvPr/>
            </p:nvSpPr>
            <p:spPr>
              <a:xfrm>
                <a:off x="5869636" y="5342843"/>
                <a:ext cx="474489" cy="215444"/>
              </a:xfrm>
              <a:prstGeom prst="rect">
                <a:avLst/>
              </a:prstGeom>
              <a:blipFill>
                <a:blip r:embed="rId13"/>
                <a:stretch>
                  <a:fillRect l="-1282" r="-7692" b="-5556"/>
                </a:stretch>
              </a:blipFill>
            </p:spPr>
            <p:txBody>
              <a:bodyPr/>
              <a:lstStyle/>
              <a:p>
                <a:r>
                  <a:rPr lang="en-AU">
                    <a:noFill/>
                  </a:rPr>
                  <a:t> </a:t>
                </a:r>
              </a:p>
            </p:txBody>
          </p:sp>
        </mc:Fallback>
      </mc:AlternateContent>
      <p:sp>
        <p:nvSpPr>
          <p:cNvPr id="67" name="TextBox 66">
            <a:extLst>
              <a:ext uri="{FF2B5EF4-FFF2-40B4-BE49-F238E27FC236}">
                <a16:creationId xmlns:a16="http://schemas.microsoft.com/office/drawing/2014/main" id="{61A2AD93-126A-4CA2-8522-05B144B383F0}"/>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The Shape of Chance</a:t>
            </a:r>
          </a:p>
        </p:txBody>
      </p:sp>
    </p:spTree>
    <p:extLst>
      <p:ext uri="{BB962C8B-B14F-4D97-AF65-F5344CB8AC3E}">
        <p14:creationId xmlns:p14="http://schemas.microsoft.com/office/powerpoint/2010/main" val="2040598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sp>
        <p:nvSpPr>
          <p:cNvPr id="25" name="Rectangle 24">
            <a:extLst>
              <a:ext uri="{FF2B5EF4-FFF2-40B4-BE49-F238E27FC236}">
                <a16:creationId xmlns:a16="http://schemas.microsoft.com/office/drawing/2014/main" id="{E9D0F92B-A396-47D8-898D-572B01AED240}"/>
              </a:ext>
            </a:extLst>
          </p:cNvPr>
          <p:cNvSpPr/>
          <p:nvPr/>
        </p:nvSpPr>
        <p:spPr>
          <a:xfrm>
            <a:off x="417095" y="4621866"/>
            <a:ext cx="6059009" cy="571507"/>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6C4ABB5-D4CA-45E5-9759-7E4524FD2BC0}"/>
                  </a:ext>
                </a:extLst>
              </p:cNvPr>
              <p:cNvSpPr txBox="1"/>
              <p:nvPr/>
            </p:nvSpPr>
            <p:spPr>
              <a:xfrm>
                <a:off x="523373" y="4736002"/>
                <a:ext cx="649345" cy="3584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AU" sz="1400" i="1" smtClean="0">
                              <a:latin typeface="Cambria Math" panose="02040503050406030204" pitchFamily="18" charset="0"/>
                            </a:rPr>
                          </m:ctrlPr>
                        </m:dPr>
                        <m:e>
                          <m:m>
                            <m:mPr>
                              <m:mcs>
                                <m:mc>
                                  <m:mcPr>
                                    <m:count m:val="1"/>
                                    <m:mcJc m:val="center"/>
                                  </m:mcPr>
                                </m:mc>
                              </m:mcs>
                              <m:ctrlPr>
                                <a:rPr lang="en-AU" sz="1400" i="1" smtClean="0">
                                  <a:latin typeface="Cambria Math" panose="02040503050406030204" pitchFamily="18" charset="0"/>
                                </a:rPr>
                              </m:ctrlPr>
                            </m:mPr>
                            <m:mr>
                              <m:e>
                                <m:r>
                                  <a:rPr lang="en-AU" sz="1400" b="0" i="1" smtClean="0">
                                    <a:latin typeface="Cambria Math" panose="02040503050406030204" pitchFamily="18" charset="0"/>
                                  </a:rPr>
                                  <m:t>4</m:t>
                                </m:r>
                              </m:e>
                            </m:mr>
                            <m:mr>
                              <m:e>
                                <m:r>
                                  <a:rPr lang="en-AU" sz="1400" b="0" i="1" smtClean="0">
                                    <a:latin typeface="Cambria Math" panose="02040503050406030204" pitchFamily="18" charset="0"/>
                                  </a:rPr>
                                  <m:t>0</m:t>
                                </m:r>
                              </m:e>
                            </m:mr>
                          </m:m>
                        </m:e>
                      </m:d>
                      <m:r>
                        <a:rPr lang="en-AU" sz="1400" b="0" i="1" smtClean="0">
                          <a:latin typeface="Cambria Math" panose="02040503050406030204" pitchFamily="18" charset="0"/>
                        </a:rPr>
                        <m:t>=1</m:t>
                      </m:r>
                    </m:oMath>
                  </m:oMathPara>
                </a14:m>
                <a:endParaRPr lang="en-AU" sz="1400" dirty="0"/>
              </a:p>
            </p:txBody>
          </p:sp>
        </mc:Choice>
        <mc:Fallback xmlns="">
          <p:sp>
            <p:nvSpPr>
              <p:cNvPr id="2" name="TextBox 1">
                <a:extLst>
                  <a:ext uri="{FF2B5EF4-FFF2-40B4-BE49-F238E27FC236}">
                    <a16:creationId xmlns:a16="http://schemas.microsoft.com/office/drawing/2014/main" id="{26C4ABB5-D4CA-45E5-9759-7E4524FD2BC0}"/>
                  </a:ext>
                </a:extLst>
              </p:cNvPr>
              <p:cNvSpPr txBox="1">
                <a:spLocks noRot="1" noChangeAspect="1" noMove="1" noResize="1" noEditPoints="1" noAdjustHandles="1" noChangeArrowheads="1" noChangeShapeType="1" noTextEdit="1"/>
              </p:cNvSpPr>
              <p:nvPr/>
            </p:nvSpPr>
            <p:spPr>
              <a:xfrm>
                <a:off x="523373" y="4736002"/>
                <a:ext cx="649345" cy="358496"/>
              </a:xfrm>
              <a:prstGeom prst="rect">
                <a:avLst/>
              </a:prstGeom>
              <a:blipFill>
                <a:blip r:embed="rId3"/>
                <a:stretch>
                  <a:fillRect r="-6604" b="-15254"/>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47943B26-15D7-42CF-8B2A-2A0FE5EBC1E0}"/>
                  </a:ext>
                </a:extLst>
              </p:cNvPr>
              <p:cNvSpPr txBox="1"/>
              <p:nvPr/>
            </p:nvSpPr>
            <p:spPr>
              <a:xfrm>
                <a:off x="1794710" y="4728371"/>
                <a:ext cx="649345" cy="3584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AU" sz="1400" i="1" smtClean="0">
                              <a:latin typeface="Cambria Math" panose="02040503050406030204" pitchFamily="18" charset="0"/>
                            </a:rPr>
                          </m:ctrlPr>
                        </m:dPr>
                        <m:e>
                          <m:m>
                            <m:mPr>
                              <m:mcs>
                                <m:mc>
                                  <m:mcPr>
                                    <m:count m:val="1"/>
                                    <m:mcJc m:val="center"/>
                                  </m:mcPr>
                                </m:mc>
                              </m:mcs>
                              <m:ctrlPr>
                                <a:rPr lang="en-AU" sz="1400" i="1" smtClean="0">
                                  <a:latin typeface="Cambria Math" panose="02040503050406030204" pitchFamily="18" charset="0"/>
                                </a:rPr>
                              </m:ctrlPr>
                            </m:mPr>
                            <m:mr>
                              <m:e>
                                <m:r>
                                  <a:rPr lang="en-AU" sz="1400" b="0" i="1" smtClean="0">
                                    <a:latin typeface="Cambria Math" panose="02040503050406030204" pitchFamily="18" charset="0"/>
                                  </a:rPr>
                                  <m:t>4</m:t>
                                </m:r>
                              </m:e>
                            </m:mr>
                            <m:mr>
                              <m:e>
                                <m:r>
                                  <a:rPr lang="en-AU" sz="1400" b="0" i="1" smtClean="0">
                                    <a:latin typeface="Cambria Math" panose="02040503050406030204" pitchFamily="18" charset="0"/>
                                  </a:rPr>
                                  <m:t>1</m:t>
                                </m:r>
                              </m:e>
                            </m:mr>
                          </m:m>
                        </m:e>
                      </m:d>
                      <m:r>
                        <a:rPr lang="en-AU" sz="1400" b="0" i="1" smtClean="0">
                          <a:latin typeface="Cambria Math" panose="02040503050406030204" pitchFamily="18" charset="0"/>
                        </a:rPr>
                        <m:t>=4</m:t>
                      </m:r>
                    </m:oMath>
                  </m:oMathPara>
                </a14:m>
                <a:endParaRPr lang="en-AU" sz="1400" dirty="0"/>
              </a:p>
            </p:txBody>
          </p:sp>
        </mc:Choice>
        <mc:Fallback xmlns="">
          <p:sp>
            <p:nvSpPr>
              <p:cNvPr id="48" name="TextBox 47">
                <a:extLst>
                  <a:ext uri="{FF2B5EF4-FFF2-40B4-BE49-F238E27FC236}">
                    <a16:creationId xmlns:a16="http://schemas.microsoft.com/office/drawing/2014/main" id="{47943B26-15D7-42CF-8B2A-2A0FE5EBC1E0}"/>
                  </a:ext>
                </a:extLst>
              </p:cNvPr>
              <p:cNvSpPr txBox="1">
                <a:spLocks noRot="1" noChangeAspect="1" noMove="1" noResize="1" noEditPoints="1" noAdjustHandles="1" noChangeArrowheads="1" noChangeShapeType="1" noTextEdit="1"/>
              </p:cNvSpPr>
              <p:nvPr/>
            </p:nvSpPr>
            <p:spPr>
              <a:xfrm>
                <a:off x="1794710" y="4728371"/>
                <a:ext cx="649345" cy="358496"/>
              </a:xfrm>
              <a:prstGeom prst="rect">
                <a:avLst/>
              </a:prstGeom>
              <a:blipFill>
                <a:blip r:embed="rId4"/>
                <a:stretch>
                  <a:fillRect t="-3448" r="-5607" b="-17241"/>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3ED69288-C8CF-4255-8F70-332C246BF557}"/>
                  </a:ext>
                </a:extLst>
              </p:cNvPr>
              <p:cNvSpPr txBox="1"/>
              <p:nvPr/>
            </p:nvSpPr>
            <p:spPr>
              <a:xfrm>
                <a:off x="3078079" y="4736002"/>
                <a:ext cx="649345" cy="3584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AU" sz="1400" i="1" smtClean="0">
                              <a:latin typeface="Cambria Math" panose="02040503050406030204" pitchFamily="18" charset="0"/>
                            </a:rPr>
                          </m:ctrlPr>
                        </m:dPr>
                        <m:e>
                          <m:m>
                            <m:mPr>
                              <m:mcs>
                                <m:mc>
                                  <m:mcPr>
                                    <m:count m:val="1"/>
                                    <m:mcJc m:val="center"/>
                                  </m:mcPr>
                                </m:mc>
                              </m:mcs>
                              <m:ctrlPr>
                                <a:rPr lang="en-AU" sz="1400" i="1" smtClean="0">
                                  <a:latin typeface="Cambria Math" panose="02040503050406030204" pitchFamily="18" charset="0"/>
                                </a:rPr>
                              </m:ctrlPr>
                            </m:mPr>
                            <m:mr>
                              <m:e>
                                <m:r>
                                  <a:rPr lang="en-AU" sz="1400" b="0" i="1" smtClean="0">
                                    <a:latin typeface="Cambria Math" panose="02040503050406030204" pitchFamily="18" charset="0"/>
                                  </a:rPr>
                                  <m:t>4</m:t>
                                </m:r>
                              </m:e>
                            </m:mr>
                            <m:mr>
                              <m:e>
                                <m:r>
                                  <a:rPr lang="en-AU" sz="1400" b="0" i="1" smtClean="0">
                                    <a:latin typeface="Cambria Math" panose="02040503050406030204" pitchFamily="18" charset="0"/>
                                  </a:rPr>
                                  <m:t>2</m:t>
                                </m:r>
                              </m:e>
                            </m:mr>
                          </m:m>
                        </m:e>
                      </m:d>
                      <m:r>
                        <a:rPr lang="en-AU" sz="1400" b="0" i="1" smtClean="0">
                          <a:latin typeface="Cambria Math" panose="02040503050406030204" pitchFamily="18" charset="0"/>
                        </a:rPr>
                        <m:t>=6</m:t>
                      </m:r>
                    </m:oMath>
                  </m:oMathPara>
                </a14:m>
                <a:endParaRPr lang="en-AU" sz="1400" dirty="0"/>
              </a:p>
            </p:txBody>
          </p:sp>
        </mc:Choice>
        <mc:Fallback xmlns="">
          <p:sp>
            <p:nvSpPr>
              <p:cNvPr id="49" name="TextBox 48">
                <a:extLst>
                  <a:ext uri="{FF2B5EF4-FFF2-40B4-BE49-F238E27FC236}">
                    <a16:creationId xmlns:a16="http://schemas.microsoft.com/office/drawing/2014/main" id="{3ED69288-C8CF-4255-8F70-332C246BF557}"/>
                  </a:ext>
                </a:extLst>
              </p:cNvPr>
              <p:cNvSpPr txBox="1">
                <a:spLocks noRot="1" noChangeAspect="1" noMove="1" noResize="1" noEditPoints="1" noAdjustHandles="1" noChangeArrowheads="1" noChangeShapeType="1" noTextEdit="1"/>
              </p:cNvSpPr>
              <p:nvPr/>
            </p:nvSpPr>
            <p:spPr>
              <a:xfrm>
                <a:off x="3078079" y="4736002"/>
                <a:ext cx="649345" cy="358496"/>
              </a:xfrm>
              <a:prstGeom prst="rect">
                <a:avLst/>
              </a:prstGeom>
              <a:blipFill>
                <a:blip r:embed="rId5"/>
                <a:stretch>
                  <a:fillRect t="-1695" r="-6604" b="-15254"/>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89727FB9-9ADD-4391-94C1-534C8B766A59}"/>
                  </a:ext>
                </a:extLst>
              </p:cNvPr>
              <p:cNvSpPr txBox="1"/>
              <p:nvPr/>
            </p:nvSpPr>
            <p:spPr>
              <a:xfrm>
                <a:off x="4353607" y="4713460"/>
                <a:ext cx="649345" cy="3584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AU" sz="1400" i="1" smtClean="0">
                              <a:latin typeface="Cambria Math" panose="02040503050406030204" pitchFamily="18" charset="0"/>
                            </a:rPr>
                          </m:ctrlPr>
                        </m:dPr>
                        <m:e>
                          <m:m>
                            <m:mPr>
                              <m:mcs>
                                <m:mc>
                                  <m:mcPr>
                                    <m:count m:val="1"/>
                                    <m:mcJc m:val="center"/>
                                  </m:mcPr>
                                </m:mc>
                              </m:mcs>
                              <m:ctrlPr>
                                <a:rPr lang="en-AU" sz="1400" i="1" smtClean="0">
                                  <a:latin typeface="Cambria Math" panose="02040503050406030204" pitchFamily="18" charset="0"/>
                                </a:rPr>
                              </m:ctrlPr>
                            </m:mPr>
                            <m:mr>
                              <m:e>
                                <m:r>
                                  <a:rPr lang="en-AU" sz="1400" b="0" i="1" smtClean="0">
                                    <a:latin typeface="Cambria Math" panose="02040503050406030204" pitchFamily="18" charset="0"/>
                                  </a:rPr>
                                  <m:t>4</m:t>
                                </m:r>
                              </m:e>
                            </m:mr>
                            <m:mr>
                              <m:e>
                                <m:r>
                                  <a:rPr lang="en-AU" sz="1400" b="0" i="1" smtClean="0">
                                    <a:latin typeface="Cambria Math" panose="02040503050406030204" pitchFamily="18" charset="0"/>
                                  </a:rPr>
                                  <m:t>3</m:t>
                                </m:r>
                              </m:e>
                            </m:mr>
                          </m:m>
                        </m:e>
                      </m:d>
                      <m:r>
                        <a:rPr lang="en-AU" sz="1400" b="0" i="1" smtClean="0">
                          <a:latin typeface="Cambria Math" panose="02040503050406030204" pitchFamily="18" charset="0"/>
                        </a:rPr>
                        <m:t>=4</m:t>
                      </m:r>
                    </m:oMath>
                  </m:oMathPara>
                </a14:m>
                <a:endParaRPr lang="en-AU" sz="1400" dirty="0"/>
              </a:p>
            </p:txBody>
          </p:sp>
        </mc:Choice>
        <mc:Fallback xmlns="">
          <p:sp>
            <p:nvSpPr>
              <p:cNvPr id="27" name="TextBox 26">
                <a:extLst>
                  <a:ext uri="{FF2B5EF4-FFF2-40B4-BE49-F238E27FC236}">
                    <a16:creationId xmlns:a16="http://schemas.microsoft.com/office/drawing/2014/main" id="{89727FB9-9ADD-4391-94C1-534C8B766A59}"/>
                  </a:ext>
                </a:extLst>
              </p:cNvPr>
              <p:cNvSpPr txBox="1">
                <a:spLocks noRot="1" noChangeAspect="1" noMove="1" noResize="1" noEditPoints="1" noAdjustHandles="1" noChangeArrowheads="1" noChangeShapeType="1" noTextEdit="1"/>
              </p:cNvSpPr>
              <p:nvPr/>
            </p:nvSpPr>
            <p:spPr>
              <a:xfrm>
                <a:off x="4353607" y="4713460"/>
                <a:ext cx="649345" cy="358496"/>
              </a:xfrm>
              <a:prstGeom prst="rect">
                <a:avLst/>
              </a:prstGeom>
              <a:blipFill>
                <a:blip r:embed="rId6"/>
                <a:stretch>
                  <a:fillRect r="-5607" b="-15254"/>
                </a:stretch>
              </a:blipFill>
            </p:spPr>
            <p:txBody>
              <a:bodyPr/>
              <a:lstStyle/>
              <a:p>
                <a:r>
                  <a:rPr lang="en-AU">
                    <a:noFill/>
                  </a:rPr>
                  <a:t> </a:t>
                </a:r>
              </a:p>
            </p:txBody>
          </p:sp>
        </mc:Fallback>
      </mc:AlternateContent>
      <p:sp>
        <p:nvSpPr>
          <p:cNvPr id="3" name="Rectangle 2">
            <a:extLst>
              <a:ext uri="{FF2B5EF4-FFF2-40B4-BE49-F238E27FC236}">
                <a16:creationId xmlns:a16="http://schemas.microsoft.com/office/drawing/2014/main" id="{058EA3D5-52B3-4C92-B44A-C5AB2D51D14D}"/>
              </a:ext>
            </a:extLst>
          </p:cNvPr>
          <p:cNvSpPr/>
          <p:nvPr/>
        </p:nvSpPr>
        <p:spPr>
          <a:xfrm>
            <a:off x="1662182" y="4236536"/>
            <a:ext cx="914400" cy="3023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latin typeface="Agency FB" panose="020B0503020202020204" pitchFamily="34" charset="0"/>
              </a:rPr>
              <a:t>TTTH</a:t>
            </a:r>
          </a:p>
        </p:txBody>
      </p:sp>
      <p:sp>
        <p:nvSpPr>
          <p:cNvPr id="53" name="Rectangle 52">
            <a:extLst>
              <a:ext uri="{FF2B5EF4-FFF2-40B4-BE49-F238E27FC236}">
                <a16:creationId xmlns:a16="http://schemas.microsoft.com/office/drawing/2014/main" id="{8E653305-C424-4248-893E-1D496002CCCF}"/>
              </a:ext>
            </a:extLst>
          </p:cNvPr>
          <p:cNvSpPr/>
          <p:nvPr/>
        </p:nvSpPr>
        <p:spPr>
          <a:xfrm>
            <a:off x="1662182" y="3934165"/>
            <a:ext cx="914400" cy="3023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latin typeface="Agency FB" panose="020B0503020202020204" pitchFamily="34" charset="0"/>
              </a:rPr>
              <a:t>TTHT</a:t>
            </a:r>
          </a:p>
        </p:txBody>
      </p:sp>
      <p:sp>
        <p:nvSpPr>
          <p:cNvPr id="54" name="Rectangle 53">
            <a:extLst>
              <a:ext uri="{FF2B5EF4-FFF2-40B4-BE49-F238E27FC236}">
                <a16:creationId xmlns:a16="http://schemas.microsoft.com/office/drawing/2014/main" id="{439E1C3B-2C8E-4E9B-90B1-97D502366FFB}"/>
              </a:ext>
            </a:extLst>
          </p:cNvPr>
          <p:cNvSpPr/>
          <p:nvPr/>
        </p:nvSpPr>
        <p:spPr>
          <a:xfrm>
            <a:off x="1662182" y="3631794"/>
            <a:ext cx="914400" cy="3023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latin typeface="Agency FB" panose="020B0503020202020204" pitchFamily="34" charset="0"/>
              </a:rPr>
              <a:t>THTT</a:t>
            </a:r>
          </a:p>
        </p:txBody>
      </p:sp>
      <p:sp>
        <p:nvSpPr>
          <p:cNvPr id="55" name="Rectangle 54">
            <a:extLst>
              <a:ext uri="{FF2B5EF4-FFF2-40B4-BE49-F238E27FC236}">
                <a16:creationId xmlns:a16="http://schemas.microsoft.com/office/drawing/2014/main" id="{1A50C98D-DED5-412F-8D0D-44503115A39B}"/>
              </a:ext>
            </a:extLst>
          </p:cNvPr>
          <p:cNvSpPr/>
          <p:nvPr/>
        </p:nvSpPr>
        <p:spPr>
          <a:xfrm>
            <a:off x="2894106" y="4236536"/>
            <a:ext cx="914400" cy="3023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latin typeface="Agency FB" panose="020B0503020202020204" pitchFamily="34" charset="0"/>
              </a:rPr>
              <a:t>TTHH</a:t>
            </a:r>
          </a:p>
        </p:txBody>
      </p:sp>
      <p:sp>
        <p:nvSpPr>
          <p:cNvPr id="56" name="Rectangle 55">
            <a:extLst>
              <a:ext uri="{FF2B5EF4-FFF2-40B4-BE49-F238E27FC236}">
                <a16:creationId xmlns:a16="http://schemas.microsoft.com/office/drawing/2014/main" id="{8B7401CE-1286-4FE4-928C-DACCFBEBEDB0}"/>
              </a:ext>
            </a:extLst>
          </p:cNvPr>
          <p:cNvSpPr/>
          <p:nvPr/>
        </p:nvSpPr>
        <p:spPr>
          <a:xfrm>
            <a:off x="2894106" y="3934165"/>
            <a:ext cx="914400" cy="3023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latin typeface="Agency FB" panose="020B0503020202020204" pitchFamily="34" charset="0"/>
              </a:rPr>
              <a:t>THTH</a:t>
            </a:r>
          </a:p>
        </p:txBody>
      </p:sp>
      <p:sp>
        <p:nvSpPr>
          <p:cNvPr id="57" name="Rectangle 56">
            <a:extLst>
              <a:ext uri="{FF2B5EF4-FFF2-40B4-BE49-F238E27FC236}">
                <a16:creationId xmlns:a16="http://schemas.microsoft.com/office/drawing/2014/main" id="{B60882D0-32E2-4A3B-B1B7-0B4E2C5EF917}"/>
              </a:ext>
            </a:extLst>
          </p:cNvPr>
          <p:cNvSpPr/>
          <p:nvPr/>
        </p:nvSpPr>
        <p:spPr>
          <a:xfrm>
            <a:off x="2894106" y="3631794"/>
            <a:ext cx="914400" cy="3023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latin typeface="Agency FB" panose="020B0503020202020204" pitchFamily="34" charset="0"/>
              </a:rPr>
              <a:t>THHT</a:t>
            </a:r>
          </a:p>
        </p:txBody>
      </p:sp>
      <p:sp>
        <p:nvSpPr>
          <p:cNvPr id="58" name="Rectangle 57">
            <a:extLst>
              <a:ext uri="{FF2B5EF4-FFF2-40B4-BE49-F238E27FC236}">
                <a16:creationId xmlns:a16="http://schemas.microsoft.com/office/drawing/2014/main" id="{B0F0356B-65B6-496A-8DCD-6B04146D365C}"/>
              </a:ext>
            </a:extLst>
          </p:cNvPr>
          <p:cNvSpPr/>
          <p:nvPr/>
        </p:nvSpPr>
        <p:spPr>
          <a:xfrm>
            <a:off x="4126030" y="4236536"/>
            <a:ext cx="914400" cy="3023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latin typeface="Agency FB" panose="020B0503020202020204" pitchFamily="34" charset="0"/>
              </a:rPr>
              <a:t>THHH</a:t>
            </a: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988A6177-8D73-407E-9F3B-116DCCA0DC1B}"/>
                  </a:ext>
                </a:extLst>
              </p:cNvPr>
              <p:cNvSpPr txBox="1"/>
              <p:nvPr/>
            </p:nvSpPr>
            <p:spPr>
              <a:xfrm>
                <a:off x="5618786" y="4728371"/>
                <a:ext cx="649345" cy="3584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AU" sz="1400" i="1" smtClean="0">
                              <a:latin typeface="Cambria Math" panose="02040503050406030204" pitchFamily="18" charset="0"/>
                            </a:rPr>
                          </m:ctrlPr>
                        </m:dPr>
                        <m:e>
                          <m:m>
                            <m:mPr>
                              <m:mcs>
                                <m:mc>
                                  <m:mcPr>
                                    <m:count m:val="1"/>
                                    <m:mcJc m:val="center"/>
                                  </m:mcPr>
                                </m:mc>
                              </m:mcs>
                              <m:ctrlPr>
                                <a:rPr lang="en-AU" sz="1400" i="1" smtClean="0">
                                  <a:latin typeface="Cambria Math" panose="02040503050406030204" pitchFamily="18" charset="0"/>
                                </a:rPr>
                              </m:ctrlPr>
                            </m:mPr>
                            <m:mr>
                              <m:e>
                                <m:r>
                                  <a:rPr lang="en-AU" sz="1400" b="0" i="1" smtClean="0">
                                    <a:latin typeface="Cambria Math" panose="02040503050406030204" pitchFamily="18" charset="0"/>
                                  </a:rPr>
                                  <m:t>4</m:t>
                                </m:r>
                              </m:e>
                            </m:mr>
                            <m:mr>
                              <m:e>
                                <m:r>
                                  <a:rPr lang="en-AU" sz="1400" b="0" i="1" smtClean="0">
                                    <a:latin typeface="Cambria Math" panose="02040503050406030204" pitchFamily="18" charset="0"/>
                                  </a:rPr>
                                  <m:t>4</m:t>
                                </m:r>
                              </m:e>
                            </m:mr>
                          </m:m>
                        </m:e>
                      </m:d>
                      <m:r>
                        <a:rPr lang="en-AU" sz="1400" b="0" i="1" smtClean="0">
                          <a:latin typeface="Cambria Math" panose="02040503050406030204" pitchFamily="18" charset="0"/>
                        </a:rPr>
                        <m:t>=1</m:t>
                      </m:r>
                    </m:oMath>
                  </m:oMathPara>
                </a14:m>
                <a:endParaRPr lang="en-AU" sz="1400" dirty="0"/>
              </a:p>
            </p:txBody>
          </p:sp>
        </mc:Choice>
        <mc:Fallback xmlns="">
          <p:sp>
            <p:nvSpPr>
              <p:cNvPr id="45" name="TextBox 44">
                <a:extLst>
                  <a:ext uri="{FF2B5EF4-FFF2-40B4-BE49-F238E27FC236}">
                    <a16:creationId xmlns:a16="http://schemas.microsoft.com/office/drawing/2014/main" id="{988A6177-8D73-407E-9F3B-116DCCA0DC1B}"/>
                  </a:ext>
                </a:extLst>
              </p:cNvPr>
              <p:cNvSpPr txBox="1">
                <a:spLocks noRot="1" noChangeAspect="1" noMove="1" noResize="1" noEditPoints="1" noAdjustHandles="1" noChangeArrowheads="1" noChangeShapeType="1" noTextEdit="1"/>
              </p:cNvSpPr>
              <p:nvPr/>
            </p:nvSpPr>
            <p:spPr>
              <a:xfrm>
                <a:off x="5618786" y="4728371"/>
                <a:ext cx="649345" cy="358496"/>
              </a:xfrm>
              <a:prstGeom prst="rect">
                <a:avLst/>
              </a:prstGeom>
              <a:blipFill>
                <a:blip r:embed="rId7"/>
                <a:stretch>
                  <a:fillRect t="-3448" r="-6604" b="-17241"/>
                </a:stretch>
              </a:blipFill>
            </p:spPr>
            <p:txBody>
              <a:bodyPr/>
              <a:lstStyle/>
              <a:p>
                <a:r>
                  <a:rPr lang="en-AU">
                    <a:noFill/>
                  </a:rPr>
                  <a:t> </a:t>
                </a:r>
              </a:p>
            </p:txBody>
          </p:sp>
        </mc:Fallback>
      </mc:AlternateContent>
      <p:sp>
        <p:nvSpPr>
          <p:cNvPr id="46" name="Rectangle 45">
            <a:extLst>
              <a:ext uri="{FF2B5EF4-FFF2-40B4-BE49-F238E27FC236}">
                <a16:creationId xmlns:a16="http://schemas.microsoft.com/office/drawing/2014/main" id="{B4A5A083-D2F0-4D32-AFD5-E58F4C8A97CC}"/>
              </a:ext>
            </a:extLst>
          </p:cNvPr>
          <p:cNvSpPr/>
          <p:nvPr/>
        </p:nvSpPr>
        <p:spPr>
          <a:xfrm>
            <a:off x="1662182" y="3328334"/>
            <a:ext cx="914400" cy="3023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latin typeface="Agency FB" panose="020B0503020202020204" pitchFamily="34" charset="0"/>
              </a:rPr>
              <a:t>HTTT</a:t>
            </a:r>
          </a:p>
        </p:txBody>
      </p:sp>
      <p:sp>
        <p:nvSpPr>
          <p:cNvPr id="47" name="Rectangle 46">
            <a:extLst>
              <a:ext uri="{FF2B5EF4-FFF2-40B4-BE49-F238E27FC236}">
                <a16:creationId xmlns:a16="http://schemas.microsoft.com/office/drawing/2014/main" id="{732CC3DD-BF54-41F8-8726-6CBFED4C655D}"/>
              </a:ext>
            </a:extLst>
          </p:cNvPr>
          <p:cNvSpPr/>
          <p:nvPr/>
        </p:nvSpPr>
        <p:spPr>
          <a:xfrm>
            <a:off x="2894106" y="3328333"/>
            <a:ext cx="914400" cy="3023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latin typeface="Agency FB" panose="020B0503020202020204" pitchFamily="34" charset="0"/>
              </a:rPr>
              <a:t>HTTH</a:t>
            </a:r>
          </a:p>
        </p:txBody>
      </p:sp>
      <p:sp>
        <p:nvSpPr>
          <p:cNvPr id="50" name="Rectangle 49">
            <a:extLst>
              <a:ext uri="{FF2B5EF4-FFF2-40B4-BE49-F238E27FC236}">
                <a16:creationId xmlns:a16="http://schemas.microsoft.com/office/drawing/2014/main" id="{CC68A6EF-9F15-4412-8FCF-744C05F5E229}"/>
              </a:ext>
            </a:extLst>
          </p:cNvPr>
          <p:cNvSpPr/>
          <p:nvPr/>
        </p:nvSpPr>
        <p:spPr>
          <a:xfrm>
            <a:off x="2894106" y="3029290"/>
            <a:ext cx="914400" cy="3023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latin typeface="Agency FB" panose="020B0503020202020204" pitchFamily="34" charset="0"/>
              </a:rPr>
              <a:t>HTHT</a:t>
            </a:r>
          </a:p>
        </p:txBody>
      </p:sp>
      <p:sp>
        <p:nvSpPr>
          <p:cNvPr id="51" name="Rectangle 50">
            <a:extLst>
              <a:ext uri="{FF2B5EF4-FFF2-40B4-BE49-F238E27FC236}">
                <a16:creationId xmlns:a16="http://schemas.microsoft.com/office/drawing/2014/main" id="{0631E901-4EB7-4463-AC34-781C707CE7E6}"/>
              </a:ext>
            </a:extLst>
          </p:cNvPr>
          <p:cNvSpPr/>
          <p:nvPr/>
        </p:nvSpPr>
        <p:spPr>
          <a:xfrm>
            <a:off x="2894106" y="2724036"/>
            <a:ext cx="914400" cy="3023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latin typeface="Agency FB" panose="020B0503020202020204" pitchFamily="34" charset="0"/>
              </a:rPr>
              <a:t>HHTT</a:t>
            </a:r>
          </a:p>
        </p:txBody>
      </p:sp>
      <p:sp>
        <p:nvSpPr>
          <p:cNvPr id="59" name="Rectangle 58">
            <a:extLst>
              <a:ext uri="{FF2B5EF4-FFF2-40B4-BE49-F238E27FC236}">
                <a16:creationId xmlns:a16="http://schemas.microsoft.com/office/drawing/2014/main" id="{A7B360FB-E78E-4B7E-A0F8-B7491F266E84}"/>
              </a:ext>
            </a:extLst>
          </p:cNvPr>
          <p:cNvSpPr/>
          <p:nvPr/>
        </p:nvSpPr>
        <p:spPr>
          <a:xfrm>
            <a:off x="4125677" y="3936313"/>
            <a:ext cx="914400" cy="3023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latin typeface="Agency FB" panose="020B0503020202020204" pitchFamily="34" charset="0"/>
              </a:rPr>
              <a:t>HTHH</a:t>
            </a:r>
          </a:p>
        </p:txBody>
      </p:sp>
      <p:sp>
        <p:nvSpPr>
          <p:cNvPr id="60" name="Rectangle 59">
            <a:extLst>
              <a:ext uri="{FF2B5EF4-FFF2-40B4-BE49-F238E27FC236}">
                <a16:creationId xmlns:a16="http://schemas.microsoft.com/office/drawing/2014/main" id="{695D659B-4E20-486A-8BAE-B4ACF709F82D}"/>
              </a:ext>
            </a:extLst>
          </p:cNvPr>
          <p:cNvSpPr/>
          <p:nvPr/>
        </p:nvSpPr>
        <p:spPr>
          <a:xfrm>
            <a:off x="4125677" y="3633942"/>
            <a:ext cx="914400" cy="3023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latin typeface="Agency FB" panose="020B0503020202020204" pitchFamily="34" charset="0"/>
              </a:rPr>
              <a:t>HHTH</a:t>
            </a:r>
          </a:p>
        </p:txBody>
      </p:sp>
      <p:sp>
        <p:nvSpPr>
          <p:cNvPr id="61" name="Rectangle 60">
            <a:extLst>
              <a:ext uri="{FF2B5EF4-FFF2-40B4-BE49-F238E27FC236}">
                <a16:creationId xmlns:a16="http://schemas.microsoft.com/office/drawing/2014/main" id="{A20F1488-1C64-43BE-922A-BD2E924D74B9}"/>
              </a:ext>
            </a:extLst>
          </p:cNvPr>
          <p:cNvSpPr/>
          <p:nvPr/>
        </p:nvSpPr>
        <p:spPr>
          <a:xfrm>
            <a:off x="4125677" y="3330482"/>
            <a:ext cx="914400" cy="3023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latin typeface="Agency FB" panose="020B0503020202020204" pitchFamily="34" charset="0"/>
              </a:rPr>
              <a:t>HHHT</a:t>
            </a:r>
          </a:p>
        </p:txBody>
      </p:sp>
      <p:sp>
        <p:nvSpPr>
          <p:cNvPr id="62" name="Rectangle 61">
            <a:extLst>
              <a:ext uri="{FF2B5EF4-FFF2-40B4-BE49-F238E27FC236}">
                <a16:creationId xmlns:a16="http://schemas.microsoft.com/office/drawing/2014/main" id="{C6DD2A0D-9A86-41D4-AC5C-A4F72D772AD0}"/>
              </a:ext>
            </a:extLst>
          </p:cNvPr>
          <p:cNvSpPr/>
          <p:nvPr/>
        </p:nvSpPr>
        <p:spPr>
          <a:xfrm>
            <a:off x="5385314" y="4237664"/>
            <a:ext cx="914400" cy="3023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latin typeface="Agency FB" panose="020B0503020202020204" pitchFamily="34" charset="0"/>
              </a:rPr>
              <a:t>HHHH</a:t>
            </a:r>
          </a:p>
        </p:txBody>
      </p:sp>
      <p:sp>
        <p:nvSpPr>
          <p:cNvPr id="63" name="Rectangle 62">
            <a:extLst>
              <a:ext uri="{FF2B5EF4-FFF2-40B4-BE49-F238E27FC236}">
                <a16:creationId xmlns:a16="http://schemas.microsoft.com/office/drawing/2014/main" id="{2116A44D-09C4-44D0-8706-12387E727CD2}"/>
              </a:ext>
            </a:extLst>
          </p:cNvPr>
          <p:cNvSpPr/>
          <p:nvPr/>
        </p:nvSpPr>
        <p:spPr>
          <a:xfrm>
            <a:off x="416578" y="4236536"/>
            <a:ext cx="914400" cy="3023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latin typeface="Agency FB" panose="020B0503020202020204" pitchFamily="34" charset="0"/>
              </a:rPr>
              <a:t>TTTT</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F253D37-C840-4E11-9DD5-EA144FB48274}"/>
                  </a:ext>
                </a:extLst>
              </p:cNvPr>
              <p:cNvSpPr txBox="1"/>
              <p:nvPr/>
            </p:nvSpPr>
            <p:spPr>
              <a:xfrm>
                <a:off x="710004" y="5325035"/>
                <a:ext cx="4744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1400" b="0" i="1" smtClean="0">
                          <a:solidFill>
                            <a:srgbClr val="FF0000"/>
                          </a:solidFill>
                          <a:latin typeface="Cambria Math" panose="02040503050406030204" pitchFamily="18" charset="0"/>
                        </a:rPr>
                        <m:t>.0625</m:t>
                      </m:r>
                    </m:oMath>
                  </m:oMathPara>
                </a14:m>
                <a:endParaRPr lang="en-AU" sz="1400" dirty="0">
                  <a:solidFill>
                    <a:srgbClr val="FF0000"/>
                  </a:solidFill>
                </a:endParaRPr>
              </a:p>
            </p:txBody>
          </p:sp>
        </mc:Choice>
        <mc:Fallback xmlns="">
          <p:sp>
            <p:nvSpPr>
              <p:cNvPr id="4" name="TextBox 3">
                <a:extLst>
                  <a:ext uri="{FF2B5EF4-FFF2-40B4-BE49-F238E27FC236}">
                    <a16:creationId xmlns:a16="http://schemas.microsoft.com/office/drawing/2014/main" id="{DF253D37-C840-4E11-9DD5-EA144FB48274}"/>
                  </a:ext>
                </a:extLst>
              </p:cNvPr>
              <p:cNvSpPr txBox="1">
                <a:spLocks noRot="1" noChangeAspect="1" noMove="1" noResize="1" noEditPoints="1" noAdjustHandles="1" noChangeArrowheads="1" noChangeShapeType="1" noTextEdit="1"/>
              </p:cNvSpPr>
              <p:nvPr/>
            </p:nvSpPr>
            <p:spPr>
              <a:xfrm>
                <a:off x="710004" y="5325035"/>
                <a:ext cx="474489" cy="215444"/>
              </a:xfrm>
              <a:prstGeom prst="rect">
                <a:avLst/>
              </a:prstGeom>
              <a:blipFill>
                <a:blip r:embed="rId8"/>
                <a:stretch>
                  <a:fillRect r="-8974" b="-5714"/>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6251A7D0-B23F-48FE-8B45-07ED72AB4E38}"/>
                  </a:ext>
                </a:extLst>
              </p:cNvPr>
              <p:cNvSpPr txBox="1"/>
              <p:nvPr/>
            </p:nvSpPr>
            <p:spPr>
              <a:xfrm>
                <a:off x="1999912" y="5329487"/>
                <a:ext cx="4744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1400" b="0" i="1" smtClean="0">
                          <a:solidFill>
                            <a:srgbClr val="FF0000"/>
                          </a:solidFill>
                          <a:latin typeface="Cambria Math" panose="02040503050406030204" pitchFamily="18" charset="0"/>
                        </a:rPr>
                        <m:t>.2500</m:t>
                      </m:r>
                    </m:oMath>
                  </m:oMathPara>
                </a14:m>
                <a:endParaRPr lang="en-AU" sz="1400" dirty="0">
                  <a:solidFill>
                    <a:srgbClr val="FF0000"/>
                  </a:solidFill>
                </a:endParaRPr>
              </a:p>
            </p:txBody>
          </p:sp>
        </mc:Choice>
        <mc:Fallback xmlns="">
          <p:sp>
            <p:nvSpPr>
              <p:cNvPr id="52" name="TextBox 51">
                <a:extLst>
                  <a:ext uri="{FF2B5EF4-FFF2-40B4-BE49-F238E27FC236}">
                    <a16:creationId xmlns:a16="http://schemas.microsoft.com/office/drawing/2014/main" id="{6251A7D0-B23F-48FE-8B45-07ED72AB4E38}"/>
                  </a:ext>
                </a:extLst>
              </p:cNvPr>
              <p:cNvSpPr txBox="1">
                <a:spLocks noRot="1" noChangeAspect="1" noMove="1" noResize="1" noEditPoints="1" noAdjustHandles="1" noChangeArrowheads="1" noChangeShapeType="1" noTextEdit="1"/>
              </p:cNvSpPr>
              <p:nvPr/>
            </p:nvSpPr>
            <p:spPr>
              <a:xfrm>
                <a:off x="1999912" y="5329487"/>
                <a:ext cx="474489" cy="215444"/>
              </a:xfrm>
              <a:prstGeom prst="rect">
                <a:avLst/>
              </a:prstGeom>
              <a:blipFill>
                <a:blip r:embed="rId9"/>
                <a:stretch>
                  <a:fillRect r="-8974" b="-5556"/>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4C790435-74DB-40BF-B743-A7A62512478A}"/>
                  </a:ext>
                </a:extLst>
              </p:cNvPr>
              <p:cNvSpPr txBox="1"/>
              <p:nvPr/>
            </p:nvSpPr>
            <p:spPr>
              <a:xfrm>
                <a:off x="3289820" y="5333939"/>
                <a:ext cx="4744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1400" b="0" i="1" smtClean="0">
                          <a:solidFill>
                            <a:srgbClr val="FF0000"/>
                          </a:solidFill>
                          <a:latin typeface="Cambria Math" panose="02040503050406030204" pitchFamily="18" charset="0"/>
                        </a:rPr>
                        <m:t>.3750</m:t>
                      </m:r>
                    </m:oMath>
                  </m:oMathPara>
                </a14:m>
                <a:endParaRPr lang="en-AU" sz="1400" dirty="0">
                  <a:solidFill>
                    <a:srgbClr val="FF0000"/>
                  </a:solidFill>
                </a:endParaRPr>
              </a:p>
            </p:txBody>
          </p:sp>
        </mc:Choice>
        <mc:Fallback xmlns="">
          <p:sp>
            <p:nvSpPr>
              <p:cNvPr id="64" name="TextBox 63">
                <a:extLst>
                  <a:ext uri="{FF2B5EF4-FFF2-40B4-BE49-F238E27FC236}">
                    <a16:creationId xmlns:a16="http://schemas.microsoft.com/office/drawing/2014/main" id="{4C790435-74DB-40BF-B743-A7A62512478A}"/>
                  </a:ext>
                </a:extLst>
              </p:cNvPr>
              <p:cNvSpPr txBox="1">
                <a:spLocks noRot="1" noChangeAspect="1" noMove="1" noResize="1" noEditPoints="1" noAdjustHandles="1" noChangeArrowheads="1" noChangeShapeType="1" noTextEdit="1"/>
              </p:cNvSpPr>
              <p:nvPr/>
            </p:nvSpPr>
            <p:spPr>
              <a:xfrm>
                <a:off x="3289820" y="5333939"/>
                <a:ext cx="474489" cy="215444"/>
              </a:xfrm>
              <a:prstGeom prst="rect">
                <a:avLst/>
              </a:prstGeom>
              <a:blipFill>
                <a:blip r:embed="rId10"/>
                <a:stretch>
                  <a:fillRect l="-1282" r="-7692" b="-5714"/>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DCB0F741-041F-4617-ADFC-F7CE492BA772}"/>
                  </a:ext>
                </a:extLst>
              </p:cNvPr>
              <p:cNvSpPr txBox="1"/>
              <p:nvPr/>
            </p:nvSpPr>
            <p:spPr>
              <a:xfrm>
                <a:off x="4579728" y="5338391"/>
                <a:ext cx="4744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1400" b="0" i="1" smtClean="0">
                          <a:solidFill>
                            <a:srgbClr val="FF0000"/>
                          </a:solidFill>
                          <a:latin typeface="Cambria Math" panose="02040503050406030204" pitchFamily="18" charset="0"/>
                        </a:rPr>
                        <m:t>.2500</m:t>
                      </m:r>
                    </m:oMath>
                  </m:oMathPara>
                </a14:m>
                <a:endParaRPr lang="en-AU" sz="1400" dirty="0">
                  <a:solidFill>
                    <a:srgbClr val="FF0000"/>
                  </a:solidFill>
                </a:endParaRPr>
              </a:p>
            </p:txBody>
          </p:sp>
        </mc:Choice>
        <mc:Fallback xmlns="">
          <p:sp>
            <p:nvSpPr>
              <p:cNvPr id="65" name="TextBox 64">
                <a:extLst>
                  <a:ext uri="{FF2B5EF4-FFF2-40B4-BE49-F238E27FC236}">
                    <a16:creationId xmlns:a16="http://schemas.microsoft.com/office/drawing/2014/main" id="{DCB0F741-041F-4617-ADFC-F7CE492BA772}"/>
                  </a:ext>
                </a:extLst>
              </p:cNvPr>
              <p:cNvSpPr txBox="1">
                <a:spLocks noRot="1" noChangeAspect="1" noMove="1" noResize="1" noEditPoints="1" noAdjustHandles="1" noChangeArrowheads="1" noChangeShapeType="1" noTextEdit="1"/>
              </p:cNvSpPr>
              <p:nvPr/>
            </p:nvSpPr>
            <p:spPr>
              <a:xfrm>
                <a:off x="4579728" y="5338391"/>
                <a:ext cx="474489" cy="215444"/>
              </a:xfrm>
              <a:prstGeom prst="rect">
                <a:avLst/>
              </a:prstGeom>
              <a:blipFill>
                <a:blip r:embed="rId11"/>
                <a:stretch>
                  <a:fillRect r="-8974" b="-5714"/>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047ED9A4-08D0-4309-841D-978DC18ADD9D}"/>
                  </a:ext>
                </a:extLst>
              </p:cNvPr>
              <p:cNvSpPr txBox="1"/>
              <p:nvPr/>
            </p:nvSpPr>
            <p:spPr>
              <a:xfrm>
                <a:off x="5869636" y="5342843"/>
                <a:ext cx="4744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1400" b="0" i="1" smtClean="0">
                          <a:solidFill>
                            <a:srgbClr val="FF0000"/>
                          </a:solidFill>
                          <a:latin typeface="Cambria Math" panose="02040503050406030204" pitchFamily="18" charset="0"/>
                        </a:rPr>
                        <m:t>.0625</m:t>
                      </m:r>
                    </m:oMath>
                  </m:oMathPara>
                </a14:m>
                <a:endParaRPr lang="en-AU" sz="1400" dirty="0">
                  <a:solidFill>
                    <a:srgbClr val="FF0000"/>
                  </a:solidFill>
                </a:endParaRPr>
              </a:p>
            </p:txBody>
          </p:sp>
        </mc:Choice>
        <mc:Fallback xmlns="">
          <p:sp>
            <p:nvSpPr>
              <p:cNvPr id="66" name="TextBox 65">
                <a:extLst>
                  <a:ext uri="{FF2B5EF4-FFF2-40B4-BE49-F238E27FC236}">
                    <a16:creationId xmlns:a16="http://schemas.microsoft.com/office/drawing/2014/main" id="{047ED9A4-08D0-4309-841D-978DC18ADD9D}"/>
                  </a:ext>
                </a:extLst>
              </p:cNvPr>
              <p:cNvSpPr txBox="1">
                <a:spLocks noRot="1" noChangeAspect="1" noMove="1" noResize="1" noEditPoints="1" noAdjustHandles="1" noChangeArrowheads="1" noChangeShapeType="1" noTextEdit="1"/>
              </p:cNvSpPr>
              <p:nvPr/>
            </p:nvSpPr>
            <p:spPr>
              <a:xfrm>
                <a:off x="5869636" y="5342843"/>
                <a:ext cx="474489" cy="215444"/>
              </a:xfrm>
              <a:prstGeom prst="rect">
                <a:avLst/>
              </a:prstGeom>
              <a:blipFill>
                <a:blip r:embed="rId12"/>
                <a:stretch>
                  <a:fillRect l="-1282" r="-7692" b="-5556"/>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E925A65-B315-4578-B60A-DF240C1ECE5F}"/>
                  </a:ext>
                </a:extLst>
              </p:cNvPr>
              <p:cNvSpPr txBox="1"/>
              <p:nvPr/>
            </p:nvSpPr>
            <p:spPr>
              <a:xfrm>
                <a:off x="7198841" y="1528296"/>
                <a:ext cx="3173241" cy="4145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𝑃</m:t>
                      </m:r>
                      <m:d>
                        <m:dPr>
                          <m:ctrlPr>
                            <a:rPr lang="en-AU" b="0" i="1" smtClean="0">
                              <a:latin typeface="Cambria Math" panose="02040503050406030204" pitchFamily="18" charset="0"/>
                            </a:rPr>
                          </m:ctrlPr>
                        </m:dPr>
                        <m:e>
                          <m:r>
                            <a:rPr lang="en-AU" b="0" i="1" smtClean="0">
                              <a:latin typeface="Cambria Math" panose="02040503050406030204" pitchFamily="18" charset="0"/>
                            </a:rPr>
                            <m:t>𝑘</m:t>
                          </m:r>
                          <m:r>
                            <a:rPr lang="en-AU" b="0" i="1" smtClean="0">
                              <a:latin typeface="Cambria Math" panose="02040503050406030204" pitchFamily="18" charset="0"/>
                            </a:rPr>
                            <m:t> </m:t>
                          </m:r>
                          <m:r>
                            <m:rPr>
                              <m:sty m:val="p"/>
                            </m:rPr>
                            <a:rPr lang="en-AU" b="0" i="0" smtClean="0">
                              <a:latin typeface="Cambria Math" panose="02040503050406030204" pitchFamily="18" charset="0"/>
                            </a:rPr>
                            <m:t>heads</m:t>
                          </m:r>
                        </m:e>
                      </m:d>
                      <m:r>
                        <a:rPr lang="en-AU" b="0" i="1" smtClean="0">
                          <a:latin typeface="Cambria Math" panose="02040503050406030204" pitchFamily="18" charset="0"/>
                        </a:rPr>
                        <m:t>=</m:t>
                      </m:r>
                      <m:d>
                        <m:dPr>
                          <m:ctrlPr>
                            <a:rPr lang="en-AU" b="0" i="1" smtClean="0">
                              <a:latin typeface="Cambria Math" panose="02040503050406030204" pitchFamily="18" charset="0"/>
                            </a:rPr>
                          </m:ctrlPr>
                        </m:dPr>
                        <m:e>
                          <m:m>
                            <m:mPr>
                              <m:mcs>
                                <m:mc>
                                  <m:mcPr>
                                    <m:count m:val="1"/>
                                    <m:mcJc m:val="center"/>
                                  </m:mcPr>
                                </m:mc>
                              </m:mcs>
                              <m:ctrlPr>
                                <a:rPr lang="en-AU" b="0" i="1" smtClean="0">
                                  <a:latin typeface="Cambria Math" panose="02040503050406030204" pitchFamily="18" charset="0"/>
                                </a:rPr>
                              </m:ctrlPr>
                            </m:mPr>
                            <m:mr>
                              <m:e>
                                <m:r>
                                  <m:rPr>
                                    <m:sty m:val="p"/>
                                    <m:brk m:alnAt="7"/>
                                  </m:rPr>
                                  <a:rPr lang="en-AU" b="0" i="0" smtClean="0">
                                    <a:latin typeface="Cambria Math" panose="02040503050406030204" pitchFamily="18" charset="0"/>
                                  </a:rPr>
                                  <m:t>n</m:t>
                                </m:r>
                              </m:e>
                            </m:mr>
                            <m:mr>
                              <m:e>
                                <m:r>
                                  <m:rPr>
                                    <m:sty m:val="p"/>
                                  </m:rPr>
                                  <a:rPr lang="en-AU" b="0" i="0" smtClean="0">
                                    <a:latin typeface="Cambria Math" panose="02040503050406030204" pitchFamily="18" charset="0"/>
                                  </a:rPr>
                                  <m:t>k</m:t>
                                </m:r>
                              </m:e>
                            </m:mr>
                          </m:m>
                        </m:e>
                      </m:d>
                      <m:sSup>
                        <m:sSupPr>
                          <m:ctrlPr>
                            <a:rPr lang="en-AU" b="0" i="1" smtClean="0">
                              <a:latin typeface="Cambria Math" panose="02040503050406030204" pitchFamily="18" charset="0"/>
                            </a:rPr>
                          </m:ctrlPr>
                        </m:sSupPr>
                        <m:e>
                          <m:r>
                            <a:rPr lang="en-AU" b="0" i="1" smtClean="0">
                              <a:latin typeface="Cambria Math" panose="02040503050406030204" pitchFamily="18" charset="0"/>
                            </a:rPr>
                            <m:t>𝑝</m:t>
                          </m:r>
                        </m:e>
                        <m:sup>
                          <m:r>
                            <a:rPr lang="en-AU" b="0" i="1" smtClean="0">
                              <a:latin typeface="Cambria Math" panose="02040503050406030204" pitchFamily="18" charset="0"/>
                            </a:rPr>
                            <m:t>𝑘</m:t>
                          </m:r>
                        </m:sup>
                      </m:sSup>
                      <m:sSup>
                        <m:sSupPr>
                          <m:ctrlPr>
                            <a:rPr lang="en-AU" b="0" i="1" smtClean="0">
                              <a:latin typeface="Cambria Math" panose="02040503050406030204" pitchFamily="18" charset="0"/>
                            </a:rPr>
                          </m:ctrlPr>
                        </m:sSupPr>
                        <m:e>
                          <m:d>
                            <m:dPr>
                              <m:ctrlPr>
                                <a:rPr lang="en-AU" b="0" i="1" smtClean="0">
                                  <a:latin typeface="Cambria Math" panose="02040503050406030204" pitchFamily="18" charset="0"/>
                                </a:rPr>
                              </m:ctrlPr>
                            </m:dPr>
                            <m:e>
                              <m:r>
                                <a:rPr lang="en-AU" b="0" i="1" smtClean="0">
                                  <a:latin typeface="Cambria Math" panose="02040503050406030204" pitchFamily="18" charset="0"/>
                                </a:rPr>
                                <m:t>1−</m:t>
                              </m:r>
                              <m:r>
                                <a:rPr lang="en-AU" b="0" i="1" smtClean="0">
                                  <a:latin typeface="Cambria Math" panose="02040503050406030204" pitchFamily="18" charset="0"/>
                                </a:rPr>
                                <m:t>𝑝</m:t>
                              </m:r>
                            </m:e>
                          </m:d>
                        </m:e>
                        <m:sup>
                          <m:r>
                            <a:rPr lang="en-AU" b="0" i="1" smtClean="0">
                              <a:latin typeface="Cambria Math" panose="02040503050406030204" pitchFamily="18" charset="0"/>
                            </a:rPr>
                            <m:t>𝑛</m:t>
                          </m:r>
                          <m:r>
                            <a:rPr lang="en-AU" b="0" i="1" smtClean="0">
                              <a:latin typeface="Cambria Math" panose="02040503050406030204" pitchFamily="18" charset="0"/>
                            </a:rPr>
                            <m:t>−</m:t>
                          </m:r>
                          <m:r>
                            <a:rPr lang="en-AU" b="0" i="1" smtClean="0">
                              <a:latin typeface="Cambria Math" panose="02040503050406030204" pitchFamily="18" charset="0"/>
                            </a:rPr>
                            <m:t>𝑘</m:t>
                          </m:r>
                        </m:sup>
                      </m:sSup>
                    </m:oMath>
                  </m:oMathPara>
                </a14:m>
                <a:endParaRPr lang="en-AU" dirty="0"/>
              </a:p>
            </p:txBody>
          </p:sp>
        </mc:Choice>
        <mc:Fallback xmlns="">
          <p:sp>
            <p:nvSpPr>
              <p:cNvPr id="5" name="TextBox 4">
                <a:extLst>
                  <a:ext uri="{FF2B5EF4-FFF2-40B4-BE49-F238E27FC236}">
                    <a16:creationId xmlns:a16="http://schemas.microsoft.com/office/drawing/2014/main" id="{8E925A65-B315-4578-B60A-DF240C1ECE5F}"/>
                  </a:ext>
                </a:extLst>
              </p:cNvPr>
              <p:cNvSpPr txBox="1">
                <a:spLocks noRot="1" noChangeAspect="1" noMove="1" noResize="1" noEditPoints="1" noAdjustHandles="1" noChangeArrowheads="1" noChangeShapeType="1" noTextEdit="1"/>
              </p:cNvSpPr>
              <p:nvPr/>
            </p:nvSpPr>
            <p:spPr>
              <a:xfrm>
                <a:off x="7198841" y="1528296"/>
                <a:ext cx="3173241" cy="414537"/>
              </a:xfrm>
              <a:prstGeom prst="rect">
                <a:avLst/>
              </a:prstGeom>
              <a:blipFill>
                <a:blip r:embed="rId13"/>
                <a:stretch>
                  <a:fillRect l="-1538" t="-2941" r="-385" b="-19118"/>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E1736B7C-EDDC-4C48-AFD7-73036E1044CD}"/>
                  </a:ext>
                </a:extLst>
              </p:cNvPr>
              <p:cNvSpPr txBox="1"/>
              <p:nvPr/>
            </p:nvSpPr>
            <p:spPr>
              <a:xfrm>
                <a:off x="7198841" y="2731146"/>
                <a:ext cx="4346831" cy="4608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𝑃</m:t>
                      </m:r>
                      <m:d>
                        <m:dPr>
                          <m:ctrlPr>
                            <a:rPr lang="en-AU" b="0" i="1" smtClean="0">
                              <a:latin typeface="Cambria Math" panose="02040503050406030204" pitchFamily="18" charset="0"/>
                            </a:rPr>
                          </m:ctrlPr>
                        </m:dPr>
                        <m:e>
                          <m:r>
                            <a:rPr lang="en-AU" b="0" i="1" smtClean="0">
                              <a:latin typeface="Cambria Math" panose="02040503050406030204" pitchFamily="18" charset="0"/>
                            </a:rPr>
                            <m:t>0 </m:t>
                          </m:r>
                          <m:r>
                            <m:rPr>
                              <m:sty m:val="p"/>
                            </m:rPr>
                            <a:rPr lang="en-AU" b="0" i="0" smtClean="0">
                              <a:latin typeface="Cambria Math" panose="02040503050406030204" pitchFamily="18" charset="0"/>
                            </a:rPr>
                            <m:t>heads</m:t>
                          </m:r>
                        </m:e>
                      </m:d>
                      <m:r>
                        <a:rPr lang="en-AU" b="0" i="1" smtClean="0">
                          <a:latin typeface="Cambria Math" panose="02040503050406030204" pitchFamily="18" charset="0"/>
                        </a:rPr>
                        <m:t>=</m:t>
                      </m:r>
                      <m:d>
                        <m:dPr>
                          <m:ctrlPr>
                            <a:rPr lang="en-AU" b="0" i="1" smtClean="0">
                              <a:latin typeface="Cambria Math" panose="02040503050406030204" pitchFamily="18" charset="0"/>
                            </a:rPr>
                          </m:ctrlPr>
                        </m:dPr>
                        <m:e>
                          <m:m>
                            <m:mPr>
                              <m:mcs>
                                <m:mc>
                                  <m:mcPr>
                                    <m:count m:val="1"/>
                                    <m:mcJc m:val="center"/>
                                  </m:mcPr>
                                </m:mc>
                              </m:mcs>
                              <m:ctrlPr>
                                <a:rPr lang="en-AU" b="0" i="1" smtClean="0">
                                  <a:latin typeface="Cambria Math" panose="02040503050406030204" pitchFamily="18" charset="0"/>
                                </a:rPr>
                              </m:ctrlPr>
                            </m:mPr>
                            <m:mr>
                              <m:e>
                                <m:r>
                                  <a:rPr lang="en-AU" b="0" i="0" smtClean="0">
                                    <a:latin typeface="Cambria Math" panose="02040503050406030204" pitchFamily="18" charset="0"/>
                                  </a:rPr>
                                  <m:t>4</m:t>
                                </m:r>
                              </m:e>
                            </m:mr>
                            <m:mr>
                              <m:e>
                                <m:r>
                                  <a:rPr lang="en-AU" b="0" i="0" smtClean="0">
                                    <a:latin typeface="Cambria Math" panose="02040503050406030204" pitchFamily="18" charset="0"/>
                                  </a:rPr>
                                  <m:t>0</m:t>
                                </m:r>
                              </m:e>
                            </m:mr>
                          </m:m>
                        </m:e>
                      </m:d>
                      <m:sSup>
                        <m:sSupPr>
                          <m:ctrlPr>
                            <a:rPr lang="en-AU" b="0" i="1" smtClean="0">
                              <a:latin typeface="Cambria Math" panose="02040503050406030204" pitchFamily="18" charset="0"/>
                            </a:rPr>
                          </m:ctrlPr>
                        </m:sSupPr>
                        <m:e>
                          <m:r>
                            <a:rPr lang="en-AU" b="0" i="1" smtClean="0">
                              <a:latin typeface="Cambria Math" panose="02040503050406030204" pitchFamily="18" charset="0"/>
                            </a:rPr>
                            <m:t>0.5</m:t>
                          </m:r>
                        </m:e>
                        <m:sup>
                          <m:r>
                            <a:rPr lang="en-AU" b="0" i="1" smtClean="0">
                              <a:latin typeface="Cambria Math" panose="02040503050406030204" pitchFamily="18" charset="0"/>
                            </a:rPr>
                            <m:t>0</m:t>
                          </m:r>
                        </m:sup>
                      </m:sSup>
                      <m:sSup>
                        <m:sSupPr>
                          <m:ctrlPr>
                            <a:rPr lang="en-AU" b="0" i="1" smtClean="0">
                              <a:latin typeface="Cambria Math" panose="02040503050406030204" pitchFamily="18" charset="0"/>
                            </a:rPr>
                          </m:ctrlPr>
                        </m:sSupPr>
                        <m:e>
                          <m:d>
                            <m:dPr>
                              <m:ctrlPr>
                                <a:rPr lang="en-AU" b="0" i="1" smtClean="0">
                                  <a:latin typeface="Cambria Math" panose="02040503050406030204" pitchFamily="18" charset="0"/>
                                </a:rPr>
                              </m:ctrlPr>
                            </m:dPr>
                            <m:e>
                              <m:r>
                                <a:rPr lang="en-AU" b="0" i="1" smtClean="0">
                                  <a:latin typeface="Cambria Math" panose="02040503050406030204" pitchFamily="18" charset="0"/>
                                </a:rPr>
                                <m:t>1−0.5</m:t>
                              </m:r>
                            </m:e>
                          </m:d>
                        </m:e>
                        <m:sup>
                          <m:r>
                            <a:rPr lang="en-AU" b="0" i="1" smtClean="0">
                              <a:latin typeface="Cambria Math" panose="02040503050406030204" pitchFamily="18" charset="0"/>
                            </a:rPr>
                            <m:t>4−0</m:t>
                          </m:r>
                        </m:sup>
                      </m:sSup>
                      <m:r>
                        <a:rPr lang="en-AU" b="0" i="1" smtClean="0">
                          <a:latin typeface="Cambria Math" panose="02040503050406030204" pitchFamily="18" charset="0"/>
                        </a:rPr>
                        <m:t>=.0625</m:t>
                      </m:r>
                    </m:oMath>
                  </m:oMathPara>
                </a14:m>
                <a:endParaRPr lang="en-AU" dirty="0"/>
              </a:p>
            </p:txBody>
          </p:sp>
        </mc:Choice>
        <mc:Fallback xmlns="">
          <p:sp>
            <p:nvSpPr>
              <p:cNvPr id="67" name="TextBox 66">
                <a:extLst>
                  <a:ext uri="{FF2B5EF4-FFF2-40B4-BE49-F238E27FC236}">
                    <a16:creationId xmlns:a16="http://schemas.microsoft.com/office/drawing/2014/main" id="{E1736B7C-EDDC-4C48-AFD7-73036E1044CD}"/>
                  </a:ext>
                </a:extLst>
              </p:cNvPr>
              <p:cNvSpPr txBox="1">
                <a:spLocks noRot="1" noChangeAspect="1" noMove="1" noResize="1" noEditPoints="1" noAdjustHandles="1" noChangeArrowheads="1" noChangeShapeType="1" noTextEdit="1"/>
              </p:cNvSpPr>
              <p:nvPr/>
            </p:nvSpPr>
            <p:spPr>
              <a:xfrm>
                <a:off x="7198841" y="2731146"/>
                <a:ext cx="4346831" cy="460895"/>
              </a:xfrm>
              <a:prstGeom prst="rect">
                <a:avLst/>
              </a:prstGeom>
              <a:blipFill>
                <a:blip r:embed="rId14"/>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D1852225-95AE-45BE-81CD-C4E6B582E18D}"/>
                  </a:ext>
                </a:extLst>
              </p:cNvPr>
              <p:cNvSpPr txBox="1"/>
              <p:nvPr/>
            </p:nvSpPr>
            <p:spPr>
              <a:xfrm>
                <a:off x="7198840" y="3325803"/>
                <a:ext cx="4341894" cy="4591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𝑃</m:t>
                      </m:r>
                      <m:d>
                        <m:dPr>
                          <m:ctrlPr>
                            <a:rPr lang="en-AU" b="0" i="1" smtClean="0">
                              <a:latin typeface="Cambria Math" panose="02040503050406030204" pitchFamily="18" charset="0"/>
                            </a:rPr>
                          </m:ctrlPr>
                        </m:dPr>
                        <m:e>
                          <m:r>
                            <a:rPr lang="en-AU" b="0" i="1" smtClean="0">
                              <a:latin typeface="Cambria Math" panose="02040503050406030204" pitchFamily="18" charset="0"/>
                            </a:rPr>
                            <m:t>1 </m:t>
                          </m:r>
                          <m:r>
                            <m:rPr>
                              <m:sty m:val="p"/>
                            </m:rPr>
                            <a:rPr lang="en-AU" b="0" i="0" smtClean="0">
                              <a:latin typeface="Cambria Math" panose="02040503050406030204" pitchFamily="18" charset="0"/>
                            </a:rPr>
                            <m:t>heads</m:t>
                          </m:r>
                        </m:e>
                      </m:d>
                      <m:r>
                        <a:rPr lang="en-AU" b="0" i="1" smtClean="0">
                          <a:latin typeface="Cambria Math" panose="02040503050406030204" pitchFamily="18" charset="0"/>
                        </a:rPr>
                        <m:t>=</m:t>
                      </m:r>
                      <m:d>
                        <m:dPr>
                          <m:ctrlPr>
                            <a:rPr lang="en-AU" b="0" i="1" smtClean="0">
                              <a:latin typeface="Cambria Math" panose="02040503050406030204" pitchFamily="18" charset="0"/>
                            </a:rPr>
                          </m:ctrlPr>
                        </m:dPr>
                        <m:e>
                          <m:m>
                            <m:mPr>
                              <m:mcs>
                                <m:mc>
                                  <m:mcPr>
                                    <m:count m:val="1"/>
                                    <m:mcJc m:val="center"/>
                                  </m:mcPr>
                                </m:mc>
                              </m:mcs>
                              <m:ctrlPr>
                                <a:rPr lang="en-AU" b="0" i="1" smtClean="0">
                                  <a:latin typeface="Cambria Math" panose="02040503050406030204" pitchFamily="18" charset="0"/>
                                </a:rPr>
                              </m:ctrlPr>
                            </m:mPr>
                            <m:mr>
                              <m:e>
                                <m:r>
                                  <a:rPr lang="en-AU" b="0" i="0" smtClean="0">
                                    <a:latin typeface="Cambria Math" panose="02040503050406030204" pitchFamily="18" charset="0"/>
                                  </a:rPr>
                                  <m:t>4</m:t>
                                </m:r>
                              </m:e>
                            </m:mr>
                            <m:mr>
                              <m:e>
                                <m:r>
                                  <a:rPr lang="en-AU" b="0" i="0" smtClean="0">
                                    <a:latin typeface="Cambria Math" panose="02040503050406030204" pitchFamily="18" charset="0"/>
                                  </a:rPr>
                                  <m:t>1</m:t>
                                </m:r>
                              </m:e>
                            </m:mr>
                          </m:m>
                        </m:e>
                      </m:d>
                      <m:sSup>
                        <m:sSupPr>
                          <m:ctrlPr>
                            <a:rPr lang="en-AU" b="0" i="1" smtClean="0">
                              <a:latin typeface="Cambria Math" panose="02040503050406030204" pitchFamily="18" charset="0"/>
                            </a:rPr>
                          </m:ctrlPr>
                        </m:sSupPr>
                        <m:e>
                          <m:r>
                            <a:rPr lang="en-AU" b="0" i="1" smtClean="0">
                              <a:latin typeface="Cambria Math" panose="02040503050406030204" pitchFamily="18" charset="0"/>
                            </a:rPr>
                            <m:t>0.5</m:t>
                          </m:r>
                        </m:e>
                        <m:sup>
                          <m:r>
                            <a:rPr lang="en-AU" b="0" i="1" smtClean="0">
                              <a:latin typeface="Cambria Math" panose="02040503050406030204" pitchFamily="18" charset="0"/>
                            </a:rPr>
                            <m:t>1</m:t>
                          </m:r>
                        </m:sup>
                      </m:sSup>
                      <m:sSup>
                        <m:sSupPr>
                          <m:ctrlPr>
                            <a:rPr lang="en-AU" b="0" i="1" smtClean="0">
                              <a:latin typeface="Cambria Math" panose="02040503050406030204" pitchFamily="18" charset="0"/>
                            </a:rPr>
                          </m:ctrlPr>
                        </m:sSupPr>
                        <m:e>
                          <m:d>
                            <m:dPr>
                              <m:ctrlPr>
                                <a:rPr lang="en-AU" b="0" i="1" smtClean="0">
                                  <a:latin typeface="Cambria Math" panose="02040503050406030204" pitchFamily="18" charset="0"/>
                                </a:rPr>
                              </m:ctrlPr>
                            </m:dPr>
                            <m:e>
                              <m:r>
                                <a:rPr lang="en-AU" b="0" i="1" smtClean="0">
                                  <a:latin typeface="Cambria Math" panose="02040503050406030204" pitchFamily="18" charset="0"/>
                                </a:rPr>
                                <m:t>1−0.5</m:t>
                              </m:r>
                            </m:e>
                          </m:d>
                        </m:e>
                        <m:sup>
                          <m:r>
                            <a:rPr lang="en-AU" b="0" i="1" smtClean="0">
                              <a:latin typeface="Cambria Math" panose="02040503050406030204" pitchFamily="18" charset="0"/>
                            </a:rPr>
                            <m:t>4−1</m:t>
                          </m:r>
                        </m:sup>
                      </m:sSup>
                      <m:r>
                        <a:rPr lang="en-AU" b="0" i="1" smtClean="0">
                          <a:latin typeface="Cambria Math" panose="02040503050406030204" pitchFamily="18" charset="0"/>
                        </a:rPr>
                        <m:t>=.2500</m:t>
                      </m:r>
                    </m:oMath>
                  </m:oMathPara>
                </a14:m>
                <a:endParaRPr lang="en-AU" dirty="0"/>
              </a:p>
            </p:txBody>
          </p:sp>
        </mc:Choice>
        <mc:Fallback xmlns="">
          <p:sp>
            <p:nvSpPr>
              <p:cNvPr id="68" name="TextBox 67">
                <a:extLst>
                  <a:ext uri="{FF2B5EF4-FFF2-40B4-BE49-F238E27FC236}">
                    <a16:creationId xmlns:a16="http://schemas.microsoft.com/office/drawing/2014/main" id="{D1852225-95AE-45BE-81CD-C4E6B582E18D}"/>
                  </a:ext>
                </a:extLst>
              </p:cNvPr>
              <p:cNvSpPr txBox="1">
                <a:spLocks noRot="1" noChangeAspect="1" noMove="1" noResize="1" noEditPoints="1" noAdjustHandles="1" noChangeArrowheads="1" noChangeShapeType="1" noTextEdit="1"/>
              </p:cNvSpPr>
              <p:nvPr/>
            </p:nvSpPr>
            <p:spPr>
              <a:xfrm>
                <a:off x="7198840" y="3325803"/>
                <a:ext cx="4341894" cy="459100"/>
              </a:xfrm>
              <a:prstGeom prst="rect">
                <a:avLst/>
              </a:prstGeom>
              <a:blipFill>
                <a:blip r:embed="rId15"/>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9537FA88-62CA-400B-9E62-603E5854E55C}"/>
                  </a:ext>
                </a:extLst>
              </p:cNvPr>
              <p:cNvSpPr txBox="1"/>
              <p:nvPr/>
            </p:nvSpPr>
            <p:spPr>
              <a:xfrm>
                <a:off x="7198840" y="3918665"/>
                <a:ext cx="4346831" cy="4591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𝑃</m:t>
                      </m:r>
                      <m:d>
                        <m:dPr>
                          <m:ctrlPr>
                            <a:rPr lang="en-AU" b="0" i="1" smtClean="0">
                              <a:latin typeface="Cambria Math" panose="02040503050406030204" pitchFamily="18" charset="0"/>
                            </a:rPr>
                          </m:ctrlPr>
                        </m:dPr>
                        <m:e>
                          <m:r>
                            <a:rPr lang="en-AU" b="0" i="1" smtClean="0">
                              <a:latin typeface="Cambria Math" panose="02040503050406030204" pitchFamily="18" charset="0"/>
                            </a:rPr>
                            <m:t>2 </m:t>
                          </m:r>
                          <m:r>
                            <m:rPr>
                              <m:sty m:val="p"/>
                            </m:rPr>
                            <a:rPr lang="en-AU" b="0" i="0" smtClean="0">
                              <a:latin typeface="Cambria Math" panose="02040503050406030204" pitchFamily="18" charset="0"/>
                            </a:rPr>
                            <m:t>heads</m:t>
                          </m:r>
                        </m:e>
                      </m:d>
                      <m:r>
                        <a:rPr lang="en-AU" b="0" i="1" smtClean="0">
                          <a:latin typeface="Cambria Math" panose="02040503050406030204" pitchFamily="18" charset="0"/>
                        </a:rPr>
                        <m:t>=</m:t>
                      </m:r>
                      <m:d>
                        <m:dPr>
                          <m:ctrlPr>
                            <a:rPr lang="en-AU" b="0" i="1" smtClean="0">
                              <a:latin typeface="Cambria Math" panose="02040503050406030204" pitchFamily="18" charset="0"/>
                            </a:rPr>
                          </m:ctrlPr>
                        </m:dPr>
                        <m:e>
                          <m:m>
                            <m:mPr>
                              <m:mcs>
                                <m:mc>
                                  <m:mcPr>
                                    <m:count m:val="1"/>
                                    <m:mcJc m:val="center"/>
                                  </m:mcPr>
                                </m:mc>
                              </m:mcs>
                              <m:ctrlPr>
                                <a:rPr lang="en-AU" b="0" i="1" smtClean="0">
                                  <a:latin typeface="Cambria Math" panose="02040503050406030204" pitchFamily="18" charset="0"/>
                                </a:rPr>
                              </m:ctrlPr>
                            </m:mPr>
                            <m:mr>
                              <m:e>
                                <m:r>
                                  <a:rPr lang="en-AU" b="0" i="0" smtClean="0">
                                    <a:latin typeface="Cambria Math" panose="02040503050406030204" pitchFamily="18" charset="0"/>
                                  </a:rPr>
                                  <m:t>4</m:t>
                                </m:r>
                              </m:e>
                            </m:mr>
                            <m:mr>
                              <m:e>
                                <m:r>
                                  <a:rPr lang="en-AU" b="0" i="0" smtClean="0">
                                    <a:latin typeface="Cambria Math" panose="02040503050406030204" pitchFamily="18" charset="0"/>
                                  </a:rPr>
                                  <m:t>2</m:t>
                                </m:r>
                              </m:e>
                            </m:mr>
                          </m:m>
                        </m:e>
                      </m:d>
                      <m:sSup>
                        <m:sSupPr>
                          <m:ctrlPr>
                            <a:rPr lang="en-AU" b="0" i="1" smtClean="0">
                              <a:latin typeface="Cambria Math" panose="02040503050406030204" pitchFamily="18" charset="0"/>
                            </a:rPr>
                          </m:ctrlPr>
                        </m:sSupPr>
                        <m:e>
                          <m:r>
                            <a:rPr lang="en-AU" b="0" i="1" smtClean="0">
                              <a:latin typeface="Cambria Math" panose="02040503050406030204" pitchFamily="18" charset="0"/>
                            </a:rPr>
                            <m:t>0.5</m:t>
                          </m:r>
                        </m:e>
                        <m:sup>
                          <m:r>
                            <a:rPr lang="en-AU" b="0" i="1" smtClean="0">
                              <a:latin typeface="Cambria Math" panose="02040503050406030204" pitchFamily="18" charset="0"/>
                            </a:rPr>
                            <m:t>2</m:t>
                          </m:r>
                        </m:sup>
                      </m:sSup>
                      <m:sSup>
                        <m:sSupPr>
                          <m:ctrlPr>
                            <a:rPr lang="en-AU" b="0" i="1" smtClean="0">
                              <a:latin typeface="Cambria Math" panose="02040503050406030204" pitchFamily="18" charset="0"/>
                            </a:rPr>
                          </m:ctrlPr>
                        </m:sSupPr>
                        <m:e>
                          <m:d>
                            <m:dPr>
                              <m:ctrlPr>
                                <a:rPr lang="en-AU" b="0" i="1" smtClean="0">
                                  <a:latin typeface="Cambria Math" panose="02040503050406030204" pitchFamily="18" charset="0"/>
                                </a:rPr>
                              </m:ctrlPr>
                            </m:dPr>
                            <m:e>
                              <m:r>
                                <a:rPr lang="en-AU" b="0" i="1" smtClean="0">
                                  <a:latin typeface="Cambria Math" panose="02040503050406030204" pitchFamily="18" charset="0"/>
                                </a:rPr>
                                <m:t>1−0.5</m:t>
                              </m:r>
                            </m:e>
                          </m:d>
                        </m:e>
                        <m:sup>
                          <m:r>
                            <a:rPr lang="en-AU" b="0" i="1" smtClean="0">
                              <a:latin typeface="Cambria Math" panose="02040503050406030204" pitchFamily="18" charset="0"/>
                            </a:rPr>
                            <m:t>4−2</m:t>
                          </m:r>
                        </m:sup>
                      </m:sSup>
                      <m:r>
                        <a:rPr lang="en-AU" b="0" i="1" smtClean="0">
                          <a:latin typeface="Cambria Math" panose="02040503050406030204" pitchFamily="18" charset="0"/>
                        </a:rPr>
                        <m:t>=.3750</m:t>
                      </m:r>
                    </m:oMath>
                  </m:oMathPara>
                </a14:m>
                <a:endParaRPr lang="en-AU" dirty="0"/>
              </a:p>
            </p:txBody>
          </p:sp>
        </mc:Choice>
        <mc:Fallback xmlns="">
          <p:sp>
            <p:nvSpPr>
              <p:cNvPr id="69" name="TextBox 68">
                <a:extLst>
                  <a:ext uri="{FF2B5EF4-FFF2-40B4-BE49-F238E27FC236}">
                    <a16:creationId xmlns:a16="http://schemas.microsoft.com/office/drawing/2014/main" id="{9537FA88-62CA-400B-9E62-603E5854E55C}"/>
                  </a:ext>
                </a:extLst>
              </p:cNvPr>
              <p:cNvSpPr txBox="1">
                <a:spLocks noRot="1" noChangeAspect="1" noMove="1" noResize="1" noEditPoints="1" noAdjustHandles="1" noChangeArrowheads="1" noChangeShapeType="1" noTextEdit="1"/>
              </p:cNvSpPr>
              <p:nvPr/>
            </p:nvSpPr>
            <p:spPr>
              <a:xfrm>
                <a:off x="7198840" y="3918665"/>
                <a:ext cx="4346831" cy="459100"/>
              </a:xfrm>
              <a:prstGeom prst="rect">
                <a:avLst/>
              </a:prstGeom>
              <a:blipFill>
                <a:blip r:embed="rId16"/>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AB17EE2D-AC4A-49C3-AFBA-756CB1A07B1D}"/>
                  </a:ext>
                </a:extLst>
              </p:cNvPr>
              <p:cNvSpPr txBox="1"/>
              <p:nvPr/>
            </p:nvSpPr>
            <p:spPr>
              <a:xfrm>
                <a:off x="7198840" y="4511527"/>
                <a:ext cx="4341894" cy="4591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𝑃</m:t>
                      </m:r>
                      <m:d>
                        <m:dPr>
                          <m:ctrlPr>
                            <a:rPr lang="en-AU" b="0" i="1" smtClean="0">
                              <a:latin typeface="Cambria Math" panose="02040503050406030204" pitchFamily="18" charset="0"/>
                            </a:rPr>
                          </m:ctrlPr>
                        </m:dPr>
                        <m:e>
                          <m:r>
                            <a:rPr lang="en-AU" b="0" i="1" smtClean="0">
                              <a:latin typeface="Cambria Math" panose="02040503050406030204" pitchFamily="18" charset="0"/>
                            </a:rPr>
                            <m:t>3 </m:t>
                          </m:r>
                          <m:r>
                            <m:rPr>
                              <m:sty m:val="p"/>
                            </m:rPr>
                            <a:rPr lang="en-AU" b="0" i="0" smtClean="0">
                              <a:latin typeface="Cambria Math" panose="02040503050406030204" pitchFamily="18" charset="0"/>
                            </a:rPr>
                            <m:t>heads</m:t>
                          </m:r>
                        </m:e>
                      </m:d>
                      <m:r>
                        <a:rPr lang="en-AU" b="0" i="1" smtClean="0">
                          <a:latin typeface="Cambria Math" panose="02040503050406030204" pitchFamily="18" charset="0"/>
                        </a:rPr>
                        <m:t>=</m:t>
                      </m:r>
                      <m:d>
                        <m:dPr>
                          <m:ctrlPr>
                            <a:rPr lang="en-AU" b="0" i="1" smtClean="0">
                              <a:latin typeface="Cambria Math" panose="02040503050406030204" pitchFamily="18" charset="0"/>
                            </a:rPr>
                          </m:ctrlPr>
                        </m:dPr>
                        <m:e>
                          <m:m>
                            <m:mPr>
                              <m:mcs>
                                <m:mc>
                                  <m:mcPr>
                                    <m:count m:val="1"/>
                                    <m:mcJc m:val="center"/>
                                  </m:mcPr>
                                </m:mc>
                              </m:mcs>
                              <m:ctrlPr>
                                <a:rPr lang="en-AU" b="0" i="1" smtClean="0">
                                  <a:latin typeface="Cambria Math" panose="02040503050406030204" pitchFamily="18" charset="0"/>
                                </a:rPr>
                              </m:ctrlPr>
                            </m:mPr>
                            <m:mr>
                              <m:e>
                                <m:r>
                                  <a:rPr lang="en-AU" b="0" i="0" smtClean="0">
                                    <a:latin typeface="Cambria Math" panose="02040503050406030204" pitchFamily="18" charset="0"/>
                                  </a:rPr>
                                  <m:t>4</m:t>
                                </m:r>
                              </m:e>
                            </m:mr>
                            <m:mr>
                              <m:e>
                                <m:r>
                                  <a:rPr lang="en-AU" b="0" i="0" smtClean="0">
                                    <a:latin typeface="Cambria Math" panose="02040503050406030204" pitchFamily="18" charset="0"/>
                                  </a:rPr>
                                  <m:t>3</m:t>
                                </m:r>
                              </m:e>
                            </m:mr>
                          </m:m>
                        </m:e>
                      </m:d>
                      <m:sSup>
                        <m:sSupPr>
                          <m:ctrlPr>
                            <a:rPr lang="en-AU" b="0" i="1" smtClean="0">
                              <a:latin typeface="Cambria Math" panose="02040503050406030204" pitchFamily="18" charset="0"/>
                            </a:rPr>
                          </m:ctrlPr>
                        </m:sSupPr>
                        <m:e>
                          <m:r>
                            <a:rPr lang="en-AU" b="0" i="1" smtClean="0">
                              <a:latin typeface="Cambria Math" panose="02040503050406030204" pitchFamily="18" charset="0"/>
                            </a:rPr>
                            <m:t>0.5</m:t>
                          </m:r>
                        </m:e>
                        <m:sup>
                          <m:r>
                            <a:rPr lang="en-AU" b="0" i="1" smtClean="0">
                              <a:latin typeface="Cambria Math" panose="02040503050406030204" pitchFamily="18" charset="0"/>
                            </a:rPr>
                            <m:t>3</m:t>
                          </m:r>
                        </m:sup>
                      </m:sSup>
                      <m:sSup>
                        <m:sSupPr>
                          <m:ctrlPr>
                            <a:rPr lang="en-AU" b="0" i="1" smtClean="0">
                              <a:latin typeface="Cambria Math" panose="02040503050406030204" pitchFamily="18" charset="0"/>
                            </a:rPr>
                          </m:ctrlPr>
                        </m:sSupPr>
                        <m:e>
                          <m:d>
                            <m:dPr>
                              <m:ctrlPr>
                                <a:rPr lang="en-AU" b="0" i="1" smtClean="0">
                                  <a:latin typeface="Cambria Math" panose="02040503050406030204" pitchFamily="18" charset="0"/>
                                </a:rPr>
                              </m:ctrlPr>
                            </m:dPr>
                            <m:e>
                              <m:r>
                                <a:rPr lang="en-AU" b="0" i="1" smtClean="0">
                                  <a:latin typeface="Cambria Math" panose="02040503050406030204" pitchFamily="18" charset="0"/>
                                </a:rPr>
                                <m:t>1−0.5</m:t>
                              </m:r>
                            </m:e>
                          </m:d>
                        </m:e>
                        <m:sup>
                          <m:r>
                            <a:rPr lang="en-AU" b="0" i="1" smtClean="0">
                              <a:latin typeface="Cambria Math" panose="02040503050406030204" pitchFamily="18" charset="0"/>
                            </a:rPr>
                            <m:t>4−3</m:t>
                          </m:r>
                        </m:sup>
                      </m:sSup>
                      <m:r>
                        <a:rPr lang="en-AU" b="0" i="1" smtClean="0">
                          <a:latin typeface="Cambria Math" panose="02040503050406030204" pitchFamily="18" charset="0"/>
                        </a:rPr>
                        <m:t>=.2500</m:t>
                      </m:r>
                    </m:oMath>
                  </m:oMathPara>
                </a14:m>
                <a:endParaRPr lang="en-AU" dirty="0"/>
              </a:p>
            </p:txBody>
          </p:sp>
        </mc:Choice>
        <mc:Fallback xmlns="">
          <p:sp>
            <p:nvSpPr>
              <p:cNvPr id="70" name="TextBox 69">
                <a:extLst>
                  <a:ext uri="{FF2B5EF4-FFF2-40B4-BE49-F238E27FC236}">
                    <a16:creationId xmlns:a16="http://schemas.microsoft.com/office/drawing/2014/main" id="{AB17EE2D-AC4A-49C3-AFBA-756CB1A07B1D}"/>
                  </a:ext>
                </a:extLst>
              </p:cNvPr>
              <p:cNvSpPr txBox="1">
                <a:spLocks noRot="1" noChangeAspect="1" noMove="1" noResize="1" noEditPoints="1" noAdjustHandles="1" noChangeArrowheads="1" noChangeShapeType="1" noTextEdit="1"/>
              </p:cNvSpPr>
              <p:nvPr/>
            </p:nvSpPr>
            <p:spPr>
              <a:xfrm>
                <a:off x="7198840" y="4511527"/>
                <a:ext cx="4341894" cy="459100"/>
              </a:xfrm>
              <a:prstGeom prst="rect">
                <a:avLst/>
              </a:prstGeom>
              <a:blipFill>
                <a:blip r:embed="rId17"/>
                <a:stretch>
                  <a:fillRect b="-1333"/>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9F6BD4DC-7710-476F-9478-D390ABFDC4EA}"/>
                  </a:ext>
                </a:extLst>
              </p:cNvPr>
              <p:cNvSpPr txBox="1"/>
              <p:nvPr/>
            </p:nvSpPr>
            <p:spPr>
              <a:xfrm>
                <a:off x="7198840" y="5104389"/>
                <a:ext cx="4341894" cy="4591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𝑃</m:t>
                      </m:r>
                      <m:d>
                        <m:dPr>
                          <m:ctrlPr>
                            <a:rPr lang="en-AU" b="0" i="1" smtClean="0">
                              <a:latin typeface="Cambria Math" panose="02040503050406030204" pitchFamily="18" charset="0"/>
                            </a:rPr>
                          </m:ctrlPr>
                        </m:dPr>
                        <m:e>
                          <m:r>
                            <a:rPr lang="en-AU" b="0" i="1" smtClean="0">
                              <a:latin typeface="Cambria Math" panose="02040503050406030204" pitchFamily="18" charset="0"/>
                            </a:rPr>
                            <m:t>4 </m:t>
                          </m:r>
                          <m:r>
                            <m:rPr>
                              <m:sty m:val="p"/>
                            </m:rPr>
                            <a:rPr lang="en-AU" b="0" i="0" smtClean="0">
                              <a:latin typeface="Cambria Math" panose="02040503050406030204" pitchFamily="18" charset="0"/>
                            </a:rPr>
                            <m:t>heads</m:t>
                          </m:r>
                        </m:e>
                      </m:d>
                      <m:r>
                        <a:rPr lang="en-AU" b="0" i="1" smtClean="0">
                          <a:latin typeface="Cambria Math" panose="02040503050406030204" pitchFamily="18" charset="0"/>
                        </a:rPr>
                        <m:t>=</m:t>
                      </m:r>
                      <m:d>
                        <m:dPr>
                          <m:ctrlPr>
                            <a:rPr lang="en-AU" b="0" i="1" smtClean="0">
                              <a:latin typeface="Cambria Math" panose="02040503050406030204" pitchFamily="18" charset="0"/>
                            </a:rPr>
                          </m:ctrlPr>
                        </m:dPr>
                        <m:e>
                          <m:m>
                            <m:mPr>
                              <m:mcs>
                                <m:mc>
                                  <m:mcPr>
                                    <m:count m:val="1"/>
                                    <m:mcJc m:val="center"/>
                                  </m:mcPr>
                                </m:mc>
                              </m:mcs>
                              <m:ctrlPr>
                                <a:rPr lang="en-AU" b="0" i="1" smtClean="0">
                                  <a:latin typeface="Cambria Math" panose="02040503050406030204" pitchFamily="18" charset="0"/>
                                </a:rPr>
                              </m:ctrlPr>
                            </m:mPr>
                            <m:mr>
                              <m:e>
                                <m:r>
                                  <a:rPr lang="en-AU" b="0" i="0" smtClean="0">
                                    <a:latin typeface="Cambria Math" panose="02040503050406030204" pitchFamily="18" charset="0"/>
                                  </a:rPr>
                                  <m:t>4</m:t>
                                </m:r>
                              </m:e>
                            </m:mr>
                            <m:mr>
                              <m:e>
                                <m:r>
                                  <a:rPr lang="en-AU" b="0" i="0" smtClean="0">
                                    <a:latin typeface="Cambria Math" panose="02040503050406030204" pitchFamily="18" charset="0"/>
                                  </a:rPr>
                                  <m:t>4</m:t>
                                </m:r>
                              </m:e>
                            </m:mr>
                          </m:m>
                        </m:e>
                      </m:d>
                      <m:sSup>
                        <m:sSupPr>
                          <m:ctrlPr>
                            <a:rPr lang="en-AU" b="0" i="1" smtClean="0">
                              <a:latin typeface="Cambria Math" panose="02040503050406030204" pitchFamily="18" charset="0"/>
                            </a:rPr>
                          </m:ctrlPr>
                        </m:sSupPr>
                        <m:e>
                          <m:r>
                            <a:rPr lang="en-AU" b="0" i="1" smtClean="0">
                              <a:latin typeface="Cambria Math" panose="02040503050406030204" pitchFamily="18" charset="0"/>
                            </a:rPr>
                            <m:t>0.5</m:t>
                          </m:r>
                        </m:e>
                        <m:sup>
                          <m:r>
                            <a:rPr lang="en-AU" b="0" i="1" smtClean="0">
                              <a:latin typeface="Cambria Math" panose="02040503050406030204" pitchFamily="18" charset="0"/>
                            </a:rPr>
                            <m:t>4</m:t>
                          </m:r>
                        </m:sup>
                      </m:sSup>
                      <m:sSup>
                        <m:sSupPr>
                          <m:ctrlPr>
                            <a:rPr lang="en-AU" b="0" i="1" smtClean="0">
                              <a:latin typeface="Cambria Math" panose="02040503050406030204" pitchFamily="18" charset="0"/>
                            </a:rPr>
                          </m:ctrlPr>
                        </m:sSupPr>
                        <m:e>
                          <m:d>
                            <m:dPr>
                              <m:ctrlPr>
                                <a:rPr lang="en-AU" b="0" i="1" smtClean="0">
                                  <a:latin typeface="Cambria Math" panose="02040503050406030204" pitchFamily="18" charset="0"/>
                                </a:rPr>
                              </m:ctrlPr>
                            </m:dPr>
                            <m:e>
                              <m:r>
                                <a:rPr lang="en-AU" b="0" i="1" smtClean="0">
                                  <a:latin typeface="Cambria Math" panose="02040503050406030204" pitchFamily="18" charset="0"/>
                                </a:rPr>
                                <m:t>1−0.5</m:t>
                              </m:r>
                            </m:e>
                          </m:d>
                        </m:e>
                        <m:sup>
                          <m:r>
                            <a:rPr lang="en-AU" b="0" i="1" smtClean="0">
                              <a:latin typeface="Cambria Math" panose="02040503050406030204" pitchFamily="18" charset="0"/>
                            </a:rPr>
                            <m:t>4−4</m:t>
                          </m:r>
                        </m:sup>
                      </m:sSup>
                      <m:r>
                        <a:rPr lang="en-AU" b="0" i="1" smtClean="0">
                          <a:latin typeface="Cambria Math" panose="02040503050406030204" pitchFamily="18" charset="0"/>
                        </a:rPr>
                        <m:t>=.2500</m:t>
                      </m:r>
                    </m:oMath>
                  </m:oMathPara>
                </a14:m>
                <a:endParaRPr lang="en-AU" dirty="0"/>
              </a:p>
            </p:txBody>
          </p:sp>
        </mc:Choice>
        <mc:Fallback xmlns="">
          <p:sp>
            <p:nvSpPr>
              <p:cNvPr id="71" name="TextBox 70">
                <a:extLst>
                  <a:ext uri="{FF2B5EF4-FFF2-40B4-BE49-F238E27FC236}">
                    <a16:creationId xmlns:a16="http://schemas.microsoft.com/office/drawing/2014/main" id="{9F6BD4DC-7710-476F-9478-D390ABFDC4EA}"/>
                  </a:ext>
                </a:extLst>
              </p:cNvPr>
              <p:cNvSpPr txBox="1">
                <a:spLocks noRot="1" noChangeAspect="1" noMove="1" noResize="1" noEditPoints="1" noAdjustHandles="1" noChangeArrowheads="1" noChangeShapeType="1" noTextEdit="1"/>
              </p:cNvSpPr>
              <p:nvPr/>
            </p:nvSpPr>
            <p:spPr>
              <a:xfrm>
                <a:off x="7198840" y="5104389"/>
                <a:ext cx="4341894" cy="459100"/>
              </a:xfrm>
              <a:prstGeom prst="rect">
                <a:avLst/>
              </a:prstGeom>
              <a:blipFill>
                <a:blip r:embed="rId18"/>
                <a:stretch>
                  <a:fillRect/>
                </a:stretch>
              </a:blipFill>
            </p:spPr>
            <p:txBody>
              <a:bodyPr/>
              <a:lstStyle/>
              <a:p>
                <a:r>
                  <a:rPr lang="en-AU">
                    <a:noFill/>
                  </a:rPr>
                  <a:t> </a:t>
                </a:r>
              </a:p>
            </p:txBody>
          </p:sp>
        </mc:Fallback>
      </mc:AlternateContent>
      <p:sp>
        <p:nvSpPr>
          <p:cNvPr id="72" name="TextBox 71">
            <a:extLst>
              <a:ext uri="{FF2B5EF4-FFF2-40B4-BE49-F238E27FC236}">
                <a16:creationId xmlns:a16="http://schemas.microsoft.com/office/drawing/2014/main" id="{FC251D7C-DC10-4944-8A38-E0EFEACE3F9D}"/>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The Shape of Chance</a:t>
            </a:r>
          </a:p>
        </p:txBody>
      </p:sp>
    </p:spTree>
    <p:extLst>
      <p:ext uri="{BB962C8B-B14F-4D97-AF65-F5344CB8AC3E}">
        <p14:creationId xmlns:p14="http://schemas.microsoft.com/office/powerpoint/2010/main" val="414797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1344</TotalTime>
  <Words>1331</Words>
  <Application>Microsoft Office PowerPoint</Application>
  <PresentationFormat>Widescreen</PresentationFormat>
  <Paragraphs>295</Paragraphs>
  <Slides>21</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Agency FB</vt:lpstr>
      <vt:lpstr>Arial</vt:lpstr>
      <vt:lpstr>Arial Narrow</vt:lpstr>
      <vt:lpstr>Calibri</vt:lpstr>
      <vt:lpstr>Calibri Light</vt:lpstr>
      <vt:lpstr>Cambria Math</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Minh Huynh</dc:creator>
  <cp:lastModifiedBy>Minh Huynh</cp:lastModifiedBy>
  <cp:revision>23</cp:revision>
  <dcterms:created xsi:type="dcterms:W3CDTF">2026-10-12T10:11:40Z</dcterms:created>
  <dcterms:modified xsi:type="dcterms:W3CDTF">2026-10-13T10:22:18Z</dcterms:modified>
</cp:coreProperties>
</file>