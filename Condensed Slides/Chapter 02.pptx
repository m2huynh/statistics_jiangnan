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883" r:id="rId3"/>
    <p:sldId id="884" r:id="rId4"/>
    <p:sldId id="885" r:id="rId5"/>
    <p:sldId id="886" r:id="rId6"/>
    <p:sldId id="887" r:id="rId7"/>
    <p:sldId id="892" r:id="rId8"/>
    <p:sldId id="889" r:id="rId9"/>
    <p:sldId id="888" r:id="rId10"/>
    <p:sldId id="890" r:id="rId11"/>
    <p:sldId id="891" r:id="rId12"/>
    <p:sldId id="893" r:id="rId13"/>
    <p:sldId id="894" r:id="rId14"/>
    <p:sldId id="895" r:id="rId15"/>
    <p:sldId id="896" r:id="rId16"/>
    <p:sldId id="897" r:id="rId17"/>
    <p:sldId id="898" r:id="rId18"/>
    <p:sldId id="899" r:id="rId19"/>
    <p:sldId id="900" r:id="rId20"/>
    <p:sldId id="901" r:id="rId21"/>
    <p:sldId id="902" r:id="rId22"/>
    <p:sldId id="903" r:id="rId23"/>
    <p:sldId id="904" r:id="rId24"/>
    <p:sldId id="905" r:id="rId25"/>
    <p:sldId id="90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660"/>
  </p:normalViewPr>
  <p:slideViewPr>
    <p:cSldViewPr snapToGrid="0">
      <p:cViewPr>
        <p:scale>
          <a:sx n="100" d="100"/>
          <a:sy n="100" d="100"/>
        </p:scale>
        <p:origin x="186" y="28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Huynh" userId="01a137d4-0d81-46e0-aca6-c9185b391828" providerId="ADAL" clId="{18447838-0BCA-432B-86F3-BB78526C143F}"/>
    <pc:docChg chg="undo redo custSel addSld delSld modSld sldOrd">
      <pc:chgData name="Minh Huynh" userId="01a137d4-0d81-46e0-aca6-c9185b391828" providerId="ADAL" clId="{18447838-0BCA-432B-86F3-BB78526C143F}" dt="2026-10-13T03:01:57.617" v="2674" actId="20577"/>
      <pc:docMkLst>
        <pc:docMk/>
      </pc:docMkLst>
      <pc:sldChg chg="modSp mod">
        <pc:chgData name="Minh Huynh" userId="01a137d4-0d81-46e0-aca6-c9185b391828" providerId="ADAL" clId="{18447838-0BCA-432B-86F3-BB78526C143F}" dt="2026-10-12T12:12:56.377" v="25" actId="20577"/>
        <pc:sldMkLst>
          <pc:docMk/>
          <pc:sldMk cId="1972624584" sldId="257"/>
        </pc:sldMkLst>
        <pc:spChg chg="mod">
          <ac:chgData name="Minh Huynh" userId="01a137d4-0d81-46e0-aca6-c9185b391828" providerId="ADAL" clId="{18447838-0BCA-432B-86F3-BB78526C143F}" dt="2026-10-12T12:12:56.377" v="25" actId="20577"/>
          <ac:spMkLst>
            <pc:docMk/>
            <pc:sldMk cId="1972624584" sldId="257"/>
            <ac:spMk id="13" creationId="{F11B6F01-F247-4E5E-AC9E-2D11F2681474}"/>
          </ac:spMkLst>
        </pc:spChg>
      </pc:sldChg>
      <pc:sldChg chg="delSp modSp mod">
        <pc:chgData name="Minh Huynh" userId="01a137d4-0d81-46e0-aca6-c9185b391828" providerId="ADAL" clId="{18447838-0BCA-432B-86F3-BB78526C143F}" dt="2026-10-12T12:15:47.610" v="91" actId="20577"/>
        <pc:sldMkLst>
          <pc:docMk/>
          <pc:sldMk cId="1166963934" sldId="883"/>
        </pc:sldMkLst>
        <pc:spChg chg="mod">
          <ac:chgData name="Minh Huynh" userId="01a137d4-0d81-46e0-aca6-c9185b391828" providerId="ADAL" clId="{18447838-0BCA-432B-86F3-BB78526C143F}" dt="2026-10-12T12:13:44.292" v="52" actId="20577"/>
          <ac:spMkLst>
            <pc:docMk/>
            <pc:sldMk cId="1166963934" sldId="883"/>
            <ac:spMk id="4" creationId="{7BC73E8E-0D58-4B4B-A5C4-A8AE38997407}"/>
          </ac:spMkLst>
        </pc:spChg>
        <pc:spChg chg="mod">
          <ac:chgData name="Minh Huynh" userId="01a137d4-0d81-46e0-aca6-c9185b391828" providerId="ADAL" clId="{18447838-0BCA-432B-86F3-BB78526C143F}" dt="2026-10-12T12:15:47.610" v="91" actId="20577"/>
          <ac:spMkLst>
            <pc:docMk/>
            <pc:sldMk cId="1166963934" sldId="883"/>
            <ac:spMk id="5" creationId="{3BBBF4A9-1FF9-45CB-8257-FB748ECAEB1A}"/>
          </ac:spMkLst>
        </pc:spChg>
        <pc:picChg chg="del">
          <ac:chgData name="Minh Huynh" userId="01a137d4-0d81-46e0-aca6-c9185b391828" providerId="ADAL" clId="{18447838-0BCA-432B-86F3-BB78526C143F}" dt="2026-10-12T12:13:32.921" v="26" actId="478"/>
          <ac:picMkLst>
            <pc:docMk/>
            <pc:sldMk cId="1166963934" sldId="883"/>
            <ac:picMk id="17" creationId="{C4882EA2-8155-4468-9F9F-5DD08F47BB0D}"/>
          </ac:picMkLst>
        </pc:picChg>
      </pc:sldChg>
      <pc:sldChg chg="del">
        <pc:chgData name="Minh Huynh" userId="01a137d4-0d81-46e0-aca6-c9185b391828" providerId="ADAL" clId="{18447838-0BCA-432B-86F3-BB78526C143F}" dt="2026-10-12T12:12:45.996" v="0" actId="47"/>
        <pc:sldMkLst>
          <pc:docMk/>
          <pc:sldMk cId="886266999" sldId="884"/>
        </pc:sldMkLst>
      </pc:sldChg>
      <pc:sldChg chg="addSp modSp add mod">
        <pc:chgData name="Minh Huynh" userId="01a137d4-0d81-46e0-aca6-c9185b391828" providerId="ADAL" clId="{18447838-0BCA-432B-86F3-BB78526C143F}" dt="2026-10-12T12:19:25.893" v="209" actId="1076"/>
        <pc:sldMkLst>
          <pc:docMk/>
          <pc:sldMk cId="2309281588" sldId="884"/>
        </pc:sldMkLst>
        <pc:spChg chg="mod">
          <ac:chgData name="Minh Huynh" userId="01a137d4-0d81-46e0-aca6-c9185b391828" providerId="ADAL" clId="{18447838-0BCA-432B-86F3-BB78526C143F}" dt="2026-10-12T12:16:36.483" v="122" actId="20577"/>
          <ac:spMkLst>
            <pc:docMk/>
            <pc:sldMk cId="2309281588" sldId="884"/>
            <ac:spMk id="4" creationId="{7BC73E8E-0D58-4B4B-A5C4-A8AE38997407}"/>
          </ac:spMkLst>
        </pc:spChg>
        <pc:spChg chg="mod">
          <ac:chgData name="Minh Huynh" userId="01a137d4-0d81-46e0-aca6-c9185b391828" providerId="ADAL" clId="{18447838-0BCA-432B-86F3-BB78526C143F}" dt="2026-10-12T12:19:11.164" v="206" actId="313"/>
          <ac:spMkLst>
            <pc:docMk/>
            <pc:sldMk cId="2309281588" sldId="884"/>
            <ac:spMk id="5" creationId="{3BBBF4A9-1FF9-45CB-8257-FB748ECAEB1A}"/>
          </ac:spMkLst>
        </pc:spChg>
        <pc:picChg chg="add mod">
          <ac:chgData name="Minh Huynh" userId="01a137d4-0d81-46e0-aca6-c9185b391828" providerId="ADAL" clId="{18447838-0BCA-432B-86F3-BB78526C143F}" dt="2026-10-12T12:19:25.893" v="209" actId="1076"/>
          <ac:picMkLst>
            <pc:docMk/>
            <pc:sldMk cId="2309281588" sldId="884"/>
            <ac:picMk id="6" creationId="{A382D1C7-26E9-43BC-8400-1AD84F16D59D}"/>
          </ac:picMkLst>
        </pc:picChg>
      </pc:sldChg>
      <pc:sldChg chg="del">
        <pc:chgData name="Minh Huynh" userId="01a137d4-0d81-46e0-aca6-c9185b391828" providerId="ADAL" clId="{18447838-0BCA-432B-86F3-BB78526C143F}" dt="2026-10-12T12:12:45.996" v="0" actId="47"/>
        <pc:sldMkLst>
          <pc:docMk/>
          <pc:sldMk cId="2730627283" sldId="885"/>
        </pc:sldMkLst>
      </pc:sldChg>
      <pc:sldChg chg="addSp delSp modSp add mod">
        <pc:chgData name="Minh Huynh" userId="01a137d4-0d81-46e0-aca6-c9185b391828" providerId="ADAL" clId="{18447838-0BCA-432B-86F3-BB78526C143F}" dt="2026-10-12T12:21:26.108" v="500" actId="5793"/>
        <pc:sldMkLst>
          <pc:docMk/>
          <pc:sldMk cId="2738950240" sldId="885"/>
        </pc:sldMkLst>
        <pc:spChg chg="del">
          <ac:chgData name="Minh Huynh" userId="01a137d4-0d81-46e0-aca6-c9185b391828" providerId="ADAL" clId="{18447838-0BCA-432B-86F3-BB78526C143F}" dt="2026-10-12T12:19:53.619" v="212" actId="478"/>
          <ac:spMkLst>
            <pc:docMk/>
            <pc:sldMk cId="2738950240" sldId="885"/>
            <ac:spMk id="5" creationId="{3BBBF4A9-1FF9-45CB-8257-FB748ECAEB1A}"/>
          </ac:spMkLst>
        </pc:spChg>
        <pc:spChg chg="add mod">
          <ac:chgData name="Minh Huynh" userId="01a137d4-0d81-46e0-aca6-c9185b391828" providerId="ADAL" clId="{18447838-0BCA-432B-86F3-BB78526C143F}" dt="2026-10-12T12:20:25.401" v="268" actId="1076"/>
          <ac:spMkLst>
            <pc:docMk/>
            <pc:sldMk cId="2738950240" sldId="885"/>
            <ac:spMk id="7" creationId="{A67962BC-F52B-4512-BD54-D49B95A1B3C0}"/>
          </ac:spMkLst>
        </pc:spChg>
        <pc:spChg chg="add mod">
          <ac:chgData name="Minh Huynh" userId="01a137d4-0d81-46e0-aca6-c9185b391828" providerId="ADAL" clId="{18447838-0BCA-432B-86F3-BB78526C143F}" dt="2026-10-12T12:20:25.401" v="268" actId="1076"/>
          <ac:spMkLst>
            <pc:docMk/>
            <pc:sldMk cId="2738950240" sldId="885"/>
            <ac:spMk id="8" creationId="{6A3F74B8-F5C4-47E9-B418-6F97CC2CB912}"/>
          </ac:spMkLst>
        </pc:spChg>
        <pc:spChg chg="add mod">
          <ac:chgData name="Minh Huynh" userId="01a137d4-0d81-46e0-aca6-c9185b391828" providerId="ADAL" clId="{18447838-0BCA-432B-86F3-BB78526C143F}" dt="2026-10-12T12:20:25.401" v="268" actId="1076"/>
          <ac:spMkLst>
            <pc:docMk/>
            <pc:sldMk cId="2738950240" sldId="885"/>
            <ac:spMk id="9" creationId="{4B34126E-809A-41DA-8EB7-3DFADF0446A8}"/>
          </ac:spMkLst>
        </pc:spChg>
        <pc:spChg chg="add mod">
          <ac:chgData name="Minh Huynh" userId="01a137d4-0d81-46e0-aca6-c9185b391828" providerId="ADAL" clId="{18447838-0BCA-432B-86F3-BB78526C143F}" dt="2026-10-12T12:20:25.401" v="268" actId="1076"/>
          <ac:spMkLst>
            <pc:docMk/>
            <pc:sldMk cId="2738950240" sldId="885"/>
            <ac:spMk id="10" creationId="{E48AF9D6-D45F-4795-969C-C4ADBA4B47BF}"/>
          </ac:spMkLst>
        </pc:spChg>
        <pc:spChg chg="mod">
          <ac:chgData name="Minh Huynh" userId="01a137d4-0d81-46e0-aca6-c9185b391828" providerId="ADAL" clId="{18447838-0BCA-432B-86F3-BB78526C143F}" dt="2026-10-12T12:19:57.427" v="213"/>
          <ac:spMkLst>
            <pc:docMk/>
            <pc:sldMk cId="2738950240" sldId="885"/>
            <ac:spMk id="12" creationId="{DDCF9F35-802A-46D2-8C08-176099A7CBA0}"/>
          </ac:spMkLst>
        </pc:spChg>
        <pc:spChg chg="mod">
          <ac:chgData name="Minh Huynh" userId="01a137d4-0d81-46e0-aca6-c9185b391828" providerId="ADAL" clId="{18447838-0BCA-432B-86F3-BB78526C143F}" dt="2026-10-12T12:19:57.427" v="213"/>
          <ac:spMkLst>
            <pc:docMk/>
            <pc:sldMk cId="2738950240" sldId="885"/>
            <ac:spMk id="13" creationId="{DE7FE73E-5630-45F7-BB99-A915B3556B3E}"/>
          </ac:spMkLst>
        </pc:spChg>
        <pc:spChg chg="add mod">
          <ac:chgData name="Minh Huynh" userId="01a137d4-0d81-46e0-aca6-c9185b391828" providerId="ADAL" clId="{18447838-0BCA-432B-86F3-BB78526C143F}" dt="2026-10-12T12:20:25.401" v="268" actId="1076"/>
          <ac:spMkLst>
            <pc:docMk/>
            <pc:sldMk cId="2738950240" sldId="885"/>
            <ac:spMk id="14" creationId="{421E6674-F7CF-4046-8FBF-EF120C0FFEEE}"/>
          </ac:spMkLst>
        </pc:spChg>
        <pc:spChg chg="add mod">
          <ac:chgData name="Minh Huynh" userId="01a137d4-0d81-46e0-aca6-c9185b391828" providerId="ADAL" clId="{18447838-0BCA-432B-86F3-BB78526C143F}" dt="2026-10-12T12:20:25.401" v="268" actId="1076"/>
          <ac:spMkLst>
            <pc:docMk/>
            <pc:sldMk cId="2738950240" sldId="885"/>
            <ac:spMk id="15" creationId="{E9585141-F4EB-4C15-8E4D-D717B624A067}"/>
          </ac:spMkLst>
        </pc:spChg>
        <pc:spChg chg="add mod">
          <ac:chgData name="Minh Huynh" userId="01a137d4-0d81-46e0-aca6-c9185b391828" providerId="ADAL" clId="{18447838-0BCA-432B-86F3-BB78526C143F}" dt="2026-10-12T12:20:25.401" v="268" actId="1076"/>
          <ac:spMkLst>
            <pc:docMk/>
            <pc:sldMk cId="2738950240" sldId="885"/>
            <ac:spMk id="16" creationId="{996F9ED6-A1A8-472C-B07B-4E2EA53EB1A0}"/>
          </ac:spMkLst>
        </pc:spChg>
        <pc:spChg chg="add mod">
          <ac:chgData name="Minh Huynh" userId="01a137d4-0d81-46e0-aca6-c9185b391828" providerId="ADAL" clId="{18447838-0BCA-432B-86F3-BB78526C143F}" dt="2026-10-12T12:20:25.401" v="268" actId="1076"/>
          <ac:spMkLst>
            <pc:docMk/>
            <pc:sldMk cId="2738950240" sldId="885"/>
            <ac:spMk id="17" creationId="{19C81F2C-03B6-467B-BB59-61285F0AF733}"/>
          </ac:spMkLst>
        </pc:spChg>
        <pc:spChg chg="add mod">
          <ac:chgData name="Minh Huynh" userId="01a137d4-0d81-46e0-aca6-c9185b391828" providerId="ADAL" clId="{18447838-0BCA-432B-86F3-BB78526C143F}" dt="2026-10-12T12:20:25.401" v="268" actId="1076"/>
          <ac:spMkLst>
            <pc:docMk/>
            <pc:sldMk cId="2738950240" sldId="885"/>
            <ac:spMk id="18" creationId="{8DA94EEE-1E2F-4C80-A31A-273A42C9402E}"/>
          </ac:spMkLst>
        </pc:spChg>
        <pc:spChg chg="add mod">
          <ac:chgData name="Minh Huynh" userId="01a137d4-0d81-46e0-aca6-c9185b391828" providerId="ADAL" clId="{18447838-0BCA-432B-86F3-BB78526C143F}" dt="2026-10-12T12:20:25.401" v="268" actId="1076"/>
          <ac:spMkLst>
            <pc:docMk/>
            <pc:sldMk cId="2738950240" sldId="885"/>
            <ac:spMk id="19" creationId="{143F4B56-B9BA-436A-9DE1-E4DB661A1C4D}"/>
          </ac:spMkLst>
        </pc:spChg>
        <pc:spChg chg="add mod">
          <ac:chgData name="Minh Huynh" userId="01a137d4-0d81-46e0-aca6-c9185b391828" providerId="ADAL" clId="{18447838-0BCA-432B-86F3-BB78526C143F}" dt="2026-10-12T12:20:25.401" v="268" actId="1076"/>
          <ac:spMkLst>
            <pc:docMk/>
            <pc:sldMk cId="2738950240" sldId="885"/>
            <ac:spMk id="20" creationId="{7B0834B4-98F5-4D56-851D-F433D8432989}"/>
          </ac:spMkLst>
        </pc:spChg>
        <pc:spChg chg="mod">
          <ac:chgData name="Minh Huynh" userId="01a137d4-0d81-46e0-aca6-c9185b391828" providerId="ADAL" clId="{18447838-0BCA-432B-86F3-BB78526C143F}" dt="2026-10-12T12:19:57.427" v="213"/>
          <ac:spMkLst>
            <pc:docMk/>
            <pc:sldMk cId="2738950240" sldId="885"/>
            <ac:spMk id="22" creationId="{0B30DE15-D661-426C-9D3C-E6D06564540E}"/>
          </ac:spMkLst>
        </pc:spChg>
        <pc:spChg chg="mod">
          <ac:chgData name="Minh Huynh" userId="01a137d4-0d81-46e0-aca6-c9185b391828" providerId="ADAL" clId="{18447838-0BCA-432B-86F3-BB78526C143F}" dt="2026-10-12T12:19:57.427" v="213"/>
          <ac:spMkLst>
            <pc:docMk/>
            <pc:sldMk cId="2738950240" sldId="885"/>
            <ac:spMk id="23" creationId="{B080AE62-D4D8-4977-8972-E30D2A3C579A}"/>
          </ac:spMkLst>
        </pc:spChg>
        <pc:spChg chg="mod">
          <ac:chgData name="Minh Huynh" userId="01a137d4-0d81-46e0-aca6-c9185b391828" providerId="ADAL" clId="{18447838-0BCA-432B-86F3-BB78526C143F}" dt="2026-10-12T12:19:57.427" v="213"/>
          <ac:spMkLst>
            <pc:docMk/>
            <pc:sldMk cId="2738950240" sldId="885"/>
            <ac:spMk id="25" creationId="{CA7DCE20-063C-4CF5-8748-79D28BCB0ECA}"/>
          </ac:spMkLst>
        </pc:spChg>
        <pc:spChg chg="mod">
          <ac:chgData name="Minh Huynh" userId="01a137d4-0d81-46e0-aca6-c9185b391828" providerId="ADAL" clId="{18447838-0BCA-432B-86F3-BB78526C143F}" dt="2026-10-12T12:19:57.427" v="213"/>
          <ac:spMkLst>
            <pc:docMk/>
            <pc:sldMk cId="2738950240" sldId="885"/>
            <ac:spMk id="26" creationId="{71DB0CC4-DEA9-40C5-8EC0-0B93EF7F4292}"/>
          </ac:spMkLst>
        </pc:spChg>
        <pc:spChg chg="mod">
          <ac:chgData name="Minh Huynh" userId="01a137d4-0d81-46e0-aca6-c9185b391828" providerId="ADAL" clId="{18447838-0BCA-432B-86F3-BB78526C143F}" dt="2026-10-12T12:19:57.427" v="213"/>
          <ac:spMkLst>
            <pc:docMk/>
            <pc:sldMk cId="2738950240" sldId="885"/>
            <ac:spMk id="28" creationId="{9F314D6B-AA69-4BED-BF4C-4B862A2F2A25}"/>
          </ac:spMkLst>
        </pc:spChg>
        <pc:spChg chg="mod">
          <ac:chgData name="Minh Huynh" userId="01a137d4-0d81-46e0-aca6-c9185b391828" providerId="ADAL" clId="{18447838-0BCA-432B-86F3-BB78526C143F}" dt="2026-10-12T12:19:57.427" v="213"/>
          <ac:spMkLst>
            <pc:docMk/>
            <pc:sldMk cId="2738950240" sldId="885"/>
            <ac:spMk id="29" creationId="{F9D90D8B-0BA7-4A5D-B9BF-1115A6EF5A42}"/>
          </ac:spMkLst>
        </pc:spChg>
        <pc:spChg chg="mod">
          <ac:chgData name="Minh Huynh" userId="01a137d4-0d81-46e0-aca6-c9185b391828" providerId="ADAL" clId="{18447838-0BCA-432B-86F3-BB78526C143F}" dt="2026-10-12T12:19:57.427" v="213"/>
          <ac:spMkLst>
            <pc:docMk/>
            <pc:sldMk cId="2738950240" sldId="885"/>
            <ac:spMk id="31" creationId="{F8476034-D5F6-4185-9459-F444541EF23B}"/>
          </ac:spMkLst>
        </pc:spChg>
        <pc:spChg chg="mod">
          <ac:chgData name="Minh Huynh" userId="01a137d4-0d81-46e0-aca6-c9185b391828" providerId="ADAL" clId="{18447838-0BCA-432B-86F3-BB78526C143F}" dt="2026-10-12T12:19:57.427" v="213"/>
          <ac:spMkLst>
            <pc:docMk/>
            <pc:sldMk cId="2738950240" sldId="885"/>
            <ac:spMk id="32" creationId="{5D94C366-EA62-4448-B935-7FE3C7437FD7}"/>
          </ac:spMkLst>
        </pc:spChg>
        <pc:spChg chg="mod">
          <ac:chgData name="Minh Huynh" userId="01a137d4-0d81-46e0-aca6-c9185b391828" providerId="ADAL" clId="{18447838-0BCA-432B-86F3-BB78526C143F}" dt="2026-10-12T12:19:57.427" v="213"/>
          <ac:spMkLst>
            <pc:docMk/>
            <pc:sldMk cId="2738950240" sldId="885"/>
            <ac:spMk id="34" creationId="{FE9337E5-1026-4EE2-8B37-0A71931BB186}"/>
          </ac:spMkLst>
        </pc:spChg>
        <pc:spChg chg="mod">
          <ac:chgData name="Minh Huynh" userId="01a137d4-0d81-46e0-aca6-c9185b391828" providerId="ADAL" clId="{18447838-0BCA-432B-86F3-BB78526C143F}" dt="2026-10-12T12:19:57.427" v="213"/>
          <ac:spMkLst>
            <pc:docMk/>
            <pc:sldMk cId="2738950240" sldId="885"/>
            <ac:spMk id="35" creationId="{6D404012-D62F-4034-B3D0-818F3C31F861}"/>
          </ac:spMkLst>
        </pc:spChg>
        <pc:spChg chg="mod">
          <ac:chgData name="Minh Huynh" userId="01a137d4-0d81-46e0-aca6-c9185b391828" providerId="ADAL" clId="{18447838-0BCA-432B-86F3-BB78526C143F}" dt="2026-10-12T12:19:57.427" v="213"/>
          <ac:spMkLst>
            <pc:docMk/>
            <pc:sldMk cId="2738950240" sldId="885"/>
            <ac:spMk id="37" creationId="{0FC85C24-ECCA-4946-8007-EDA8FF43B699}"/>
          </ac:spMkLst>
        </pc:spChg>
        <pc:spChg chg="mod">
          <ac:chgData name="Minh Huynh" userId="01a137d4-0d81-46e0-aca6-c9185b391828" providerId="ADAL" clId="{18447838-0BCA-432B-86F3-BB78526C143F}" dt="2026-10-12T12:19:57.427" v="213"/>
          <ac:spMkLst>
            <pc:docMk/>
            <pc:sldMk cId="2738950240" sldId="885"/>
            <ac:spMk id="38" creationId="{A0CAF9AE-57C4-4C91-82BE-92FDC3948B95}"/>
          </ac:spMkLst>
        </pc:spChg>
        <pc:spChg chg="mod">
          <ac:chgData name="Minh Huynh" userId="01a137d4-0d81-46e0-aca6-c9185b391828" providerId="ADAL" clId="{18447838-0BCA-432B-86F3-BB78526C143F}" dt="2026-10-12T12:19:57.427" v="213"/>
          <ac:spMkLst>
            <pc:docMk/>
            <pc:sldMk cId="2738950240" sldId="885"/>
            <ac:spMk id="40" creationId="{51CA3270-8F03-4C70-AB8C-8DD15FB48984}"/>
          </ac:spMkLst>
        </pc:spChg>
        <pc:spChg chg="mod">
          <ac:chgData name="Minh Huynh" userId="01a137d4-0d81-46e0-aca6-c9185b391828" providerId="ADAL" clId="{18447838-0BCA-432B-86F3-BB78526C143F}" dt="2026-10-12T12:19:57.427" v="213"/>
          <ac:spMkLst>
            <pc:docMk/>
            <pc:sldMk cId="2738950240" sldId="885"/>
            <ac:spMk id="41" creationId="{F41BEE5F-8E54-438E-B4D3-28C90850C238}"/>
          </ac:spMkLst>
        </pc:spChg>
        <pc:spChg chg="add mod">
          <ac:chgData name="Minh Huynh" userId="01a137d4-0d81-46e0-aca6-c9185b391828" providerId="ADAL" clId="{18447838-0BCA-432B-86F3-BB78526C143F}" dt="2026-10-12T12:20:25.401" v="268" actId="1076"/>
          <ac:spMkLst>
            <pc:docMk/>
            <pc:sldMk cId="2738950240" sldId="885"/>
            <ac:spMk id="42" creationId="{B242F3DE-95B6-40BC-856D-34209F6F41E3}"/>
          </ac:spMkLst>
        </pc:spChg>
        <pc:spChg chg="add mod">
          <ac:chgData name="Minh Huynh" userId="01a137d4-0d81-46e0-aca6-c9185b391828" providerId="ADAL" clId="{18447838-0BCA-432B-86F3-BB78526C143F}" dt="2026-10-12T12:20:25.401" v="268" actId="1076"/>
          <ac:spMkLst>
            <pc:docMk/>
            <pc:sldMk cId="2738950240" sldId="885"/>
            <ac:spMk id="43" creationId="{15B02777-4E6D-495F-946D-5C5CB5D4B55F}"/>
          </ac:spMkLst>
        </pc:spChg>
        <pc:spChg chg="add mod">
          <ac:chgData name="Minh Huynh" userId="01a137d4-0d81-46e0-aca6-c9185b391828" providerId="ADAL" clId="{18447838-0BCA-432B-86F3-BB78526C143F}" dt="2026-10-12T12:20:25.401" v="268" actId="1076"/>
          <ac:spMkLst>
            <pc:docMk/>
            <pc:sldMk cId="2738950240" sldId="885"/>
            <ac:spMk id="44" creationId="{0F20EE40-3AC7-42A0-A90D-0ADDC57C2037}"/>
          </ac:spMkLst>
        </pc:spChg>
        <pc:spChg chg="add mod">
          <ac:chgData name="Minh Huynh" userId="01a137d4-0d81-46e0-aca6-c9185b391828" providerId="ADAL" clId="{18447838-0BCA-432B-86F3-BB78526C143F}" dt="2026-10-12T12:20:25.401" v="268" actId="1076"/>
          <ac:spMkLst>
            <pc:docMk/>
            <pc:sldMk cId="2738950240" sldId="885"/>
            <ac:spMk id="45" creationId="{C918D1B5-F5B4-40C0-9396-EDF40DD3CACB}"/>
          </ac:spMkLst>
        </pc:spChg>
        <pc:spChg chg="add mod">
          <ac:chgData name="Minh Huynh" userId="01a137d4-0d81-46e0-aca6-c9185b391828" providerId="ADAL" clId="{18447838-0BCA-432B-86F3-BB78526C143F}" dt="2026-10-12T12:20:25.401" v="268" actId="1076"/>
          <ac:spMkLst>
            <pc:docMk/>
            <pc:sldMk cId="2738950240" sldId="885"/>
            <ac:spMk id="46" creationId="{71EA0A16-FC98-4B12-B68E-019281B65B2E}"/>
          </ac:spMkLst>
        </pc:spChg>
        <pc:spChg chg="add mod">
          <ac:chgData name="Minh Huynh" userId="01a137d4-0d81-46e0-aca6-c9185b391828" providerId="ADAL" clId="{18447838-0BCA-432B-86F3-BB78526C143F}" dt="2026-10-12T12:20:25.401" v="268" actId="1076"/>
          <ac:spMkLst>
            <pc:docMk/>
            <pc:sldMk cId="2738950240" sldId="885"/>
            <ac:spMk id="47" creationId="{3587714D-2307-4E12-B0FA-ED8B002AFD76}"/>
          </ac:spMkLst>
        </pc:spChg>
        <pc:spChg chg="add mod">
          <ac:chgData name="Minh Huynh" userId="01a137d4-0d81-46e0-aca6-c9185b391828" providerId="ADAL" clId="{18447838-0BCA-432B-86F3-BB78526C143F}" dt="2026-10-12T12:20:25.401" v="268" actId="1076"/>
          <ac:spMkLst>
            <pc:docMk/>
            <pc:sldMk cId="2738950240" sldId="885"/>
            <ac:spMk id="48" creationId="{48ED4C52-748F-4FF8-BB75-5D7EFB90836A}"/>
          </ac:spMkLst>
        </pc:spChg>
        <pc:spChg chg="add mod">
          <ac:chgData name="Minh Huynh" userId="01a137d4-0d81-46e0-aca6-c9185b391828" providerId="ADAL" clId="{18447838-0BCA-432B-86F3-BB78526C143F}" dt="2026-10-12T12:20:25.401" v="268" actId="1076"/>
          <ac:spMkLst>
            <pc:docMk/>
            <pc:sldMk cId="2738950240" sldId="885"/>
            <ac:spMk id="49" creationId="{BDAED572-4913-4721-9EFC-1D017663DE1D}"/>
          </ac:spMkLst>
        </pc:spChg>
        <pc:spChg chg="add mod">
          <ac:chgData name="Minh Huynh" userId="01a137d4-0d81-46e0-aca6-c9185b391828" providerId="ADAL" clId="{18447838-0BCA-432B-86F3-BB78526C143F}" dt="2026-10-12T12:20:25.401" v="268" actId="1076"/>
          <ac:spMkLst>
            <pc:docMk/>
            <pc:sldMk cId="2738950240" sldId="885"/>
            <ac:spMk id="50" creationId="{6138217B-56EB-435F-AEC6-75D0ED8A32AF}"/>
          </ac:spMkLst>
        </pc:spChg>
        <pc:spChg chg="add mod">
          <ac:chgData name="Minh Huynh" userId="01a137d4-0d81-46e0-aca6-c9185b391828" providerId="ADAL" clId="{18447838-0BCA-432B-86F3-BB78526C143F}" dt="2026-10-12T12:20:25.401" v="268" actId="1076"/>
          <ac:spMkLst>
            <pc:docMk/>
            <pc:sldMk cId="2738950240" sldId="885"/>
            <ac:spMk id="51" creationId="{0253CE86-679E-46D6-98AA-32632A73FCA3}"/>
          </ac:spMkLst>
        </pc:spChg>
        <pc:spChg chg="add mod">
          <ac:chgData name="Minh Huynh" userId="01a137d4-0d81-46e0-aca6-c9185b391828" providerId="ADAL" clId="{18447838-0BCA-432B-86F3-BB78526C143F}" dt="2026-10-12T12:20:25.401" v="268" actId="1076"/>
          <ac:spMkLst>
            <pc:docMk/>
            <pc:sldMk cId="2738950240" sldId="885"/>
            <ac:spMk id="52" creationId="{AFA18A70-4DF8-4816-ABC5-64670E6F1DE5}"/>
          </ac:spMkLst>
        </pc:spChg>
        <pc:spChg chg="add mod">
          <ac:chgData name="Minh Huynh" userId="01a137d4-0d81-46e0-aca6-c9185b391828" providerId="ADAL" clId="{18447838-0BCA-432B-86F3-BB78526C143F}" dt="2026-10-12T12:20:25.401" v="268" actId="1076"/>
          <ac:spMkLst>
            <pc:docMk/>
            <pc:sldMk cId="2738950240" sldId="885"/>
            <ac:spMk id="53" creationId="{FF5C1C2B-5300-4059-93AD-D6CA40AB49FC}"/>
          </ac:spMkLst>
        </pc:spChg>
        <pc:spChg chg="add mod">
          <ac:chgData name="Minh Huynh" userId="01a137d4-0d81-46e0-aca6-c9185b391828" providerId="ADAL" clId="{18447838-0BCA-432B-86F3-BB78526C143F}" dt="2026-10-12T12:20:25.401" v="268" actId="1076"/>
          <ac:spMkLst>
            <pc:docMk/>
            <pc:sldMk cId="2738950240" sldId="885"/>
            <ac:spMk id="54" creationId="{0CF689A3-C735-44C0-B575-79FAF2D9C7DF}"/>
          </ac:spMkLst>
        </pc:spChg>
        <pc:spChg chg="add mod">
          <ac:chgData name="Minh Huynh" userId="01a137d4-0d81-46e0-aca6-c9185b391828" providerId="ADAL" clId="{18447838-0BCA-432B-86F3-BB78526C143F}" dt="2026-10-12T12:20:25.401" v="268" actId="1076"/>
          <ac:spMkLst>
            <pc:docMk/>
            <pc:sldMk cId="2738950240" sldId="885"/>
            <ac:spMk id="55" creationId="{58DA22CD-9A5D-4543-BD5C-C20CC619E752}"/>
          </ac:spMkLst>
        </pc:spChg>
        <pc:spChg chg="add mod">
          <ac:chgData name="Minh Huynh" userId="01a137d4-0d81-46e0-aca6-c9185b391828" providerId="ADAL" clId="{18447838-0BCA-432B-86F3-BB78526C143F}" dt="2026-10-12T12:20:25.401" v="268" actId="1076"/>
          <ac:spMkLst>
            <pc:docMk/>
            <pc:sldMk cId="2738950240" sldId="885"/>
            <ac:spMk id="56" creationId="{1E023B0A-69A6-4BD1-9093-4AB9C8C844E6}"/>
          </ac:spMkLst>
        </pc:spChg>
        <pc:spChg chg="add mod">
          <ac:chgData name="Minh Huynh" userId="01a137d4-0d81-46e0-aca6-c9185b391828" providerId="ADAL" clId="{18447838-0BCA-432B-86F3-BB78526C143F}" dt="2026-10-12T12:20:25.401" v="268" actId="1076"/>
          <ac:spMkLst>
            <pc:docMk/>
            <pc:sldMk cId="2738950240" sldId="885"/>
            <ac:spMk id="57" creationId="{BCC7C8DE-36AA-4E38-ADD4-33ABEEB98403}"/>
          </ac:spMkLst>
        </pc:spChg>
        <pc:spChg chg="add mod">
          <ac:chgData name="Minh Huynh" userId="01a137d4-0d81-46e0-aca6-c9185b391828" providerId="ADAL" clId="{18447838-0BCA-432B-86F3-BB78526C143F}" dt="2026-10-12T12:20:25.401" v="268" actId="1076"/>
          <ac:spMkLst>
            <pc:docMk/>
            <pc:sldMk cId="2738950240" sldId="885"/>
            <ac:spMk id="58" creationId="{E2B35763-B21F-4E32-BAB0-1924A7E3E223}"/>
          </ac:spMkLst>
        </pc:spChg>
        <pc:spChg chg="add mod">
          <ac:chgData name="Minh Huynh" userId="01a137d4-0d81-46e0-aca6-c9185b391828" providerId="ADAL" clId="{18447838-0BCA-432B-86F3-BB78526C143F}" dt="2026-10-12T12:20:25.401" v="268" actId="1076"/>
          <ac:spMkLst>
            <pc:docMk/>
            <pc:sldMk cId="2738950240" sldId="885"/>
            <ac:spMk id="59" creationId="{F5BB3A27-C1D7-4D91-8711-CBECDC2AAAB4}"/>
          </ac:spMkLst>
        </pc:spChg>
        <pc:spChg chg="add mod">
          <ac:chgData name="Minh Huynh" userId="01a137d4-0d81-46e0-aca6-c9185b391828" providerId="ADAL" clId="{18447838-0BCA-432B-86F3-BB78526C143F}" dt="2026-10-12T12:20:25.401" v="268" actId="1076"/>
          <ac:spMkLst>
            <pc:docMk/>
            <pc:sldMk cId="2738950240" sldId="885"/>
            <ac:spMk id="60" creationId="{432556BA-79C5-4CA3-82A3-9D1662FFB47C}"/>
          </ac:spMkLst>
        </pc:spChg>
        <pc:spChg chg="add mod">
          <ac:chgData name="Minh Huynh" userId="01a137d4-0d81-46e0-aca6-c9185b391828" providerId="ADAL" clId="{18447838-0BCA-432B-86F3-BB78526C143F}" dt="2026-10-12T12:20:25.401" v="268" actId="1076"/>
          <ac:spMkLst>
            <pc:docMk/>
            <pc:sldMk cId="2738950240" sldId="885"/>
            <ac:spMk id="61" creationId="{0617273F-AA08-49F0-A2D6-A14FCC87A948}"/>
          </ac:spMkLst>
        </pc:spChg>
        <pc:spChg chg="add mod">
          <ac:chgData name="Minh Huynh" userId="01a137d4-0d81-46e0-aca6-c9185b391828" providerId="ADAL" clId="{18447838-0BCA-432B-86F3-BB78526C143F}" dt="2026-10-12T12:20:25.401" v="268" actId="1076"/>
          <ac:spMkLst>
            <pc:docMk/>
            <pc:sldMk cId="2738950240" sldId="885"/>
            <ac:spMk id="62" creationId="{85875A4D-AFA4-476A-8D81-F9CA4EFC1CD3}"/>
          </ac:spMkLst>
        </pc:spChg>
        <pc:spChg chg="add mod">
          <ac:chgData name="Minh Huynh" userId="01a137d4-0d81-46e0-aca6-c9185b391828" providerId="ADAL" clId="{18447838-0BCA-432B-86F3-BB78526C143F}" dt="2026-10-12T12:20:25.401" v="268" actId="1076"/>
          <ac:spMkLst>
            <pc:docMk/>
            <pc:sldMk cId="2738950240" sldId="885"/>
            <ac:spMk id="63" creationId="{85E43DC6-C32C-45A7-B8F6-9292264965F0}"/>
          </ac:spMkLst>
        </pc:spChg>
        <pc:spChg chg="add mod">
          <ac:chgData name="Minh Huynh" userId="01a137d4-0d81-46e0-aca6-c9185b391828" providerId="ADAL" clId="{18447838-0BCA-432B-86F3-BB78526C143F}" dt="2026-10-12T12:20:25.401" v="268" actId="1076"/>
          <ac:spMkLst>
            <pc:docMk/>
            <pc:sldMk cId="2738950240" sldId="885"/>
            <ac:spMk id="64" creationId="{B08F03FF-0CCE-4BD7-A7A2-06AD2EB991D8}"/>
          </ac:spMkLst>
        </pc:spChg>
        <pc:spChg chg="add mod">
          <ac:chgData name="Minh Huynh" userId="01a137d4-0d81-46e0-aca6-c9185b391828" providerId="ADAL" clId="{18447838-0BCA-432B-86F3-BB78526C143F}" dt="2026-10-12T12:20:25.401" v="268" actId="1076"/>
          <ac:spMkLst>
            <pc:docMk/>
            <pc:sldMk cId="2738950240" sldId="885"/>
            <ac:spMk id="65" creationId="{DD1C0551-ACE7-448B-B258-4BB3E87EF914}"/>
          </ac:spMkLst>
        </pc:spChg>
        <pc:spChg chg="add mod">
          <ac:chgData name="Minh Huynh" userId="01a137d4-0d81-46e0-aca6-c9185b391828" providerId="ADAL" clId="{18447838-0BCA-432B-86F3-BB78526C143F}" dt="2026-10-12T12:20:25.401" v="268" actId="1076"/>
          <ac:spMkLst>
            <pc:docMk/>
            <pc:sldMk cId="2738950240" sldId="885"/>
            <ac:spMk id="66" creationId="{1B851FF8-6234-496E-958E-BE95A3F06E9B}"/>
          </ac:spMkLst>
        </pc:spChg>
        <pc:spChg chg="add mod">
          <ac:chgData name="Minh Huynh" userId="01a137d4-0d81-46e0-aca6-c9185b391828" providerId="ADAL" clId="{18447838-0BCA-432B-86F3-BB78526C143F}" dt="2026-10-12T12:20:25.401" v="268" actId="1076"/>
          <ac:spMkLst>
            <pc:docMk/>
            <pc:sldMk cId="2738950240" sldId="885"/>
            <ac:spMk id="67" creationId="{DE1EC9FF-A4CD-4277-955E-E586340652F8}"/>
          </ac:spMkLst>
        </pc:spChg>
        <pc:spChg chg="add mod">
          <ac:chgData name="Minh Huynh" userId="01a137d4-0d81-46e0-aca6-c9185b391828" providerId="ADAL" clId="{18447838-0BCA-432B-86F3-BB78526C143F}" dt="2026-10-12T12:20:25.401" v="268" actId="1076"/>
          <ac:spMkLst>
            <pc:docMk/>
            <pc:sldMk cId="2738950240" sldId="885"/>
            <ac:spMk id="68" creationId="{8D89AC36-0742-462D-BB9A-13541A228B69}"/>
          </ac:spMkLst>
        </pc:spChg>
        <pc:spChg chg="add mod">
          <ac:chgData name="Minh Huynh" userId="01a137d4-0d81-46e0-aca6-c9185b391828" providerId="ADAL" clId="{18447838-0BCA-432B-86F3-BB78526C143F}" dt="2026-10-12T12:20:25.401" v="268" actId="1076"/>
          <ac:spMkLst>
            <pc:docMk/>
            <pc:sldMk cId="2738950240" sldId="885"/>
            <ac:spMk id="69" creationId="{2205AC33-9FDD-4C20-9251-8EDE93B7E154}"/>
          </ac:spMkLst>
        </pc:spChg>
        <pc:spChg chg="add mod">
          <ac:chgData name="Minh Huynh" userId="01a137d4-0d81-46e0-aca6-c9185b391828" providerId="ADAL" clId="{18447838-0BCA-432B-86F3-BB78526C143F}" dt="2026-10-12T12:20:25.401" v="268" actId="1076"/>
          <ac:spMkLst>
            <pc:docMk/>
            <pc:sldMk cId="2738950240" sldId="885"/>
            <ac:spMk id="70" creationId="{F1E7DEA1-9F9C-43D3-821E-E4130A01C0E6}"/>
          </ac:spMkLst>
        </pc:spChg>
        <pc:spChg chg="add mod">
          <ac:chgData name="Minh Huynh" userId="01a137d4-0d81-46e0-aca6-c9185b391828" providerId="ADAL" clId="{18447838-0BCA-432B-86F3-BB78526C143F}" dt="2026-10-12T12:20:25.401" v="268" actId="1076"/>
          <ac:spMkLst>
            <pc:docMk/>
            <pc:sldMk cId="2738950240" sldId="885"/>
            <ac:spMk id="71" creationId="{3BCDA718-6115-41E1-82DB-47DF09B9F038}"/>
          </ac:spMkLst>
        </pc:spChg>
        <pc:spChg chg="add mod">
          <ac:chgData name="Minh Huynh" userId="01a137d4-0d81-46e0-aca6-c9185b391828" providerId="ADAL" clId="{18447838-0BCA-432B-86F3-BB78526C143F}" dt="2026-10-12T12:20:25.401" v="268" actId="1076"/>
          <ac:spMkLst>
            <pc:docMk/>
            <pc:sldMk cId="2738950240" sldId="885"/>
            <ac:spMk id="72" creationId="{AA3DA68F-6579-4209-9EDE-07E56659287D}"/>
          </ac:spMkLst>
        </pc:spChg>
        <pc:spChg chg="add mod">
          <ac:chgData name="Minh Huynh" userId="01a137d4-0d81-46e0-aca6-c9185b391828" providerId="ADAL" clId="{18447838-0BCA-432B-86F3-BB78526C143F}" dt="2026-10-12T12:20:25.401" v="268" actId="1076"/>
          <ac:spMkLst>
            <pc:docMk/>
            <pc:sldMk cId="2738950240" sldId="885"/>
            <ac:spMk id="73" creationId="{59C30626-DD0B-42BC-8B6D-81D18D1782A8}"/>
          </ac:spMkLst>
        </pc:spChg>
        <pc:spChg chg="add mod">
          <ac:chgData name="Minh Huynh" userId="01a137d4-0d81-46e0-aca6-c9185b391828" providerId="ADAL" clId="{18447838-0BCA-432B-86F3-BB78526C143F}" dt="2026-10-12T12:21:26.108" v="500" actId="5793"/>
          <ac:spMkLst>
            <pc:docMk/>
            <pc:sldMk cId="2738950240" sldId="885"/>
            <ac:spMk id="74" creationId="{0BC5EFDD-B5EE-4CD3-9813-3FC4733EEA9A}"/>
          </ac:spMkLst>
        </pc:spChg>
        <pc:grpChg chg="add mod">
          <ac:chgData name="Minh Huynh" userId="01a137d4-0d81-46e0-aca6-c9185b391828" providerId="ADAL" clId="{18447838-0BCA-432B-86F3-BB78526C143F}" dt="2026-10-12T12:20:25.401" v="268" actId="1076"/>
          <ac:grpSpMkLst>
            <pc:docMk/>
            <pc:sldMk cId="2738950240" sldId="885"/>
            <ac:grpSpMk id="11" creationId="{5B920099-B518-4D2E-82E0-343DE121F2BB}"/>
          </ac:grpSpMkLst>
        </pc:grpChg>
        <pc:grpChg chg="add mod">
          <ac:chgData name="Minh Huynh" userId="01a137d4-0d81-46e0-aca6-c9185b391828" providerId="ADAL" clId="{18447838-0BCA-432B-86F3-BB78526C143F}" dt="2026-10-12T12:20:25.401" v="268" actId="1076"/>
          <ac:grpSpMkLst>
            <pc:docMk/>
            <pc:sldMk cId="2738950240" sldId="885"/>
            <ac:grpSpMk id="21" creationId="{E32746D7-EBE4-4027-A1F0-9FA7C95395C3}"/>
          </ac:grpSpMkLst>
        </pc:grpChg>
        <pc:grpChg chg="add mod">
          <ac:chgData name="Minh Huynh" userId="01a137d4-0d81-46e0-aca6-c9185b391828" providerId="ADAL" clId="{18447838-0BCA-432B-86F3-BB78526C143F}" dt="2026-10-12T12:20:25.401" v="268" actId="1076"/>
          <ac:grpSpMkLst>
            <pc:docMk/>
            <pc:sldMk cId="2738950240" sldId="885"/>
            <ac:grpSpMk id="24" creationId="{AE50BED5-117F-4004-8FA4-DFF30C46E086}"/>
          </ac:grpSpMkLst>
        </pc:grpChg>
        <pc:grpChg chg="add mod">
          <ac:chgData name="Minh Huynh" userId="01a137d4-0d81-46e0-aca6-c9185b391828" providerId="ADAL" clId="{18447838-0BCA-432B-86F3-BB78526C143F}" dt="2026-10-12T12:20:25.401" v="268" actId="1076"/>
          <ac:grpSpMkLst>
            <pc:docMk/>
            <pc:sldMk cId="2738950240" sldId="885"/>
            <ac:grpSpMk id="27" creationId="{759EA27F-95C7-4804-AFD4-5719CB73F124}"/>
          </ac:grpSpMkLst>
        </pc:grpChg>
        <pc:grpChg chg="add mod">
          <ac:chgData name="Minh Huynh" userId="01a137d4-0d81-46e0-aca6-c9185b391828" providerId="ADAL" clId="{18447838-0BCA-432B-86F3-BB78526C143F}" dt="2026-10-12T12:20:25.401" v="268" actId="1076"/>
          <ac:grpSpMkLst>
            <pc:docMk/>
            <pc:sldMk cId="2738950240" sldId="885"/>
            <ac:grpSpMk id="30" creationId="{47402669-A510-48D5-B430-FB374E0176A9}"/>
          </ac:grpSpMkLst>
        </pc:grpChg>
        <pc:grpChg chg="add mod">
          <ac:chgData name="Minh Huynh" userId="01a137d4-0d81-46e0-aca6-c9185b391828" providerId="ADAL" clId="{18447838-0BCA-432B-86F3-BB78526C143F}" dt="2026-10-12T12:20:25.401" v="268" actId="1076"/>
          <ac:grpSpMkLst>
            <pc:docMk/>
            <pc:sldMk cId="2738950240" sldId="885"/>
            <ac:grpSpMk id="33" creationId="{4289E4EA-4973-49E4-85D7-336AD5D53DE7}"/>
          </ac:grpSpMkLst>
        </pc:grpChg>
        <pc:grpChg chg="add mod">
          <ac:chgData name="Minh Huynh" userId="01a137d4-0d81-46e0-aca6-c9185b391828" providerId="ADAL" clId="{18447838-0BCA-432B-86F3-BB78526C143F}" dt="2026-10-12T12:20:25.401" v="268" actId="1076"/>
          <ac:grpSpMkLst>
            <pc:docMk/>
            <pc:sldMk cId="2738950240" sldId="885"/>
            <ac:grpSpMk id="36" creationId="{EF2B91C8-07CB-4470-ACA1-DB1139D2851A}"/>
          </ac:grpSpMkLst>
        </pc:grpChg>
        <pc:grpChg chg="add mod">
          <ac:chgData name="Minh Huynh" userId="01a137d4-0d81-46e0-aca6-c9185b391828" providerId="ADAL" clId="{18447838-0BCA-432B-86F3-BB78526C143F}" dt="2026-10-12T12:20:25.401" v="268" actId="1076"/>
          <ac:grpSpMkLst>
            <pc:docMk/>
            <pc:sldMk cId="2738950240" sldId="885"/>
            <ac:grpSpMk id="39" creationId="{C27BFCA6-6D08-4B06-AC70-0E9D35442B6C}"/>
          </ac:grpSpMkLst>
        </pc:grpChg>
        <pc:picChg chg="del">
          <ac:chgData name="Minh Huynh" userId="01a137d4-0d81-46e0-aca6-c9185b391828" providerId="ADAL" clId="{18447838-0BCA-432B-86F3-BB78526C143F}" dt="2026-10-12T12:19:52.205" v="211" actId="478"/>
          <ac:picMkLst>
            <pc:docMk/>
            <pc:sldMk cId="2738950240" sldId="885"/>
            <ac:picMk id="6" creationId="{A382D1C7-26E9-43BC-8400-1AD84F16D59D}"/>
          </ac:picMkLst>
        </pc:picChg>
      </pc:sldChg>
      <pc:sldChg chg="addSp modSp add mod">
        <pc:chgData name="Minh Huynh" userId="01a137d4-0d81-46e0-aca6-c9185b391828" providerId="ADAL" clId="{18447838-0BCA-432B-86F3-BB78526C143F}" dt="2026-10-12T12:23:13.268" v="656" actId="1076"/>
        <pc:sldMkLst>
          <pc:docMk/>
          <pc:sldMk cId="1430599913" sldId="886"/>
        </pc:sldMkLst>
        <pc:spChg chg="mod">
          <ac:chgData name="Minh Huynh" userId="01a137d4-0d81-46e0-aca6-c9185b391828" providerId="ADAL" clId="{18447838-0BCA-432B-86F3-BB78526C143F}" dt="2026-10-12T12:22:55.821" v="652" actId="1076"/>
          <ac:spMkLst>
            <pc:docMk/>
            <pc:sldMk cId="1430599913" sldId="886"/>
            <ac:spMk id="7" creationId="{A67962BC-F52B-4512-BD54-D49B95A1B3C0}"/>
          </ac:spMkLst>
        </pc:spChg>
        <pc:spChg chg="mod">
          <ac:chgData name="Minh Huynh" userId="01a137d4-0d81-46e0-aca6-c9185b391828" providerId="ADAL" clId="{18447838-0BCA-432B-86F3-BB78526C143F}" dt="2026-10-12T12:22:55.821" v="652" actId="1076"/>
          <ac:spMkLst>
            <pc:docMk/>
            <pc:sldMk cId="1430599913" sldId="886"/>
            <ac:spMk id="8" creationId="{6A3F74B8-F5C4-47E9-B418-6F97CC2CB912}"/>
          </ac:spMkLst>
        </pc:spChg>
        <pc:spChg chg="mod">
          <ac:chgData name="Minh Huynh" userId="01a137d4-0d81-46e0-aca6-c9185b391828" providerId="ADAL" clId="{18447838-0BCA-432B-86F3-BB78526C143F}" dt="2026-10-12T12:22:55.821" v="652" actId="1076"/>
          <ac:spMkLst>
            <pc:docMk/>
            <pc:sldMk cId="1430599913" sldId="886"/>
            <ac:spMk id="9" creationId="{4B34126E-809A-41DA-8EB7-3DFADF0446A8}"/>
          </ac:spMkLst>
        </pc:spChg>
        <pc:spChg chg="mod">
          <ac:chgData name="Minh Huynh" userId="01a137d4-0d81-46e0-aca6-c9185b391828" providerId="ADAL" clId="{18447838-0BCA-432B-86F3-BB78526C143F}" dt="2026-10-12T12:22:55.821" v="652" actId="1076"/>
          <ac:spMkLst>
            <pc:docMk/>
            <pc:sldMk cId="1430599913" sldId="886"/>
            <ac:spMk id="10" creationId="{E48AF9D6-D45F-4795-969C-C4ADBA4B47BF}"/>
          </ac:spMkLst>
        </pc:spChg>
        <pc:spChg chg="mod">
          <ac:chgData name="Minh Huynh" userId="01a137d4-0d81-46e0-aca6-c9185b391828" providerId="ADAL" clId="{18447838-0BCA-432B-86F3-BB78526C143F}" dt="2026-10-12T12:22:55.821" v="652" actId="1076"/>
          <ac:spMkLst>
            <pc:docMk/>
            <pc:sldMk cId="1430599913" sldId="886"/>
            <ac:spMk id="14" creationId="{421E6674-F7CF-4046-8FBF-EF120C0FFEEE}"/>
          </ac:spMkLst>
        </pc:spChg>
        <pc:spChg chg="mod">
          <ac:chgData name="Minh Huynh" userId="01a137d4-0d81-46e0-aca6-c9185b391828" providerId="ADAL" clId="{18447838-0BCA-432B-86F3-BB78526C143F}" dt="2026-10-12T12:22:55.821" v="652" actId="1076"/>
          <ac:spMkLst>
            <pc:docMk/>
            <pc:sldMk cId="1430599913" sldId="886"/>
            <ac:spMk id="15" creationId="{E9585141-F4EB-4C15-8E4D-D717B624A067}"/>
          </ac:spMkLst>
        </pc:spChg>
        <pc:spChg chg="mod">
          <ac:chgData name="Minh Huynh" userId="01a137d4-0d81-46e0-aca6-c9185b391828" providerId="ADAL" clId="{18447838-0BCA-432B-86F3-BB78526C143F}" dt="2026-10-12T12:22:55.821" v="652" actId="1076"/>
          <ac:spMkLst>
            <pc:docMk/>
            <pc:sldMk cId="1430599913" sldId="886"/>
            <ac:spMk id="16" creationId="{996F9ED6-A1A8-472C-B07B-4E2EA53EB1A0}"/>
          </ac:spMkLst>
        </pc:spChg>
        <pc:spChg chg="mod">
          <ac:chgData name="Minh Huynh" userId="01a137d4-0d81-46e0-aca6-c9185b391828" providerId="ADAL" clId="{18447838-0BCA-432B-86F3-BB78526C143F}" dt="2026-10-12T12:22:55.821" v="652" actId="1076"/>
          <ac:spMkLst>
            <pc:docMk/>
            <pc:sldMk cId="1430599913" sldId="886"/>
            <ac:spMk id="17" creationId="{19C81F2C-03B6-467B-BB59-61285F0AF733}"/>
          </ac:spMkLst>
        </pc:spChg>
        <pc:spChg chg="mod">
          <ac:chgData name="Minh Huynh" userId="01a137d4-0d81-46e0-aca6-c9185b391828" providerId="ADAL" clId="{18447838-0BCA-432B-86F3-BB78526C143F}" dt="2026-10-12T12:22:55.821" v="652" actId="1076"/>
          <ac:spMkLst>
            <pc:docMk/>
            <pc:sldMk cId="1430599913" sldId="886"/>
            <ac:spMk id="18" creationId="{8DA94EEE-1E2F-4C80-A31A-273A42C9402E}"/>
          </ac:spMkLst>
        </pc:spChg>
        <pc:spChg chg="mod">
          <ac:chgData name="Minh Huynh" userId="01a137d4-0d81-46e0-aca6-c9185b391828" providerId="ADAL" clId="{18447838-0BCA-432B-86F3-BB78526C143F}" dt="2026-10-12T12:22:55.821" v="652" actId="1076"/>
          <ac:spMkLst>
            <pc:docMk/>
            <pc:sldMk cId="1430599913" sldId="886"/>
            <ac:spMk id="19" creationId="{143F4B56-B9BA-436A-9DE1-E4DB661A1C4D}"/>
          </ac:spMkLst>
        </pc:spChg>
        <pc:spChg chg="mod">
          <ac:chgData name="Minh Huynh" userId="01a137d4-0d81-46e0-aca6-c9185b391828" providerId="ADAL" clId="{18447838-0BCA-432B-86F3-BB78526C143F}" dt="2026-10-12T12:22:55.821" v="652" actId="1076"/>
          <ac:spMkLst>
            <pc:docMk/>
            <pc:sldMk cId="1430599913" sldId="886"/>
            <ac:spMk id="20" creationId="{7B0834B4-98F5-4D56-851D-F433D8432989}"/>
          </ac:spMkLst>
        </pc:spChg>
        <pc:spChg chg="mod">
          <ac:chgData name="Minh Huynh" userId="01a137d4-0d81-46e0-aca6-c9185b391828" providerId="ADAL" clId="{18447838-0BCA-432B-86F3-BB78526C143F}" dt="2026-10-12T12:22:55.821" v="652" actId="1076"/>
          <ac:spMkLst>
            <pc:docMk/>
            <pc:sldMk cId="1430599913" sldId="886"/>
            <ac:spMk id="42" creationId="{B242F3DE-95B6-40BC-856D-34209F6F41E3}"/>
          </ac:spMkLst>
        </pc:spChg>
        <pc:spChg chg="mod">
          <ac:chgData name="Minh Huynh" userId="01a137d4-0d81-46e0-aca6-c9185b391828" providerId="ADAL" clId="{18447838-0BCA-432B-86F3-BB78526C143F}" dt="2026-10-12T12:22:55.821" v="652" actId="1076"/>
          <ac:spMkLst>
            <pc:docMk/>
            <pc:sldMk cId="1430599913" sldId="886"/>
            <ac:spMk id="43" creationId="{15B02777-4E6D-495F-946D-5C5CB5D4B55F}"/>
          </ac:spMkLst>
        </pc:spChg>
        <pc:spChg chg="mod">
          <ac:chgData name="Minh Huynh" userId="01a137d4-0d81-46e0-aca6-c9185b391828" providerId="ADAL" clId="{18447838-0BCA-432B-86F3-BB78526C143F}" dt="2026-10-12T12:22:55.821" v="652" actId="1076"/>
          <ac:spMkLst>
            <pc:docMk/>
            <pc:sldMk cId="1430599913" sldId="886"/>
            <ac:spMk id="44" creationId="{0F20EE40-3AC7-42A0-A90D-0ADDC57C2037}"/>
          </ac:spMkLst>
        </pc:spChg>
        <pc:spChg chg="mod">
          <ac:chgData name="Minh Huynh" userId="01a137d4-0d81-46e0-aca6-c9185b391828" providerId="ADAL" clId="{18447838-0BCA-432B-86F3-BB78526C143F}" dt="2026-10-12T12:22:55.821" v="652" actId="1076"/>
          <ac:spMkLst>
            <pc:docMk/>
            <pc:sldMk cId="1430599913" sldId="886"/>
            <ac:spMk id="45" creationId="{C918D1B5-F5B4-40C0-9396-EDF40DD3CACB}"/>
          </ac:spMkLst>
        </pc:spChg>
        <pc:spChg chg="mod">
          <ac:chgData name="Minh Huynh" userId="01a137d4-0d81-46e0-aca6-c9185b391828" providerId="ADAL" clId="{18447838-0BCA-432B-86F3-BB78526C143F}" dt="2026-10-12T12:22:55.821" v="652" actId="1076"/>
          <ac:spMkLst>
            <pc:docMk/>
            <pc:sldMk cId="1430599913" sldId="886"/>
            <ac:spMk id="46" creationId="{71EA0A16-FC98-4B12-B68E-019281B65B2E}"/>
          </ac:spMkLst>
        </pc:spChg>
        <pc:spChg chg="mod">
          <ac:chgData name="Minh Huynh" userId="01a137d4-0d81-46e0-aca6-c9185b391828" providerId="ADAL" clId="{18447838-0BCA-432B-86F3-BB78526C143F}" dt="2026-10-12T12:22:55.821" v="652" actId="1076"/>
          <ac:spMkLst>
            <pc:docMk/>
            <pc:sldMk cId="1430599913" sldId="886"/>
            <ac:spMk id="47" creationId="{3587714D-2307-4E12-B0FA-ED8B002AFD76}"/>
          </ac:spMkLst>
        </pc:spChg>
        <pc:spChg chg="mod">
          <ac:chgData name="Minh Huynh" userId="01a137d4-0d81-46e0-aca6-c9185b391828" providerId="ADAL" clId="{18447838-0BCA-432B-86F3-BB78526C143F}" dt="2026-10-12T12:22:55.821" v="652" actId="1076"/>
          <ac:spMkLst>
            <pc:docMk/>
            <pc:sldMk cId="1430599913" sldId="886"/>
            <ac:spMk id="48" creationId="{48ED4C52-748F-4FF8-BB75-5D7EFB90836A}"/>
          </ac:spMkLst>
        </pc:spChg>
        <pc:spChg chg="mod">
          <ac:chgData name="Minh Huynh" userId="01a137d4-0d81-46e0-aca6-c9185b391828" providerId="ADAL" clId="{18447838-0BCA-432B-86F3-BB78526C143F}" dt="2026-10-12T12:22:55.821" v="652" actId="1076"/>
          <ac:spMkLst>
            <pc:docMk/>
            <pc:sldMk cId="1430599913" sldId="886"/>
            <ac:spMk id="49" creationId="{BDAED572-4913-4721-9EFC-1D017663DE1D}"/>
          </ac:spMkLst>
        </pc:spChg>
        <pc:spChg chg="mod">
          <ac:chgData name="Minh Huynh" userId="01a137d4-0d81-46e0-aca6-c9185b391828" providerId="ADAL" clId="{18447838-0BCA-432B-86F3-BB78526C143F}" dt="2026-10-12T12:22:55.821" v="652" actId="1076"/>
          <ac:spMkLst>
            <pc:docMk/>
            <pc:sldMk cId="1430599913" sldId="886"/>
            <ac:spMk id="50" creationId="{6138217B-56EB-435F-AEC6-75D0ED8A32AF}"/>
          </ac:spMkLst>
        </pc:spChg>
        <pc:spChg chg="mod">
          <ac:chgData name="Minh Huynh" userId="01a137d4-0d81-46e0-aca6-c9185b391828" providerId="ADAL" clId="{18447838-0BCA-432B-86F3-BB78526C143F}" dt="2026-10-12T12:22:55.821" v="652" actId="1076"/>
          <ac:spMkLst>
            <pc:docMk/>
            <pc:sldMk cId="1430599913" sldId="886"/>
            <ac:spMk id="51" creationId="{0253CE86-679E-46D6-98AA-32632A73FCA3}"/>
          </ac:spMkLst>
        </pc:spChg>
        <pc:spChg chg="mod">
          <ac:chgData name="Minh Huynh" userId="01a137d4-0d81-46e0-aca6-c9185b391828" providerId="ADAL" clId="{18447838-0BCA-432B-86F3-BB78526C143F}" dt="2026-10-12T12:22:55.821" v="652" actId="1076"/>
          <ac:spMkLst>
            <pc:docMk/>
            <pc:sldMk cId="1430599913" sldId="886"/>
            <ac:spMk id="52" creationId="{AFA18A70-4DF8-4816-ABC5-64670E6F1DE5}"/>
          </ac:spMkLst>
        </pc:spChg>
        <pc:spChg chg="mod">
          <ac:chgData name="Minh Huynh" userId="01a137d4-0d81-46e0-aca6-c9185b391828" providerId="ADAL" clId="{18447838-0BCA-432B-86F3-BB78526C143F}" dt="2026-10-12T12:22:55.821" v="652" actId="1076"/>
          <ac:spMkLst>
            <pc:docMk/>
            <pc:sldMk cId="1430599913" sldId="886"/>
            <ac:spMk id="53" creationId="{FF5C1C2B-5300-4059-93AD-D6CA40AB49FC}"/>
          </ac:spMkLst>
        </pc:spChg>
        <pc:spChg chg="mod">
          <ac:chgData name="Minh Huynh" userId="01a137d4-0d81-46e0-aca6-c9185b391828" providerId="ADAL" clId="{18447838-0BCA-432B-86F3-BB78526C143F}" dt="2026-10-12T12:22:55.821" v="652" actId="1076"/>
          <ac:spMkLst>
            <pc:docMk/>
            <pc:sldMk cId="1430599913" sldId="886"/>
            <ac:spMk id="54" creationId="{0CF689A3-C735-44C0-B575-79FAF2D9C7DF}"/>
          </ac:spMkLst>
        </pc:spChg>
        <pc:spChg chg="mod">
          <ac:chgData name="Minh Huynh" userId="01a137d4-0d81-46e0-aca6-c9185b391828" providerId="ADAL" clId="{18447838-0BCA-432B-86F3-BB78526C143F}" dt="2026-10-12T12:22:55.821" v="652" actId="1076"/>
          <ac:spMkLst>
            <pc:docMk/>
            <pc:sldMk cId="1430599913" sldId="886"/>
            <ac:spMk id="55" creationId="{58DA22CD-9A5D-4543-BD5C-C20CC619E752}"/>
          </ac:spMkLst>
        </pc:spChg>
        <pc:spChg chg="mod">
          <ac:chgData name="Minh Huynh" userId="01a137d4-0d81-46e0-aca6-c9185b391828" providerId="ADAL" clId="{18447838-0BCA-432B-86F3-BB78526C143F}" dt="2026-10-12T12:22:55.821" v="652" actId="1076"/>
          <ac:spMkLst>
            <pc:docMk/>
            <pc:sldMk cId="1430599913" sldId="886"/>
            <ac:spMk id="56" creationId="{1E023B0A-69A6-4BD1-9093-4AB9C8C844E6}"/>
          </ac:spMkLst>
        </pc:spChg>
        <pc:spChg chg="mod">
          <ac:chgData name="Minh Huynh" userId="01a137d4-0d81-46e0-aca6-c9185b391828" providerId="ADAL" clId="{18447838-0BCA-432B-86F3-BB78526C143F}" dt="2026-10-12T12:22:55.821" v="652" actId="1076"/>
          <ac:spMkLst>
            <pc:docMk/>
            <pc:sldMk cId="1430599913" sldId="886"/>
            <ac:spMk id="57" creationId="{BCC7C8DE-36AA-4E38-ADD4-33ABEEB98403}"/>
          </ac:spMkLst>
        </pc:spChg>
        <pc:spChg chg="mod">
          <ac:chgData name="Minh Huynh" userId="01a137d4-0d81-46e0-aca6-c9185b391828" providerId="ADAL" clId="{18447838-0BCA-432B-86F3-BB78526C143F}" dt="2026-10-12T12:22:55.821" v="652" actId="1076"/>
          <ac:spMkLst>
            <pc:docMk/>
            <pc:sldMk cId="1430599913" sldId="886"/>
            <ac:spMk id="58" creationId="{E2B35763-B21F-4E32-BAB0-1924A7E3E223}"/>
          </ac:spMkLst>
        </pc:spChg>
        <pc:spChg chg="mod">
          <ac:chgData name="Minh Huynh" userId="01a137d4-0d81-46e0-aca6-c9185b391828" providerId="ADAL" clId="{18447838-0BCA-432B-86F3-BB78526C143F}" dt="2026-10-12T12:22:55.821" v="652" actId="1076"/>
          <ac:spMkLst>
            <pc:docMk/>
            <pc:sldMk cId="1430599913" sldId="886"/>
            <ac:spMk id="59" creationId="{F5BB3A27-C1D7-4D91-8711-CBECDC2AAAB4}"/>
          </ac:spMkLst>
        </pc:spChg>
        <pc:spChg chg="mod">
          <ac:chgData name="Minh Huynh" userId="01a137d4-0d81-46e0-aca6-c9185b391828" providerId="ADAL" clId="{18447838-0BCA-432B-86F3-BB78526C143F}" dt="2026-10-12T12:22:55.821" v="652" actId="1076"/>
          <ac:spMkLst>
            <pc:docMk/>
            <pc:sldMk cId="1430599913" sldId="886"/>
            <ac:spMk id="60" creationId="{432556BA-79C5-4CA3-82A3-9D1662FFB47C}"/>
          </ac:spMkLst>
        </pc:spChg>
        <pc:spChg chg="mod">
          <ac:chgData name="Minh Huynh" userId="01a137d4-0d81-46e0-aca6-c9185b391828" providerId="ADAL" clId="{18447838-0BCA-432B-86F3-BB78526C143F}" dt="2026-10-12T12:22:55.821" v="652" actId="1076"/>
          <ac:spMkLst>
            <pc:docMk/>
            <pc:sldMk cId="1430599913" sldId="886"/>
            <ac:spMk id="61" creationId="{0617273F-AA08-49F0-A2D6-A14FCC87A948}"/>
          </ac:spMkLst>
        </pc:spChg>
        <pc:spChg chg="mod">
          <ac:chgData name="Minh Huynh" userId="01a137d4-0d81-46e0-aca6-c9185b391828" providerId="ADAL" clId="{18447838-0BCA-432B-86F3-BB78526C143F}" dt="2026-10-12T12:22:55.821" v="652" actId="1076"/>
          <ac:spMkLst>
            <pc:docMk/>
            <pc:sldMk cId="1430599913" sldId="886"/>
            <ac:spMk id="62" creationId="{85875A4D-AFA4-476A-8D81-F9CA4EFC1CD3}"/>
          </ac:spMkLst>
        </pc:spChg>
        <pc:spChg chg="mod">
          <ac:chgData name="Minh Huynh" userId="01a137d4-0d81-46e0-aca6-c9185b391828" providerId="ADAL" clId="{18447838-0BCA-432B-86F3-BB78526C143F}" dt="2026-10-12T12:22:55.821" v="652" actId="1076"/>
          <ac:spMkLst>
            <pc:docMk/>
            <pc:sldMk cId="1430599913" sldId="886"/>
            <ac:spMk id="63" creationId="{85E43DC6-C32C-45A7-B8F6-9292264965F0}"/>
          </ac:spMkLst>
        </pc:spChg>
        <pc:spChg chg="mod">
          <ac:chgData name="Minh Huynh" userId="01a137d4-0d81-46e0-aca6-c9185b391828" providerId="ADAL" clId="{18447838-0BCA-432B-86F3-BB78526C143F}" dt="2026-10-12T12:22:55.821" v="652" actId="1076"/>
          <ac:spMkLst>
            <pc:docMk/>
            <pc:sldMk cId="1430599913" sldId="886"/>
            <ac:spMk id="64" creationId="{B08F03FF-0CCE-4BD7-A7A2-06AD2EB991D8}"/>
          </ac:spMkLst>
        </pc:spChg>
        <pc:spChg chg="mod">
          <ac:chgData name="Minh Huynh" userId="01a137d4-0d81-46e0-aca6-c9185b391828" providerId="ADAL" clId="{18447838-0BCA-432B-86F3-BB78526C143F}" dt="2026-10-12T12:22:55.821" v="652" actId="1076"/>
          <ac:spMkLst>
            <pc:docMk/>
            <pc:sldMk cId="1430599913" sldId="886"/>
            <ac:spMk id="65" creationId="{DD1C0551-ACE7-448B-B258-4BB3E87EF914}"/>
          </ac:spMkLst>
        </pc:spChg>
        <pc:spChg chg="mod">
          <ac:chgData name="Minh Huynh" userId="01a137d4-0d81-46e0-aca6-c9185b391828" providerId="ADAL" clId="{18447838-0BCA-432B-86F3-BB78526C143F}" dt="2026-10-12T12:22:55.821" v="652" actId="1076"/>
          <ac:spMkLst>
            <pc:docMk/>
            <pc:sldMk cId="1430599913" sldId="886"/>
            <ac:spMk id="66" creationId="{1B851FF8-6234-496E-958E-BE95A3F06E9B}"/>
          </ac:spMkLst>
        </pc:spChg>
        <pc:spChg chg="mod">
          <ac:chgData name="Minh Huynh" userId="01a137d4-0d81-46e0-aca6-c9185b391828" providerId="ADAL" clId="{18447838-0BCA-432B-86F3-BB78526C143F}" dt="2026-10-12T12:22:55.821" v="652" actId="1076"/>
          <ac:spMkLst>
            <pc:docMk/>
            <pc:sldMk cId="1430599913" sldId="886"/>
            <ac:spMk id="67" creationId="{DE1EC9FF-A4CD-4277-955E-E586340652F8}"/>
          </ac:spMkLst>
        </pc:spChg>
        <pc:spChg chg="mod">
          <ac:chgData name="Minh Huynh" userId="01a137d4-0d81-46e0-aca6-c9185b391828" providerId="ADAL" clId="{18447838-0BCA-432B-86F3-BB78526C143F}" dt="2026-10-12T12:22:55.821" v="652" actId="1076"/>
          <ac:spMkLst>
            <pc:docMk/>
            <pc:sldMk cId="1430599913" sldId="886"/>
            <ac:spMk id="68" creationId="{8D89AC36-0742-462D-BB9A-13541A228B69}"/>
          </ac:spMkLst>
        </pc:spChg>
        <pc:spChg chg="mod">
          <ac:chgData name="Minh Huynh" userId="01a137d4-0d81-46e0-aca6-c9185b391828" providerId="ADAL" clId="{18447838-0BCA-432B-86F3-BB78526C143F}" dt="2026-10-12T12:22:55.821" v="652" actId="1076"/>
          <ac:spMkLst>
            <pc:docMk/>
            <pc:sldMk cId="1430599913" sldId="886"/>
            <ac:spMk id="69" creationId="{2205AC33-9FDD-4C20-9251-8EDE93B7E154}"/>
          </ac:spMkLst>
        </pc:spChg>
        <pc:spChg chg="mod">
          <ac:chgData name="Minh Huynh" userId="01a137d4-0d81-46e0-aca6-c9185b391828" providerId="ADAL" clId="{18447838-0BCA-432B-86F3-BB78526C143F}" dt="2026-10-12T12:22:55.821" v="652" actId="1076"/>
          <ac:spMkLst>
            <pc:docMk/>
            <pc:sldMk cId="1430599913" sldId="886"/>
            <ac:spMk id="70" creationId="{F1E7DEA1-9F9C-43D3-821E-E4130A01C0E6}"/>
          </ac:spMkLst>
        </pc:spChg>
        <pc:spChg chg="mod">
          <ac:chgData name="Minh Huynh" userId="01a137d4-0d81-46e0-aca6-c9185b391828" providerId="ADAL" clId="{18447838-0BCA-432B-86F3-BB78526C143F}" dt="2026-10-12T12:22:55.821" v="652" actId="1076"/>
          <ac:spMkLst>
            <pc:docMk/>
            <pc:sldMk cId="1430599913" sldId="886"/>
            <ac:spMk id="71" creationId="{3BCDA718-6115-41E1-82DB-47DF09B9F038}"/>
          </ac:spMkLst>
        </pc:spChg>
        <pc:spChg chg="mod">
          <ac:chgData name="Minh Huynh" userId="01a137d4-0d81-46e0-aca6-c9185b391828" providerId="ADAL" clId="{18447838-0BCA-432B-86F3-BB78526C143F}" dt="2026-10-12T12:22:55.821" v="652" actId="1076"/>
          <ac:spMkLst>
            <pc:docMk/>
            <pc:sldMk cId="1430599913" sldId="886"/>
            <ac:spMk id="72" creationId="{AA3DA68F-6579-4209-9EDE-07E56659287D}"/>
          </ac:spMkLst>
        </pc:spChg>
        <pc:spChg chg="mod">
          <ac:chgData name="Minh Huynh" userId="01a137d4-0d81-46e0-aca6-c9185b391828" providerId="ADAL" clId="{18447838-0BCA-432B-86F3-BB78526C143F}" dt="2026-10-12T12:22:55.821" v="652" actId="1076"/>
          <ac:spMkLst>
            <pc:docMk/>
            <pc:sldMk cId="1430599913" sldId="886"/>
            <ac:spMk id="73" creationId="{59C30626-DD0B-42BC-8B6D-81D18D1782A8}"/>
          </ac:spMkLst>
        </pc:spChg>
        <pc:spChg chg="mod">
          <ac:chgData name="Minh Huynh" userId="01a137d4-0d81-46e0-aca6-c9185b391828" providerId="ADAL" clId="{18447838-0BCA-432B-86F3-BB78526C143F}" dt="2026-10-12T12:22:49.907" v="651" actId="14100"/>
          <ac:spMkLst>
            <pc:docMk/>
            <pc:sldMk cId="1430599913" sldId="886"/>
            <ac:spMk id="74" creationId="{0BC5EFDD-B5EE-4CD3-9813-3FC4733EEA9A}"/>
          </ac:spMkLst>
        </pc:spChg>
        <pc:spChg chg="add mod">
          <ac:chgData name="Minh Huynh" userId="01a137d4-0d81-46e0-aca6-c9185b391828" providerId="ADAL" clId="{18447838-0BCA-432B-86F3-BB78526C143F}" dt="2026-10-12T12:23:13.268" v="656" actId="1076"/>
          <ac:spMkLst>
            <pc:docMk/>
            <pc:sldMk cId="1430599913" sldId="886"/>
            <ac:spMk id="75" creationId="{672AB75B-4AFD-405E-ABC0-379E0E1310B6}"/>
          </ac:spMkLst>
        </pc:spChg>
        <pc:spChg chg="add mod">
          <ac:chgData name="Minh Huynh" userId="01a137d4-0d81-46e0-aca6-c9185b391828" providerId="ADAL" clId="{18447838-0BCA-432B-86F3-BB78526C143F}" dt="2026-10-12T12:23:13.268" v="656" actId="1076"/>
          <ac:spMkLst>
            <pc:docMk/>
            <pc:sldMk cId="1430599913" sldId="886"/>
            <ac:spMk id="76" creationId="{09B25EF2-80F3-4679-B714-26A493513785}"/>
          </ac:spMkLst>
        </pc:spChg>
        <pc:spChg chg="add mod">
          <ac:chgData name="Minh Huynh" userId="01a137d4-0d81-46e0-aca6-c9185b391828" providerId="ADAL" clId="{18447838-0BCA-432B-86F3-BB78526C143F}" dt="2026-10-12T12:23:13.268" v="656" actId="1076"/>
          <ac:spMkLst>
            <pc:docMk/>
            <pc:sldMk cId="1430599913" sldId="886"/>
            <ac:spMk id="77" creationId="{8D42CE75-BD0F-4A37-BE35-DA9489BC95FD}"/>
          </ac:spMkLst>
        </pc:spChg>
        <pc:spChg chg="add mod">
          <ac:chgData name="Minh Huynh" userId="01a137d4-0d81-46e0-aca6-c9185b391828" providerId="ADAL" clId="{18447838-0BCA-432B-86F3-BB78526C143F}" dt="2026-10-12T12:23:13.268" v="656" actId="1076"/>
          <ac:spMkLst>
            <pc:docMk/>
            <pc:sldMk cId="1430599913" sldId="886"/>
            <ac:spMk id="78" creationId="{3DBABC7D-1F2F-45E3-909D-B6A40CF1382C}"/>
          </ac:spMkLst>
        </pc:spChg>
        <pc:spChg chg="add mod">
          <ac:chgData name="Minh Huynh" userId="01a137d4-0d81-46e0-aca6-c9185b391828" providerId="ADAL" clId="{18447838-0BCA-432B-86F3-BB78526C143F}" dt="2026-10-12T12:23:13.268" v="656" actId="1076"/>
          <ac:spMkLst>
            <pc:docMk/>
            <pc:sldMk cId="1430599913" sldId="886"/>
            <ac:spMk id="79" creationId="{6C2CAE76-0AC0-4571-8187-4A78B58BA77E}"/>
          </ac:spMkLst>
        </pc:spChg>
        <pc:spChg chg="add mod">
          <ac:chgData name="Minh Huynh" userId="01a137d4-0d81-46e0-aca6-c9185b391828" providerId="ADAL" clId="{18447838-0BCA-432B-86F3-BB78526C143F}" dt="2026-10-12T12:23:13.268" v="656" actId="1076"/>
          <ac:spMkLst>
            <pc:docMk/>
            <pc:sldMk cId="1430599913" sldId="886"/>
            <ac:spMk id="80" creationId="{CF159600-ADF5-459B-81FC-639AB5FC01DE}"/>
          </ac:spMkLst>
        </pc:spChg>
        <pc:spChg chg="add mod">
          <ac:chgData name="Minh Huynh" userId="01a137d4-0d81-46e0-aca6-c9185b391828" providerId="ADAL" clId="{18447838-0BCA-432B-86F3-BB78526C143F}" dt="2026-10-12T12:23:13.268" v="656" actId="1076"/>
          <ac:spMkLst>
            <pc:docMk/>
            <pc:sldMk cId="1430599913" sldId="886"/>
            <ac:spMk id="81" creationId="{CD8EA6C3-373C-4502-9391-A39D94EAF25B}"/>
          </ac:spMkLst>
        </pc:spChg>
        <pc:spChg chg="add mod">
          <ac:chgData name="Minh Huynh" userId="01a137d4-0d81-46e0-aca6-c9185b391828" providerId="ADAL" clId="{18447838-0BCA-432B-86F3-BB78526C143F}" dt="2026-10-12T12:23:13.268" v="656" actId="1076"/>
          <ac:spMkLst>
            <pc:docMk/>
            <pc:sldMk cId="1430599913" sldId="886"/>
            <ac:spMk id="82" creationId="{4507CDF4-66DE-4FC4-87E7-C98DE1645320}"/>
          </ac:spMkLst>
        </pc:spChg>
        <pc:spChg chg="add mod">
          <ac:chgData name="Minh Huynh" userId="01a137d4-0d81-46e0-aca6-c9185b391828" providerId="ADAL" clId="{18447838-0BCA-432B-86F3-BB78526C143F}" dt="2026-10-12T12:23:13.268" v="656" actId="1076"/>
          <ac:spMkLst>
            <pc:docMk/>
            <pc:sldMk cId="1430599913" sldId="886"/>
            <ac:spMk id="83" creationId="{6D8F56CB-C304-4A1D-87E4-2A14C29BB41F}"/>
          </ac:spMkLst>
        </pc:spChg>
        <pc:spChg chg="add mod">
          <ac:chgData name="Minh Huynh" userId="01a137d4-0d81-46e0-aca6-c9185b391828" providerId="ADAL" clId="{18447838-0BCA-432B-86F3-BB78526C143F}" dt="2026-10-12T12:23:13.268" v="656" actId="1076"/>
          <ac:spMkLst>
            <pc:docMk/>
            <pc:sldMk cId="1430599913" sldId="886"/>
            <ac:spMk id="84" creationId="{16EA3E32-B870-45BB-BAA0-DB1133902BD1}"/>
          </ac:spMkLst>
        </pc:spChg>
        <pc:spChg chg="add mod">
          <ac:chgData name="Minh Huynh" userId="01a137d4-0d81-46e0-aca6-c9185b391828" providerId="ADAL" clId="{18447838-0BCA-432B-86F3-BB78526C143F}" dt="2026-10-12T12:23:13.268" v="656" actId="1076"/>
          <ac:spMkLst>
            <pc:docMk/>
            <pc:sldMk cId="1430599913" sldId="886"/>
            <ac:spMk id="85" creationId="{EA07BA14-B4D8-4309-95F5-A25A2E4E8D58}"/>
          </ac:spMkLst>
        </pc:spChg>
        <pc:spChg chg="add mod">
          <ac:chgData name="Minh Huynh" userId="01a137d4-0d81-46e0-aca6-c9185b391828" providerId="ADAL" clId="{18447838-0BCA-432B-86F3-BB78526C143F}" dt="2026-10-12T12:23:13.268" v="656" actId="1076"/>
          <ac:spMkLst>
            <pc:docMk/>
            <pc:sldMk cId="1430599913" sldId="886"/>
            <ac:spMk id="86" creationId="{B6D5F04F-36FC-406B-A40C-D8B6908AB853}"/>
          </ac:spMkLst>
        </pc:spChg>
        <pc:spChg chg="add mod">
          <ac:chgData name="Minh Huynh" userId="01a137d4-0d81-46e0-aca6-c9185b391828" providerId="ADAL" clId="{18447838-0BCA-432B-86F3-BB78526C143F}" dt="2026-10-12T12:23:13.268" v="656" actId="1076"/>
          <ac:spMkLst>
            <pc:docMk/>
            <pc:sldMk cId="1430599913" sldId="886"/>
            <ac:spMk id="87" creationId="{5E543576-C4F0-4280-976F-59449BD2A084}"/>
          </ac:spMkLst>
        </pc:spChg>
        <pc:spChg chg="add mod">
          <ac:chgData name="Minh Huynh" userId="01a137d4-0d81-46e0-aca6-c9185b391828" providerId="ADAL" clId="{18447838-0BCA-432B-86F3-BB78526C143F}" dt="2026-10-12T12:23:13.268" v="656" actId="1076"/>
          <ac:spMkLst>
            <pc:docMk/>
            <pc:sldMk cId="1430599913" sldId="886"/>
            <ac:spMk id="88" creationId="{1FBAF0FD-5DA1-489C-BC60-614247CD290E}"/>
          </ac:spMkLst>
        </pc:spChg>
        <pc:spChg chg="add mod">
          <ac:chgData name="Minh Huynh" userId="01a137d4-0d81-46e0-aca6-c9185b391828" providerId="ADAL" clId="{18447838-0BCA-432B-86F3-BB78526C143F}" dt="2026-10-12T12:23:13.268" v="656" actId="1076"/>
          <ac:spMkLst>
            <pc:docMk/>
            <pc:sldMk cId="1430599913" sldId="886"/>
            <ac:spMk id="89" creationId="{D331AA63-1C26-4FFE-80BA-65BDD4F45A48}"/>
          </ac:spMkLst>
        </pc:spChg>
        <pc:spChg chg="add mod">
          <ac:chgData name="Minh Huynh" userId="01a137d4-0d81-46e0-aca6-c9185b391828" providerId="ADAL" clId="{18447838-0BCA-432B-86F3-BB78526C143F}" dt="2026-10-12T12:23:13.268" v="656" actId="1076"/>
          <ac:spMkLst>
            <pc:docMk/>
            <pc:sldMk cId="1430599913" sldId="886"/>
            <ac:spMk id="90" creationId="{9D3FCAAC-BC35-412E-B18F-6785ADA42E6F}"/>
          </ac:spMkLst>
        </pc:spChg>
        <pc:spChg chg="add mod">
          <ac:chgData name="Minh Huynh" userId="01a137d4-0d81-46e0-aca6-c9185b391828" providerId="ADAL" clId="{18447838-0BCA-432B-86F3-BB78526C143F}" dt="2026-10-12T12:23:13.268" v="656" actId="1076"/>
          <ac:spMkLst>
            <pc:docMk/>
            <pc:sldMk cId="1430599913" sldId="886"/>
            <ac:spMk id="91" creationId="{D708E1AC-DAFB-49EA-806C-BE508D025AC8}"/>
          </ac:spMkLst>
        </pc:spChg>
        <pc:spChg chg="add mod">
          <ac:chgData name="Minh Huynh" userId="01a137d4-0d81-46e0-aca6-c9185b391828" providerId="ADAL" clId="{18447838-0BCA-432B-86F3-BB78526C143F}" dt="2026-10-12T12:23:13.268" v="656" actId="1076"/>
          <ac:spMkLst>
            <pc:docMk/>
            <pc:sldMk cId="1430599913" sldId="886"/>
            <ac:spMk id="92" creationId="{F66434F9-21B9-41A1-9D18-13B86BA0F7EC}"/>
          </ac:spMkLst>
        </pc:spChg>
        <pc:spChg chg="add mod">
          <ac:chgData name="Minh Huynh" userId="01a137d4-0d81-46e0-aca6-c9185b391828" providerId="ADAL" clId="{18447838-0BCA-432B-86F3-BB78526C143F}" dt="2026-10-12T12:23:13.268" v="656" actId="1076"/>
          <ac:spMkLst>
            <pc:docMk/>
            <pc:sldMk cId="1430599913" sldId="886"/>
            <ac:spMk id="93" creationId="{DA404B3E-294C-4381-B703-D04F2FE96882}"/>
          </ac:spMkLst>
        </pc:spChg>
        <pc:spChg chg="add mod">
          <ac:chgData name="Minh Huynh" userId="01a137d4-0d81-46e0-aca6-c9185b391828" providerId="ADAL" clId="{18447838-0BCA-432B-86F3-BB78526C143F}" dt="2026-10-12T12:23:13.268" v="656" actId="1076"/>
          <ac:spMkLst>
            <pc:docMk/>
            <pc:sldMk cId="1430599913" sldId="886"/>
            <ac:spMk id="94" creationId="{4355127D-D13F-4E33-9801-50606D5E682C}"/>
          </ac:spMkLst>
        </pc:spChg>
        <pc:spChg chg="add mod">
          <ac:chgData name="Minh Huynh" userId="01a137d4-0d81-46e0-aca6-c9185b391828" providerId="ADAL" clId="{18447838-0BCA-432B-86F3-BB78526C143F}" dt="2026-10-12T12:23:13.268" v="656" actId="1076"/>
          <ac:spMkLst>
            <pc:docMk/>
            <pc:sldMk cId="1430599913" sldId="886"/>
            <ac:spMk id="95" creationId="{254333FB-3C01-4F9E-B192-F4E329FCF37D}"/>
          </ac:spMkLst>
        </pc:spChg>
        <pc:spChg chg="add mod">
          <ac:chgData name="Minh Huynh" userId="01a137d4-0d81-46e0-aca6-c9185b391828" providerId="ADAL" clId="{18447838-0BCA-432B-86F3-BB78526C143F}" dt="2026-10-12T12:23:13.268" v="656" actId="1076"/>
          <ac:spMkLst>
            <pc:docMk/>
            <pc:sldMk cId="1430599913" sldId="886"/>
            <ac:spMk id="96" creationId="{19C6D977-366F-4AB5-BDAE-E6DCAD77473D}"/>
          </ac:spMkLst>
        </pc:spChg>
        <pc:spChg chg="add mod">
          <ac:chgData name="Minh Huynh" userId="01a137d4-0d81-46e0-aca6-c9185b391828" providerId="ADAL" clId="{18447838-0BCA-432B-86F3-BB78526C143F}" dt="2026-10-12T12:23:13.268" v="656" actId="1076"/>
          <ac:spMkLst>
            <pc:docMk/>
            <pc:sldMk cId="1430599913" sldId="886"/>
            <ac:spMk id="97" creationId="{55D83396-B6C0-4EE7-8736-EE5C5CCBCEE4}"/>
          </ac:spMkLst>
        </pc:spChg>
        <pc:spChg chg="add mod">
          <ac:chgData name="Minh Huynh" userId="01a137d4-0d81-46e0-aca6-c9185b391828" providerId="ADAL" clId="{18447838-0BCA-432B-86F3-BB78526C143F}" dt="2026-10-12T12:23:13.268" v="656" actId="1076"/>
          <ac:spMkLst>
            <pc:docMk/>
            <pc:sldMk cId="1430599913" sldId="886"/>
            <ac:spMk id="98" creationId="{EFB24756-4245-4F90-B9AC-21EFBAE15DC4}"/>
          </ac:spMkLst>
        </pc:spChg>
        <pc:grpChg chg="mod">
          <ac:chgData name="Minh Huynh" userId="01a137d4-0d81-46e0-aca6-c9185b391828" providerId="ADAL" clId="{18447838-0BCA-432B-86F3-BB78526C143F}" dt="2026-10-12T12:22:55.821" v="652" actId="1076"/>
          <ac:grpSpMkLst>
            <pc:docMk/>
            <pc:sldMk cId="1430599913" sldId="886"/>
            <ac:grpSpMk id="11" creationId="{5B920099-B518-4D2E-82E0-343DE121F2BB}"/>
          </ac:grpSpMkLst>
        </pc:grpChg>
        <pc:grpChg chg="mod">
          <ac:chgData name="Minh Huynh" userId="01a137d4-0d81-46e0-aca6-c9185b391828" providerId="ADAL" clId="{18447838-0BCA-432B-86F3-BB78526C143F}" dt="2026-10-12T12:22:55.821" v="652" actId="1076"/>
          <ac:grpSpMkLst>
            <pc:docMk/>
            <pc:sldMk cId="1430599913" sldId="886"/>
            <ac:grpSpMk id="21" creationId="{E32746D7-EBE4-4027-A1F0-9FA7C95395C3}"/>
          </ac:grpSpMkLst>
        </pc:grpChg>
        <pc:grpChg chg="mod">
          <ac:chgData name="Minh Huynh" userId="01a137d4-0d81-46e0-aca6-c9185b391828" providerId="ADAL" clId="{18447838-0BCA-432B-86F3-BB78526C143F}" dt="2026-10-12T12:22:55.821" v="652" actId="1076"/>
          <ac:grpSpMkLst>
            <pc:docMk/>
            <pc:sldMk cId="1430599913" sldId="886"/>
            <ac:grpSpMk id="24" creationId="{AE50BED5-117F-4004-8FA4-DFF30C46E086}"/>
          </ac:grpSpMkLst>
        </pc:grpChg>
        <pc:grpChg chg="mod">
          <ac:chgData name="Minh Huynh" userId="01a137d4-0d81-46e0-aca6-c9185b391828" providerId="ADAL" clId="{18447838-0BCA-432B-86F3-BB78526C143F}" dt="2026-10-12T12:22:55.821" v="652" actId="1076"/>
          <ac:grpSpMkLst>
            <pc:docMk/>
            <pc:sldMk cId="1430599913" sldId="886"/>
            <ac:grpSpMk id="27" creationId="{759EA27F-95C7-4804-AFD4-5719CB73F124}"/>
          </ac:grpSpMkLst>
        </pc:grpChg>
        <pc:grpChg chg="mod">
          <ac:chgData name="Minh Huynh" userId="01a137d4-0d81-46e0-aca6-c9185b391828" providerId="ADAL" clId="{18447838-0BCA-432B-86F3-BB78526C143F}" dt="2026-10-12T12:22:55.821" v="652" actId="1076"/>
          <ac:grpSpMkLst>
            <pc:docMk/>
            <pc:sldMk cId="1430599913" sldId="886"/>
            <ac:grpSpMk id="30" creationId="{47402669-A510-48D5-B430-FB374E0176A9}"/>
          </ac:grpSpMkLst>
        </pc:grpChg>
        <pc:grpChg chg="mod">
          <ac:chgData name="Minh Huynh" userId="01a137d4-0d81-46e0-aca6-c9185b391828" providerId="ADAL" clId="{18447838-0BCA-432B-86F3-BB78526C143F}" dt="2026-10-12T12:22:55.821" v="652" actId="1076"/>
          <ac:grpSpMkLst>
            <pc:docMk/>
            <pc:sldMk cId="1430599913" sldId="886"/>
            <ac:grpSpMk id="33" creationId="{4289E4EA-4973-49E4-85D7-336AD5D53DE7}"/>
          </ac:grpSpMkLst>
        </pc:grpChg>
        <pc:grpChg chg="mod">
          <ac:chgData name="Minh Huynh" userId="01a137d4-0d81-46e0-aca6-c9185b391828" providerId="ADAL" clId="{18447838-0BCA-432B-86F3-BB78526C143F}" dt="2026-10-12T12:22:55.821" v="652" actId="1076"/>
          <ac:grpSpMkLst>
            <pc:docMk/>
            <pc:sldMk cId="1430599913" sldId="886"/>
            <ac:grpSpMk id="36" creationId="{EF2B91C8-07CB-4470-ACA1-DB1139D2851A}"/>
          </ac:grpSpMkLst>
        </pc:grpChg>
        <pc:grpChg chg="mod">
          <ac:chgData name="Minh Huynh" userId="01a137d4-0d81-46e0-aca6-c9185b391828" providerId="ADAL" clId="{18447838-0BCA-432B-86F3-BB78526C143F}" dt="2026-10-12T12:22:55.821" v="652" actId="1076"/>
          <ac:grpSpMkLst>
            <pc:docMk/>
            <pc:sldMk cId="1430599913" sldId="886"/>
            <ac:grpSpMk id="39" creationId="{C27BFCA6-6D08-4B06-AC70-0E9D35442B6C}"/>
          </ac:grpSpMkLst>
        </pc:grpChg>
      </pc:sldChg>
      <pc:sldChg chg="del">
        <pc:chgData name="Minh Huynh" userId="01a137d4-0d81-46e0-aca6-c9185b391828" providerId="ADAL" clId="{18447838-0BCA-432B-86F3-BB78526C143F}" dt="2026-10-12T12:12:45.996" v="0" actId="47"/>
        <pc:sldMkLst>
          <pc:docMk/>
          <pc:sldMk cId="3785241365" sldId="886"/>
        </pc:sldMkLst>
      </pc:sldChg>
      <pc:sldChg chg="del">
        <pc:chgData name="Minh Huynh" userId="01a137d4-0d81-46e0-aca6-c9185b391828" providerId="ADAL" clId="{18447838-0BCA-432B-86F3-BB78526C143F}" dt="2026-10-12T12:12:45.996" v="0" actId="47"/>
        <pc:sldMkLst>
          <pc:docMk/>
          <pc:sldMk cId="312211180" sldId="887"/>
        </pc:sldMkLst>
      </pc:sldChg>
      <pc:sldChg chg="addSp delSp modSp add mod">
        <pc:chgData name="Minh Huynh" userId="01a137d4-0d81-46e0-aca6-c9185b391828" providerId="ADAL" clId="{18447838-0BCA-432B-86F3-BB78526C143F}" dt="2026-10-12T12:23:52.156" v="665" actId="20577"/>
        <pc:sldMkLst>
          <pc:docMk/>
          <pc:sldMk cId="1340834930" sldId="887"/>
        </pc:sldMkLst>
        <pc:spChg chg="mod">
          <ac:chgData name="Minh Huynh" userId="01a137d4-0d81-46e0-aca6-c9185b391828" providerId="ADAL" clId="{18447838-0BCA-432B-86F3-BB78526C143F}" dt="2026-10-12T12:23:52.156" v="665" actId="20577"/>
          <ac:spMkLst>
            <pc:docMk/>
            <pc:sldMk cId="1340834930" sldId="887"/>
            <ac:spMk id="74" creationId="{0BC5EFDD-B5EE-4CD3-9813-3FC4733EEA9A}"/>
          </ac:spMkLst>
        </pc:spChg>
        <pc:spChg chg="del">
          <ac:chgData name="Minh Huynh" userId="01a137d4-0d81-46e0-aca6-c9185b391828" providerId="ADAL" clId="{18447838-0BCA-432B-86F3-BB78526C143F}" dt="2026-10-12T12:23:29.755" v="658" actId="478"/>
          <ac:spMkLst>
            <pc:docMk/>
            <pc:sldMk cId="1340834930" sldId="887"/>
            <ac:spMk id="75" creationId="{672AB75B-4AFD-405E-ABC0-379E0E1310B6}"/>
          </ac:spMkLst>
        </pc:spChg>
        <pc:spChg chg="del">
          <ac:chgData name="Minh Huynh" userId="01a137d4-0d81-46e0-aca6-c9185b391828" providerId="ADAL" clId="{18447838-0BCA-432B-86F3-BB78526C143F}" dt="2026-10-12T12:23:29.755" v="658" actId="478"/>
          <ac:spMkLst>
            <pc:docMk/>
            <pc:sldMk cId="1340834930" sldId="887"/>
            <ac:spMk id="76" creationId="{09B25EF2-80F3-4679-B714-26A493513785}"/>
          </ac:spMkLst>
        </pc:spChg>
        <pc:spChg chg="del">
          <ac:chgData name="Minh Huynh" userId="01a137d4-0d81-46e0-aca6-c9185b391828" providerId="ADAL" clId="{18447838-0BCA-432B-86F3-BB78526C143F}" dt="2026-10-12T12:23:29.755" v="658" actId="478"/>
          <ac:spMkLst>
            <pc:docMk/>
            <pc:sldMk cId="1340834930" sldId="887"/>
            <ac:spMk id="77" creationId="{8D42CE75-BD0F-4A37-BE35-DA9489BC95FD}"/>
          </ac:spMkLst>
        </pc:spChg>
        <pc:spChg chg="del">
          <ac:chgData name="Minh Huynh" userId="01a137d4-0d81-46e0-aca6-c9185b391828" providerId="ADAL" clId="{18447838-0BCA-432B-86F3-BB78526C143F}" dt="2026-10-12T12:23:29.755" v="658" actId="478"/>
          <ac:spMkLst>
            <pc:docMk/>
            <pc:sldMk cId="1340834930" sldId="887"/>
            <ac:spMk id="78" creationId="{3DBABC7D-1F2F-45E3-909D-B6A40CF1382C}"/>
          </ac:spMkLst>
        </pc:spChg>
        <pc:spChg chg="del">
          <ac:chgData name="Minh Huynh" userId="01a137d4-0d81-46e0-aca6-c9185b391828" providerId="ADAL" clId="{18447838-0BCA-432B-86F3-BB78526C143F}" dt="2026-10-12T12:23:29.755" v="658" actId="478"/>
          <ac:spMkLst>
            <pc:docMk/>
            <pc:sldMk cId="1340834930" sldId="887"/>
            <ac:spMk id="79" creationId="{6C2CAE76-0AC0-4571-8187-4A78B58BA77E}"/>
          </ac:spMkLst>
        </pc:spChg>
        <pc:spChg chg="del">
          <ac:chgData name="Minh Huynh" userId="01a137d4-0d81-46e0-aca6-c9185b391828" providerId="ADAL" clId="{18447838-0BCA-432B-86F3-BB78526C143F}" dt="2026-10-12T12:23:29.755" v="658" actId="478"/>
          <ac:spMkLst>
            <pc:docMk/>
            <pc:sldMk cId="1340834930" sldId="887"/>
            <ac:spMk id="80" creationId="{CF159600-ADF5-459B-81FC-639AB5FC01DE}"/>
          </ac:spMkLst>
        </pc:spChg>
        <pc:spChg chg="del">
          <ac:chgData name="Minh Huynh" userId="01a137d4-0d81-46e0-aca6-c9185b391828" providerId="ADAL" clId="{18447838-0BCA-432B-86F3-BB78526C143F}" dt="2026-10-12T12:23:29.755" v="658" actId="478"/>
          <ac:spMkLst>
            <pc:docMk/>
            <pc:sldMk cId="1340834930" sldId="887"/>
            <ac:spMk id="81" creationId="{CD8EA6C3-373C-4502-9391-A39D94EAF25B}"/>
          </ac:spMkLst>
        </pc:spChg>
        <pc:spChg chg="del">
          <ac:chgData name="Minh Huynh" userId="01a137d4-0d81-46e0-aca6-c9185b391828" providerId="ADAL" clId="{18447838-0BCA-432B-86F3-BB78526C143F}" dt="2026-10-12T12:23:29.755" v="658" actId="478"/>
          <ac:spMkLst>
            <pc:docMk/>
            <pc:sldMk cId="1340834930" sldId="887"/>
            <ac:spMk id="82" creationId="{4507CDF4-66DE-4FC4-87E7-C98DE1645320}"/>
          </ac:spMkLst>
        </pc:spChg>
        <pc:spChg chg="del">
          <ac:chgData name="Minh Huynh" userId="01a137d4-0d81-46e0-aca6-c9185b391828" providerId="ADAL" clId="{18447838-0BCA-432B-86F3-BB78526C143F}" dt="2026-10-12T12:23:29.755" v="658" actId="478"/>
          <ac:spMkLst>
            <pc:docMk/>
            <pc:sldMk cId="1340834930" sldId="887"/>
            <ac:spMk id="83" creationId="{6D8F56CB-C304-4A1D-87E4-2A14C29BB41F}"/>
          </ac:spMkLst>
        </pc:spChg>
        <pc:spChg chg="del">
          <ac:chgData name="Minh Huynh" userId="01a137d4-0d81-46e0-aca6-c9185b391828" providerId="ADAL" clId="{18447838-0BCA-432B-86F3-BB78526C143F}" dt="2026-10-12T12:23:29.755" v="658" actId="478"/>
          <ac:spMkLst>
            <pc:docMk/>
            <pc:sldMk cId="1340834930" sldId="887"/>
            <ac:spMk id="84" creationId="{16EA3E32-B870-45BB-BAA0-DB1133902BD1}"/>
          </ac:spMkLst>
        </pc:spChg>
        <pc:spChg chg="del">
          <ac:chgData name="Minh Huynh" userId="01a137d4-0d81-46e0-aca6-c9185b391828" providerId="ADAL" clId="{18447838-0BCA-432B-86F3-BB78526C143F}" dt="2026-10-12T12:23:29.755" v="658" actId="478"/>
          <ac:spMkLst>
            <pc:docMk/>
            <pc:sldMk cId="1340834930" sldId="887"/>
            <ac:spMk id="85" creationId="{EA07BA14-B4D8-4309-95F5-A25A2E4E8D58}"/>
          </ac:spMkLst>
        </pc:spChg>
        <pc:spChg chg="del">
          <ac:chgData name="Minh Huynh" userId="01a137d4-0d81-46e0-aca6-c9185b391828" providerId="ADAL" clId="{18447838-0BCA-432B-86F3-BB78526C143F}" dt="2026-10-12T12:23:29.755" v="658" actId="478"/>
          <ac:spMkLst>
            <pc:docMk/>
            <pc:sldMk cId="1340834930" sldId="887"/>
            <ac:spMk id="86" creationId="{B6D5F04F-36FC-406B-A40C-D8B6908AB853}"/>
          </ac:spMkLst>
        </pc:spChg>
        <pc:spChg chg="del">
          <ac:chgData name="Minh Huynh" userId="01a137d4-0d81-46e0-aca6-c9185b391828" providerId="ADAL" clId="{18447838-0BCA-432B-86F3-BB78526C143F}" dt="2026-10-12T12:23:29.755" v="658" actId="478"/>
          <ac:spMkLst>
            <pc:docMk/>
            <pc:sldMk cId="1340834930" sldId="887"/>
            <ac:spMk id="87" creationId="{5E543576-C4F0-4280-976F-59449BD2A084}"/>
          </ac:spMkLst>
        </pc:spChg>
        <pc:spChg chg="del">
          <ac:chgData name="Minh Huynh" userId="01a137d4-0d81-46e0-aca6-c9185b391828" providerId="ADAL" clId="{18447838-0BCA-432B-86F3-BB78526C143F}" dt="2026-10-12T12:23:29.755" v="658" actId="478"/>
          <ac:spMkLst>
            <pc:docMk/>
            <pc:sldMk cId="1340834930" sldId="887"/>
            <ac:spMk id="88" creationId="{1FBAF0FD-5DA1-489C-BC60-614247CD290E}"/>
          </ac:spMkLst>
        </pc:spChg>
        <pc:spChg chg="del">
          <ac:chgData name="Minh Huynh" userId="01a137d4-0d81-46e0-aca6-c9185b391828" providerId="ADAL" clId="{18447838-0BCA-432B-86F3-BB78526C143F}" dt="2026-10-12T12:23:29.755" v="658" actId="478"/>
          <ac:spMkLst>
            <pc:docMk/>
            <pc:sldMk cId="1340834930" sldId="887"/>
            <ac:spMk id="89" creationId="{D331AA63-1C26-4FFE-80BA-65BDD4F45A48}"/>
          </ac:spMkLst>
        </pc:spChg>
        <pc:spChg chg="del">
          <ac:chgData name="Minh Huynh" userId="01a137d4-0d81-46e0-aca6-c9185b391828" providerId="ADAL" clId="{18447838-0BCA-432B-86F3-BB78526C143F}" dt="2026-10-12T12:23:29.755" v="658" actId="478"/>
          <ac:spMkLst>
            <pc:docMk/>
            <pc:sldMk cId="1340834930" sldId="887"/>
            <ac:spMk id="90" creationId="{9D3FCAAC-BC35-412E-B18F-6785ADA42E6F}"/>
          </ac:spMkLst>
        </pc:spChg>
        <pc:spChg chg="del">
          <ac:chgData name="Minh Huynh" userId="01a137d4-0d81-46e0-aca6-c9185b391828" providerId="ADAL" clId="{18447838-0BCA-432B-86F3-BB78526C143F}" dt="2026-10-12T12:23:29.755" v="658" actId="478"/>
          <ac:spMkLst>
            <pc:docMk/>
            <pc:sldMk cId="1340834930" sldId="887"/>
            <ac:spMk id="91" creationId="{D708E1AC-DAFB-49EA-806C-BE508D025AC8}"/>
          </ac:spMkLst>
        </pc:spChg>
        <pc:spChg chg="del">
          <ac:chgData name="Minh Huynh" userId="01a137d4-0d81-46e0-aca6-c9185b391828" providerId="ADAL" clId="{18447838-0BCA-432B-86F3-BB78526C143F}" dt="2026-10-12T12:23:29.755" v="658" actId="478"/>
          <ac:spMkLst>
            <pc:docMk/>
            <pc:sldMk cId="1340834930" sldId="887"/>
            <ac:spMk id="92" creationId="{F66434F9-21B9-41A1-9D18-13B86BA0F7EC}"/>
          </ac:spMkLst>
        </pc:spChg>
        <pc:spChg chg="del">
          <ac:chgData name="Minh Huynh" userId="01a137d4-0d81-46e0-aca6-c9185b391828" providerId="ADAL" clId="{18447838-0BCA-432B-86F3-BB78526C143F}" dt="2026-10-12T12:23:29.755" v="658" actId="478"/>
          <ac:spMkLst>
            <pc:docMk/>
            <pc:sldMk cId="1340834930" sldId="887"/>
            <ac:spMk id="93" creationId="{DA404B3E-294C-4381-B703-D04F2FE96882}"/>
          </ac:spMkLst>
        </pc:spChg>
        <pc:spChg chg="del">
          <ac:chgData name="Minh Huynh" userId="01a137d4-0d81-46e0-aca6-c9185b391828" providerId="ADAL" clId="{18447838-0BCA-432B-86F3-BB78526C143F}" dt="2026-10-12T12:23:29.755" v="658" actId="478"/>
          <ac:spMkLst>
            <pc:docMk/>
            <pc:sldMk cId="1340834930" sldId="887"/>
            <ac:spMk id="94" creationId="{4355127D-D13F-4E33-9801-50606D5E682C}"/>
          </ac:spMkLst>
        </pc:spChg>
        <pc:spChg chg="del">
          <ac:chgData name="Minh Huynh" userId="01a137d4-0d81-46e0-aca6-c9185b391828" providerId="ADAL" clId="{18447838-0BCA-432B-86F3-BB78526C143F}" dt="2026-10-12T12:23:29.755" v="658" actId="478"/>
          <ac:spMkLst>
            <pc:docMk/>
            <pc:sldMk cId="1340834930" sldId="887"/>
            <ac:spMk id="95" creationId="{254333FB-3C01-4F9E-B192-F4E329FCF37D}"/>
          </ac:spMkLst>
        </pc:spChg>
        <pc:spChg chg="del">
          <ac:chgData name="Minh Huynh" userId="01a137d4-0d81-46e0-aca6-c9185b391828" providerId="ADAL" clId="{18447838-0BCA-432B-86F3-BB78526C143F}" dt="2026-10-12T12:23:29.755" v="658" actId="478"/>
          <ac:spMkLst>
            <pc:docMk/>
            <pc:sldMk cId="1340834930" sldId="887"/>
            <ac:spMk id="96" creationId="{19C6D977-366F-4AB5-BDAE-E6DCAD77473D}"/>
          </ac:spMkLst>
        </pc:spChg>
        <pc:spChg chg="del">
          <ac:chgData name="Minh Huynh" userId="01a137d4-0d81-46e0-aca6-c9185b391828" providerId="ADAL" clId="{18447838-0BCA-432B-86F3-BB78526C143F}" dt="2026-10-12T12:23:29.755" v="658" actId="478"/>
          <ac:spMkLst>
            <pc:docMk/>
            <pc:sldMk cId="1340834930" sldId="887"/>
            <ac:spMk id="97" creationId="{55D83396-B6C0-4EE7-8736-EE5C5CCBCEE4}"/>
          </ac:spMkLst>
        </pc:spChg>
        <pc:spChg chg="del">
          <ac:chgData name="Minh Huynh" userId="01a137d4-0d81-46e0-aca6-c9185b391828" providerId="ADAL" clId="{18447838-0BCA-432B-86F3-BB78526C143F}" dt="2026-10-12T12:23:29.755" v="658" actId="478"/>
          <ac:spMkLst>
            <pc:docMk/>
            <pc:sldMk cId="1340834930" sldId="887"/>
            <ac:spMk id="98" creationId="{EFB24756-4245-4F90-B9AC-21EFBAE15DC4}"/>
          </ac:spMkLst>
        </pc:spChg>
        <pc:spChg chg="add mod">
          <ac:chgData name="Minh Huynh" userId="01a137d4-0d81-46e0-aca6-c9185b391828" providerId="ADAL" clId="{18447838-0BCA-432B-86F3-BB78526C143F}" dt="2026-10-12T12:23:35.590" v="660" actId="1076"/>
          <ac:spMkLst>
            <pc:docMk/>
            <pc:sldMk cId="1340834930" sldId="887"/>
            <ac:spMk id="99" creationId="{38D66BE2-B032-423D-8E5A-7793D9F01BD1}"/>
          </ac:spMkLst>
        </pc:spChg>
        <pc:spChg chg="add mod">
          <ac:chgData name="Minh Huynh" userId="01a137d4-0d81-46e0-aca6-c9185b391828" providerId="ADAL" clId="{18447838-0BCA-432B-86F3-BB78526C143F}" dt="2026-10-12T12:23:35.590" v="660" actId="1076"/>
          <ac:spMkLst>
            <pc:docMk/>
            <pc:sldMk cId="1340834930" sldId="887"/>
            <ac:spMk id="100" creationId="{BC1669C5-5338-438F-94D0-72A4B06A72E0}"/>
          </ac:spMkLst>
        </pc:spChg>
        <pc:spChg chg="add mod">
          <ac:chgData name="Minh Huynh" userId="01a137d4-0d81-46e0-aca6-c9185b391828" providerId="ADAL" clId="{18447838-0BCA-432B-86F3-BB78526C143F}" dt="2026-10-12T12:23:35.590" v="660" actId="1076"/>
          <ac:spMkLst>
            <pc:docMk/>
            <pc:sldMk cId="1340834930" sldId="887"/>
            <ac:spMk id="101" creationId="{6B7C67E0-F05D-4A18-9C0C-DE6C1DE2847D}"/>
          </ac:spMkLst>
        </pc:spChg>
        <pc:spChg chg="add mod">
          <ac:chgData name="Minh Huynh" userId="01a137d4-0d81-46e0-aca6-c9185b391828" providerId="ADAL" clId="{18447838-0BCA-432B-86F3-BB78526C143F}" dt="2026-10-12T12:23:35.590" v="660" actId="1076"/>
          <ac:spMkLst>
            <pc:docMk/>
            <pc:sldMk cId="1340834930" sldId="887"/>
            <ac:spMk id="102" creationId="{5151ED00-2227-41D2-9CCD-CFE061218BB5}"/>
          </ac:spMkLst>
        </pc:spChg>
        <pc:spChg chg="add mod">
          <ac:chgData name="Minh Huynh" userId="01a137d4-0d81-46e0-aca6-c9185b391828" providerId="ADAL" clId="{18447838-0BCA-432B-86F3-BB78526C143F}" dt="2026-10-12T12:23:35.590" v="660" actId="1076"/>
          <ac:spMkLst>
            <pc:docMk/>
            <pc:sldMk cId="1340834930" sldId="887"/>
            <ac:spMk id="103" creationId="{22DD0A0A-8BD5-4CF6-8EBF-4E6671DAF667}"/>
          </ac:spMkLst>
        </pc:spChg>
        <pc:spChg chg="add mod">
          <ac:chgData name="Minh Huynh" userId="01a137d4-0d81-46e0-aca6-c9185b391828" providerId="ADAL" clId="{18447838-0BCA-432B-86F3-BB78526C143F}" dt="2026-10-12T12:23:35.590" v="660" actId="1076"/>
          <ac:spMkLst>
            <pc:docMk/>
            <pc:sldMk cId="1340834930" sldId="887"/>
            <ac:spMk id="104" creationId="{83A25243-8CC0-4C41-87DE-F1A64776AC2C}"/>
          </ac:spMkLst>
        </pc:spChg>
        <pc:spChg chg="add mod">
          <ac:chgData name="Minh Huynh" userId="01a137d4-0d81-46e0-aca6-c9185b391828" providerId="ADAL" clId="{18447838-0BCA-432B-86F3-BB78526C143F}" dt="2026-10-12T12:23:35.590" v="660" actId="1076"/>
          <ac:spMkLst>
            <pc:docMk/>
            <pc:sldMk cId="1340834930" sldId="887"/>
            <ac:spMk id="105" creationId="{4BF439F0-FCDA-4A44-A743-D8452236F463}"/>
          </ac:spMkLst>
        </pc:spChg>
        <pc:spChg chg="add mod">
          <ac:chgData name="Minh Huynh" userId="01a137d4-0d81-46e0-aca6-c9185b391828" providerId="ADAL" clId="{18447838-0BCA-432B-86F3-BB78526C143F}" dt="2026-10-12T12:23:35.590" v="660" actId="1076"/>
          <ac:spMkLst>
            <pc:docMk/>
            <pc:sldMk cId="1340834930" sldId="887"/>
            <ac:spMk id="106" creationId="{033DE228-631F-4EB2-BAEE-9908BFF59BC3}"/>
          </ac:spMkLst>
        </pc:spChg>
        <pc:spChg chg="add mod">
          <ac:chgData name="Minh Huynh" userId="01a137d4-0d81-46e0-aca6-c9185b391828" providerId="ADAL" clId="{18447838-0BCA-432B-86F3-BB78526C143F}" dt="2026-10-12T12:23:35.590" v="660" actId="1076"/>
          <ac:spMkLst>
            <pc:docMk/>
            <pc:sldMk cId="1340834930" sldId="887"/>
            <ac:spMk id="107" creationId="{F82204CA-57AB-4EFD-AFA5-E12A6532FD62}"/>
          </ac:spMkLst>
        </pc:spChg>
        <pc:spChg chg="add mod">
          <ac:chgData name="Minh Huynh" userId="01a137d4-0d81-46e0-aca6-c9185b391828" providerId="ADAL" clId="{18447838-0BCA-432B-86F3-BB78526C143F}" dt="2026-10-12T12:23:35.590" v="660" actId="1076"/>
          <ac:spMkLst>
            <pc:docMk/>
            <pc:sldMk cId="1340834930" sldId="887"/>
            <ac:spMk id="108" creationId="{6ACCC2CA-442D-4B1A-8D4F-239E1EAD97E9}"/>
          </ac:spMkLst>
        </pc:spChg>
        <pc:spChg chg="add mod">
          <ac:chgData name="Minh Huynh" userId="01a137d4-0d81-46e0-aca6-c9185b391828" providerId="ADAL" clId="{18447838-0BCA-432B-86F3-BB78526C143F}" dt="2026-10-12T12:23:35.590" v="660" actId="1076"/>
          <ac:spMkLst>
            <pc:docMk/>
            <pc:sldMk cId="1340834930" sldId="887"/>
            <ac:spMk id="109" creationId="{F26EB435-DC35-4099-8CCD-FA57AD0092BC}"/>
          </ac:spMkLst>
        </pc:spChg>
        <pc:spChg chg="add mod">
          <ac:chgData name="Minh Huynh" userId="01a137d4-0d81-46e0-aca6-c9185b391828" providerId="ADAL" clId="{18447838-0BCA-432B-86F3-BB78526C143F}" dt="2026-10-12T12:23:35.590" v="660" actId="1076"/>
          <ac:spMkLst>
            <pc:docMk/>
            <pc:sldMk cId="1340834930" sldId="887"/>
            <ac:spMk id="110" creationId="{58E8E706-B3E6-40E1-A9A1-B604EEE73802}"/>
          </ac:spMkLst>
        </pc:spChg>
        <pc:spChg chg="add mod">
          <ac:chgData name="Minh Huynh" userId="01a137d4-0d81-46e0-aca6-c9185b391828" providerId="ADAL" clId="{18447838-0BCA-432B-86F3-BB78526C143F}" dt="2026-10-12T12:23:35.590" v="660" actId="1076"/>
          <ac:spMkLst>
            <pc:docMk/>
            <pc:sldMk cId="1340834930" sldId="887"/>
            <ac:spMk id="111" creationId="{DE4AD348-4D66-4810-B215-66E34914740C}"/>
          </ac:spMkLst>
        </pc:spChg>
        <pc:spChg chg="add mod">
          <ac:chgData name="Minh Huynh" userId="01a137d4-0d81-46e0-aca6-c9185b391828" providerId="ADAL" clId="{18447838-0BCA-432B-86F3-BB78526C143F}" dt="2026-10-12T12:23:35.590" v="660" actId="1076"/>
          <ac:spMkLst>
            <pc:docMk/>
            <pc:sldMk cId="1340834930" sldId="887"/>
            <ac:spMk id="112" creationId="{E7438738-F08D-44D0-97D7-7888CDB9CDA2}"/>
          </ac:spMkLst>
        </pc:spChg>
        <pc:spChg chg="add mod">
          <ac:chgData name="Minh Huynh" userId="01a137d4-0d81-46e0-aca6-c9185b391828" providerId="ADAL" clId="{18447838-0BCA-432B-86F3-BB78526C143F}" dt="2026-10-12T12:23:35.590" v="660" actId="1076"/>
          <ac:spMkLst>
            <pc:docMk/>
            <pc:sldMk cId="1340834930" sldId="887"/>
            <ac:spMk id="113" creationId="{2C733F58-7675-4A72-A946-CC50CA827010}"/>
          </ac:spMkLst>
        </pc:spChg>
        <pc:spChg chg="add mod">
          <ac:chgData name="Minh Huynh" userId="01a137d4-0d81-46e0-aca6-c9185b391828" providerId="ADAL" clId="{18447838-0BCA-432B-86F3-BB78526C143F}" dt="2026-10-12T12:23:35.590" v="660" actId="1076"/>
          <ac:spMkLst>
            <pc:docMk/>
            <pc:sldMk cId="1340834930" sldId="887"/>
            <ac:spMk id="114" creationId="{032B2CFA-8C79-4B49-9512-F40B87F12606}"/>
          </ac:spMkLst>
        </pc:spChg>
        <pc:spChg chg="add mod">
          <ac:chgData name="Minh Huynh" userId="01a137d4-0d81-46e0-aca6-c9185b391828" providerId="ADAL" clId="{18447838-0BCA-432B-86F3-BB78526C143F}" dt="2026-10-12T12:23:35.590" v="660" actId="1076"/>
          <ac:spMkLst>
            <pc:docMk/>
            <pc:sldMk cId="1340834930" sldId="887"/>
            <ac:spMk id="115" creationId="{B7F732A4-4A95-4A3B-B360-E84E889F3B18}"/>
          </ac:spMkLst>
        </pc:spChg>
        <pc:spChg chg="add mod">
          <ac:chgData name="Minh Huynh" userId="01a137d4-0d81-46e0-aca6-c9185b391828" providerId="ADAL" clId="{18447838-0BCA-432B-86F3-BB78526C143F}" dt="2026-10-12T12:23:35.590" v="660" actId="1076"/>
          <ac:spMkLst>
            <pc:docMk/>
            <pc:sldMk cId="1340834930" sldId="887"/>
            <ac:spMk id="116" creationId="{C5EACBAE-D0C2-4166-B6BD-483BC6B772DD}"/>
          </ac:spMkLst>
        </pc:spChg>
        <pc:spChg chg="add mod">
          <ac:chgData name="Minh Huynh" userId="01a137d4-0d81-46e0-aca6-c9185b391828" providerId="ADAL" clId="{18447838-0BCA-432B-86F3-BB78526C143F}" dt="2026-10-12T12:23:35.590" v="660" actId="1076"/>
          <ac:spMkLst>
            <pc:docMk/>
            <pc:sldMk cId="1340834930" sldId="887"/>
            <ac:spMk id="117" creationId="{48CF51E7-1FFA-47E7-A1A3-DC622DF36871}"/>
          </ac:spMkLst>
        </pc:spChg>
        <pc:spChg chg="add mod">
          <ac:chgData name="Minh Huynh" userId="01a137d4-0d81-46e0-aca6-c9185b391828" providerId="ADAL" clId="{18447838-0BCA-432B-86F3-BB78526C143F}" dt="2026-10-12T12:23:35.590" v="660" actId="1076"/>
          <ac:spMkLst>
            <pc:docMk/>
            <pc:sldMk cId="1340834930" sldId="887"/>
            <ac:spMk id="118" creationId="{1F9947CB-B088-4D3A-B2AB-46309A4589E5}"/>
          </ac:spMkLst>
        </pc:spChg>
        <pc:spChg chg="add mod">
          <ac:chgData name="Minh Huynh" userId="01a137d4-0d81-46e0-aca6-c9185b391828" providerId="ADAL" clId="{18447838-0BCA-432B-86F3-BB78526C143F}" dt="2026-10-12T12:23:35.590" v="660" actId="1076"/>
          <ac:spMkLst>
            <pc:docMk/>
            <pc:sldMk cId="1340834930" sldId="887"/>
            <ac:spMk id="119" creationId="{38661948-E5E5-400F-9F44-9DBAA999AA58}"/>
          </ac:spMkLst>
        </pc:spChg>
        <pc:spChg chg="add mod">
          <ac:chgData name="Minh Huynh" userId="01a137d4-0d81-46e0-aca6-c9185b391828" providerId="ADAL" clId="{18447838-0BCA-432B-86F3-BB78526C143F}" dt="2026-10-12T12:23:35.590" v="660" actId="1076"/>
          <ac:spMkLst>
            <pc:docMk/>
            <pc:sldMk cId="1340834930" sldId="887"/>
            <ac:spMk id="120" creationId="{6B5BF711-EF03-47CD-9440-418FB6297EEE}"/>
          </ac:spMkLst>
        </pc:spChg>
        <pc:spChg chg="add mod">
          <ac:chgData name="Minh Huynh" userId="01a137d4-0d81-46e0-aca6-c9185b391828" providerId="ADAL" clId="{18447838-0BCA-432B-86F3-BB78526C143F}" dt="2026-10-12T12:23:35.590" v="660" actId="1076"/>
          <ac:spMkLst>
            <pc:docMk/>
            <pc:sldMk cId="1340834930" sldId="887"/>
            <ac:spMk id="121" creationId="{EFB46D79-A8B8-484B-A970-A521A28B562C}"/>
          </ac:spMkLst>
        </pc:spChg>
        <pc:spChg chg="add mod">
          <ac:chgData name="Minh Huynh" userId="01a137d4-0d81-46e0-aca6-c9185b391828" providerId="ADAL" clId="{18447838-0BCA-432B-86F3-BB78526C143F}" dt="2026-10-12T12:23:35.590" v="660" actId="1076"/>
          <ac:spMkLst>
            <pc:docMk/>
            <pc:sldMk cId="1340834930" sldId="887"/>
            <ac:spMk id="122" creationId="{83B65CCC-7C48-4666-A702-C2D9962B5735}"/>
          </ac:spMkLst>
        </pc:spChg>
        <pc:spChg chg="add mod">
          <ac:chgData name="Minh Huynh" userId="01a137d4-0d81-46e0-aca6-c9185b391828" providerId="ADAL" clId="{18447838-0BCA-432B-86F3-BB78526C143F}" dt="2026-10-12T12:23:35.590" v="660" actId="1076"/>
          <ac:spMkLst>
            <pc:docMk/>
            <pc:sldMk cId="1340834930" sldId="887"/>
            <ac:spMk id="123" creationId="{72B7398F-4B1F-40E6-8453-26FBD6C76CCA}"/>
          </ac:spMkLst>
        </pc:spChg>
        <pc:spChg chg="add mod">
          <ac:chgData name="Minh Huynh" userId="01a137d4-0d81-46e0-aca6-c9185b391828" providerId="ADAL" clId="{18447838-0BCA-432B-86F3-BB78526C143F}" dt="2026-10-12T12:23:35.590" v="660" actId="1076"/>
          <ac:spMkLst>
            <pc:docMk/>
            <pc:sldMk cId="1340834930" sldId="887"/>
            <ac:spMk id="124" creationId="{6B77B450-E2C8-4EFC-BF91-CF8568A960D5}"/>
          </ac:spMkLst>
        </pc:spChg>
        <pc:spChg chg="add mod">
          <ac:chgData name="Minh Huynh" userId="01a137d4-0d81-46e0-aca6-c9185b391828" providerId="ADAL" clId="{18447838-0BCA-432B-86F3-BB78526C143F}" dt="2026-10-12T12:23:35.590" v="660" actId="1076"/>
          <ac:spMkLst>
            <pc:docMk/>
            <pc:sldMk cId="1340834930" sldId="887"/>
            <ac:spMk id="125" creationId="{3B114BFC-B0CF-46D1-A39C-63028832C432}"/>
          </ac:spMkLst>
        </pc:spChg>
      </pc:sldChg>
      <pc:sldChg chg="del">
        <pc:chgData name="Minh Huynh" userId="01a137d4-0d81-46e0-aca6-c9185b391828" providerId="ADAL" clId="{18447838-0BCA-432B-86F3-BB78526C143F}" dt="2026-10-12T12:12:45.996" v="0" actId="47"/>
        <pc:sldMkLst>
          <pc:docMk/>
          <pc:sldMk cId="3205959495" sldId="888"/>
        </pc:sldMkLst>
      </pc:sldChg>
      <pc:sldChg chg="addSp delSp modSp add mod">
        <pc:chgData name="Minh Huynh" userId="01a137d4-0d81-46e0-aca6-c9185b391828" providerId="ADAL" clId="{18447838-0BCA-432B-86F3-BB78526C143F}" dt="2026-10-12T12:35:36.600" v="883" actId="20577"/>
        <pc:sldMkLst>
          <pc:docMk/>
          <pc:sldMk cId="4146570137" sldId="888"/>
        </pc:sldMkLst>
        <pc:spChg chg="mod">
          <ac:chgData name="Minh Huynh" userId="01a137d4-0d81-46e0-aca6-c9185b391828" providerId="ADAL" clId="{18447838-0BCA-432B-86F3-BB78526C143F}" dt="2026-10-12T12:31:53.923" v="701" actId="20577"/>
          <ac:spMkLst>
            <pc:docMk/>
            <pc:sldMk cId="4146570137" sldId="888"/>
            <ac:spMk id="4" creationId="{7BC73E8E-0D58-4B4B-A5C4-A8AE38997407}"/>
          </ac:spMkLst>
        </pc:spChg>
        <pc:spChg chg="del">
          <ac:chgData name="Minh Huynh" userId="01a137d4-0d81-46e0-aca6-c9185b391828" providerId="ADAL" clId="{18447838-0BCA-432B-86F3-BB78526C143F}" dt="2026-10-12T12:31:58.360" v="702" actId="478"/>
          <ac:spMkLst>
            <pc:docMk/>
            <pc:sldMk cId="4146570137" sldId="888"/>
            <ac:spMk id="7" creationId="{A67962BC-F52B-4512-BD54-D49B95A1B3C0}"/>
          </ac:spMkLst>
        </pc:spChg>
        <pc:spChg chg="del">
          <ac:chgData name="Minh Huynh" userId="01a137d4-0d81-46e0-aca6-c9185b391828" providerId="ADAL" clId="{18447838-0BCA-432B-86F3-BB78526C143F}" dt="2026-10-12T12:31:58.360" v="702" actId="478"/>
          <ac:spMkLst>
            <pc:docMk/>
            <pc:sldMk cId="4146570137" sldId="888"/>
            <ac:spMk id="8" creationId="{6A3F74B8-F5C4-47E9-B418-6F97CC2CB912}"/>
          </ac:spMkLst>
        </pc:spChg>
        <pc:spChg chg="del">
          <ac:chgData name="Minh Huynh" userId="01a137d4-0d81-46e0-aca6-c9185b391828" providerId="ADAL" clId="{18447838-0BCA-432B-86F3-BB78526C143F}" dt="2026-10-12T12:31:58.360" v="702" actId="478"/>
          <ac:spMkLst>
            <pc:docMk/>
            <pc:sldMk cId="4146570137" sldId="888"/>
            <ac:spMk id="9" creationId="{4B34126E-809A-41DA-8EB7-3DFADF0446A8}"/>
          </ac:spMkLst>
        </pc:spChg>
        <pc:spChg chg="del">
          <ac:chgData name="Minh Huynh" userId="01a137d4-0d81-46e0-aca6-c9185b391828" providerId="ADAL" clId="{18447838-0BCA-432B-86F3-BB78526C143F}" dt="2026-10-12T12:31:58.360" v="702" actId="478"/>
          <ac:spMkLst>
            <pc:docMk/>
            <pc:sldMk cId="4146570137" sldId="888"/>
            <ac:spMk id="10" creationId="{E48AF9D6-D45F-4795-969C-C4ADBA4B47BF}"/>
          </ac:spMkLst>
        </pc:spChg>
        <pc:spChg chg="del">
          <ac:chgData name="Minh Huynh" userId="01a137d4-0d81-46e0-aca6-c9185b391828" providerId="ADAL" clId="{18447838-0BCA-432B-86F3-BB78526C143F}" dt="2026-10-12T12:31:58.360" v="702" actId="478"/>
          <ac:spMkLst>
            <pc:docMk/>
            <pc:sldMk cId="4146570137" sldId="888"/>
            <ac:spMk id="14" creationId="{421E6674-F7CF-4046-8FBF-EF120C0FFEEE}"/>
          </ac:spMkLst>
        </pc:spChg>
        <pc:spChg chg="del">
          <ac:chgData name="Minh Huynh" userId="01a137d4-0d81-46e0-aca6-c9185b391828" providerId="ADAL" clId="{18447838-0BCA-432B-86F3-BB78526C143F}" dt="2026-10-12T12:31:58.360" v="702" actId="478"/>
          <ac:spMkLst>
            <pc:docMk/>
            <pc:sldMk cId="4146570137" sldId="888"/>
            <ac:spMk id="15" creationId="{E9585141-F4EB-4C15-8E4D-D717B624A067}"/>
          </ac:spMkLst>
        </pc:spChg>
        <pc:spChg chg="del">
          <ac:chgData name="Minh Huynh" userId="01a137d4-0d81-46e0-aca6-c9185b391828" providerId="ADAL" clId="{18447838-0BCA-432B-86F3-BB78526C143F}" dt="2026-10-12T12:31:58.360" v="702" actId="478"/>
          <ac:spMkLst>
            <pc:docMk/>
            <pc:sldMk cId="4146570137" sldId="888"/>
            <ac:spMk id="16" creationId="{996F9ED6-A1A8-472C-B07B-4E2EA53EB1A0}"/>
          </ac:spMkLst>
        </pc:spChg>
        <pc:spChg chg="del">
          <ac:chgData name="Minh Huynh" userId="01a137d4-0d81-46e0-aca6-c9185b391828" providerId="ADAL" clId="{18447838-0BCA-432B-86F3-BB78526C143F}" dt="2026-10-12T12:31:58.360" v="702" actId="478"/>
          <ac:spMkLst>
            <pc:docMk/>
            <pc:sldMk cId="4146570137" sldId="888"/>
            <ac:spMk id="17" creationId="{19C81F2C-03B6-467B-BB59-61285F0AF733}"/>
          </ac:spMkLst>
        </pc:spChg>
        <pc:spChg chg="del">
          <ac:chgData name="Minh Huynh" userId="01a137d4-0d81-46e0-aca6-c9185b391828" providerId="ADAL" clId="{18447838-0BCA-432B-86F3-BB78526C143F}" dt="2026-10-12T12:31:58.360" v="702" actId="478"/>
          <ac:spMkLst>
            <pc:docMk/>
            <pc:sldMk cId="4146570137" sldId="888"/>
            <ac:spMk id="18" creationId="{8DA94EEE-1E2F-4C80-A31A-273A42C9402E}"/>
          </ac:spMkLst>
        </pc:spChg>
        <pc:spChg chg="del">
          <ac:chgData name="Minh Huynh" userId="01a137d4-0d81-46e0-aca6-c9185b391828" providerId="ADAL" clId="{18447838-0BCA-432B-86F3-BB78526C143F}" dt="2026-10-12T12:31:58.360" v="702" actId="478"/>
          <ac:spMkLst>
            <pc:docMk/>
            <pc:sldMk cId="4146570137" sldId="888"/>
            <ac:spMk id="19" creationId="{143F4B56-B9BA-436A-9DE1-E4DB661A1C4D}"/>
          </ac:spMkLst>
        </pc:spChg>
        <pc:spChg chg="del">
          <ac:chgData name="Minh Huynh" userId="01a137d4-0d81-46e0-aca6-c9185b391828" providerId="ADAL" clId="{18447838-0BCA-432B-86F3-BB78526C143F}" dt="2026-10-12T12:31:58.360" v="702" actId="478"/>
          <ac:spMkLst>
            <pc:docMk/>
            <pc:sldMk cId="4146570137" sldId="888"/>
            <ac:spMk id="20" creationId="{7B0834B4-98F5-4D56-851D-F433D8432989}"/>
          </ac:spMkLst>
        </pc:spChg>
        <pc:spChg chg="del">
          <ac:chgData name="Minh Huynh" userId="01a137d4-0d81-46e0-aca6-c9185b391828" providerId="ADAL" clId="{18447838-0BCA-432B-86F3-BB78526C143F}" dt="2026-10-12T12:31:58.360" v="702" actId="478"/>
          <ac:spMkLst>
            <pc:docMk/>
            <pc:sldMk cId="4146570137" sldId="888"/>
            <ac:spMk id="42" creationId="{B242F3DE-95B6-40BC-856D-34209F6F41E3}"/>
          </ac:spMkLst>
        </pc:spChg>
        <pc:spChg chg="del">
          <ac:chgData name="Minh Huynh" userId="01a137d4-0d81-46e0-aca6-c9185b391828" providerId="ADAL" clId="{18447838-0BCA-432B-86F3-BB78526C143F}" dt="2026-10-12T12:31:58.360" v="702" actId="478"/>
          <ac:spMkLst>
            <pc:docMk/>
            <pc:sldMk cId="4146570137" sldId="888"/>
            <ac:spMk id="43" creationId="{15B02777-4E6D-495F-946D-5C5CB5D4B55F}"/>
          </ac:spMkLst>
        </pc:spChg>
        <pc:spChg chg="del">
          <ac:chgData name="Minh Huynh" userId="01a137d4-0d81-46e0-aca6-c9185b391828" providerId="ADAL" clId="{18447838-0BCA-432B-86F3-BB78526C143F}" dt="2026-10-12T12:31:58.360" v="702" actId="478"/>
          <ac:spMkLst>
            <pc:docMk/>
            <pc:sldMk cId="4146570137" sldId="888"/>
            <ac:spMk id="44" creationId="{0F20EE40-3AC7-42A0-A90D-0ADDC57C2037}"/>
          </ac:spMkLst>
        </pc:spChg>
        <pc:spChg chg="del">
          <ac:chgData name="Minh Huynh" userId="01a137d4-0d81-46e0-aca6-c9185b391828" providerId="ADAL" clId="{18447838-0BCA-432B-86F3-BB78526C143F}" dt="2026-10-12T12:31:58.360" v="702" actId="478"/>
          <ac:spMkLst>
            <pc:docMk/>
            <pc:sldMk cId="4146570137" sldId="888"/>
            <ac:spMk id="45" creationId="{C918D1B5-F5B4-40C0-9396-EDF40DD3CACB}"/>
          </ac:spMkLst>
        </pc:spChg>
        <pc:spChg chg="del">
          <ac:chgData name="Minh Huynh" userId="01a137d4-0d81-46e0-aca6-c9185b391828" providerId="ADAL" clId="{18447838-0BCA-432B-86F3-BB78526C143F}" dt="2026-10-12T12:31:58.360" v="702" actId="478"/>
          <ac:spMkLst>
            <pc:docMk/>
            <pc:sldMk cId="4146570137" sldId="888"/>
            <ac:spMk id="46" creationId="{71EA0A16-FC98-4B12-B68E-019281B65B2E}"/>
          </ac:spMkLst>
        </pc:spChg>
        <pc:spChg chg="del">
          <ac:chgData name="Minh Huynh" userId="01a137d4-0d81-46e0-aca6-c9185b391828" providerId="ADAL" clId="{18447838-0BCA-432B-86F3-BB78526C143F}" dt="2026-10-12T12:31:58.360" v="702" actId="478"/>
          <ac:spMkLst>
            <pc:docMk/>
            <pc:sldMk cId="4146570137" sldId="888"/>
            <ac:spMk id="47" creationId="{3587714D-2307-4E12-B0FA-ED8B002AFD76}"/>
          </ac:spMkLst>
        </pc:spChg>
        <pc:spChg chg="del">
          <ac:chgData name="Minh Huynh" userId="01a137d4-0d81-46e0-aca6-c9185b391828" providerId="ADAL" clId="{18447838-0BCA-432B-86F3-BB78526C143F}" dt="2026-10-12T12:31:58.360" v="702" actId="478"/>
          <ac:spMkLst>
            <pc:docMk/>
            <pc:sldMk cId="4146570137" sldId="888"/>
            <ac:spMk id="48" creationId="{48ED4C52-748F-4FF8-BB75-5D7EFB90836A}"/>
          </ac:spMkLst>
        </pc:spChg>
        <pc:spChg chg="del">
          <ac:chgData name="Minh Huynh" userId="01a137d4-0d81-46e0-aca6-c9185b391828" providerId="ADAL" clId="{18447838-0BCA-432B-86F3-BB78526C143F}" dt="2026-10-12T12:31:58.360" v="702" actId="478"/>
          <ac:spMkLst>
            <pc:docMk/>
            <pc:sldMk cId="4146570137" sldId="888"/>
            <ac:spMk id="49" creationId="{BDAED572-4913-4721-9EFC-1D017663DE1D}"/>
          </ac:spMkLst>
        </pc:spChg>
        <pc:spChg chg="del">
          <ac:chgData name="Minh Huynh" userId="01a137d4-0d81-46e0-aca6-c9185b391828" providerId="ADAL" clId="{18447838-0BCA-432B-86F3-BB78526C143F}" dt="2026-10-12T12:31:58.360" v="702" actId="478"/>
          <ac:spMkLst>
            <pc:docMk/>
            <pc:sldMk cId="4146570137" sldId="888"/>
            <ac:spMk id="50" creationId="{6138217B-56EB-435F-AEC6-75D0ED8A32AF}"/>
          </ac:spMkLst>
        </pc:spChg>
        <pc:spChg chg="del">
          <ac:chgData name="Minh Huynh" userId="01a137d4-0d81-46e0-aca6-c9185b391828" providerId="ADAL" clId="{18447838-0BCA-432B-86F3-BB78526C143F}" dt="2026-10-12T12:31:58.360" v="702" actId="478"/>
          <ac:spMkLst>
            <pc:docMk/>
            <pc:sldMk cId="4146570137" sldId="888"/>
            <ac:spMk id="51" creationId="{0253CE86-679E-46D6-98AA-32632A73FCA3}"/>
          </ac:spMkLst>
        </pc:spChg>
        <pc:spChg chg="del">
          <ac:chgData name="Minh Huynh" userId="01a137d4-0d81-46e0-aca6-c9185b391828" providerId="ADAL" clId="{18447838-0BCA-432B-86F3-BB78526C143F}" dt="2026-10-12T12:31:58.360" v="702" actId="478"/>
          <ac:spMkLst>
            <pc:docMk/>
            <pc:sldMk cId="4146570137" sldId="888"/>
            <ac:spMk id="52" creationId="{AFA18A70-4DF8-4816-ABC5-64670E6F1DE5}"/>
          </ac:spMkLst>
        </pc:spChg>
        <pc:spChg chg="del">
          <ac:chgData name="Minh Huynh" userId="01a137d4-0d81-46e0-aca6-c9185b391828" providerId="ADAL" clId="{18447838-0BCA-432B-86F3-BB78526C143F}" dt="2026-10-12T12:31:58.360" v="702" actId="478"/>
          <ac:spMkLst>
            <pc:docMk/>
            <pc:sldMk cId="4146570137" sldId="888"/>
            <ac:spMk id="53" creationId="{FF5C1C2B-5300-4059-93AD-D6CA40AB49FC}"/>
          </ac:spMkLst>
        </pc:spChg>
        <pc:spChg chg="del">
          <ac:chgData name="Minh Huynh" userId="01a137d4-0d81-46e0-aca6-c9185b391828" providerId="ADAL" clId="{18447838-0BCA-432B-86F3-BB78526C143F}" dt="2026-10-12T12:31:58.360" v="702" actId="478"/>
          <ac:spMkLst>
            <pc:docMk/>
            <pc:sldMk cId="4146570137" sldId="888"/>
            <ac:spMk id="54" creationId="{0CF689A3-C735-44C0-B575-79FAF2D9C7DF}"/>
          </ac:spMkLst>
        </pc:spChg>
        <pc:spChg chg="del">
          <ac:chgData name="Minh Huynh" userId="01a137d4-0d81-46e0-aca6-c9185b391828" providerId="ADAL" clId="{18447838-0BCA-432B-86F3-BB78526C143F}" dt="2026-10-12T12:31:58.360" v="702" actId="478"/>
          <ac:spMkLst>
            <pc:docMk/>
            <pc:sldMk cId="4146570137" sldId="888"/>
            <ac:spMk id="55" creationId="{58DA22CD-9A5D-4543-BD5C-C20CC619E752}"/>
          </ac:spMkLst>
        </pc:spChg>
        <pc:spChg chg="del">
          <ac:chgData name="Minh Huynh" userId="01a137d4-0d81-46e0-aca6-c9185b391828" providerId="ADAL" clId="{18447838-0BCA-432B-86F3-BB78526C143F}" dt="2026-10-12T12:31:58.360" v="702" actId="478"/>
          <ac:spMkLst>
            <pc:docMk/>
            <pc:sldMk cId="4146570137" sldId="888"/>
            <ac:spMk id="56" creationId="{1E023B0A-69A6-4BD1-9093-4AB9C8C844E6}"/>
          </ac:spMkLst>
        </pc:spChg>
        <pc:spChg chg="del">
          <ac:chgData name="Minh Huynh" userId="01a137d4-0d81-46e0-aca6-c9185b391828" providerId="ADAL" clId="{18447838-0BCA-432B-86F3-BB78526C143F}" dt="2026-10-12T12:31:58.360" v="702" actId="478"/>
          <ac:spMkLst>
            <pc:docMk/>
            <pc:sldMk cId="4146570137" sldId="888"/>
            <ac:spMk id="57" creationId="{BCC7C8DE-36AA-4E38-ADD4-33ABEEB98403}"/>
          </ac:spMkLst>
        </pc:spChg>
        <pc:spChg chg="del">
          <ac:chgData name="Minh Huynh" userId="01a137d4-0d81-46e0-aca6-c9185b391828" providerId="ADAL" clId="{18447838-0BCA-432B-86F3-BB78526C143F}" dt="2026-10-12T12:31:58.360" v="702" actId="478"/>
          <ac:spMkLst>
            <pc:docMk/>
            <pc:sldMk cId="4146570137" sldId="888"/>
            <ac:spMk id="58" creationId="{E2B35763-B21F-4E32-BAB0-1924A7E3E223}"/>
          </ac:spMkLst>
        </pc:spChg>
        <pc:spChg chg="del">
          <ac:chgData name="Minh Huynh" userId="01a137d4-0d81-46e0-aca6-c9185b391828" providerId="ADAL" clId="{18447838-0BCA-432B-86F3-BB78526C143F}" dt="2026-10-12T12:31:58.360" v="702" actId="478"/>
          <ac:spMkLst>
            <pc:docMk/>
            <pc:sldMk cId="4146570137" sldId="888"/>
            <ac:spMk id="59" creationId="{F5BB3A27-C1D7-4D91-8711-CBECDC2AAAB4}"/>
          </ac:spMkLst>
        </pc:spChg>
        <pc:spChg chg="del">
          <ac:chgData name="Minh Huynh" userId="01a137d4-0d81-46e0-aca6-c9185b391828" providerId="ADAL" clId="{18447838-0BCA-432B-86F3-BB78526C143F}" dt="2026-10-12T12:31:58.360" v="702" actId="478"/>
          <ac:spMkLst>
            <pc:docMk/>
            <pc:sldMk cId="4146570137" sldId="888"/>
            <ac:spMk id="60" creationId="{432556BA-79C5-4CA3-82A3-9D1662FFB47C}"/>
          </ac:spMkLst>
        </pc:spChg>
        <pc:spChg chg="del">
          <ac:chgData name="Minh Huynh" userId="01a137d4-0d81-46e0-aca6-c9185b391828" providerId="ADAL" clId="{18447838-0BCA-432B-86F3-BB78526C143F}" dt="2026-10-12T12:31:58.360" v="702" actId="478"/>
          <ac:spMkLst>
            <pc:docMk/>
            <pc:sldMk cId="4146570137" sldId="888"/>
            <ac:spMk id="61" creationId="{0617273F-AA08-49F0-A2D6-A14FCC87A948}"/>
          </ac:spMkLst>
        </pc:spChg>
        <pc:spChg chg="del">
          <ac:chgData name="Minh Huynh" userId="01a137d4-0d81-46e0-aca6-c9185b391828" providerId="ADAL" clId="{18447838-0BCA-432B-86F3-BB78526C143F}" dt="2026-10-12T12:31:58.360" v="702" actId="478"/>
          <ac:spMkLst>
            <pc:docMk/>
            <pc:sldMk cId="4146570137" sldId="888"/>
            <ac:spMk id="62" creationId="{85875A4D-AFA4-476A-8D81-F9CA4EFC1CD3}"/>
          </ac:spMkLst>
        </pc:spChg>
        <pc:spChg chg="del">
          <ac:chgData name="Minh Huynh" userId="01a137d4-0d81-46e0-aca6-c9185b391828" providerId="ADAL" clId="{18447838-0BCA-432B-86F3-BB78526C143F}" dt="2026-10-12T12:31:58.360" v="702" actId="478"/>
          <ac:spMkLst>
            <pc:docMk/>
            <pc:sldMk cId="4146570137" sldId="888"/>
            <ac:spMk id="63" creationId="{85E43DC6-C32C-45A7-B8F6-9292264965F0}"/>
          </ac:spMkLst>
        </pc:spChg>
        <pc:spChg chg="del">
          <ac:chgData name="Minh Huynh" userId="01a137d4-0d81-46e0-aca6-c9185b391828" providerId="ADAL" clId="{18447838-0BCA-432B-86F3-BB78526C143F}" dt="2026-10-12T12:31:58.360" v="702" actId="478"/>
          <ac:spMkLst>
            <pc:docMk/>
            <pc:sldMk cId="4146570137" sldId="888"/>
            <ac:spMk id="64" creationId="{B08F03FF-0CCE-4BD7-A7A2-06AD2EB991D8}"/>
          </ac:spMkLst>
        </pc:spChg>
        <pc:spChg chg="del">
          <ac:chgData name="Minh Huynh" userId="01a137d4-0d81-46e0-aca6-c9185b391828" providerId="ADAL" clId="{18447838-0BCA-432B-86F3-BB78526C143F}" dt="2026-10-12T12:31:58.360" v="702" actId="478"/>
          <ac:spMkLst>
            <pc:docMk/>
            <pc:sldMk cId="4146570137" sldId="888"/>
            <ac:spMk id="65" creationId="{DD1C0551-ACE7-448B-B258-4BB3E87EF914}"/>
          </ac:spMkLst>
        </pc:spChg>
        <pc:spChg chg="del">
          <ac:chgData name="Minh Huynh" userId="01a137d4-0d81-46e0-aca6-c9185b391828" providerId="ADAL" clId="{18447838-0BCA-432B-86F3-BB78526C143F}" dt="2026-10-12T12:31:58.360" v="702" actId="478"/>
          <ac:spMkLst>
            <pc:docMk/>
            <pc:sldMk cId="4146570137" sldId="888"/>
            <ac:spMk id="66" creationId="{1B851FF8-6234-496E-958E-BE95A3F06E9B}"/>
          </ac:spMkLst>
        </pc:spChg>
        <pc:spChg chg="del">
          <ac:chgData name="Minh Huynh" userId="01a137d4-0d81-46e0-aca6-c9185b391828" providerId="ADAL" clId="{18447838-0BCA-432B-86F3-BB78526C143F}" dt="2026-10-12T12:31:58.360" v="702" actId="478"/>
          <ac:spMkLst>
            <pc:docMk/>
            <pc:sldMk cId="4146570137" sldId="888"/>
            <ac:spMk id="67" creationId="{DE1EC9FF-A4CD-4277-955E-E586340652F8}"/>
          </ac:spMkLst>
        </pc:spChg>
        <pc:spChg chg="del">
          <ac:chgData name="Minh Huynh" userId="01a137d4-0d81-46e0-aca6-c9185b391828" providerId="ADAL" clId="{18447838-0BCA-432B-86F3-BB78526C143F}" dt="2026-10-12T12:31:58.360" v="702" actId="478"/>
          <ac:spMkLst>
            <pc:docMk/>
            <pc:sldMk cId="4146570137" sldId="888"/>
            <ac:spMk id="68" creationId="{8D89AC36-0742-462D-BB9A-13541A228B69}"/>
          </ac:spMkLst>
        </pc:spChg>
        <pc:spChg chg="del">
          <ac:chgData name="Minh Huynh" userId="01a137d4-0d81-46e0-aca6-c9185b391828" providerId="ADAL" clId="{18447838-0BCA-432B-86F3-BB78526C143F}" dt="2026-10-12T12:31:58.360" v="702" actId="478"/>
          <ac:spMkLst>
            <pc:docMk/>
            <pc:sldMk cId="4146570137" sldId="888"/>
            <ac:spMk id="69" creationId="{2205AC33-9FDD-4C20-9251-8EDE93B7E154}"/>
          </ac:spMkLst>
        </pc:spChg>
        <pc:spChg chg="del">
          <ac:chgData name="Minh Huynh" userId="01a137d4-0d81-46e0-aca6-c9185b391828" providerId="ADAL" clId="{18447838-0BCA-432B-86F3-BB78526C143F}" dt="2026-10-12T12:31:58.360" v="702" actId="478"/>
          <ac:spMkLst>
            <pc:docMk/>
            <pc:sldMk cId="4146570137" sldId="888"/>
            <ac:spMk id="70" creationId="{F1E7DEA1-9F9C-43D3-821E-E4130A01C0E6}"/>
          </ac:spMkLst>
        </pc:spChg>
        <pc:spChg chg="del">
          <ac:chgData name="Minh Huynh" userId="01a137d4-0d81-46e0-aca6-c9185b391828" providerId="ADAL" clId="{18447838-0BCA-432B-86F3-BB78526C143F}" dt="2026-10-12T12:31:58.360" v="702" actId="478"/>
          <ac:spMkLst>
            <pc:docMk/>
            <pc:sldMk cId="4146570137" sldId="888"/>
            <ac:spMk id="71" creationId="{3BCDA718-6115-41E1-82DB-47DF09B9F038}"/>
          </ac:spMkLst>
        </pc:spChg>
        <pc:spChg chg="del">
          <ac:chgData name="Minh Huynh" userId="01a137d4-0d81-46e0-aca6-c9185b391828" providerId="ADAL" clId="{18447838-0BCA-432B-86F3-BB78526C143F}" dt="2026-10-12T12:31:58.360" v="702" actId="478"/>
          <ac:spMkLst>
            <pc:docMk/>
            <pc:sldMk cId="4146570137" sldId="888"/>
            <ac:spMk id="72" creationId="{AA3DA68F-6579-4209-9EDE-07E56659287D}"/>
          </ac:spMkLst>
        </pc:spChg>
        <pc:spChg chg="del">
          <ac:chgData name="Minh Huynh" userId="01a137d4-0d81-46e0-aca6-c9185b391828" providerId="ADAL" clId="{18447838-0BCA-432B-86F3-BB78526C143F}" dt="2026-10-12T12:31:58.360" v="702" actId="478"/>
          <ac:spMkLst>
            <pc:docMk/>
            <pc:sldMk cId="4146570137" sldId="888"/>
            <ac:spMk id="73" creationId="{59C30626-DD0B-42BC-8B6D-81D18D1782A8}"/>
          </ac:spMkLst>
        </pc:spChg>
        <pc:spChg chg="mod">
          <ac:chgData name="Minh Huynh" userId="01a137d4-0d81-46e0-aca6-c9185b391828" providerId="ADAL" clId="{18447838-0BCA-432B-86F3-BB78526C143F}" dt="2026-10-12T12:35:36.600" v="883" actId="20577"/>
          <ac:spMkLst>
            <pc:docMk/>
            <pc:sldMk cId="4146570137" sldId="888"/>
            <ac:spMk id="74" creationId="{0BC5EFDD-B5EE-4CD3-9813-3FC4733EEA9A}"/>
          </ac:spMkLst>
        </pc:spChg>
        <pc:spChg chg="del mod">
          <ac:chgData name="Minh Huynh" userId="01a137d4-0d81-46e0-aca6-c9185b391828" providerId="ADAL" clId="{18447838-0BCA-432B-86F3-BB78526C143F}" dt="2026-10-12T12:33:15.620" v="757" actId="478"/>
          <ac:spMkLst>
            <pc:docMk/>
            <pc:sldMk cId="4146570137" sldId="888"/>
            <ac:spMk id="99" creationId="{38D66BE2-B032-423D-8E5A-7793D9F01BD1}"/>
          </ac:spMkLst>
        </pc:spChg>
        <pc:spChg chg="del mod">
          <ac:chgData name="Minh Huynh" userId="01a137d4-0d81-46e0-aca6-c9185b391828" providerId="ADAL" clId="{18447838-0BCA-432B-86F3-BB78526C143F}" dt="2026-10-12T12:33:15.620" v="757" actId="478"/>
          <ac:spMkLst>
            <pc:docMk/>
            <pc:sldMk cId="4146570137" sldId="888"/>
            <ac:spMk id="100" creationId="{BC1669C5-5338-438F-94D0-72A4B06A72E0}"/>
          </ac:spMkLst>
        </pc:spChg>
        <pc:spChg chg="del mod">
          <ac:chgData name="Minh Huynh" userId="01a137d4-0d81-46e0-aca6-c9185b391828" providerId="ADAL" clId="{18447838-0BCA-432B-86F3-BB78526C143F}" dt="2026-10-12T12:33:15.620" v="757" actId="478"/>
          <ac:spMkLst>
            <pc:docMk/>
            <pc:sldMk cId="4146570137" sldId="888"/>
            <ac:spMk id="101" creationId="{6B7C67E0-F05D-4A18-9C0C-DE6C1DE2847D}"/>
          </ac:spMkLst>
        </pc:spChg>
        <pc:spChg chg="del mod">
          <ac:chgData name="Minh Huynh" userId="01a137d4-0d81-46e0-aca6-c9185b391828" providerId="ADAL" clId="{18447838-0BCA-432B-86F3-BB78526C143F}" dt="2026-10-12T12:33:15.620" v="757" actId="478"/>
          <ac:spMkLst>
            <pc:docMk/>
            <pc:sldMk cId="4146570137" sldId="888"/>
            <ac:spMk id="102" creationId="{5151ED00-2227-41D2-9CCD-CFE061218BB5}"/>
          </ac:spMkLst>
        </pc:spChg>
        <pc:spChg chg="del mod">
          <ac:chgData name="Minh Huynh" userId="01a137d4-0d81-46e0-aca6-c9185b391828" providerId="ADAL" clId="{18447838-0BCA-432B-86F3-BB78526C143F}" dt="2026-10-12T12:33:15.620" v="757" actId="478"/>
          <ac:spMkLst>
            <pc:docMk/>
            <pc:sldMk cId="4146570137" sldId="888"/>
            <ac:spMk id="103" creationId="{22DD0A0A-8BD5-4CF6-8EBF-4E6671DAF667}"/>
          </ac:spMkLst>
        </pc:spChg>
        <pc:spChg chg="del mod">
          <ac:chgData name="Minh Huynh" userId="01a137d4-0d81-46e0-aca6-c9185b391828" providerId="ADAL" clId="{18447838-0BCA-432B-86F3-BB78526C143F}" dt="2026-10-12T12:33:15.620" v="757" actId="478"/>
          <ac:spMkLst>
            <pc:docMk/>
            <pc:sldMk cId="4146570137" sldId="888"/>
            <ac:spMk id="104" creationId="{83A25243-8CC0-4C41-87DE-F1A64776AC2C}"/>
          </ac:spMkLst>
        </pc:spChg>
        <pc:spChg chg="del mod">
          <ac:chgData name="Minh Huynh" userId="01a137d4-0d81-46e0-aca6-c9185b391828" providerId="ADAL" clId="{18447838-0BCA-432B-86F3-BB78526C143F}" dt="2026-10-12T12:33:15.620" v="757" actId="478"/>
          <ac:spMkLst>
            <pc:docMk/>
            <pc:sldMk cId="4146570137" sldId="888"/>
            <ac:spMk id="105" creationId="{4BF439F0-FCDA-4A44-A743-D8452236F463}"/>
          </ac:spMkLst>
        </pc:spChg>
        <pc:spChg chg="del mod">
          <ac:chgData name="Minh Huynh" userId="01a137d4-0d81-46e0-aca6-c9185b391828" providerId="ADAL" clId="{18447838-0BCA-432B-86F3-BB78526C143F}" dt="2026-10-12T12:33:15.620" v="757" actId="478"/>
          <ac:spMkLst>
            <pc:docMk/>
            <pc:sldMk cId="4146570137" sldId="888"/>
            <ac:spMk id="106" creationId="{033DE228-631F-4EB2-BAEE-9908BFF59BC3}"/>
          </ac:spMkLst>
        </pc:spChg>
        <pc:spChg chg="del mod">
          <ac:chgData name="Minh Huynh" userId="01a137d4-0d81-46e0-aca6-c9185b391828" providerId="ADAL" clId="{18447838-0BCA-432B-86F3-BB78526C143F}" dt="2026-10-12T12:33:15.620" v="757" actId="478"/>
          <ac:spMkLst>
            <pc:docMk/>
            <pc:sldMk cId="4146570137" sldId="888"/>
            <ac:spMk id="107" creationId="{F82204CA-57AB-4EFD-AFA5-E12A6532FD62}"/>
          </ac:spMkLst>
        </pc:spChg>
        <pc:spChg chg="del mod">
          <ac:chgData name="Minh Huynh" userId="01a137d4-0d81-46e0-aca6-c9185b391828" providerId="ADAL" clId="{18447838-0BCA-432B-86F3-BB78526C143F}" dt="2026-10-12T12:33:15.620" v="757" actId="478"/>
          <ac:spMkLst>
            <pc:docMk/>
            <pc:sldMk cId="4146570137" sldId="888"/>
            <ac:spMk id="108" creationId="{6ACCC2CA-442D-4B1A-8D4F-239E1EAD97E9}"/>
          </ac:spMkLst>
        </pc:spChg>
        <pc:spChg chg="del mod">
          <ac:chgData name="Minh Huynh" userId="01a137d4-0d81-46e0-aca6-c9185b391828" providerId="ADAL" clId="{18447838-0BCA-432B-86F3-BB78526C143F}" dt="2026-10-12T12:33:15.620" v="757" actId="478"/>
          <ac:spMkLst>
            <pc:docMk/>
            <pc:sldMk cId="4146570137" sldId="888"/>
            <ac:spMk id="109" creationId="{F26EB435-DC35-4099-8CCD-FA57AD0092BC}"/>
          </ac:spMkLst>
        </pc:spChg>
        <pc:spChg chg="del mod">
          <ac:chgData name="Minh Huynh" userId="01a137d4-0d81-46e0-aca6-c9185b391828" providerId="ADAL" clId="{18447838-0BCA-432B-86F3-BB78526C143F}" dt="2026-10-12T12:33:15.620" v="757" actId="478"/>
          <ac:spMkLst>
            <pc:docMk/>
            <pc:sldMk cId="4146570137" sldId="888"/>
            <ac:spMk id="110" creationId="{58E8E706-B3E6-40E1-A9A1-B604EEE73802}"/>
          </ac:spMkLst>
        </pc:spChg>
        <pc:spChg chg="del mod">
          <ac:chgData name="Minh Huynh" userId="01a137d4-0d81-46e0-aca6-c9185b391828" providerId="ADAL" clId="{18447838-0BCA-432B-86F3-BB78526C143F}" dt="2026-10-12T12:33:15.620" v="757" actId="478"/>
          <ac:spMkLst>
            <pc:docMk/>
            <pc:sldMk cId="4146570137" sldId="888"/>
            <ac:spMk id="111" creationId="{DE4AD348-4D66-4810-B215-66E34914740C}"/>
          </ac:spMkLst>
        </pc:spChg>
        <pc:spChg chg="del mod">
          <ac:chgData name="Minh Huynh" userId="01a137d4-0d81-46e0-aca6-c9185b391828" providerId="ADAL" clId="{18447838-0BCA-432B-86F3-BB78526C143F}" dt="2026-10-12T12:33:15.620" v="757" actId="478"/>
          <ac:spMkLst>
            <pc:docMk/>
            <pc:sldMk cId="4146570137" sldId="888"/>
            <ac:spMk id="112" creationId="{E7438738-F08D-44D0-97D7-7888CDB9CDA2}"/>
          </ac:spMkLst>
        </pc:spChg>
        <pc:spChg chg="del mod">
          <ac:chgData name="Minh Huynh" userId="01a137d4-0d81-46e0-aca6-c9185b391828" providerId="ADAL" clId="{18447838-0BCA-432B-86F3-BB78526C143F}" dt="2026-10-12T12:33:15.620" v="757" actId="478"/>
          <ac:spMkLst>
            <pc:docMk/>
            <pc:sldMk cId="4146570137" sldId="888"/>
            <ac:spMk id="113" creationId="{2C733F58-7675-4A72-A946-CC50CA827010}"/>
          </ac:spMkLst>
        </pc:spChg>
        <pc:spChg chg="del mod">
          <ac:chgData name="Minh Huynh" userId="01a137d4-0d81-46e0-aca6-c9185b391828" providerId="ADAL" clId="{18447838-0BCA-432B-86F3-BB78526C143F}" dt="2026-10-12T12:33:15.620" v="757" actId="478"/>
          <ac:spMkLst>
            <pc:docMk/>
            <pc:sldMk cId="4146570137" sldId="888"/>
            <ac:spMk id="114" creationId="{032B2CFA-8C79-4B49-9512-F40B87F12606}"/>
          </ac:spMkLst>
        </pc:spChg>
        <pc:spChg chg="del mod">
          <ac:chgData name="Minh Huynh" userId="01a137d4-0d81-46e0-aca6-c9185b391828" providerId="ADAL" clId="{18447838-0BCA-432B-86F3-BB78526C143F}" dt="2026-10-12T12:33:15.620" v="757" actId="478"/>
          <ac:spMkLst>
            <pc:docMk/>
            <pc:sldMk cId="4146570137" sldId="888"/>
            <ac:spMk id="115" creationId="{B7F732A4-4A95-4A3B-B360-E84E889F3B18}"/>
          </ac:spMkLst>
        </pc:spChg>
        <pc:spChg chg="del mod">
          <ac:chgData name="Minh Huynh" userId="01a137d4-0d81-46e0-aca6-c9185b391828" providerId="ADAL" clId="{18447838-0BCA-432B-86F3-BB78526C143F}" dt="2026-10-12T12:33:15.620" v="757" actId="478"/>
          <ac:spMkLst>
            <pc:docMk/>
            <pc:sldMk cId="4146570137" sldId="888"/>
            <ac:spMk id="116" creationId="{C5EACBAE-D0C2-4166-B6BD-483BC6B772DD}"/>
          </ac:spMkLst>
        </pc:spChg>
        <pc:spChg chg="del mod">
          <ac:chgData name="Minh Huynh" userId="01a137d4-0d81-46e0-aca6-c9185b391828" providerId="ADAL" clId="{18447838-0BCA-432B-86F3-BB78526C143F}" dt="2026-10-12T12:33:15.620" v="757" actId="478"/>
          <ac:spMkLst>
            <pc:docMk/>
            <pc:sldMk cId="4146570137" sldId="888"/>
            <ac:spMk id="117" creationId="{48CF51E7-1FFA-47E7-A1A3-DC622DF36871}"/>
          </ac:spMkLst>
        </pc:spChg>
        <pc:spChg chg="del mod">
          <ac:chgData name="Minh Huynh" userId="01a137d4-0d81-46e0-aca6-c9185b391828" providerId="ADAL" clId="{18447838-0BCA-432B-86F3-BB78526C143F}" dt="2026-10-12T12:33:15.620" v="757" actId="478"/>
          <ac:spMkLst>
            <pc:docMk/>
            <pc:sldMk cId="4146570137" sldId="888"/>
            <ac:spMk id="118" creationId="{1F9947CB-B088-4D3A-B2AB-46309A4589E5}"/>
          </ac:spMkLst>
        </pc:spChg>
        <pc:spChg chg="del mod">
          <ac:chgData name="Minh Huynh" userId="01a137d4-0d81-46e0-aca6-c9185b391828" providerId="ADAL" clId="{18447838-0BCA-432B-86F3-BB78526C143F}" dt="2026-10-12T12:33:15.620" v="757" actId="478"/>
          <ac:spMkLst>
            <pc:docMk/>
            <pc:sldMk cId="4146570137" sldId="888"/>
            <ac:spMk id="119" creationId="{38661948-E5E5-400F-9F44-9DBAA999AA58}"/>
          </ac:spMkLst>
        </pc:spChg>
        <pc:spChg chg="del mod">
          <ac:chgData name="Minh Huynh" userId="01a137d4-0d81-46e0-aca6-c9185b391828" providerId="ADAL" clId="{18447838-0BCA-432B-86F3-BB78526C143F}" dt="2026-10-12T12:33:15.620" v="757" actId="478"/>
          <ac:spMkLst>
            <pc:docMk/>
            <pc:sldMk cId="4146570137" sldId="888"/>
            <ac:spMk id="120" creationId="{6B5BF711-EF03-47CD-9440-418FB6297EEE}"/>
          </ac:spMkLst>
        </pc:spChg>
        <pc:spChg chg="del mod">
          <ac:chgData name="Minh Huynh" userId="01a137d4-0d81-46e0-aca6-c9185b391828" providerId="ADAL" clId="{18447838-0BCA-432B-86F3-BB78526C143F}" dt="2026-10-12T12:33:15.620" v="757" actId="478"/>
          <ac:spMkLst>
            <pc:docMk/>
            <pc:sldMk cId="4146570137" sldId="888"/>
            <ac:spMk id="121" creationId="{EFB46D79-A8B8-484B-A970-A521A28B562C}"/>
          </ac:spMkLst>
        </pc:spChg>
        <pc:spChg chg="del mod">
          <ac:chgData name="Minh Huynh" userId="01a137d4-0d81-46e0-aca6-c9185b391828" providerId="ADAL" clId="{18447838-0BCA-432B-86F3-BB78526C143F}" dt="2026-10-12T12:33:15.620" v="757" actId="478"/>
          <ac:spMkLst>
            <pc:docMk/>
            <pc:sldMk cId="4146570137" sldId="888"/>
            <ac:spMk id="122" creationId="{83B65CCC-7C48-4666-A702-C2D9962B5735}"/>
          </ac:spMkLst>
        </pc:spChg>
        <pc:spChg chg="del mod">
          <ac:chgData name="Minh Huynh" userId="01a137d4-0d81-46e0-aca6-c9185b391828" providerId="ADAL" clId="{18447838-0BCA-432B-86F3-BB78526C143F}" dt="2026-10-12T12:33:15.620" v="757" actId="478"/>
          <ac:spMkLst>
            <pc:docMk/>
            <pc:sldMk cId="4146570137" sldId="888"/>
            <ac:spMk id="123" creationId="{72B7398F-4B1F-40E6-8453-26FBD6C76CCA}"/>
          </ac:spMkLst>
        </pc:spChg>
        <pc:spChg chg="del mod">
          <ac:chgData name="Minh Huynh" userId="01a137d4-0d81-46e0-aca6-c9185b391828" providerId="ADAL" clId="{18447838-0BCA-432B-86F3-BB78526C143F}" dt="2026-10-12T12:33:15.620" v="757" actId="478"/>
          <ac:spMkLst>
            <pc:docMk/>
            <pc:sldMk cId="4146570137" sldId="888"/>
            <ac:spMk id="124" creationId="{6B77B450-E2C8-4EFC-BF91-CF8568A960D5}"/>
          </ac:spMkLst>
        </pc:spChg>
        <pc:spChg chg="del mod">
          <ac:chgData name="Minh Huynh" userId="01a137d4-0d81-46e0-aca6-c9185b391828" providerId="ADAL" clId="{18447838-0BCA-432B-86F3-BB78526C143F}" dt="2026-10-12T12:33:15.620" v="757" actId="478"/>
          <ac:spMkLst>
            <pc:docMk/>
            <pc:sldMk cId="4146570137" sldId="888"/>
            <ac:spMk id="125" creationId="{3B114BFC-B0CF-46D1-A39C-63028832C432}"/>
          </ac:spMkLst>
        </pc:spChg>
        <pc:grpChg chg="del">
          <ac:chgData name="Minh Huynh" userId="01a137d4-0d81-46e0-aca6-c9185b391828" providerId="ADAL" clId="{18447838-0BCA-432B-86F3-BB78526C143F}" dt="2026-10-12T12:31:58.360" v="702" actId="478"/>
          <ac:grpSpMkLst>
            <pc:docMk/>
            <pc:sldMk cId="4146570137" sldId="888"/>
            <ac:grpSpMk id="11" creationId="{5B920099-B518-4D2E-82E0-343DE121F2BB}"/>
          </ac:grpSpMkLst>
        </pc:grpChg>
        <pc:grpChg chg="del">
          <ac:chgData name="Minh Huynh" userId="01a137d4-0d81-46e0-aca6-c9185b391828" providerId="ADAL" clId="{18447838-0BCA-432B-86F3-BB78526C143F}" dt="2026-10-12T12:31:58.360" v="702" actId="478"/>
          <ac:grpSpMkLst>
            <pc:docMk/>
            <pc:sldMk cId="4146570137" sldId="888"/>
            <ac:grpSpMk id="21" creationId="{E32746D7-EBE4-4027-A1F0-9FA7C95395C3}"/>
          </ac:grpSpMkLst>
        </pc:grpChg>
        <pc:grpChg chg="del">
          <ac:chgData name="Minh Huynh" userId="01a137d4-0d81-46e0-aca6-c9185b391828" providerId="ADAL" clId="{18447838-0BCA-432B-86F3-BB78526C143F}" dt="2026-10-12T12:31:58.360" v="702" actId="478"/>
          <ac:grpSpMkLst>
            <pc:docMk/>
            <pc:sldMk cId="4146570137" sldId="888"/>
            <ac:grpSpMk id="24" creationId="{AE50BED5-117F-4004-8FA4-DFF30C46E086}"/>
          </ac:grpSpMkLst>
        </pc:grpChg>
        <pc:grpChg chg="del">
          <ac:chgData name="Minh Huynh" userId="01a137d4-0d81-46e0-aca6-c9185b391828" providerId="ADAL" clId="{18447838-0BCA-432B-86F3-BB78526C143F}" dt="2026-10-12T12:31:58.360" v="702" actId="478"/>
          <ac:grpSpMkLst>
            <pc:docMk/>
            <pc:sldMk cId="4146570137" sldId="888"/>
            <ac:grpSpMk id="27" creationId="{759EA27F-95C7-4804-AFD4-5719CB73F124}"/>
          </ac:grpSpMkLst>
        </pc:grpChg>
        <pc:grpChg chg="del">
          <ac:chgData name="Minh Huynh" userId="01a137d4-0d81-46e0-aca6-c9185b391828" providerId="ADAL" clId="{18447838-0BCA-432B-86F3-BB78526C143F}" dt="2026-10-12T12:31:58.360" v="702" actId="478"/>
          <ac:grpSpMkLst>
            <pc:docMk/>
            <pc:sldMk cId="4146570137" sldId="888"/>
            <ac:grpSpMk id="30" creationId="{47402669-A510-48D5-B430-FB374E0176A9}"/>
          </ac:grpSpMkLst>
        </pc:grpChg>
        <pc:grpChg chg="del">
          <ac:chgData name="Minh Huynh" userId="01a137d4-0d81-46e0-aca6-c9185b391828" providerId="ADAL" clId="{18447838-0BCA-432B-86F3-BB78526C143F}" dt="2026-10-12T12:31:58.360" v="702" actId="478"/>
          <ac:grpSpMkLst>
            <pc:docMk/>
            <pc:sldMk cId="4146570137" sldId="888"/>
            <ac:grpSpMk id="33" creationId="{4289E4EA-4973-49E4-85D7-336AD5D53DE7}"/>
          </ac:grpSpMkLst>
        </pc:grpChg>
        <pc:grpChg chg="del">
          <ac:chgData name="Minh Huynh" userId="01a137d4-0d81-46e0-aca6-c9185b391828" providerId="ADAL" clId="{18447838-0BCA-432B-86F3-BB78526C143F}" dt="2026-10-12T12:31:58.360" v="702" actId="478"/>
          <ac:grpSpMkLst>
            <pc:docMk/>
            <pc:sldMk cId="4146570137" sldId="888"/>
            <ac:grpSpMk id="36" creationId="{EF2B91C8-07CB-4470-ACA1-DB1139D2851A}"/>
          </ac:grpSpMkLst>
        </pc:grpChg>
        <pc:grpChg chg="del">
          <ac:chgData name="Minh Huynh" userId="01a137d4-0d81-46e0-aca6-c9185b391828" providerId="ADAL" clId="{18447838-0BCA-432B-86F3-BB78526C143F}" dt="2026-10-12T12:31:58.360" v="702" actId="478"/>
          <ac:grpSpMkLst>
            <pc:docMk/>
            <pc:sldMk cId="4146570137" sldId="888"/>
            <ac:grpSpMk id="39" creationId="{C27BFCA6-6D08-4B06-AC70-0E9D35442B6C}"/>
          </ac:grpSpMkLst>
        </pc:grpChg>
        <pc:graphicFrameChg chg="add mod">
          <ac:chgData name="Minh Huynh" userId="01a137d4-0d81-46e0-aca6-c9185b391828" providerId="ADAL" clId="{18447838-0BCA-432B-86F3-BB78526C143F}" dt="2026-10-12T12:33:27.876" v="759" actId="1076"/>
          <ac:graphicFrameMkLst>
            <pc:docMk/>
            <pc:sldMk cId="4146570137" sldId="888"/>
            <ac:graphicFrameMk id="98" creationId="{94312D7D-D010-4FF1-90CB-F360B04462A7}"/>
          </ac:graphicFrameMkLst>
        </pc:graphicFrameChg>
      </pc:sldChg>
      <pc:sldChg chg="addSp delSp modSp add mod ord">
        <pc:chgData name="Minh Huynh" userId="01a137d4-0d81-46e0-aca6-c9185b391828" providerId="ADAL" clId="{18447838-0BCA-432B-86F3-BB78526C143F}" dt="2026-10-12T12:36:53.140" v="888"/>
        <pc:sldMkLst>
          <pc:docMk/>
          <pc:sldMk cId="107197115" sldId="889"/>
        </pc:sldMkLst>
        <pc:spChg chg="add mod">
          <ac:chgData name="Minh Huynh" userId="01a137d4-0d81-46e0-aca6-c9185b391828" providerId="ADAL" clId="{18447838-0BCA-432B-86F3-BB78526C143F}" dt="2026-10-12T12:36:10.511" v="886"/>
          <ac:spMkLst>
            <pc:docMk/>
            <pc:sldMk cId="107197115" sldId="889"/>
            <ac:spMk id="6" creationId="{65910D22-2C89-42CE-A60C-7F0FD45C3083}"/>
          </ac:spMkLst>
        </pc:spChg>
        <pc:spChg chg="add mod">
          <ac:chgData name="Minh Huynh" userId="01a137d4-0d81-46e0-aca6-c9185b391828" providerId="ADAL" clId="{18447838-0BCA-432B-86F3-BB78526C143F}" dt="2026-10-12T12:36:10.511" v="886"/>
          <ac:spMkLst>
            <pc:docMk/>
            <pc:sldMk cId="107197115" sldId="889"/>
            <ac:spMk id="7" creationId="{CB8711DD-83AA-4BB4-B3B8-B1A7DDBA3A72}"/>
          </ac:spMkLst>
        </pc:spChg>
        <pc:spChg chg="add mod">
          <ac:chgData name="Minh Huynh" userId="01a137d4-0d81-46e0-aca6-c9185b391828" providerId="ADAL" clId="{18447838-0BCA-432B-86F3-BB78526C143F}" dt="2026-10-12T12:36:10.511" v="886"/>
          <ac:spMkLst>
            <pc:docMk/>
            <pc:sldMk cId="107197115" sldId="889"/>
            <ac:spMk id="8" creationId="{1B82BEA6-FA17-4F89-80E5-E50DB0735065}"/>
          </ac:spMkLst>
        </pc:spChg>
        <pc:spChg chg="del">
          <ac:chgData name="Minh Huynh" userId="01a137d4-0d81-46e0-aca6-c9185b391828" providerId="ADAL" clId="{18447838-0BCA-432B-86F3-BB78526C143F}" dt="2026-10-12T12:36:09.625" v="885" actId="478"/>
          <ac:spMkLst>
            <pc:docMk/>
            <pc:sldMk cId="107197115" sldId="889"/>
            <ac:spMk id="74" creationId="{0BC5EFDD-B5EE-4CD3-9813-3FC4733EEA9A}"/>
          </ac:spMkLst>
        </pc:spChg>
        <pc:graphicFrameChg chg="add mod">
          <ac:chgData name="Minh Huynh" userId="01a137d4-0d81-46e0-aca6-c9185b391828" providerId="ADAL" clId="{18447838-0BCA-432B-86F3-BB78526C143F}" dt="2026-10-12T12:36:10.511" v="886"/>
          <ac:graphicFrameMkLst>
            <pc:docMk/>
            <pc:sldMk cId="107197115" sldId="889"/>
            <ac:graphicFrameMk id="5" creationId="{BBB069A5-ACF0-4965-AF70-F611F20FF7B5}"/>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7" creationId="{A8C4CECC-68BC-4BA2-9812-948290ED46C0}"/>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8" creationId="{BFBA79DF-096B-4F11-8F70-8F0952B1FD41}"/>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9" creationId="{38C4B4A5-4607-4D1D-A1B6-CD323DB1F8D9}"/>
          </ac:graphicFrameMkLst>
        </pc:graphicFrameChg>
        <pc:graphicFrameChg chg="del">
          <ac:chgData name="Minh Huynh" userId="01a137d4-0d81-46e0-aca6-c9185b391828" providerId="ADAL" clId="{18447838-0BCA-432B-86F3-BB78526C143F}" dt="2026-10-12T12:36:09.625" v="885" actId="478"/>
          <ac:graphicFrameMkLst>
            <pc:docMk/>
            <pc:sldMk cId="107197115" sldId="889"/>
            <ac:graphicFrameMk id="98" creationId="{94312D7D-D010-4FF1-90CB-F360B04462A7}"/>
          </ac:graphicFrameMkLst>
        </pc:graphicFrameChg>
        <pc:cxnChg chg="add mod">
          <ac:chgData name="Minh Huynh" userId="01a137d4-0d81-46e0-aca6-c9185b391828" providerId="ADAL" clId="{18447838-0BCA-432B-86F3-BB78526C143F}" dt="2026-10-12T12:36:10.511" v="886"/>
          <ac:cxnSpMkLst>
            <pc:docMk/>
            <pc:sldMk cId="107197115" sldId="889"/>
            <ac:cxnSpMk id="9" creationId="{A0C71261-D018-4271-B222-C0B7AAD31E49}"/>
          </ac:cxnSpMkLst>
        </pc:cxnChg>
        <pc:cxnChg chg="add mod">
          <ac:chgData name="Minh Huynh" userId="01a137d4-0d81-46e0-aca6-c9185b391828" providerId="ADAL" clId="{18447838-0BCA-432B-86F3-BB78526C143F}" dt="2026-10-12T12:36:10.511" v="886"/>
          <ac:cxnSpMkLst>
            <pc:docMk/>
            <pc:sldMk cId="107197115" sldId="889"/>
            <ac:cxnSpMk id="10" creationId="{F1B4816A-515F-4A92-B8B6-8DF3C0EAC05B}"/>
          </ac:cxnSpMkLst>
        </pc:cxnChg>
        <pc:cxnChg chg="add mod">
          <ac:chgData name="Minh Huynh" userId="01a137d4-0d81-46e0-aca6-c9185b391828" providerId="ADAL" clId="{18447838-0BCA-432B-86F3-BB78526C143F}" dt="2026-10-12T12:36:10.511" v="886"/>
          <ac:cxnSpMkLst>
            <pc:docMk/>
            <pc:sldMk cId="107197115" sldId="889"/>
            <ac:cxnSpMk id="11" creationId="{A16240CF-C005-4CAC-B012-5699C81A0F11}"/>
          </ac:cxnSpMkLst>
        </pc:cxnChg>
        <pc:cxnChg chg="add mod">
          <ac:chgData name="Minh Huynh" userId="01a137d4-0d81-46e0-aca6-c9185b391828" providerId="ADAL" clId="{18447838-0BCA-432B-86F3-BB78526C143F}" dt="2026-10-12T12:36:10.511" v="886"/>
          <ac:cxnSpMkLst>
            <pc:docMk/>
            <pc:sldMk cId="107197115" sldId="889"/>
            <ac:cxnSpMk id="12" creationId="{A5CCD889-2803-40B3-B16C-28678BDA22A9}"/>
          </ac:cxnSpMkLst>
        </pc:cxnChg>
        <pc:cxnChg chg="add mod">
          <ac:chgData name="Minh Huynh" userId="01a137d4-0d81-46e0-aca6-c9185b391828" providerId="ADAL" clId="{18447838-0BCA-432B-86F3-BB78526C143F}" dt="2026-10-12T12:36:10.511" v="886"/>
          <ac:cxnSpMkLst>
            <pc:docMk/>
            <pc:sldMk cId="107197115" sldId="889"/>
            <ac:cxnSpMk id="13" creationId="{3DB4C369-B29D-40B0-9E43-222F7741336D}"/>
          </ac:cxnSpMkLst>
        </pc:cxnChg>
        <pc:cxnChg chg="add mod">
          <ac:chgData name="Minh Huynh" userId="01a137d4-0d81-46e0-aca6-c9185b391828" providerId="ADAL" clId="{18447838-0BCA-432B-86F3-BB78526C143F}" dt="2026-10-12T12:36:10.511" v="886"/>
          <ac:cxnSpMkLst>
            <pc:docMk/>
            <pc:sldMk cId="107197115" sldId="889"/>
            <ac:cxnSpMk id="14" creationId="{0E7B4DF0-F8F6-4FEB-A991-56F7E9C2ED4A}"/>
          </ac:cxnSpMkLst>
        </pc:cxnChg>
        <pc:cxnChg chg="add mod">
          <ac:chgData name="Minh Huynh" userId="01a137d4-0d81-46e0-aca6-c9185b391828" providerId="ADAL" clId="{18447838-0BCA-432B-86F3-BB78526C143F}" dt="2026-10-12T12:36:10.511" v="886"/>
          <ac:cxnSpMkLst>
            <pc:docMk/>
            <pc:sldMk cId="107197115" sldId="889"/>
            <ac:cxnSpMk id="15" creationId="{B22B7EF9-D848-46F3-9786-F9A097582C89}"/>
          </ac:cxnSpMkLst>
        </pc:cxnChg>
        <pc:cxnChg chg="add mod">
          <ac:chgData name="Minh Huynh" userId="01a137d4-0d81-46e0-aca6-c9185b391828" providerId="ADAL" clId="{18447838-0BCA-432B-86F3-BB78526C143F}" dt="2026-10-12T12:36:10.511" v="886"/>
          <ac:cxnSpMkLst>
            <pc:docMk/>
            <pc:sldMk cId="107197115" sldId="889"/>
            <ac:cxnSpMk id="16" creationId="{66CFCE95-C625-4677-9484-51210E3BA921}"/>
          </ac:cxnSpMkLst>
        </pc:cxnChg>
      </pc:sldChg>
      <pc:sldChg chg="del">
        <pc:chgData name="Minh Huynh" userId="01a137d4-0d81-46e0-aca6-c9185b391828" providerId="ADAL" clId="{18447838-0BCA-432B-86F3-BB78526C143F}" dt="2026-10-12T12:12:45.996" v="0" actId="47"/>
        <pc:sldMkLst>
          <pc:docMk/>
          <pc:sldMk cId="169452200" sldId="889"/>
        </pc:sldMkLst>
      </pc:sldChg>
      <pc:sldChg chg="addSp delSp modSp add mod">
        <pc:chgData name="Minh Huynh" userId="01a137d4-0d81-46e0-aca6-c9185b391828" providerId="ADAL" clId="{18447838-0BCA-432B-86F3-BB78526C143F}" dt="2026-10-12T12:38:18.336" v="922" actId="20577"/>
        <pc:sldMkLst>
          <pc:docMk/>
          <pc:sldMk cId="509385675" sldId="890"/>
        </pc:sldMkLst>
        <pc:spChg chg="mod">
          <ac:chgData name="Minh Huynh" userId="01a137d4-0d81-46e0-aca6-c9185b391828" providerId="ADAL" clId="{18447838-0BCA-432B-86F3-BB78526C143F}" dt="2026-10-12T12:38:18.336" v="922" actId="20577"/>
          <ac:spMkLst>
            <pc:docMk/>
            <pc:sldMk cId="509385675" sldId="890"/>
            <ac:spMk id="4" creationId="{7BC73E8E-0D58-4B4B-A5C4-A8AE38997407}"/>
          </ac:spMkLst>
        </pc:spChg>
        <pc:spChg chg="add mod">
          <ac:chgData name="Minh Huynh" userId="01a137d4-0d81-46e0-aca6-c9185b391828" providerId="ADAL" clId="{18447838-0BCA-432B-86F3-BB78526C143F}" dt="2026-10-12T12:38:04.869" v="910" actId="1076"/>
          <ac:spMkLst>
            <pc:docMk/>
            <pc:sldMk cId="509385675" sldId="890"/>
            <ac:spMk id="6" creationId="{4FE199F4-FEF9-41A5-8FF7-FB19FE8C350F}"/>
          </ac:spMkLst>
        </pc:spChg>
        <pc:spChg chg="add mod">
          <ac:chgData name="Minh Huynh" userId="01a137d4-0d81-46e0-aca6-c9185b391828" providerId="ADAL" clId="{18447838-0BCA-432B-86F3-BB78526C143F}" dt="2026-10-12T12:38:04.869" v="910" actId="1076"/>
          <ac:spMkLst>
            <pc:docMk/>
            <pc:sldMk cId="509385675" sldId="890"/>
            <ac:spMk id="12" creationId="{24940E65-8988-4BE3-B66F-29CF6AB52464}"/>
          </ac:spMkLst>
        </pc:spChg>
        <pc:spChg chg="add mod">
          <ac:chgData name="Minh Huynh" userId="01a137d4-0d81-46e0-aca6-c9185b391828" providerId="ADAL" clId="{18447838-0BCA-432B-86F3-BB78526C143F}" dt="2026-10-12T12:38:13.313" v="911" actId="1076"/>
          <ac:spMkLst>
            <pc:docMk/>
            <pc:sldMk cId="509385675" sldId="890"/>
            <ac:spMk id="13" creationId="{C55376DA-895F-4D75-82B6-942AF4819628}"/>
          </ac:spMkLst>
        </pc:spChg>
        <pc:spChg chg="add mod">
          <ac:chgData name="Minh Huynh" userId="01a137d4-0d81-46e0-aca6-c9185b391828" providerId="ADAL" clId="{18447838-0BCA-432B-86F3-BB78526C143F}" dt="2026-10-12T12:38:13.313" v="911" actId="1076"/>
          <ac:spMkLst>
            <pc:docMk/>
            <pc:sldMk cId="509385675" sldId="890"/>
            <ac:spMk id="14" creationId="{2DF5F45A-1733-4716-86D1-926AC29832BF}"/>
          </ac:spMkLst>
        </pc:spChg>
        <pc:spChg chg="add mod">
          <ac:chgData name="Minh Huynh" userId="01a137d4-0d81-46e0-aca6-c9185b391828" providerId="ADAL" clId="{18447838-0BCA-432B-86F3-BB78526C143F}" dt="2026-10-12T12:38:13.313" v="911" actId="1076"/>
          <ac:spMkLst>
            <pc:docMk/>
            <pc:sldMk cId="509385675" sldId="890"/>
            <ac:spMk id="15" creationId="{0874FF02-357C-44CE-A016-A9D5140A890D}"/>
          </ac:spMkLst>
        </pc:spChg>
        <pc:spChg chg="add mod">
          <ac:chgData name="Minh Huynh" userId="01a137d4-0d81-46e0-aca6-c9185b391828" providerId="ADAL" clId="{18447838-0BCA-432B-86F3-BB78526C143F}" dt="2026-10-12T12:38:04.869" v="910" actId="1076"/>
          <ac:spMkLst>
            <pc:docMk/>
            <pc:sldMk cId="509385675" sldId="890"/>
            <ac:spMk id="16" creationId="{30AAF2F9-545B-4883-9CFB-8B23AF75FA04}"/>
          </ac:spMkLst>
        </pc:spChg>
        <pc:spChg chg="add mod">
          <ac:chgData name="Minh Huynh" userId="01a137d4-0d81-46e0-aca6-c9185b391828" providerId="ADAL" clId="{18447838-0BCA-432B-86F3-BB78526C143F}" dt="2026-10-12T12:38:13.313" v="911" actId="1076"/>
          <ac:spMkLst>
            <pc:docMk/>
            <pc:sldMk cId="509385675" sldId="890"/>
            <ac:spMk id="17" creationId="{F4250221-E392-45E7-9033-4ABED595E0C7}"/>
          </ac:spMkLst>
        </pc:spChg>
        <pc:spChg chg="mod">
          <ac:chgData name="Minh Huynh" userId="01a137d4-0d81-46e0-aca6-c9185b391828" providerId="ADAL" clId="{18447838-0BCA-432B-86F3-BB78526C143F}" dt="2026-10-12T12:37:49.140" v="908" actId="14100"/>
          <ac:spMkLst>
            <pc:docMk/>
            <pc:sldMk cId="509385675" sldId="890"/>
            <ac:spMk id="74" creationId="{0BC5EFDD-B5EE-4CD3-9813-3FC4733EEA9A}"/>
          </ac:spMkLst>
        </pc:spChg>
        <pc:graphicFrameChg chg="add mod">
          <ac:chgData name="Minh Huynh" userId="01a137d4-0d81-46e0-aca6-c9185b391828" providerId="ADAL" clId="{18447838-0BCA-432B-86F3-BB78526C143F}" dt="2026-10-12T12:38:04.869" v="910" actId="1076"/>
          <ac:graphicFrameMkLst>
            <pc:docMk/>
            <pc:sldMk cId="509385675" sldId="890"/>
            <ac:graphicFrameMk id="5" creationId="{21E8F286-D775-45F8-87C2-C450E9168DE0}"/>
          </ac:graphicFrameMkLst>
        </pc:graphicFrameChg>
        <pc:graphicFrameChg chg="add mod">
          <ac:chgData name="Minh Huynh" userId="01a137d4-0d81-46e0-aca6-c9185b391828" providerId="ADAL" clId="{18447838-0BCA-432B-86F3-BB78526C143F}" dt="2026-10-12T12:38:04.869" v="910" actId="1076"/>
          <ac:graphicFrameMkLst>
            <pc:docMk/>
            <pc:sldMk cId="509385675" sldId="890"/>
            <ac:graphicFrameMk id="10" creationId="{21B46A32-F377-46E7-AF7A-68DFB804A5F7}"/>
          </ac:graphicFrameMkLst>
        </pc:graphicFrameChg>
        <pc:graphicFrameChg chg="del">
          <ac:chgData name="Minh Huynh" userId="01a137d4-0d81-46e0-aca6-c9185b391828" providerId="ADAL" clId="{18447838-0BCA-432B-86F3-BB78526C143F}" dt="2026-10-12T12:37:43.578" v="904" actId="478"/>
          <ac:graphicFrameMkLst>
            <pc:docMk/>
            <pc:sldMk cId="509385675" sldId="890"/>
            <ac:graphicFrameMk id="98" creationId="{94312D7D-D010-4FF1-90CB-F360B04462A7}"/>
          </ac:graphicFrameMkLst>
        </pc:graphicFrameChg>
        <pc:cxnChg chg="add mod">
          <ac:chgData name="Minh Huynh" userId="01a137d4-0d81-46e0-aca6-c9185b391828" providerId="ADAL" clId="{18447838-0BCA-432B-86F3-BB78526C143F}" dt="2026-10-12T12:38:04.869" v="910" actId="1076"/>
          <ac:cxnSpMkLst>
            <pc:docMk/>
            <pc:sldMk cId="509385675" sldId="890"/>
            <ac:cxnSpMk id="7" creationId="{9A0EEA19-5289-4CF8-BB6D-C8E625F4CE3D}"/>
          </ac:cxnSpMkLst>
        </pc:cxnChg>
        <pc:cxnChg chg="add mod">
          <ac:chgData name="Minh Huynh" userId="01a137d4-0d81-46e0-aca6-c9185b391828" providerId="ADAL" clId="{18447838-0BCA-432B-86F3-BB78526C143F}" dt="2026-10-12T12:38:04.869" v="910" actId="1076"/>
          <ac:cxnSpMkLst>
            <pc:docMk/>
            <pc:sldMk cId="509385675" sldId="890"/>
            <ac:cxnSpMk id="8" creationId="{8721EE67-58D9-4F23-A987-8F7D229BCB44}"/>
          </ac:cxnSpMkLst>
        </pc:cxnChg>
        <pc:cxnChg chg="add mod">
          <ac:chgData name="Minh Huynh" userId="01a137d4-0d81-46e0-aca6-c9185b391828" providerId="ADAL" clId="{18447838-0BCA-432B-86F3-BB78526C143F}" dt="2026-10-12T12:38:04.869" v="910" actId="1076"/>
          <ac:cxnSpMkLst>
            <pc:docMk/>
            <pc:sldMk cId="509385675" sldId="890"/>
            <ac:cxnSpMk id="9" creationId="{FE8ED89C-F192-46D6-AEC6-B2B93EEB5AF3}"/>
          </ac:cxnSpMkLst>
        </pc:cxnChg>
        <pc:cxnChg chg="add mod">
          <ac:chgData name="Minh Huynh" userId="01a137d4-0d81-46e0-aca6-c9185b391828" providerId="ADAL" clId="{18447838-0BCA-432B-86F3-BB78526C143F}" dt="2026-10-12T12:38:04.869" v="910" actId="1076"/>
          <ac:cxnSpMkLst>
            <pc:docMk/>
            <pc:sldMk cId="509385675" sldId="890"/>
            <ac:cxnSpMk id="11" creationId="{52DD6591-91AD-40B7-A5DD-6891326C0B51}"/>
          </ac:cxnSpMkLst>
        </pc:cxnChg>
      </pc:sldChg>
      <pc:sldChg chg="del">
        <pc:chgData name="Minh Huynh" userId="01a137d4-0d81-46e0-aca6-c9185b391828" providerId="ADAL" clId="{18447838-0BCA-432B-86F3-BB78526C143F}" dt="2026-10-12T12:12:45.996" v="0" actId="47"/>
        <pc:sldMkLst>
          <pc:docMk/>
          <pc:sldMk cId="2838108833" sldId="890"/>
        </pc:sldMkLst>
      </pc:sldChg>
      <pc:sldChg chg="addSp delSp modSp add mod">
        <pc:chgData name="Minh Huynh" userId="01a137d4-0d81-46e0-aca6-c9185b391828" providerId="ADAL" clId="{18447838-0BCA-432B-86F3-BB78526C143F}" dt="2026-10-12T12:38:53.129" v="927"/>
        <pc:sldMkLst>
          <pc:docMk/>
          <pc:sldMk cId="2820829822" sldId="891"/>
        </pc:sldMkLst>
        <pc:spChg chg="mod">
          <ac:chgData name="Minh Huynh" userId="01a137d4-0d81-46e0-aca6-c9185b391828" providerId="ADAL" clId="{18447838-0BCA-432B-86F3-BB78526C143F}" dt="2026-10-12T12:38:38.419" v="924" actId="20577"/>
          <ac:spMkLst>
            <pc:docMk/>
            <pc:sldMk cId="2820829822" sldId="891"/>
            <ac:spMk id="4" creationId="{7BC73E8E-0D58-4B4B-A5C4-A8AE38997407}"/>
          </ac:spMkLst>
        </pc:spChg>
        <pc:spChg chg="del">
          <ac:chgData name="Minh Huynh" userId="01a137d4-0d81-46e0-aca6-c9185b391828" providerId="ADAL" clId="{18447838-0BCA-432B-86F3-BB78526C143F}" dt="2026-10-12T12:38:41.575" v="925" actId="478"/>
          <ac:spMkLst>
            <pc:docMk/>
            <pc:sldMk cId="2820829822" sldId="891"/>
            <ac:spMk id="6" creationId="{4FE199F4-FEF9-41A5-8FF7-FB19FE8C350F}"/>
          </ac:spMkLst>
        </pc:spChg>
        <pc:spChg chg="del">
          <ac:chgData name="Minh Huynh" userId="01a137d4-0d81-46e0-aca6-c9185b391828" providerId="ADAL" clId="{18447838-0BCA-432B-86F3-BB78526C143F}" dt="2026-10-12T12:38:41.575" v="925" actId="478"/>
          <ac:spMkLst>
            <pc:docMk/>
            <pc:sldMk cId="2820829822" sldId="891"/>
            <ac:spMk id="12" creationId="{24940E65-8988-4BE3-B66F-29CF6AB52464}"/>
          </ac:spMkLst>
        </pc:spChg>
        <pc:spChg chg="del">
          <ac:chgData name="Minh Huynh" userId="01a137d4-0d81-46e0-aca6-c9185b391828" providerId="ADAL" clId="{18447838-0BCA-432B-86F3-BB78526C143F}" dt="2026-10-12T12:38:41.575" v="925" actId="478"/>
          <ac:spMkLst>
            <pc:docMk/>
            <pc:sldMk cId="2820829822" sldId="891"/>
            <ac:spMk id="13" creationId="{C55376DA-895F-4D75-82B6-942AF4819628}"/>
          </ac:spMkLst>
        </pc:spChg>
        <pc:spChg chg="del">
          <ac:chgData name="Minh Huynh" userId="01a137d4-0d81-46e0-aca6-c9185b391828" providerId="ADAL" clId="{18447838-0BCA-432B-86F3-BB78526C143F}" dt="2026-10-12T12:38:41.575" v="925" actId="478"/>
          <ac:spMkLst>
            <pc:docMk/>
            <pc:sldMk cId="2820829822" sldId="891"/>
            <ac:spMk id="14" creationId="{2DF5F45A-1733-4716-86D1-926AC29832BF}"/>
          </ac:spMkLst>
        </pc:spChg>
        <pc:spChg chg="del">
          <ac:chgData name="Minh Huynh" userId="01a137d4-0d81-46e0-aca6-c9185b391828" providerId="ADAL" clId="{18447838-0BCA-432B-86F3-BB78526C143F}" dt="2026-10-12T12:38:41.575" v="925" actId="478"/>
          <ac:spMkLst>
            <pc:docMk/>
            <pc:sldMk cId="2820829822" sldId="891"/>
            <ac:spMk id="15" creationId="{0874FF02-357C-44CE-A016-A9D5140A890D}"/>
          </ac:spMkLst>
        </pc:spChg>
        <pc:spChg chg="del">
          <ac:chgData name="Minh Huynh" userId="01a137d4-0d81-46e0-aca6-c9185b391828" providerId="ADAL" clId="{18447838-0BCA-432B-86F3-BB78526C143F}" dt="2026-10-12T12:38:41.575" v="925" actId="478"/>
          <ac:spMkLst>
            <pc:docMk/>
            <pc:sldMk cId="2820829822" sldId="891"/>
            <ac:spMk id="16" creationId="{30AAF2F9-545B-4883-9CFB-8B23AF75FA04}"/>
          </ac:spMkLst>
        </pc:spChg>
        <pc:spChg chg="del">
          <ac:chgData name="Minh Huynh" userId="01a137d4-0d81-46e0-aca6-c9185b391828" providerId="ADAL" clId="{18447838-0BCA-432B-86F3-BB78526C143F}" dt="2026-10-12T12:38:41.575" v="925" actId="478"/>
          <ac:spMkLst>
            <pc:docMk/>
            <pc:sldMk cId="2820829822" sldId="891"/>
            <ac:spMk id="17" creationId="{F4250221-E392-45E7-9033-4ABED595E0C7}"/>
          </ac:spMkLst>
        </pc:spChg>
        <pc:spChg chg="add mod">
          <ac:chgData name="Minh Huynh" userId="01a137d4-0d81-46e0-aca6-c9185b391828" providerId="ADAL" clId="{18447838-0BCA-432B-86F3-BB78526C143F}" dt="2026-10-12T12:38:45.380" v="926"/>
          <ac:spMkLst>
            <pc:docMk/>
            <pc:sldMk cId="2820829822" sldId="891"/>
            <ac:spMk id="18" creationId="{37143EC3-E3CA-48B9-8E70-B9C60D42C6D3}"/>
          </ac:spMkLst>
        </pc:spChg>
        <pc:spChg chg="add mod">
          <ac:chgData name="Minh Huynh" userId="01a137d4-0d81-46e0-aca6-c9185b391828" providerId="ADAL" clId="{18447838-0BCA-432B-86F3-BB78526C143F}" dt="2026-10-12T12:38:45.380" v="926"/>
          <ac:spMkLst>
            <pc:docMk/>
            <pc:sldMk cId="2820829822" sldId="891"/>
            <ac:spMk id="19" creationId="{524D26F9-6C2E-4914-B33B-156D312B2254}"/>
          </ac:spMkLst>
        </pc:spChg>
        <pc:spChg chg="add mod">
          <ac:chgData name="Minh Huynh" userId="01a137d4-0d81-46e0-aca6-c9185b391828" providerId="ADAL" clId="{18447838-0BCA-432B-86F3-BB78526C143F}" dt="2026-10-12T12:38:45.380" v="926"/>
          <ac:spMkLst>
            <pc:docMk/>
            <pc:sldMk cId="2820829822" sldId="891"/>
            <ac:spMk id="20" creationId="{08DB1C2A-523E-44E3-9AE2-02121205B0EF}"/>
          </ac:spMkLst>
        </pc:spChg>
        <pc:spChg chg="add mod">
          <ac:chgData name="Minh Huynh" userId="01a137d4-0d81-46e0-aca6-c9185b391828" providerId="ADAL" clId="{18447838-0BCA-432B-86F3-BB78526C143F}" dt="2026-10-12T12:38:45.380" v="926"/>
          <ac:spMkLst>
            <pc:docMk/>
            <pc:sldMk cId="2820829822" sldId="891"/>
            <ac:spMk id="21" creationId="{B3C609DB-AB47-46A7-9295-A3ACBF68E30C}"/>
          </ac:spMkLst>
        </pc:spChg>
        <pc:spChg chg="add mod">
          <ac:chgData name="Minh Huynh" userId="01a137d4-0d81-46e0-aca6-c9185b391828" providerId="ADAL" clId="{18447838-0BCA-432B-86F3-BB78526C143F}" dt="2026-10-12T12:38:45.380" v="926"/>
          <ac:spMkLst>
            <pc:docMk/>
            <pc:sldMk cId="2820829822" sldId="891"/>
            <ac:spMk id="23" creationId="{8196935A-B3A9-472F-BF25-84B5FA099488}"/>
          </ac:spMkLst>
        </pc:spChg>
        <pc:spChg chg="add mod">
          <ac:chgData name="Minh Huynh" userId="01a137d4-0d81-46e0-aca6-c9185b391828" providerId="ADAL" clId="{18447838-0BCA-432B-86F3-BB78526C143F}" dt="2026-10-12T12:38:45.380" v="926"/>
          <ac:spMkLst>
            <pc:docMk/>
            <pc:sldMk cId="2820829822" sldId="891"/>
            <ac:spMk id="24" creationId="{4A2E3109-432D-4450-BAC6-B1F95ACD96D1}"/>
          </ac:spMkLst>
        </pc:spChg>
        <pc:spChg chg="add mod">
          <ac:chgData name="Minh Huynh" userId="01a137d4-0d81-46e0-aca6-c9185b391828" providerId="ADAL" clId="{18447838-0BCA-432B-86F3-BB78526C143F}" dt="2026-10-12T12:38:45.380" v="926"/>
          <ac:spMkLst>
            <pc:docMk/>
            <pc:sldMk cId="2820829822" sldId="891"/>
            <ac:spMk id="25" creationId="{83C790E0-ABE0-45AF-80A0-47EB3DBC0E45}"/>
          </ac:spMkLst>
        </pc:spChg>
        <pc:spChg chg="add mod">
          <ac:chgData name="Minh Huynh" userId="01a137d4-0d81-46e0-aca6-c9185b391828" providerId="ADAL" clId="{18447838-0BCA-432B-86F3-BB78526C143F}" dt="2026-10-12T12:38:53.129" v="927"/>
          <ac:spMkLst>
            <pc:docMk/>
            <pc:sldMk cId="2820829822" sldId="891"/>
            <ac:spMk id="26" creationId="{34F6B2CB-89E4-4462-B61F-972B9455F095}"/>
          </ac:spMkLst>
        </pc:spChg>
        <pc:spChg chg="del">
          <ac:chgData name="Minh Huynh" userId="01a137d4-0d81-46e0-aca6-c9185b391828" providerId="ADAL" clId="{18447838-0BCA-432B-86F3-BB78526C143F}" dt="2026-10-12T12:38:41.575" v="925" actId="478"/>
          <ac:spMkLst>
            <pc:docMk/>
            <pc:sldMk cId="2820829822" sldId="891"/>
            <ac:spMk id="74" creationId="{0BC5EFDD-B5EE-4CD3-9813-3FC4733EEA9A}"/>
          </ac:spMkLst>
        </pc:spChg>
        <pc:graphicFrameChg chg="del">
          <ac:chgData name="Minh Huynh" userId="01a137d4-0d81-46e0-aca6-c9185b391828" providerId="ADAL" clId="{18447838-0BCA-432B-86F3-BB78526C143F}" dt="2026-10-12T12:38:41.575" v="925" actId="478"/>
          <ac:graphicFrameMkLst>
            <pc:docMk/>
            <pc:sldMk cId="2820829822" sldId="891"/>
            <ac:graphicFrameMk id="5" creationId="{21E8F286-D775-45F8-87C2-C450E9168DE0}"/>
          </ac:graphicFrameMkLst>
        </pc:graphicFrameChg>
        <pc:graphicFrameChg chg="del">
          <ac:chgData name="Minh Huynh" userId="01a137d4-0d81-46e0-aca6-c9185b391828" providerId="ADAL" clId="{18447838-0BCA-432B-86F3-BB78526C143F}" dt="2026-10-12T12:38:41.575" v="925" actId="478"/>
          <ac:graphicFrameMkLst>
            <pc:docMk/>
            <pc:sldMk cId="2820829822" sldId="891"/>
            <ac:graphicFrameMk id="10" creationId="{21B46A32-F377-46E7-AF7A-68DFB804A5F7}"/>
          </ac:graphicFrameMkLst>
        </pc:graphicFrameChg>
        <pc:graphicFrameChg chg="add mod">
          <ac:chgData name="Minh Huynh" userId="01a137d4-0d81-46e0-aca6-c9185b391828" providerId="ADAL" clId="{18447838-0BCA-432B-86F3-BB78526C143F}" dt="2026-10-12T12:38:45.380" v="926"/>
          <ac:graphicFrameMkLst>
            <pc:docMk/>
            <pc:sldMk cId="2820829822" sldId="891"/>
            <ac:graphicFrameMk id="22" creationId="{704FF119-E5E1-41C9-8945-EAB2EF342FA6}"/>
          </ac:graphicFrameMkLst>
        </pc:graphicFrameChg>
        <pc:cxnChg chg="del">
          <ac:chgData name="Minh Huynh" userId="01a137d4-0d81-46e0-aca6-c9185b391828" providerId="ADAL" clId="{18447838-0BCA-432B-86F3-BB78526C143F}" dt="2026-10-12T12:38:41.575" v="925" actId="478"/>
          <ac:cxnSpMkLst>
            <pc:docMk/>
            <pc:sldMk cId="2820829822" sldId="891"/>
            <ac:cxnSpMk id="7" creationId="{9A0EEA19-5289-4CF8-BB6D-C8E625F4CE3D}"/>
          </ac:cxnSpMkLst>
        </pc:cxnChg>
        <pc:cxnChg chg="del">
          <ac:chgData name="Minh Huynh" userId="01a137d4-0d81-46e0-aca6-c9185b391828" providerId="ADAL" clId="{18447838-0BCA-432B-86F3-BB78526C143F}" dt="2026-10-12T12:38:41.575" v="925" actId="478"/>
          <ac:cxnSpMkLst>
            <pc:docMk/>
            <pc:sldMk cId="2820829822" sldId="891"/>
            <ac:cxnSpMk id="8" creationId="{8721EE67-58D9-4F23-A987-8F7D229BCB44}"/>
          </ac:cxnSpMkLst>
        </pc:cxnChg>
        <pc:cxnChg chg="del">
          <ac:chgData name="Minh Huynh" userId="01a137d4-0d81-46e0-aca6-c9185b391828" providerId="ADAL" clId="{18447838-0BCA-432B-86F3-BB78526C143F}" dt="2026-10-12T12:38:41.575" v="925" actId="478"/>
          <ac:cxnSpMkLst>
            <pc:docMk/>
            <pc:sldMk cId="2820829822" sldId="891"/>
            <ac:cxnSpMk id="9" creationId="{FE8ED89C-F192-46D6-AEC6-B2B93EEB5AF3}"/>
          </ac:cxnSpMkLst>
        </pc:cxnChg>
        <pc:cxnChg chg="del">
          <ac:chgData name="Minh Huynh" userId="01a137d4-0d81-46e0-aca6-c9185b391828" providerId="ADAL" clId="{18447838-0BCA-432B-86F3-BB78526C143F}" dt="2026-10-12T12:38:41.575" v="925" actId="478"/>
          <ac:cxnSpMkLst>
            <pc:docMk/>
            <pc:sldMk cId="2820829822" sldId="891"/>
            <ac:cxnSpMk id="11" creationId="{52DD6591-91AD-40B7-A5DD-6891326C0B51}"/>
          </ac:cxnSpMkLst>
        </pc:cxnChg>
      </pc:sldChg>
      <pc:sldChg chg="del">
        <pc:chgData name="Minh Huynh" userId="01a137d4-0d81-46e0-aca6-c9185b391828" providerId="ADAL" clId="{18447838-0BCA-432B-86F3-BB78526C143F}" dt="2026-10-12T12:12:45.996" v="0" actId="47"/>
        <pc:sldMkLst>
          <pc:docMk/>
          <pc:sldMk cId="3903342402" sldId="891"/>
        </pc:sldMkLst>
      </pc:sldChg>
      <pc:sldChg chg="del">
        <pc:chgData name="Minh Huynh" userId="01a137d4-0d81-46e0-aca6-c9185b391828" providerId="ADAL" clId="{18447838-0BCA-432B-86F3-BB78526C143F}" dt="2026-10-12T12:12:45.996" v="0" actId="47"/>
        <pc:sldMkLst>
          <pc:docMk/>
          <pc:sldMk cId="677554656" sldId="892"/>
        </pc:sldMkLst>
      </pc:sldChg>
      <pc:sldChg chg="addSp delSp modSp add mod ord">
        <pc:chgData name="Minh Huynh" userId="01a137d4-0d81-46e0-aca6-c9185b391828" providerId="ADAL" clId="{18447838-0BCA-432B-86F3-BB78526C143F}" dt="2026-10-12T12:42:16.867" v="968"/>
        <pc:sldMkLst>
          <pc:docMk/>
          <pc:sldMk cId="2385764416" sldId="892"/>
        </pc:sldMkLst>
        <pc:spChg chg="add del">
          <ac:chgData name="Minh Huynh" userId="01a137d4-0d81-46e0-aca6-c9185b391828" providerId="ADAL" clId="{18447838-0BCA-432B-86F3-BB78526C143F}" dt="2026-10-12T12:41:41.272" v="960"/>
          <ac:spMkLst>
            <pc:docMk/>
            <pc:sldMk cId="2385764416" sldId="892"/>
            <ac:spMk id="2" creationId="{FCAD9138-98D3-464B-AF3B-5808DA3BD6BE}"/>
          </ac:spMkLst>
        </pc:spChg>
        <pc:spChg chg="mod">
          <ac:chgData name="Minh Huynh" userId="01a137d4-0d81-46e0-aca6-c9185b391828" providerId="ADAL" clId="{18447838-0BCA-432B-86F3-BB78526C143F}" dt="2026-10-12T12:40:54.066" v="958" actId="20577"/>
          <ac:spMkLst>
            <pc:docMk/>
            <pc:sldMk cId="2385764416" sldId="892"/>
            <ac:spMk id="4" creationId="{7BC73E8E-0D58-4B4B-A5C4-A8AE38997407}"/>
          </ac:spMkLst>
        </pc:spChg>
        <pc:spChg chg="del">
          <ac:chgData name="Minh Huynh" userId="01a137d4-0d81-46e0-aca6-c9185b391828" providerId="ADAL" clId="{18447838-0BCA-432B-86F3-BB78526C143F}" dt="2026-10-12T12:40:45.201" v="929" actId="478"/>
          <ac:spMkLst>
            <pc:docMk/>
            <pc:sldMk cId="2385764416" sldId="892"/>
            <ac:spMk id="18" creationId="{37143EC3-E3CA-48B9-8E70-B9C60D42C6D3}"/>
          </ac:spMkLst>
        </pc:spChg>
        <pc:spChg chg="del">
          <ac:chgData name="Minh Huynh" userId="01a137d4-0d81-46e0-aca6-c9185b391828" providerId="ADAL" clId="{18447838-0BCA-432B-86F3-BB78526C143F}" dt="2026-10-12T12:40:45.201" v="929" actId="478"/>
          <ac:spMkLst>
            <pc:docMk/>
            <pc:sldMk cId="2385764416" sldId="892"/>
            <ac:spMk id="19" creationId="{524D26F9-6C2E-4914-B33B-156D312B2254}"/>
          </ac:spMkLst>
        </pc:spChg>
        <pc:spChg chg="del">
          <ac:chgData name="Minh Huynh" userId="01a137d4-0d81-46e0-aca6-c9185b391828" providerId="ADAL" clId="{18447838-0BCA-432B-86F3-BB78526C143F}" dt="2026-10-12T12:40:45.201" v="929" actId="478"/>
          <ac:spMkLst>
            <pc:docMk/>
            <pc:sldMk cId="2385764416" sldId="892"/>
            <ac:spMk id="20" creationId="{08DB1C2A-523E-44E3-9AE2-02121205B0EF}"/>
          </ac:spMkLst>
        </pc:spChg>
        <pc:spChg chg="del">
          <ac:chgData name="Minh Huynh" userId="01a137d4-0d81-46e0-aca6-c9185b391828" providerId="ADAL" clId="{18447838-0BCA-432B-86F3-BB78526C143F}" dt="2026-10-12T12:40:45.201" v="929" actId="478"/>
          <ac:spMkLst>
            <pc:docMk/>
            <pc:sldMk cId="2385764416" sldId="892"/>
            <ac:spMk id="21" creationId="{B3C609DB-AB47-46A7-9295-A3ACBF68E30C}"/>
          </ac:spMkLst>
        </pc:spChg>
        <pc:spChg chg="del">
          <ac:chgData name="Minh Huynh" userId="01a137d4-0d81-46e0-aca6-c9185b391828" providerId="ADAL" clId="{18447838-0BCA-432B-86F3-BB78526C143F}" dt="2026-10-12T12:40:45.201" v="929" actId="478"/>
          <ac:spMkLst>
            <pc:docMk/>
            <pc:sldMk cId="2385764416" sldId="892"/>
            <ac:spMk id="23" creationId="{8196935A-B3A9-472F-BF25-84B5FA099488}"/>
          </ac:spMkLst>
        </pc:spChg>
        <pc:spChg chg="del">
          <ac:chgData name="Minh Huynh" userId="01a137d4-0d81-46e0-aca6-c9185b391828" providerId="ADAL" clId="{18447838-0BCA-432B-86F3-BB78526C143F}" dt="2026-10-12T12:40:45.201" v="929" actId="478"/>
          <ac:spMkLst>
            <pc:docMk/>
            <pc:sldMk cId="2385764416" sldId="892"/>
            <ac:spMk id="24" creationId="{4A2E3109-432D-4450-BAC6-B1F95ACD96D1}"/>
          </ac:spMkLst>
        </pc:spChg>
        <pc:spChg chg="del">
          <ac:chgData name="Minh Huynh" userId="01a137d4-0d81-46e0-aca6-c9185b391828" providerId="ADAL" clId="{18447838-0BCA-432B-86F3-BB78526C143F}" dt="2026-10-12T12:40:45.201" v="929" actId="478"/>
          <ac:spMkLst>
            <pc:docMk/>
            <pc:sldMk cId="2385764416" sldId="892"/>
            <ac:spMk id="25" creationId="{83C790E0-ABE0-45AF-80A0-47EB3DBC0E45}"/>
          </ac:spMkLst>
        </pc:spChg>
        <pc:spChg chg="del">
          <ac:chgData name="Minh Huynh" userId="01a137d4-0d81-46e0-aca6-c9185b391828" providerId="ADAL" clId="{18447838-0BCA-432B-86F3-BB78526C143F}" dt="2026-10-12T12:40:46.896" v="930" actId="478"/>
          <ac:spMkLst>
            <pc:docMk/>
            <pc:sldMk cId="2385764416" sldId="892"/>
            <ac:spMk id="26" creationId="{34F6B2CB-89E4-4462-B61F-972B9455F095}"/>
          </ac:spMkLst>
        </pc:spChg>
        <pc:graphicFrameChg chg="del">
          <ac:chgData name="Minh Huynh" userId="01a137d4-0d81-46e0-aca6-c9185b391828" providerId="ADAL" clId="{18447838-0BCA-432B-86F3-BB78526C143F}" dt="2026-10-12T12:40:45.201" v="929" actId="478"/>
          <ac:graphicFrameMkLst>
            <pc:docMk/>
            <pc:sldMk cId="2385764416" sldId="892"/>
            <ac:graphicFrameMk id="22" creationId="{704FF119-E5E1-41C9-8945-EAB2EF342FA6}"/>
          </ac:graphicFrameMkLst>
        </pc:graphicFrameChg>
        <pc:picChg chg="add mod modCrop">
          <ac:chgData name="Minh Huynh" userId="01a137d4-0d81-46e0-aca6-c9185b391828" providerId="ADAL" clId="{18447838-0BCA-432B-86F3-BB78526C143F}" dt="2026-10-12T12:41:59.240" v="966" actId="1076"/>
          <ac:picMkLst>
            <pc:docMk/>
            <pc:sldMk cId="2385764416" sldId="892"/>
            <ac:picMk id="3" creationId="{A90B0070-CDED-4240-AB13-C12FE1745A92}"/>
          </ac:picMkLst>
        </pc:picChg>
      </pc:sldChg>
      <pc:sldChg chg="del">
        <pc:chgData name="Minh Huynh" userId="01a137d4-0d81-46e0-aca6-c9185b391828" providerId="ADAL" clId="{18447838-0BCA-432B-86F3-BB78526C143F}" dt="2026-10-12T12:12:45.996" v="0" actId="47"/>
        <pc:sldMkLst>
          <pc:docMk/>
          <pc:sldMk cId="493156929" sldId="893"/>
        </pc:sldMkLst>
      </pc:sldChg>
      <pc:sldChg chg="addSp delSp modSp add mod">
        <pc:chgData name="Minh Huynh" userId="01a137d4-0d81-46e0-aca6-c9185b391828" providerId="ADAL" clId="{18447838-0BCA-432B-86F3-BB78526C143F}" dt="2026-10-12T12:50:47.901" v="1528" actId="20577"/>
        <pc:sldMkLst>
          <pc:docMk/>
          <pc:sldMk cId="2806179161" sldId="893"/>
        </pc:sldMkLst>
        <pc:spChg chg="mod">
          <ac:chgData name="Minh Huynh" userId="01a137d4-0d81-46e0-aca6-c9185b391828" providerId="ADAL" clId="{18447838-0BCA-432B-86F3-BB78526C143F}" dt="2026-10-12T12:43:53.925" v="983" actId="20577"/>
          <ac:spMkLst>
            <pc:docMk/>
            <pc:sldMk cId="2806179161" sldId="893"/>
            <ac:spMk id="4" creationId="{7BC73E8E-0D58-4B4B-A5C4-A8AE38997407}"/>
          </ac:spMkLst>
        </pc:spChg>
        <pc:spChg chg="add mod">
          <ac:chgData name="Minh Huynh" userId="01a137d4-0d81-46e0-aca6-c9185b391828" providerId="ADAL" clId="{18447838-0BCA-432B-86F3-BB78526C143F}" dt="2026-10-12T12:50:47.901" v="1528" actId="20577"/>
          <ac:spMkLst>
            <pc:docMk/>
            <pc:sldMk cId="2806179161" sldId="893"/>
            <ac:spMk id="12" creationId="{ECB3EA2A-81FD-4EE6-A217-891C30E7B5C7}"/>
          </ac:spMkLst>
        </pc:spChg>
        <pc:spChg chg="del">
          <ac:chgData name="Minh Huynh" userId="01a137d4-0d81-46e0-aca6-c9185b391828" providerId="ADAL" clId="{18447838-0BCA-432B-86F3-BB78526C143F}" dt="2026-10-12T12:44:36.068" v="984" actId="478"/>
          <ac:spMkLst>
            <pc:docMk/>
            <pc:sldMk cId="2806179161" sldId="893"/>
            <ac:spMk id="18" creationId="{37143EC3-E3CA-48B9-8E70-B9C60D42C6D3}"/>
          </ac:spMkLst>
        </pc:spChg>
        <pc:spChg chg="del">
          <ac:chgData name="Minh Huynh" userId="01a137d4-0d81-46e0-aca6-c9185b391828" providerId="ADAL" clId="{18447838-0BCA-432B-86F3-BB78526C143F}" dt="2026-10-12T12:44:36.068" v="984" actId="478"/>
          <ac:spMkLst>
            <pc:docMk/>
            <pc:sldMk cId="2806179161" sldId="893"/>
            <ac:spMk id="19" creationId="{524D26F9-6C2E-4914-B33B-156D312B2254}"/>
          </ac:spMkLst>
        </pc:spChg>
        <pc:spChg chg="del">
          <ac:chgData name="Minh Huynh" userId="01a137d4-0d81-46e0-aca6-c9185b391828" providerId="ADAL" clId="{18447838-0BCA-432B-86F3-BB78526C143F}" dt="2026-10-12T12:44:36.068" v="984" actId="478"/>
          <ac:spMkLst>
            <pc:docMk/>
            <pc:sldMk cId="2806179161" sldId="893"/>
            <ac:spMk id="20" creationId="{08DB1C2A-523E-44E3-9AE2-02121205B0EF}"/>
          </ac:spMkLst>
        </pc:spChg>
        <pc:spChg chg="del">
          <ac:chgData name="Minh Huynh" userId="01a137d4-0d81-46e0-aca6-c9185b391828" providerId="ADAL" clId="{18447838-0BCA-432B-86F3-BB78526C143F}" dt="2026-10-12T12:44:36.068" v="984" actId="478"/>
          <ac:spMkLst>
            <pc:docMk/>
            <pc:sldMk cId="2806179161" sldId="893"/>
            <ac:spMk id="21" creationId="{B3C609DB-AB47-46A7-9295-A3ACBF68E30C}"/>
          </ac:spMkLst>
        </pc:spChg>
        <pc:spChg chg="del">
          <ac:chgData name="Minh Huynh" userId="01a137d4-0d81-46e0-aca6-c9185b391828" providerId="ADAL" clId="{18447838-0BCA-432B-86F3-BB78526C143F}" dt="2026-10-12T12:44:36.068" v="984" actId="478"/>
          <ac:spMkLst>
            <pc:docMk/>
            <pc:sldMk cId="2806179161" sldId="893"/>
            <ac:spMk id="23" creationId="{8196935A-B3A9-472F-BF25-84B5FA099488}"/>
          </ac:spMkLst>
        </pc:spChg>
        <pc:spChg chg="del">
          <ac:chgData name="Minh Huynh" userId="01a137d4-0d81-46e0-aca6-c9185b391828" providerId="ADAL" clId="{18447838-0BCA-432B-86F3-BB78526C143F}" dt="2026-10-12T12:44:36.068" v="984" actId="478"/>
          <ac:spMkLst>
            <pc:docMk/>
            <pc:sldMk cId="2806179161" sldId="893"/>
            <ac:spMk id="24" creationId="{4A2E3109-432D-4450-BAC6-B1F95ACD96D1}"/>
          </ac:spMkLst>
        </pc:spChg>
        <pc:spChg chg="del">
          <ac:chgData name="Minh Huynh" userId="01a137d4-0d81-46e0-aca6-c9185b391828" providerId="ADAL" clId="{18447838-0BCA-432B-86F3-BB78526C143F}" dt="2026-10-12T12:44:36.068" v="984" actId="478"/>
          <ac:spMkLst>
            <pc:docMk/>
            <pc:sldMk cId="2806179161" sldId="893"/>
            <ac:spMk id="25" creationId="{83C790E0-ABE0-45AF-80A0-47EB3DBC0E45}"/>
          </ac:spMkLst>
        </pc:spChg>
        <pc:spChg chg="del">
          <ac:chgData name="Minh Huynh" userId="01a137d4-0d81-46e0-aca6-c9185b391828" providerId="ADAL" clId="{18447838-0BCA-432B-86F3-BB78526C143F}" dt="2026-10-12T12:44:40.350" v="985" actId="478"/>
          <ac:spMkLst>
            <pc:docMk/>
            <pc:sldMk cId="2806179161" sldId="893"/>
            <ac:spMk id="26" creationId="{34F6B2CB-89E4-4462-B61F-972B9455F095}"/>
          </ac:spMkLst>
        </pc:spChg>
        <pc:graphicFrameChg chg="del">
          <ac:chgData name="Minh Huynh" userId="01a137d4-0d81-46e0-aca6-c9185b391828" providerId="ADAL" clId="{18447838-0BCA-432B-86F3-BB78526C143F}" dt="2026-10-12T12:44:36.068" v="984" actId="478"/>
          <ac:graphicFrameMkLst>
            <pc:docMk/>
            <pc:sldMk cId="2806179161" sldId="893"/>
            <ac:graphicFrameMk id="22" creationId="{704FF119-E5E1-41C9-8945-EAB2EF342FA6}"/>
          </ac:graphicFrameMkLst>
        </pc:graphicFrameChg>
      </pc:sldChg>
      <pc:sldChg chg="del">
        <pc:chgData name="Minh Huynh" userId="01a137d4-0d81-46e0-aca6-c9185b391828" providerId="ADAL" clId="{18447838-0BCA-432B-86F3-BB78526C143F}" dt="2026-10-12T12:12:45.996" v="0" actId="47"/>
        <pc:sldMkLst>
          <pc:docMk/>
          <pc:sldMk cId="721376537" sldId="894"/>
        </pc:sldMkLst>
      </pc:sldChg>
      <pc:sldChg chg="addSp delSp modSp add mod">
        <pc:chgData name="Minh Huynh" userId="01a137d4-0d81-46e0-aca6-c9185b391828" providerId="ADAL" clId="{18447838-0BCA-432B-86F3-BB78526C143F}" dt="2026-10-12T21:46:13.046" v="2044" actId="20577"/>
        <pc:sldMkLst>
          <pc:docMk/>
          <pc:sldMk cId="3075116588" sldId="894"/>
        </pc:sldMkLst>
        <pc:spChg chg="mod">
          <ac:chgData name="Minh Huynh" userId="01a137d4-0d81-46e0-aca6-c9185b391828" providerId="ADAL" clId="{18447838-0BCA-432B-86F3-BB78526C143F}" dt="2026-10-12T21:46:13.046" v="2044" actId="20577"/>
          <ac:spMkLst>
            <pc:docMk/>
            <pc:sldMk cId="3075116588" sldId="894"/>
            <ac:spMk id="4" creationId="{7BC73E8E-0D58-4B4B-A5C4-A8AE38997407}"/>
          </ac:spMkLst>
        </pc:spChg>
        <pc:spChg chg="add del mod">
          <ac:chgData name="Minh Huynh" userId="01a137d4-0d81-46e0-aca6-c9185b391828" providerId="ADAL" clId="{18447838-0BCA-432B-86F3-BB78526C143F}" dt="2026-10-12T12:58:30.340" v="1785" actId="478"/>
          <ac:spMkLst>
            <pc:docMk/>
            <pc:sldMk cId="3075116588" sldId="894"/>
            <ac:spMk id="5" creationId="{CA39E1BF-B9E5-4535-B6B1-A3418157F6E5}"/>
          </ac:spMkLst>
        </pc:spChg>
        <pc:spChg chg="add mod">
          <ac:chgData name="Minh Huynh" userId="01a137d4-0d81-46e0-aca6-c9185b391828" providerId="ADAL" clId="{18447838-0BCA-432B-86F3-BB78526C143F}" dt="2026-10-12T12:58:33.591" v="1787" actId="1076"/>
          <ac:spMkLst>
            <pc:docMk/>
            <pc:sldMk cId="3075116588" sldId="894"/>
            <ac:spMk id="6" creationId="{BC182EF8-C365-4769-8301-8E7B887D6C35}"/>
          </ac:spMkLst>
        </pc:spChg>
        <pc:spChg chg="add mod">
          <ac:chgData name="Minh Huynh" userId="01a137d4-0d81-46e0-aca6-c9185b391828" providerId="ADAL" clId="{18447838-0BCA-432B-86F3-BB78526C143F}" dt="2026-10-12T12:58:35.814" v="1788" actId="1076"/>
          <ac:spMkLst>
            <pc:docMk/>
            <pc:sldMk cId="3075116588" sldId="894"/>
            <ac:spMk id="8" creationId="{AA411B9E-8412-4BA6-83F0-FF752D800EDD}"/>
          </ac:spMkLst>
        </pc:spChg>
        <pc:spChg chg="add mod">
          <ac:chgData name="Minh Huynh" userId="01a137d4-0d81-46e0-aca6-c9185b391828" providerId="ADAL" clId="{18447838-0BCA-432B-86F3-BB78526C143F}" dt="2026-10-12T12:58:38.733" v="1789" actId="1076"/>
          <ac:spMkLst>
            <pc:docMk/>
            <pc:sldMk cId="3075116588" sldId="894"/>
            <ac:spMk id="9" creationId="{E000B753-51B8-40BB-88F6-0BFF248218F3}"/>
          </ac:spMkLst>
        </pc:spChg>
        <pc:spChg chg="add mod">
          <ac:chgData name="Minh Huynh" userId="01a137d4-0d81-46e0-aca6-c9185b391828" providerId="ADAL" clId="{18447838-0BCA-432B-86F3-BB78526C143F}" dt="2026-10-12T13:00:39.432" v="1962" actId="20577"/>
          <ac:spMkLst>
            <pc:docMk/>
            <pc:sldMk cId="3075116588" sldId="894"/>
            <ac:spMk id="10" creationId="{B9174980-C9A6-4B70-BF52-D9990420C2CF}"/>
          </ac:spMkLst>
        </pc:spChg>
        <pc:spChg chg="del">
          <ac:chgData name="Minh Huynh" userId="01a137d4-0d81-46e0-aca6-c9185b391828" providerId="ADAL" clId="{18447838-0BCA-432B-86F3-BB78526C143F}" dt="2026-10-12T12:51:56.075" v="1538" actId="478"/>
          <ac:spMkLst>
            <pc:docMk/>
            <pc:sldMk cId="3075116588" sldId="894"/>
            <ac:spMk id="12" creationId="{ECB3EA2A-81FD-4EE6-A217-891C30E7B5C7}"/>
          </ac:spMkLst>
        </pc:spChg>
        <pc:spChg chg="add mod">
          <ac:chgData name="Minh Huynh" userId="01a137d4-0d81-46e0-aca6-c9185b391828" providerId="ADAL" clId="{18447838-0BCA-432B-86F3-BB78526C143F}" dt="2026-10-12T13:00:46.511" v="1963" actId="404"/>
          <ac:spMkLst>
            <pc:docMk/>
            <pc:sldMk cId="3075116588" sldId="894"/>
            <ac:spMk id="14" creationId="{52C11F04-B75E-45C1-95A8-738F04B79287}"/>
          </ac:spMkLst>
        </pc:spChg>
        <pc:spChg chg="add mod">
          <ac:chgData name="Minh Huynh" userId="01a137d4-0d81-46e0-aca6-c9185b391828" providerId="ADAL" clId="{18447838-0BCA-432B-86F3-BB78526C143F}" dt="2026-10-12T12:59:48.040" v="1809" actId="1076"/>
          <ac:spMkLst>
            <pc:docMk/>
            <pc:sldMk cId="3075116588" sldId="894"/>
            <ac:spMk id="15" creationId="{DAED56CE-0B37-4AB9-B3B6-25AAEE831464}"/>
          </ac:spMkLst>
        </pc:spChg>
        <pc:spChg chg="add mod">
          <ac:chgData name="Minh Huynh" userId="01a137d4-0d81-46e0-aca6-c9185b391828" providerId="ADAL" clId="{18447838-0BCA-432B-86F3-BB78526C143F}" dt="2026-10-12T12:59:48.040" v="1809" actId="1076"/>
          <ac:spMkLst>
            <pc:docMk/>
            <pc:sldMk cId="3075116588" sldId="894"/>
            <ac:spMk id="16" creationId="{FE39AFD9-A564-4455-BC07-A5A96DD07AD0}"/>
          </ac:spMkLst>
        </pc:spChg>
        <pc:spChg chg="add mod">
          <ac:chgData name="Minh Huynh" userId="01a137d4-0d81-46e0-aca6-c9185b391828" providerId="ADAL" clId="{18447838-0BCA-432B-86F3-BB78526C143F}" dt="2026-10-12T13:00:46.511" v="1963" actId="404"/>
          <ac:spMkLst>
            <pc:docMk/>
            <pc:sldMk cId="3075116588" sldId="894"/>
            <ac:spMk id="17" creationId="{E4960A76-ADF4-4F4A-9264-03A786684A80}"/>
          </ac:spMkLst>
        </pc:spChg>
        <pc:picChg chg="add mod modCrop">
          <ac:chgData name="Minh Huynh" userId="01a137d4-0d81-46e0-aca6-c9185b391828" providerId="ADAL" clId="{18447838-0BCA-432B-86F3-BB78526C143F}" dt="2026-10-12T12:58:53.579" v="1794" actId="14100"/>
          <ac:picMkLst>
            <pc:docMk/>
            <pc:sldMk cId="3075116588" sldId="894"/>
            <ac:picMk id="3" creationId="{239C9BA0-FA36-4B4A-9CD4-46D8A83AD1A8}"/>
          </ac:picMkLst>
        </pc:picChg>
        <pc:picChg chg="add mod">
          <ac:chgData name="Minh Huynh" userId="01a137d4-0d81-46e0-aca6-c9185b391828" providerId="ADAL" clId="{18447838-0BCA-432B-86F3-BB78526C143F}" dt="2026-10-12T12:59:48.040" v="1809" actId="1076"/>
          <ac:picMkLst>
            <pc:docMk/>
            <pc:sldMk cId="3075116588" sldId="894"/>
            <ac:picMk id="11" creationId="{CA065546-B251-4483-B60E-83D29876EE4B}"/>
          </ac:picMkLst>
        </pc:picChg>
        <pc:cxnChg chg="add mod">
          <ac:chgData name="Minh Huynh" userId="01a137d4-0d81-46e0-aca6-c9185b391828" providerId="ADAL" clId="{18447838-0BCA-432B-86F3-BB78526C143F}" dt="2026-10-12T13:00:59.190" v="1964" actId="1076"/>
          <ac:cxnSpMkLst>
            <pc:docMk/>
            <pc:sldMk cId="3075116588" sldId="894"/>
            <ac:cxnSpMk id="13" creationId="{87C6168D-FDB5-4F3B-A792-CEB6CFE658F6}"/>
          </ac:cxnSpMkLst>
        </pc:cxnChg>
      </pc:sldChg>
      <pc:sldChg chg="del">
        <pc:chgData name="Minh Huynh" userId="01a137d4-0d81-46e0-aca6-c9185b391828" providerId="ADAL" clId="{18447838-0BCA-432B-86F3-BB78526C143F}" dt="2026-10-12T12:12:45.996" v="0" actId="47"/>
        <pc:sldMkLst>
          <pc:docMk/>
          <pc:sldMk cId="1155730850" sldId="895"/>
        </pc:sldMkLst>
      </pc:sldChg>
      <pc:sldChg chg="addSp delSp modSp add del mod">
        <pc:chgData name="Minh Huynh" userId="01a137d4-0d81-46e0-aca6-c9185b391828" providerId="ADAL" clId="{18447838-0BCA-432B-86F3-BB78526C143F}" dt="2026-10-12T13:01:03.430" v="1965" actId="47"/>
        <pc:sldMkLst>
          <pc:docMk/>
          <pc:sldMk cId="1157101227" sldId="895"/>
        </pc:sldMkLst>
        <pc:spChg chg="del">
          <ac:chgData name="Minh Huynh" userId="01a137d4-0d81-46e0-aca6-c9185b391828" providerId="ADAL" clId="{18447838-0BCA-432B-86F3-BB78526C143F}" dt="2026-10-12T12:56:23.972" v="1646" actId="478"/>
          <ac:spMkLst>
            <pc:docMk/>
            <pc:sldMk cId="1157101227" sldId="895"/>
            <ac:spMk id="5" creationId="{CA39E1BF-B9E5-4535-B6B1-A3418157F6E5}"/>
          </ac:spMkLst>
        </pc:spChg>
        <pc:spChg chg="del">
          <ac:chgData name="Minh Huynh" userId="01a137d4-0d81-46e0-aca6-c9185b391828" providerId="ADAL" clId="{18447838-0BCA-432B-86F3-BB78526C143F}" dt="2026-10-12T12:56:20.406" v="1644" actId="478"/>
          <ac:spMkLst>
            <pc:docMk/>
            <pc:sldMk cId="1157101227" sldId="895"/>
            <ac:spMk id="6" creationId="{BC182EF8-C365-4769-8301-8E7B887D6C35}"/>
          </ac:spMkLst>
        </pc:spChg>
        <pc:spChg chg="del">
          <ac:chgData name="Minh Huynh" userId="01a137d4-0d81-46e0-aca6-c9185b391828" providerId="ADAL" clId="{18447838-0BCA-432B-86F3-BB78526C143F}" dt="2026-10-12T12:56:20.406" v="1644" actId="478"/>
          <ac:spMkLst>
            <pc:docMk/>
            <pc:sldMk cId="1157101227" sldId="895"/>
            <ac:spMk id="8" creationId="{AA411B9E-8412-4BA6-83F0-FF752D800EDD}"/>
          </ac:spMkLst>
        </pc:spChg>
        <pc:spChg chg="del">
          <ac:chgData name="Minh Huynh" userId="01a137d4-0d81-46e0-aca6-c9185b391828" providerId="ADAL" clId="{18447838-0BCA-432B-86F3-BB78526C143F}" dt="2026-10-12T12:56:20.406" v="1644" actId="478"/>
          <ac:spMkLst>
            <pc:docMk/>
            <pc:sldMk cId="1157101227" sldId="895"/>
            <ac:spMk id="9" creationId="{E000B753-51B8-40BB-88F6-0BFF248218F3}"/>
          </ac:spMkLst>
        </pc:spChg>
        <pc:spChg chg="del">
          <ac:chgData name="Minh Huynh" userId="01a137d4-0d81-46e0-aca6-c9185b391828" providerId="ADAL" clId="{18447838-0BCA-432B-86F3-BB78526C143F}" dt="2026-10-12T12:56:20.406" v="1644" actId="478"/>
          <ac:spMkLst>
            <pc:docMk/>
            <pc:sldMk cId="1157101227" sldId="895"/>
            <ac:spMk id="10" creationId="{B9174980-C9A6-4B70-BF52-D9990420C2CF}"/>
          </ac:spMkLst>
        </pc:spChg>
        <pc:spChg chg="add mod">
          <ac:chgData name="Minh Huynh" userId="01a137d4-0d81-46e0-aca6-c9185b391828" providerId="ADAL" clId="{18447838-0BCA-432B-86F3-BB78526C143F}" dt="2026-10-12T12:57:32.281" v="1735" actId="20577"/>
          <ac:spMkLst>
            <pc:docMk/>
            <pc:sldMk cId="1157101227" sldId="895"/>
            <ac:spMk id="11" creationId="{2A9500A6-42C1-408A-B2A4-89D3CB5CFC0A}"/>
          </ac:spMkLst>
        </pc:spChg>
        <pc:spChg chg="add mod">
          <ac:chgData name="Minh Huynh" userId="01a137d4-0d81-46e0-aca6-c9185b391828" providerId="ADAL" clId="{18447838-0BCA-432B-86F3-BB78526C143F}" dt="2026-10-12T12:58:06.751" v="1766" actId="1076"/>
          <ac:spMkLst>
            <pc:docMk/>
            <pc:sldMk cId="1157101227" sldId="895"/>
            <ac:spMk id="12" creationId="{9DCB8B59-5B6C-49CB-B44A-75F6056198CF}"/>
          </ac:spMkLst>
        </pc:spChg>
        <pc:spChg chg="add mod">
          <ac:chgData name="Minh Huynh" userId="01a137d4-0d81-46e0-aca6-c9185b391828" providerId="ADAL" clId="{18447838-0BCA-432B-86F3-BB78526C143F}" dt="2026-10-12T12:58:16.802" v="1784" actId="1076"/>
          <ac:spMkLst>
            <pc:docMk/>
            <pc:sldMk cId="1157101227" sldId="895"/>
            <ac:spMk id="13" creationId="{5F86A38C-40D8-4802-AFCB-59FB546F54DC}"/>
          </ac:spMkLst>
        </pc:spChg>
        <pc:picChg chg="del">
          <ac:chgData name="Minh Huynh" userId="01a137d4-0d81-46e0-aca6-c9185b391828" providerId="ADAL" clId="{18447838-0BCA-432B-86F3-BB78526C143F}" dt="2026-10-12T12:56:21.797" v="1645" actId="478"/>
          <ac:picMkLst>
            <pc:docMk/>
            <pc:sldMk cId="1157101227" sldId="895"/>
            <ac:picMk id="3" creationId="{239C9BA0-FA36-4B4A-9CD4-46D8A83AD1A8}"/>
          </ac:picMkLst>
        </pc:picChg>
        <pc:picChg chg="add mod modCrop">
          <ac:chgData name="Minh Huynh" userId="01a137d4-0d81-46e0-aca6-c9185b391828" providerId="ADAL" clId="{18447838-0BCA-432B-86F3-BB78526C143F}" dt="2026-10-12T12:57:13.800" v="1694" actId="1076"/>
          <ac:picMkLst>
            <pc:docMk/>
            <pc:sldMk cId="1157101227" sldId="895"/>
            <ac:picMk id="7" creationId="{9732202F-310A-471E-84B6-5B1B5CAA0CD7}"/>
          </ac:picMkLst>
        </pc:picChg>
      </pc:sldChg>
      <pc:sldChg chg="addSp delSp modSp add mod">
        <pc:chgData name="Minh Huynh" userId="01a137d4-0d81-46e0-aca6-c9185b391828" providerId="ADAL" clId="{18447838-0BCA-432B-86F3-BB78526C143F}" dt="2026-10-12T21:46:18.809" v="2045"/>
        <pc:sldMkLst>
          <pc:docMk/>
          <pc:sldMk cId="3993957004" sldId="895"/>
        </pc:sldMkLst>
        <pc:spChg chg="mod">
          <ac:chgData name="Minh Huynh" userId="01a137d4-0d81-46e0-aca6-c9185b391828" providerId="ADAL" clId="{18447838-0BCA-432B-86F3-BB78526C143F}" dt="2026-10-12T21:46:18.809" v="2045"/>
          <ac:spMkLst>
            <pc:docMk/>
            <pc:sldMk cId="3993957004" sldId="895"/>
            <ac:spMk id="4" creationId="{7BC73E8E-0D58-4B4B-A5C4-A8AE38997407}"/>
          </ac:spMkLst>
        </pc:spChg>
        <pc:spChg chg="del">
          <ac:chgData name="Minh Huynh" userId="01a137d4-0d81-46e0-aca6-c9185b391828" providerId="ADAL" clId="{18447838-0BCA-432B-86F3-BB78526C143F}" dt="2026-10-12T13:01:47.238" v="1973" actId="478"/>
          <ac:spMkLst>
            <pc:docMk/>
            <pc:sldMk cId="3993957004" sldId="895"/>
            <ac:spMk id="6" creationId="{BC182EF8-C365-4769-8301-8E7B887D6C35}"/>
          </ac:spMkLst>
        </pc:spChg>
        <pc:spChg chg="del">
          <ac:chgData name="Minh Huynh" userId="01a137d4-0d81-46e0-aca6-c9185b391828" providerId="ADAL" clId="{18447838-0BCA-432B-86F3-BB78526C143F}" dt="2026-10-12T13:01:47.238" v="1973" actId="478"/>
          <ac:spMkLst>
            <pc:docMk/>
            <pc:sldMk cId="3993957004" sldId="895"/>
            <ac:spMk id="8" creationId="{AA411B9E-8412-4BA6-83F0-FF752D800EDD}"/>
          </ac:spMkLst>
        </pc:spChg>
        <pc:spChg chg="del">
          <ac:chgData name="Minh Huynh" userId="01a137d4-0d81-46e0-aca6-c9185b391828" providerId="ADAL" clId="{18447838-0BCA-432B-86F3-BB78526C143F}" dt="2026-10-12T13:01:47.238" v="1973" actId="478"/>
          <ac:spMkLst>
            <pc:docMk/>
            <pc:sldMk cId="3993957004" sldId="895"/>
            <ac:spMk id="9" creationId="{E000B753-51B8-40BB-88F6-0BFF248218F3}"/>
          </ac:spMkLst>
        </pc:spChg>
        <pc:spChg chg="del">
          <ac:chgData name="Minh Huynh" userId="01a137d4-0d81-46e0-aca6-c9185b391828" providerId="ADAL" clId="{18447838-0BCA-432B-86F3-BB78526C143F}" dt="2026-10-12T13:01:47.238" v="1973" actId="478"/>
          <ac:spMkLst>
            <pc:docMk/>
            <pc:sldMk cId="3993957004" sldId="895"/>
            <ac:spMk id="10" creationId="{B9174980-C9A6-4B70-BF52-D9990420C2CF}"/>
          </ac:spMkLst>
        </pc:spChg>
        <pc:spChg chg="del">
          <ac:chgData name="Minh Huynh" userId="01a137d4-0d81-46e0-aca6-c9185b391828" providerId="ADAL" clId="{18447838-0BCA-432B-86F3-BB78526C143F}" dt="2026-10-12T13:01:47.238" v="1973" actId="478"/>
          <ac:spMkLst>
            <pc:docMk/>
            <pc:sldMk cId="3993957004" sldId="895"/>
            <ac:spMk id="14" creationId="{52C11F04-B75E-45C1-95A8-738F04B79287}"/>
          </ac:spMkLst>
        </pc:spChg>
        <pc:spChg chg="del">
          <ac:chgData name="Minh Huynh" userId="01a137d4-0d81-46e0-aca6-c9185b391828" providerId="ADAL" clId="{18447838-0BCA-432B-86F3-BB78526C143F}" dt="2026-10-12T13:01:47.238" v="1973" actId="478"/>
          <ac:spMkLst>
            <pc:docMk/>
            <pc:sldMk cId="3993957004" sldId="895"/>
            <ac:spMk id="15" creationId="{DAED56CE-0B37-4AB9-B3B6-25AAEE831464}"/>
          </ac:spMkLst>
        </pc:spChg>
        <pc:spChg chg="del">
          <ac:chgData name="Minh Huynh" userId="01a137d4-0d81-46e0-aca6-c9185b391828" providerId="ADAL" clId="{18447838-0BCA-432B-86F3-BB78526C143F}" dt="2026-10-12T13:01:47.238" v="1973" actId="478"/>
          <ac:spMkLst>
            <pc:docMk/>
            <pc:sldMk cId="3993957004" sldId="895"/>
            <ac:spMk id="16" creationId="{FE39AFD9-A564-4455-BC07-A5A96DD07AD0}"/>
          </ac:spMkLst>
        </pc:spChg>
        <pc:spChg chg="del">
          <ac:chgData name="Minh Huynh" userId="01a137d4-0d81-46e0-aca6-c9185b391828" providerId="ADAL" clId="{18447838-0BCA-432B-86F3-BB78526C143F}" dt="2026-10-12T13:01:47.238" v="1973" actId="478"/>
          <ac:spMkLst>
            <pc:docMk/>
            <pc:sldMk cId="3993957004" sldId="895"/>
            <ac:spMk id="17" creationId="{E4960A76-ADF4-4F4A-9264-03A786684A80}"/>
          </ac:spMkLst>
        </pc:spChg>
        <pc:spChg chg="add mod">
          <ac:chgData name="Minh Huynh" userId="01a137d4-0d81-46e0-aca6-c9185b391828" providerId="ADAL" clId="{18447838-0BCA-432B-86F3-BB78526C143F}" dt="2026-10-12T13:01:57.104" v="1975" actId="1076"/>
          <ac:spMkLst>
            <pc:docMk/>
            <pc:sldMk cId="3993957004" sldId="895"/>
            <ac:spMk id="18" creationId="{4E7FF7E1-1C0C-48C2-9DD3-5C6C1A9BBCBB}"/>
          </ac:spMkLst>
        </pc:spChg>
        <pc:spChg chg="add mod">
          <ac:chgData name="Minh Huynh" userId="01a137d4-0d81-46e0-aca6-c9185b391828" providerId="ADAL" clId="{18447838-0BCA-432B-86F3-BB78526C143F}" dt="2026-10-12T13:01:57.104" v="1975" actId="1076"/>
          <ac:spMkLst>
            <pc:docMk/>
            <pc:sldMk cId="3993957004" sldId="895"/>
            <ac:spMk id="19" creationId="{FD24D0C2-9D18-40CE-B3A7-DEFBE3E3B986}"/>
          </ac:spMkLst>
        </pc:spChg>
        <pc:spChg chg="add mod">
          <ac:chgData name="Minh Huynh" userId="01a137d4-0d81-46e0-aca6-c9185b391828" providerId="ADAL" clId="{18447838-0BCA-432B-86F3-BB78526C143F}" dt="2026-10-12T13:01:57.104" v="1975" actId="1076"/>
          <ac:spMkLst>
            <pc:docMk/>
            <pc:sldMk cId="3993957004" sldId="895"/>
            <ac:spMk id="20" creationId="{BA9F11AB-A6C6-4D03-9948-64854BB26A2B}"/>
          </ac:spMkLst>
        </pc:spChg>
        <pc:spChg chg="add mod">
          <ac:chgData name="Minh Huynh" userId="01a137d4-0d81-46e0-aca6-c9185b391828" providerId="ADAL" clId="{18447838-0BCA-432B-86F3-BB78526C143F}" dt="2026-10-12T13:01:57.104" v="1975" actId="1076"/>
          <ac:spMkLst>
            <pc:docMk/>
            <pc:sldMk cId="3993957004" sldId="895"/>
            <ac:spMk id="21" creationId="{332B9D4D-6520-47D7-B36D-B69FAA77A3E1}"/>
          </ac:spMkLst>
        </pc:spChg>
        <pc:spChg chg="add mod">
          <ac:chgData name="Minh Huynh" userId="01a137d4-0d81-46e0-aca6-c9185b391828" providerId="ADAL" clId="{18447838-0BCA-432B-86F3-BB78526C143F}" dt="2026-10-12T13:01:57.104" v="1975" actId="1076"/>
          <ac:spMkLst>
            <pc:docMk/>
            <pc:sldMk cId="3993957004" sldId="895"/>
            <ac:spMk id="22" creationId="{68B261C7-F027-4C4D-B39D-D9FB98303F76}"/>
          </ac:spMkLst>
        </pc:spChg>
        <pc:spChg chg="add mod">
          <ac:chgData name="Minh Huynh" userId="01a137d4-0d81-46e0-aca6-c9185b391828" providerId="ADAL" clId="{18447838-0BCA-432B-86F3-BB78526C143F}" dt="2026-10-12T13:01:57.104" v="1975" actId="1076"/>
          <ac:spMkLst>
            <pc:docMk/>
            <pc:sldMk cId="3993957004" sldId="895"/>
            <ac:spMk id="23" creationId="{3CC9B756-D368-4AED-93C0-83FF945814F6}"/>
          </ac:spMkLst>
        </pc:spChg>
        <pc:spChg chg="add mod">
          <ac:chgData name="Minh Huynh" userId="01a137d4-0d81-46e0-aca6-c9185b391828" providerId="ADAL" clId="{18447838-0BCA-432B-86F3-BB78526C143F}" dt="2026-10-12T13:01:57.104" v="1975" actId="1076"/>
          <ac:spMkLst>
            <pc:docMk/>
            <pc:sldMk cId="3993957004" sldId="895"/>
            <ac:spMk id="24" creationId="{9FF30AEA-507A-4D2C-807B-DBDCD5718E82}"/>
          </ac:spMkLst>
        </pc:spChg>
        <pc:spChg chg="add mod">
          <ac:chgData name="Minh Huynh" userId="01a137d4-0d81-46e0-aca6-c9185b391828" providerId="ADAL" clId="{18447838-0BCA-432B-86F3-BB78526C143F}" dt="2026-10-12T13:01:57.104" v="1975" actId="1076"/>
          <ac:spMkLst>
            <pc:docMk/>
            <pc:sldMk cId="3993957004" sldId="895"/>
            <ac:spMk id="25" creationId="{66547760-A8A8-4F67-B55C-40ED5A0D9D56}"/>
          </ac:spMkLst>
        </pc:spChg>
        <pc:spChg chg="add mod">
          <ac:chgData name="Minh Huynh" userId="01a137d4-0d81-46e0-aca6-c9185b391828" providerId="ADAL" clId="{18447838-0BCA-432B-86F3-BB78526C143F}" dt="2026-10-12T13:01:57.104" v="1975" actId="1076"/>
          <ac:spMkLst>
            <pc:docMk/>
            <pc:sldMk cId="3993957004" sldId="895"/>
            <ac:spMk id="26" creationId="{55C8CDF9-264C-421F-904E-406EDB4639F3}"/>
          </ac:spMkLst>
        </pc:spChg>
        <pc:spChg chg="add mod">
          <ac:chgData name="Minh Huynh" userId="01a137d4-0d81-46e0-aca6-c9185b391828" providerId="ADAL" clId="{18447838-0BCA-432B-86F3-BB78526C143F}" dt="2026-10-12T13:01:57.104" v="1975" actId="1076"/>
          <ac:spMkLst>
            <pc:docMk/>
            <pc:sldMk cId="3993957004" sldId="895"/>
            <ac:spMk id="27" creationId="{BAEC13F2-CC84-4E32-8F32-49F0EFD70B8D}"/>
          </ac:spMkLst>
        </pc:spChg>
        <pc:spChg chg="add mod">
          <ac:chgData name="Minh Huynh" userId="01a137d4-0d81-46e0-aca6-c9185b391828" providerId="ADAL" clId="{18447838-0BCA-432B-86F3-BB78526C143F}" dt="2026-10-12T13:01:57.104" v="1975" actId="1076"/>
          <ac:spMkLst>
            <pc:docMk/>
            <pc:sldMk cId="3993957004" sldId="895"/>
            <ac:spMk id="28" creationId="{CB62FC81-D16F-45A2-B445-C6BA8D73F20C}"/>
          </ac:spMkLst>
        </pc:spChg>
        <pc:spChg chg="add mod">
          <ac:chgData name="Minh Huynh" userId="01a137d4-0d81-46e0-aca6-c9185b391828" providerId="ADAL" clId="{18447838-0BCA-432B-86F3-BB78526C143F}" dt="2026-10-12T13:01:57.104" v="1975" actId="1076"/>
          <ac:spMkLst>
            <pc:docMk/>
            <pc:sldMk cId="3993957004" sldId="895"/>
            <ac:spMk id="29" creationId="{A990ABBE-A2F6-4DA2-A390-5D2A1D707954}"/>
          </ac:spMkLst>
        </pc:spChg>
        <pc:spChg chg="add mod">
          <ac:chgData name="Minh Huynh" userId="01a137d4-0d81-46e0-aca6-c9185b391828" providerId="ADAL" clId="{18447838-0BCA-432B-86F3-BB78526C143F}" dt="2026-10-12T13:01:57.104" v="1975" actId="1076"/>
          <ac:spMkLst>
            <pc:docMk/>
            <pc:sldMk cId="3993957004" sldId="895"/>
            <ac:spMk id="30" creationId="{7071FFB1-55F8-4FBE-8742-26909246F24E}"/>
          </ac:spMkLst>
        </pc:spChg>
        <pc:spChg chg="add mod">
          <ac:chgData name="Minh Huynh" userId="01a137d4-0d81-46e0-aca6-c9185b391828" providerId="ADAL" clId="{18447838-0BCA-432B-86F3-BB78526C143F}" dt="2026-10-12T13:01:57.104" v="1975" actId="1076"/>
          <ac:spMkLst>
            <pc:docMk/>
            <pc:sldMk cId="3993957004" sldId="895"/>
            <ac:spMk id="31" creationId="{6217B4F5-D897-4AB9-8C34-ECE42ADA1F17}"/>
          </ac:spMkLst>
        </pc:spChg>
        <pc:spChg chg="add mod">
          <ac:chgData name="Minh Huynh" userId="01a137d4-0d81-46e0-aca6-c9185b391828" providerId="ADAL" clId="{18447838-0BCA-432B-86F3-BB78526C143F}" dt="2026-10-12T13:01:57.104" v="1975" actId="1076"/>
          <ac:spMkLst>
            <pc:docMk/>
            <pc:sldMk cId="3993957004" sldId="895"/>
            <ac:spMk id="32" creationId="{B4C41404-CA2E-4998-9BC6-288E289BBAB6}"/>
          </ac:spMkLst>
        </pc:spChg>
        <pc:spChg chg="add mod">
          <ac:chgData name="Minh Huynh" userId="01a137d4-0d81-46e0-aca6-c9185b391828" providerId="ADAL" clId="{18447838-0BCA-432B-86F3-BB78526C143F}" dt="2026-10-12T13:01:57.104" v="1975" actId="1076"/>
          <ac:spMkLst>
            <pc:docMk/>
            <pc:sldMk cId="3993957004" sldId="895"/>
            <ac:spMk id="33" creationId="{46D993D9-6716-40B8-80B8-5A83E8DFD35A}"/>
          </ac:spMkLst>
        </pc:spChg>
        <pc:spChg chg="add mod">
          <ac:chgData name="Minh Huynh" userId="01a137d4-0d81-46e0-aca6-c9185b391828" providerId="ADAL" clId="{18447838-0BCA-432B-86F3-BB78526C143F}" dt="2026-10-12T13:01:57.104" v="1975" actId="1076"/>
          <ac:spMkLst>
            <pc:docMk/>
            <pc:sldMk cId="3993957004" sldId="895"/>
            <ac:spMk id="34" creationId="{094D348C-D2B0-4CD8-8272-C031B6095A00}"/>
          </ac:spMkLst>
        </pc:spChg>
        <pc:spChg chg="add mod">
          <ac:chgData name="Minh Huynh" userId="01a137d4-0d81-46e0-aca6-c9185b391828" providerId="ADAL" clId="{18447838-0BCA-432B-86F3-BB78526C143F}" dt="2026-10-12T13:01:57.104" v="1975" actId="1076"/>
          <ac:spMkLst>
            <pc:docMk/>
            <pc:sldMk cId="3993957004" sldId="895"/>
            <ac:spMk id="35" creationId="{5BF37038-ABA7-46CC-B2B6-18F0E7959B15}"/>
          </ac:spMkLst>
        </pc:spChg>
        <pc:spChg chg="add mod">
          <ac:chgData name="Minh Huynh" userId="01a137d4-0d81-46e0-aca6-c9185b391828" providerId="ADAL" clId="{18447838-0BCA-432B-86F3-BB78526C143F}" dt="2026-10-12T13:01:57.104" v="1975" actId="1076"/>
          <ac:spMkLst>
            <pc:docMk/>
            <pc:sldMk cId="3993957004" sldId="895"/>
            <ac:spMk id="36" creationId="{14FD2553-C1F0-4E8B-B08E-A20D3D2C4FCA}"/>
          </ac:spMkLst>
        </pc:spChg>
        <pc:spChg chg="add mod">
          <ac:chgData name="Minh Huynh" userId="01a137d4-0d81-46e0-aca6-c9185b391828" providerId="ADAL" clId="{18447838-0BCA-432B-86F3-BB78526C143F}" dt="2026-10-12T13:01:57.104" v="1975" actId="1076"/>
          <ac:spMkLst>
            <pc:docMk/>
            <pc:sldMk cId="3993957004" sldId="895"/>
            <ac:spMk id="37" creationId="{A4C82AE2-B2EB-4C1B-AACE-305D2746BCD5}"/>
          </ac:spMkLst>
        </pc:spChg>
        <pc:spChg chg="add mod">
          <ac:chgData name="Minh Huynh" userId="01a137d4-0d81-46e0-aca6-c9185b391828" providerId="ADAL" clId="{18447838-0BCA-432B-86F3-BB78526C143F}" dt="2026-10-12T13:01:57.104" v="1975" actId="1076"/>
          <ac:spMkLst>
            <pc:docMk/>
            <pc:sldMk cId="3993957004" sldId="895"/>
            <ac:spMk id="38" creationId="{B3AE82BC-7F70-4846-9F67-824B69658398}"/>
          </ac:spMkLst>
        </pc:spChg>
        <pc:spChg chg="add mod">
          <ac:chgData name="Minh Huynh" userId="01a137d4-0d81-46e0-aca6-c9185b391828" providerId="ADAL" clId="{18447838-0BCA-432B-86F3-BB78526C143F}" dt="2026-10-12T13:01:57.104" v="1975" actId="1076"/>
          <ac:spMkLst>
            <pc:docMk/>
            <pc:sldMk cId="3993957004" sldId="895"/>
            <ac:spMk id="39" creationId="{99C747F2-EE90-40AD-B901-2DB28F481C1F}"/>
          </ac:spMkLst>
        </pc:spChg>
        <pc:spChg chg="add mod">
          <ac:chgData name="Minh Huynh" userId="01a137d4-0d81-46e0-aca6-c9185b391828" providerId="ADAL" clId="{18447838-0BCA-432B-86F3-BB78526C143F}" dt="2026-10-12T13:01:57.104" v="1975" actId="1076"/>
          <ac:spMkLst>
            <pc:docMk/>
            <pc:sldMk cId="3993957004" sldId="895"/>
            <ac:spMk id="40" creationId="{16501685-C2A8-4290-82FC-927248EB3A02}"/>
          </ac:spMkLst>
        </pc:spChg>
        <pc:spChg chg="add mod">
          <ac:chgData name="Minh Huynh" userId="01a137d4-0d81-46e0-aca6-c9185b391828" providerId="ADAL" clId="{18447838-0BCA-432B-86F3-BB78526C143F}" dt="2026-10-12T13:01:57.104" v="1975" actId="1076"/>
          <ac:spMkLst>
            <pc:docMk/>
            <pc:sldMk cId="3993957004" sldId="895"/>
            <ac:spMk id="41" creationId="{A46A0F55-8C44-4BE6-8412-45F45FAE1D86}"/>
          </ac:spMkLst>
        </pc:spChg>
        <pc:spChg chg="add mod">
          <ac:chgData name="Minh Huynh" userId="01a137d4-0d81-46e0-aca6-c9185b391828" providerId="ADAL" clId="{18447838-0BCA-432B-86F3-BB78526C143F}" dt="2026-10-12T13:01:57.104" v="1975" actId="1076"/>
          <ac:spMkLst>
            <pc:docMk/>
            <pc:sldMk cId="3993957004" sldId="895"/>
            <ac:spMk id="42" creationId="{BC0F5F11-C0B3-4FD5-A63D-99BA31DC1CB9}"/>
          </ac:spMkLst>
        </pc:spChg>
        <pc:spChg chg="add mod">
          <ac:chgData name="Minh Huynh" userId="01a137d4-0d81-46e0-aca6-c9185b391828" providerId="ADAL" clId="{18447838-0BCA-432B-86F3-BB78526C143F}" dt="2026-10-12T13:01:57.104" v="1975" actId="1076"/>
          <ac:spMkLst>
            <pc:docMk/>
            <pc:sldMk cId="3993957004" sldId="895"/>
            <ac:spMk id="43" creationId="{30AC0449-A340-424A-A10C-FABE4139585A}"/>
          </ac:spMkLst>
        </pc:spChg>
        <pc:spChg chg="add mod">
          <ac:chgData name="Minh Huynh" userId="01a137d4-0d81-46e0-aca6-c9185b391828" providerId="ADAL" clId="{18447838-0BCA-432B-86F3-BB78526C143F}" dt="2026-10-12T13:01:57.104" v="1975" actId="1076"/>
          <ac:spMkLst>
            <pc:docMk/>
            <pc:sldMk cId="3993957004" sldId="895"/>
            <ac:spMk id="44" creationId="{D89274F0-0077-45A8-A335-D88086FAB4AE}"/>
          </ac:spMkLst>
        </pc:spChg>
        <pc:spChg chg="add mod">
          <ac:chgData name="Minh Huynh" userId="01a137d4-0d81-46e0-aca6-c9185b391828" providerId="ADAL" clId="{18447838-0BCA-432B-86F3-BB78526C143F}" dt="2026-10-12T13:01:57.104" v="1975" actId="1076"/>
          <ac:spMkLst>
            <pc:docMk/>
            <pc:sldMk cId="3993957004" sldId="895"/>
            <ac:spMk id="45" creationId="{1BFA4590-8A85-404F-B06C-81529B4F597B}"/>
          </ac:spMkLst>
        </pc:spChg>
        <pc:spChg chg="add mod">
          <ac:chgData name="Minh Huynh" userId="01a137d4-0d81-46e0-aca6-c9185b391828" providerId="ADAL" clId="{18447838-0BCA-432B-86F3-BB78526C143F}" dt="2026-10-12T13:01:57.104" v="1975" actId="1076"/>
          <ac:spMkLst>
            <pc:docMk/>
            <pc:sldMk cId="3993957004" sldId="895"/>
            <ac:spMk id="46" creationId="{D1B5B2C1-5592-4365-B7C8-93D45E6A636F}"/>
          </ac:spMkLst>
        </pc:spChg>
        <pc:spChg chg="add mod">
          <ac:chgData name="Minh Huynh" userId="01a137d4-0d81-46e0-aca6-c9185b391828" providerId="ADAL" clId="{18447838-0BCA-432B-86F3-BB78526C143F}" dt="2026-10-12T13:01:57.104" v="1975" actId="1076"/>
          <ac:spMkLst>
            <pc:docMk/>
            <pc:sldMk cId="3993957004" sldId="895"/>
            <ac:spMk id="47" creationId="{1697DA11-334D-44F0-A9D8-08A3D73A44DF}"/>
          </ac:spMkLst>
        </pc:spChg>
        <pc:spChg chg="add mod">
          <ac:chgData name="Minh Huynh" userId="01a137d4-0d81-46e0-aca6-c9185b391828" providerId="ADAL" clId="{18447838-0BCA-432B-86F3-BB78526C143F}" dt="2026-10-12T13:01:57.104" v="1975" actId="1076"/>
          <ac:spMkLst>
            <pc:docMk/>
            <pc:sldMk cId="3993957004" sldId="895"/>
            <ac:spMk id="48" creationId="{9458334B-5479-4D49-9D41-DB4034C7904A}"/>
          </ac:spMkLst>
        </pc:spChg>
        <pc:spChg chg="add mod">
          <ac:chgData name="Minh Huynh" userId="01a137d4-0d81-46e0-aca6-c9185b391828" providerId="ADAL" clId="{18447838-0BCA-432B-86F3-BB78526C143F}" dt="2026-10-12T13:01:57.104" v="1975" actId="1076"/>
          <ac:spMkLst>
            <pc:docMk/>
            <pc:sldMk cId="3993957004" sldId="895"/>
            <ac:spMk id="49" creationId="{07EF7FA4-120C-47A6-A228-1E248E4DF2AF}"/>
          </ac:spMkLst>
        </pc:spChg>
        <pc:spChg chg="add mod">
          <ac:chgData name="Minh Huynh" userId="01a137d4-0d81-46e0-aca6-c9185b391828" providerId="ADAL" clId="{18447838-0BCA-432B-86F3-BB78526C143F}" dt="2026-10-12T13:01:57.104" v="1975" actId="1076"/>
          <ac:spMkLst>
            <pc:docMk/>
            <pc:sldMk cId="3993957004" sldId="895"/>
            <ac:spMk id="50" creationId="{84A174A8-1A28-4575-9E99-000DD20AB376}"/>
          </ac:spMkLst>
        </pc:spChg>
        <pc:spChg chg="add mod">
          <ac:chgData name="Minh Huynh" userId="01a137d4-0d81-46e0-aca6-c9185b391828" providerId="ADAL" clId="{18447838-0BCA-432B-86F3-BB78526C143F}" dt="2026-10-12T13:01:57.104" v="1975" actId="1076"/>
          <ac:spMkLst>
            <pc:docMk/>
            <pc:sldMk cId="3993957004" sldId="895"/>
            <ac:spMk id="51" creationId="{8CED851A-286A-4F97-8915-A6043E6EAE00}"/>
          </ac:spMkLst>
        </pc:spChg>
        <pc:spChg chg="add mod">
          <ac:chgData name="Minh Huynh" userId="01a137d4-0d81-46e0-aca6-c9185b391828" providerId="ADAL" clId="{18447838-0BCA-432B-86F3-BB78526C143F}" dt="2026-10-12T13:01:57.104" v="1975" actId="1076"/>
          <ac:spMkLst>
            <pc:docMk/>
            <pc:sldMk cId="3993957004" sldId="895"/>
            <ac:spMk id="52" creationId="{BD143726-3B87-484E-8A25-4C575DCDAF4A}"/>
          </ac:spMkLst>
        </pc:spChg>
        <pc:spChg chg="add mod">
          <ac:chgData name="Minh Huynh" userId="01a137d4-0d81-46e0-aca6-c9185b391828" providerId="ADAL" clId="{18447838-0BCA-432B-86F3-BB78526C143F}" dt="2026-10-12T13:01:57.104" v="1975" actId="1076"/>
          <ac:spMkLst>
            <pc:docMk/>
            <pc:sldMk cId="3993957004" sldId="895"/>
            <ac:spMk id="53" creationId="{5E060BAA-820A-42C1-849F-87444478AA8D}"/>
          </ac:spMkLst>
        </pc:spChg>
        <pc:spChg chg="add mod">
          <ac:chgData name="Minh Huynh" userId="01a137d4-0d81-46e0-aca6-c9185b391828" providerId="ADAL" clId="{18447838-0BCA-432B-86F3-BB78526C143F}" dt="2026-10-12T13:01:57.104" v="1975" actId="1076"/>
          <ac:spMkLst>
            <pc:docMk/>
            <pc:sldMk cId="3993957004" sldId="895"/>
            <ac:spMk id="54" creationId="{813B2B9B-8482-4978-8D57-907AACA9021E}"/>
          </ac:spMkLst>
        </pc:spChg>
        <pc:spChg chg="add mod">
          <ac:chgData name="Minh Huynh" userId="01a137d4-0d81-46e0-aca6-c9185b391828" providerId="ADAL" clId="{18447838-0BCA-432B-86F3-BB78526C143F}" dt="2026-10-12T13:01:57.104" v="1975" actId="1076"/>
          <ac:spMkLst>
            <pc:docMk/>
            <pc:sldMk cId="3993957004" sldId="895"/>
            <ac:spMk id="55" creationId="{3408BEE7-7EA9-465A-8CE1-478BABE14D8F}"/>
          </ac:spMkLst>
        </pc:spChg>
        <pc:spChg chg="add mod">
          <ac:chgData name="Minh Huynh" userId="01a137d4-0d81-46e0-aca6-c9185b391828" providerId="ADAL" clId="{18447838-0BCA-432B-86F3-BB78526C143F}" dt="2026-10-12T13:01:57.104" v="1975" actId="1076"/>
          <ac:spMkLst>
            <pc:docMk/>
            <pc:sldMk cId="3993957004" sldId="895"/>
            <ac:spMk id="56" creationId="{90A4F152-C999-4880-A896-BEF8606E6139}"/>
          </ac:spMkLst>
        </pc:spChg>
        <pc:spChg chg="add mod">
          <ac:chgData name="Minh Huynh" userId="01a137d4-0d81-46e0-aca6-c9185b391828" providerId="ADAL" clId="{18447838-0BCA-432B-86F3-BB78526C143F}" dt="2026-10-12T13:01:57.104" v="1975" actId="1076"/>
          <ac:spMkLst>
            <pc:docMk/>
            <pc:sldMk cId="3993957004" sldId="895"/>
            <ac:spMk id="57" creationId="{1847F778-9862-4361-AAFD-78CF59E6E05F}"/>
          </ac:spMkLst>
        </pc:spChg>
        <pc:spChg chg="add mod">
          <ac:chgData name="Minh Huynh" userId="01a137d4-0d81-46e0-aca6-c9185b391828" providerId="ADAL" clId="{18447838-0BCA-432B-86F3-BB78526C143F}" dt="2026-10-12T13:02:00.847" v="1976" actId="1076"/>
          <ac:spMkLst>
            <pc:docMk/>
            <pc:sldMk cId="3993957004" sldId="895"/>
            <ac:spMk id="58" creationId="{87D9AF8B-B7D7-48F7-A4B6-C9907DAD8B0C}"/>
          </ac:spMkLst>
        </pc:spChg>
        <pc:spChg chg="add mod">
          <ac:chgData name="Minh Huynh" userId="01a137d4-0d81-46e0-aca6-c9185b391828" providerId="ADAL" clId="{18447838-0BCA-432B-86F3-BB78526C143F}" dt="2026-10-12T13:01:57.104" v="1975" actId="1076"/>
          <ac:spMkLst>
            <pc:docMk/>
            <pc:sldMk cId="3993957004" sldId="895"/>
            <ac:spMk id="59" creationId="{204D2041-AA8A-4A90-B5E3-8737FCADB6D4}"/>
          </ac:spMkLst>
        </pc:spChg>
        <pc:spChg chg="add mod">
          <ac:chgData name="Minh Huynh" userId="01a137d4-0d81-46e0-aca6-c9185b391828" providerId="ADAL" clId="{18447838-0BCA-432B-86F3-BB78526C143F}" dt="2026-10-12T13:02:00.847" v="1976" actId="1076"/>
          <ac:spMkLst>
            <pc:docMk/>
            <pc:sldMk cId="3993957004" sldId="895"/>
            <ac:spMk id="60" creationId="{FEF18E61-08FC-4F95-BDCF-0D1D0404AD1D}"/>
          </ac:spMkLst>
        </pc:spChg>
        <pc:spChg chg="add mod">
          <ac:chgData name="Minh Huynh" userId="01a137d4-0d81-46e0-aca6-c9185b391828" providerId="ADAL" clId="{18447838-0BCA-432B-86F3-BB78526C143F}" dt="2026-10-12T13:02:00.847" v="1976" actId="1076"/>
          <ac:spMkLst>
            <pc:docMk/>
            <pc:sldMk cId="3993957004" sldId="895"/>
            <ac:spMk id="61" creationId="{E8DF7E1E-DA88-4B59-A91B-B30C52F0DC17}"/>
          </ac:spMkLst>
        </pc:spChg>
        <pc:spChg chg="add del mod">
          <ac:chgData name="Minh Huynh" userId="01a137d4-0d81-46e0-aca6-c9185b391828" providerId="ADAL" clId="{18447838-0BCA-432B-86F3-BB78526C143F}" dt="2026-10-12T13:02:06.305" v="1977" actId="478"/>
          <ac:spMkLst>
            <pc:docMk/>
            <pc:sldMk cId="3993957004" sldId="895"/>
            <ac:spMk id="62" creationId="{41A943B0-9FDD-470A-A612-3876C3537955}"/>
          </ac:spMkLst>
        </pc:spChg>
        <pc:spChg chg="add mod">
          <ac:chgData name="Minh Huynh" userId="01a137d4-0d81-46e0-aca6-c9185b391828" providerId="ADAL" clId="{18447838-0BCA-432B-86F3-BB78526C143F}" dt="2026-10-12T13:02:10.461" v="1978" actId="1076"/>
          <ac:spMkLst>
            <pc:docMk/>
            <pc:sldMk cId="3993957004" sldId="895"/>
            <ac:spMk id="63" creationId="{BBC0D6B6-D68A-46B9-AE72-4D68D7AFB893}"/>
          </ac:spMkLst>
        </pc:spChg>
        <pc:spChg chg="add mod">
          <ac:chgData name="Minh Huynh" userId="01a137d4-0d81-46e0-aca6-c9185b391828" providerId="ADAL" clId="{18447838-0BCA-432B-86F3-BB78526C143F}" dt="2026-10-12T13:02:10.461" v="1978" actId="1076"/>
          <ac:spMkLst>
            <pc:docMk/>
            <pc:sldMk cId="3993957004" sldId="895"/>
            <ac:spMk id="64" creationId="{1FC6BBDF-5A39-4C3A-BBBB-DD6A15E9F581}"/>
          </ac:spMkLst>
        </pc:spChg>
        <pc:spChg chg="add mod">
          <ac:chgData name="Minh Huynh" userId="01a137d4-0d81-46e0-aca6-c9185b391828" providerId="ADAL" clId="{18447838-0BCA-432B-86F3-BB78526C143F}" dt="2026-10-12T13:02:10.461" v="1978" actId="1076"/>
          <ac:spMkLst>
            <pc:docMk/>
            <pc:sldMk cId="3993957004" sldId="895"/>
            <ac:spMk id="65" creationId="{13F8ECC4-F7AD-4171-A16D-AB07F3BFBE8D}"/>
          </ac:spMkLst>
        </pc:spChg>
        <pc:spChg chg="add mod">
          <ac:chgData name="Minh Huynh" userId="01a137d4-0d81-46e0-aca6-c9185b391828" providerId="ADAL" clId="{18447838-0BCA-432B-86F3-BB78526C143F}" dt="2026-10-12T13:02:00.847" v="1976" actId="1076"/>
          <ac:spMkLst>
            <pc:docMk/>
            <pc:sldMk cId="3993957004" sldId="895"/>
            <ac:spMk id="66" creationId="{A981D95C-D81E-40EC-8AAE-FE4B26BC671E}"/>
          </ac:spMkLst>
        </pc:spChg>
        <pc:picChg chg="del">
          <ac:chgData name="Minh Huynh" userId="01a137d4-0d81-46e0-aca6-c9185b391828" providerId="ADAL" clId="{18447838-0BCA-432B-86F3-BB78526C143F}" dt="2026-10-12T13:01:47.238" v="1973" actId="478"/>
          <ac:picMkLst>
            <pc:docMk/>
            <pc:sldMk cId="3993957004" sldId="895"/>
            <ac:picMk id="3" creationId="{239C9BA0-FA36-4B4A-9CD4-46D8A83AD1A8}"/>
          </ac:picMkLst>
        </pc:picChg>
        <pc:picChg chg="del">
          <ac:chgData name="Minh Huynh" userId="01a137d4-0d81-46e0-aca6-c9185b391828" providerId="ADAL" clId="{18447838-0BCA-432B-86F3-BB78526C143F}" dt="2026-10-12T13:01:47.238" v="1973" actId="478"/>
          <ac:picMkLst>
            <pc:docMk/>
            <pc:sldMk cId="3993957004" sldId="895"/>
            <ac:picMk id="11" creationId="{CA065546-B251-4483-B60E-83D29876EE4B}"/>
          </ac:picMkLst>
        </pc:picChg>
        <pc:cxnChg chg="del">
          <ac:chgData name="Minh Huynh" userId="01a137d4-0d81-46e0-aca6-c9185b391828" providerId="ADAL" clId="{18447838-0BCA-432B-86F3-BB78526C143F}" dt="2026-10-12T13:01:47.238" v="1973" actId="478"/>
          <ac:cxnSpMkLst>
            <pc:docMk/>
            <pc:sldMk cId="3993957004" sldId="895"/>
            <ac:cxnSpMk id="13" creationId="{87C6168D-FDB5-4F3B-A792-CEB6CFE658F6}"/>
          </ac:cxnSpMkLst>
        </pc:cxnChg>
        <pc:cxnChg chg="add mod">
          <ac:chgData name="Minh Huynh" userId="01a137d4-0d81-46e0-aca6-c9185b391828" providerId="ADAL" clId="{18447838-0BCA-432B-86F3-BB78526C143F}" dt="2026-10-12T13:01:57.104" v="1975" actId="1076"/>
          <ac:cxnSpMkLst>
            <pc:docMk/>
            <pc:sldMk cId="3993957004" sldId="895"/>
            <ac:cxnSpMk id="67" creationId="{0EB3A909-6832-47D3-9069-FE13EEA045AD}"/>
          </ac:cxnSpMkLst>
        </pc:cxnChg>
      </pc:sldChg>
      <pc:sldChg chg="addSp delSp modSp add mod">
        <pc:chgData name="Minh Huynh" userId="01a137d4-0d81-46e0-aca6-c9185b391828" providerId="ADAL" clId="{18447838-0BCA-432B-86F3-BB78526C143F}" dt="2026-10-12T21:46:21.779" v="2046"/>
        <pc:sldMkLst>
          <pc:docMk/>
          <pc:sldMk cId="803991064" sldId="896"/>
        </pc:sldMkLst>
        <pc:spChg chg="mod">
          <ac:chgData name="Minh Huynh" userId="01a137d4-0d81-46e0-aca6-c9185b391828" providerId="ADAL" clId="{18447838-0BCA-432B-86F3-BB78526C143F}" dt="2026-10-12T21:46:21.779" v="2046"/>
          <ac:spMkLst>
            <pc:docMk/>
            <pc:sldMk cId="803991064" sldId="896"/>
            <ac:spMk id="4" creationId="{7BC73E8E-0D58-4B4B-A5C4-A8AE38997407}"/>
          </ac:spMkLst>
        </pc:spChg>
        <pc:spChg chg="del">
          <ac:chgData name="Minh Huynh" userId="01a137d4-0d81-46e0-aca6-c9185b391828" providerId="ADAL" clId="{18447838-0BCA-432B-86F3-BB78526C143F}" dt="2026-10-12T13:02:55.443" v="1984" actId="478"/>
          <ac:spMkLst>
            <pc:docMk/>
            <pc:sldMk cId="803991064" sldId="896"/>
            <ac:spMk id="18" creationId="{4E7FF7E1-1C0C-48C2-9DD3-5C6C1A9BBCBB}"/>
          </ac:spMkLst>
        </pc:spChg>
        <pc:spChg chg="del">
          <ac:chgData name="Minh Huynh" userId="01a137d4-0d81-46e0-aca6-c9185b391828" providerId="ADAL" clId="{18447838-0BCA-432B-86F3-BB78526C143F}" dt="2026-10-12T13:02:55.443" v="1984" actId="478"/>
          <ac:spMkLst>
            <pc:docMk/>
            <pc:sldMk cId="803991064" sldId="896"/>
            <ac:spMk id="19" creationId="{FD24D0C2-9D18-40CE-B3A7-DEFBE3E3B986}"/>
          </ac:spMkLst>
        </pc:spChg>
        <pc:spChg chg="del">
          <ac:chgData name="Minh Huynh" userId="01a137d4-0d81-46e0-aca6-c9185b391828" providerId="ADAL" clId="{18447838-0BCA-432B-86F3-BB78526C143F}" dt="2026-10-12T13:02:55.443" v="1984" actId="478"/>
          <ac:spMkLst>
            <pc:docMk/>
            <pc:sldMk cId="803991064" sldId="896"/>
            <ac:spMk id="20" creationId="{BA9F11AB-A6C6-4D03-9948-64854BB26A2B}"/>
          </ac:spMkLst>
        </pc:spChg>
        <pc:spChg chg="del">
          <ac:chgData name="Minh Huynh" userId="01a137d4-0d81-46e0-aca6-c9185b391828" providerId="ADAL" clId="{18447838-0BCA-432B-86F3-BB78526C143F}" dt="2026-10-12T13:02:55.443" v="1984" actId="478"/>
          <ac:spMkLst>
            <pc:docMk/>
            <pc:sldMk cId="803991064" sldId="896"/>
            <ac:spMk id="21" creationId="{332B9D4D-6520-47D7-B36D-B69FAA77A3E1}"/>
          </ac:spMkLst>
        </pc:spChg>
        <pc:spChg chg="del">
          <ac:chgData name="Minh Huynh" userId="01a137d4-0d81-46e0-aca6-c9185b391828" providerId="ADAL" clId="{18447838-0BCA-432B-86F3-BB78526C143F}" dt="2026-10-12T13:02:55.443" v="1984" actId="478"/>
          <ac:spMkLst>
            <pc:docMk/>
            <pc:sldMk cId="803991064" sldId="896"/>
            <ac:spMk id="22" creationId="{68B261C7-F027-4C4D-B39D-D9FB98303F76}"/>
          </ac:spMkLst>
        </pc:spChg>
        <pc:spChg chg="del">
          <ac:chgData name="Minh Huynh" userId="01a137d4-0d81-46e0-aca6-c9185b391828" providerId="ADAL" clId="{18447838-0BCA-432B-86F3-BB78526C143F}" dt="2026-10-12T13:02:55.443" v="1984" actId="478"/>
          <ac:spMkLst>
            <pc:docMk/>
            <pc:sldMk cId="803991064" sldId="896"/>
            <ac:spMk id="23" creationId="{3CC9B756-D368-4AED-93C0-83FF945814F6}"/>
          </ac:spMkLst>
        </pc:spChg>
        <pc:spChg chg="del">
          <ac:chgData name="Minh Huynh" userId="01a137d4-0d81-46e0-aca6-c9185b391828" providerId="ADAL" clId="{18447838-0BCA-432B-86F3-BB78526C143F}" dt="2026-10-12T13:02:55.443" v="1984" actId="478"/>
          <ac:spMkLst>
            <pc:docMk/>
            <pc:sldMk cId="803991064" sldId="896"/>
            <ac:spMk id="24" creationId="{9FF30AEA-507A-4D2C-807B-DBDCD5718E82}"/>
          </ac:spMkLst>
        </pc:spChg>
        <pc:spChg chg="del">
          <ac:chgData name="Minh Huynh" userId="01a137d4-0d81-46e0-aca6-c9185b391828" providerId="ADAL" clId="{18447838-0BCA-432B-86F3-BB78526C143F}" dt="2026-10-12T13:02:55.443" v="1984" actId="478"/>
          <ac:spMkLst>
            <pc:docMk/>
            <pc:sldMk cId="803991064" sldId="896"/>
            <ac:spMk id="25" creationId="{66547760-A8A8-4F67-B55C-40ED5A0D9D56}"/>
          </ac:spMkLst>
        </pc:spChg>
        <pc:spChg chg="del">
          <ac:chgData name="Minh Huynh" userId="01a137d4-0d81-46e0-aca6-c9185b391828" providerId="ADAL" clId="{18447838-0BCA-432B-86F3-BB78526C143F}" dt="2026-10-12T13:02:55.443" v="1984" actId="478"/>
          <ac:spMkLst>
            <pc:docMk/>
            <pc:sldMk cId="803991064" sldId="896"/>
            <ac:spMk id="26" creationId="{55C8CDF9-264C-421F-904E-406EDB4639F3}"/>
          </ac:spMkLst>
        </pc:spChg>
        <pc:spChg chg="del">
          <ac:chgData name="Minh Huynh" userId="01a137d4-0d81-46e0-aca6-c9185b391828" providerId="ADAL" clId="{18447838-0BCA-432B-86F3-BB78526C143F}" dt="2026-10-12T13:02:55.443" v="1984" actId="478"/>
          <ac:spMkLst>
            <pc:docMk/>
            <pc:sldMk cId="803991064" sldId="896"/>
            <ac:spMk id="27" creationId="{BAEC13F2-CC84-4E32-8F32-49F0EFD70B8D}"/>
          </ac:spMkLst>
        </pc:spChg>
        <pc:spChg chg="del">
          <ac:chgData name="Minh Huynh" userId="01a137d4-0d81-46e0-aca6-c9185b391828" providerId="ADAL" clId="{18447838-0BCA-432B-86F3-BB78526C143F}" dt="2026-10-12T13:02:55.443" v="1984" actId="478"/>
          <ac:spMkLst>
            <pc:docMk/>
            <pc:sldMk cId="803991064" sldId="896"/>
            <ac:spMk id="28" creationId="{CB62FC81-D16F-45A2-B445-C6BA8D73F20C}"/>
          </ac:spMkLst>
        </pc:spChg>
        <pc:spChg chg="del">
          <ac:chgData name="Minh Huynh" userId="01a137d4-0d81-46e0-aca6-c9185b391828" providerId="ADAL" clId="{18447838-0BCA-432B-86F3-BB78526C143F}" dt="2026-10-12T13:02:55.443" v="1984" actId="478"/>
          <ac:spMkLst>
            <pc:docMk/>
            <pc:sldMk cId="803991064" sldId="896"/>
            <ac:spMk id="29" creationId="{A990ABBE-A2F6-4DA2-A390-5D2A1D707954}"/>
          </ac:spMkLst>
        </pc:spChg>
        <pc:spChg chg="del">
          <ac:chgData name="Minh Huynh" userId="01a137d4-0d81-46e0-aca6-c9185b391828" providerId="ADAL" clId="{18447838-0BCA-432B-86F3-BB78526C143F}" dt="2026-10-12T13:02:55.443" v="1984" actId="478"/>
          <ac:spMkLst>
            <pc:docMk/>
            <pc:sldMk cId="803991064" sldId="896"/>
            <ac:spMk id="30" creationId="{7071FFB1-55F8-4FBE-8742-26909246F24E}"/>
          </ac:spMkLst>
        </pc:spChg>
        <pc:spChg chg="del">
          <ac:chgData name="Minh Huynh" userId="01a137d4-0d81-46e0-aca6-c9185b391828" providerId="ADAL" clId="{18447838-0BCA-432B-86F3-BB78526C143F}" dt="2026-10-12T13:02:55.443" v="1984" actId="478"/>
          <ac:spMkLst>
            <pc:docMk/>
            <pc:sldMk cId="803991064" sldId="896"/>
            <ac:spMk id="31" creationId="{6217B4F5-D897-4AB9-8C34-ECE42ADA1F17}"/>
          </ac:spMkLst>
        </pc:spChg>
        <pc:spChg chg="del">
          <ac:chgData name="Minh Huynh" userId="01a137d4-0d81-46e0-aca6-c9185b391828" providerId="ADAL" clId="{18447838-0BCA-432B-86F3-BB78526C143F}" dt="2026-10-12T13:02:55.443" v="1984" actId="478"/>
          <ac:spMkLst>
            <pc:docMk/>
            <pc:sldMk cId="803991064" sldId="896"/>
            <ac:spMk id="32" creationId="{B4C41404-CA2E-4998-9BC6-288E289BBAB6}"/>
          </ac:spMkLst>
        </pc:spChg>
        <pc:spChg chg="del">
          <ac:chgData name="Minh Huynh" userId="01a137d4-0d81-46e0-aca6-c9185b391828" providerId="ADAL" clId="{18447838-0BCA-432B-86F3-BB78526C143F}" dt="2026-10-12T13:02:55.443" v="1984" actId="478"/>
          <ac:spMkLst>
            <pc:docMk/>
            <pc:sldMk cId="803991064" sldId="896"/>
            <ac:spMk id="33" creationId="{46D993D9-6716-40B8-80B8-5A83E8DFD35A}"/>
          </ac:spMkLst>
        </pc:spChg>
        <pc:spChg chg="del">
          <ac:chgData name="Minh Huynh" userId="01a137d4-0d81-46e0-aca6-c9185b391828" providerId="ADAL" clId="{18447838-0BCA-432B-86F3-BB78526C143F}" dt="2026-10-12T13:02:55.443" v="1984" actId="478"/>
          <ac:spMkLst>
            <pc:docMk/>
            <pc:sldMk cId="803991064" sldId="896"/>
            <ac:spMk id="34" creationId="{094D348C-D2B0-4CD8-8272-C031B6095A00}"/>
          </ac:spMkLst>
        </pc:spChg>
        <pc:spChg chg="del">
          <ac:chgData name="Minh Huynh" userId="01a137d4-0d81-46e0-aca6-c9185b391828" providerId="ADAL" clId="{18447838-0BCA-432B-86F3-BB78526C143F}" dt="2026-10-12T13:02:55.443" v="1984" actId="478"/>
          <ac:spMkLst>
            <pc:docMk/>
            <pc:sldMk cId="803991064" sldId="896"/>
            <ac:spMk id="35" creationId="{5BF37038-ABA7-46CC-B2B6-18F0E7959B15}"/>
          </ac:spMkLst>
        </pc:spChg>
        <pc:spChg chg="del">
          <ac:chgData name="Minh Huynh" userId="01a137d4-0d81-46e0-aca6-c9185b391828" providerId="ADAL" clId="{18447838-0BCA-432B-86F3-BB78526C143F}" dt="2026-10-12T13:02:55.443" v="1984" actId="478"/>
          <ac:spMkLst>
            <pc:docMk/>
            <pc:sldMk cId="803991064" sldId="896"/>
            <ac:spMk id="36" creationId="{14FD2553-C1F0-4E8B-B08E-A20D3D2C4FCA}"/>
          </ac:spMkLst>
        </pc:spChg>
        <pc:spChg chg="del">
          <ac:chgData name="Minh Huynh" userId="01a137d4-0d81-46e0-aca6-c9185b391828" providerId="ADAL" clId="{18447838-0BCA-432B-86F3-BB78526C143F}" dt="2026-10-12T13:02:55.443" v="1984" actId="478"/>
          <ac:spMkLst>
            <pc:docMk/>
            <pc:sldMk cId="803991064" sldId="896"/>
            <ac:spMk id="37" creationId="{A4C82AE2-B2EB-4C1B-AACE-305D2746BCD5}"/>
          </ac:spMkLst>
        </pc:spChg>
        <pc:spChg chg="del">
          <ac:chgData name="Minh Huynh" userId="01a137d4-0d81-46e0-aca6-c9185b391828" providerId="ADAL" clId="{18447838-0BCA-432B-86F3-BB78526C143F}" dt="2026-10-12T13:02:55.443" v="1984" actId="478"/>
          <ac:spMkLst>
            <pc:docMk/>
            <pc:sldMk cId="803991064" sldId="896"/>
            <ac:spMk id="38" creationId="{B3AE82BC-7F70-4846-9F67-824B69658398}"/>
          </ac:spMkLst>
        </pc:spChg>
        <pc:spChg chg="del">
          <ac:chgData name="Minh Huynh" userId="01a137d4-0d81-46e0-aca6-c9185b391828" providerId="ADAL" clId="{18447838-0BCA-432B-86F3-BB78526C143F}" dt="2026-10-12T13:02:55.443" v="1984" actId="478"/>
          <ac:spMkLst>
            <pc:docMk/>
            <pc:sldMk cId="803991064" sldId="896"/>
            <ac:spMk id="39" creationId="{99C747F2-EE90-40AD-B901-2DB28F481C1F}"/>
          </ac:spMkLst>
        </pc:spChg>
        <pc:spChg chg="del">
          <ac:chgData name="Minh Huynh" userId="01a137d4-0d81-46e0-aca6-c9185b391828" providerId="ADAL" clId="{18447838-0BCA-432B-86F3-BB78526C143F}" dt="2026-10-12T13:02:55.443" v="1984" actId="478"/>
          <ac:spMkLst>
            <pc:docMk/>
            <pc:sldMk cId="803991064" sldId="896"/>
            <ac:spMk id="40" creationId="{16501685-C2A8-4290-82FC-927248EB3A02}"/>
          </ac:spMkLst>
        </pc:spChg>
        <pc:spChg chg="del">
          <ac:chgData name="Minh Huynh" userId="01a137d4-0d81-46e0-aca6-c9185b391828" providerId="ADAL" clId="{18447838-0BCA-432B-86F3-BB78526C143F}" dt="2026-10-12T13:02:55.443" v="1984" actId="478"/>
          <ac:spMkLst>
            <pc:docMk/>
            <pc:sldMk cId="803991064" sldId="896"/>
            <ac:spMk id="41" creationId="{A46A0F55-8C44-4BE6-8412-45F45FAE1D86}"/>
          </ac:spMkLst>
        </pc:spChg>
        <pc:spChg chg="del">
          <ac:chgData name="Minh Huynh" userId="01a137d4-0d81-46e0-aca6-c9185b391828" providerId="ADAL" clId="{18447838-0BCA-432B-86F3-BB78526C143F}" dt="2026-10-12T13:02:55.443" v="1984" actId="478"/>
          <ac:spMkLst>
            <pc:docMk/>
            <pc:sldMk cId="803991064" sldId="896"/>
            <ac:spMk id="42" creationId="{BC0F5F11-C0B3-4FD5-A63D-99BA31DC1CB9}"/>
          </ac:spMkLst>
        </pc:spChg>
        <pc:spChg chg="del">
          <ac:chgData name="Minh Huynh" userId="01a137d4-0d81-46e0-aca6-c9185b391828" providerId="ADAL" clId="{18447838-0BCA-432B-86F3-BB78526C143F}" dt="2026-10-12T13:02:55.443" v="1984" actId="478"/>
          <ac:spMkLst>
            <pc:docMk/>
            <pc:sldMk cId="803991064" sldId="896"/>
            <ac:spMk id="43" creationId="{30AC0449-A340-424A-A10C-FABE4139585A}"/>
          </ac:spMkLst>
        </pc:spChg>
        <pc:spChg chg="del">
          <ac:chgData name="Minh Huynh" userId="01a137d4-0d81-46e0-aca6-c9185b391828" providerId="ADAL" clId="{18447838-0BCA-432B-86F3-BB78526C143F}" dt="2026-10-12T13:02:55.443" v="1984" actId="478"/>
          <ac:spMkLst>
            <pc:docMk/>
            <pc:sldMk cId="803991064" sldId="896"/>
            <ac:spMk id="44" creationId="{D89274F0-0077-45A8-A335-D88086FAB4AE}"/>
          </ac:spMkLst>
        </pc:spChg>
        <pc:spChg chg="del">
          <ac:chgData name="Minh Huynh" userId="01a137d4-0d81-46e0-aca6-c9185b391828" providerId="ADAL" clId="{18447838-0BCA-432B-86F3-BB78526C143F}" dt="2026-10-12T13:02:55.443" v="1984" actId="478"/>
          <ac:spMkLst>
            <pc:docMk/>
            <pc:sldMk cId="803991064" sldId="896"/>
            <ac:spMk id="45" creationId="{1BFA4590-8A85-404F-B06C-81529B4F597B}"/>
          </ac:spMkLst>
        </pc:spChg>
        <pc:spChg chg="del">
          <ac:chgData name="Minh Huynh" userId="01a137d4-0d81-46e0-aca6-c9185b391828" providerId="ADAL" clId="{18447838-0BCA-432B-86F3-BB78526C143F}" dt="2026-10-12T13:02:55.443" v="1984" actId="478"/>
          <ac:spMkLst>
            <pc:docMk/>
            <pc:sldMk cId="803991064" sldId="896"/>
            <ac:spMk id="46" creationId="{D1B5B2C1-5592-4365-B7C8-93D45E6A636F}"/>
          </ac:spMkLst>
        </pc:spChg>
        <pc:spChg chg="del">
          <ac:chgData name="Minh Huynh" userId="01a137d4-0d81-46e0-aca6-c9185b391828" providerId="ADAL" clId="{18447838-0BCA-432B-86F3-BB78526C143F}" dt="2026-10-12T13:02:55.443" v="1984" actId="478"/>
          <ac:spMkLst>
            <pc:docMk/>
            <pc:sldMk cId="803991064" sldId="896"/>
            <ac:spMk id="47" creationId="{1697DA11-334D-44F0-A9D8-08A3D73A44DF}"/>
          </ac:spMkLst>
        </pc:spChg>
        <pc:spChg chg="del">
          <ac:chgData name="Minh Huynh" userId="01a137d4-0d81-46e0-aca6-c9185b391828" providerId="ADAL" clId="{18447838-0BCA-432B-86F3-BB78526C143F}" dt="2026-10-12T13:02:55.443" v="1984" actId="478"/>
          <ac:spMkLst>
            <pc:docMk/>
            <pc:sldMk cId="803991064" sldId="896"/>
            <ac:spMk id="48" creationId="{9458334B-5479-4D49-9D41-DB4034C7904A}"/>
          </ac:spMkLst>
        </pc:spChg>
        <pc:spChg chg="del">
          <ac:chgData name="Minh Huynh" userId="01a137d4-0d81-46e0-aca6-c9185b391828" providerId="ADAL" clId="{18447838-0BCA-432B-86F3-BB78526C143F}" dt="2026-10-12T13:02:55.443" v="1984" actId="478"/>
          <ac:spMkLst>
            <pc:docMk/>
            <pc:sldMk cId="803991064" sldId="896"/>
            <ac:spMk id="49" creationId="{07EF7FA4-120C-47A6-A228-1E248E4DF2AF}"/>
          </ac:spMkLst>
        </pc:spChg>
        <pc:spChg chg="del">
          <ac:chgData name="Minh Huynh" userId="01a137d4-0d81-46e0-aca6-c9185b391828" providerId="ADAL" clId="{18447838-0BCA-432B-86F3-BB78526C143F}" dt="2026-10-12T13:02:55.443" v="1984" actId="478"/>
          <ac:spMkLst>
            <pc:docMk/>
            <pc:sldMk cId="803991064" sldId="896"/>
            <ac:spMk id="50" creationId="{84A174A8-1A28-4575-9E99-000DD20AB376}"/>
          </ac:spMkLst>
        </pc:spChg>
        <pc:spChg chg="del">
          <ac:chgData name="Minh Huynh" userId="01a137d4-0d81-46e0-aca6-c9185b391828" providerId="ADAL" clId="{18447838-0BCA-432B-86F3-BB78526C143F}" dt="2026-10-12T13:02:55.443" v="1984" actId="478"/>
          <ac:spMkLst>
            <pc:docMk/>
            <pc:sldMk cId="803991064" sldId="896"/>
            <ac:spMk id="51" creationId="{8CED851A-286A-4F97-8915-A6043E6EAE00}"/>
          </ac:spMkLst>
        </pc:spChg>
        <pc:spChg chg="del">
          <ac:chgData name="Minh Huynh" userId="01a137d4-0d81-46e0-aca6-c9185b391828" providerId="ADAL" clId="{18447838-0BCA-432B-86F3-BB78526C143F}" dt="2026-10-12T13:02:55.443" v="1984" actId="478"/>
          <ac:spMkLst>
            <pc:docMk/>
            <pc:sldMk cId="803991064" sldId="896"/>
            <ac:spMk id="52" creationId="{BD143726-3B87-484E-8A25-4C575DCDAF4A}"/>
          </ac:spMkLst>
        </pc:spChg>
        <pc:spChg chg="del">
          <ac:chgData name="Minh Huynh" userId="01a137d4-0d81-46e0-aca6-c9185b391828" providerId="ADAL" clId="{18447838-0BCA-432B-86F3-BB78526C143F}" dt="2026-10-12T13:02:55.443" v="1984" actId="478"/>
          <ac:spMkLst>
            <pc:docMk/>
            <pc:sldMk cId="803991064" sldId="896"/>
            <ac:spMk id="53" creationId="{5E060BAA-820A-42C1-849F-87444478AA8D}"/>
          </ac:spMkLst>
        </pc:spChg>
        <pc:spChg chg="del">
          <ac:chgData name="Minh Huynh" userId="01a137d4-0d81-46e0-aca6-c9185b391828" providerId="ADAL" clId="{18447838-0BCA-432B-86F3-BB78526C143F}" dt="2026-10-12T13:02:55.443" v="1984" actId="478"/>
          <ac:spMkLst>
            <pc:docMk/>
            <pc:sldMk cId="803991064" sldId="896"/>
            <ac:spMk id="54" creationId="{813B2B9B-8482-4978-8D57-907AACA9021E}"/>
          </ac:spMkLst>
        </pc:spChg>
        <pc:spChg chg="del">
          <ac:chgData name="Minh Huynh" userId="01a137d4-0d81-46e0-aca6-c9185b391828" providerId="ADAL" clId="{18447838-0BCA-432B-86F3-BB78526C143F}" dt="2026-10-12T13:02:55.443" v="1984" actId="478"/>
          <ac:spMkLst>
            <pc:docMk/>
            <pc:sldMk cId="803991064" sldId="896"/>
            <ac:spMk id="55" creationId="{3408BEE7-7EA9-465A-8CE1-478BABE14D8F}"/>
          </ac:spMkLst>
        </pc:spChg>
        <pc:spChg chg="del">
          <ac:chgData name="Minh Huynh" userId="01a137d4-0d81-46e0-aca6-c9185b391828" providerId="ADAL" clId="{18447838-0BCA-432B-86F3-BB78526C143F}" dt="2026-10-12T13:02:55.443" v="1984" actId="478"/>
          <ac:spMkLst>
            <pc:docMk/>
            <pc:sldMk cId="803991064" sldId="896"/>
            <ac:spMk id="56" creationId="{90A4F152-C999-4880-A896-BEF8606E6139}"/>
          </ac:spMkLst>
        </pc:spChg>
        <pc:spChg chg="del">
          <ac:chgData name="Minh Huynh" userId="01a137d4-0d81-46e0-aca6-c9185b391828" providerId="ADAL" clId="{18447838-0BCA-432B-86F3-BB78526C143F}" dt="2026-10-12T13:02:55.443" v="1984" actId="478"/>
          <ac:spMkLst>
            <pc:docMk/>
            <pc:sldMk cId="803991064" sldId="896"/>
            <ac:spMk id="57" creationId="{1847F778-9862-4361-AAFD-78CF59E6E05F}"/>
          </ac:spMkLst>
        </pc:spChg>
        <pc:spChg chg="del">
          <ac:chgData name="Minh Huynh" userId="01a137d4-0d81-46e0-aca6-c9185b391828" providerId="ADAL" clId="{18447838-0BCA-432B-86F3-BB78526C143F}" dt="2026-10-12T13:02:55.443" v="1984" actId="478"/>
          <ac:spMkLst>
            <pc:docMk/>
            <pc:sldMk cId="803991064" sldId="896"/>
            <ac:spMk id="58" creationId="{87D9AF8B-B7D7-48F7-A4B6-C9907DAD8B0C}"/>
          </ac:spMkLst>
        </pc:spChg>
        <pc:spChg chg="del">
          <ac:chgData name="Minh Huynh" userId="01a137d4-0d81-46e0-aca6-c9185b391828" providerId="ADAL" clId="{18447838-0BCA-432B-86F3-BB78526C143F}" dt="2026-10-12T13:02:55.443" v="1984" actId="478"/>
          <ac:spMkLst>
            <pc:docMk/>
            <pc:sldMk cId="803991064" sldId="896"/>
            <ac:spMk id="59" creationId="{204D2041-AA8A-4A90-B5E3-8737FCADB6D4}"/>
          </ac:spMkLst>
        </pc:spChg>
        <pc:spChg chg="del">
          <ac:chgData name="Minh Huynh" userId="01a137d4-0d81-46e0-aca6-c9185b391828" providerId="ADAL" clId="{18447838-0BCA-432B-86F3-BB78526C143F}" dt="2026-10-12T13:02:55.443" v="1984" actId="478"/>
          <ac:spMkLst>
            <pc:docMk/>
            <pc:sldMk cId="803991064" sldId="896"/>
            <ac:spMk id="60" creationId="{FEF18E61-08FC-4F95-BDCF-0D1D0404AD1D}"/>
          </ac:spMkLst>
        </pc:spChg>
        <pc:spChg chg="del">
          <ac:chgData name="Minh Huynh" userId="01a137d4-0d81-46e0-aca6-c9185b391828" providerId="ADAL" clId="{18447838-0BCA-432B-86F3-BB78526C143F}" dt="2026-10-12T13:02:55.443" v="1984" actId="478"/>
          <ac:spMkLst>
            <pc:docMk/>
            <pc:sldMk cId="803991064" sldId="896"/>
            <ac:spMk id="61" creationId="{E8DF7E1E-DA88-4B59-A91B-B30C52F0DC17}"/>
          </ac:spMkLst>
        </pc:spChg>
        <pc:spChg chg="del">
          <ac:chgData name="Minh Huynh" userId="01a137d4-0d81-46e0-aca6-c9185b391828" providerId="ADAL" clId="{18447838-0BCA-432B-86F3-BB78526C143F}" dt="2026-10-12T13:02:55.443" v="1984" actId="478"/>
          <ac:spMkLst>
            <pc:docMk/>
            <pc:sldMk cId="803991064" sldId="896"/>
            <ac:spMk id="63" creationId="{BBC0D6B6-D68A-46B9-AE72-4D68D7AFB893}"/>
          </ac:spMkLst>
        </pc:spChg>
        <pc:spChg chg="del">
          <ac:chgData name="Minh Huynh" userId="01a137d4-0d81-46e0-aca6-c9185b391828" providerId="ADAL" clId="{18447838-0BCA-432B-86F3-BB78526C143F}" dt="2026-10-12T13:02:55.443" v="1984" actId="478"/>
          <ac:spMkLst>
            <pc:docMk/>
            <pc:sldMk cId="803991064" sldId="896"/>
            <ac:spMk id="64" creationId="{1FC6BBDF-5A39-4C3A-BBBB-DD6A15E9F581}"/>
          </ac:spMkLst>
        </pc:spChg>
        <pc:spChg chg="del">
          <ac:chgData name="Minh Huynh" userId="01a137d4-0d81-46e0-aca6-c9185b391828" providerId="ADAL" clId="{18447838-0BCA-432B-86F3-BB78526C143F}" dt="2026-10-12T13:02:55.443" v="1984" actId="478"/>
          <ac:spMkLst>
            <pc:docMk/>
            <pc:sldMk cId="803991064" sldId="896"/>
            <ac:spMk id="65" creationId="{13F8ECC4-F7AD-4171-A16D-AB07F3BFBE8D}"/>
          </ac:spMkLst>
        </pc:spChg>
        <pc:spChg chg="del">
          <ac:chgData name="Minh Huynh" userId="01a137d4-0d81-46e0-aca6-c9185b391828" providerId="ADAL" clId="{18447838-0BCA-432B-86F3-BB78526C143F}" dt="2026-10-12T13:02:55.443" v="1984" actId="478"/>
          <ac:spMkLst>
            <pc:docMk/>
            <pc:sldMk cId="803991064" sldId="896"/>
            <ac:spMk id="66" creationId="{A981D95C-D81E-40EC-8AAE-FE4B26BC671E}"/>
          </ac:spMkLst>
        </pc:spChg>
        <pc:spChg chg="add mod">
          <ac:chgData name="Minh Huynh" userId="01a137d4-0d81-46e0-aca6-c9185b391828" providerId="ADAL" clId="{18447838-0BCA-432B-86F3-BB78526C143F}" dt="2026-10-12T13:03:07.010" v="1987" actId="1076"/>
          <ac:spMkLst>
            <pc:docMk/>
            <pc:sldMk cId="803991064" sldId="896"/>
            <ac:spMk id="68" creationId="{77ECD5D7-3D77-4F59-9447-D752542766B0}"/>
          </ac:spMkLst>
        </pc:spChg>
        <pc:spChg chg="add mod">
          <ac:chgData name="Minh Huynh" userId="01a137d4-0d81-46e0-aca6-c9185b391828" providerId="ADAL" clId="{18447838-0BCA-432B-86F3-BB78526C143F}" dt="2026-10-12T13:03:18.418" v="1990" actId="1076"/>
          <ac:spMkLst>
            <pc:docMk/>
            <pc:sldMk cId="803991064" sldId="896"/>
            <ac:spMk id="70" creationId="{2B193DB2-EA2F-4C27-B44F-2F5BDED079BD}"/>
          </ac:spMkLst>
        </pc:spChg>
        <pc:graphicFrameChg chg="add mod">
          <ac:chgData name="Minh Huynh" userId="01a137d4-0d81-46e0-aca6-c9185b391828" providerId="ADAL" clId="{18447838-0BCA-432B-86F3-BB78526C143F}" dt="2026-10-12T13:03:07.010" v="1987" actId="1076"/>
          <ac:graphicFrameMkLst>
            <pc:docMk/>
            <pc:sldMk cId="803991064" sldId="896"/>
            <ac:graphicFrameMk id="62" creationId="{E6436410-4F88-4ED2-AF7B-2C9F82130DC0}"/>
          </ac:graphicFrameMkLst>
        </pc:graphicFrameChg>
        <pc:graphicFrameChg chg="add mod">
          <ac:chgData name="Minh Huynh" userId="01a137d4-0d81-46e0-aca6-c9185b391828" providerId="ADAL" clId="{18447838-0BCA-432B-86F3-BB78526C143F}" dt="2026-10-12T13:03:18.418" v="1990" actId="1076"/>
          <ac:graphicFrameMkLst>
            <pc:docMk/>
            <pc:sldMk cId="803991064" sldId="896"/>
            <ac:graphicFrameMk id="69" creationId="{ABB068B3-6919-4393-A5B3-7A68F29810FB}"/>
          </ac:graphicFrameMkLst>
        </pc:graphicFrameChg>
        <pc:cxnChg chg="del">
          <ac:chgData name="Minh Huynh" userId="01a137d4-0d81-46e0-aca6-c9185b391828" providerId="ADAL" clId="{18447838-0BCA-432B-86F3-BB78526C143F}" dt="2026-10-12T13:02:55.443" v="1984" actId="478"/>
          <ac:cxnSpMkLst>
            <pc:docMk/>
            <pc:sldMk cId="803991064" sldId="896"/>
            <ac:cxnSpMk id="67" creationId="{0EB3A909-6832-47D3-9069-FE13EEA045AD}"/>
          </ac:cxnSpMkLst>
        </pc:cxnChg>
      </pc:sldChg>
      <pc:sldChg chg="del">
        <pc:chgData name="Minh Huynh" userId="01a137d4-0d81-46e0-aca6-c9185b391828" providerId="ADAL" clId="{18447838-0BCA-432B-86F3-BB78526C143F}" dt="2026-10-12T12:12:45.996" v="0" actId="47"/>
        <pc:sldMkLst>
          <pc:docMk/>
          <pc:sldMk cId="2953721896" sldId="896"/>
        </pc:sldMkLst>
      </pc:sldChg>
      <pc:sldChg chg="addSp delSp modSp add mod">
        <pc:chgData name="Minh Huynh" userId="01a137d4-0d81-46e0-aca6-c9185b391828" providerId="ADAL" clId="{18447838-0BCA-432B-86F3-BB78526C143F}" dt="2026-10-12T13:04:14.772" v="2024"/>
        <pc:sldMkLst>
          <pc:docMk/>
          <pc:sldMk cId="1003971633" sldId="897"/>
        </pc:sldMkLst>
        <pc:spChg chg="mod">
          <ac:chgData name="Minh Huynh" userId="01a137d4-0d81-46e0-aca6-c9185b391828" providerId="ADAL" clId="{18447838-0BCA-432B-86F3-BB78526C143F}" dt="2026-10-12T13:04:08.320" v="2022" actId="20577"/>
          <ac:spMkLst>
            <pc:docMk/>
            <pc:sldMk cId="1003971633" sldId="897"/>
            <ac:spMk id="4" creationId="{7BC73E8E-0D58-4B4B-A5C4-A8AE38997407}"/>
          </ac:spMkLst>
        </pc:spChg>
        <pc:spChg chg="add mod">
          <ac:chgData name="Minh Huynh" userId="01a137d4-0d81-46e0-aca6-c9185b391828" providerId="ADAL" clId="{18447838-0BCA-432B-86F3-BB78526C143F}" dt="2026-10-12T13:04:14.772" v="2024"/>
          <ac:spMkLst>
            <pc:docMk/>
            <pc:sldMk cId="1003971633" sldId="897"/>
            <ac:spMk id="7" creationId="{82B3312D-000F-4C66-9BD7-28143E5BE514}"/>
          </ac:spMkLst>
        </pc:spChg>
        <pc:spChg chg="add mod">
          <ac:chgData name="Minh Huynh" userId="01a137d4-0d81-46e0-aca6-c9185b391828" providerId="ADAL" clId="{18447838-0BCA-432B-86F3-BB78526C143F}" dt="2026-10-12T13:04:14.772" v="2024"/>
          <ac:spMkLst>
            <pc:docMk/>
            <pc:sldMk cId="1003971633" sldId="897"/>
            <ac:spMk id="9" creationId="{2637A3AC-F4DC-4AF9-9C66-B9C12C2ECD6D}"/>
          </ac:spMkLst>
        </pc:spChg>
        <pc:spChg chg="add mod">
          <ac:chgData name="Minh Huynh" userId="01a137d4-0d81-46e0-aca6-c9185b391828" providerId="ADAL" clId="{18447838-0BCA-432B-86F3-BB78526C143F}" dt="2026-10-12T13:04:14.772" v="2024"/>
          <ac:spMkLst>
            <pc:docMk/>
            <pc:sldMk cId="1003971633" sldId="897"/>
            <ac:spMk id="10" creationId="{A95502D5-605C-4DE1-9E72-E22381DFDE2F}"/>
          </ac:spMkLst>
        </pc:spChg>
        <pc:spChg chg="del">
          <ac:chgData name="Minh Huynh" userId="01a137d4-0d81-46e0-aca6-c9185b391828" providerId="ADAL" clId="{18447838-0BCA-432B-86F3-BB78526C143F}" dt="2026-10-12T13:04:11.162" v="2023" actId="478"/>
          <ac:spMkLst>
            <pc:docMk/>
            <pc:sldMk cId="1003971633" sldId="897"/>
            <ac:spMk id="68" creationId="{77ECD5D7-3D77-4F59-9447-D752542766B0}"/>
          </ac:spMkLst>
        </pc:spChg>
        <pc:spChg chg="del">
          <ac:chgData name="Minh Huynh" userId="01a137d4-0d81-46e0-aca6-c9185b391828" providerId="ADAL" clId="{18447838-0BCA-432B-86F3-BB78526C143F}" dt="2026-10-12T13:04:11.162" v="2023" actId="478"/>
          <ac:spMkLst>
            <pc:docMk/>
            <pc:sldMk cId="1003971633" sldId="897"/>
            <ac:spMk id="70" creationId="{2B193DB2-EA2F-4C27-B44F-2F5BDED079BD}"/>
          </ac:spMkLst>
        </pc:spChg>
        <pc:graphicFrameChg chg="del">
          <ac:chgData name="Minh Huynh" userId="01a137d4-0d81-46e0-aca6-c9185b391828" providerId="ADAL" clId="{18447838-0BCA-432B-86F3-BB78526C143F}" dt="2026-10-12T13:04:11.162" v="2023" actId="478"/>
          <ac:graphicFrameMkLst>
            <pc:docMk/>
            <pc:sldMk cId="1003971633" sldId="897"/>
            <ac:graphicFrameMk id="62" creationId="{E6436410-4F88-4ED2-AF7B-2C9F82130DC0}"/>
          </ac:graphicFrameMkLst>
        </pc:graphicFrameChg>
        <pc:graphicFrameChg chg="del">
          <ac:chgData name="Minh Huynh" userId="01a137d4-0d81-46e0-aca6-c9185b391828" providerId="ADAL" clId="{18447838-0BCA-432B-86F3-BB78526C143F}" dt="2026-10-12T13:04:11.162" v="2023" actId="478"/>
          <ac:graphicFrameMkLst>
            <pc:docMk/>
            <pc:sldMk cId="1003971633" sldId="897"/>
            <ac:graphicFrameMk id="69" creationId="{ABB068B3-6919-4393-A5B3-7A68F29810FB}"/>
          </ac:graphicFrameMkLst>
        </pc:graphicFrameChg>
        <pc:picChg chg="add mod">
          <ac:chgData name="Minh Huynh" userId="01a137d4-0d81-46e0-aca6-c9185b391828" providerId="ADAL" clId="{18447838-0BCA-432B-86F3-BB78526C143F}" dt="2026-10-12T13:04:14.772" v="2024"/>
          <ac:picMkLst>
            <pc:docMk/>
            <pc:sldMk cId="1003971633" sldId="897"/>
            <ac:picMk id="8" creationId="{42D3A573-1FDA-4AF2-ABA1-D8A5761FA793}"/>
          </ac:picMkLst>
        </pc:picChg>
      </pc:sldChg>
      <pc:sldChg chg="del">
        <pc:chgData name="Minh Huynh" userId="01a137d4-0d81-46e0-aca6-c9185b391828" providerId="ADAL" clId="{18447838-0BCA-432B-86F3-BB78526C143F}" dt="2026-10-12T12:12:45.996" v="0" actId="47"/>
        <pc:sldMkLst>
          <pc:docMk/>
          <pc:sldMk cId="4164741003" sldId="897"/>
        </pc:sldMkLst>
      </pc:sldChg>
      <pc:sldChg chg="addSp delSp modSp add mod">
        <pc:chgData name="Minh Huynh" userId="01a137d4-0d81-46e0-aca6-c9185b391828" providerId="ADAL" clId="{18447838-0BCA-432B-86F3-BB78526C143F}" dt="2026-10-12T21:51:44.898" v="2160" actId="15"/>
        <pc:sldMkLst>
          <pc:docMk/>
          <pc:sldMk cId="1170087405" sldId="898"/>
        </pc:sldMkLst>
        <pc:spChg chg="mod">
          <ac:chgData name="Minh Huynh" userId="01a137d4-0d81-46e0-aca6-c9185b391828" providerId="ADAL" clId="{18447838-0BCA-432B-86F3-BB78526C143F}" dt="2026-10-12T21:46:40.019" v="2070" actId="20577"/>
          <ac:spMkLst>
            <pc:docMk/>
            <pc:sldMk cId="1170087405" sldId="898"/>
            <ac:spMk id="4" creationId="{7BC73E8E-0D58-4B4B-A5C4-A8AE38997407}"/>
          </ac:spMkLst>
        </pc:spChg>
        <pc:spChg chg="del">
          <ac:chgData name="Minh Huynh" userId="01a137d4-0d81-46e0-aca6-c9185b391828" providerId="ADAL" clId="{18447838-0BCA-432B-86F3-BB78526C143F}" dt="2026-10-12T21:46:42.421" v="2071" actId="478"/>
          <ac:spMkLst>
            <pc:docMk/>
            <pc:sldMk cId="1170087405" sldId="898"/>
            <ac:spMk id="7" creationId="{82B3312D-000F-4C66-9BD7-28143E5BE514}"/>
          </ac:spMkLst>
        </pc:spChg>
        <pc:spChg chg="del">
          <ac:chgData name="Minh Huynh" userId="01a137d4-0d81-46e0-aca6-c9185b391828" providerId="ADAL" clId="{18447838-0BCA-432B-86F3-BB78526C143F}" dt="2026-10-12T21:46:42.421" v="2071" actId="478"/>
          <ac:spMkLst>
            <pc:docMk/>
            <pc:sldMk cId="1170087405" sldId="898"/>
            <ac:spMk id="9" creationId="{2637A3AC-F4DC-4AF9-9C66-B9C12C2ECD6D}"/>
          </ac:spMkLst>
        </pc:spChg>
        <pc:spChg chg="del">
          <ac:chgData name="Minh Huynh" userId="01a137d4-0d81-46e0-aca6-c9185b391828" providerId="ADAL" clId="{18447838-0BCA-432B-86F3-BB78526C143F}" dt="2026-10-12T21:46:42.421" v="2071" actId="478"/>
          <ac:spMkLst>
            <pc:docMk/>
            <pc:sldMk cId="1170087405" sldId="898"/>
            <ac:spMk id="10" creationId="{A95502D5-605C-4DE1-9E72-E22381DFDE2F}"/>
          </ac:spMkLst>
        </pc:spChg>
        <pc:spChg chg="add del mod">
          <ac:chgData name="Minh Huynh" userId="01a137d4-0d81-46e0-aca6-c9185b391828" providerId="ADAL" clId="{18447838-0BCA-432B-86F3-BB78526C143F}" dt="2026-10-12T21:46:53.006" v="2073"/>
          <ac:spMkLst>
            <pc:docMk/>
            <pc:sldMk cId="1170087405" sldId="898"/>
            <ac:spMk id="11" creationId="{CD7F2969-C80C-4D4F-99FE-E579F256B827}"/>
          </ac:spMkLst>
        </pc:spChg>
        <pc:spChg chg="add del mod">
          <ac:chgData name="Minh Huynh" userId="01a137d4-0d81-46e0-aca6-c9185b391828" providerId="ADAL" clId="{18447838-0BCA-432B-86F3-BB78526C143F}" dt="2026-10-12T21:46:53.006" v="2073"/>
          <ac:spMkLst>
            <pc:docMk/>
            <pc:sldMk cId="1170087405" sldId="898"/>
            <ac:spMk id="12" creationId="{503CBB23-1296-460A-8FF3-23825DEC5C0A}"/>
          </ac:spMkLst>
        </pc:spChg>
        <pc:spChg chg="add del mod">
          <ac:chgData name="Minh Huynh" userId="01a137d4-0d81-46e0-aca6-c9185b391828" providerId="ADAL" clId="{18447838-0BCA-432B-86F3-BB78526C143F}" dt="2026-10-12T21:46:53.006" v="2073"/>
          <ac:spMkLst>
            <pc:docMk/>
            <pc:sldMk cId="1170087405" sldId="898"/>
            <ac:spMk id="13" creationId="{307888F6-1368-4D9D-B9C0-A82CB7BCCC55}"/>
          </ac:spMkLst>
        </pc:spChg>
        <pc:spChg chg="add del mod">
          <ac:chgData name="Minh Huynh" userId="01a137d4-0d81-46e0-aca6-c9185b391828" providerId="ADAL" clId="{18447838-0BCA-432B-86F3-BB78526C143F}" dt="2026-10-12T21:46:53.006" v="2073"/>
          <ac:spMkLst>
            <pc:docMk/>
            <pc:sldMk cId="1170087405" sldId="898"/>
            <ac:spMk id="14" creationId="{2331BE3D-D3BA-4E67-8E40-91C1AE7F2C33}"/>
          </ac:spMkLst>
        </pc:spChg>
        <pc:spChg chg="add del mod">
          <ac:chgData name="Minh Huynh" userId="01a137d4-0d81-46e0-aca6-c9185b391828" providerId="ADAL" clId="{18447838-0BCA-432B-86F3-BB78526C143F}" dt="2026-10-12T21:46:53.006" v="2073"/>
          <ac:spMkLst>
            <pc:docMk/>
            <pc:sldMk cId="1170087405" sldId="898"/>
            <ac:spMk id="15" creationId="{60DE0CFB-3849-4B49-A724-92B58F7FC2C9}"/>
          </ac:spMkLst>
        </pc:spChg>
        <pc:spChg chg="add del mod">
          <ac:chgData name="Minh Huynh" userId="01a137d4-0d81-46e0-aca6-c9185b391828" providerId="ADAL" clId="{18447838-0BCA-432B-86F3-BB78526C143F}" dt="2026-10-12T21:46:53.006" v="2073"/>
          <ac:spMkLst>
            <pc:docMk/>
            <pc:sldMk cId="1170087405" sldId="898"/>
            <ac:spMk id="16" creationId="{AFB039A4-382F-4560-996F-3395E468A22E}"/>
          </ac:spMkLst>
        </pc:spChg>
        <pc:spChg chg="add del mod">
          <ac:chgData name="Minh Huynh" userId="01a137d4-0d81-46e0-aca6-c9185b391828" providerId="ADAL" clId="{18447838-0BCA-432B-86F3-BB78526C143F}" dt="2026-10-12T21:46:53.006" v="2073"/>
          <ac:spMkLst>
            <pc:docMk/>
            <pc:sldMk cId="1170087405" sldId="898"/>
            <ac:spMk id="17" creationId="{5FCDD249-EC8D-4C85-97AD-6DDF8947BD5F}"/>
          </ac:spMkLst>
        </pc:spChg>
        <pc:spChg chg="add del mod">
          <ac:chgData name="Minh Huynh" userId="01a137d4-0d81-46e0-aca6-c9185b391828" providerId="ADAL" clId="{18447838-0BCA-432B-86F3-BB78526C143F}" dt="2026-10-12T21:46:53.006" v="2073"/>
          <ac:spMkLst>
            <pc:docMk/>
            <pc:sldMk cId="1170087405" sldId="898"/>
            <ac:spMk id="18" creationId="{510C26DC-6B2E-428B-A8A2-15224C501513}"/>
          </ac:spMkLst>
        </pc:spChg>
        <pc:spChg chg="add del mod">
          <ac:chgData name="Minh Huynh" userId="01a137d4-0d81-46e0-aca6-c9185b391828" providerId="ADAL" clId="{18447838-0BCA-432B-86F3-BB78526C143F}" dt="2026-10-12T21:46:53.006" v="2073"/>
          <ac:spMkLst>
            <pc:docMk/>
            <pc:sldMk cId="1170087405" sldId="898"/>
            <ac:spMk id="19" creationId="{3997F5C4-3498-486F-9DA8-10F40456AE85}"/>
          </ac:spMkLst>
        </pc:spChg>
        <pc:spChg chg="add del mod">
          <ac:chgData name="Minh Huynh" userId="01a137d4-0d81-46e0-aca6-c9185b391828" providerId="ADAL" clId="{18447838-0BCA-432B-86F3-BB78526C143F}" dt="2026-10-12T21:46:53.006" v="2073"/>
          <ac:spMkLst>
            <pc:docMk/>
            <pc:sldMk cId="1170087405" sldId="898"/>
            <ac:spMk id="20" creationId="{08B5C00C-E365-4D5F-868F-CE056283EDE9}"/>
          </ac:spMkLst>
        </pc:spChg>
        <pc:spChg chg="add del mod">
          <ac:chgData name="Minh Huynh" userId="01a137d4-0d81-46e0-aca6-c9185b391828" providerId="ADAL" clId="{18447838-0BCA-432B-86F3-BB78526C143F}" dt="2026-10-12T21:46:53.006" v="2073"/>
          <ac:spMkLst>
            <pc:docMk/>
            <pc:sldMk cId="1170087405" sldId="898"/>
            <ac:spMk id="21" creationId="{C5227287-B2BE-4128-A70B-B6E7E6D07BB5}"/>
          </ac:spMkLst>
        </pc:spChg>
        <pc:spChg chg="add del mod">
          <ac:chgData name="Minh Huynh" userId="01a137d4-0d81-46e0-aca6-c9185b391828" providerId="ADAL" clId="{18447838-0BCA-432B-86F3-BB78526C143F}" dt="2026-10-12T21:46:53.006" v="2073"/>
          <ac:spMkLst>
            <pc:docMk/>
            <pc:sldMk cId="1170087405" sldId="898"/>
            <ac:spMk id="22" creationId="{7D2EF6D4-018C-4E35-BD80-57E54CD6C85C}"/>
          </ac:spMkLst>
        </pc:spChg>
        <pc:spChg chg="add del mod">
          <ac:chgData name="Minh Huynh" userId="01a137d4-0d81-46e0-aca6-c9185b391828" providerId="ADAL" clId="{18447838-0BCA-432B-86F3-BB78526C143F}" dt="2026-10-12T21:46:53.006" v="2073"/>
          <ac:spMkLst>
            <pc:docMk/>
            <pc:sldMk cId="1170087405" sldId="898"/>
            <ac:spMk id="23" creationId="{9DADEE84-3FEA-4DD9-80E6-90F166043191}"/>
          </ac:spMkLst>
        </pc:spChg>
        <pc:spChg chg="add del mod">
          <ac:chgData name="Minh Huynh" userId="01a137d4-0d81-46e0-aca6-c9185b391828" providerId="ADAL" clId="{18447838-0BCA-432B-86F3-BB78526C143F}" dt="2026-10-12T21:46:53.006" v="2073"/>
          <ac:spMkLst>
            <pc:docMk/>
            <pc:sldMk cId="1170087405" sldId="898"/>
            <ac:spMk id="24" creationId="{DCF0644B-CB6C-40CB-8322-87423742EF9D}"/>
          </ac:spMkLst>
        </pc:spChg>
        <pc:spChg chg="add del mod">
          <ac:chgData name="Minh Huynh" userId="01a137d4-0d81-46e0-aca6-c9185b391828" providerId="ADAL" clId="{18447838-0BCA-432B-86F3-BB78526C143F}" dt="2026-10-12T21:46:53.006" v="2073"/>
          <ac:spMkLst>
            <pc:docMk/>
            <pc:sldMk cId="1170087405" sldId="898"/>
            <ac:spMk id="25" creationId="{2A04D61F-6097-45EE-B269-18EED1C528C8}"/>
          </ac:spMkLst>
        </pc:spChg>
        <pc:spChg chg="add del mod">
          <ac:chgData name="Minh Huynh" userId="01a137d4-0d81-46e0-aca6-c9185b391828" providerId="ADAL" clId="{18447838-0BCA-432B-86F3-BB78526C143F}" dt="2026-10-12T21:46:53.006" v="2073"/>
          <ac:spMkLst>
            <pc:docMk/>
            <pc:sldMk cId="1170087405" sldId="898"/>
            <ac:spMk id="26" creationId="{72A33212-2476-4D24-965E-3B90552F8F4B}"/>
          </ac:spMkLst>
        </pc:spChg>
        <pc:spChg chg="add del mod">
          <ac:chgData name="Minh Huynh" userId="01a137d4-0d81-46e0-aca6-c9185b391828" providerId="ADAL" clId="{18447838-0BCA-432B-86F3-BB78526C143F}" dt="2026-10-12T21:46:53.006" v="2073"/>
          <ac:spMkLst>
            <pc:docMk/>
            <pc:sldMk cId="1170087405" sldId="898"/>
            <ac:spMk id="27" creationId="{4E957318-510C-45AB-BBCA-C63126E1F6FB}"/>
          </ac:spMkLst>
        </pc:spChg>
        <pc:spChg chg="add del mod">
          <ac:chgData name="Minh Huynh" userId="01a137d4-0d81-46e0-aca6-c9185b391828" providerId="ADAL" clId="{18447838-0BCA-432B-86F3-BB78526C143F}" dt="2026-10-12T21:46:53.006" v="2073"/>
          <ac:spMkLst>
            <pc:docMk/>
            <pc:sldMk cId="1170087405" sldId="898"/>
            <ac:spMk id="28" creationId="{B02E081C-797A-4C69-B241-6B9A0CE2EE14}"/>
          </ac:spMkLst>
        </pc:spChg>
        <pc:spChg chg="add del mod">
          <ac:chgData name="Minh Huynh" userId="01a137d4-0d81-46e0-aca6-c9185b391828" providerId="ADAL" clId="{18447838-0BCA-432B-86F3-BB78526C143F}" dt="2026-10-12T21:46:53.006" v="2073"/>
          <ac:spMkLst>
            <pc:docMk/>
            <pc:sldMk cId="1170087405" sldId="898"/>
            <ac:spMk id="29" creationId="{3CEB79F5-1762-439F-92BA-FD9F48DDF48E}"/>
          </ac:spMkLst>
        </pc:spChg>
        <pc:spChg chg="add del mod">
          <ac:chgData name="Minh Huynh" userId="01a137d4-0d81-46e0-aca6-c9185b391828" providerId="ADAL" clId="{18447838-0BCA-432B-86F3-BB78526C143F}" dt="2026-10-12T21:46:53.006" v="2073"/>
          <ac:spMkLst>
            <pc:docMk/>
            <pc:sldMk cId="1170087405" sldId="898"/>
            <ac:spMk id="30" creationId="{5B374039-EAC4-4E05-97E2-5BA2214488B2}"/>
          </ac:spMkLst>
        </pc:spChg>
        <pc:spChg chg="add del mod">
          <ac:chgData name="Minh Huynh" userId="01a137d4-0d81-46e0-aca6-c9185b391828" providerId="ADAL" clId="{18447838-0BCA-432B-86F3-BB78526C143F}" dt="2026-10-12T21:46:53.006" v="2073"/>
          <ac:spMkLst>
            <pc:docMk/>
            <pc:sldMk cId="1170087405" sldId="898"/>
            <ac:spMk id="31" creationId="{6CAA9032-BFE9-4F43-9A19-86BA4F9E5E74}"/>
          </ac:spMkLst>
        </pc:spChg>
        <pc:spChg chg="add del mod">
          <ac:chgData name="Minh Huynh" userId="01a137d4-0d81-46e0-aca6-c9185b391828" providerId="ADAL" clId="{18447838-0BCA-432B-86F3-BB78526C143F}" dt="2026-10-12T21:46:53.006" v="2073"/>
          <ac:spMkLst>
            <pc:docMk/>
            <pc:sldMk cId="1170087405" sldId="898"/>
            <ac:spMk id="32" creationId="{BA4231B5-7121-4049-B272-064CE7E6C964}"/>
          </ac:spMkLst>
        </pc:spChg>
        <pc:spChg chg="add del mod">
          <ac:chgData name="Minh Huynh" userId="01a137d4-0d81-46e0-aca6-c9185b391828" providerId="ADAL" clId="{18447838-0BCA-432B-86F3-BB78526C143F}" dt="2026-10-12T21:46:53.006" v="2073"/>
          <ac:spMkLst>
            <pc:docMk/>
            <pc:sldMk cId="1170087405" sldId="898"/>
            <ac:spMk id="33" creationId="{5A4E521E-114F-4F26-B0D7-76864226234D}"/>
          </ac:spMkLst>
        </pc:spChg>
        <pc:spChg chg="add del mod">
          <ac:chgData name="Minh Huynh" userId="01a137d4-0d81-46e0-aca6-c9185b391828" providerId="ADAL" clId="{18447838-0BCA-432B-86F3-BB78526C143F}" dt="2026-10-12T21:46:53.006" v="2073"/>
          <ac:spMkLst>
            <pc:docMk/>
            <pc:sldMk cId="1170087405" sldId="898"/>
            <ac:spMk id="34" creationId="{B6996A9A-38B6-4C61-90DA-FE1D4060E067}"/>
          </ac:spMkLst>
        </pc:spChg>
        <pc:spChg chg="add del mod">
          <ac:chgData name="Minh Huynh" userId="01a137d4-0d81-46e0-aca6-c9185b391828" providerId="ADAL" clId="{18447838-0BCA-432B-86F3-BB78526C143F}" dt="2026-10-12T21:46:53.006" v="2073"/>
          <ac:spMkLst>
            <pc:docMk/>
            <pc:sldMk cId="1170087405" sldId="898"/>
            <ac:spMk id="35" creationId="{F2597A63-3448-4EDF-B74A-C463373A583B}"/>
          </ac:spMkLst>
        </pc:spChg>
        <pc:spChg chg="add del mod">
          <ac:chgData name="Minh Huynh" userId="01a137d4-0d81-46e0-aca6-c9185b391828" providerId="ADAL" clId="{18447838-0BCA-432B-86F3-BB78526C143F}" dt="2026-10-12T21:46:53.006" v="2073"/>
          <ac:spMkLst>
            <pc:docMk/>
            <pc:sldMk cId="1170087405" sldId="898"/>
            <ac:spMk id="36" creationId="{6AECA036-EA51-4D1F-9832-F5E8B88FD284}"/>
          </ac:spMkLst>
        </pc:spChg>
        <pc:spChg chg="add del mod">
          <ac:chgData name="Minh Huynh" userId="01a137d4-0d81-46e0-aca6-c9185b391828" providerId="ADAL" clId="{18447838-0BCA-432B-86F3-BB78526C143F}" dt="2026-10-12T21:46:53.006" v="2073"/>
          <ac:spMkLst>
            <pc:docMk/>
            <pc:sldMk cId="1170087405" sldId="898"/>
            <ac:spMk id="37" creationId="{37EACBE4-996A-474D-A16A-F2628633A736}"/>
          </ac:spMkLst>
        </pc:spChg>
        <pc:spChg chg="add del mod">
          <ac:chgData name="Minh Huynh" userId="01a137d4-0d81-46e0-aca6-c9185b391828" providerId="ADAL" clId="{18447838-0BCA-432B-86F3-BB78526C143F}" dt="2026-10-12T21:46:53.006" v="2073"/>
          <ac:spMkLst>
            <pc:docMk/>
            <pc:sldMk cId="1170087405" sldId="898"/>
            <ac:spMk id="38" creationId="{E6ED06D2-BE34-4462-AF95-149948B794E0}"/>
          </ac:spMkLst>
        </pc:spChg>
        <pc:spChg chg="add del mod">
          <ac:chgData name="Minh Huynh" userId="01a137d4-0d81-46e0-aca6-c9185b391828" providerId="ADAL" clId="{18447838-0BCA-432B-86F3-BB78526C143F}" dt="2026-10-12T21:46:53.006" v="2073"/>
          <ac:spMkLst>
            <pc:docMk/>
            <pc:sldMk cId="1170087405" sldId="898"/>
            <ac:spMk id="39" creationId="{8E583CBB-93D9-41EB-AD56-238E0B6D774F}"/>
          </ac:spMkLst>
        </pc:spChg>
        <pc:spChg chg="add del mod">
          <ac:chgData name="Minh Huynh" userId="01a137d4-0d81-46e0-aca6-c9185b391828" providerId="ADAL" clId="{18447838-0BCA-432B-86F3-BB78526C143F}" dt="2026-10-12T21:46:53.006" v="2073"/>
          <ac:spMkLst>
            <pc:docMk/>
            <pc:sldMk cId="1170087405" sldId="898"/>
            <ac:spMk id="40" creationId="{07EB1059-8286-47DA-9281-C748E3EBF882}"/>
          </ac:spMkLst>
        </pc:spChg>
        <pc:spChg chg="add del mod">
          <ac:chgData name="Minh Huynh" userId="01a137d4-0d81-46e0-aca6-c9185b391828" providerId="ADAL" clId="{18447838-0BCA-432B-86F3-BB78526C143F}" dt="2026-10-12T21:46:53.006" v="2073"/>
          <ac:spMkLst>
            <pc:docMk/>
            <pc:sldMk cId="1170087405" sldId="898"/>
            <ac:spMk id="41" creationId="{8C5F382E-C774-4270-93F0-003DF6125A57}"/>
          </ac:spMkLst>
        </pc:spChg>
        <pc:spChg chg="add del mod">
          <ac:chgData name="Minh Huynh" userId="01a137d4-0d81-46e0-aca6-c9185b391828" providerId="ADAL" clId="{18447838-0BCA-432B-86F3-BB78526C143F}" dt="2026-10-12T21:46:53.006" v="2073"/>
          <ac:spMkLst>
            <pc:docMk/>
            <pc:sldMk cId="1170087405" sldId="898"/>
            <ac:spMk id="42" creationId="{9AA7B187-9898-486C-8278-D19BD859D98A}"/>
          </ac:spMkLst>
        </pc:spChg>
        <pc:spChg chg="add mod">
          <ac:chgData name="Minh Huynh" userId="01a137d4-0d81-46e0-aca6-c9185b391828" providerId="ADAL" clId="{18447838-0BCA-432B-86F3-BB78526C143F}" dt="2026-10-12T21:48:11.068" v="2091" actId="1076"/>
          <ac:spMkLst>
            <pc:docMk/>
            <pc:sldMk cId="1170087405" sldId="898"/>
            <ac:spMk id="43" creationId="{69A8A8E9-2BCA-4A04-B64C-CEA3E2D76B9F}"/>
          </ac:spMkLst>
        </pc:spChg>
        <pc:spChg chg="add mod">
          <ac:chgData name="Minh Huynh" userId="01a137d4-0d81-46e0-aca6-c9185b391828" providerId="ADAL" clId="{18447838-0BCA-432B-86F3-BB78526C143F}" dt="2026-10-12T21:48:11.068" v="2091" actId="1076"/>
          <ac:spMkLst>
            <pc:docMk/>
            <pc:sldMk cId="1170087405" sldId="898"/>
            <ac:spMk id="44" creationId="{223E4926-F6D6-4394-BBF5-F8AC914C37EA}"/>
          </ac:spMkLst>
        </pc:spChg>
        <pc:spChg chg="add mod">
          <ac:chgData name="Minh Huynh" userId="01a137d4-0d81-46e0-aca6-c9185b391828" providerId="ADAL" clId="{18447838-0BCA-432B-86F3-BB78526C143F}" dt="2026-10-12T21:48:11.068" v="2091" actId="1076"/>
          <ac:spMkLst>
            <pc:docMk/>
            <pc:sldMk cId="1170087405" sldId="898"/>
            <ac:spMk id="45" creationId="{DD1EF746-F3EF-483A-832C-791A27BD1729}"/>
          </ac:spMkLst>
        </pc:spChg>
        <pc:spChg chg="add mod">
          <ac:chgData name="Minh Huynh" userId="01a137d4-0d81-46e0-aca6-c9185b391828" providerId="ADAL" clId="{18447838-0BCA-432B-86F3-BB78526C143F}" dt="2026-10-12T21:48:11.068" v="2091" actId="1076"/>
          <ac:spMkLst>
            <pc:docMk/>
            <pc:sldMk cId="1170087405" sldId="898"/>
            <ac:spMk id="46" creationId="{51DE99A3-1C86-4463-820A-D7F1EB7336B5}"/>
          </ac:spMkLst>
        </pc:spChg>
        <pc:spChg chg="add mod">
          <ac:chgData name="Minh Huynh" userId="01a137d4-0d81-46e0-aca6-c9185b391828" providerId="ADAL" clId="{18447838-0BCA-432B-86F3-BB78526C143F}" dt="2026-10-12T21:48:11.068" v="2091" actId="1076"/>
          <ac:spMkLst>
            <pc:docMk/>
            <pc:sldMk cId="1170087405" sldId="898"/>
            <ac:spMk id="47" creationId="{9714C4A4-0B41-4044-B6D8-6C739A77E2A9}"/>
          </ac:spMkLst>
        </pc:spChg>
        <pc:spChg chg="add mod">
          <ac:chgData name="Minh Huynh" userId="01a137d4-0d81-46e0-aca6-c9185b391828" providerId="ADAL" clId="{18447838-0BCA-432B-86F3-BB78526C143F}" dt="2026-10-12T21:48:11.068" v="2091" actId="1076"/>
          <ac:spMkLst>
            <pc:docMk/>
            <pc:sldMk cId="1170087405" sldId="898"/>
            <ac:spMk id="48" creationId="{C2FDB5D0-BD63-4B53-9542-9A964682B26C}"/>
          </ac:spMkLst>
        </pc:spChg>
        <pc:spChg chg="add mod">
          <ac:chgData name="Minh Huynh" userId="01a137d4-0d81-46e0-aca6-c9185b391828" providerId="ADAL" clId="{18447838-0BCA-432B-86F3-BB78526C143F}" dt="2026-10-12T21:48:11.068" v="2091" actId="1076"/>
          <ac:spMkLst>
            <pc:docMk/>
            <pc:sldMk cId="1170087405" sldId="898"/>
            <ac:spMk id="49" creationId="{4FF0C270-981A-4974-A444-97EA98243EB0}"/>
          </ac:spMkLst>
        </pc:spChg>
        <pc:spChg chg="add mod">
          <ac:chgData name="Minh Huynh" userId="01a137d4-0d81-46e0-aca6-c9185b391828" providerId="ADAL" clId="{18447838-0BCA-432B-86F3-BB78526C143F}" dt="2026-10-12T21:48:11.068" v="2091" actId="1076"/>
          <ac:spMkLst>
            <pc:docMk/>
            <pc:sldMk cId="1170087405" sldId="898"/>
            <ac:spMk id="50" creationId="{72FCF5EA-57FE-45B1-B1AD-31ADD4B2E56E}"/>
          </ac:spMkLst>
        </pc:spChg>
        <pc:spChg chg="add mod">
          <ac:chgData name="Minh Huynh" userId="01a137d4-0d81-46e0-aca6-c9185b391828" providerId="ADAL" clId="{18447838-0BCA-432B-86F3-BB78526C143F}" dt="2026-10-12T21:48:11.068" v="2091" actId="1076"/>
          <ac:spMkLst>
            <pc:docMk/>
            <pc:sldMk cId="1170087405" sldId="898"/>
            <ac:spMk id="51" creationId="{273F54FC-1D27-4322-95D9-112F3E8B3C5C}"/>
          </ac:spMkLst>
        </pc:spChg>
        <pc:spChg chg="add mod">
          <ac:chgData name="Minh Huynh" userId="01a137d4-0d81-46e0-aca6-c9185b391828" providerId="ADAL" clId="{18447838-0BCA-432B-86F3-BB78526C143F}" dt="2026-10-12T21:48:11.068" v="2091" actId="1076"/>
          <ac:spMkLst>
            <pc:docMk/>
            <pc:sldMk cId="1170087405" sldId="898"/>
            <ac:spMk id="52" creationId="{72F6B31D-4AB6-47EF-81F6-FE28D0BC60D0}"/>
          </ac:spMkLst>
        </pc:spChg>
        <pc:spChg chg="add mod">
          <ac:chgData name="Minh Huynh" userId="01a137d4-0d81-46e0-aca6-c9185b391828" providerId="ADAL" clId="{18447838-0BCA-432B-86F3-BB78526C143F}" dt="2026-10-12T21:48:11.068" v="2091" actId="1076"/>
          <ac:spMkLst>
            <pc:docMk/>
            <pc:sldMk cId="1170087405" sldId="898"/>
            <ac:spMk id="53" creationId="{69B971AB-B962-405C-BD3F-8E51BA1BD0F8}"/>
          </ac:spMkLst>
        </pc:spChg>
        <pc:spChg chg="add mod">
          <ac:chgData name="Minh Huynh" userId="01a137d4-0d81-46e0-aca6-c9185b391828" providerId="ADAL" clId="{18447838-0BCA-432B-86F3-BB78526C143F}" dt="2026-10-12T21:48:11.068" v="2091" actId="1076"/>
          <ac:spMkLst>
            <pc:docMk/>
            <pc:sldMk cId="1170087405" sldId="898"/>
            <ac:spMk id="54" creationId="{35D82957-981A-4305-9039-4258010C94D6}"/>
          </ac:spMkLst>
        </pc:spChg>
        <pc:spChg chg="add mod">
          <ac:chgData name="Minh Huynh" userId="01a137d4-0d81-46e0-aca6-c9185b391828" providerId="ADAL" clId="{18447838-0BCA-432B-86F3-BB78526C143F}" dt="2026-10-12T21:48:11.068" v="2091" actId="1076"/>
          <ac:spMkLst>
            <pc:docMk/>
            <pc:sldMk cId="1170087405" sldId="898"/>
            <ac:spMk id="55" creationId="{299B7BDC-9094-421D-A164-7890B3EFF742}"/>
          </ac:spMkLst>
        </pc:spChg>
        <pc:spChg chg="add mod">
          <ac:chgData name="Minh Huynh" userId="01a137d4-0d81-46e0-aca6-c9185b391828" providerId="ADAL" clId="{18447838-0BCA-432B-86F3-BB78526C143F}" dt="2026-10-12T21:48:11.068" v="2091" actId="1076"/>
          <ac:spMkLst>
            <pc:docMk/>
            <pc:sldMk cId="1170087405" sldId="898"/>
            <ac:spMk id="56" creationId="{892F4DEE-9B55-4C7D-B71F-366562709D6B}"/>
          </ac:spMkLst>
        </pc:spChg>
        <pc:spChg chg="add mod">
          <ac:chgData name="Minh Huynh" userId="01a137d4-0d81-46e0-aca6-c9185b391828" providerId="ADAL" clId="{18447838-0BCA-432B-86F3-BB78526C143F}" dt="2026-10-12T21:48:11.068" v="2091" actId="1076"/>
          <ac:spMkLst>
            <pc:docMk/>
            <pc:sldMk cId="1170087405" sldId="898"/>
            <ac:spMk id="57" creationId="{DEC672AE-64FF-4642-B1FC-E2C95F53B6D5}"/>
          </ac:spMkLst>
        </pc:spChg>
        <pc:spChg chg="add mod">
          <ac:chgData name="Minh Huynh" userId="01a137d4-0d81-46e0-aca6-c9185b391828" providerId="ADAL" clId="{18447838-0BCA-432B-86F3-BB78526C143F}" dt="2026-10-12T21:48:11.068" v="2091" actId="1076"/>
          <ac:spMkLst>
            <pc:docMk/>
            <pc:sldMk cId="1170087405" sldId="898"/>
            <ac:spMk id="58" creationId="{4EFF00FD-0982-4A9F-AB93-865554600B3D}"/>
          </ac:spMkLst>
        </pc:spChg>
        <pc:spChg chg="add mod">
          <ac:chgData name="Minh Huynh" userId="01a137d4-0d81-46e0-aca6-c9185b391828" providerId="ADAL" clId="{18447838-0BCA-432B-86F3-BB78526C143F}" dt="2026-10-12T21:48:11.068" v="2091" actId="1076"/>
          <ac:spMkLst>
            <pc:docMk/>
            <pc:sldMk cId="1170087405" sldId="898"/>
            <ac:spMk id="59" creationId="{E680563A-8D5B-4A81-A4F0-780F2074A871}"/>
          </ac:spMkLst>
        </pc:spChg>
        <pc:spChg chg="add mod">
          <ac:chgData name="Minh Huynh" userId="01a137d4-0d81-46e0-aca6-c9185b391828" providerId="ADAL" clId="{18447838-0BCA-432B-86F3-BB78526C143F}" dt="2026-10-12T21:48:11.068" v="2091" actId="1076"/>
          <ac:spMkLst>
            <pc:docMk/>
            <pc:sldMk cId="1170087405" sldId="898"/>
            <ac:spMk id="60" creationId="{55234845-2072-478F-BC9B-8256B43949B1}"/>
          </ac:spMkLst>
        </pc:spChg>
        <pc:spChg chg="add mod">
          <ac:chgData name="Minh Huynh" userId="01a137d4-0d81-46e0-aca6-c9185b391828" providerId="ADAL" clId="{18447838-0BCA-432B-86F3-BB78526C143F}" dt="2026-10-12T21:48:11.068" v="2091" actId="1076"/>
          <ac:spMkLst>
            <pc:docMk/>
            <pc:sldMk cId="1170087405" sldId="898"/>
            <ac:spMk id="61" creationId="{E51522CB-1684-497D-84DC-562E92C90835}"/>
          </ac:spMkLst>
        </pc:spChg>
        <pc:spChg chg="add mod">
          <ac:chgData name="Minh Huynh" userId="01a137d4-0d81-46e0-aca6-c9185b391828" providerId="ADAL" clId="{18447838-0BCA-432B-86F3-BB78526C143F}" dt="2026-10-12T21:48:11.068" v="2091" actId="1076"/>
          <ac:spMkLst>
            <pc:docMk/>
            <pc:sldMk cId="1170087405" sldId="898"/>
            <ac:spMk id="62" creationId="{EE7AC28F-A440-4B68-8197-96B3EDF1072C}"/>
          </ac:spMkLst>
        </pc:spChg>
        <pc:spChg chg="add mod">
          <ac:chgData name="Minh Huynh" userId="01a137d4-0d81-46e0-aca6-c9185b391828" providerId="ADAL" clId="{18447838-0BCA-432B-86F3-BB78526C143F}" dt="2026-10-12T21:48:11.068" v="2091" actId="1076"/>
          <ac:spMkLst>
            <pc:docMk/>
            <pc:sldMk cId="1170087405" sldId="898"/>
            <ac:spMk id="63" creationId="{65DE6682-C0B1-4C3C-8EBE-0575D02094DB}"/>
          </ac:spMkLst>
        </pc:spChg>
        <pc:spChg chg="add mod">
          <ac:chgData name="Minh Huynh" userId="01a137d4-0d81-46e0-aca6-c9185b391828" providerId="ADAL" clId="{18447838-0BCA-432B-86F3-BB78526C143F}" dt="2026-10-12T21:48:11.068" v="2091" actId="1076"/>
          <ac:spMkLst>
            <pc:docMk/>
            <pc:sldMk cId="1170087405" sldId="898"/>
            <ac:spMk id="64" creationId="{9ADF1E88-C075-43C4-96EF-7A690D892063}"/>
          </ac:spMkLst>
        </pc:spChg>
        <pc:spChg chg="add mod">
          <ac:chgData name="Minh Huynh" userId="01a137d4-0d81-46e0-aca6-c9185b391828" providerId="ADAL" clId="{18447838-0BCA-432B-86F3-BB78526C143F}" dt="2026-10-12T21:48:11.068" v="2091" actId="1076"/>
          <ac:spMkLst>
            <pc:docMk/>
            <pc:sldMk cId="1170087405" sldId="898"/>
            <ac:spMk id="65" creationId="{BFC997B9-45EC-4D2D-932B-FAAA278897E8}"/>
          </ac:spMkLst>
        </pc:spChg>
        <pc:spChg chg="add mod">
          <ac:chgData name="Minh Huynh" userId="01a137d4-0d81-46e0-aca6-c9185b391828" providerId="ADAL" clId="{18447838-0BCA-432B-86F3-BB78526C143F}" dt="2026-10-12T21:48:11.068" v="2091" actId="1076"/>
          <ac:spMkLst>
            <pc:docMk/>
            <pc:sldMk cId="1170087405" sldId="898"/>
            <ac:spMk id="66" creationId="{2D555CD5-9E67-43C4-AD88-4D62E69C0220}"/>
          </ac:spMkLst>
        </pc:spChg>
        <pc:spChg chg="add mod">
          <ac:chgData name="Minh Huynh" userId="01a137d4-0d81-46e0-aca6-c9185b391828" providerId="ADAL" clId="{18447838-0BCA-432B-86F3-BB78526C143F}" dt="2026-10-12T21:48:11.068" v="2091" actId="1076"/>
          <ac:spMkLst>
            <pc:docMk/>
            <pc:sldMk cId="1170087405" sldId="898"/>
            <ac:spMk id="67" creationId="{8267ADF9-1A1B-4E29-AA2B-DA6A710341EA}"/>
          </ac:spMkLst>
        </pc:spChg>
        <pc:spChg chg="add mod">
          <ac:chgData name="Minh Huynh" userId="01a137d4-0d81-46e0-aca6-c9185b391828" providerId="ADAL" clId="{18447838-0BCA-432B-86F3-BB78526C143F}" dt="2026-10-12T21:48:11.068" v="2091" actId="1076"/>
          <ac:spMkLst>
            <pc:docMk/>
            <pc:sldMk cId="1170087405" sldId="898"/>
            <ac:spMk id="68" creationId="{E5B6B727-EF57-486E-87DD-6EA07350BC89}"/>
          </ac:spMkLst>
        </pc:spChg>
        <pc:spChg chg="add mod">
          <ac:chgData name="Minh Huynh" userId="01a137d4-0d81-46e0-aca6-c9185b391828" providerId="ADAL" clId="{18447838-0BCA-432B-86F3-BB78526C143F}" dt="2026-10-12T21:48:11.068" v="2091" actId="1076"/>
          <ac:spMkLst>
            <pc:docMk/>
            <pc:sldMk cId="1170087405" sldId="898"/>
            <ac:spMk id="69" creationId="{AB57A66E-11C8-45E8-BF11-7F4E727FEB6B}"/>
          </ac:spMkLst>
        </pc:spChg>
        <pc:spChg chg="add mod">
          <ac:chgData name="Minh Huynh" userId="01a137d4-0d81-46e0-aca6-c9185b391828" providerId="ADAL" clId="{18447838-0BCA-432B-86F3-BB78526C143F}" dt="2026-10-12T21:48:11.068" v="2091" actId="1076"/>
          <ac:spMkLst>
            <pc:docMk/>
            <pc:sldMk cId="1170087405" sldId="898"/>
            <ac:spMk id="70" creationId="{B4D0EA10-2A2B-4B8F-9D23-039777E70773}"/>
          </ac:spMkLst>
        </pc:spChg>
        <pc:spChg chg="add mod">
          <ac:chgData name="Minh Huynh" userId="01a137d4-0d81-46e0-aca6-c9185b391828" providerId="ADAL" clId="{18447838-0BCA-432B-86F3-BB78526C143F}" dt="2026-10-12T21:48:11.068" v="2091" actId="1076"/>
          <ac:spMkLst>
            <pc:docMk/>
            <pc:sldMk cId="1170087405" sldId="898"/>
            <ac:spMk id="71" creationId="{989EA338-B217-4E11-8E95-356C071F52BF}"/>
          </ac:spMkLst>
        </pc:spChg>
        <pc:spChg chg="add mod">
          <ac:chgData name="Minh Huynh" userId="01a137d4-0d81-46e0-aca6-c9185b391828" providerId="ADAL" clId="{18447838-0BCA-432B-86F3-BB78526C143F}" dt="2026-10-12T21:48:11.068" v="2091" actId="1076"/>
          <ac:spMkLst>
            <pc:docMk/>
            <pc:sldMk cId="1170087405" sldId="898"/>
            <ac:spMk id="72" creationId="{DF94561F-8BEE-4A69-BBC5-AF010937F9FA}"/>
          </ac:spMkLst>
        </pc:spChg>
        <pc:spChg chg="add mod">
          <ac:chgData name="Minh Huynh" userId="01a137d4-0d81-46e0-aca6-c9185b391828" providerId="ADAL" clId="{18447838-0BCA-432B-86F3-BB78526C143F}" dt="2026-10-12T21:48:11.068" v="2091" actId="1076"/>
          <ac:spMkLst>
            <pc:docMk/>
            <pc:sldMk cId="1170087405" sldId="898"/>
            <ac:spMk id="73" creationId="{5D4CDBED-FA7F-481F-8569-D6C3132E62EA}"/>
          </ac:spMkLst>
        </pc:spChg>
        <pc:spChg chg="add mod">
          <ac:chgData name="Minh Huynh" userId="01a137d4-0d81-46e0-aca6-c9185b391828" providerId="ADAL" clId="{18447838-0BCA-432B-86F3-BB78526C143F}" dt="2026-10-12T21:48:11.068" v="2091" actId="1076"/>
          <ac:spMkLst>
            <pc:docMk/>
            <pc:sldMk cId="1170087405" sldId="898"/>
            <ac:spMk id="74" creationId="{97C54D7E-C124-4470-A0B9-B3E89B17DF5A}"/>
          </ac:spMkLst>
        </pc:spChg>
        <pc:spChg chg="add mod">
          <ac:chgData name="Minh Huynh" userId="01a137d4-0d81-46e0-aca6-c9185b391828" providerId="ADAL" clId="{18447838-0BCA-432B-86F3-BB78526C143F}" dt="2026-10-12T21:51:44.898" v="2160" actId="15"/>
          <ac:spMkLst>
            <pc:docMk/>
            <pc:sldMk cId="1170087405" sldId="898"/>
            <ac:spMk id="75" creationId="{49DF9D2F-8E65-4D63-82C3-27F8FA7882BF}"/>
          </ac:spMkLst>
        </pc:spChg>
        <pc:picChg chg="add del">
          <ac:chgData name="Minh Huynh" userId="01a137d4-0d81-46e0-aca6-c9185b391828" providerId="ADAL" clId="{18447838-0BCA-432B-86F3-BB78526C143F}" dt="2026-10-12T21:47:32.131" v="2080" actId="22"/>
          <ac:picMkLst>
            <pc:docMk/>
            <pc:sldMk cId="1170087405" sldId="898"/>
            <ac:picMk id="3" creationId="{4C38A8ED-1A6D-4A7F-A0FE-8A70513DD6AF}"/>
          </ac:picMkLst>
        </pc:picChg>
        <pc:picChg chg="del">
          <ac:chgData name="Minh Huynh" userId="01a137d4-0d81-46e0-aca6-c9185b391828" providerId="ADAL" clId="{18447838-0BCA-432B-86F3-BB78526C143F}" dt="2026-10-12T21:46:42.421" v="2071" actId="478"/>
          <ac:picMkLst>
            <pc:docMk/>
            <pc:sldMk cId="1170087405" sldId="898"/>
            <ac:picMk id="8" creationId="{42D3A573-1FDA-4AF2-ABA1-D8A5761FA793}"/>
          </ac:picMkLst>
        </pc:picChg>
      </pc:sldChg>
      <pc:sldChg chg="del">
        <pc:chgData name="Minh Huynh" userId="01a137d4-0d81-46e0-aca6-c9185b391828" providerId="ADAL" clId="{18447838-0BCA-432B-86F3-BB78526C143F}" dt="2026-10-12T12:12:45.996" v="0" actId="47"/>
        <pc:sldMkLst>
          <pc:docMk/>
          <pc:sldMk cId="1519634311" sldId="898"/>
        </pc:sldMkLst>
      </pc:sldChg>
      <pc:sldChg chg="addSp delSp modSp add mod">
        <pc:chgData name="Minh Huynh" userId="01a137d4-0d81-46e0-aca6-c9185b391828" providerId="ADAL" clId="{18447838-0BCA-432B-86F3-BB78526C143F}" dt="2026-10-12T21:51:26.347" v="2159" actId="15"/>
        <pc:sldMkLst>
          <pc:docMk/>
          <pc:sldMk cId="224993826" sldId="899"/>
        </pc:sldMkLst>
        <pc:spChg chg="mod">
          <ac:chgData name="Minh Huynh" userId="01a137d4-0d81-46e0-aca6-c9185b391828" providerId="ADAL" clId="{18447838-0BCA-432B-86F3-BB78526C143F}" dt="2026-10-12T21:48:27.755" v="2115" actId="20577"/>
          <ac:spMkLst>
            <pc:docMk/>
            <pc:sldMk cId="224993826" sldId="899"/>
            <ac:spMk id="4" creationId="{7BC73E8E-0D58-4B4B-A5C4-A8AE38997407}"/>
          </ac:spMkLst>
        </pc:spChg>
        <pc:spChg chg="add del mod">
          <ac:chgData name="Minh Huynh" userId="01a137d4-0d81-46e0-aca6-c9185b391828" providerId="ADAL" clId="{18447838-0BCA-432B-86F3-BB78526C143F}" dt="2026-10-12T21:48:38.751" v="2118"/>
          <ac:spMkLst>
            <pc:docMk/>
            <pc:sldMk cId="224993826" sldId="899"/>
            <ac:spMk id="36" creationId="{340709BC-5E5D-4CEF-A9C4-4C74B8350A77}"/>
          </ac:spMkLst>
        </pc:spChg>
        <pc:spChg chg="add del mod">
          <ac:chgData name="Minh Huynh" userId="01a137d4-0d81-46e0-aca6-c9185b391828" providerId="ADAL" clId="{18447838-0BCA-432B-86F3-BB78526C143F}" dt="2026-10-12T21:48:38.751" v="2118"/>
          <ac:spMkLst>
            <pc:docMk/>
            <pc:sldMk cId="224993826" sldId="899"/>
            <ac:spMk id="37" creationId="{EC105A5B-8CCA-43B6-A468-25B77D04FB50}"/>
          </ac:spMkLst>
        </pc:spChg>
        <pc:spChg chg="add del mod">
          <ac:chgData name="Minh Huynh" userId="01a137d4-0d81-46e0-aca6-c9185b391828" providerId="ADAL" clId="{18447838-0BCA-432B-86F3-BB78526C143F}" dt="2026-10-12T21:48:38.751" v="2118"/>
          <ac:spMkLst>
            <pc:docMk/>
            <pc:sldMk cId="224993826" sldId="899"/>
            <ac:spMk id="38" creationId="{926E83CF-47BF-42C1-BCEC-44BC431FCCB3}"/>
          </ac:spMkLst>
        </pc:spChg>
        <pc:spChg chg="add del mod">
          <ac:chgData name="Minh Huynh" userId="01a137d4-0d81-46e0-aca6-c9185b391828" providerId="ADAL" clId="{18447838-0BCA-432B-86F3-BB78526C143F}" dt="2026-10-12T21:48:38.751" v="2118"/>
          <ac:spMkLst>
            <pc:docMk/>
            <pc:sldMk cId="224993826" sldId="899"/>
            <ac:spMk id="39" creationId="{4E615320-6738-4A8C-8BA4-72E0990ED227}"/>
          </ac:spMkLst>
        </pc:spChg>
        <pc:spChg chg="add del mod">
          <ac:chgData name="Minh Huynh" userId="01a137d4-0d81-46e0-aca6-c9185b391828" providerId="ADAL" clId="{18447838-0BCA-432B-86F3-BB78526C143F}" dt="2026-10-12T21:48:38.751" v="2118"/>
          <ac:spMkLst>
            <pc:docMk/>
            <pc:sldMk cId="224993826" sldId="899"/>
            <ac:spMk id="40" creationId="{76B536F0-64EE-4555-9A03-6055EED9EAE2}"/>
          </ac:spMkLst>
        </pc:spChg>
        <pc:spChg chg="add del mod">
          <ac:chgData name="Minh Huynh" userId="01a137d4-0d81-46e0-aca6-c9185b391828" providerId="ADAL" clId="{18447838-0BCA-432B-86F3-BB78526C143F}" dt="2026-10-12T21:48:38.751" v="2118"/>
          <ac:spMkLst>
            <pc:docMk/>
            <pc:sldMk cId="224993826" sldId="899"/>
            <ac:spMk id="41" creationId="{22C3EF60-EA7F-4318-8A53-4457EEC02E72}"/>
          </ac:spMkLst>
        </pc:spChg>
        <pc:spChg chg="add del mod">
          <ac:chgData name="Minh Huynh" userId="01a137d4-0d81-46e0-aca6-c9185b391828" providerId="ADAL" clId="{18447838-0BCA-432B-86F3-BB78526C143F}" dt="2026-10-12T21:48:38.751" v="2118"/>
          <ac:spMkLst>
            <pc:docMk/>
            <pc:sldMk cId="224993826" sldId="899"/>
            <ac:spMk id="42" creationId="{1AD9F24F-C1C5-43D0-AEEA-424E7C073971}"/>
          </ac:spMkLst>
        </pc:spChg>
        <pc:spChg chg="del">
          <ac:chgData name="Minh Huynh" userId="01a137d4-0d81-46e0-aca6-c9185b391828" providerId="ADAL" clId="{18447838-0BCA-432B-86F3-BB78526C143F}" dt="2026-10-12T21:48:37.019" v="2116" actId="478"/>
          <ac:spMkLst>
            <pc:docMk/>
            <pc:sldMk cId="224993826" sldId="899"/>
            <ac:spMk id="43" creationId="{69A8A8E9-2BCA-4A04-B64C-CEA3E2D76B9F}"/>
          </ac:spMkLst>
        </pc:spChg>
        <pc:spChg chg="del">
          <ac:chgData name="Minh Huynh" userId="01a137d4-0d81-46e0-aca6-c9185b391828" providerId="ADAL" clId="{18447838-0BCA-432B-86F3-BB78526C143F}" dt="2026-10-12T21:48:37.019" v="2116" actId="478"/>
          <ac:spMkLst>
            <pc:docMk/>
            <pc:sldMk cId="224993826" sldId="899"/>
            <ac:spMk id="44" creationId="{223E4926-F6D6-4394-BBF5-F8AC914C37EA}"/>
          </ac:spMkLst>
        </pc:spChg>
        <pc:spChg chg="del">
          <ac:chgData name="Minh Huynh" userId="01a137d4-0d81-46e0-aca6-c9185b391828" providerId="ADAL" clId="{18447838-0BCA-432B-86F3-BB78526C143F}" dt="2026-10-12T21:48:37.019" v="2116" actId="478"/>
          <ac:spMkLst>
            <pc:docMk/>
            <pc:sldMk cId="224993826" sldId="899"/>
            <ac:spMk id="45" creationId="{DD1EF746-F3EF-483A-832C-791A27BD1729}"/>
          </ac:spMkLst>
        </pc:spChg>
        <pc:spChg chg="del">
          <ac:chgData name="Minh Huynh" userId="01a137d4-0d81-46e0-aca6-c9185b391828" providerId="ADAL" clId="{18447838-0BCA-432B-86F3-BB78526C143F}" dt="2026-10-12T21:48:37.019" v="2116" actId="478"/>
          <ac:spMkLst>
            <pc:docMk/>
            <pc:sldMk cId="224993826" sldId="899"/>
            <ac:spMk id="46" creationId="{51DE99A3-1C86-4463-820A-D7F1EB7336B5}"/>
          </ac:spMkLst>
        </pc:spChg>
        <pc:spChg chg="del">
          <ac:chgData name="Minh Huynh" userId="01a137d4-0d81-46e0-aca6-c9185b391828" providerId="ADAL" clId="{18447838-0BCA-432B-86F3-BB78526C143F}" dt="2026-10-12T21:48:37.019" v="2116" actId="478"/>
          <ac:spMkLst>
            <pc:docMk/>
            <pc:sldMk cId="224993826" sldId="899"/>
            <ac:spMk id="47" creationId="{9714C4A4-0B41-4044-B6D8-6C739A77E2A9}"/>
          </ac:spMkLst>
        </pc:spChg>
        <pc:spChg chg="del">
          <ac:chgData name="Minh Huynh" userId="01a137d4-0d81-46e0-aca6-c9185b391828" providerId="ADAL" clId="{18447838-0BCA-432B-86F3-BB78526C143F}" dt="2026-10-12T21:48:37.019" v="2116" actId="478"/>
          <ac:spMkLst>
            <pc:docMk/>
            <pc:sldMk cId="224993826" sldId="899"/>
            <ac:spMk id="48" creationId="{C2FDB5D0-BD63-4B53-9542-9A964682B26C}"/>
          </ac:spMkLst>
        </pc:spChg>
        <pc:spChg chg="del">
          <ac:chgData name="Minh Huynh" userId="01a137d4-0d81-46e0-aca6-c9185b391828" providerId="ADAL" clId="{18447838-0BCA-432B-86F3-BB78526C143F}" dt="2026-10-12T21:48:37.019" v="2116" actId="478"/>
          <ac:spMkLst>
            <pc:docMk/>
            <pc:sldMk cId="224993826" sldId="899"/>
            <ac:spMk id="49" creationId="{4FF0C270-981A-4974-A444-97EA98243EB0}"/>
          </ac:spMkLst>
        </pc:spChg>
        <pc:spChg chg="del">
          <ac:chgData name="Minh Huynh" userId="01a137d4-0d81-46e0-aca6-c9185b391828" providerId="ADAL" clId="{18447838-0BCA-432B-86F3-BB78526C143F}" dt="2026-10-12T21:48:37.019" v="2116" actId="478"/>
          <ac:spMkLst>
            <pc:docMk/>
            <pc:sldMk cId="224993826" sldId="899"/>
            <ac:spMk id="50" creationId="{72FCF5EA-57FE-45B1-B1AD-31ADD4B2E56E}"/>
          </ac:spMkLst>
        </pc:spChg>
        <pc:spChg chg="del">
          <ac:chgData name="Minh Huynh" userId="01a137d4-0d81-46e0-aca6-c9185b391828" providerId="ADAL" clId="{18447838-0BCA-432B-86F3-BB78526C143F}" dt="2026-10-12T21:48:37.019" v="2116" actId="478"/>
          <ac:spMkLst>
            <pc:docMk/>
            <pc:sldMk cId="224993826" sldId="899"/>
            <ac:spMk id="51" creationId="{273F54FC-1D27-4322-95D9-112F3E8B3C5C}"/>
          </ac:spMkLst>
        </pc:spChg>
        <pc:spChg chg="del">
          <ac:chgData name="Minh Huynh" userId="01a137d4-0d81-46e0-aca6-c9185b391828" providerId="ADAL" clId="{18447838-0BCA-432B-86F3-BB78526C143F}" dt="2026-10-12T21:48:37.019" v="2116" actId="478"/>
          <ac:spMkLst>
            <pc:docMk/>
            <pc:sldMk cId="224993826" sldId="899"/>
            <ac:spMk id="52" creationId="{72F6B31D-4AB6-47EF-81F6-FE28D0BC60D0}"/>
          </ac:spMkLst>
        </pc:spChg>
        <pc:spChg chg="del">
          <ac:chgData name="Minh Huynh" userId="01a137d4-0d81-46e0-aca6-c9185b391828" providerId="ADAL" clId="{18447838-0BCA-432B-86F3-BB78526C143F}" dt="2026-10-12T21:48:37.019" v="2116" actId="478"/>
          <ac:spMkLst>
            <pc:docMk/>
            <pc:sldMk cId="224993826" sldId="899"/>
            <ac:spMk id="53" creationId="{69B971AB-B962-405C-BD3F-8E51BA1BD0F8}"/>
          </ac:spMkLst>
        </pc:spChg>
        <pc:spChg chg="del">
          <ac:chgData name="Minh Huynh" userId="01a137d4-0d81-46e0-aca6-c9185b391828" providerId="ADAL" clId="{18447838-0BCA-432B-86F3-BB78526C143F}" dt="2026-10-12T21:48:37.019" v="2116" actId="478"/>
          <ac:spMkLst>
            <pc:docMk/>
            <pc:sldMk cId="224993826" sldId="899"/>
            <ac:spMk id="54" creationId="{35D82957-981A-4305-9039-4258010C94D6}"/>
          </ac:spMkLst>
        </pc:spChg>
        <pc:spChg chg="del">
          <ac:chgData name="Minh Huynh" userId="01a137d4-0d81-46e0-aca6-c9185b391828" providerId="ADAL" clId="{18447838-0BCA-432B-86F3-BB78526C143F}" dt="2026-10-12T21:48:37.019" v="2116" actId="478"/>
          <ac:spMkLst>
            <pc:docMk/>
            <pc:sldMk cId="224993826" sldId="899"/>
            <ac:spMk id="55" creationId="{299B7BDC-9094-421D-A164-7890B3EFF742}"/>
          </ac:spMkLst>
        </pc:spChg>
        <pc:spChg chg="del">
          <ac:chgData name="Minh Huynh" userId="01a137d4-0d81-46e0-aca6-c9185b391828" providerId="ADAL" clId="{18447838-0BCA-432B-86F3-BB78526C143F}" dt="2026-10-12T21:48:37.019" v="2116" actId="478"/>
          <ac:spMkLst>
            <pc:docMk/>
            <pc:sldMk cId="224993826" sldId="899"/>
            <ac:spMk id="56" creationId="{892F4DEE-9B55-4C7D-B71F-366562709D6B}"/>
          </ac:spMkLst>
        </pc:spChg>
        <pc:spChg chg="del">
          <ac:chgData name="Minh Huynh" userId="01a137d4-0d81-46e0-aca6-c9185b391828" providerId="ADAL" clId="{18447838-0BCA-432B-86F3-BB78526C143F}" dt="2026-10-12T21:48:37.019" v="2116" actId="478"/>
          <ac:spMkLst>
            <pc:docMk/>
            <pc:sldMk cId="224993826" sldId="899"/>
            <ac:spMk id="57" creationId="{DEC672AE-64FF-4642-B1FC-E2C95F53B6D5}"/>
          </ac:spMkLst>
        </pc:spChg>
        <pc:spChg chg="del">
          <ac:chgData name="Minh Huynh" userId="01a137d4-0d81-46e0-aca6-c9185b391828" providerId="ADAL" clId="{18447838-0BCA-432B-86F3-BB78526C143F}" dt="2026-10-12T21:48:37.019" v="2116" actId="478"/>
          <ac:spMkLst>
            <pc:docMk/>
            <pc:sldMk cId="224993826" sldId="899"/>
            <ac:spMk id="58" creationId="{4EFF00FD-0982-4A9F-AB93-865554600B3D}"/>
          </ac:spMkLst>
        </pc:spChg>
        <pc:spChg chg="del">
          <ac:chgData name="Minh Huynh" userId="01a137d4-0d81-46e0-aca6-c9185b391828" providerId="ADAL" clId="{18447838-0BCA-432B-86F3-BB78526C143F}" dt="2026-10-12T21:48:37.019" v="2116" actId="478"/>
          <ac:spMkLst>
            <pc:docMk/>
            <pc:sldMk cId="224993826" sldId="899"/>
            <ac:spMk id="59" creationId="{E680563A-8D5B-4A81-A4F0-780F2074A871}"/>
          </ac:spMkLst>
        </pc:spChg>
        <pc:spChg chg="del">
          <ac:chgData name="Minh Huynh" userId="01a137d4-0d81-46e0-aca6-c9185b391828" providerId="ADAL" clId="{18447838-0BCA-432B-86F3-BB78526C143F}" dt="2026-10-12T21:48:37.019" v="2116" actId="478"/>
          <ac:spMkLst>
            <pc:docMk/>
            <pc:sldMk cId="224993826" sldId="899"/>
            <ac:spMk id="60" creationId="{55234845-2072-478F-BC9B-8256B43949B1}"/>
          </ac:spMkLst>
        </pc:spChg>
        <pc:spChg chg="del">
          <ac:chgData name="Minh Huynh" userId="01a137d4-0d81-46e0-aca6-c9185b391828" providerId="ADAL" clId="{18447838-0BCA-432B-86F3-BB78526C143F}" dt="2026-10-12T21:48:37.019" v="2116" actId="478"/>
          <ac:spMkLst>
            <pc:docMk/>
            <pc:sldMk cId="224993826" sldId="899"/>
            <ac:spMk id="61" creationId="{E51522CB-1684-497D-84DC-562E92C90835}"/>
          </ac:spMkLst>
        </pc:spChg>
        <pc:spChg chg="del">
          <ac:chgData name="Minh Huynh" userId="01a137d4-0d81-46e0-aca6-c9185b391828" providerId="ADAL" clId="{18447838-0BCA-432B-86F3-BB78526C143F}" dt="2026-10-12T21:48:37.019" v="2116" actId="478"/>
          <ac:spMkLst>
            <pc:docMk/>
            <pc:sldMk cId="224993826" sldId="899"/>
            <ac:spMk id="62" creationId="{EE7AC28F-A440-4B68-8197-96B3EDF1072C}"/>
          </ac:spMkLst>
        </pc:spChg>
        <pc:spChg chg="del">
          <ac:chgData name="Minh Huynh" userId="01a137d4-0d81-46e0-aca6-c9185b391828" providerId="ADAL" clId="{18447838-0BCA-432B-86F3-BB78526C143F}" dt="2026-10-12T21:48:37.019" v="2116" actId="478"/>
          <ac:spMkLst>
            <pc:docMk/>
            <pc:sldMk cId="224993826" sldId="899"/>
            <ac:spMk id="63" creationId="{65DE6682-C0B1-4C3C-8EBE-0575D02094DB}"/>
          </ac:spMkLst>
        </pc:spChg>
        <pc:spChg chg="del">
          <ac:chgData name="Minh Huynh" userId="01a137d4-0d81-46e0-aca6-c9185b391828" providerId="ADAL" clId="{18447838-0BCA-432B-86F3-BB78526C143F}" dt="2026-10-12T21:48:37.019" v="2116" actId="478"/>
          <ac:spMkLst>
            <pc:docMk/>
            <pc:sldMk cId="224993826" sldId="899"/>
            <ac:spMk id="64" creationId="{9ADF1E88-C075-43C4-96EF-7A690D892063}"/>
          </ac:spMkLst>
        </pc:spChg>
        <pc:spChg chg="del">
          <ac:chgData name="Minh Huynh" userId="01a137d4-0d81-46e0-aca6-c9185b391828" providerId="ADAL" clId="{18447838-0BCA-432B-86F3-BB78526C143F}" dt="2026-10-12T21:48:37.019" v="2116" actId="478"/>
          <ac:spMkLst>
            <pc:docMk/>
            <pc:sldMk cId="224993826" sldId="899"/>
            <ac:spMk id="65" creationId="{BFC997B9-45EC-4D2D-932B-FAAA278897E8}"/>
          </ac:spMkLst>
        </pc:spChg>
        <pc:spChg chg="del">
          <ac:chgData name="Minh Huynh" userId="01a137d4-0d81-46e0-aca6-c9185b391828" providerId="ADAL" clId="{18447838-0BCA-432B-86F3-BB78526C143F}" dt="2026-10-12T21:48:37.019" v="2116" actId="478"/>
          <ac:spMkLst>
            <pc:docMk/>
            <pc:sldMk cId="224993826" sldId="899"/>
            <ac:spMk id="66" creationId="{2D555CD5-9E67-43C4-AD88-4D62E69C0220}"/>
          </ac:spMkLst>
        </pc:spChg>
        <pc:spChg chg="del">
          <ac:chgData name="Minh Huynh" userId="01a137d4-0d81-46e0-aca6-c9185b391828" providerId="ADAL" clId="{18447838-0BCA-432B-86F3-BB78526C143F}" dt="2026-10-12T21:48:37.019" v="2116" actId="478"/>
          <ac:spMkLst>
            <pc:docMk/>
            <pc:sldMk cId="224993826" sldId="899"/>
            <ac:spMk id="67" creationId="{8267ADF9-1A1B-4E29-AA2B-DA6A710341EA}"/>
          </ac:spMkLst>
        </pc:spChg>
        <pc:spChg chg="del">
          <ac:chgData name="Minh Huynh" userId="01a137d4-0d81-46e0-aca6-c9185b391828" providerId="ADAL" clId="{18447838-0BCA-432B-86F3-BB78526C143F}" dt="2026-10-12T21:48:37.019" v="2116" actId="478"/>
          <ac:spMkLst>
            <pc:docMk/>
            <pc:sldMk cId="224993826" sldId="899"/>
            <ac:spMk id="68" creationId="{E5B6B727-EF57-486E-87DD-6EA07350BC89}"/>
          </ac:spMkLst>
        </pc:spChg>
        <pc:spChg chg="del">
          <ac:chgData name="Minh Huynh" userId="01a137d4-0d81-46e0-aca6-c9185b391828" providerId="ADAL" clId="{18447838-0BCA-432B-86F3-BB78526C143F}" dt="2026-10-12T21:48:37.019" v="2116" actId="478"/>
          <ac:spMkLst>
            <pc:docMk/>
            <pc:sldMk cId="224993826" sldId="899"/>
            <ac:spMk id="69" creationId="{AB57A66E-11C8-45E8-BF11-7F4E727FEB6B}"/>
          </ac:spMkLst>
        </pc:spChg>
        <pc:spChg chg="del">
          <ac:chgData name="Minh Huynh" userId="01a137d4-0d81-46e0-aca6-c9185b391828" providerId="ADAL" clId="{18447838-0BCA-432B-86F3-BB78526C143F}" dt="2026-10-12T21:48:37.019" v="2116" actId="478"/>
          <ac:spMkLst>
            <pc:docMk/>
            <pc:sldMk cId="224993826" sldId="899"/>
            <ac:spMk id="70" creationId="{B4D0EA10-2A2B-4B8F-9D23-039777E70773}"/>
          </ac:spMkLst>
        </pc:spChg>
        <pc:spChg chg="del">
          <ac:chgData name="Minh Huynh" userId="01a137d4-0d81-46e0-aca6-c9185b391828" providerId="ADAL" clId="{18447838-0BCA-432B-86F3-BB78526C143F}" dt="2026-10-12T21:48:37.019" v="2116" actId="478"/>
          <ac:spMkLst>
            <pc:docMk/>
            <pc:sldMk cId="224993826" sldId="899"/>
            <ac:spMk id="71" creationId="{989EA338-B217-4E11-8E95-356C071F52BF}"/>
          </ac:spMkLst>
        </pc:spChg>
        <pc:spChg chg="del">
          <ac:chgData name="Minh Huynh" userId="01a137d4-0d81-46e0-aca6-c9185b391828" providerId="ADAL" clId="{18447838-0BCA-432B-86F3-BB78526C143F}" dt="2026-10-12T21:48:37.019" v="2116" actId="478"/>
          <ac:spMkLst>
            <pc:docMk/>
            <pc:sldMk cId="224993826" sldId="899"/>
            <ac:spMk id="72" creationId="{DF94561F-8BEE-4A69-BBC5-AF010937F9FA}"/>
          </ac:spMkLst>
        </pc:spChg>
        <pc:spChg chg="del">
          <ac:chgData name="Minh Huynh" userId="01a137d4-0d81-46e0-aca6-c9185b391828" providerId="ADAL" clId="{18447838-0BCA-432B-86F3-BB78526C143F}" dt="2026-10-12T21:48:37.019" v="2116" actId="478"/>
          <ac:spMkLst>
            <pc:docMk/>
            <pc:sldMk cId="224993826" sldId="899"/>
            <ac:spMk id="73" creationId="{5D4CDBED-FA7F-481F-8569-D6C3132E62EA}"/>
          </ac:spMkLst>
        </pc:spChg>
        <pc:spChg chg="del">
          <ac:chgData name="Minh Huynh" userId="01a137d4-0d81-46e0-aca6-c9185b391828" providerId="ADAL" clId="{18447838-0BCA-432B-86F3-BB78526C143F}" dt="2026-10-12T21:48:37.019" v="2116" actId="478"/>
          <ac:spMkLst>
            <pc:docMk/>
            <pc:sldMk cId="224993826" sldId="899"/>
            <ac:spMk id="74" creationId="{97C54D7E-C124-4470-A0B9-B3E89B17DF5A}"/>
          </ac:spMkLst>
        </pc:spChg>
        <pc:spChg chg="mod">
          <ac:chgData name="Minh Huynh" userId="01a137d4-0d81-46e0-aca6-c9185b391828" providerId="ADAL" clId="{18447838-0BCA-432B-86F3-BB78526C143F}" dt="2026-10-12T21:51:26.347" v="2159" actId="15"/>
          <ac:spMkLst>
            <pc:docMk/>
            <pc:sldMk cId="224993826" sldId="899"/>
            <ac:spMk id="75" creationId="{49DF9D2F-8E65-4D63-82C3-27F8FA7882BF}"/>
          </ac:spMkLst>
        </pc:spChg>
        <pc:spChg chg="add del mod">
          <ac:chgData name="Minh Huynh" userId="01a137d4-0d81-46e0-aca6-c9185b391828" providerId="ADAL" clId="{18447838-0BCA-432B-86F3-BB78526C143F}" dt="2026-10-12T21:48:38.751" v="2118"/>
          <ac:spMkLst>
            <pc:docMk/>
            <pc:sldMk cId="224993826" sldId="899"/>
            <ac:spMk id="76" creationId="{BAB71273-A99A-420D-918A-77157A89DEC7}"/>
          </ac:spMkLst>
        </pc:spChg>
        <pc:spChg chg="add del mod">
          <ac:chgData name="Minh Huynh" userId="01a137d4-0d81-46e0-aca6-c9185b391828" providerId="ADAL" clId="{18447838-0BCA-432B-86F3-BB78526C143F}" dt="2026-10-12T21:48:38.751" v="2118"/>
          <ac:spMkLst>
            <pc:docMk/>
            <pc:sldMk cId="224993826" sldId="899"/>
            <ac:spMk id="77" creationId="{5F03C7CF-40AA-4734-9AE7-E16CE6FD389A}"/>
          </ac:spMkLst>
        </pc:spChg>
        <pc:spChg chg="add del mod">
          <ac:chgData name="Minh Huynh" userId="01a137d4-0d81-46e0-aca6-c9185b391828" providerId="ADAL" clId="{18447838-0BCA-432B-86F3-BB78526C143F}" dt="2026-10-12T21:48:38.751" v="2118"/>
          <ac:spMkLst>
            <pc:docMk/>
            <pc:sldMk cId="224993826" sldId="899"/>
            <ac:spMk id="78" creationId="{DD270FF7-0CA2-4F57-9815-C9E56EE030E0}"/>
          </ac:spMkLst>
        </pc:spChg>
        <pc:spChg chg="add del mod">
          <ac:chgData name="Minh Huynh" userId="01a137d4-0d81-46e0-aca6-c9185b391828" providerId="ADAL" clId="{18447838-0BCA-432B-86F3-BB78526C143F}" dt="2026-10-12T21:48:38.751" v="2118"/>
          <ac:spMkLst>
            <pc:docMk/>
            <pc:sldMk cId="224993826" sldId="899"/>
            <ac:spMk id="79" creationId="{9CD2E683-AD54-4E1D-81FB-23E89C97DA78}"/>
          </ac:spMkLst>
        </pc:spChg>
        <pc:spChg chg="add del mod">
          <ac:chgData name="Minh Huynh" userId="01a137d4-0d81-46e0-aca6-c9185b391828" providerId="ADAL" clId="{18447838-0BCA-432B-86F3-BB78526C143F}" dt="2026-10-12T21:48:38.751" v="2118"/>
          <ac:spMkLst>
            <pc:docMk/>
            <pc:sldMk cId="224993826" sldId="899"/>
            <ac:spMk id="80" creationId="{7C8564D4-6E11-4C7D-ACFC-6847D2A0BD61}"/>
          </ac:spMkLst>
        </pc:spChg>
        <pc:spChg chg="add del mod">
          <ac:chgData name="Minh Huynh" userId="01a137d4-0d81-46e0-aca6-c9185b391828" providerId="ADAL" clId="{18447838-0BCA-432B-86F3-BB78526C143F}" dt="2026-10-12T21:48:38.751" v="2118"/>
          <ac:spMkLst>
            <pc:docMk/>
            <pc:sldMk cId="224993826" sldId="899"/>
            <ac:spMk id="81" creationId="{ECFD570B-EB68-440E-9AEA-01D2B4FA5A73}"/>
          </ac:spMkLst>
        </pc:spChg>
        <pc:spChg chg="add del mod">
          <ac:chgData name="Minh Huynh" userId="01a137d4-0d81-46e0-aca6-c9185b391828" providerId="ADAL" clId="{18447838-0BCA-432B-86F3-BB78526C143F}" dt="2026-10-12T21:48:38.751" v="2118"/>
          <ac:spMkLst>
            <pc:docMk/>
            <pc:sldMk cId="224993826" sldId="899"/>
            <ac:spMk id="82" creationId="{04355D0B-2876-48B7-B5E3-FD4ED0BC2CAA}"/>
          </ac:spMkLst>
        </pc:spChg>
        <pc:spChg chg="add del mod">
          <ac:chgData name="Minh Huynh" userId="01a137d4-0d81-46e0-aca6-c9185b391828" providerId="ADAL" clId="{18447838-0BCA-432B-86F3-BB78526C143F}" dt="2026-10-12T21:48:38.751" v="2118"/>
          <ac:spMkLst>
            <pc:docMk/>
            <pc:sldMk cId="224993826" sldId="899"/>
            <ac:spMk id="83" creationId="{9B0D2927-484B-412E-96A4-721CA3DA18D8}"/>
          </ac:spMkLst>
        </pc:spChg>
        <pc:spChg chg="add del mod">
          <ac:chgData name="Minh Huynh" userId="01a137d4-0d81-46e0-aca6-c9185b391828" providerId="ADAL" clId="{18447838-0BCA-432B-86F3-BB78526C143F}" dt="2026-10-12T21:48:38.751" v="2118"/>
          <ac:spMkLst>
            <pc:docMk/>
            <pc:sldMk cId="224993826" sldId="899"/>
            <ac:spMk id="84" creationId="{CD74E2DE-3085-4328-B325-ED2F6113112F}"/>
          </ac:spMkLst>
        </pc:spChg>
        <pc:spChg chg="add del mod">
          <ac:chgData name="Minh Huynh" userId="01a137d4-0d81-46e0-aca6-c9185b391828" providerId="ADAL" clId="{18447838-0BCA-432B-86F3-BB78526C143F}" dt="2026-10-12T21:48:38.751" v="2118"/>
          <ac:spMkLst>
            <pc:docMk/>
            <pc:sldMk cId="224993826" sldId="899"/>
            <ac:spMk id="85" creationId="{CF9D8EEA-ED71-4CB7-9405-A7649C5F1541}"/>
          </ac:spMkLst>
        </pc:spChg>
        <pc:spChg chg="add del mod">
          <ac:chgData name="Minh Huynh" userId="01a137d4-0d81-46e0-aca6-c9185b391828" providerId="ADAL" clId="{18447838-0BCA-432B-86F3-BB78526C143F}" dt="2026-10-12T21:48:38.751" v="2118"/>
          <ac:spMkLst>
            <pc:docMk/>
            <pc:sldMk cId="224993826" sldId="899"/>
            <ac:spMk id="86" creationId="{21270740-DBA9-4807-A094-44AE92BEF81C}"/>
          </ac:spMkLst>
        </pc:spChg>
        <pc:spChg chg="add del mod">
          <ac:chgData name="Minh Huynh" userId="01a137d4-0d81-46e0-aca6-c9185b391828" providerId="ADAL" clId="{18447838-0BCA-432B-86F3-BB78526C143F}" dt="2026-10-12T21:48:38.751" v="2118"/>
          <ac:spMkLst>
            <pc:docMk/>
            <pc:sldMk cId="224993826" sldId="899"/>
            <ac:spMk id="87" creationId="{03ABFE14-D5DC-4EB0-B0B0-BE1C9D865AC4}"/>
          </ac:spMkLst>
        </pc:spChg>
        <pc:spChg chg="add del mod">
          <ac:chgData name="Minh Huynh" userId="01a137d4-0d81-46e0-aca6-c9185b391828" providerId="ADAL" clId="{18447838-0BCA-432B-86F3-BB78526C143F}" dt="2026-10-12T21:48:38.751" v="2118"/>
          <ac:spMkLst>
            <pc:docMk/>
            <pc:sldMk cId="224993826" sldId="899"/>
            <ac:spMk id="88" creationId="{6BCCA5B6-8A4C-46BF-8D55-0F5EED039949}"/>
          </ac:spMkLst>
        </pc:spChg>
        <pc:spChg chg="add del mod">
          <ac:chgData name="Minh Huynh" userId="01a137d4-0d81-46e0-aca6-c9185b391828" providerId="ADAL" clId="{18447838-0BCA-432B-86F3-BB78526C143F}" dt="2026-10-12T21:48:38.751" v="2118"/>
          <ac:spMkLst>
            <pc:docMk/>
            <pc:sldMk cId="224993826" sldId="899"/>
            <ac:spMk id="89" creationId="{957126C1-1334-4094-A7A2-BA06A39C4C04}"/>
          </ac:spMkLst>
        </pc:spChg>
        <pc:spChg chg="add del mod">
          <ac:chgData name="Minh Huynh" userId="01a137d4-0d81-46e0-aca6-c9185b391828" providerId="ADAL" clId="{18447838-0BCA-432B-86F3-BB78526C143F}" dt="2026-10-12T21:48:38.751" v="2118"/>
          <ac:spMkLst>
            <pc:docMk/>
            <pc:sldMk cId="224993826" sldId="899"/>
            <ac:spMk id="90" creationId="{9B31B125-455B-42C3-9670-9D065EF041CC}"/>
          </ac:spMkLst>
        </pc:spChg>
        <pc:spChg chg="add del mod">
          <ac:chgData name="Minh Huynh" userId="01a137d4-0d81-46e0-aca6-c9185b391828" providerId="ADAL" clId="{18447838-0BCA-432B-86F3-BB78526C143F}" dt="2026-10-12T21:48:38.751" v="2118"/>
          <ac:spMkLst>
            <pc:docMk/>
            <pc:sldMk cId="224993826" sldId="899"/>
            <ac:spMk id="91" creationId="{EB46DA12-694A-4205-BD6F-A60B88078556}"/>
          </ac:spMkLst>
        </pc:spChg>
        <pc:spChg chg="add del mod">
          <ac:chgData name="Minh Huynh" userId="01a137d4-0d81-46e0-aca6-c9185b391828" providerId="ADAL" clId="{18447838-0BCA-432B-86F3-BB78526C143F}" dt="2026-10-12T21:48:38.751" v="2118"/>
          <ac:spMkLst>
            <pc:docMk/>
            <pc:sldMk cId="224993826" sldId="899"/>
            <ac:spMk id="92" creationId="{E2637896-0EF4-42D7-B723-00BCEF22E909}"/>
          </ac:spMkLst>
        </pc:spChg>
        <pc:spChg chg="add del mod">
          <ac:chgData name="Minh Huynh" userId="01a137d4-0d81-46e0-aca6-c9185b391828" providerId="ADAL" clId="{18447838-0BCA-432B-86F3-BB78526C143F}" dt="2026-10-12T21:48:38.751" v="2118"/>
          <ac:spMkLst>
            <pc:docMk/>
            <pc:sldMk cId="224993826" sldId="899"/>
            <ac:spMk id="93" creationId="{51C47279-E5A2-4C30-9C7B-A38514A3164D}"/>
          </ac:spMkLst>
        </pc:spChg>
        <pc:spChg chg="add del mod">
          <ac:chgData name="Minh Huynh" userId="01a137d4-0d81-46e0-aca6-c9185b391828" providerId="ADAL" clId="{18447838-0BCA-432B-86F3-BB78526C143F}" dt="2026-10-12T21:48:38.751" v="2118"/>
          <ac:spMkLst>
            <pc:docMk/>
            <pc:sldMk cId="224993826" sldId="899"/>
            <ac:spMk id="94" creationId="{19DC89E0-7F57-4409-82B7-DC998F0117C7}"/>
          </ac:spMkLst>
        </pc:spChg>
        <pc:spChg chg="add del mod">
          <ac:chgData name="Minh Huynh" userId="01a137d4-0d81-46e0-aca6-c9185b391828" providerId="ADAL" clId="{18447838-0BCA-432B-86F3-BB78526C143F}" dt="2026-10-12T21:48:38.751" v="2118"/>
          <ac:spMkLst>
            <pc:docMk/>
            <pc:sldMk cId="224993826" sldId="899"/>
            <ac:spMk id="95" creationId="{AAFA8444-97BF-4319-94D4-7DA7EE9EFA45}"/>
          </ac:spMkLst>
        </pc:spChg>
        <pc:spChg chg="add del mod">
          <ac:chgData name="Minh Huynh" userId="01a137d4-0d81-46e0-aca6-c9185b391828" providerId="ADAL" clId="{18447838-0BCA-432B-86F3-BB78526C143F}" dt="2026-10-12T21:48:38.751" v="2118"/>
          <ac:spMkLst>
            <pc:docMk/>
            <pc:sldMk cId="224993826" sldId="899"/>
            <ac:spMk id="96" creationId="{61B7AED5-2BDB-4526-9A2F-8934D37B1B20}"/>
          </ac:spMkLst>
        </pc:spChg>
        <pc:spChg chg="add del mod">
          <ac:chgData name="Minh Huynh" userId="01a137d4-0d81-46e0-aca6-c9185b391828" providerId="ADAL" clId="{18447838-0BCA-432B-86F3-BB78526C143F}" dt="2026-10-12T21:48:38.751" v="2118"/>
          <ac:spMkLst>
            <pc:docMk/>
            <pc:sldMk cId="224993826" sldId="899"/>
            <ac:spMk id="97" creationId="{92C8B8B1-3D71-4723-90B1-FB5DEFA464EB}"/>
          </ac:spMkLst>
        </pc:spChg>
        <pc:spChg chg="add del mod">
          <ac:chgData name="Minh Huynh" userId="01a137d4-0d81-46e0-aca6-c9185b391828" providerId="ADAL" clId="{18447838-0BCA-432B-86F3-BB78526C143F}" dt="2026-10-12T21:48:38.751" v="2118"/>
          <ac:spMkLst>
            <pc:docMk/>
            <pc:sldMk cId="224993826" sldId="899"/>
            <ac:spMk id="98" creationId="{95A83C63-CC54-4593-8119-A6DD3B3B1256}"/>
          </ac:spMkLst>
        </pc:spChg>
        <pc:spChg chg="add del mod">
          <ac:chgData name="Minh Huynh" userId="01a137d4-0d81-46e0-aca6-c9185b391828" providerId="ADAL" clId="{18447838-0BCA-432B-86F3-BB78526C143F}" dt="2026-10-12T21:48:38.751" v="2118"/>
          <ac:spMkLst>
            <pc:docMk/>
            <pc:sldMk cId="224993826" sldId="899"/>
            <ac:spMk id="99" creationId="{91C1325E-6C11-4CEF-A977-E37E8D316021}"/>
          </ac:spMkLst>
        </pc:spChg>
        <pc:spChg chg="add del mod">
          <ac:chgData name="Minh Huynh" userId="01a137d4-0d81-46e0-aca6-c9185b391828" providerId="ADAL" clId="{18447838-0BCA-432B-86F3-BB78526C143F}" dt="2026-10-12T21:48:38.751" v="2118"/>
          <ac:spMkLst>
            <pc:docMk/>
            <pc:sldMk cId="224993826" sldId="899"/>
            <ac:spMk id="100" creationId="{BAAB8CB5-0732-4EEA-AF43-FC823DFBF903}"/>
          </ac:spMkLst>
        </pc:spChg>
        <pc:spChg chg="add del mod">
          <ac:chgData name="Minh Huynh" userId="01a137d4-0d81-46e0-aca6-c9185b391828" providerId="ADAL" clId="{18447838-0BCA-432B-86F3-BB78526C143F}" dt="2026-10-12T21:48:38.751" v="2118"/>
          <ac:spMkLst>
            <pc:docMk/>
            <pc:sldMk cId="224993826" sldId="899"/>
            <ac:spMk id="101" creationId="{1ED21D60-469F-415C-A525-90EF6C37F982}"/>
          </ac:spMkLst>
        </pc:spChg>
        <pc:spChg chg="add del mod">
          <ac:chgData name="Minh Huynh" userId="01a137d4-0d81-46e0-aca6-c9185b391828" providerId="ADAL" clId="{18447838-0BCA-432B-86F3-BB78526C143F}" dt="2026-10-12T21:48:38.751" v="2118"/>
          <ac:spMkLst>
            <pc:docMk/>
            <pc:sldMk cId="224993826" sldId="899"/>
            <ac:spMk id="102" creationId="{884E8C7E-26CE-482B-821A-1D896C032F87}"/>
          </ac:spMkLst>
        </pc:spChg>
        <pc:spChg chg="add del mod">
          <ac:chgData name="Minh Huynh" userId="01a137d4-0d81-46e0-aca6-c9185b391828" providerId="ADAL" clId="{18447838-0BCA-432B-86F3-BB78526C143F}" dt="2026-10-12T21:48:38.751" v="2118"/>
          <ac:spMkLst>
            <pc:docMk/>
            <pc:sldMk cId="224993826" sldId="899"/>
            <ac:spMk id="103" creationId="{2948A5EF-1F25-4BA7-93DA-69C718E06532}"/>
          </ac:spMkLst>
        </pc:spChg>
        <pc:spChg chg="add del mod">
          <ac:chgData name="Minh Huynh" userId="01a137d4-0d81-46e0-aca6-c9185b391828" providerId="ADAL" clId="{18447838-0BCA-432B-86F3-BB78526C143F}" dt="2026-10-12T21:48:38.751" v="2118"/>
          <ac:spMkLst>
            <pc:docMk/>
            <pc:sldMk cId="224993826" sldId="899"/>
            <ac:spMk id="104" creationId="{EFA692C3-7F13-4E16-9958-7D0A5F0E937F}"/>
          </ac:spMkLst>
        </pc:spChg>
        <pc:spChg chg="add del mod">
          <ac:chgData name="Minh Huynh" userId="01a137d4-0d81-46e0-aca6-c9185b391828" providerId="ADAL" clId="{18447838-0BCA-432B-86F3-BB78526C143F}" dt="2026-10-12T21:48:38.751" v="2118"/>
          <ac:spMkLst>
            <pc:docMk/>
            <pc:sldMk cId="224993826" sldId="899"/>
            <ac:spMk id="105" creationId="{33C89F98-5ADD-4FF9-A586-F28753CF66DD}"/>
          </ac:spMkLst>
        </pc:spChg>
        <pc:spChg chg="add del mod">
          <ac:chgData name="Minh Huynh" userId="01a137d4-0d81-46e0-aca6-c9185b391828" providerId="ADAL" clId="{18447838-0BCA-432B-86F3-BB78526C143F}" dt="2026-10-12T21:48:38.751" v="2118"/>
          <ac:spMkLst>
            <pc:docMk/>
            <pc:sldMk cId="224993826" sldId="899"/>
            <ac:spMk id="106" creationId="{8D776558-17D9-4711-9986-73952A77B26E}"/>
          </ac:spMkLst>
        </pc:spChg>
        <pc:spChg chg="add del mod">
          <ac:chgData name="Minh Huynh" userId="01a137d4-0d81-46e0-aca6-c9185b391828" providerId="ADAL" clId="{18447838-0BCA-432B-86F3-BB78526C143F}" dt="2026-10-12T21:48:38.751" v="2118"/>
          <ac:spMkLst>
            <pc:docMk/>
            <pc:sldMk cId="224993826" sldId="899"/>
            <ac:spMk id="107" creationId="{EF858AC5-F791-4B61-B94E-22ECA9E78795}"/>
          </ac:spMkLst>
        </pc:spChg>
        <pc:spChg chg="add del mod">
          <ac:chgData name="Minh Huynh" userId="01a137d4-0d81-46e0-aca6-c9185b391828" providerId="ADAL" clId="{18447838-0BCA-432B-86F3-BB78526C143F}" dt="2026-10-12T21:48:38.751" v="2118"/>
          <ac:spMkLst>
            <pc:docMk/>
            <pc:sldMk cId="224993826" sldId="899"/>
            <ac:spMk id="108" creationId="{3A3F8A11-BD8C-4856-90D2-FE3AD5B15381}"/>
          </ac:spMkLst>
        </pc:spChg>
        <pc:spChg chg="add mod">
          <ac:chgData name="Minh Huynh" userId="01a137d4-0d81-46e0-aca6-c9185b391828" providerId="ADAL" clId="{18447838-0BCA-432B-86F3-BB78526C143F}" dt="2026-10-12T21:48:42.194" v="2120" actId="1076"/>
          <ac:spMkLst>
            <pc:docMk/>
            <pc:sldMk cId="224993826" sldId="899"/>
            <ac:spMk id="109" creationId="{3D39CCBB-818F-4C2C-A0F1-C483687AD860}"/>
          </ac:spMkLst>
        </pc:spChg>
        <pc:spChg chg="add mod">
          <ac:chgData name="Minh Huynh" userId="01a137d4-0d81-46e0-aca6-c9185b391828" providerId="ADAL" clId="{18447838-0BCA-432B-86F3-BB78526C143F}" dt="2026-10-12T21:48:42.194" v="2120" actId="1076"/>
          <ac:spMkLst>
            <pc:docMk/>
            <pc:sldMk cId="224993826" sldId="899"/>
            <ac:spMk id="110" creationId="{F0810AB7-887E-4CEE-985B-E801F950FD75}"/>
          </ac:spMkLst>
        </pc:spChg>
        <pc:spChg chg="add mod">
          <ac:chgData name="Minh Huynh" userId="01a137d4-0d81-46e0-aca6-c9185b391828" providerId="ADAL" clId="{18447838-0BCA-432B-86F3-BB78526C143F}" dt="2026-10-12T21:48:42.194" v="2120" actId="1076"/>
          <ac:spMkLst>
            <pc:docMk/>
            <pc:sldMk cId="224993826" sldId="899"/>
            <ac:spMk id="111" creationId="{8C14A1BE-23D6-4A71-B469-AA85A0AB249E}"/>
          </ac:spMkLst>
        </pc:spChg>
        <pc:spChg chg="add mod">
          <ac:chgData name="Minh Huynh" userId="01a137d4-0d81-46e0-aca6-c9185b391828" providerId="ADAL" clId="{18447838-0BCA-432B-86F3-BB78526C143F}" dt="2026-10-12T21:48:42.194" v="2120" actId="1076"/>
          <ac:spMkLst>
            <pc:docMk/>
            <pc:sldMk cId="224993826" sldId="899"/>
            <ac:spMk id="112" creationId="{DA270779-A8F0-4C7B-91A9-25376A9819EA}"/>
          </ac:spMkLst>
        </pc:spChg>
        <pc:spChg chg="add mod">
          <ac:chgData name="Minh Huynh" userId="01a137d4-0d81-46e0-aca6-c9185b391828" providerId="ADAL" clId="{18447838-0BCA-432B-86F3-BB78526C143F}" dt="2026-10-12T21:48:42.194" v="2120" actId="1076"/>
          <ac:spMkLst>
            <pc:docMk/>
            <pc:sldMk cId="224993826" sldId="899"/>
            <ac:spMk id="113" creationId="{8B9A20E8-B4EB-4D8E-B1CD-95786CEF4741}"/>
          </ac:spMkLst>
        </pc:spChg>
        <pc:spChg chg="add mod">
          <ac:chgData name="Minh Huynh" userId="01a137d4-0d81-46e0-aca6-c9185b391828" providerId="ADAL" clId="{18447838-0BCA-432B-86F3-BB78526C143F}" dt="2026-10-12T21:48:42.194" v="2120" actId="1076"/>
          <ac:spMkLst>
            <pc:docMk/>
            <pc:sldMk cId="224993826" sldId="899"/>
            <ac:spMk id="114" creationId="{3D649E51-293D-4A75-8A32-668C87119407}"/>
          </ac:spMkLst>
        </pc:spChg>
        <pc:spChg chg="add mod">
          <ac:chgData name="Minh Huynh" userId="01a137d4-0d81-46e0-aca6-c9185b391828" providerId="ADAL" clId="{18447838-0BCA-432B-86F3-BB78526C143F}" dt="2026-10-12T21:48:42.194" v="2120" actId="1076"/>
          <ac:spMkLst>
            <pc:docMk/>
            <pc:sldMk cId="224993826" sldId="899"/>
            <ac:spMk id="115" creationId="{BB84CD00-8CF5-4A7D-B233-10B5631A61B3}"/>
          </ac:spMkLst>
        </pc:spChg>
        <pc:spChg chg="add mod">
          <ac:chgData name="Minh Huynh" userId="01a137d4-0d81-46e0-aca6-c9185b391828" providerId="ADAL" clId="{18447838-0BCA-432B-86F3-BB78526C143F}" dt="2026-10-12T21:48:42.194" v="2120" actId="1076"/>
          <ac:spMkLst>
            <pc:docMk/>
            <pc:sldMk cId="224993826" sldId="899"/>
            <ac:spMk id="116" creationId="{FC78B74D-A1C5-4F32-93D6-361679E758D7}"/>
          </ac:spMkLst>
        </pc:spChg>
        <pc:spChg chg="add mod">
          <ac:chgData name="Minh Huynh" userId="01a137d4-0d81-46e0-aca6-c9185b391828" providerId="ADAL" clId="{18447838-0BCA-432B-86F3-BB78526C143F}" dt="2026-10-12T21:48:42.194" v="2120" actId="1076"/>
          <ac:spMkLst>
            <pc:docMk/>
            <pc:sldMk cId="224993826" sldId="899"/>
            <ac:spMk id="117" creationId="{43AF4A22-2BCC-4A91-B0D7-D0EAD58769F8}"/>
          </ac:spMkLst>
        </pc:spChg>
        <pc:spChg chg="add mod">
          <ac:chgData name="Minh Huynh" userId="01a137d4-0d81-46e0-aca6-c9185b391828" providerId="ADAL" clId="{18447838-0BCA-432B-86F3-BB78526C143F}" dt="2026-10-12T21:48:42.194" v="2120" actId="1076"/>
          <ac:spMkLst>
            <pc:docMk/>
            <pc:sldMk cId="224993826" sldId="899"/>
            <ac:spMk id="118" creationId="{26F7F4D0-F82B-479D-BE73-C57D24929D87}"/>
          </ac:spMkLst>
        </pc:spChg>
        <pc:spChg chg="add mod">
          <ac:chgData name="Minh Huynh" userId="01a137d4-0d81-46e0-aca6-c9185b391828" providerId="ADAL" clId="{18447838-0BCA-432B-86F3-BB78526C143F}" dt="2026-10-12T21:48:42.194" v="2120" actId="1076"/>
          <ac:spMkLst>
            <pc:docMk/>
            <pc:sldMk cId="224993826" sldId="899"/>
            <ac:spMk id="119" creationId="{8FA59F90-3109-4ACB-8BBC-368F3EECF04F}"/>
          </ac:spMkLst>
        </pc:spChg>
        <pc:spChg chg="add mod">
          <ac:chgData name="Minh Huynh" userId="01a137d4-0d81-46e0-aca6-c9185b391828" providerId="ADAL" clId="{18447838-0BCA-432B-86F3-BB78526C143F}" dt="2026-10-12T21:48:42.194" v="2120" actId="1076"/>
          <ac:spMkLst>
            <pc:docMk/>
            <pc:sldMk cId="224993826" sldId="899"/>
            <ac:spMk id="120" creationId="{208231C7-54E8-4C15-A4B7-9F19F10DF278}"/>
          </ac:spMkLst>
        </pc:spChg>
        <pc:spChg chg="add mod">
          <ac:chgData name="Minh Huynh" userId="01a137d4-0d81-46e0-aca6-c9185b391828" providerId="ADAL" clId="{18447838-0BCA-432B-86F3-BB78526C143F}" dt="2026-10-12T21:48:42.194" v="2120" actId="1076"/>
          <ac:spMkLst>
            <pc:docMk/>
            <pc:sldMk cId="224993826" sldId="899"/>
            <ac:spMk id="121" creationId="{58B9E9C3-3A9C-48CC-B2B2-D7404856E10D}"/>
          </ac:spMkLst>
        </pc:spChg>
        <pc:spChg chg="add mod">
          <ac:chgData name="Minh Huynh" userId="01a137d4-0d81-46e0-aca6-c9185b391828" providerId="ADAL" clId="{18447838-0BCA-432B-86F3-BB78526C143F}" dt="2026-10-12T21:48:42.194" v="2120" actId="1076"/>
          <ac:spMkLst>
            <pc:docMk/>
            <pc:sldMk cId="224993826" sldId="899"/>
            <ac:spMk id="122" creationId="{720A4586-7609-4D23-90F5-A532E75A06A0}"/>
          </ac:spMkLst>
        </pc:spChg>
        <pc:spChg chg="add mod">
          <ac:chgData name="Minh Huynh" userId="01a137d4-0d81-46e0-aca6-c9185b391828" providerId="ADAL" clId="{18447838-0BCA-432B-86F3-BB78526C143F}" dt="2026-10-12T21:48:42.194" v="2120" actId="1076"/>
          <ac:spMkLst>
            <pc:docMk/>
            <pc:sldMk cId="224993826" sldId="899"/>
            <ac:spMk id="123" creationId="{1EE6A027-EBE3-492F-A9D8-A7CF22F1ADE3}"/>
          </ac:spMkLst>
        </pc:spChg>
        <pc:spChg chg="add mod">
          <ac:chgData name="Minh Huynh" userId="01a137d4-0d81-46e0-aca6-c9185b391828" providerId="ADAL" clId="{18447838-0BCA-432B-86F3-BB78526C143F}" dt="2026-10-12T21:48:42.194" v="2120" actId="1076"/>
          <ac:spMkLst>
            <pc:docMk/>
            <pc:sldMk cId="224993826" sldId="899"/>
            <ac:spMk id="124" creationId="{70CDC884-6E92-4AB0-AAE1-44134FF18D8A}"/>
          </ac:spMkLst>
        </pc:spChg>
        <pc:spChg chg="add mod">
          <ac:chgData name="Minh Huynh" userId="01a137d4-0d81-46e0-aca6-c9185b391828" providerId="ADAL" clId="{18447838-0BCA-432B-86F3-BB78526C143F}" dt="2026-10-12T21:48:42.194" v="2120" actId="1076"/>
          <ac:spMkLst>
            <pc:docMk/>
            <pc:sldMk cId="224993826" sldId="899"/>
            <ac:spMk id="125" creationId="{C36F9355-E55C-4F29-9998-E17F4C767094}"/>
          </ac:spMkLst>
        </pc:spChg>
        <pc:spChg chg="add mod">
          <ac:chgData name="Minh Huynh" userId="01a137d4-0d81-46e0-aca6-c9185b391828" providerId="ADAL" clId="{18447838-0BCA-432B-86F3-BB78526C143F}" dt="2026-10-12T21:48:42.194" v="2120" actId="1076"/>
          <ac:spMkLst>
            <pc:docMk/>
            <pc:sldMk cId="224993826" sldId="899"/>
            <ac:spMk id="126" creationId="{F1C80EEF-F4E0-4202-ABF8-897A5B1974C9}"/>
          </ac:spMkLst>
        </pc:spChg>
        <pc:spChg chg="add mod">
          <ac:chgData name="Minh Huynh" userId="01a137d4-0d81-46e0-aca6-c9185b391828" providerId="ADAL" clId="{18447838-0BCA-432B-86F3-BB78526C143F}" dt="2026-10-12T21:48:42.194" v="2120" actId="1076"/>
          <ac:spMkLst>
            <pc:docMk/>
            <pc:sldMk cId="224993826" sldId="899"/>
            <ac:spMk id="127" creationId="{28ECCE3F-B26C-4D7F-9734-016D658D7791}"/>
          </ac:spMkLst>
        </pc:spChg>
        <pc:spChg chg="add mod">
          <ac:chgData name="Minh Huynh" userId="01a137d4-0d81-46e0-aca6-c9185b391828" providerId="ADAL" clId="{18447838-0BCA-432B-86F3-BB78526C143F}" dt="2026-10-12T21:48:42.194" v="2120" actId="1076"/>
          <ac:spMkLst>
            <pc:docMk/>
            <pc:sldMk cId="224993826" sldId="899"/>
            <ac:spMk id="128" creationId="{AC2159AF-D14C-4BE5-8BBF-ED4ABD6F422F}"/>
          </ac:spMkLst>
        </pc:spChg>
        <pc:spChg chg="add mod">
          <ac:chgData name="Minh Huynh" userId="01a137d4-0d81-46e0-aca6-c9185b391828" providerId="ADAL" clId="{18447838-0BCA-432B-86F3-BB78526C143F}" dt="2026-10-12T21:48:42.194" v="2120" actId="1076"/>
          <ac:spMkLst>
            <pc:docMk/>
            <pc:sldMk cId="224993826" sldId="899"/>
            <ac:spMk id="129" creationId="{C02D6605-D919-4520-B5EB-A6BF078F19A1}"/>
          </ac:spMkLst>
        </pc:spChg>
        <pc:spChg chg="add mod">
          <ac:chgData name="Minh Huynh" userId="01a137d4-0d81-46e0-aca6-c9185b391828" providerId="ADAL" clId="{18447838-0BCA-432B-86F3-BB78526C143F}" dt="2026-10-12T21:48:42.194" v="2120" actId="1076"/>
          <ac:spMkLst>
            <pc:docMk/>
            <pc:sldMk cId="224993826" sldId="899"/>
            <ac:spMk id="130" creationId="{0CC0B17D-A966-446E-843A-8C9DA02AB9C0}"/>
          </ac:spMkLst>
        </pc:spChg>
        <pc:spChg chg="add mod">
          <ac:chgData name="Minh Huynh" userId="01a137d4-0d81-46e0-aca6-c9185b391828" providerId="ADAL" clId="{18447838-0BCA-432B-86F3-BB78526C143F}" dt="2026-10-12T21:48:42.194" v="2120" actId="1076"/>
          <ac:spMkLst>
            <pc:docMk/>
            <pc:sldMk cId="224993826" sldId="899"/>
            <ac:spMk id="131" creationId="{36EBA0CB-78DD-4264-B31A-444991CA79D8}"/>
          </ac:spMkLst>
        </pc:spChg>
        <pc:spChg chg="add mod">
          <ac:chgData name="Minh Huynh" userId="01a137d4-0d81-46e0-aca6-c9185b391828" providerId="ADAL" clId="{18447838-0BCA-432B-86F3-BB78526C143F}" dt="2026-10-12T21:48:42.194" v="2120" actId="1076"/>
          <ac:spMkLst>
            <pc:docMk/>
            <pc:sldMk cId="224993826" sldId="899"/>
            <ac:spMk id="132" creationId="{8C5E9F7D-FCC9-468A-9459-8BF7BC235CEF}"/>
          </ac:spMkLst>
        </pc:spChg>
        <pc:spChg chg="add mod">
          <ac:chgData name="Minh Huynh" userId="01a137d4-0d81-46e0-aca6-c9185b391828" providerId="ADAL" clId="{18447838-0BCA-432B-86F3-BB78526C143F}" dt="2026-10-12T21:48:42.194" v="2120" actId="1076"/>
          <ac:spMkLst>
            <pc:docMk/>
            <pc:sldMk cId="224993826" sldId="899"/>
            <ac:spMk id="133" creationId="{328ABEDB-6DD7-4DDE-997C-7FBF738D14C9}"/>
          </ac:spMkLst>
        </pc:spChg>
        <pc:spChg chg="add mod">
          <ac:chgData name="Minh Huynh" userId="01a137d4-0d81-46e0-aca6-c9185b391828" providerId="ADAL" clId="{18447838-0BCA-432B-86F3-BB78526C143F}" dt="2026-10-12T21:48:42.194" v="2120" actId="1076"/>
          <ac:spMkLst>
            <pc:docMk/>
            <pc:sldMk cId="224993826" sldId="899"/>
            <ac:spMk id="134" creationId="{32743519-AA83-43F1-ADE0-6DD3E0C0218E}"/>
          </ac:spMkLst>
        </pc:spChg>
        <pc:spChg chg="add mod">
          <ac:chgData name="Minh Huynh" userId="01a137d4-0d81-46e0-aca6-c9185b391828" providerId="ADAL" clId="{18447838-0BCA-432B-86F3-BB78526C143F}" dt="2026-10-12T21:48:42.194" v="2120" actId="1076"/>
          <ac:spMkLst>
            <pc:docMk/>
            <pc:sldMk cId="224993826" sldId="899"/>
            <ac:spMk id="135" creationId="{DAC1265D-48B0-4EF6-9E5F-C8B095DA93F7}"/>
          </ac:spMkLst>
        </pc:spChg>
        <pc:spChg chg="add mod">
          <ac:chgData name="Minh Huynh" userId="01a137d4-0d81-46e0-aca6-c9185b391828" providerId="ADAL" clId="{18447838-0BCA-432B-86F3-BB78526C143F}" dt="2026-10-12T21:48:42.194" v="2120" actId="1076"/>
          <ac:spMkLst>
            <pc:docMk/>
            <pc:sldMk cId="224993826" sldId="899"/>
            <ac:spMk id="136" creationId="{B2D86BC5-52CB-4A8D-B0A2-5DFFEA5CAFA8}"/>
          </ac:spMkLst>
        </pc:spChg>
        <pc:spChg chg="add mod">
          <ac:chgData name="Minh Huynh" userId="01a137d4-0d81-46e0-aca6-c9185b391828" providerId="ADAL" clId="{18447838-0BCA-432B-86F3-BB78526C143F}" dt="2026-10-12T21:48:42.194" v="2120" actId="1076"/>
          <ac:spMkLst>
            <pc:docMk/>
            <pc:sldMk cId="224993826" sldId="899"/>
            <ac:spMk id="137" creationId="{8A028BDE-3F0D-42CD-9980-B641A1CD684D}"/>
          </ac:spMkLst>
        </pc:spChg>
        <pc:spChg chg="add mod">
          <ac:chgData name="Minh Huynh" userId="01a137d4-0d81-46e0-aca6-c9185b391828" providerId="ADAL" clId="{18447838-0BCA-432B-86F3-BB78526C143F}" dt="2026-10-12T21:48:42.194" v="2120" actId="1076"/>
          <ac:spMkLst>
            <pc:docMk/>
            <pc:sldMk cId="224993826" sldId="899"/>
            <ac:spMk id="138" creationId="{231536C3-9E58-49BE-A46B-4F5AD969218C}"/>
          </ac:spMkLst>
        </pc:spChg>
        <pc:spChg chg="add mod">
          <ac:chgData name="Minh Huynh" userId="01a137d4-0d81-46e0-aca6-c9185b391828" providerId="ADAL" clId="{18447838-0BCA-432B-86F3-BB78526C143F}" dt="2026-10-12T21:48:42.194" v="2120" actId="1076"/>
          <ac:spMkLst>
            <pc:docMk/>
            <pc:sldMk cId="224993826" sldId="899"/>
            <ac:spMk id="139" creationId="{BB7BDFF3-160E-4508-A5C1-D1FD45994602}"/>
          </ac:spMkLst>
        </pc:spChg>
        <pc:spChg chg="add mod">
          <ac:chgData name="Minh Huynh" userId="01a137d4-0d81-46e0-aca6-c9185b391828" providerId="ADAL" clId="{18447838-0BCA-432B-86F3-BB78526C143F}" dt="2026-10-12T21:48:42.194" v="2120" actId="1076"/>
          <ac:spMkLst>
            <pc:docMk/>
            <pc:sldMk cId="224993826" sldId="899"/>
            <ac:spMk id="140" creationId="{5726F58C-EB48-458B-BC16-727F6423FD1C}"/>
          </ac:spMkLst>
        </pc:spChg>
        <pc:spChg chg="add mod">
          <ac:chgData name="Minh Huynh" userId="01a137d4-0d81-46e0-aca6-c9185b391828" providerId="ADAL" clId="{18447838-0BCA-432B-86F3-BB78526C143F}" dt="2026-10-12T21:48:42.194" v="2120" actId="1076"/>
          <ac:spMkLst>
            <pc:docMk/>
            <pc:sldMk cId="224993826" sldId="899"/>
            <ac:spMk id="141" creationId="{C01A2791-5FBA-4B1A-B5ED-4E4CEF488E57}"/>
          </ac:spMkLst>
        </pc:spChg>
        <pc:spChg chg="add mod">
          <ac:chgData name="Minh Huynh" userId="01a137d4-0d81-46e0-aca6-c9185b391828" providerId="ADAL" clId="{18447838-0BCA-432B-86F3-BB78526C143F}" dt="2026-10-12T21:48:42.194" v="2120" actId="1076"/>
          <ac:spMkLst>
            <pc:docMk/>
            <pc:sldMk cId="224993826" sldId="899"/>
            <ac:spMk id="142" creationId="{B738D2B9-DB79-4B80-8727-91E25C4E14B6}"/>
          </ac:spMkLst>
        </pc:spChg>
        <pc:spChg chg="add mod">
          <ac:chgData name="Minh Huynh" userId="01a137d4-0d81-46e0-aca6-c9185b391828" providerId="ADAL" clId="{18447838-0BCA-432B-86F3-BB78526C143F}" dt="2026-10-12T21:48:42.194" v="2120" actId="1076"/>
          <ac:spMkLst>
            <pc:docMk/>
            <pc:sldMk cId="224993826" sldId="899"/>
            <ac:spMk id="143" creationId="{49AA32A9-21E7-4464-87CA-C24C95379201}"/>
          </ac:spMkLst>
        </pc:spChg>
        <pc:spChg chg="add mod">
          <ac:chgData name="Minh Huynh" userId="01a137d4-0d81-46e0-aca6-c9185b391828" providerId="ADAL" clId="{18447838-0BCA-432B-86F3-BB78526C143F}" dt="2026-10-12T21:48:42.194" v="2120" actId="1076"/>
          <ac:spMkLst>
            <pc:docMk/>
            <pc:sldMk cId="224993826" sldId="899"/>
            <ac:spMk id="144" creationId="{97DD5D34-DCC0-4FC2-9865-09919F320786}"/>
          </ac:spMkLst>
        </pc:spChg>
        <pc:spChg chg="add mod">
          <ac:chgData name="Minh Huynh" userId="01a137d4-0d81-46e0-aca6-c9185b391828" providerId="ADAL" clId="{18447838-0BCA-432B-86F3-BB78526C143F}" dt="2026-10-12T21:48:42.194" v="2120" actId="1076"/>
          <ac:spMkLst>
            <pc:docMk/>
            <pc:sldMk cId="224993826" sldId="899"/>
            <ac:spMk id="145" creationId="{6ABE33D3-8E8E-4407-89A4-1146CAB6DFFF}"/>
          </ac:spMkLst>
        </pc:spChg>
        <pc:spChg chg="add mod">
          <ac:chgData name="Minh Huynh" userId="01a137d4-0d81-46e0-aca6-c9185b391828" providerId="ADAL" clId="{18447838-0BCA-432B-86F3-BB78526C143F}" dt="2026-10-12T21:48:42.194" v="2120" actId="1076"/>
          <ac:spMkLst>
            <pc:docMk/>
            <pc:sldMk cId="224993826" sldId="899"/>
            <ac:spMk id="146" creationId="{9F406BE7-BB42-4381-B919-C99F906C68A8}"/>
          </ac:spMkLst>
        </pc:spChg>
        <pc:spChg chg="add mod">
          <ac:chgData name="Minh Huynh" userId="01a137d4-0d81-46e0-aca6-c9185b391828" providerId="ADAL" clId="{18447838-0BCA-432B-86F3-BB78526C143F}" dt="2026-10-12T21:48:42.194" v="2120" actId="1076"/>
          <ac:spMkLst>
            <pc:docMk/>
            <pc:sldMk cId="224993826" sldId="899"/>
            <ac:spMk id="147" creationId="{9190E31B-21C1-4752-80DC-EB225F8B8FE7}"/>
          </ac:spMkLst>
        </pc:spChg>
        <pc:spChg chg="add mod">
          <ac:chgData name="Minh Huynh" userId="01a137d4-0d81-46e0-aca6-c9185b391828" providerId="ADAL" clId="{18447838-0BCA-432B-86F3-BB78526C143F}" dt="2026-10-12T21:48:42.194" v="2120" actId="1076"/>
          <ac:spMkLst>
            <pc:docMk/>
            <pc:sldMk cId="224993826" sldId="899"/>
            <ac:spMk id="148" creationId="{FD5DD199-737A-495E-88C7-4539D7CCD69A}"/>
          </ac:spMkLst>
        </pc:spChg>
      </pc:sldChg>
      <pc:sldChg chg="addSp delSp modSp add mod">
        <pc:chgData name="Minh Huynh" userId="01a137d4-0d81-46e0-aca6-c9185b391828" providerId="ADAL" clId="{18447838-0BCA-432B-86F3-BB78526C143F}" dt="2026-10-12T21:55:53.872" v="2313" actId="57"/>
        <pc:sldMkLst>
          <pc:docMk/>
          <pc:sldMk cId="1572259855" sldId="900"/>
        </pc:sldMkLst>
        <pc:spChg chg="mod">
          <ac:chgData name="Minh Huynh" userId="01a137d4-0d81-46e0-aca6-c9185b391828" providerId="ADAL" clId="{18447838-0BCA-432B-86F3-BB78526C143F}" dt="2026-10-12T21:51:56.285" v="2169" actId="20577"/>
          <ac:spMkLst>
            <pc:docMk/>
            <pc:sldMk cId="1572259855" sldId="900"/>
            <ac:spMk id="4" creationId="{7BC73E8E-0D58-4B4B-A5C4-A8AE38997407}"/>
          </ac:spMkLst>
        </pc:spChg>
        <pc:spChg chg="add del mod">
          <ac:chgData name="Minh Huynh" userId="01a137d4-0d81-46e0-aca6-c9185b391828" providerId="ADAL" clId="{18447838-0BCA-432B-86F3-BB78526C143F}" dt="2026-10-12T21:53:38.709" v="2212"/>
          <ac:spMkLst>
            <pc:docMk/>
            <pc:sldMk cId="1572259855" sldId="900"/>
            <ac:spMk id="44" creationId="{D516272F-06F8-48BC-9B00-D74C88CB6B5B}"/>
          </ac:spMkLst>
        </pc:spChg>
        <pc:spChg chg="add del mod">
          <ac:chgData name="Minh Huynh" userId="01a137d4-0d81-46e0-aca6-c9185b391828" providerId="ADAL" clId="{18447838-0BCA-432B-86F3-BB78526C143F}" dt="2026-10-12T21:53:38.709" v="2212"/>
          <ac:spMkLst>
            <pc:docMk/>
            <pc:sldMk cId="1572259855" sldId="900"/>
            <ac:spMk id="45" creationId="{20336F2F-E3F1-4663-8BFD-90707764F0E1}"/>
          </ac:spMkLst>
        </pc:spChg>
        <pc:spChg chg="add del mod">
          <ac:chgData name="Minh Huynh" userId="01a137d4-0d81-46e0-aca6-c9185b391828" providerId="ADAL" clId="{18447838-0BCA-432B-86F3-BB78526C143F}" dt="2026-10-12T21:53:38.709" v="2212"/>
          <ac:spMkLst>
            <pc:docMk/>
            <pc:sldMk cId="1572259855" sldId="900"/>
            <ac:spMk id="46" creationId="{384E353A-3D6F-4F40-B1D4-C8FFEEC2C75F}"/>
          </ac:spMkLst>
        </pc:spChg>
        <pc:spChg chg="add del mod">
          <ac:chgData name="Minh Huynh" userId="01a137d4-0d81-46e0-aca6-c9185b391828" providerId="ADAL" clId="{18447838-0BCA-432B-86F3-BB78526C143F}" dt="2026-10-12T21:53:38.709" v="2212"/>
          <ac:spMkLst>
            <pc:docMk/>
            <pc:sldMk cId="1572259855" sldId="900"/>
            <ac:spMk id="47" creationId="{6F4C853E-84C5-4769-B95B-B78C1DAA5158}"/>
          </ac:spMkLst>
        </pc:spChg>
        <pc:spChg chg="add del mod">
          <ac:chgData name="Minh Huynh" userId="01a137d4-0d81-46e0-aca6-c9185b391828" providerId="ADAL" clId="{18447838-0BCA-432B-86F3-BB78526C143F}" dt="2026-10-12T21:53:38.709" v="2212"/>
          <ac:spMkLst>
            <pc:docMk/>
            <pc:sldMk cId="1572259855" sldId="900"/>
            <ac:spMk id="48" creationId="{FF5D0D5C-2DC2-4E76-B5E0-BE7B526B5B02}"/>
          </ac:spMkLst>
        </pc:spChg>
        <pc:spChg chg="add del mod">
          <ac:chgData name="Minh Huynh" userId="01a137d4-0d81-46e0-aca6-c9185b391828" providerId="ADAL" clId="{18447838-0BCA-432B-86F3-BB78526C143F}" dt="2026-10-12T21:53:38.709" v="2212"/>
          <ac:spMkLst>
            <pc:docMk/>
            <pc:sldMk cId="1572259855" sldId="900"/>
            <ac:spMk id="49" creationId="{132C8396-05BB-49F6-9162-D544443B2F2D}"/>
          </ac:spMkLst>
        </pc:spChg>
        <pc:spChg chg="add del mod">
          <ac:chgData name="Minh Huynh" userId="01a137d4-0d81-46e0-aca6-c9185b391828" providerId="ADAL" clId="{18447838-0BCA-432B-86F3-BB78526C143F}" dt="2026-10-12T21:53:38.709" v="2212"/>
          <ac:spMkLst>
            <pc:docMk/>
            <pc:sldMk cId="1572259855" sldId="900"/>
            <ac:spMk id="50" creationId="{5280BAC9-0533-469F-B4BC-325866317D60}"/>
          </ac:spMkLst>
        </pc:spChg>
        <pc:spChg chg="add del mod">
          <ac:chgData name="Minh Huynh" userId="01a137d4-0d81-46e0-aca6-c9185b391828" providerId="ADAL" clId="{18447838-0BCA-432B-86F3-BB78526C143F}" dt="2026-10-12T21:53:38.709" v="2212"/>
          <ac:spMkLst>
            <pc:docMk/>
            <pc:sldMk cId="1572259855" sldId="900"/>
            <ac:spMk id="51" creationId="{3DE91276-54E9-4C87-884D-04FCF204AFDD}"/>
          </ac:spMkLst>
        </pc:spChg>
        <pc:spChg chg="add del mod">
          <ac:chgData name="Minh Huynh" userId="01a137d4-0d81-46e0-aca6-c9185b391828" providerId="ADAL" clId="{18447838-0BCA-432B-86F3-BB78526C143F}" dt="2026-10-12T21:53:38.709" v="2212"/>
          <ac:spMkLst>
            <pc:docMk/>
            <pc:sldMk cId="1572259855" sldId="900"/>
            <ac:spMk id="52" creationId="{53180FC7-6FB6-4A20-B521-B9C6ADEE7785}"/>
          </ac:spMkLst>
        </pc:spChg>
        <pc:spChg chg="add del mod">
          <ac:chgData name="Minh Huynh" userId="01a137d4-0d81-46e0-aca6-c9185b391828" providerId="ADAL" clId="{18447838-0BCA-432B-86F3-BB78526C143F}" dt="2026-10-12T21:53:38.709" v="2212"/>
          <ac:spMkLst>
            <pc:docMk/>
            <pc:sldMk cId="1572259855" sldId="900"/>
            <ac:spMk id="53" creationId="{55146D1C-0732-4926-8215-D2D38AF66E36}"/>
          </ac:spMkLst>
        </pc:spChg>
        <pc:spChg chg="add del mod">
          <ac:chgData name="Minh Huynh" userId="01a137d4-0d81-46e0-aca6-c9185b391828" providerId="ADAL" clId="{18447838-0BCA-432B-86F3-BB78526C143F}" dt="2026-10-12T21:53:38.709" v="2212"/>
          <ac:spMkLst>
            <pc:docMk/>
            <pc:sldMk cId="1572259855" sldId="900"/>
            <ac:spMk id="54" creationId="{87B802FE-9DA4-440E-BCF7-F8D1C8FD225B}"/>
          </ac:spMkLst>
        </pc:spChg>
        <pc:spChg chg="add del mod">
          <ac:chgData name="Minh Huynh" userId="01a137d4-0d81-46e0-aca6-c9185b391828" providerId="ADAL" clId="{18447838-0BCA-432B-86F3-BB78526C143F}" dt="2026-10-12T21:53:38.709" v="2212"/>
          <ac:spMkLst>
            <pc:docMk/>
            <pc:sldMk cId="1572259855" sldId="900"/>
            <ac:spMk id="55" creationId="{E63D5F7B-9BDA-40C2-8D46-02D593E4F9AE}"/>
          </ac:spMkLst>
        </pc:spChg>
        <pc:spChg chg="add del mod">
          <ac:chgData name="Minh Huynh" userId="01a137d4-0d81-46e0-aca6-c9185b391828" providerId="ADAL" clId="{18447838-0BCA-432B-86F3-BB78526C143F}" dt="2026-10-12T21:53:38.709" v="2212"/>
          <ac:spMkLst>
            <pc:docMk/>
            <pc:sldMk cId="1572259855" sldId="900"/>
            <ac:spMk id="56" creationId="{49477637-2B46-42C1-BD25-15AB06279BBB}"/>
          </ac:spMkLst>
        </pc:spChg>
        <pc:spChg chg="add del mod">
          <ac:chgData name="Minh Huynh" userId="01a137d4-0d81-46e0-aca6-c9185b391828" providerId="ADAL" clId="{18447838-0BCA-432B-86F3-BB78526C143F}" dt="2026-10-12T21:53:38.709" v="2212"/>
          <ac:spMkLst>
            <pc:docMk/>
            <pc:sldMk cId="1572259855" sldId="900"/>
            <ac:spMk id="57" creationId="{7AEE6190-0DB6-4562-BC8B-81D842234839}"/>
          </ac:spMkLst>
        </pc:spChg>
        <pc:spChg chg="add del mod">
          <ac:chgData name="Minh Huynh" userId="01a137d4-0d81-46e0-aca6-c9185b391828" providerId="ADAL" clId="{18447838-0BCA-432B-86F3-BB78526C143F}" dt="2026-10-12T21:53:38.709" v="2212"/>
          <ac:spMkLst>
            <pc:docMk/>
            <pc:sldMk cId="1572259855" sldId="900"/>
            <ac:spMk id="58" creationId="{C8FA79F7-C098-46C2-9FBA-5FF70FC5D18B}"/>
          </ac:spMkLst>
        </pc:spChg>
        <pc:spChg chg="add del mod">
          <ac:chgData name="Minh Huynh" userId="01a137d4-0d81-46e0-aca6-c9185b391828" providerId="ADAL" clId="{18447838-0BCA-432B-86F3-BB78526C143F}" dt="2026-10-12T21:53:38.709" v="2212"/>
          <ac:spMkLst>
            <pc:docMk/>
            <pc:sldMk cId="1572259855" sldId="900"/>
            <ac:spMk id="59" creationId="{1B0C6BF2-3D46-4480-8787-420270E09F6F}"/>
          </ac:spMkLst>
        </pc:spChg>
        <pc:spChg chg="add del mod">
          <ac:chgData name="Minh Huynh" userId="01a137d4-0d81-46e0-aca6-c9185b391828" providerId="ADAL" clId="{18447838-0BCA-432B-86F3-BB78526C143F}" dt="2026-10-12T21:53:38.709" v="2212"/>
          <ac:spMkLst>
            <pc:docMk/>
            <pc:sldMk cId="1572259855" sldId="900"/>
            <ac:spMk id="60" creationId="{EF3DE128-D044-4571-82F0-AA188AB45D32}"/>
          </ac:spMkLst>
        </pc:spChg>
        <pc:spChg chg="add del mod">
          <ac:chgData name="Minh Huynh" userId="01a137d4-0d81-46e0-aca6-c9185b391828" providerId="ADAL" clId="{18447838-0BCA-432B-86F3-BB78526C143F}" dt="2026-10-12T21:53:38.709" v="2212"/>
          <ac:spMkLst>
            <pc:docMk/>
            <pc:sldMk cId="1572259855" sldId="900"/>
            <ac:spMk id="61" creationId="{470C8668-AAF7-4494-8CCE-F9EEF3A15055}"/>
          </ac:spMkLst>
        </pc:spChg>
        <pc:spChg chg="add del mod">
          <ac:chgData name="Minh Huynh" userId="01a137d4-0d81-46e0-aca6-c9185b391828" providerId="ADAL" clId="{18447838-0BCA-432B-86F3-BB78526C143F}" dt="2026-10-12T21:53:38.709" v="2212"/>
          <ac:spMkLst>
            <pc:docMk/>
            <pc:sldMk cId="1572259855" sldId="900"/>
            <ac:spMk id="62" creationId="{0BAA67CE-C9D1-4C9B-8258-76AEE30F3CC6}"/>
          </ac:spMkLst>
        </pc:spChg>
        <pc:spChg chg="add del mod">
          <ac:chgData name="Minh Huynh" userId="01a137d4-0d81-46e0-aca6-c9185b391828" providerId="ADAL" clId="{18447838-0BCA-432B-86F3-BB78526C143F}" dt="2026-10-12T21:53:38.709" v="2212"/>
          <ac:spMkLst>
            <pc:docMk/>
            <pc:sldMk cId="1572259855" sldId="900"/>
            <ac:spMk id="63" creationId="{22415FF8-465F-430D-A18E-A4E1A1584622}"/>
          </ac:spMkLst>
        </pc:spChg>
        <pc:spChg chg="add del mod">
          <ac:chgData name="Minh Huynh" userId="01a137d4-0d81-46e0-aca6-c9185b391828" providerId="ADAL" clId="{18447838-0BCA-432B-86F3-BB78526C143F}" dt="2026-10-12T21:53:38.709" v="2212"/>
          <ac:spMkLst>
            <pc:docMk/>
            <pc:sldMk cId="1572259855" sldId="900"/>
            <ac:spMk id="64" creationId="{5114B134-2DA0-41F7-BE91-EC66B079FD49}"/>
          </ac:spMkLst>
        </pc:spChg>
        <pc:spChg chg="add del mod">
          <ac:chgData name="Minh Huynh" userId="01a137d4-0d81-46e0-aca6-c9185b391828" providerId="ADAL" clId="{18447838-0BCA-432B-86F3-BB78526C143F}" dt="2026-10-12T21:53:38.709" v="2212"/>
          <ac:spMkLst>
            <pc:docMk/>
            <pc:sldMk cId="1572259855" sldId="900"/>
            <ac:spMk id="65" creationId="{10800792-D212-4E26-BB3A-9DD25F2B2E9A}"/>
          </ac:spMkLst>
        </pc:spChg>
        <pc:spChg chg="add del mod">
          <ac:chgData name="Minh Huynh" userId="01a137d4-0d81-46e0-aca6-c9185b391828" providerId="ADAL" clId="{18447838-0BCA-432B-86F3-BB78526C143F}" dt="2026-10-12T21:53:38.709" v="2212"/>
          <ac:spMkLst>
            <pc:docMk/>
            <pc:sldMk cId="1572259855" sldId="900"/>
            <ac:spMk id="66" creationId="{70949F39-A247-4DD5-B3C3-BE087E3D6A27}"/>
          </ac:spMkLst>
        </pc:spChg>
        <pc:spChg chg="add del mod">
          <ac:chgData name="Minh Huynh" userId="01a137d4-0d81-46e0-aca6-c9185b391828" providerId="ADAL" clId="{18447838-0BCA-432B-86F3-BB78526C143F}" dt="2026-10-12T21:53:38.709" v="2212"/>
          <ac:spMkLst>
            <pc:docMk/>
            <pc:sldMk cId="1572259855" sldId="900"/>
            <ac:spMk id="67" creationId="{01EADCFD-010F-4AEA-BCD4-BFDFA3D1DFE1}"/>
          </ac:spMkLst>
        </pc:spChg>
        <pc:spChg chg="add del mod">
          <ac:chgData name="Minh Huynh" userId="01a137d4-0d81-46e0-aca6-c9185b391828" providerId="ADAL" clId="{18447838-0BCA-432B-86F3-BB78526C143F}" dt="2026-10-12T21:53:38.709" v="2212"/>
          <ac:spMkLst>
            <pc:docMk/>
            <pc:sldMk cId="1572259855" sldId="900"/>
            <ac:spMk id="68" creationId="{55ABE877-C644-4CDE-AFF8-2DBD98506169}"/>
          </ac:spMkLst>
        </pc:spChg>
        <pc:spChg chg="add del mod">
          <ac:chgData name="Minh Huynh" userId="01a137d4-0d81-46e0-aca6-c9185b391828" providerId="ADAL" clId="{18447838-0BCA-432B-86F3-BB78526C143F}" dt="2026-10-12T21:53:38.709" v="2212"/>
          <ac:spMkLst>
            <pc:docMk/>
            <pc:sldMk cId="1572259855" sldId="900"/>
            <ac:spMk id="69" creationId="{9297DD5E-4B35-473C-8C3A-32820AFEED90}"/>
          </ac:spMkLst>
        </pc:spChg>
        <pc:spChg chg="add del mod">
          <ac:chgData name="Minh Huynh" userId="01a137d4-0d81-46e0-aca6-c9185b391828" providerId="ADAL" clId="{18447838-0BCA-432B-86F3-BB78526C143F}" dt="2026-10-12T21:53:38.709" v="2212"/>
          <ac:spMkLst>
            <pc:docMk/>
            <pc:sldMk cId="1572259855" sldId="900"/>
            <ac:spMk id="70" creationId="{5D6CF9D9-D148-4FC7-8259-6CB104CEED11}"/>
          </ac:spMkLst>
        </pc:spChg>
        <pc:spChg chg="add del mod">
          <ac:chgData name="Minh Huynh" userId="01a137d4-0d81-46e0-aca6-c9185b391828" providerId="ADAL" clId="{18447838-0BCA-432B-86F3-BB78526C143F}" dt="2026-10-12T21:53:38.709" v="2212"/>
          <ac:spMkLst>
            <pc:docMk/>
            <pc:sldMk cId="1572259855" sldId="900"/>
            <ac:spMk id="71" creationId="{C896B697-DAEE-406F-8AC3-71C8BF9FDA0E}"/>
          </ac:spMkLst>
        </pc:spChg>
        <pc:spChg chg="add del mod">
          <ac:chgData name="Minh Huynh" userId="01a137d4-0d81-46e0-aca6-c9185b391828" providerId="ADAL" clId="{18447838-0BCA-432B-86F3-BB78526C143F}" dt="2026-10-12T21:53:38.709" v="2212"/>
          <ac:spMkLst>
            <pc:docMk/>
            <pc:sldMk cId="1572259855" sldId="900"/>
            <ac:spMk id="72" creationId="{0F3F7690-8BFD-431F-BF7D-4138CB78C7D3}"/>
          </ac:spMkLst>
        </pc:spChg>
        <pc:spChg chg="add del mod">
          <ac:chgData name="Minh Huynh" userId="01a137d4-0d81-46e0-aca6-c9185b391828" providerId="ADAL" clId="{18447838-0BCA-432B-86F3-BB78526C143F}" dt="2026-10-12T21:53:38.709" v="2212"/>
          <ac:spMkLst>
            <pc:docMk/>
            <pc:sldMk cId="1572259855" sldId="900"/>
            <ac:spMk id="73" creationId="{8EFA7FC1-F90A-48C0-AE0F-FD79A58B4749}"/>
          </ac:spMkLst>
        </pc:spChg>
        <pc:spChg chg="add del mod">
          <ac:chgData name="Minh Huynh" userId="01a137d4-0d81-46e0-aca6-c9185b391828" providerId="ADAL" clId="{18447838-0BCA-432B-86F3-BB78526C143F}" dt="2026-10-12T21:53:38.709" v="2212"/>
          <ac:spMkLst>
            <pc:docMk/>
            <pc:sldMk cId="1572259855" sldId="900"/>
            <ac:spMk id="74" creationId="{D384DAA5-3C08-46C2-B2EB-B68A25D77C39}"/>
          </ac:spMkLst>
        </pc:spChg>
        <pc:spChg chg="mod">
          <ac:chgData name="Minh Huynh" userId="01a137d4-0d81-46e0-aca6-c9185b391828" providerId="ADAL" clId="{18447838-0BCA-432B-86F3-BB78526C143F}" dt="2026-10-12T21:55:53.872" v="2313" actId="57"/>
          <ac:spMkLst>
            <pc:docMk/>
            <pc:sldMk cId="1572259855" sldId="900"/>
            <ac:spMk id="75" creationId="{49DF9D2F-8E65-4D63-82C3-27F8FA7882BF}"/>
          </ac:spMkLst>
        </pc:spChg>
        <pc:spChg chg="add del mod">
          <ac:chgData name="Minh Huynh" userId="01a137d4-0d81-46e0-aca6-c9185b391828" providerId="ADAL" clId="{18447838-0BCA-432B-86F3-BB78526C143F}" dt="2026-10-12T21:53:38.709" v="2212"/>
          <ac:spMkLst>
            <pc:docMk/>
            <pc:sldMk cId="1572259855" sldId="900"/>
            <ac:spMk id="76" creationId="{2E6FBF43-0122-458E-B137-0DAFD0CCB7F4}"/>
          </ac:spMkLst>
        </pc:spChg>
        <pc:spChg chg="add del mod">
          <ac:chgData name="Minh Huynh" userId="01a137d4-0d81-46e0-aca6-c9185b391828" providerId="ADAL" clId="{18447838-0BCA-432B-86F3-BB78526C143F}" dt="2026-10-12T21:53:38.709" v="2212"/>
          <ac:spMkLst>
            <pc:docMk/>
            <pc:sldMk cId="1572259855" sldId="900"/>
            <ac:spMk id="77" creationId="{D4757130-AE89-4C5F-98A5-56CEC96AE442}"/>
          </ac:spMkLst>
        </pc:spChg>
        <pc:spChg chg="add del mod">
          <ac:chgData name="Minh Huynh" userId="01a137d4-0d81-46e0-aca6-c9185b391828" providerId="ADAL" clId="{18447838-0BCA-432B-86F3-BB78526C143F}" dt="2026-10-12T21:53:38.709" v="2212"/>
          <ac:spMkLst>
            <pc:docMk/>
            <pc:sldMk cId="1572259855" sldId="900"/>
            <ac:spMk id="78" creationId="{84D7B0B5-902E-489F-8B16-0AF1D6BB79C8}"/>
          </ac:spMkLst>
        </pc:spChg>
        <pc:spChg chg="add del mod">
          <ac:chgData name="Minh Huynh" userId="01a137d4-0d81-46e0-aca6-c9185b391828" providerId="ADAL" clId="{18447838-0BCA-432B-86F3-BB78526C143F}" dt="2026-10-12T21:53:38.709" v="2212"/>
          <ac:spMkLst>
            <pc:docMk/>
            <pc:sldMk cId="1572259855" sldId="900"/>
            <ac:spMk id="79" creationId="{5CAE0427-743D-43D5-AD84-607335C54FCF}"/>
          </ac:spMkLst>
        </pc:spChg>
        <pc:spChg chg="add del mod">
          <ac:chgData name="Minh Huynh" userId="01a137d4-0d81-46e0-aca6-c9185b391828" providerId="ADAL" clId="{18447838-0BCA-432B-86F3-BB78526C143F}" dt="2026-10-12T21:53:38.709" v="2212"/>
          <ac:spMkLst>
            <pc:docMk/>
            <pc:sldMk cId="1572259855" sldId="900"/>
            <ac:spMk id="80" creationId="{722EA031-077E-4D22-8ABF-170041A327C1}"/>
          </ac:spMkLst>
        </pc:spChg>
        <pc:spChg chg="add del mod">
          <ac:chgData name="Minh Huynh" userId="01a137d4-0d81-46e0-aca6-c9185b391828" providerId="ADAL" clId="{18447838-0BCA-432B-86F3-BB78526C143F}" dt="2026-10-12T21:53:38.709" v="2212"/>
          <ac:spMkLst>
            <pc:docMk/>
            <pc:sldMk cId="1572259855" sldId="900"/>
            <ac:spMk id="81" creationId="{639525BF-9A3C-42BE-8B8F-78449493D8F0}"/>
          </ac:spMkLst>
        </pc:spChg>
        <pc:spChg chg="add del mod">
          <ac:chgData name="Minh Huynh" userId="01a137d4-0d81-46e0-aca6-c9185b391828" providerId="ADAL" clId="{18447838-0BCA-432B-86F3-BB78526C143F}" dt="2026-10-12T21:53:38.709" v="2212"/>
          <ac:spMkLst>
            <pc:docMk/>
            <pc:sldMk cId="1572259855" sldId="900"/>
            <ac:spMk id="82" creationId="{AA61A315-5EAF-4FAC-9160-3324ED96CA53}"/>
          </ac:spMkLst>
        </pc:spChg>
        <pc:spChg chg="add del mod">
          <ac:chgData name="Minh Huynh" userId="01a137d4-0d81-46e0-aca6-c9185b391828" providerId="ADAL" clId="{18447838-0BCA-432B-86F3-BB78526C143F}" dt="2026-10-12T21:53:38.709" v="2212"/>
          <ac:spMkLst>
            <pc:docMk/>
            <pc:sldMk cId="1572259855" sldId="900"/>
            <ac:spMk id="83" creationId="{EBB008E0-1234-4FBD-867F-6D46F47EC3AA}"/>
          </ac:spMkLst>
        </pc:spChg>
        <pc:spChg chg="add del mod">
          <ac:chgData name="Minh Huynh" userId="01a137d4-0d81-46e0-aca6-c9185b391828" providerId="ADAL" clId="{18447838-0BCA-432B-86F3-BB78526C143F}" dt="2026-10-12T21:53:38.709" v="2212"/>
          <ac:spMkLst>
            <pc:docMk/>
            <pc:sldMk cId="1572259855" sldId="900"/>
            <ac:spMk id="84" creationId="{F7A301CC-F1B1-4F0B-B2D5-A8AB9A39C756}"/>
          </ac:spMkLst>
        </pc:spChg>
        <pc:spChg chg="add del mod">
          <ac:chgData name="Minh Huynh" userId="01a137d4-0d81-46e0-aca6-c9185b391828" providerId="ADAL" clId="{18447838-0BCA-432B-86F3-BB78526C143F}" dt="2026-10-12T21:53:38.709" v="2212"/>
          <ac:spMkLst>
            <pc:docMk/>
            <pc:sldMk cId="1572259855" sldId="900"/>
            <ac:spMk id="85" creationId="{F7B877F6-1BE8-4052-84B5-CB6AA85A0AB6}"/>
          </ac:spMkLst>
        </pc:spChg>
        <pc:spChg chg="add del mod">
          <ac:chgData name="Minh Huynh" userId="01a137d4-0d81-46e0-aca6-c9185b391828" providerId="ADAL" clId="{18447838-0BCA-432B-86F3-BB78526C143F}" dt="2026-10-12T21:53:38.709" v="2212"/>
          <ac:spMkLst>
            <pc:docMk/>
            <pc:sldMk cId="1572259855" sldId="900"/>
            <ac:spMk id="86" creationId="{D17CEC4A-564A-4BE1-B022-479CC91FB3AE}"/>
          </ac:spMkLst>
        </pc:spChg>
        <pc:spChg chg="add del mod">
          <ac:chgData name="Minh Huynh" userId="01a137d4-0d81-46e0-aca6-c9185b391828" providerId="ADAL" clId="{18447838-0BCA-432B-86F3-BB78526C143F}" dt="2026-10-12T21:53:38.709" v="2212"/>
          <ac:spMkLst>
            <pc:docMk/>
            <pc:sldMk cId="1572259855" sldId="900"/>
            <ac:spMk id="87" creationId="{4CE955E1-AB93-40CE-BC4B-2CF9ADD3A1D2}"/>
          </ac:spMkLst>
        </pc:spChg>
        <pc:spChg chg="add mod">
          <ac:chgData name="Minh Huynh" userId="01a137d4-0d81-46e0-aca6-c9185b391828" providerId="ADAL" clId="{18447838-0BCA-432B-86F3-BB78526C143F}" dt="2026-10-12T21:53:42.505" v="2214" actId="1076"/>
          <ac:spMkLst>
            <pc:docMk/>
            <pc:sldMk cId="1572259855" sldId="900"/>
            <ac:spMk id="88" creationId="{DD7F568A-E10A-42A6-8DD7-89708932C924}"/>
          </ac:spMkLst>
        </pc:spChg>
        <pc:spChg chg="add mod">
          <ac:chgData name="Minh Huynh" userId="01a137d4-0d81-46e0-aca6-c9185b391828" providerId="ADAL" clId="{18447838-0BCA-432B-86F3-BB78526C143F}" dt="2026-10-12T21:53:42.505" v="2214" actId="1076"/>
          <ac:spMkLst>
            <pc:docMk/>
            <pc:sldMk cId="1572259855" sldId="900"/>
            <ac:spMk id="89" creationId="{46F8458C-5F60-4B54-8B52-86BFF0E7BFCB}"/>
          </ac:spMkLst>
        </pc:spChg>
        <pc:spChg chg="add mod">
          <ac:chgData name="Minh Huynh" userId="01a137d4-0d81-46e0-aca6-c9185b391828" providerId="ADAL" clId="{18447838-0BCA-432B-86F3-BB78526C143F}" dt="2026-10-12T21:53:42.505" v="2214" actId="1076"/>
          <ac:spMkLst>
            <pc:docMk/>
            <pc:sldMk cId="1572259855" sldId="900"/>
            <ac:spMk id="90" creationId="{CAEC0739-F223-4399-AA9D-C8873B374836}"/>
          </ac:spMkLst>
        </pc:spChg>
        <pc:spChg chg="add mod">
          <ac:chgData name="Minh Huynh" userId="01a137d4-0d81-46e0-aca6-c9185b391828" providerId="ADAL" clId="{18447838-0BCA-432B-86F3-BB78526C143F}" dt="2026-10-12T21:53:42.505" v="2214" actId="1076"/>
          <ac:spMkLst>
            <pc:docMk/>
            <pc:sldMk cId="1572259855" sldId="900"/>
            <ac:spMk id="91" creationId="{B6403C4B-018A-4CC1-8C10-9982F249BAFB}"/>
          </ac:spMkLst>
        </pc:spChg>
        <pc:spChg chg="add mod">
          <ac:chgData name="Minh Huynh" userId="01a137d4-0d81-46e0-aca6-c9185b391828" providerId="ADAL" clId="{18447838-0BCA-432B-86F3-BB78526C143F}" dt="2026-10-12T21:53:42.505" v="2214" actId="1076"/>
          <ac:spMkLst>
            <pc:docMk/>
            <pc:sldMk cId="1572259855" sldId="900"/>
            <ac:spMk id="92" creationId="{15164FBA-393B-48E9-AA99-ADA9AFD450C9}"/>
          </ac:spMkLst>
        </pc:spChg>
        <pc:spChg chg="add mod">
          <ac:chgData name="Minh Huynh" userId="01a137d4-0d81-46e0-aca6-c9185b391828" providerId="ADAL" clId="{18447838-0BCA-432B-86F3-BB78526C143F}" dt="2026-10-12T21:53:42.505" v="2214" actId="1076"/>
          <ac:spMkLst>
            <pc:docMk/>
            <pc:sldMk cId="1572259855" sldId="900"/>
            <ac:spMk id="93" creationId="{01EC23A7-0FB8-4BB0-BDDF-E77B9D4D8CF0}"/>
          </ac:spMkLst>
        </pc:spChg>
        <pc:spChg chg="add mod">
          <ac:chgData name="Minh Huynh" userId="01a137d4-0d81-46e0-aca6-c9185b391828" providerId="ADAL" clId="{18447838-0BCA-432B-86F3-BB78526C143F}" dt="2026-10-12T21:53:42.505" v="2214" actId="1076"/>
          <ac:spMkLst>
            <pc:docMk/>
            <pc:sldMk cId="1572259855" sldId="900"/>
            <ac:spMk id="94" creationId="{7612F2A8-B096-4386-B4E3-2FBBB3B19281}"/>
          </ac:spMkLst>
        </pc:spChg>
        <pc:spChg chg="add mod">
          <ac:chgData name="Minh Huynh" userId="01a137d4-0d81-46e0-aca6-c9185b391828" providerId="ADAL" clId="{18447838-0BCA-432B-86F3-BB78526C143F}" dt="2026-10-12T21:53:42.505" v="2214" actId="1076"/>
          <ac:spMkLst>
            <pc:docMk/>
            <pc:sldMk cId="1572259855" sldId="900"/>
            <ac:spMk id="95" creationId="{249DC1CC-BBC8-487C-8E71-B729AFA26698}"/>
          </ac:spMkLst>
        </pc:spChg>
        <pc:spChg chg="add mod">
          <ac:chgData name="Minh Huynh" userId="01a137d4-0d81-46e0-aca6-c9185b391828" providerId="ADAL" clId="{18447838-0BCA-432B-86F3-BB78526C143F}" dt="2026-10-12T21:53:42.505" v="2214" actId="1076"/>
          <ac:spMkLst>
            <pc:docMk/>
            <pc:sldMk cId="1572259855" sldId="900"/>
            <ac:spMk id="96" creationId="{3F31811F-B8BB-4CC7-9E0B-EA31337D3346}"/>
          </ac:spMkLst>
        </pc:spChg>
        <pc:spChg chg="add mod">
          <ac:chgData name="Minh Huynh" userId="01a137d4-0d81-46e0-aca6-c9185b391828" providerId="ADAL" clId="{18447838-0BCA-432B-86F3-BB78526C143F}" dt="2026-10-12T21:53:42.505" v="2214" actId="1076"/>
          <ac:spMkLst>
            <pc:docMk/>
            <pc:sldMk cId="1572259855" sldId="900"/>
            <ac:spMk id="97" creationId="{2A6C4381-B73D-4F25-8F78-5A572C11DA6E}"/>
          </ac:spMkLst>
        </pc:spChg>
        <pc:spChg chg="add mod">
          <ac:chgData name="Minh Huynh" userId="01a137d4-0d81-46e0-aca6-c9185b391828" providerId="ADAL" clId="{18447838-0BCA-432B-86F3-BB78526C143F}" dt="2026-10-12T21:53:42.505" v="2214" actId="1076"/>
          <ac:spMkLst>
            <pc:docMk/>
            <pc:sldMk cId="1572259855" sldId="900"/>
            <ac:spMk id="98" creationId="{00084E4B-67AD-406C-BCE5-11BB2D96174F}"/>
          </ac:spMkLst>
        </pc:spChg>
        <pc:spChg chg="add mod">
          <ac:chgData name="Minh Huynh" userId="01a137d4-0d81-46e0-aca6-c9185b391828" providerId="ADAL" clId="{18447838-0BCA-432B-86F3-BB78526C143F}" dt="2026-10-12T21:53:42.505" v="2214" actId="1076"/>
          <ac:spMkLst>
            <pc:docMk/>
            <pc:sldMk cId="1572259855" sldId="900"/>
            <ac:spMk id="99" creationId="{E8D2E691-0891-443B-8FF9-2D053A9F71E3}"/>
          </ac:spMkLst>
        </pc:spChg>
        <pc:spChg chg="add mod">
          <ac:chgData name="Minh Huynh" userId="01a137d4-0d81-46e0-aca6-c9185b391828" providerId="ADAL" clId="{18447838-0BCA-432B-86F3-BB78526C143F}" dt="2026-10-12T21:53:42.505" v="2214" actId="1076"/>
          <ac:spMkLst>
            <pc:docMk/>
            <pc:sldMk cId="1572259855" sldId="900"/>
            <ac:spMk id="100" creationId="{A3BF1D4D-579B-4F41-A96E-812F464E839E}"/>
          </ac:spMkLst>
        </pc:spChg>
        <pc:spChg chg="add mod">
          <ac:chgData name="Minh Huynh" userId="01a137d4-0d81-46e0-aca6-c9185b391828" providerId="ADAL" clId="{18447838-0BCA-432B-86F3-BB78526C143F}" dt="2026-10-12T21:53:42.505" v="2214" actId="1076"/>
          <ac:spMkLst>
            <pc:docMk/>
            <pc:sldMk cId="1572259855" sldId="900"/>
            <ac:spMk id="101" creationId="{ADB1EB13-4BE8-4854-B309-0C96D88C67FE}"/>
          </ac:spMkLst>
        </pc:spChg>
        <pc:spChg chg="add mod">
          <ac:chgData name="Minh Huynh" userId="01a137d4-0d81-46e0-aca6-c9185b391828" providerId="ADAL" clId="{18447838-0BCA-432B-86F3-BB78526C143F}" dt="2026-10-12T21:53:42.505" v="2214" actId="1076"/>
          <ac:spMkLst>
            <pc:docMk/>
            <pc:sldMk cId="1572259855" sldId="900"/>
            <ac:spMk id="102" creationId="{1D443D0C-3FD4-40A7-9D65-5F41331FA545}"/>
          </ac:spMkLst>
        </pc:spChg>
        <pc:spChg chg="add mod">
          <ac:chgData name="Minh Huynh" userId="01a137d4-0d81-46e0-aca6-c9185b391828" providerId="ADAL" clId="{18447838-0BCA-432B-86F3-BB78526C143F}" dt="2026-10-12T21:53:42.505" v="2214" actId="1076"/>
          <ac:spMkLst>
            <pc:docMk/>
            <pc:sldMk cId="1572259855" sldId="900"/>
            <ac:spMk id="103" creationId="{2B9A8AE0-96E8-4C2B-A774-1481FBB65B89}"/>
          </ac:spMkLst>
        </pc:spChg>
        <pc:spChg chg="add mod">
          <ac:chgData name="Minh Huynh" userId="01a137d4-0d81-46e0-aca6-c9185b391828" providerId="ADAL" clId="{18447838-0BCA-432B-86F3-BB78526C143F}" dt="2026-10-12T21:53:42.505" v="2214" actId="1076"/>
          <ac:spMkLst>
            <pc:docMk/>
            <pc:sldMk cId="1572259855" sldId="900"/>
            <ac:spMk id="104" creationId="{FF15C818-59D4-4522-8833-371EBDFD1665}"/>
          </ac:spMkLst>
        </pc:spChg>
        <pc:spChg chg="add mod">
          <ac:chgData name="Minh Huynh" userId="01a137d4-0d81-46e0-aca6-c9185b391828" providerId="ADAL" clId="{18447838-0BCA-432B-86F3-BB78526C143F}" dt="2026-10-12T21:53:42.505" v="2214" actId="1076"/>
          <ac:spMkLst>
            <pc:docMk/>
            <pc:sldMk cId="1572259855" sldId="900"/>
            <ac:spMk id="105" creationId="{E6CF411F-1380-4F4F-9AB7-C00595D29714}"/>
          </ac:spMkLst>
        </pc:spChg>
        <pc:spChg chg="add mod">
          <ac:chgData name="Minh Huynh" userId="01a137d4-0d81-46e0-aca6-c9185b391828" providerId="ADAL" clId="{18447838-0BCA-432B-86F3-BB78526C143F}" dt="2026-10-12T21:53:42.505" v="2214" actId="1076"/>
          <ac:spMkLst>
            <pc:docMk/>
            <pc:sldMk cId="1572259855" sldId="900"/>
            <ac:spMk id="106" creationId="{06262F71-8E9B-4E8B-BAC9-518A2BC779BF}"/>
          </ac:spMkLst>
        </pc:spChg>
        <pc:spChg chg="add mod">
          <ac:chgData name="Minh Huynh" userId="01a137d4-0d81-46e0-aca6-c9185b391828" providerId="ADAL" clId="{18447838-0BCA-432B-86F3-BB78526C143F}" dt="2026-10-12T21:53:42.505" v="2214" actId="1076"/>
          <ac:spMkLst>
            <pc:docMk/>
            <pc:sldMk cId="1572259855" sldId="900"/>
            <ac:spMk id="107" creationId="{F2649D6C-8552-4CE2-B9DD-06B336D3C297}"/>
          </ac:spMkLst>
        </pc:spChg>
        <pc:spChg chg="add mod">
          <ac:chgData name="Minh Huynh" userId="01a137d4-0d81-46e0-aca6-c9185b391828" providerId="ADAL" clId="{18447838-0BCA-432B-86F3-BB78526C143F}" dt="2026-10-12T21:53:42.505" v="2214" actId="1076"/>
          <ac:spMkLst>
            <pc:docMk/>
            <pc:sldMk cId="1572259855" sldId="900"/>
            <ac:spMk id="108" creationId="{A3754F7B-EB72-4111-AA04-1B47F01AAA98}"/>
          </ac:spMkLst>
        </pc:spChg>
        <pc:spChg chg="del">
          <ac:chgData name="Minh Huynh" userId="01a137d4-0d81-46e0-aca6-c9185b391828" providerId="ADAL" clId="{18447838-0BCA-432B-86F3-BB78526C143F}" dt="2026-10-12T21:53:27.054" v="2210" actId="478"/>
          <ac:spMkLst>
            <pc:docMk/>
            <pc:sldMk cId="1572259855" sldId="900"/>
            <ac:spMk id="109" creationId="{3D39CCBB-818F-4C2C-A0F1-C483687AD860}"/>
          </ac:spMkLst>
        </pc:spChg>
        <pc:spChg chg="del">
          <ac:chgData name="Minh Huynh" userId="01a137d4-0d81-46e0-aca6-c9185b391828" providerId="ADAL" clId="{18447838-0BCA-432B-86F3-BB78526C143F}" dt="2026-10-12T21:53:27.054" v="2210" actId="478"/>
          <ac:spMkLst>
            <pc:docMk/>
            <pc:sldMk cId="1572259855" sldId="900"/>
            <ac:spMk id="110" creationId="{F0810AB7-887E-4CEE-985B-E801F950FD75}"/>
          </ac:spMkLst>
        </pc:spChg>
        <pc:spChg chg="del">
          <ac:chgData name="Minh Huynh" userId="01a137d4-0d81-46e0-aca6-c9185b391828" providerId="ADAL" clId="{18447838-0BCA-432B-86F3-BB78526C143F}" dt="2026-10-12T21:53:27.054" v="2210" actId="478"/>
          <ac:spMkLst>
            <pc:docMk/>
            <pc:sldMk cId="1572259855" sldId="900"/>
            <ac:spMk id="111" creationId="{8C14A1BE-23D6-4A71-B469-AA85A0AB249E}"/>
          </ac:spMkLst>
        </pc:spChg>
        <pc:spChg chg="del">
          <ac:chgData name="Minh Huynh" userId="01a137d4-0d81-46e0-aca6-c9185b391828" providerId="ADAL" clId="{18447838-0BCA-432B-86F3-BB78526C143F}" dt="2026-10-12T21:53:27.054" v="2210" actId="478"/>
          <ac:spMkLst>
            <pc:docMk/>
            <pc:sldMk cId="1572259855" sldId="900"/>
            <ac:spMk id="112" creationId="{DA270779-A8F0-4C7B-91A9-25376A9819EA}"/>
          </ac:spMkLst>
        </pc:spChg>
        <pc:spChg chg="del">
          <ac:chgData name="Minh Huynh" userId="01a137d4-0d81-46e0-aca6-c9185b391828" providerId="ADAL" clId="{18447838-0BCA-432B-86F3-BB78526C143F}" dt="2026-10-12T21:53:27.054" v="2210" actId="478"/>
          <ac:spMkLst>
            <pc:docMk/>
            <pc:sldMk cId="1572259855" sldId="900"/>
            <ac:spMk id="113" creationId="{8B9A20E8-B4EB-4D8E-B1CD-95786CEF4741}"/>
          </ac:spMkLst>
        </pc:spChg>
        <pc:spChg chg="del">
          <ac:chgData name="Minh Huynh" userId="01a137d4-0d81-46e0-aca6-c9185b391828" providerId="ADAL" clId="{18447838-0BCA-432B-86F3-BB78526C143F}" dt="2026-10-12T21:53:27.054" v="2210" actId="478"/>
          <ac:spMkLst>
            <pc:docMk/>
            <pc:sldMk cId="1572259855" sldId="900"/>
            <ac:spMk id="114" creationId="{3D649E51-293D-4A75-8A32-668C87119407}"/>
          </ac:spMkLst>
        </pc:spChg>
        <pc:spChg chg="del">
          <ac:chgData name="Minh Huynh" userId="01a137d4-0d81-46e0-aca6-c9185b391828" providerId="ADAL" clId="{18447838-0BCA-432B-86F3-BB78526C143F}" dt="2026-10-12T21:53:27.054" v="2210" actId="478"/>
          <ac:spMkLst>
            <pc:docMk/>
            <pc:sldMk cId="1572259855" sldId="900"/>
            <ac:spMk id="115" creationId="{BB84CD00-8CF5-4A7D-B233-10B5631A61B3}"/>
          </ac:spMkLst>
        </pc:spChg>
        <pc:spChg chg="del">
          <ac:chgData name="Minh Huynh" userId="01a137d4-0d81-46e0-aca6-c9185b391828" providerId="ADAL" clId="{18447838-0BCA-432B-86F3-BB78526C143F}" dt="2026-10-12T21:53:27.054" v="2210" actId="478"/>
          <ac:spMkLst>
            <pc:docMk/>
            <pc:sldMk cId="1572259855" sldId="900"/>
            <ac:spMk id="116" creationId="{FC78B74D-A1C5-4F32-93D6-361679E758D7}"/>
          </ac:spMkLst>
        </pc:spChg>
        <pc:spChg chg="del">
          <ac:chgData name="Minh Huynh" userId="01a137d4-0d81-46e0-aca6-c9185b391828" providerId="ADAL" clId="{18447838-0BCA-432B-86F3-BB78526C143F}" dt="2026-10-12T21:53:27.054" v="2210" actId="478"/>
          <ac:spMkLst>
            <pc:docMk/>
            <pc:sldMk cId="1572259855" sldId="900"/>
            <ac:spMk id="117" creationId="{43AF4A22-2BCC-4A91-B0D7-D0EAD58769F8}"/>
          </ac:spMkLst>
        </pc:spChg>
        <pc:spChg chg="del">
          <ac:chgData name="Minh Huynh" userId="01a137d4-0d81-46e0-aca6-c9185b391828" providerId="ADAL" clId="{18447838-0BCA-432B-86F3-BB78526C143F}" dt="2026-10-12T21:53:27.054" v="2210" actId="478"/>
          <ac:spMkLst>
            <pc:docMk/>
            <pc:sldMk cId="1572259855" sldId="900"/>
            <ac:spMk id="118" creationId="{26F7F4D0-F82B-479D-BE73-C57D24929D87}"/>
          </ac:spMkLst>
        </pc:spChg>
        <pc:spChg chg="del">
          <ac:chgData name="Minh Huynh" userId="01a137d4-0d81-46e0-aca6-c9185b391828" providerId="ADAL" clId="{18447838-0BCA-432B-86F3-BB78526C143F}" dt="2026-10-12T21:53:27.054" v="2210" actId="478"/>
          <ac:spMkLst>
            <pc:docMk/>
            <pc:sldMk cId="1572259855" sldId="900"/>
            <ac:spMk id="119" creationId="{8FA59F90-3109-4ACB-8BBC-368F3EECF04F}"/>
          </ac:spMkLst>
        </pc:spChg>
        <pc:spChg chg="del">
          <ac:chgData name="Minh Huynh" userId="01a137d4-0d81-46e0-aca6-c9185b391828" providerId="ADAL" clId="{18447838-0BCA-432B-86F3-BB78526C143F}" dt="2026-10-12T21:53:27.054" v="2210" actId="478"/>
          <ac:spMkLst>
            <pc:docMk/>
            <pc:sldMk cId="1572259855" sldId="900"/>
            <ac:spMk id="120" creationId="{208231C7-54E8-4C15-A4B7-9F19F10DF278}"/>
          </ac:spMkLst>
        </pc:spChg>
        <pc:spChg chg="del">
          <ac:chgData name="Minh Huynh" userId="01a137d4-0d81-46e0-aca6-c9185b391828" providerId="ADAL" clId="{18447838-0BCA-432B-86F3-BB78526C143F}" dt="2026-10-12T21:53:27.054" v="2210" actId="478"/>
          <ac:spMkLst>
            <pc:docMk/>
            <pc:sldMk cId="1572259855" sldId="900"/>
            <ac:spMk id="121" creationId="{58B9E9C3-3A9C-48CC-B2B2-D7404856E10D}"/>
          </ac:spMkLst>
        </pc:spChg>
        <pc:spChg chg="del">
          <ac:chgData name="Minh Huynh" userId="01a137d4-0d81-46e0-aca6-c9185b391828" providerId="ADAL" clId="{18447838-0BCA-432B-86F3-BB78526C143F}" dt="2026-10-12T21:53:27.054" v="2210" actId="478"/>
          <ac:spMkLst>
            <pc:docMk/>
            <pc:sldMk cId="1572259855" sldId="900"/>
            <ac:spMk id="122" creationId="{720A4586-7609-4D23-90F5-A532E75A06A0}"/>
          </ac:spMkLst>
        </pc:spChg>
        <pc:spChg chg="del">
          <ac:chgData name="Minh Huynh" userId="01a137d4-0d81-46e0-aca6-c9185b391828" providerId="ADAL" clId="{18447838-0BCA-432B-86F3-BB78526C143F}" dt="2026-10-12T21:53:27.054" v="2210" actId="478"/>
          <ac:spMkLst>
            <pc:docMk/>
            <pc:sldMk cId="1572259855" sldId="900"/>
            <ac:spMk id="123" creationId="{1EE6A027-EBE3-492F-A9D8-A7CF22F1ADE3}"/>
          </ac:spMkLst>
        </pc:spChg>
        <pc:spChg chg="del">
          <ac:chgData name="Minh Huynh" userId="01a137d4-0d81-46e0-aca6-c9185b391828" providerId="ADAL" clId="{18447838-0BCA-432B-86F3-BB78526C143F}" dt="2026-10-12T21:53:27.054" v="2210" actId="478"/>
          <ac:spMkLst>
            <pc:docMk/>
            <pc:sldMk cId="1572259855" sldId="900"/>
            <ac:spMk id="124" creationId="{70CDC884-6E92-4AB0-AAE1-44134FF18D8A}"/>
          </ac:spMkLst>
        </pc:spChg>
        <pc:spChg chg="del">
          <ac:chgData name="Minh Huynh" userId="01a137d4-0d81-46e0-aca6-c9185b391828" providerId="ADAL" clId="{18447838-0BCA-432B-86F3-BB78526C143F}" dt="2026-10-12T21:53:27.054" v="2210" actId="478"/>
          <ac:spMkLst>
            <pc:docMk/>
            <pc:sldMk cId="1572259855" sldId="900"/>
            <ac:spMk id="125" creationId="{C36F9355-E55C-4F29-9998-E17F4C767094}"/>
          </ac:spMkLst>
        </pc:spChg>
        <pc:spChg chg="del">
          <ac:chgData name="Minh Huynh" userId="01a137d4-0d81-46e0-aca6-c9185b391828" providerId="ADAL" clId="{18447838-0BCA-432B-86F3-BB78526C143F}" dt="2026-10-12T21:53:27.054" v="2210" actId="478"/>
          <ac:spMkLst>
            <pc:docMk/>
            <pc:sldMk cId="1572259855" sldId="900"/>
            <ac:spMk id="126" creationId="{F1C80EEF-F4E0-4202-ABF8-897A5B1974C9}"/>
          </ac:spMkLst>
        </pc:spChg>
        <pc:spChg chg="del">
          <ac:chgData name="Minh Huynh" userId="01a137d4-0d81-46e0-aca6-c9185b391828" providerId="ADAL" clId="{18447838-0BCA-432B-86F3-BB78526C143F}" dt="2026-10-12T21:53:27.054" v="2210" actId="478"/>
          <ac:spMkLst>
            <pc:docMk/>
            <pc:sldMk cId="1572259855" sldId="900"/>
            <ac:spMk id="127" creationId="{28ECCE3F-B26C-4D7F-9734-016D658D7791}"/>
          </ac:spMkLst>
        </pc:spChg>
        <pc:spChg chg="del">
          <ac:chgData name="Minh Huynh" userId="01a137d4-0d81-46e0-aca6-c9185b391828" providerId="ADAL" clId="{18447838-0BCA-432B-86F3-BB78526C143F}" dt="2026-10-12T21:53:27.054" v="2210" actId="478"/>
          <ac:spMkLst>
            <pc:docMk/>
            <pc:sldMk cId="1572259855" sldId="900"/>
            <ac:spMk id="128" creationId="{AC2159AF-D14C-4BE5-8BBF-ED4ABD6F422F}"/>
          </ac:spMkLst>
        </pc:spChg>
        <pc:spChg chg="del">
          <ac:chgData name="Minh Huynh" userId="01a137d4-0d81-46e0-aca6-c9185b391828" providerId="ADAL" clId="{18447838-0BCA-432B-86F3-BB78526C143F}" dt="2026-10-12T21:53:27.054" v="2210" actId="478"/>
          <ac:spMkLst>
            <pc:docMk/>
            <pc:sldMk cId="1572259855" sldId="900"/>
            <ac:spMk id="129" creationId="{C02D6605-D919-4520-B5EB-A6BF078F19A1}"/>
          </ac:spMkLst>
        </pc:spChg>
        <pc:spChg chg="del">
          <ac:chgData name="Minh Huynh" userId="01a137d4-0d81-46e0-aca6-c9185b391828" providerId="ADAL" clId="{18447838-0BCA-432B-86F3-BB78526C143F}" dt="2026-10-12T21:53:27.054" v="2210" actId="478"/>
          <ac:spMkLst>
            <pc:docMk/>
            <pc:sldMk cId="1572259855" sldId="900"/>
            <ac:spMk id="130" creationId="{0CC0B17D-A966-446E-843A-8C9DA02AB9C0}"/>
          </ac:spMkLst>
        </pc:spChg>
        <pc:spChg chg="del">
          <ac:chgData name="Minh Huynh" userId="01a137d4-0d81-46e0-aca6-c9185b391828" providerId="ADAL" clId="{18447838-0BCA-432B-86F3-BB78526C143F}" dt="2026-10-12T21:53:27.054" v="2210" actId="478"/>
          <ac:spMkLst>
            <pc:docMk/>
            <pc:sldMk cId="1572259855" sldId="900"/>
            <ac:spMk id="131" creationId="{36EBA0CB-78DD-4264-B31A-444991CA79D8}"/>
          </ac:spMkLst>
        </pc:spChg>
        <pc:spChg chg="del">
          <ac:chgData name="Minh Huynh" userId="01a137d4-0d81-46e0-aca6-c9185b391828" providerId="ADAL" clId="{18447838-0BCA-432B-86F3-BB78526C143F}" dt="2026-10-12T21:53:27.054" v="2210" actId="478"/>
          <ac:spMkLst>
            <pc:docMk/>
            <pc:sldMk cId="1572259855" sldId="900"/>
            <ac:spMk id="132" creationId="{8C5E9F7D-FCC9-468A-9459-8BF7BC235CEF}"/>
          </ac:spMkLst>
        </pc:spChg>
        <pc:spChg chg="del">
          <ac:chgData name="Minh Huynh" userId="01a137d4-0d81-46e0-aca6-c9185b391828" providerId="ADAL" clId="{18447838-0BCA-432B-86F3-BB78526C143F}" dt="2026-10-12T21:53:27.054" v="2210" actId="478"/>
          <ac:spMkLst>
            <pc:docMk/>
            <pc:sldMk cId="1572259855" sldId="900"/>
            <ac:spMk id="133" creationId="{328ABEDB-6DD7-4DDE-997C-7FBF738D14C9}"/>
          </ac:spMkLst>
        </pc:spChg>
        <pc:spChg chg="del">
          <ac:chgData name="Minh Huynh" userId="01a137d4-0d81-46e0-aca6-c9185b391828" providerId="ADAL" clId="{18447838-0BCA-432B-86F3-BB78526C143F}" dt="2026-10-12T21:53:27.054" v="2210" actId="478"/>
          <ac:spMkLst>
            <pc:docMk/>
            <pc:sldMk cId="1572259855" sldId="900"/>
            <ac:spMk id="134" creationId="{32743519-AA83-43F1-ADE0-6DD3E0C0218E}"/>
          </ac:spMkLst>
        </pc:spChg>
        <pc:spChg chg="del">
          <ac:chgData name="Minh Huynh" userId="01a137d4-0d81-46e0-aca6-c9185b391828" providerId="ADAL" clId="{18447838-0BCA-432B-86F3-BB78526C143F}" dt="2026-10-12T21:53:27.054" v="2210" actId="478"/>
          <ac:spMkLst>
            <pc:docMk/>
            <pc:sldMk cId="1572259855" sldId="900"/>
            <ac:spMk id="135" creationId="{DAC1265D-48B0-4EF6-9E5F-C8B095DA93F7}"/>
          </ac:spMkLst>
        </pc:spChg>
        <pc:spChg chg="del">
          <ac:chgData name="Minh Huynh" userId="01a137d4-0d81-46e0-aca6-c9185b391828" providerId="ADAL" clId="{18447838-0BCA-432B-86F3-BB78526C143F}" dt="2026-10-12T21:53:27.054" v="2210" actId="478"/>
          <ac:spMkLst>
            <pc:docMk/>
            <pc:sldMk cId="1572259855" sldId="900"/>
            <ac:spMk id="136" creationId="{B2D86BC5-52CB-4A8D-B0A2-5DFFEA5CAFA8}"/>
          </ac:spMkLst>
        </pc:spChg>
        <pc:spChg chg="del">
          <ac:chgData name="Minh Huynh" userId="01a137d4-0d81-46e0-aca6-c9185b391828" providerId="ADAL" clId="{18447838-0BCA-432B-86F3-BB78526C143F}" dt="2026-10-12T21:53:27.054" v="2210" actId="478"/>
          <ac:spMkLst>
            <pc:docMk/>
            <pc:sldMk cId="1572259855" sldId="900"/>
            <ac:spMk id="137" creationId="{8A028BDE-3F0D-42CD-9980-B641A1CD684D}"/>
          </ac:spMkLst>
        </pc:spChg>
        <pc:spChg chg="del">
          <ac:chgData name="Minh Huynh" userId="01a137d4-0d81-46e0-aca6-c9185b391828" providerId="ADAL" clId="{18447838-0BCA-432B-86F3-BB78526C143F}" dt="2026-10-12T21:53:27.054" v="2210" actId="478"/>
          <ac:spMkLst>
            <pc:docMk/>
            <pc:sldMk cId="1572259855" sldId="900"/>
            <ac:spMk id="138" creationId="{231536C3-9E58-49BE-A46B-4F5AD969218C}"/>
          </ac:spMkLst>
        </pc:spChg>
        <pc:spChg chg="del">
          <ac:chgData name="Minh Huynh" userId="01a137d4-0d81-46e0-aca6-c9185b391828" providerId="ADAL" clId="{18447838-0BCA-432B-86F3-BB78526C143F}" dt="2026-10-12T21:53:27.054" v="2210" actId="478"/>
          <ac:spMkLst>
            <pc:docMk/>
            <pc:sldMk cId="1572259855" sldId="900"/>
            <ac:spMk id="139" creationId="{BB7BDFF3-160E-4508-A5C1-D1FD45994602}"/>
          </ac:spMkLst>
        </pc:spChg>
        <pc:spChg chg="del">
          <ac:chgData name="Minh Huynh" userId="01a137d4-0d81-46e0-aca6-c9185b391828" providerId="ADAL" clId="{18447838-0BCA-432B-86F3-BB78526C143F}" dt="2026-10-12T21:53:27.054" v="2210" actId="478"/>
          <ac:spMkLst>
            <pc:docMk/>
            <pc:sldMk cId="1572259855" sldId="900"/>
            <ac:spMk id="140" creationId="{5726F58C-EB48-458B-BC16-727F6423FD1C}"/>
          </ac:spMkLst>
        </pc:spChg>
        <pc:spChg chg="del">
          <ac:chgData name="Minh Huynh" userId="01a137d4-0d81-46e0-aca6-c9185b391828" providerId="ADAL" clId="{18447838-0BCA-432B-86F3-BB78526C143F}" dt="2026-10-12T21:53:27.054" v="2210" actId="478"/>
          <ac:spMkLst>
            <pc:docMk/>
            <pc:sldMk cId="1572259855" sldId="900"/>
            <ac:spMk id="141" creationId="{C01A2791-5FBA-4B1A-B5ED-4E4CEF488E57}"/>
          </ac:spMkLst>
        </pc:spChg>
        <pc:spChg chg="del">
          <ac:chgData name="Minh Huynh" userId="01a137d4-0d81-46e0-aca6-c9185b391828" providerId="ADAL" clId="{18447838-0BCA-432B-86F3-BB78526C143F}" dt="2026-10-12T21:53:27.054" v="2210" actId="478"/>
          <ac:spMkLst>
            <pc:docMk/>
            <pc:sldMk cId="1572259855" sldId="900"/>
            <ac:spMk id="142" creationId="{B738D2B9-DB79-4B80-8727-91E25C4E14B6}"/>
          </ac:spMkLst>
        </pc:spChg>
        <pc:spChg chg="del">
          <ac:chgData name="Minh Huynh" userId="01a137d4-0d81-46e0-aca6-c9185b391828" providerId="ADAL" clId="{18447838-0BCA-432B-86F3-BB78526C143F}" dt="2026-10-12T21:53:27.054" v="2210" actId="478"/>
          <ac:spMkLst>
            <pc:docMk/>
            <pc:sldMk cId="1572259855" sldId="900"/>
            <ac:spMk id="143" creationId="{49AA32A9-21E7-4464-87CA-C24C95379201}"/>
          </ac:spMkLst>
        </pc:spChg>
        <pc:spChg chg="del">
          <ac:chgData name="Minh Huynh" userId="01a137d4-0d81-46e0-aca6-c9185b391828" providerId="ADAL" clId="{18447838-0BCA-432B-86F3-BB78526C143F}" dt="2026-10-12T21:53:27.054" v="2210" actId="478"/>
          <ac:spMkLst>
            <pc:docMk/>
            <pc:sldMk cId="1572259855" sldId="900"/>
            <ac:spMk id="144" creationId="{97DD5D34-DCC0-4FC2-9865-09919F320786}"/>
          </ac:spMkLst>
        </pc:spChg>
        <pc:spChg chg="del">
          <ac:chgData name="Minh Huynh" userId="01a137d4-0d81-46e0-aca6-c9185b391828" providerId="ADAL" clId="{18447838-0BCA-432B-86F3-BB78526C143F}" dt="2026-10-12T21:53:27.054" v="2210" actId="478"/>
          <ac:spMkLst>
            <pc:docMk/>
            <pc:sldMk cId="1572259855" sldId="900"/>
            <ac:spMk id="145" creationId="{6ABE33D3-8E8E-4407-89A4-1146CAB6DFFF}"/>
          </ac:spMkLst>
        </pc:spChg>
        <pc:spChg chg="del">
          <ac:chgData name="Minh Huynh" userId="01a137d4-0d81-46e0-aca6-c9185b391828" providerId="ADAL" clId="{18447838-0BCA-432B-86F3-BB78526C143F}" dt="2026-10-12T21:53:27.054" v="2210" actId="478"/>
          <ac:spMkLst>
            <pc:docMk/>
            <pc:sldMk cId="1572259855" sldId="900"/>
            <ac:spMk id="146" creationId="{9F406BE7-BB42-4381-B919-C99F906C68A8}"/>
          </ac:spMkLst>
        </pc:spChg>
        <pc:spChg chg="del">
          <ac:chgData name="Minh Huynh" userId="01a137d4-0d81-46e0-aca6-c9185b391828" providerId="ADAL" clId="{18447838-0BCA-432B-86F3-BB78526C143F}" dt="2026-10-12T21:53:27.054" v="2210" actId="478"/>
          <ac:spMkLst>
            <pc:docMk/>
            <pc:sldMk cId="1572259855" sldId="900"/>
            <ac:spMk id="147" creationId="{9190E31B-21C1-4752-80DC-EB225F8B8FE7}"/>
          </ac:spMkLst>
        </pc:spChg>
        <pc:spChg chg="del">
          <ac:chgData name="Minh Huynh" userId="01a137d4-0d81-46e0-aca6-c9185b391828" providerId="ADAL" clId="{18447838-0BCA-432B-86F3-BB78526C143F}" dt="2026-10-12T21:53:27.054" v="2210" actId="478"/>
          <ac:spMkLst>
            <pc:docMk/>
            <pc:sldMk cId="1572259855" sldId="900"/>
            <ac:spMk id="148" creationId="{FD5DD199-737A-495E-88C7-4539D7CCD69A}"/>
          </ac:spMkLst>
        </pc:spChg>
        <pc:spChg chg="add mod">
          <ac:chgData name="Minh Huynh" userId="01a137d4-0d81-46e0-aca6-c9185b391828" providerId="ADAL" clId="{18447838-0BCA-432B-86F3-BB78526C143F}" dt="2026-10-12T21:53:42.505" v="2214" actId="1076"/>
          <ac:spMkLst>
            <pc:docMk/>
            <pc:sldMk cId="1572259855" sldId="900"/>
            <ac:spMk id="149" creationId="{21DFD56D-3523-4608-9402-BFB284590709}"/>
          </ac:spMkLst>
        </pc:spChg>
        <pc:spChg chg="add mod">
          <ac:chgData name="Minh Huynh" userId="01a137d4-0d81-46e0-aca6-c9185b391828" providerId="ADAL" clId="{18447838-0BCA-432B-86F3-BB78526C143F}" dt="2026-10-12T21:53:42.505" v="2214" actId="1076"/>
          <ac:spMkLst>
            <pc:docMk/>
            <pc:sldMk cId="1572259855" sldId="900"/>
            <ac:spMk id="150" creationId="{6DBAB6A7-C461-484C-ADB3-AABA62871EAB}"/>
          </ac:spMkLst>
        </pc:spChg>
        <pc:spChg chg="add mod">
          <ac:chgData name="Minh Huynh" userId="01a137d4-0d81-46e0-aca6-c9185b391828" providerId="ADAL" clId="{18447838-0BCA-432B-86F3-BB78526C143F}" dt="2026-10-12T21:53:42.505" v="2214" actId="1076"/>
          <ac:spMkLst>
            <pc:docMk/>
            <pc:sldMk cId="1572259855" sldId="900"/>
            <ac:spMk id="151" creationId="{90614140-0FC7-4B2C-AC00-25A3D449D757}"/>
          </ac:spMkLst>
        </pc:spChg>
        <pc:spChg chg="add mod">
          <ac:chgData name="Minh Huynh" userId="01a137d4-0d81-46e0-aca6-c9185b391828" providerId="ADAL" clId="{18447838-0BCA-432B-86F3-BB78526C143F}" dt="2026-10-12T21:53:42.505" v="2214" actId="1076"/>
          <ac:spMkLst>
            <pc:docMk/>
            <pc:sldMk cId="1572259855" sldId="900"/>
            <ac:spMk id="152" creationId="{A39311CA-B5A0-452F-8DE5-15587543E5DB}"/>
          </ac:spMkLst>
        </pc:spChg>
        <pc:spChg chg="add mod">
          <ac:chgData name="Minh Huynh" userId="01a137d4-0d81-46e0-aca6-c9185b391828" providerId="ADAL" clId="{18447838-0BCA-432B-86F3-BB78526C143F}" dt="2026-10-12T21:53:42.505" v="2214" actId="1076"/>
          <ac:spMkLst>
            <pc:docMk/>
            <pc:sldMk cId="1572259855" sldId="900"/>
            <ac:spMk id="153" creationId="{CC4135C1-925C-4734-8A19-3FA170BED018}"/>
          </ac:spMkLst>
        </pc:spChg>
        <pc:spChg chg="add mod">
          <ac:chgData name="Minh Huynh" userId="01a137d4-0d81-46e0-aca6-c9185b391828" providerId="ADAL" clId="{18447838-0BCA-432B-86F3-BB78526C143F}" dt="2026-10-12T21:53:42.505" v="2214" actId="1076"/>
          <ac:spMkLst>
            <pc:docMk/>
            <pc:sldMk cId="1572259855" sldId="900"/>
            <ac:spMk id="154" creationId="{E50D65BB-3A00-40D4-BEB3-639AF96917D6}"/>
          </ac:spMkLst>
        </pc:spChg>
        <pc:spChg chg="add mod">
          <ac:chgData name="Minh Huynh" userId="01a137d4-0d81-46e0-aca6-c9185b391828" providerId="ADAL" clId="{18447838-0BCA-432B-86F3-BB78526C143F}" dt="2026-10-12T21:53:42.505" v="2214" actId="1076"/>
          <ac:spMkLst>
            <pc:docMk/>
            <pc:sldMk cId="1572259855" sldId="900"/>
            <ac:spMk id="155" creationId="{F88CA61F-761B-40D0-9A17-10D593B3247F}"/>
          </ac:spMkLst>
        </pc:spChg>
        <pc:spChg chg="add mod">
          <ac:chgData name="Minh Huynh" userId="01a137d4-0d81-46e0-aca6-c9185b391828" providerId="ADAL" clId="{18447838-0BCA-432B-86F3-BB78526C143F}" dt="2026-10-12T21:53:42.505" v="2214" actId="1076"/>
          <ac:spMkLst>
            <pc:docMk/>
            <pc:sldMk cId="1572259855" sldId="900"/>
            <ac:spMk id="156" creationId="{6C3D556A-27F9-499F-A789-55B42F8AB778}"/>
          </ac:spMkLst>
        </pc:spChg>
        <pc:spChg chg="add mod">
          <ac:chgData name="Minh Huynh" userId="01a137d4-0d81-46e0-aca6-c9185b391828" providerId="ADAL" clId="{18447838-0BCA-432B-86F3-BB78526C143F}" dt="2026-10-12T21:53:42.505" v="2214" actId="1076"/>
          <ac:spMkLst>
            <pc:docMk/>
            <pc:sldMk cId="1572259855" sldId="900"/>
            <ac:spMk id="157" creationId="{A38F0726-2FB3-4CE1-AB85-658E951878E0}"/>
          </ac:spMkLst>
        </pc:spChg>
        <pc:spChg chg="add mod">
          <ac:chgData name="Minh Huynh" userId="01a137d4-0d81-46e0-aca6-c9185b391828" providerId="ADAL" clId="{18447838-0BCA-432B-86F3-BB78526C143F}" dt="2026-10-12T21:53:42.505" v="2214" actId="1076"/>
          <ac:spMkLst>
            <pc:docMk/>
            <pc:sldMk cId="1572259855" sldId="900"/>
            <ac:spMk id="158" creationId="{9A532184-9FAF-442F-A2B6-22F5DE3F3A1C}"/>
          </ac:spMkLst>
        </pc:spChg>
        <pc:spChg chg="add mod">
          <ac:chgData name="Minh Huynh" userId="01a137d4-0d81-46e0-aca6-c9185b391828" providerId="ADAL" clId="{18447838-0BCA-432B-86F3-BB78526C143F}" dt="2026-10-12T21:53:42.505" v="2214" actId="1076"/>
          <ac:spMkLst>
            <pc:docMk/>
            <pc:sldMk cId="1572259855" sldId="900"/>
            <ac:spMk id="159" creationId="{5A86A892-1579-4A9B-8153-0B7325B32AB9}"/>
          </ac:spMkLst>
        </pc:spChg>
        <pc:spChg chg="add mod">
          <ac:chgData name="Minh Huynh" userId="01a137d4-0d81-46e0-aca6-c9185b391828" providerId="ADAL" clId="{18447838-0BCA-432B-86F3-BB78526C143F}" dt="2026-10-12T21:53:42.505" v="2214" actId="1076"/>
          <ac:spMkLst>
            <pc:docMk/>
            <pc:sldMk cId="1572259855" sldId="900"/>
            <ac:spMk id="160" creationId="{BBAAE345-78C0-4389-A2C3-163D462D2335}"/>
          </ac:spMkLst>
        </pc:spChg>
        <pc:spChg chg="add mod">
          <ac:chgData name="Minh Huynh" userId="01a137d4-0d81-46e0-aca6-c9185b391828" providerId="ADAL" clId="{18447838-0BCA-432B-86F3-BB78526C143F}" dt="2026-10-12T21:53:42.505" v="2214" actId="1076"/>
          <ac:spMkLst>
            <pc:docMk/>
            <pc:sldMk cId="1572259855" sldId="900"/>
            <ac:spMk id="161" creationId="{3B9021A5-D70D-44D9-8FD2-334714F68809}"/>
          </ac:spMkLst>
        </pc:spChg>
        <pc:spChg chg="add mod">
          <ac:chgData name="Minh Huynh" userId="01a137d4-0d81-46e0-aca6-c9185b391828" providerId="ADAL" clId="{18447838-0BCA-432B-86F3-BB78526C143F}" dt="2026-10-12T21:53:42.505" v="2214" actId="1076"/>
          <ac:spMkLst>
            <pc:docMk/>
            <pc:sldMk cId="1572259855" sldId="900"/>
            <ac:spMk id="162" creationId="{7CE1599A-9562-41D5-8D00-D2CC724664C8}"/>
          </ac:spMkLst>
        </pc:spChg>
        <pc:spChg chg="add mod">
          <ac:chgData name="Minh Huynh" userId="01a137d4-0d81-46e0-aca6-c9185b391828" providerId="ADAL" clId="{18447838-0BCA-432B-86F3-BB78526C143F}" dt="2026-10-12T21:53:42.505" v="2214" actId="1076"/>
          <ac:spMkLst>
            <pc:docMk/>
            <pc:sldMk cId="1572259855" sldId="900"/>
            <ac:spMk id="163" creationId="{919F206C-7941-4701-A201-F83FBE7FA58D}"/>
          </ac:spMkLst>
        </pc:spChg>
        <pc:spChg chg="add mod">
          <ac:chgData name="Minh Huynh" userId="01a137d4-0d81-46e0-aca6-c9185b391828" providerId="ADAL" clId="{18447838-0BCA-432B-86F3-BB78526C143F}" dt="2026-10-12T21:53:42.505" v="2214" actId="1076"/>
          <ac:spMkLst>
            <pc:docMk/>
            <pc:sldMk cId="1572259855" sldId="900"/>
            <ac:spMk id="164" creationId="{EB101FD7-1E88-42E7-B8F3-03B503462AE1}"/>
          </ac:spMkLst>
        </pc:spChg>
        <pc:spChg chg="add mod">
          <ac:chgData name="Minh Huynh" userId="01a137d4-0d81-46e0-aca6-c9185b391828" providerId="ADAL" clId="{18447838-0BCA-432B-86F3-BB78526C143F}" dt="2026-10-12T21:53:42.505" v="2214" actId="1076"/>
          <ac:spMkLst>
            <pc:docMk/>
            <pc:sldMk cId="1572259855" sldId="900"/>
            <ac:spMk id="165" creationId="{BA151476-867D-404B-BC73-2F03730FC3EF}"/>
          </ac:spMkLst>
        </pc:spChg>
        <pc:spChg chg="add mod">
          <ac:chgData name="Minh Huynh" userId="01a137d4-0d81-46e0-aca6-c9185b391828" providerId="ADAL" clId="{18447838-0BCA-432B-86F3-BB78526C143F}" dt="2026-10-12T21:53:42.505" v="2214" actId="1076"/>
          <ac:spMkLst>
            <pc:docMk/>
            <pc:sldMk cId="1572259855" sldId="900"/>
            <ac:spMk id="166" creationId="{E4C53C5F-A54D-401E-8FE0-1CAF2FB857D7}"/>
          </ac:spMkLst>
        </pc:spChg>
        <pc:spChg chg="add mod">
          <ac:chgData name="Minh Huynh" userId="01a137d4-0d81-46e0-aca6-c9185b391828" providerId="ADAL" clId="{18447838-0BCA-432B-86F3-BB78526C143F}" dt="2026-10-12T21:53:42.505" v="2214" actId="1076"/>
          <ac:spMkLst>
            <pc:docMk/>
            <pc:sldMk cId="1572259855" sldId="900"/>
            <ac:spMk id="167" creationId="{675DDA17-543F-4915-AA09-F64037DC075E}"/>
          </ac:spMkLst>
        </pc:spChg>
        <pc:spChg chg="add mod">
          <ac:chgData name="Minh Huynh" userId="01a137d4-0d81-46e0-aca6-c9185b391828" providerId="ADAL" clId="{18447838-0BCA-432B-86F3-BB78526C143F}" dt="2026-10-12T21:53:42.505" v="2214" actId="1076"/>
          <ac:spMkLst>
            <pc:docMk/>
            <pc:sldMk cId="1572259855" sldId="900"/>
            <ac:spMk id="168" creationId="{D3B8DB5D-B3EF-4ADB-B873-D530E075329A}"/>
          </ac:spMkLst>
        </pc:spChg>
        <pc:spChg chg="add mod">
          <ac:chgData name="Minh Huynh" userId="01a137d4-0d81-46e0-aca6-c9185b391828" providerId="ADAL" clId="{18447838-0BCA-432B-86F3-BB78526C143F}" dt="2026-10-12T21:53:42.505" v="2214" actId="1076"/>
          <ac:spMkLst>
            <pc:docMk/>
            <pc:sldMk cId="1572259855" sldId="900"/>
            <ac:spMk id="169" creationId="{02C300F5-1222-4D33-97BD-57965A511AF5}"/>
          </ac:spMkLst>
        </pc:spChg>
        <pc:spChg chg="add mod">
          <ac:chgData name="Minh Huynh" userId="01a137d4-0d81-46e0-aca6-c9185b391828" providerId="ADAL" clId="{18447838-0BCA-432B-86F3-BB78526C143F}" dt="2026-10-12T21:53:42.505" v="2214" actId="1076"/>
          <ac:spMkLst>
            <pc:docMk/>
            <pc:sldMk cId="1572259855" sldId="900"/>
            <ac:spMk id="170" creationId="{89D33540-E4B3-45BB-9DE8-CB56F094F072}"/>
          </ac:spMkLst>
        </pc:spChg>
      </pc:sldChg>
      <pc:sldChg chg="del">
        <pc:chgData name="Minh Huynh" userId="01a137d4-0d81-46e0-aca6-c9185b391828" providerId="ADAL" clId="{18447838-0BCA-432B-86F3-BB78526C143F}" dt="2026-10-12T12:12:45.996" v="0" actId="47"/>
        <pc:sldMkLst>
          <pc:docMk/>
          <pc:sldMk cId="3070512887" sldId="900"/>
        </pc:sldMkLst>
      </pc:sldChg>
      <pc:sldChg chg="addSp delSp modSp add mod">
        <pc:chgData name="Minh Huynh" userId="01a137d4-0d81-46e0-aca6-c9185b391828" providerId="ADAL" clId="{18447838-0BCA-432B-86F3-BB78526C143F}" dt="2026-10-12T21:58:38.944" v="2364" actId="20577"/>
        <pc:sldMkLst>
          <pc:docMk/>
          <pc:sldMk cId="232970683" sldId="901"/>
        </pc:sldMkLst>
        <pc:spChg chg="mod">
          <ac:chgData name="Minh Huynh" userId="01a137d4-0d81-46e0-aca6-c9185b391828" providerId="ADAL" clId="{18447838-0BCA-432B-86F3-BB78526C143F}" dt="2026-10-12T21:56:16.067" v="2332" actId="20577"/>
          <ac:spMkLst>
            <pc:docMk/>
            <pc:sldMk cId="232970683" sldId="901"/>
            <ac:spMk id="4" creationId="{7BC73E8E-0D58-4B4B-A5C4-A8AE38997407}"/>
          </ac:spMkLst>
        </pc:spChg>
        <pc:spChg chg="add del mod">
          <ac:chgData name="Minh Huynh" userId="01a137d4-0d81-46e0-aca6-c9185b391828" providerId="ADAL" clId="{18447838-0BCA-432B-86F3-BB78526C143F}" dt="2026-10-12T21:56:25.478" v="2335"/>
          <ac:spMkLst>
            <pc:docMk/>
            <pc:sldMk cId="232970683" sldId="901"/>
            <ac:spMk id="47" creationId="{2199A702-03D6-415E-8F03-8F1BB33C3D45}"/>
          </ac:spMkLst>
        </pc:spChg>
        <pc:spChg chg="add del mod">
          <ac:chgData name="Minh Huynh" userId="01a137d4-0d81-46e0-aca6-c9185b391828" providerId="ADAL" clId="{18447838-0BCA-432B-86F3-BB78526C143F}" dt="2026-10-12T21:56:25.478" v="2335"/>
          <ac:spMkLst>
            <pc:docMk/>
            <pc:sldMk cId="232970683" sldId="901"/>
            <ac:spMk id="48" creationId="{C40C5762-B1B7-40DE-B23D-153CE17158AA}"/>
          </ac:spMkLst>
        </pc:spChg>
        <pc:spChg chg="add del mod">
          <ac:chgData name="Minh Huynh" userId="01a137d4-0d81-46e0-aca6-c9185b391828" providerId="ADAL" clId="{18447838-0BCA-432B-86F3-BB78526C143F}" dt="2026-10-12T21:56:25.478" v="2335"/>
          <ac:spMkLst>
            <pc:docMk/>
            <pc:sldMk cId="232970683" sldId="901"/>
            <ac:spMk id="49" creationId="{E7F43684-6224-4F98-AB05-C1C8FBB5F856}"/>
          </ac:spMkLst>
        </pc:spChg>
        <pc:spChg chg="add del mod">
          <ac:chgData name="Minh Huynh" userId="01a137d4-0d81-46e0-aca6-c9185b391828" providerId="ADAL" clId="{18447838-0BCA-432B-86F3-BB78526C143F}" dt="2026-10-12T21:56:25.478" v="2335"/>
          <ac:spMkLst>
            <pc:docMk/>
            <pc:sldMk cId="232970683" sldId="901"/>
            <ac:spMk id="50" creationId="{2C2BF9A0-1D2F-46F3-AFD3-85192566E249}"/>
          </ac:spMkLst>
        </pc:spChg>
        <pc:spChg chg="add del mod">
          <ac:chgData name="Minh Huynh" userId="01a137d4-0d81-46e0-aca6-c9185b391828" providerId="ADAL" clId="{18447838-0BCA-432B-86F3-BB78526C143F}" dt="2026-10-12T21:56:25.478" v="2335"/>
          <ac:spMkLst>
            <pc:docMk/>
            <pc:sldMk cId="232970683" sldId="901"/>
            <ac:spMk id="51" creationId="{C3D7EDF1-73C1-421B-AD1F-C6A5827EA15F}"/>
          </ac:spMkLst>
        </pc:spChg>
        <pc:spChg chg="add del mod">
          <ac:chgData name="Minh Huynh" userId="01a137d4-0d81-46e0-aca6-c9185b391828" providerId="ADAL" clId="{18447838-0BCA-432B-86F3-BB78526C143F}" dt="2026-10-12T21:56:25.478" v="2335"/>
          <ac:spMkLst>
            <pc:docMk/>
            <pc:sldMk cId="232970683" sldId="901"/>
            <ac:spMk id="52" creationId="{AB5303AC-7B45-428D-BFE8-17AC9B17655F}"/>
          </ac:spMkLst>
        </pc:spChg>
        <pc:spChg chg="add del mod">
          <ac:chgData name="Minh Huynh" userId="01a137d4-0d81-46e0-aca6-c9185b391828" providerId="ADAL" clId="{18447838-0BCA-432B-86F3-BB78526C143F}" dt="2026-10-12T21:56:25.478" v="2335"/>
          <ac:spMkLst>
            <pc:docMk/>
            <pc:sldMk cId="232970683" sldId="901"/>
            <ac:spMk id="53" creationId="{9D6DDE0C-3B46-479E-A80B-F3FC94FE0BB6}"/>
          </ac:spMkLst>
        </pc:spChg>
        <pc:spChg chg="add del mod">
          <ac:chgData name="Minh Huynh" userId="01a137d4-0d81-46e0-aca6-c9185b391828" providerId="ADAL" clId="{18447838-0BCA-432B-86F3-BB78526C143F}" dt="2026-10-12T21:56:25.478" v="2335"/>
          <ac:spMkLst>
            <pc:docMk/>
            <pc:sldMk cId="232970683" sldId="901"/>
            <ac:spMk id="54" creationId="{51549B7E-ED0F-4436-8FC8-5EF864D948CF}"/>
          </ac:spMkLst>
        </pc:spChg>
        <pc:spChg chg="add del mod">
          <ac:chgData name="Minh Huynh" userId="01a137d4-0d81-46e0-aca6-c9185b391828" providerId="ADAL" clId="{18447838-0BCA-432B-86F3-BB78526C143F}" dt="2026-10-12T21:56:25.478" v="2335"/>
          <ac:spMkLst>
            <pc:docMk/>
            <pc:sldMk cId="232970683" sldId="901"/>
            <ac:spMk id="55" creationId="{8744D3EF-CDF2-4D14-AACC-0982E0274A33}"/>
          </ac:spMkLst>
        </pc:spChg>
        <pc:spChg chg="add del mod">
          <ac:chgData name="Minh Huynh" userId="01a137d4-0d81-46e0-aca6-c9185b391828" providerId="ADAL" clId="{18447838-0BCA-432B-86F3-BB78526C143F}" dt="2026-10-12T21:56:25.478" v="2335"/>
          <ac:spMkLst>
            <pc:docMk/>
            <pc:sldMk cId="232970683" sldId="901"/>
            <ac:spMk id="56" creationId="{CE8F68C2-1A0B-4759-9A65-700BAD50CAB3}"/>
          </ac:spMkLst>
        </pc:spChg>
        <pc:spChg chg="add del mod">
          <ac:chgData name="Minh Huynh" userId="01a137d4-0d81-46e0-aca6-c9185b391828" providerId="ADAL" clId="{18447838-0BCA-432B-86F3-BB78526C143F}" dt="2026-10-12T21:56:25.478" v="2335"/>
          <ac:spMkLst>
            <pc:docMk/>
            <pc:sldMk cId="232970683" sldId="901"/>
            <ac:spMk id="57" creationId="{B5A0ED94-A0FD-48F3-AF08-DA007E0F44F0}"/>
          </ac:spMkLst>
        </pc:spChg>
        <pc:spChg chg="add del mod">
          <ac:chgData name="Minh Huynh" userId="01a137d4-0d81-46e0-aca6-c9185b391828" providerId="ADAL" clId="{18447838-0BCA-432B-86F3-BB78526C143F}" dt="2026-10-12T21:56:25.478" v="2335"/>
          <ac:spMkLst>
            <pc:docMk/>
            <pc:sldMk cId="232970683" sldId="901"/>
            <ac:spMk id="58" creationId="{71EEC9DC-7311-4F5B-B9D2-9465275AE2B6}"/>
          </ac:spMkLst>
        </pc:spChg>
        <pc:spChg chg="add del mod">
          <ac:chgData name="Minh Huynh" userId="01a137d4-0d81-46e0-aca6-c9185b391828" providerId="ADAL" clId="{18447838-0BCA-432B-86F3-BB78526C143F}" dt="2026-10-12T21:56:25.478" v="2335"/>
          <ac:spMkLst>
            <pc:docMk/>
            <pc:sldMk cId="232970683" sldId="901"/>
            <ac:spMk id="59" creationId="{73B41FAD-1A52-4E93-89E9-F6CF0EB51BA9}"/>
          </ac:spMkLst>
        </pc:spChg>
        <pc:spChg chg="add del mod">
          <ac:chgData name="Minh Huynh" userId="01a137d4-0d81-46e0-aca6-c9185b391828" providerId="ADAL" clId="{18447838-0BCA-432B-86F3-BB78526C143F}" dt="2026-10-12T21:56:25.478" v="2335"/>
          <ac:spMkLst>
            <pc:docMk/>
            <pc:sldMk cId="232970683" sldId="901"/>
            <ac:spMk id="60" creationId="{AD402632-D8B5-48CC-A946-FEDBA74AA314}"/>
          </ac:spMkLst>
        </pc:spChg>
        <pc:spChg chg="add del mod">
          <ac:chgData name="Minh Huynh" userId="01a137d4-0d81-46e0-aca6-c9185b391828" providerId="ADAL" clId="{18447838-0BCA-432B-86F3-BB78526C143F}" dt="2026-10-12T21:56:25.478" v="2335"/>
          <ac:spMkLst>
            <pc:docMk/>
            <pc:sldMk cId="232970683" sldId="901"/>
            <ac:spMk id="61" creationId="{74A91AC0-56E6-4DF0-8622-D9D04FA79A94}"/>
          </ac:spMkLst>
        </pc:spChg>
        <pc:spChg chg="add del mod">
          <ac:chgData name="Minh Huynh" userId="01a137d4-0d81-46e0-aca6-c9185b391828" providerId="ADAL" clId="{18447838-0BCA-432B-86F3-BB78526C143F}" dt="2026-10-12T21:56:25.478" v="2335"/>
          <ac:spMkLst>
            <pc:docMk/>
            <pc:sldMk cId="232970683" sldId="901"/>
            <ac:spMk id="62" creationId="{C28F6269-B518-489C-985A-1299BFB61069}"/>
          </ac:spMkLst>
        </pc:spChg>
        <pc:spChg chg="add del mod">
          <ac:chgData name="Minh Huynh" userId="01a137d4-0d81-46e0-aca6-c9185b391828" providerId="ADAL" clId="{18447838-0BCA-432B-86F3-BB78526C143F}" dt="2026-10-12T21:56:25.478" v="2335"/>
          <ac:spMkLst>
            <pc:docMk/>
            <pc:sldMk cId="232970683" sldId="901"/>
            <ac:spMk id="63" creationId="{C7CE1B46-C1B2-41D0-BEF4-5D8345265AF2}"/>
          </ac:spMkLst>
        </pc:spChg>
        <pc:spChg chg="add del mod">
          <ac:chgData name="Minh Huynh" userId="01a137d4-0d81-46e0-aca6-c9185b391828" providerId="ADAL" clId="{18447838-0BCA-432B-86F3-BB78526C143F}" dt="2026-10-12T21:56:25.478" v="2335"/>
          <ac:spMkLst>
            <pc:docMk/>
            <pc:sldMk cId="232970683" sldId="901"/>
            <ac:spMk id="64" creationId="{A28FFE30-1FC0-41E0-A4C6-436AA0538374}"/>
          </ac:spMkLst>
        </pc:spChg>
        <pc:spChg chg="add del mod">
          <ac:chgData name="Minh Huynh" userId="01a137d4-0d81-46e0-aca6-c9185b391828" providerId="ADAL" clId="{18447838-0BCA-432B-86F3-BB78526C143F}" dt="2026-10-12T21:56:25.478" v="2335"/>
          <ac:spMkLst>
            <pc:docMk/>
            <pc:sldMk cId="232970683" sldId="901"/>
            <ac:spMk id="65" creationId="{DE4312D7-0F41-4703-B757-E6F0C68704E2}"/>
          </ac:spMkLst>
        </pc:spChg>
        <pc:spChg chg="add del mod">
          <ac:chgData name="Minh Huynh" userId="01a137d4-0d81-46e0-aca6-c9185b391828" providerId="ADAL" clId="{18447838-0BCA-432B-86F3-BB78526C143F}" dt="2026-10-12T21:56:25.478" v="2335"/>
          <ac:spMkLst>
            <pc:docMk/>
            <pc:sldMk cId="232970683" sldId="901"/>
            <ac:spMk id="66" creationId="{49658F91-D475-4E61-9340-C2CAF90091D9}"/>
          </ac:spMkLst>
        </pc:spChg>
        <pc:spChg chg="add del mod">
          <ac:chgData name="Minh Huynh" userId="01a137d4-0d81-46e0-aca6-c9185b391828" providerId="ADAL" clId="{18447838-0BCA-432B-86F3-BB78526C143F}" dt="2026-10-12T21:56:25.478" v="2335"/>
          <ac:spMkLst>
            <pc:docMk/>
            <pc:sldMk cId="232970683" sldId="901"/>
            <ac:spMk id="67" creationId="{41E8D5A6-BEF6-44EA-9C65-5048ADEBFEFF}"/>
          </ac:spMkLst>
        </pc:spChg>
        <pc:spChg chg="add del mod">
          <ac:chgData name="Minh Huynh" userId="01a137d4-0d81-46e0-aca6-c9185b391828" providerId="ADAL" clId="{18447838-0BCA-432B-86F3-BB78526C143F}" dt="2026-10-12T21:56:25.478" v="2335"/>
          <ac:spMkLst>
            <pc:docMk/>
            <pc:sldMk cId="232970683" sldId="901"/>
            <ac:spMk id="68" creationId="{CEBD0FE3-FE55-4170-82B8-99AEB29BE209}"/>
          </ac:spMkLst>
        </pc:spChg>
        <pc:spChg chg="add del mod">
          <ac:chgData name="Minh Huynh" userId="01a137d4-0d81-46e0-aca6-c9185b391828" providerId="ADAL" clId="{18447838-0BCA-432B-86F3-BB78526C143F}" dt="2026-10-12T21:56:25.478" v="2335"/>
          <ac:spMkLst>
            <pc:docMk/>
            <pc:sldMk cId="232970683" sldId="901"/>
            <ac:spMk id="69" creationId="{0753D5AA-786A-4E4A-9259-35AD0A9DBFEA}"/>
          </ac:spMkLst>
        </pc:spChg>
        <pc:spChg chg="add del mod">
          <ac:chgData name="Minh Huynh" userId="01a137d4-0d81-46e0-aca6-c9185b391828" providerId="ADAL" clId="{18447838-0BCA-432B-86F3-BB78526C143F}" dt="2026-10-12T21:56:25.478" v="2335"/>
          <ac:spMkLst>
            <pc:docMk/>
            <pc:sldMk cId="232970683" sldId="901"/>
            <ac:spMk id="70" creationId="{A79B6DCC-EB5D-4226-AD22-841532287E12}"/>
          </ac:spMkLst>
        </pc:spChg>
        <pc:spChg chg="add del mod">
          <ac:chgData name="Minh Huynh" userId="01a137d4-0d81-46e0-aca6-c9185b391828" providerId="ADAL" clId="{18447838-0BCA-432B-86F3-BB78526C143F}" dt="2026-10-12T21:56:25.478" v="2335"/>
          <ac:spMkLst>
            <pc:docMk/>
            <pc:sldMk cId="232970683" sldId="901"/>
            <ac:spMk id="71" creationId="{F27DDE7D-2152-4850-8DDD-D46E2E70E4B2}"/>
          </ac:spMkLst>
        </pc:spChg>
        <pc:spChg chg="add del mod">
          <ac:chgData name="Minh Huynh" userId="01a137d4-0d81-46e0-aca6-c9185b391828" providerId="ADAL" clId="{18447838-0BCA-432B-86F3-BB78526C143F}" dt="2026-10-12T21:56:25.478" v="2335"/>
          <ac:spMkLst>
            <pc:docMk/>
            <pc:sldMk cId="232970683" sldId="901"/>
            <ac:spMk id="72" creationId="{6AEFAE03-24FA-423B-BE18-93953B5CA8D5}"/>
          </ac:spMkLst>
        </pc:spChg>
        <pc:spChg chg="add del mod">
          <ac:chgData name="Minh Huynh" userId="01a137d4-0d81-46e0-aca6-c9185b391828" providerId="ADAL" clId="{18447838-0BCA-432B-86F3-BB78526C143F}" dt="2026-10-12T21:56:25.478" v="2335"/>
          <ac:spMkLst>
            <pc:docMk/>
            <pc:sldMk cId="232970683" sldId="901"/>
            <ac:spMk id="73" creationId="{5731BD19-C6AB-4551-B931-198F91B640A3}"/>
          </ac:spMkLst>
        </pc:spChg>
        <pc:spChg chg="add del mod">
          <ac:chgData name="Minh Huynh" userId="01a137d4-0d81-46e0-aca6-c9185b391828" providerId="ADAL" clId="{18447838-0BCA-432B-86F3-BB78526C143F}" dt="2026-10-12T21:56:25.478" v="2335"/>
          <ac:spMkLst>
            <pc:docMk/>
            <pc:sldMk cId="232970683" sldId="901"/>
            <ac:spMk id="74" creationId="{3BC31FF5-A5F4-4757-BC4D-F615042902EB}"/>
          </ac:spMkLst>
        </pc:spChg>
        <pc:spChg chg="mod">
          <ac:chgData name="Minh Huynh" userId="01a137d4-0d81-46e0-aca6-c9185b391828" providerId="ADAL" clId="{18447838-0BCA-432B-86F3-BB78526C143F}" dt="2026-10-12T21:58:38.944" v="2364" actId="20577"/>
          <ac:spMkLst>
            <pc:docMk/>
            <pc:sldMk cId="232970683" sldId="901"/>
            <ac:spMk id="75" creationId="{49DF9D2F-8E65-4D63-82C3-27F8FA7882BF}"/>
          </ac:spMkLst>
        </pc:spChg>
        <pc:spChg chg="add del mod">
          <ac:chgData name="Minh Huynh" userId="01a137d4-0d81-46e0-aca6-c9185b391828" providerId="ADAL" clId="{18447838-0BCA-432B-86F3-BB78526C143F}" dt="2026-10-12T21:56:25.478" v="2335"/>
          <ac:spMkLst>
            <pc:docMk/>
            <pc:sldMk cId="232970683" sldId="901"/>
            <ac:spMk id="76" creationId="{73A645AE-664A-423F-8DDD-C8C06B3A7A74}"/>
          </ac:spMkLst>
        </pc:spChg>
        <pc:spChg chg="add del mod">
          <ac:chgData name="Minh Huynh" userId="01a137d4-0d81-46e0-aca6-c9185b391828" providerId="ADAL" clId="{18447838-0BCA-432B-86F3-BB78526C143F}" dt="2026-10-12T21:56:25.478" v="2335"/>
          <ac:spMkLst>
            <pc:docMk/>
            <pc:sldMk cId="232970683" sldId="901"/>
            <ac:spMk id="77" creationId="{91C42E6C-C30A-438C-A7C9-8F2CD7266D13}"/>
          </ac:spMkLst>
        </pc:spChg>
        <pc:spChg chg="add del mod">
          <ac:chgData name="Minh Huynh" userId="01a137d4-0d81-46e0-aca6-c9185b391828" providerId="ADAL" clId="{18447838-0BCA-432B-86F3-BB78526C143F}" dt="2026-10-12T21:56:25.478" v="2335"/>
          <ac:spMkLst>
            <pc:docMk/>
            <pc:sldMk cId="232970683" sldId="901"/>
            <ac:spMk id="78" creationId="{DD3189FF-241A-4A75-AE5F-A51CA8757917}"/>
          </ac:spMkLst>
        </pc:spChg>
        <pc:spChg chg="add del mod">
          <ac:chgData name="Minh Huynh" userId="01a137d4-0d81-46e0-aca6-c9185b391828" providerId="ADAL" clId="{18447838-0BCA-432B-86F3-BB78526C143F}" dt="2026-10-12T21:56:25.478" v="2335"/>
          <ac:spMkLst>
            <pc:docMk/>
            <pc:sldMk cId="232970683" sldId="901"/>
            <ac:spMk id="79" creationId="{95711114-0F70-41C9-A34D-5B078FF651B1}"/>
          </ac:spMkLst>
        </pc:spChg>
        <pc:spChg chg="add mod">
          <ac:chgData name="Minh Huynh" userId="01a137d4-0d81-46e0-aca6-c9185b391828" providerId="ADAL" clId="{18447838-0BCA-432B-86F3-BB78526C143F}" dt="2026-10-12T21:56:28.075" v="2337" actId="1076"/>
          <ac:spMkLst>
            <pc:docMk/>
            <pc:sldMk cId="232970683" sldId="901"/>
            <ac:spMk id="80" creationId="{CEE9F308-9C88-4767-BF59-94E0E170FD9F}"/>
          </ac:spMkLst>
        </pc:spChg>
        <pc:spChg chg="add mod">
          <ac:chgData name="Minh Huynh" userId="01a137d4-0d81-46e0-aca6-c9185b391828" providerId="ADAL" clId="{18447838-0BCA-432B-86F3-BB78526C143F}" dt="2026-10-12T21:56:28.075" v="2337" actId="1076"/>
          <ac:spMkLst>
            <pc:docMk/>
            <pc:sldMk cId="232970683" sldId="901"/>
            <ac:spMk id="81" creationId="{8FD1ED4D-249D-4DB7-AEAE-FF0118BDF3FC}"/>
          </ac:spMkLst>
        </pc:spChg>
        <pc:spChg chg="add mod">
          <ac:chgData name="Minh Huynh" userId="01a137d4-0d81-46e0-aca6-c9185b391828" providerId="ADAL" clId="{18447838-0BCA-432B-86F3-BB78526C143F}" dt="2026-10-12T21:56:28.075" v="2337" actId="1076"/>
          <ac:spMkLst>
            <pc:docMk/>
            <pc:sldMk cId="232970683" sldId="901"/>
            <ac:spMk id="82" creationId="{26B6592C-6A4F-4B6E-BE7C-D2CC943185E7}"/>
          </ac:spMkLst>
        </pc:spChg>
        <pc:spChg chg="add mod">
          <ac:chgData name="Minh Huynh" userId="01a137d4-0d81-46e0-aca6-c9185b391828" providerId="ADAL" clId="{18447838-0BCA-432B-86F3-BB78526C143F}" dt="2026-10-12T21:56:28.075" v="2337" actId="1076"/>
          <ac:spMkLst>
            <pc:docMk/>
            <pc:sldMk cId="232970683" sldId="901"/>
            <ac:spMk id="83" creationId="{002EFBA7-9647-4B78-9C42-134F81FCCB4E}"/>
          </ac:spMkLst>
        </pc:spChg>
        <pc:spChg chg="add mod">
          <ac:chgData name="Minh Huynh" userId="01a137d4-0d81-46e0-aca6-c9185b391828" providerId="ADAL" clId="{18447838-0BCA-432B-86F3-BB78526C143F}" dt="2026-10-12T21:56:28.075" v="2337" actId="1076"/>
          <ac:spMkLst>
            <pc:docMk/>
            <pc:sldMk cId="232970683" sldId="901"/>
            <ac:spMk id="84" creationId="{D6BEC4FF-41F5-4F72-BE0F-3BB2B3C956D4}"/>
          </ac:spMkLst>
        </pc:spChg>
        <pc:spChg chg="add mod">
          <ac:chgData name="Minh Huynh" userId="01a137d4-0d81-46e0-aca6-c9185b391828" providerId="ADAL" clId="{18447838-0BCA-432B-86F3-BB78526C143F}" dt="2026-10-12T21:56:28.075" v="2337" actId="1076"/>
          <ac:spMkLst>
            <pc:docMk/>
            <pc:sldMk cId="232970683" sldId="901"/>
            <ac:spMk id="85" creationId="{7788472F-4A55-4BB7-8E7C-C1DEB43EBE50}"/>
          </ac:spMkLst>
        </pc:spChg>
        <pc:spChg chg="add mod">
          <ac:chgData name="Minh Huynh" userId="01a137d4-0d81-46e0-aca6-c9185b391828" providerId="ADAL" clId="{18447838-0BCA-432B-86F3-BB78526C143F}" dt="2026-10-12T21:56:28.075" v="2337" actId="1076"/>
          <ac:spMkLst>
            <pc:docMk/>
            <pc:sldMk cId="232970683" sldId="901"/>
            <ac:spMk id="86" creationId="{8A8E4DE9-499B-4A49-97D4-C23912E91760}"/>
          </ac:spMkLst>
        </pc:spChg>
        <pc:spChg chg="add mod">
          <ac:chgData name="Minh Huynh" userId="01a137d4-0d81-46e0-aca6-c9185b391828" providerId="ADAL" clId="{18447838-0BCA-432B-86F3-BB78526C143F}" dt="2026-10-12T21:56:28.075" v="2337" actId="1076"/>
          <ac:spMkLst>
            <pc:docMk/>
            <pc:sldMk cId="232970683" sldId="901"/>
            <ac:spMk id="87" creationId="{7DB7774F-5DA3-4524-ABD4-0306EACADA66}"/>
          </ac:spMkLst>
        </pc:spChg>
        <pc:spChg chg="del">
          <ac:chgData name="Minh Huynh" userId="01a137d4-0d81-46e0-aca6-c9185b391828" providerId="ADAL" clId="{18447838-0BCA-432B-86F3-BB78526C143F}" dt="2026-10-12T21:56:23.152" v="2333" actId="478"/>
          <ac:spMkLst>
            <pc:docMk/>
            <pc:sldMk cId="232970683" sldId="901"/>
            <ac:spMk id="88" creationId="{DD7F568A-E10A-42A6-8DD7-89708932C924}"/>
          </ac:spMkLst>
        </pc:spChg>
        <pc:spChg chg="del">
          <ac:chgData name="Minh Huynh" userId="01a137d4-0d81-46e0-aca6-c9185b391828" providerId="ADAL" clId="{18447838-0BCA-432B-86F3-BB78526C143F}" dt="2026-10-12T21:56:23.152" v="2333" actId="478"/>
          <ac:spMkLst>
            <pc:docMk/>
            <pc:sldMk cId="232970683" sldId="901"/>
            <ac:spMk id="89" creationId="{46F8458C-5F60-4B54-8B52-86BFF0E7BFCB}"/>
          </ac:spMkLst>
        </pc:spChg>
        <pc:spChg chg="del">
          <ac:chgData name="Minh Huynh" userId="01a137d4-0d81-46e0-aca6-c9185b391828" providerId="ADAL" clId="{18447838-0BCA-432B-86F3-BB78526C143F}" dt="2026-10-12T21:56:23.152" v="2333" actId="478"/>
          <ac:spMkLst>
            <pc:docMk/>
            <pc:sldMk cId="232970683" sldId="901"/>
            <ac:spMk id="90" creationId="{CAEC0739-F223-4399-AA9D-C8873B374836}"/>
          </ac:spMkLst>
        </pc:spChg>
        <pc:spChg chg="del">
          <ac:chgData name="Minh Huynh" userId="01a137d4-0d81-46e0-aca6-c9185b391828" providerId="ADAL" clId="{18447838-0BCA-432B-86F3-BB78526C143F}" dt="2026-10-12T21:56:23.152" v="2333" actId="478"/>
          <ac:spMkLst>
            <pc:docMk/>
            <pc:sldMk cId="232970683" sldId="901"/>
            <ac:spMk id="91" creationId="{B6403C4B-018A-4CC1-8C10-9982F249BAFB}"/>
          </ac:spMkLst>
        </pc:spChg>
        <pc:spChg chg="del">
          <ac:chgData name="Minh Huynh" userId="01a137d4-0d81-46e0-aca6-c9185b391828" providerId="ADAL" clId="{18447838-0BCA-432B-86F3-BB78526C143F}" dt="2026-10-12T21:56:23.152" v="2333" actId="478"/>
          <ac:spMkLst>
            <pc:docMk/>
            <pc:sldMk cId="232970683" sldId="901"/>
            <ac:spMk id="92" creationId="{15164FBA-393B-48E9-AA99-ADA9AFD450C9}"/>
          </ac:spMkLst>
        </pc:spChg>
        <pc:spChg chg="del">
          <ac:chgData name="Minh Huynh" userId="01a137d4-0d81-46e0-aca6-c9185b391828" providerId="ADAL" clId="{18447838-0BCA-432B-86F3-BB78526C143F}" dt="2026-10-12T21:56:23.152" v="2333" actId="478"/>
          <ac:spMkLst>
            <pc:docMk/>
            <pc:sldMk cId="232970683" sldId="901"/>
            <ac:spMk id="93" creationId="{01EC23A7-0FB8-4BB0-BDDF-E77B9D4D8CF0}"/>
          </ac:spMkLst>
        </pc:spChg>
        <pc:spChg chg="del">
          <ac:chgData name="Minh Huynh" userId="01a137d4-0d81-46e0-aca6-c9185b391828" providerId="ADAL" clId="{18447838-0BCA-432B-86F3-BB78526C143F}" dt="2026-10-12T21:56:23.152" v="2333" actId="478"/>
          <ac:spMkLst>
            <pc:docMk/>
            <pc:sldMk cId="232970683" sldId="901"/>
            <ac:spMk id="94" creationId="{7612F2A8-B096-4386-B4E3-2FBBB3B19281}"/>
          </ac:spMkLst>
        </pc:spChg>
        <pc:spChg chg="del">
          <ac:chgData name="Minh Huynh" userId="01a137d4-0d81-46e0-aca6-c9185b391828" providerId="ADAL" clId="{18447838-0BCA-432B-86F3-BB78526C143F}" dt="2026-10-12T21:56:23.152" v="2333" actId="478"/>
          <ac:spMkLst>
            <pc:docMk/>
            <pc:sldMk cId="232970683" sldId="901"/>
            <ac:spMk id="95" creationId="{249DC1CC-BBC8-487C-8E71-B729AFA26698}"/>
          </ac:spMkLst>
        </pc:spChg>
        <pc:spChg chg="del">
          <ac:chgData name="Minh Huynh" userId="01a137d4-0d81-46e0-aca6-c9185b391828" providerId="ADAL" clId="{18447838-0BCA-432B-86F3-BB78526C143F}" dt="2026-10-12T21:56:23.152" v="2333" actId="478"/>
          <ac:spMkLst>
            <pc:docMk/>
            <pc:sldMk cId="232970683" sldId="901"/>
            <ac:spMk id="96" creationId="{3F31811F-B8BB-4CC7-9E0B-EA31337D3346}"/>
          </ac:spMkLst>
        </pc:spChg>
        <pc:spChg chg="del">
          <ac:chgData name="Minh Huynh" userId="01a137d4-0d81-46e0-aca6-c9185b391828" providerId="ADAL" clId="{18447838-0BCA-432B-86F3-BB78526C143F}" dt="2026-10-12T21:56:23.152" v="2333" actId="478"/>
          <ac:spMkLst>
            <pc:docMk/>
            <pc:sldMk cId="232970683" sldId="901"/>
            <ac:spMk id="97" creationId="{2A6C4381-B73D-4F25-8F78-5A572C11DA6E}"/>
          </ac:spMkLst>
        </pc:spChg>
        <pc:spChg chg="del">
          <ac:chgData name="Minh Huynh" userId="01a137d4-0d81-46e0-aca6-c9185b391828" providerId="ADAL" clId="{18447838-0BCA-432B-86F3-BB78526C143F}" dt="2026-10-12T21:56:23.152" v="2333" actId="478"/>
          <ac:spMkLst>
            <pc:docMk/>
            <pc:sldMk cId="232970683" sldId="901"/>
            <ac:spMk id="98" creationId="{00084E4B-67AD-406C-BCE5-11BB2D96174F}"/>
          </ac:spMkLst>
        </pc:spChg>
        <pc:spChg chg="del">
          <ac:chgData name="Minh Huynh" userId="01a137d4-0d81-46e0-aca6-c9185b391828" providerId="ADAL" clId="{18447838-0BCA-432B-86F3-BB78526C143F}" dt="2026-10-12T21:56:23.152" v="2333" actId="478"/>
          <ac:spMkLst>
            <pc:docMk/>
            <pc:sldMk cId="232970683" sldId="901"/>
            <ac:spMk id="99" creationId="{E8D2E691-0891-443B-8FF9-2D053A9F71E3}"/>
          </ac:spMkLst>
        </pc:spChg>
        <pc:spChg chg="del">
          <ac:chgData name="Minh Huynh" userId="01a137d4-0d81-46e0-aca6-c9185b391828" providerId="ADAL" clId="{18447838-0BCA-432B-86F3-BB78526C143F}" dt="2026-10-12T21:56:23.152" v="2333" actId="478"/>
          <ac:spMkLst>
            <pc:docMk/>
            <pc:sldMk cId="232970683" sldId="901"/>
            <ac:spMk id="100" creationId="{A3BF1D4D-579B-4F41-A96E-812F464E839E}"/>
          </ac:spMkLst>
        </pc:spChg>
        <pc:spChg chg="del">
          <ac:chgData name="Minh Huynh" userId="01a137d4-0d81-46e0-aca6-c9185b391828" providerId="ADAL" clId="{18447838-0BCA-432B-86F3-BB78526C143F}" dt="2026-10-12T21:56:23.152" v="2333" actId="478"/>
          <ac:spMkLst>
            <pc:docMk/>
            <pc:sldMk cId="232970683" sldId="901"/>
            <ac:spMk id="101" creationId="{ADB1EB13-4BE8-4854-B309-0C96D88C67FE}"/>
          </ac:spMkLst>
        </pc:spChg>
        <pc:spChg chg="del">
          <ac:chgData name="Minh Huynh" userId="01a137d4-0d81-46e0-aca6-c9185b391828" providerId="ADAL" clId="{18447838-0BCA-432B-86F3-BB78526C143F}" dt="2026-10-12T21:56:23.152" v="2333" actId="478"/>
          <ac:spMkLst>
            <pc:docMk/>
            <pc:sldMk cId="232970683" sldId="901"/>
            <ac:spMk id="102" creationId="{1D443D0C-3FD4-40A7-9D65-5F41331FA545}"/>
          </ac:spMkLst>
        </pc:spChg>
        <pc:spChg chg="del">
          <ac:chgData name="Minh Huynh" userId="01a137d4-0d81-46e0-aca6-c9185b391828" providerId="ADAL" clId="{18447838-0BCA-432B-86F3-BB78526C143F}" dt="2026-10-12T21:56:23.152" v="2333" actId="478"/>
          <ac:spMkLst>
            <pc:docMk/>
            <pc:sldMk cId="232970683" sldId="901"/>
            <ac:spMk id="103" creationId="{2B9A8AE0-96E8-4C2B-A774-1481FBB65B89}"/>
          </ac:spMkLst>
        </pc:spChg>
        <pc:spChg chg="del">
          <ac:chgData name="Minh Huynh" userId="01a137d4-0d81-46e0-aca6-c9185b391828" providerId="ADAL" clId="{18447838-0BCA-432B-86F3-BB78526C143F}" dt="2026-10-12T21:56:23.152" v="2333" actId="478"/>
          <ac:spMkLst>
            <pc:docMk/>
            <pc:sldMk cId="232970683" sldId="901"/>
            <ac:spMk id="104" creationId="{FF15C818-59D4-4522-8833-371EBDFD1665}"/>
          </ac:spMkLst>
        </pc:spChg>
        <pc:spChg chg="del">
          <ac:chgData name="Minh Huynh" userId="01a137d4-0d81-46e0-aca6-c9185b391828" providerId="ADAL" clId="{18447838-0BCA-432B-86F3-BB78526C143F}" dt="2026-10-12T21:56:23.152" v="2333" actId="478"/>
          <ac:spMkLst>
            <pc:docMk/>
            <pc:sldMk cId="232970683" sldId="901"/>
            <ac:spMk id="105" creationId="{E6CF411F-1380-4F4F-9AB7-C00595D29714}"/>
          </ac:spMkLst>
        </pc:spChg>
        <pc:spChg chg="del">
          <ac:chgData name="Minh Huynh" userId="01a137d4-0d81-46e0-aca6-c9185b391828" providerId="ADAL" clId="{18447838-0BCA-432B-86F3-BB78526C143F}" dt="2026-10-12T21:56:23.152" v="2333" actId="478"/>
          <ac:spMkLst>
            <pc:docMk/>
            <pc:sldMk cId="232970683" sldId="901"/>
            <ac:spMk id="106" creationId="{06262F71-8E9B-4E8B-BAC9-518A2BC779BF}"/>
          </ac:spMkLst>
        </pc:spChg>
        <pc:spChg chg="del">
          <ac:chgData name="Minh Huynh" userId="01a137d4-0d81-46e0-aca6-c9185b391828" providerId="ADAL" clId="{18447838-0BCA-432B-86F3-BB78526C143F}" dt="2026-10-12T21:56:23.152" v="2333" actId="478"/>
          <ac:spMkLst>
            <pc:docMk/>
            <pc:sldMk cId="232970683" sldId="901"/>
            <ac:spMk id="107" creationId="{F2649D6C-8552-4CE2-B9DD-06B336D3C297}"/>
          </ac:spMkLst>
        </pc:spChg>
        <pc:spChg chg="del">
          <ac:chgData name="Minh Huynh" userId="01a137d4-0d81-46e0-aca6-c9185b391828" providerId="ADAL" clId="{18447838-0BCA-432B-86F3-BB78526C143F}" dt="2026-10-12T21:56:23.152" v="2333" actId="478"/>
          <ac:spMkLst>
            <pc:docMk/>
            <pc:sldMk cId="232970683" sldId="901"/>
            <ac:spMk id="108" creationId="{A3754F7B-EB72-4111-AA04-1B47F01AAA98}"/>
          </ac:spMkLst>
        </pc:spChg>
        <pc:spChg chg="add mod">
          <ac:chgData name="Minh Huynh" userId="01a137d4-0d81-46e0-aca6-c9185b391828" providerId="ADAL" clId="{18447838-0BCA-432B-86F3-BB78526C143F}" dt="2026-10-12T21:56:28.075" v="2337" actId="1076"/>
          <ac:spMkLst>
            <pc:docMk/>
            <pc:sldMk cId="232970683" sldId="901"/>
            <ac:spMk id="109" creationId="{70E29BDE-D582-44E9-A981-A922657C9737}"/>
          </ac:spMkLst>
        </pc:spChg>
        <pc:spChg chg="add mod">
          <ac:chgData name="Minh Huynh" userId="01a137d4-0d81-46e0-aca6-c9185b391828" providerId="ADAL" clId="{18447838-0BCA-432B-86F3-BB78526C143F}" dt="2026-10-12T21:56:28.075" v="2337" actId="1076"/>
          <ac:spMkLst>
            <pc:docMk/>
            <pc:sldMk cId="232970683" sldId="901"/>
            <ac:spMk id="110" creationId="{C84A6944-673D-40A5-8054-D4A16C4F12F0}"/>
          </ac:spMkLst>
        </pc:spChg>
        <pc:spChg chg="add mod">
          <ac:chgData name="Minh Huynh" userId="01a137d4-0d81-46e0-aca6-c9185b391828" providerId="ADAL" clId="{18447838-0BCA-432B-86F3-BB78526C143F}" dt="2026-10-12T21:56:28.075" v="2337" actId="1076"/>
          <ac:spMkLst>
            <pc:docMk/>
            <pc:sldMk cId="232970683" sldId="901"/>
            <ac:spMk id="111" creationId="{A3211B5B-E568-4BCD-AFD2-F7D4F1FA6F6B}"/>
          </ac:spMkLst>
        </pc:spChg>
        <pc:spChg chg="add mod">
          <ac:chgData name="Minh Huynh" userId="01a137d4-0d81-46e0-aca6-c9185b391828" providerId="ADAL" clId="{18447838-0BCA-432B-86F3-BB78526C143F}" dt="2026-10-12T21:56:28.075" v="2337" actId="1076"/>
          <ac:spMkLst>
            <pc:docMk/>
            <pc:sldMk cId="232970683" sldId="901"/>
            <ac:spMk id="112" creationId="{6AE57762-497E-4CB6-933E-224650C85615}"/>
          </ac:spMkLst>
        </pc:spChg>
        <pc:spChg chg="add mod">
          <ac:chgData name="Minh Huynh" userId="01a137d4-0d81-46e0-aca6-c9185b391828" providerId="ADAL" clId="{18447838-0BCA-432B-86F3-BB78526C143F}" dt="2026-10-12T21:56:28.075" v="2337" actId="1076"/>
          <ac:spMkLst>
            <pc:docMk/>
            <pc:sldMk cId="232970683" sldId="901"/>
            <ac:spMk id="113" creationId="{22AC1789-9CDA-4576-BE0B-2EA3F94D1B29}"/>
          </ac:spMkLst>
        </pc:spChg>
        <pc:spChg chg="add mod">
          <ac:chgData name="Minh Huynh" userId="01a137d4-0d81-46e0-aca6-c9185b391828" providerId="ADAL" clId="{18447838-0BCA-432B-86F3-BB78526C143F}" dt="2026-10-12T21:56:28.075" v="2337" actId="1076"/>
          <ac:spMkLst>
            <pc:docMk/>
            <pc:sldMk cId="232970683" sldId="901"/>
            <ac:spMk id="114" creationId="{1D15B502-FBD0-4D52-9373-9E8C3C5E6C6E}"/>
          </ac:spMkLst>
        </pc:spChg>
        <pc:spChg chg="add mod">
          <ac:chgData name="Minh Huynh" userId="01a137d4-0d81-46e0-aca6-c9185b391828" providerId="ADAL" clId="{18447838-0BCA-432B-86F3-BB78526C143F}" dt="2026-10-12T21:56:28.075" v="2337" actId="1076"/>
          <ac:spMkLst>
            <pc:docMk/>
            <pc:sldMk cId="232970683" sldId="901"/>
            <ac:spMk id="115" creationId="{5C482160-BFF2-46FA-A335-C33D27054EB2}"/>
          </ac:spMkLst>
        </pc:spChg>
        <pc:spChg chg="add mod">
          <ac:chgData name="Minh Huynh" userId="01a137d4-0d81-46e0-aca6-c9185b391828" providerId="ADAL" clId="{18447838-0BCA-432B-86F3-BB78526C143F}" dt="2026-10-12T21:56:28.075" v="2337" actId="1076"/>
          <ac:spMkLst>
            <pc:docMk/>
            <pc:sldMk cId="232970683" sldId="901"/>
            <ac:spMk id="116" creationId="{BE32DE41-260C-4BDD-9995-B5E7CE4AE13B}"/>
          </ac:spMkLst>
        </pc:spChg>
        <pc:spChg chg="add mod">
          <ac:chgData name="Minh Huynh" userId="01a137d4-0d81-46e0-aca6-c9185b391828" providerId="ADAL" clId="{18447838-0BCA-432B-86F3-BB78526C143F}" dt="2026-10-12T21:56:28.075" v="2337" actId="1076"/>
          <ac:spMkLst>
            <pc:docMk/>
            <pc:sldMk cId="232970683" sldId="901"/>
            <ac:spMk id="117" creationId="{3923A32C-8BB8-422A-9C5B-425274790048}"/>
          </ac:spMkLst>
        </pc:spChg>
        <pc:spChg chg="add mod">
          <ac:chgData name="Minh Huynh" userId="01a137d4-0d81-46e0-aca6-c9185b391828" providerId="ADAL" clId="{18447838-0BCA-432B-86F3-BB78526C143F}" dt="2026-10-12T21:56:28.075" v="2337" actId="1076"/>
          <ac:spMkLst>
            <pc:docMk/>
            <pc:sldMk cId="232970683" sldId="901"/>
            <ac:spMk id="118" creationId="{97D0E181-35A6-4620-AB7C-D7E5C0456EE6}"/>
          </ac:spMkLst>
        </pc:spChg>
        <pc:spChg chg="add mod">
          <ac:chgData name="Minh Huynh" userId="01a137d4-0d81-46e0-aca6-c9185b391828" providerId="ADAL" clId="{18447838-0BCA-432B-86F3-BB78526C143F}" dt="2026-10-12T21:56:28.075" v="2337" actId="1076"/>
          <ac:spMkLst>
            <pc:docMk/>
            <pc:sldMk cId="232970683" sldId="901"/>
            <ac:spMk id="119" creationId="{CA00CEB9-7A7D-41C6-B0D7-3D7A51935ACD}"/>
          </ac:spMkLst>
        </pc:spChg>
        <pc:spChg chg="add mod">
          <ac:chgData name="Minh Huynh" userId="01a137d4-0d81-46e0-aca6-c9185b391828" providerId="ADAL" clId="{18447838-0BCA-432B-86F3-BB78526C143F}" dt="2026-10-12T21:56:28.075" v="2337" actId="1076"/>
          <ac:spMkLst>
            <pc:docMk/>
            <pc:sldMk cId="232970683" sldId="901"/>
            <ac:spMk id="120" creationId="{CC2D1360-1673-4D92-B422-6748B526114A}"/>
          </ac:spMkLst>
        </pc:spChg>
        <pc:spChg chg="add mod">
          <ac:chgData name="Minh Huynh" userId="01a137d4-0d81-46e0-aca6-c9185b391828" providerId="ADAL" clId="{18447838-0BCA-432B-86F3-BB78526C143F}" dt="2026-10-12T21:56:28.075" v="2337" actId="1076"/>
          <ac:spMkLst>
            <pc:docMk/>
            <pc:sldMk cId="232970683" sldId="901"/>
            <ac:spMk id="121" creationId="{1CBDF342-4891-4AAD-A4AA-A80D531935B7}"/>
          </ac:spMkLst>
        </pc:spChg>
        <pc:spChg chg="add mod">
          <ac:chgData name="Minh Huynh" userId="01a137d4-0d81-46e0-aca6-c9185b391828" providerId="ADAL" clId="{18447838-0BCA-432B-86F3-BB78526C143F}" dt="2026-10-12T21:56:28.075" v="2337" actId="1076"/>
          <ac:spMkLst>
            <pc:docMk/>
            <pc:sldMk cId="232970683" sldId="901"/>
            <ac:spMk id="122" creationId="{BA41133E-FC1A-46BE-A12E-701B621316C2}"/>
          </ac:spMkLst>
        </pc:spChg>
        <pc:spChg chg="add mod">
          <ac:chgData name="Minh Huynh" userId="01a137d4-0d81-46e0-aca6-c9185b391828" providerId="ADAL" clId="{18447838-0BCA-432B-86F3-BB78526C143F}" dt="2026-10-12T21:56:28.075" v="2337" actId="1076"/>
          <ac:spMkLst>
            <pc:docMk/>
            <pc:sldMk cId="232970683" sldId="901"/>
            <ac:spMk id="123" creationId="{19CA7375-E97A-4DB4-A23B-2CB2E1370747}"/>
          </ac:spMkLst>
        </pc:spChg>
        <pc:spChg chg="add mod">
          <ac:chgData name="Minh Huynh" userId="01a137d4-0d81-46e0-aca6-c9185b391828" providerId="ADAL" clId="{18447838-0BCA-432B-86F3-BB78526C143F}" dt="2026-10-12T21:56:28.075" v="2337" actId="1076"/>
          <ac:spMkLst>
            <pc:docMk/>
            <pc:sldMk cId="232970683" sldId="901"/>
            <ac:spMk id="124" creationId="{956C46C7-24AB-4D9B-8904-EE60CFACC0C6}"/>
          </ac:spMkLst>
        </pc:spChg>
        <pc:spChg chg="add mod">
          <ac:chgData name="Minh Huynh" userId="01a137d4-0d81-46e0-aca6-c9185b391828" providerId="ADAL" clId="{18447838-0BCA-432B-86F3-BB78526C143F}" dt="2026-10-12T21:56:28.075" v="2337" actId="1076"/>
          <ac:spMkLst>
            <pc:docMk/>
            <pc:sldMk cId="232970683" sldId="901"/>
            <ac:spMk id="125" creationId="{C70FC9DB-627A-4C73-A98E-F101407A2A4E}"/>
          </ac:spMkLst>
        </pc:spChg>
        <pc:spChg chg="add mod">
          <ac:chgData name="Minh Huynh" userId="01a137d4-0d81-46e0-aca6-c9185b391828" providerId="ADAL" clId="{18447838-0BCA-432B-86F3-BB78526C143F}" dt="2026-10-12T21:56:28.075" v="2337" actId="1076"/>
          <ac:spMkLst>
            <pc:docMk/>
            <pc:sldMk cId="232970683" sldId="901"/>
            <ac:spMk id="126" creationId="{C209B7AC-2022-4EFA-BAE5-3578AB6F8C62}"/>
          </ac:spMkLst>
        </pc:spChg>
        <pc:spChg chg="add mod">
          <ac:chgData name="Minh Huynh" userId="01a137d4-0d81-46e0-aca6-c9185b391828" providerId="ADAL" clId="{18447838-0BCA-432B-86F3-BB78526C143F}" dt="2026-10-12T21:56:28.075" v="2337" actId="1076"/>
          <ac:spMkLst>
            <pc:docMk/>
            <pc:sldMk cId="232970683" sldId="901"/>
            <ac:spMk id="127" creationId="{A3D722CA-4697-4C49-81D8-CCB269685479}"/>
          </ac:spMkLst>
        </pc:spChg>
        <pc:spChg chg="add mod">
          <ac:chgData name="Minh Huynh" userId="01a137d4-0d81-46e0-aca6-c9185b391828" providerId="ADAL" clId="{18447838-0BCA-432B-86F3-BB78526C143F}" dt="2026-10-12T21:56:28.075" v="2337" actId="1076"/>
          <ac:spMkLst>
            <pc:docMk/>
            <pc:sldMk cId="232970683" sldId="901"/>
            <ac:spMk id="128" creationId="{90C02011-FD70-4FC2-8A42-4EA647BB5C97}"/>
          </ac:spMkLst>
        </pc:spChg>
        <pc:spChg chg="add mod">
          <ac:chgData name="Minh Huynh" userId="01a137d4-0d81-46e0-aca6-c9185b391828" providerId="ADAL" clId="{18447838-0BCA-432B-86F3-BB78526C143F}" dt="2026-10-12T21:56:28.075" v="2337" actId="1076"/>
          <ac:spMkLst>
            <pc:docMk/>
            <pc:sldMk cId="232970683" sldId="901"/>
            <ac:spMk id="129" creationId="{CCC6A48B-32D9-47A5-B49D-4E8A82FC0D93}"/>
          </ac:spMkLst>
        </pc:spChg>
        <pc:spChg chg="add mod">
          <ac:chgData name="Minh Huynh" userId="01a137d4-0d81-46e0-aca6-c9185b391828" providerId="ADAL" clId="{18447838-0BCA-432B-86F3-BB78526C143F}" dt="2026-10-12T21:56:28.075" v="2337" actId="1076"/>
          <ac:spMkLst>
            <pc:docMk/>
            <pc:sldMk cId="232970683" sldId="901"/>
            <ac:spMk id="130" creationId="{09B8E903-5294-4D19-B51B-70020377B7A8}"/>
          </ac:spMkLst>
        </pc:spChg>
        <pc:spChg chg="add mod">
          <ac:chgData name="Minh Huynh" userId="01a137d4-0d81-46e0-aca6-c9185b391828" providerId="ADAL" clId="{18447838-0BCA-432B-86F3-BB78526C143F}" dt="2026-10-12T21:56:28.075" v="2337" actId="1076"/>
          <ac:spMkLst>
            <pc:docMk/>
            <pc:sldMk cId="232970683" sldId="901"/>
            <ac:spMk id="131" creationId="{6766EA1A-5560-4A9D-8492-7A266BF81F00}"/>
          </ac:spMkLst>
        </pc:spChg>
        <pc:spChg chg="add mod">
          <ac:chgData name="Minh Huynh" userId="01a137d4-0d81-46e0-aca6-c9185b391828" providerId="ADAL" clId="{18447838-0BCA-432B-86F3-BB78526C143F}" dt="2026-10-12T21:56:28.075" v="2337" actId="1076"/>
          <ac:spMkLst>
            <pc:docMk/>
            <pc:sldMk cId="232970683" sldId="901"/>
            <ac:spMk id="132" creationId="{E4130D3F-8F23-423F-ABE1-9E13C1E0581A}"/>
          </ac:spMkLst>
        </pc:spChg>
        <pc:spChg chg="del">
          <ac:chgData name="Minh Huynh" userId="01a137d4-0d81-46e0-aca6-c9185b391828" providerId="ADAL" clId="{18447838-0BCA-432B-86F3-BB78526C143F}" dt="2026-10-12T21:56:23.152" v="2333" actId="478"/>
          <ac:spMkLst>
            <pc:docMk/>
            <pc:sldMk cId="232970683" sldId="901"/>
            <ac:spMk id="149" creationId="{21DFD56D-3523-4608-9402-BFB284590709}"/>
          </ac:spMkLst>
        </pc:spChg>
        <pc:spChg chg="del">
          <ac:chgData name="Minh Huynh" userId="01a137d4-0d81-46e0-aca6-c9185b391828" providerId="ADAL" clId="{18447838-0BCA-432B-86F3-BB78526C143F}" dt="2026-10-12T21:56:23.152" v="2333" actId="478"/>
          <ac:spMkLst>
            <pc:docMk/>
            <pc:sldMk cId="232970683" sldId="901"/>
            <ac:spMk id="150" creationId="{6DBAB6A7-C461-484C-ADB3-AABA62871EAB}"/>
          </ac:spMkLst>
        </pc:spChg>
        <pc:spChg chg="del">
          <ac:chgData name="Minh Huynh" userId="01a137d4-0d81-46e0-aca6-c9185b391828" providerId="ADAL" clId="{18447838-0BCA-432B-86F3-BB78526C143F}" dt="2026-10-12T21:56:23.152" v="2333" actId="478"/>
          <ac:spMkLst>
            <pc:docMk/>
            <pc:sldMk cId="232970683" sldId="901"/>
            <ac:spMk id="151" creationId="{90614140-0FC7-4B2C-AC00-25A3D449D757}"/>
          </ac:spMkLst>
        </pc:spChg>
        <pc:spChg chg="del">
          <ac:chgData name="Minh Huynh" userId="01a137d4-0d81-46e0-aca6-c9185b391828" providerId="ADAL" clId="{18447838-0BCA-432B-86F3-BB78526C143F}" dt="2026-10-12T21:56:23.152" v="2333" actId="478"/>
          <ac:spMkLst>
            <pc:docMk/>
            <pc:sldMk cId="232970683" sldId="901"/>
            <ac:spMk id="152" creationId="{A39311CA-B5A0-452F-8DE5-15587543E5DB}"/>
          </ac:spMkLst>
        </pc:spChg>
        <pc:spChg chg="del">
          <ac:chgData name="Minh Huynh" userId="01a137d4-0d81-46e0-aca6-c9185b391828" providerId="ADAL" clId="{18447838-0BCA-432B-86F3-BB78526C143F}" dt="2026-10-12T21:56:23.152" v="2333" actId="478"/>
          <ac:spMkLst>
            <pc:docMk/>
            <pc:sldMk cId="232970683" sldId="901"/>
            <ac:spMk id="153" creationId="{CC4135C1-925C-4734-8A19-3FA170BED018}"/>
          </ac:spMkLst>
        </pc:spChg>
        <pc:spChg chg="del">
          <ac:chgData name="Minh Huynh" userId="01a137d4-0d81-46e0-aca6-c9185b391828" providerId="ADAL" clId="{18447838-0BCA-432B-86F3-BB78526C143F}" dt="2026-10-12T21:56:23.152" v="2333" actId="478"/>
          <ac:spMkLst>
            <pc:docMk/>
            <pc:sldMk cId="232970683" sldId="901"/>
            <ac:spMk id="154" creationId="{E50D65BB-3A00-40D4-BEB3-639AF96917D6}"/>
          </ac:spMkLst>
        </pc:spChg>
        <pc:spChg chg="del">
          <ac:chgData name="Minh Huynh" userId="01a137d4-0d81-46e0-aca6-c9185b391828" providerId="ADAL" clId="{18447838-0BCA-432B-86F3-BB78526C143F}" dt="2026-10-12T21:56:23.152" v="2333" actId="478"/>
          <ac:spMkLst>
            <pc:docMk/>
            <pc:sldMk cId="232970683" sldId="901"/>
            <ac:spMk id="155" creationId="{F88CA61F-761B-40D0-9A17-10D593B3247F}"/>
          </ac:spMkLst>
        </pc:spChg>
        <pc:spChg chg="del">
          <ac:chgData name="Minh Huynh" userId="01a137d4-0d81-46e0-aca6-c9185b391828" providerId="ADAL" clId="{18447838-0BCA-432B-86F3-BB78526C143F}" dt="2026-10-12T21:56:23.152" v="2333" actId="478"/>
          <ac:spMkLst>
            <pc:docMk/>
            <pc:sldMk cId="232970683" sldId="901"/>
            <ac:spMk id="156" creationId="{6C3D556A-27F9-499F-A789-55B42F8AB778}"/>
          </ac:spMkLst>
        </pc:spChg>
        <pc:spChg chg="del">
          <ac:chgData name="Minh Huynh" userId="01a137d4-0d81-46e0-aca6-c9185b391828" providerId="ADAL" clId="{18447838-0BCA-432B-86F3-BB78526C143F}" dt="2026-10-12T21:56:23.152" v="2333" actId="478"/>
          <ac:spMkLst>
            <pc:docMk/>
            <pc:sldMk cId="232970683" sldId="901"/>
            <ac:spMk id="157" creationId="{A38F0726-2FB3-4CE1-AB85-658E951878E0}"/>
          </ac:spMkLst>
        </pc:spChg>
        <pc:spChg chg="del">
          <ac:chgData name="Minh Huynh" userId="01a137d4-0d81-46e0-aca6-c9185b391828" providerId="ADAL" clId="{18447838-0BCA-432B-86F3-BB78526C143F}" dt="2026-10-12T21:56:23.152" v="2333" actId="478"/>
          <ac:spMkLst>
            <pc:docMk/>
            <pc:sldMk cId="232970683" sldId="901"/>
            <ac:spMk id="158" creationId="{9A532184-9FAF-442F-A2B6-22F5DE3F3A1C}"/>
          </ac:spMkLst>
        </pc:spChg>
        <pc:spChg chg="del">
          <ac:chgData name="Minh Huynh" userId="01a137d4-0d81-46e0-aca6-c9185b391828" providerId="ADAL" clId="{18447838-0BCA-432B-86F3-BB78526C143F}" dt="2026-10-12T21:56:23.152" v="2333" actId="478"/>
          <ac:spMkLst>
            <pc:docMk/>
            <pc:sldMk cId="232970683" sldId="901"/>
            <ac:spMk id="159" creationId="{5A86A892-1579-4A9B-8153-0B7325B32AB9}"/>
          </ac:spMkLst>
        </pc:spChg>
        <pc:spChg chg="del">
          <ac:chgData name="Minh Huynh" userId="01a137d4-0d81-46e0-aca6-c9185b391828" providerId="ADAL" clId="{18447838-0BCA-432B-86F3-BB78526C143F}" dt="2026-10-12T21:56:23.152" v="2333" actId="478"/>
          <ac:spMkLst>
            <pc:docMk/>
            <pc:sldMk cId="232970683" sldId="901"/>
            <ac:spMk id="160" creationId="{BBAAE345-78C0-4389-A2C3-163D462D2335}"/>
          </ac:spMkLst>
        </pc:spChg>
        <pc:spChg chg="del">
          <ac:chgData name="Minh Huynh" userId="01a137d4-0d81-46e0-aca6-c9185b391828" providerId="ADAL" clId="{18447838-0BCA-432B-86F3-BB78526C143F}" dt="2026-10-12T21:56:23.152" v="2333" actId="478"/>
          <ac:spMkLst>
            <pc:docMk/>
            <pc:sldMk cId="232970683" sldId="901"/>
            <ac:spMk id="161" creationId="{3B9021A5-D70D-44D9-8FD2-334714F68809}"/>
          </ac:spMkLst>
        </pc:spChg>
        <pc:spChg chg="del">
          <ac:chgData name="Minh Huynh" userId="01a137d4-0d81-46e0-aca6-c9185b391828" providerId="ADAL" clId="{18447838-0BCA-432B-86F3-BB78526C143F}" dt="2026-10-12T21:56:23.152" v="2333" actId="478"/>
          <ac:spMkLst>
            <pc:docMk/>
            <pc:sldMk cId="232970683" sldId="901"/>
            <ac:spMk id="162" creationId="{7CE1599A-9562-41D5-8D00-D2CC724664C8}"/>
          </ac:spMkLst>
        </pc:spChg>
        <pc:spChg chg="del">
          <ac:chgData name="Minh Huynh" userId="01a137d4-0d81-46e0-aca6-c9185b391828" providerId="ADAL" clId="{18447838-0BCA-432B-86F3-BB78526C143F}" dt="2026-10-12T21:56:23.152" v="2333" actId="478"/>
          <ac:spMkLst>
            <pc:docMk/>
            <pc:sldMk cId="232970683" sldId="901"/>
            <ac:spMk id="163" creationId="{919F206C-7941-4701-A201-F83FBE7FA58D}"/>
          </ac:spMkLst>
        </pc:spChg>
        <pc:spChg chg="del">
          <ac:chgData name="Minh Huynh" userId="01a137d4-0d81-46e0-aca6-c9185b391828" providerId="ADAL" clId="{18447838-0BCA-432B-86F3-BB78526C143F}" dt="2026-10-12T21:56:23.152" v="2333" actId="478"/>
          <ac:spMkLst>
            <pc:docMk/>
            <pc:sldMk cId="232970683" sldId="901"/>
            <ac:spMk id="164" creationId="{EB101FD7-1E88-42E7-B8F3-03B503462AE1}"/>
          </ac:spMkLst>
        </pc:spChg>
        <pc:spChg chg="del">
          <ac:chgData name="Minh Huynh" userId="01a137d4-0d81-46e0-aca6-c9185b391828" providerId="ADAL" clId="{18447838-0BCA-432B-86F3-BB78526C143F}" dt="2026-10-12T21:56:23.152" v="2333" actId="478"/>
          <ac:spMkLst>
            <pc:docMk/>
            <pc:sldMk cId="232970683" sldId="901"/>
            <ac:spMk id="165" creationId="{BA151476-867D-404B-BC73-2F03730FC3EF}"/>
          </ac:spMkLst>
        </pc:spChg>
        <pc:spChg chg="del">
          <ac:chgData name="Minh Huynh" userId="01a137d4-0d81-46e0-aca6-c9185b391828" providerId="ADAL" clId="{18447838-0BCA-432B-86F3-BB78526C143F}" dt="2026-10-12T21:56:23.152" v="2333" actId="478"/>
          <ac:spMkLst>
            <pc:docMk/>
            <pc:sldMk cId="232970683" sldId="901"/>
            <ac:spMk id="166" creationId="{E4C53C5F-A54D-401E-8FE0-1CAF2FB857D7}"/>
          </ac:spMkLst>
        </pc:spChg>
        <pc:spChg chg="del">
          <ac:chgData name="Minh Huynh" userId="01a137d4-0d81-46e0-aca6-c9185b391828" providerId="ADAL" clId="{18447838-0BCA-432B-86F3-BB78526C143F}" dt="2026-10-12T21:56:23.152" v="2333" actId="478"/>
          <ac:spMkLst>
            <pc:docMk/>
            <pc:sldMk cId="232970683" sldId="901"/>
            <ac:spMk id="167" creationId="{675DDA17-543F-4915-AA09-F64037DC075E}"/>
          </ac:spMkLst>
        </pc:spChg>
        <pc:spChg chg="del">
          <ac:chgData name="Minh Huynh" userId="01a137d4-0d81-46e0-aca6-c9185b391828" providerId="ADAL" clId="{18447838-0BCA-432B-86F3-BB78526C143F}" dt="2026-10-12T21:56:23.152" v="2333" actId="478"/>
          <ac:spMkLst>
            <pc:docMk/>
            <pc:sldMk cId="232970683" sldId="901"/>
            <ac:spMk id="168" creationId="{D3B8DB5D-B3EF-4ADB-B873-D530E075329A}"/>
          </ac:spMkLst>
        </pc:spChg>
        <pc:spChg chg="del">
          <ac:chgData name="Minh Huynh" userId="01a137d4-0d81-46e0-aca6-c9185b391828" providerId="ADAL" clId="{18447838-0BCA-432B-86F3-BB78526C143F}" dt="2026-10-12T21:56:23.152" v="2333" actId="478"/>
          <ac:spMkLst>
            <pc:docMk/>
            <pc:sldMk cId="232970683" sldId="901"/>
            <ac:spMk id="169" creationId="{02C300F5-1222-4D33-97BD-57965A511AF5}"/>
          </ac:spMkLst>
        </pc:spChg>
        <pc:spChg chg="del">
          <ac:chgData name="Minh Huynh" userId="01a137d4-0d81-46e0-aca6-c9185b391828" providerId="ADAL" clId="{18447838-0BCA-432B-86F3-BB78526C143F}" dt="2026-10-12T21:56:23.152" v="2333" actId="478"/>
          <ac:spMkLst>
            <pc:docMk/>
            <pc:sldMk cId="232970683" sldId="901"/>
            <ac:spMk id="170" creationId="{89D33540-E4B3-45BB-9DE8-CB56F094F072}"/>
          </ac:spMkLst>
        </pc:spChg>
      </pc:sldChg>
      <pc:sldChg chg="del">
        <pc:chgData name="Minh Huynh" userId="01a137d4-0d81-46e0-aca6-c9185b391828" providerId="ADAL" clId="{18447838-0BCA-432B-86F3-BB78526C143F}" dt="2026-10-12T12:12:45.996" v="0" actId="47"/>
        <pc:sldMkLst>
          <pc:docMk/>
          <pc:sldMk cId="2782254885" sldId="901"/>
        </pc:sldMkLst>
      </pc:sldChg>
      <pc:sldChg chg="addSp delSp modSp add mod">
        <pc:chgData name="Minh Huynh" userId="01a137d4-0d81-46e0-aca6-c9185b391828" providerId="ADAL" clId="{18447838-0BCA-432B-86F3-BB78526C143F}" dt="2026-10-13T02:51:01.163" v="2453" actId="14100"/>
        <pc:sldMkLst>
          <pc:docMk/>
          <pc:sldMk cId="2487047363" sldId="902"/>
        </pc:sldMkLst>
        <pc:spChg chg="mod">
          <ac:chgData name="Minh Huynh" userId="01a137d4-0d81-46e0-aca6-c9185b391828" providerId="ADAL" clId="{18447838-0BCA-432B-86F3-BB78526C143F}" dt="2026-10-13T02:49:08.771" v="2403" actId="20577"/>
          <ac:spMkLst>
            <pc:docMk/>
            <pc:sldMk cId="2487047363" sldId="902"/>
            <ac:spMk id="4" creationId="{7BC73E8E-0D58-4B4B-A5C4-A8AE38997407}"/>
          </ac:spMkLst>
        </pc:spChg>
        <pc:spChg chg="add del mod">
          <ac:chgData name="Minh Huynh" userId="01a137d4-0d81-46e0-aca6-c9185b391828" providerId="ADAL" clId="{18447838-0BCA-432B-86F3-BB78526C143F}" dt="2026-10-13T02:50:32.983" v="2444"/>
          <ac:spMkLst>
            <pc:docMk/>
            <pc:sldMk cId="2487047363" sldId="902"/>
            <ac:spMk id="36" creationId="{D5C76A90-EC58-483F-BA63-C54B3AE8E0B5}"/>
          </ac:spMkLst>
        </pc:spChg>
        <pc:spChg chg="add del mod">
          <ac:chgData name="Minh Huynh" userId="01a137d4-0d81-46e0-aca6-c9185b391828" providerId="ADAL" clId="{18447838-0BCA-432B-86F3-BB78526C143F}" dt="2026-10-13T02:50:32.983" v="2444"/>
          <ac:spMkLst>
            <pc:docMk/>
            <pc:sldMk cId="2487047363" sldId="902"/>
            <ac:spMk id="37" creationId="{6C5B3935-C11C-4582-913F-B018CC09A810}"/>
          </ac:spMkLst>
        </pc:spChg>
        <pc:spChg chg="add del mod">
          <ac:chgData name="Minh Huynh" userId="01a137d4-0d81-46e0-aca6-c9185b391828" providerId="ADAL" clId="{18447838-0BCA-432B-86F3-BB78526C143F}" dt="2026-10-13T02:50:32.983" v="2444"/>
          <ac:spMkLst>
            <pc:docMk/>
            <pc:sldMk cId="2487047363" sldId="902"/>
            <ac:spMk id="38" creationId="{99505BA9-B9DE-4B2A-B684-E5CE80A45AC4}"/>
          </ac:spMkLst>
        </pc:spChg>
        <pc:spChg chg="add del mod">
          <ac:chgData name="Minh Huynh" userId="01a137d4-0d81-46e0-aca6-c9185b391828" providerId="ADAL" clId="{18447838-0BCA-432B-86F3-BB78526C143F}" dt="2026-10-13T02:50:32.983" v="2444"/>
          <ac:spMkLst>
            <pc:docMk/>
            <pc:sldMk cId="2487047363" sldId="902"/>
            <ac:spMk id="39" creationId="{2058982F-5033-4DBE-8A93-C0EB78BA2C6B}"/>
          </ac:spMkLst>
        </pc:spChg>
        <pc:spChg chg="add del mod">
          <ac:chgData name="Minh Huynh" userId="01a137d4-0d81-46e0-aca6-c9185b391828" providerId="ADAL" clId="{18447838-0BCA-432B-86F3-BB78526C143F}" dt="2026-10-13T02:50:32.983" v="2444"/>
          <ac:spMkLst>
            <pc:docMk/>
            <pc:sldMk cId="2487047363" sldId="902"/>
            <ac:spMk id="40" creationId="{9AA65E4C-6435-4406-895C-49C36A20458A}"/>
          </ac:spMkLst>
        </pc:spChg>
        <pc:spChg chg="add del mod">
          <ac:chgData name="Minh Huynh" userId="01a137d4-0d81-46e0-aca6-c9185b391828" providerId="ADAL" clId="{18447838-0BCA-432B-86F3-BB78526C143F}" dt="2026-10-13T02:50:32.983" v="2444"/>
          <ac:spMkLst>
            <pc:docMk/>
            <pc:sldMk cId="2487047363" sldId="902"/>
            <ac:spMk id="41" creationId="{E87C0E9F-FF49-4F7F-A9E5-6036524C6F6A}"/>
          </ac:spMkLst>
        </pc:spChg>
        <pc:spChg chg="add del mod">
          <ac:chgData name="Minh Huynh" userId="01a137d4-0d81-46e0-aca6-c9185b391828" providerId="ADAL" clId="{18447838-0BCA-432B-86F3-BB78526C143F}" dt="2026-10-13T02:50:32.983" v="2444"/>
          <ac:spMkLst>
            <pc:docMk/>
            <pc:sldMk cId="2487047363" sldId="902"/>
            <ac:spMk id="42" creationId="{5E665120-A57F-4287-BE6C-0FC157C33155}"/>
          </ac:spMkLst>
        </pc:spChg>
        <pc:spChg chg="add del mod">
          <ac:chgData name="Minh Huynh" userId="01a137d4-0d81-46e0-aca6-c9185b391828" providerId="ADAL" clId="{18447838-0BCA-432B-86F3-BB78526C143F}" dt="2026-10-13T02:50:32.983" v="2444"/>
          <ac:spMkLst>
            <pc:docMk/>
            <pc:sldMk cId="2487047363" sldId="902"/>
            <ac:spMk id="43" creationId="{E2555B8C-AC38-4F06-B192-54A6F35AD3A7}"/>
          </ac:spMkLst>
        </pc:spChg>
        <pc:spChg chg="add del mod">
          <ac:chgData name="Minh Huynh" userId="01a137d4-0d81-46e0-aca6-c9185b391828" providerId="ADAL" clId="{18447838-0BCA-432B-86F3-BB78526C143F}" dt="2026-10-13T02:50:32.983" v="2444"/>
          <ac:spMkLst>
            <pc:docMk/>
            <pc:sldMk cId="2487047363" sldId="902"/>
            <ac:spMk id="44" creationId="{5CD5B599-F530-4C52-95E0-623B9B012996}"/>
          </ac:spMkLst>
        </pc:spChg>
        <pc:spChg chg="add del mod">
          <ac:chgData name="Minh Huynh" userId="01a137d4-0d81-46e0-aca6-c9185b391828" providerId="ADAL" clId="{18447838-0BCA-432B-86F3-BB78526C143F}" dt="2026-10-13T02:50:32.983" v="2444"/>
          <ac:spMkLst>
            <pc:docMk/>
            <pc:sldMk cId="2487047363" sldId="902"/>
            <ac:spMk id="45" creationId="{170E2E09-9F88-4E83-8277-B9F39C337FB8}"/>
          </ac:spMkLst>
        </pc:spChg>
        <pc:spChg chg="add del mod">
          <ac:chgData name="Minh Huynh" userId="01a137d4-0d81-46e0-aca6-c9185b391828" providerId="ADAL" clId="{18447838-0BCA-432B-86F3-BB78526C143F}" dt="2026-10-13T02:50:32.983" v="2444"/>
          <ac:spMkLst>
            <pc:docMk/>
            <pc:sldMk cId="2487047363" sldId="902"/>
            <ac:spMk id="46" creationId="{04FD84DD-84E1-409B-AEAA-C0AB867AB479}"/>
          </ac:spMkLst>
        </pc:spChg>
        <pc:spChg chg="add del mod">
          <ac:chgData name="Minh Huynh" userId="01a137d4-0d81-46e0-aca6-c9185b391828" providerId="ADAL" clId="{18447838-0BCA-432B-86F3-BB78526C143F}" dt="2026-10-13T02:50:32.983" v="2444"/>
          <ac:spMkLst>
            <pc:docMk/>
            <pc:sldMk cId="2487047363" sldId="902"/>
            <ac:spMk id="47" creationId="{38038D13-6956-4514-ADBB-43F344C9F936}"/>
          </ac:spMkLst>
        </pc:spChg>
        <pc:spChg chg="add del mod">
          <ac:chgData name="Minh Huynh" userId="01a137d4-0d81-46e0-aca6-c9185b391828" providerId="ADAL" clId="{18447838-0BCA-432B-86F3-BB78526C143F}" dt="2026-10-13T02:50:32.983" v="2444"/>
          <ac:spMkLst>
            <pc:docMk/>
            <pc:sldMk cId="2487047363" sldId="902"/>
            <ac:spMk id="48" creationId="{F0F15E31-12AA-4CAE-BE15-7F6D9E0B926C}"/>
          </ac:spMkLst>
        </pc:spChg>
        <pc:spChg chg="add del mod">
          <ac:chgData name="Minh Huynh" userId="01a137d4-0d81-46e0-aca6-c9185b391828" providerId="ADAL" clId="{18447838-0BCA-432B-86F3-BB78526C143F}" dt="2026-10-13T02:50:32.983" v="2444"/>
          <ac:spMkLst>
            <pc:docMk/>
            <pc:sldMk cId="2487047363" sldId="902"/>
            <ac:spMk id="49" creationId="{1902B7B7-89FB-4E99-AAB0-20876F1B714D}"/>
          </ac:spMkLst>
        </pc:spChg>
        <pc:spChg chg="add del mod">
          <ac:chgData name="Minh Huynh" userId="01a137d4-0d81-46e0-aca6-c9185b391828" providerId="ADAL" clId="{18447838-0BCA-432B-86F3-BB78526C143F}" dt="2026-10-13T02:50:32.983" v="2444"/>
          <ac:spMkLst>
            <pc:docMk/>
            <pc:sldMk cId="2487047363" sldId="902"/>
            <ac:spMk id="50" creationId="{10F3A7C5-7D12-4B60-9E14-49CB5B416E49}"/>
          </ac:spMkLst>
        </pc:spChg>
        <pc:spChg chg="add del mod">
          <ac:chgData name="Minh Huynh" userId="01a137d4-0d81-46e0-aca6-c9185b391828" providerId="ADAL" clId="{18447838-0BCA-432B-86F3-BB78526C143F}" dt="2026-10-13T02:50:32.983" v="2444"/>
          <ac:spMkLst>
            <pc:docMk/>
            <pc:sldMk cId="2487047363" sldId="902"/>
            <ac:spMk id="51" creationId="{4207EA15-8D58-4672-840C-A0E0C5AD8D71}"/>
          </ac:spMkLst>
        </pc:spChg>
        <pc:spChg chg="add del mod">
          <ac:chgData name="Minh Huynh" userId="01a137d4-0d81-46e0-aca6-c9185b391828" providerId="ADAL" clId="{18447838-0BCA-432B-86F3-BB78526C143F}" dt="2026-10-13T02:50:32.983" v="2444"/>
          <ac:spMkLst>
            <pc:docMk/>
            <pc:sldMk cId="2487047363" sldId="902"/>
            <ac:spMk id="52" creationId="{8F3C5456-3597-4F46-965F-3E3F26789C6E}"/>
          </ac:spMkLst>
        </pc:spChg>
        <pc:spChg chg="add del mod">
          <ac:chgData name="Minh Huynh" userId="01a137d4-0d81-46e0-aca6-c9185b391828" providerId="ADAL" clId="{18447838-0BCA-432B-86F3-BB78526C143F}" dt="2026-10-13T02:50:32.983" v="2444"/>
          <ac:spMkLst>
            <pc:docMk/>
            <pc:sldMk cId="2487047363" sldId="902"/>
            <ac:spMk id="53" creationId="{73CF5687-73A6-43F3-85CD-886056F16A15}"/>
          </ac:spMkLst>
        </pc:spChg>
        <pc:spChg chg="add del mod">
          <ac:chgData name="Minh Huynh" userId="01a137d4-0d81-46e0-aca6-c9185b391828" providerId="ADAL" clId="{18447838-0BCA-432B-86F3-BB78526C143F}" dt="2026-10-13T02:50:32.983" v="2444"/>
          <ac:spMkLst>
            <pc:docMk/>
            <pc:sldMk cId="2487047363" sldId="902"/>
            <ac:spMk id="54" creationId="{FF940E9C-F98E-4E71-9FDE-F3DE7DBB745D}"/>
          </ac:spMkLst>
        </pc:spChg>
        <pc:spChg chg="add del mod">
          <ac:chgData name="Minh Huynh" userId="01a137d4-0d81-46e0-aca6-c9185b391828" providerId="ADAL" clId="{18447838-0BCA-432B-86F3-BB78526C143F}" dt="2026-10-13T02:50:32.983" v="2444"/>
          <ac:spMkLst>
            <pc:docMk/>
            <pc:sldMk cId="2487047363" sldId="902"/>
            <ac:spMk id="55" creationId="{575B8533-9CE5-48C4-B13E-76DC419A06B6}"/>
          </ac:spMkLst>
        </pc:spChg>
        <pc:spChg chg="add del mod">
          <ac:chgData name="Minh Huynh" userId="01a137d4-0d81-46e0-aca6-c9185b391828" providerId="ADAL" clId="{18447838-0BCA-432B-86F3-BB78526C143F}" dt="2026-10-13T02:50:32.983" v="2444"/>
          <ac:spMkLst>
            <pc:docMk/>
            <pc:sldMk cId="2487047363" sldId="902"/>
            <ac:spMk id="56" creationId="{FEFBD3AC-FE54-4088-BE80-6CB8CC0B7B23}"/>
          </ac:spMkLst>
        </pc:spChg>
        <pc:spChg chg="add del mod">
          <ac:chgData name="Minh Huynh" userId="01a137d4-0d81-46e0-aca6-c9185b391828" providerId="ADAL" clId="{18447838-0BCA-432B-86F3-BB78526C143F}" dt="2026-10-13T02:50:32.983" v="2444"/>
          <ac:spMkLst>
            <pc:docMk/>
            <pc:sldMk cId="2487047363" sldId="902"/>
            <ac:spMk id="57" creationId="{A71E8C65-26F8-442C-89AB-9D1709F3BBA7}"/>
          </ac:spMkLst>
        </pc:spChg>
        <pc:spChg chg="add del mod">
          <ac:chgData name="Minh Huynh" userId="01a137d4-0d81-46e0-aca6-c9185b391828" providerId="ADAL" clId="{18447838-0BCA-432B-86F3-BB78526C143F}" dt="2026-10-13T02:50:32.983" v="2444"/>
          <ac:spMkLst>
            <pc:docMk/>
            <pc:sldMk cId="2487047363" sldId="902"/>
            <ac:spMk id="58" creationId="{4D971A3D-5CC3-4804-85C6-131B3B435D66}"/>
          </ac:spMkLst>
        </pc:spChg>
        <pc:spChg chg="add del mod">
          <ac:chgData name="Minh Huynh" userId="01a137d4-0d81-46e0-aca6-c9185b391828" providerId="ADAL" clId="{18447838-0BCA-432B-86F3-BB78526C143F}" dt="2026-10-13T02:50:32.983" v="2444"/>
          <ac:spMkLst>
            <pc:docMk/>
            <pc:sldMk cId="2487047363" sldId="902"/>
            <ac:spMk id="59" creationId="{20C7DCFB-1F5C-419B-8E6E-89EAC5581464}"/>
          </ac:spMkLst>
        </pc:spChg>
        <pc:spChg chg="add del mod">
          <ac:chgData name="Minh Huynh" userId="01a137d4-0d81-46e0-aca6-c9185b391828" providerId="ADAL" clId="{18447838-0BCA-432B-86F3-BB78526C143F}" dt="2026-10-13T02:50:32.983" v="2444"/>
          <ac:spMkLst>
            <pc:docMk/>
            <pc:sldMk cId="2487047363" sldId="902"/>
            <ac:spMk id="60" creationId="{092B3514-F4CE-4443-BCDD-6B65F7870289}"/>
          </ac:spMkLst>
        </pc:spChg>
        <pc:spChg chg="add del mod">
          <ac:chgData name="Minh Huynh" userId="01a137d4-0d81-46e0-aca6-c9185b391828" providerId="ADAL" clId="{18447838-0BCA-432B-86F3-BB78526C143F}" dt="2026-10-13T02:50:32.983" v="2444"/>
          <ac:spMkLst>
            <pc:docMk/>
            <pc:sldMk cId="2487047363" sldId="902"/>
            <ac:spMk id="61" creationId="{31DF323A-8DD1-4EAA-93BB-76F94BFAD658}"/>
          </ac:spMkLst>
        </pc:spChg>
        <pc:spChg chg="add del mod">
          <ac:chgData name="Minh Huynh" userId="01a137d4-0d81-46e0-aca6-c9185b391828" providerId="ADAL" clId="{18447838-0BCA-432B-86F3-BB78526C143F}" dt="2026-10-13T02:50:32.983" v="2444"/>
          <ac:spMkLst>
            <pc:docMk/>
            <pc:sldMk cId="2487047363" sldId="902"/>
            <ac:spMk id="62" creationId="{6F7BC4AA-3B4C-450D-85BD-62983A584652}"/>
          </ac:spMkLst>
        </pc:spChg>
        <pc:spChg chg="add del mod">
          <ac:chgData name="Minh Huynh" userId="01a137d4-0d81-46e0-aca6-c9185b391828" providerId="ADAL" clId="{18447838-0BCA-432B-86F3-BB78526C143F}" dt="2026-10-13T02:50:32.983" v="2444"/>
          <ac:spMkLst>
            <pc:docMk/>
            <pc:sldMk cId="2487047363" sldId="902"/>
            <ac:spMk id="63" creationId="{29958C97-DE55-46FD-87FD-9FB937DE8A14}"/>
          </ac:spMkLst>
        </pc:spChg>
        <pc:spChg chg="add del mod">
          <ac:chgData name="Minh Huynh" userId="01a137d4-0d81-46e0-aca6-c9185b391828" providerId="ADAL" clId="{18447838-0BCA-432B-86F3-BB78526C143F}" dt="2026-10-13T02:50:32.983" v="2444"/>
          <ac:spMkLst>
            <pc:docMk/>
            <pc:sldMk cId="2487047363" sldId="902"/>
            <ac:spMk id="64" creationId="{C4AD46F8-283A-43C6-9D3C-4DB4E43C0A5F}"/>
          </ac:spMkLst>
        </pc:spChg>
        <pc:spChg chg="add del mod">
          <ac:chgData name="Minh Huynh" userId="01a137d4-0d81-46e0-aca6-c9185b391828" providerId="ADAL" clId="{18447838-0BCA-432B-86F3-BB78526C143F}" dt="2026-10-13T02:50:32.983" v="2444"/>
          <ac:spMkLst>
            <pc:docMk/>
            <pc:sldMk cId="2487047363" sldId="902"/>
            <ac:spMk id="65" creationId="{87A8F7FD-D6D5-475B-B13E-EB21BBFFFFE7}"/>
          </ac:spMkLst>
        </pc:spChg>
        <pc:spChg chg="add del mod">
          <ac:chgData name="Minh Huynh" userId="01a137d4-0d81-46e0-aca6-c9185b391828" providerId="ADAL" clId="{18447838-0BCA-432B-86F3-BB78526C143F}" dt="2026-10-13T02:50:32.983" v="2444"/>
          <ac:spMkLst>
            <pc:docMk/>
            <pc:sldMk cId="2487047363" sldId="902"/>
            <ac:spMk id="66" creationId="{37285192-4EE9-4D01-915B-5FDDC626B08D}"/>
          </ac:spMkLst>
        </pc:spChg>
        <pc:spChg chg="add del mod">
          <ac:chgData name="Minh Huynh" userId="01a137d4-0d81-46e0-aca6-c9185b391828" providerId="ADAL" clId="{18447838-0BCA-432B-86F3-BB78526C143F}" dt="2026-10-13T02:50:32.983" v="2444"/>
          <ac:spMkLst>
            <pc:docMk/>
            <pc:sldMk cId="2487047363" sldId="902"/>
            <ac:spMk id="67" creationId="{FED09083-3068-491A-9969-0DD5D8486970}"/>
          </ac:spMkLst>
        </pc:spChg>
        <pc:spChg chg="add del mod">
          <ac:chgData name="Minh Huynh" userId="01a137d4-0d81-46e0-aca6-c9185b391828" providerId="ADAL" clId="{18447838-0BCA-432B-86F3-BB78526C143F}" dt="2026-10-13T02:50:32.983" v="2444"/>
          <ac:spMkLst>
            <pc:docMk/>
            <pc:sldMk cId="2487047363" sldId="902"/>
            <ac:spMk id="68" creationId="{CCD52D7D-D9BB-4722-8AC2-8600EAA82A08}"/>
          </ac:spMkLst>
        </pc:spChg>
        <pc:spChg chg="add del mod">
          <ac:chgData name="Minh Huynh" userId="01a137d4-0d81-46e0-aca6-c9185b391828" providerId="ADAL" clId="{18447838-0BCA-432B-86F3-BB78526C143F}" dt="2026-10-13T02:50:32.983" v="2444"/>
          <ac:spMkLst>
            <pc:docMk/>
            <pc:sldMk cId="2487047363" sldId="902"/>
            <ac:spMk id="69" creationId="{F9E8E363-5414-4102-A2E7-7FA6410BAA8C}"/>
          </ac:spMkLst>
        </pc:spChg>
        <pc:spChg chg="add del mod">
          <ac:chgData name="Minh Huynh" userId="01a137d4-0d81-46e0-aca6-c9185b391828" providerId="ADAL" clId="{18447838-0BCA-432B-86F3-BB78526C143F}" dt="2026-10-13T02:50:32.983" v="2444"/>
          <ac:spMkLst>
            <pc:docMk/>
            <pc:sldMk cId="2487047363" sldId="902"/>
            <ac:spMk id="70" creationId="{4A55D290-73E1-43E4-A3DC-FB8FCB77982A}"/>
          </ac:spMkLst>
        </pc:spChg>
        <pc:spChg chg="add del mod">
          <ac:chgData name="Minh Huynh" userId="01a137d4-0d81-46e0-aca6-c9185b391828" providerId="ADAL" clId="{18447838-0BCA-432B-86F3-BB78526C143F}" dt="2026-10-13T02:50:32.983" v="2444"/>
          <ac:spMkLst>
            <pc:docMk/>
            <pc:sldMk cId="2487047363" sldId="902"/>
            <ac:spMk id="71" creationId="{C7A075F8-871A-4C89-885E-CF67F21EEC1E}"/>
          </ac:spMkLst>
        </pc:spChg>
        <pc:spChg chg="add del mod">
          <ac:chgData name="Minh Huynh" userId="01a137d4-0d81-46e0-aca6-c9185b391828" providerId="ADAL" clId="{18447838-0BCA-432B-86F3-BB78526C143F}" dt="2026-10-13T02:50:32.983" v="2444"/>
          <ac:spMkLst>
            <pc:docMk/>
            <pc:sldMk cId="2487047363" sldId="902"/>
            <ac:spMk id="72" creationId="{90781B4B-0CE1-4626-B836-6E38B6BD6804}"/>
          </ac:spMkLst>
        </pc:spChg>
        <pc:spChg chg="add del mod">
          <ac:chgData name="Minh Huynh" userId="01a137d4-0d81-46e0-aca6-c9185b391828" providerId="ADAL" clId="{18447838-0BCA-432B-86F3-BB78526C143F}" dt="2026-10-13T02:50:32.983" v="2444"/>
          <ac:spMkLst>
            <pc:docMk/>
            <pc:sldMk cId="2487047363" sldId="902"/>
            <ac:spMk id="73" creationId="{5E9A8468-12A9-4BA5-9A26-D6F483E360C7}"/>
          </ac:spMkLst>
        </pc:spChg>
        <pc:spChg chg="add del mod">
          <ac:chgData name="Minh Huynh" userId="01a137d4-0d81-46e0-aca6-c9185b391828" providerId="ADAL" clId="{18447838-0BCA-432B-86F3-BB78526C143F}" dt="2026-10-13T02:50:32.983" v="2444"/>
          <ac:spMkLst>
            <pc:docMk/>
            <pc:sldMk cId="2487047363" sldId="902"/>
            <ac:spMk id="74" creationId="{9F937CE0-91F0-4C7D-B44D-61C5A0168373}"/>
          </ac:spMkLst>
        </pc:spChg>
        <pc:spChg chg="mod">
          <ac:chgData name="Minh Huynh" userId="01a137d4-0d81-46e0-aca6-c9185b391828" providerId="ADAL" clId="{18447838-0BCA-432B-86F3-BB78526C143F}" dt="2026-10-13T02:50:22.651" v="2440" actId="14100"/>
          <ac:spMkLst>
            <pc:docMk/>
            <pc:sldMk cId="2487047363" sldId="902"/>
            <ac:spMk id="75" creationId="{49DF9D2F-8E65-4D63-82C3-27F8FA7882BF}"/>
          </ac:spMkLst>
        </pc:spChg>
        <pc:spChg chg="add del mod">
          <ac:chgData name="Minh Huynh" userId="01a137d4-0d81-46e0-aca6-c9185b391828" providerId="ADAL" clId="{18447838-0BCA-432B-86F3-BB78526C143F}" dt="2026-10-13T02:50:32.983" v="2444"/>
          <ac:spMkLst>
            <pc:docMk/>
            <pc:sldMk cId="2487047363" sldId="902"/>
            <ac:spMk id="76" creationId="{DAC7E202-A49C-4EA7-B11A-44E12B7A2FDA}"/>
          </ac:spMkLst>
        </pc:spChg>
        <pc:spChg chg="add del mod">
          <ac:chgData name="Minh Huynh" userId="01a137d4-0d81-46e0-aca6-c9185b391828" providerId="ADAL" clId="{18447838-0BCA-432B-86F3-BB78526C143F}" dt="2026-10-13T02:50:32.983" v="2444"/>
          <ac:spMkLst>
            <pc:docMk/>
            <pc:sldMk cId="2487047363" sldId="902"/>
            <ac:spMk id="77" creationId="{62A43434-78A1-4B5B-BEFD-16359EB47877}"/>
          </ac:spMkLst>
        </pc:spChg>
        <pc:spChg chg="add del mod">
          <ac:chgData name="Minh Huynh" userId="01a137d4-0d81-46e0-aca6-c9185b391828" providerId="ADAL" clId="{18447838-0BCA-432B-86F3-BB78526C143F}" dt="2026-10-13T02:50:32.983" v="2444"/>
          <ac:spMkLst>
            <pc:docMk/>
            <pc:sldMk cId="2487047363" sldId="902"/>
            <ac:spMk id="78" creationId="{0B1343DD-8CFB-43D3-8549-2E513BCA4D27}"/>
          </ac:spMkLst>
        </pc:spChg>
        <pc:spChg chg="add del mod">
          <ac:chgData name="Minh Huynh" userId="01a137d4-0d81-46e0-aca6-c9185b391828" providerId="ADAL" clId="{18447838-0BCA-432B-86F3-BB78526C143F}" dt="2026-10-13T02:50:32.983" v="2444"/>
          <ac:spMkLst>
            <pc:docMk/>
            <pc:sldMk cId="2487047363" sldId="902"/>
            <ac:spMk id="79" creationId="{DDB2D4AF-25A6-492C-8C5B-499257DBF71A}"/>
          </ac:spMkLst>
        </pc:spChg>
        <pc:spChg chg="del">
          <ac:chgData name="Minh Huynh" userId="01a137d4-0d81-46e0-aca6-c9185b391828" providerId="ADAL" clId="{18447838-0BCA-432B-86F3-BB78526C143F}" dt="2026-10-13T02:50:24.303" v="2441" actId="478"/>
          <ac:spMkLst>
            <pc:docMk/>
            <pc:sldMk cId="2487047363" sldId="902"/>
            <ac:spMk id="80" creationId="{CEE9F308-9C88-4767-BF59-94E0E170FD9F}"/>
          </ac:spMkLst>
        </pc:spChg>
        <pc:spChg chg="del">
          <ac:chgData name="Minh Huynh" userId="01a137d4-0d81-46e0-aca6-c9185b391828" providerId="ADAL" clId="{18447838-0BCA-432B-86F3-BB78526C143F}" dt="2026-10-13T02:50:26.209" v="2442" actId="478"/>
          <ac:spMkLst>
            <pc:docMk/>
            <pc:sldMk cId="2487047363" sldId="902"/>
            <ac:spMk id="81" creationId="{8FD1ED4D-249D-4DB7-AEAE-FF0118BDF3FC}"/>
          </ac:spMkLst>
        </pc:spChg>
        <pc:spChg chg="del">
          <ac:chgData name="Minh Huynh" userId="01a137d4-0d81-46e0-aca6-c9185b391828" providerId="ADAL" clId="{18447838-0BCA-432B-86F3-BB78526C143F}" dt="2026-10-13T02:50:26.209" v="2442" actId="478"/>
          <ac:spMkLst>
            <pc:docMk/>
            <pc:sldMk cId="2487047363" sldId="902"/>
            <ac:spMk id="82" creationId="{26B6592C-6A4F-4B6E-BE7C-D2CC943185E7}"/>
          </ac:spMkLst>
        </pc:spChg>
        <pc:spChg chg="del">
          <ac:chgData name="Minh Huynh" userId="01a137d4-0d81-46e0-aca6-c9185b391828" providerId="ADAL" clId="{18447838-0BCA-432B-86F3-BB78526C143F}" dt="2026-10-13T02:50:26.209" v="2442" actId="478"/>
          <ac:spMkLst>
            <pc:docMk/>
            <pc:sldMk cId="2487047363" sldId="902"/>
            <ac:spMk id="83" creationId="{002EFBA7-9647-4B78-9C42-134F81FCCB4E}"/>
          </ac:spMkLst>
        </pc:spChg>
        <pc:spChg chg="del">
          <ac:chgData name="Minh Huynh" userId="01a137d4-0d81-46e0-aca6-c9185b391828" providerId="ADAL" clId="{18447838-0BCA-432B-86F3-BB78526C143F}" dt="2026-10-13T02:50:26.209" v="2442" actId="478"/>
          <ac:spMkLst>
            <pc:docMk/>
            <pc:sldMk cId="2487047363" sldId="902"/>
            <ac:spMk id="84" creationId="{D6BEC4FF-41F5-4F72-BE0F-3BB2B3C956D4}"/>
          </ac:spMkLst>
        </pc:spChg>
        <pc:spChg chg="del">
          <ac:chgData name="Minh Huynh" userId="01a137d4-0d81-46e0-aca6-c9185b391828" providerId="ADAL" clId="{18447838-0BCA-432B-86F3-BB78526C143F}" dt="2026-10-13T02:50:26.209" v="2442" actId="478"/>
          <ac:spMkLst>
            <pc:docMk/>
            <pc:sldMk cId="2487047363" sldId="902"/>
            <ac:spMk id="85" creationId="{7788472F-4A55-4BB7-8E7C-C1DEB43EBE50}"/>
          </ac:spMkLst>
        </pc:spChg>
        <pc:spChg chg="del">
          <ac:chgData name="Minh Huynh" userId="01a137d4-0d81-46e0-aca6-c9185b391828" providerId="ADAL" clId="{18447838-0BCA-432B-86F3-BB78526C143F}" dt="2026-10-13T02:50:26.209" v="2442" actId="478"/>
          <ac:spMkLst>
            <pc:docMk/>
            <pc:sldMk cId="2487047363" sldId="902"/>
            <ac:spMk id="86" creationId="{8A8E4DE9-499B-4A49-97D4-C23912E91760}"/>
          </ac:spMkLst>
        </pc:spChg>
        <pc:spChg chg="del">
          <ac:chgData name="Minh Huynh" userId="01a137d4-0d81-46e0-aca6-c9185b391828" providerId="ADAL" clId="{18447838-0BCA-432B-86F3-BB78526C143F}" dt="2026-10-13T02:50:26.209" v="2442" actId="478"/>
          <ac:spMkLst>
            <pc:docMk/>
            <pc:sldMk cId="2487047363" sldId="902"/>
            <ac:spMk id="87" creationId="{7DB7774F-5DA3-4524-ABD4-0306EACADA66}"/>
          </ac:spMkLst>
        </pc:spChg>
        <pc:spChg chg="add del mod">
          <ac:chgData name="Minh Huynh" userId="01a137d4-0d81-46e0-aca6-c9185b391828" providerId="ADAL" clId="{18447838-0BCA-432B-86F3-BB78526C143F}" dt="2026-10-13T02:50:48.236" v="2447" actId="478"/>
          <ac:spMkLst>
            <pc:docMk/>
            <pc:sldMk cId="2487047363" sldId="902"/>
            <ac:spMk id="88" creationId="{26005E6A-6EA8-4151-A779-A0663F80CA60}"/>
          </ac:spMkLst>
        </pc:spChg>
        <pc:spChg chg="add del mod">
          <ac:chgData name="Minh Huynh" userId="01a137d4-0d81-46e0-aca6-c9185b391828" providerId="ADAL" clId="{18447838-0BCA-432B-86F3-BB78526C143F}" dt="2026-10-13T02:50:48.236" v="2447" actId="478"/>
          <ac:spMkLst>
            <pc:docMk/>
            <pc:sldMk cId="2487047363" sldId="902"/>
            <ac:spMk id="89" creationId="{B414DED1-86DC-4E79-9517-D9ACDBB9D824}"/>
          </ac:spMkLst>
        </pc:spChg>
        <pc:spChg chg="add del mod">
          <ac:chgData name="Minh Huynh" userId="01a137d4-0d81-46e0-aca6-c9185b391828" providerId="ADAL" clId="{18447838-0BCA-432B-86F3-BB78526C143F}" dt="2026-10-13T02:50:48.236" v="2447" actId="478"/>
          <ac:spMkLst>
            <pc:docMk/>
            <pc:sldMk cId="2487047363" sldId="902"/>
            <ac:spMk id="90" creationId="{01591618-CC17-4AEA-B6DB-4F5BE55B44F8}"/>
          </ac:spMkLst>
        </pc:spChg>
        <pc:spChg chg="add del mod">
          <ac:chgData name="Minh Huynh" userId="01a137d4-0d81-46e0-aca6-c9185b391828" providerId="ADAL" clId="{18447838-0BCA-432B-86F3-BB78526C143F}" dt="2026-10-13T02:50:48.236" v="2447" actId="478"/>
          <ac:spMkLst>
            <pc:docMk/>
            <pc:sldMk cId="2487047363" sldId="902"/>
            <ac:spMk id="91" creationId="{81025A3E-A2F6-4449-B62F-979BCFF3419B}"/>
          </ac:spMkLst>
        </pc:spChg>
        <pc:spChg chg="add del mod">
          <ac:chgData name="Minh Huynh" userId="01a137d4-0d81-46e0-aca6-c9185b391828" providerId="ADAL" clId="{18447838-0BCA-432B-86F3-BB78526C143F}" dt="2026-10-13T02:50:48.236" v="2447" actId="478"/>
          <ac:spMkLst>
            <pc:docMk/>
            <pc:sldMk cId="2487047363" sldId="902"/>
            <ac:spMk id="92" creationId="{C343450D-2406-4D89-8E41-1555AF0EB1A4}"/>
          </ac:spMkLst>
        </pc:spChg>
        <pc:spChg chg="add del mod">
          <ac:chgData name="Minh Huynh" userId="01a137d4-0d81-46e0-aca6-c9185b391828" providerId="ADAL" clId="{18447838-0BCA-432B-86F3-BB78526C143F}" dt="2026-10-13T02:50:48.236" v="2447" actId="478"/>
          <ac:spMkLst>
            <pc:docMk/>
            <pc:sldMk cId="2487047363" sldId="902"/>
            <ac:spMk id="93" creationId="{C5CD930C-ABA5-4C66-BFCB-4F06B1FE866A}"/>
          </ac:spMkLst>
        </pc:spChg>
        <pc:spChg chg="add del mod">
          <ac:chgData name="Minh Huynh" userId="01a137d4-0d81-46e0-aca6-c9185b391828" providerId="ADAL" clId="{18447838-0BCA-432B-86F3-BB78526C143F}" dt="2026-10-13T02:50:48.236" v="2447" actId="478"/>
          <ac:spMkLst>
            <pc:docMk/>
            <pc:sldMk cId="2487047363" sldId="902"/>
            <ac:spMk id="94" creationId="{3B0F03BB-997A-4362-ACE0-66681911D159}"/>
          </ac:spMkLst>
        </pc:spChg>
        <pc:spChg chg="add del mod">
          <ac:chgData name="Minh Huynh" userId="01a137d4-0d81-46e0-aca6-c9185b391828" providerId="ADAL" clId="{18447838-0BCA-432B-86F3-BB78526C143F}" dt="2026-10-13T02:50:48.236" v="2447" actId="478"/>
          <ac:spMkLst>
            <pc:docMk/>
            <pc:sldMk cId="2487047363" sldId="902"/>
            <ac:spMk id="95" creationId="{182FDF43-7ADB-47DA-ABFA-E46A8149C7B7}"/>
          </ac:spMkLst>
        </pc:spChg>
        <pc:spChg chg="add del mod">
          <ac:chgData name="Minh Huynh" userId="01a137d4-0d81-46e0-aca6-c9185b391828" providerId="ADAL" clId="{18447838-0BCA-432B-86F3-BB78526C143F}" dt="2026-10-13T02:50:48.236" v="2447" actId="478"/>
          <ac:spMkLst>
            <pc:docMk/>
            <pc:sldMk cId="2487047363" sldId="902"/>
            <ac:spMk id="96" creationId="{A26E7D74-1407-4B33-A059-1ACFFCFFA716}"/>
          </ac:spMkLst>
        </pc:spChg>
        <pc:spChg chg="add del mod">
          <ac:chgData name="Minh Huynh" userId="01a137d4-0d81-46e0-aca6-c9185b391828" providerId="ADAL" clId="{18447838-0BCA-432B-86F3-BB78526C143F}" dt="2026-10-13T02:50:48.236" v="2447" actId="478"/>
          <ac:spMkLst>
            <pc:docMk/>
            <pc:sldMk cId="2487047363" sldId="902"/>
            <ac:spMk id="97" creationId="{C5FCD331-6E0B-4AC0-B40B-34B864E6277D}"/>
          </ac:spMkLst>
        </pc:spChg>
        <pc:spChg chg="add del mod">
          <ac:chgData name="Minh Huynh" userId="01a137d4-0d81-46e0-aca6-c9185b391828" providerId="ADAL" clId="{18447838-0BCA-432B-86F3-BB78526C143F}" dt="2026-10-13T02:50:48.236" v="2447" actId="478"/>
          <ac:spMkLst>
            <pc:docMk/>
            <pc:sldMk cId="2487047363" sldId="902"/>
            <ac:spMk id="98" creationId="{35399F7F-49C2-4117-B855-3694C030968C}"/>
          </ac:spMkLst>
        </pc:spChg>
        <pc:spChg chg="add del mod">
          <ac:chgData name="Minh Huynh" userId="01a137d4-0d81-46e0-aca6-c9185b391828" providerId="ADAL" clId="{18447838-0BCA-432B-86F3-BB78526C143F}" dt="2026-10-13T02:50:48.236" v="2447" actId="478"/>
          <ac:spMkLst>
            <pc:docMk/>
            <pc:sldMk cId="2487047363" sldId="902"/>
            <ac:spMk id="99" creationId="{07DB01D2-9121-4AA0-889D-AC1DFA1E0B17}"/>
          </ac:spMkLst>
        </pc:spChg>
        <pc:spChg chg="add del mod">
          <ac:chgData name="Minh Huynh" userId="01a137d4-0d81-46e0-aca6-c9185b391828" providerId="ADAL" clId="{18447838-0BCA-432B-86F3-BB78526C143F}" dt="2026-10-13T02:50:48.236" v="2447" actId="478"/>
          <ac:spMkLst>
            <pc:docMk/>
            <pc:sldMk cId="2487047363" sldId="902"/>
            <ac:spMk id="100" creationId="{2CADFEF8-43F1-4C66-8923-9C0E719B6E81}"/>
          </ac:spMkLst>
        </pc:spChg>
        <pc:spChg chg="add del mod">
          <ac:chgData name="Minh Huynh" userId="01a137d4-0d81-46e0-aca6-c9185b391828" providerId="ADAL" clId="{18447838-0BCA-432B-86F3-BB78526C143F}" dt="2026-10-13T02:50:48.236" v="2447" actId="478"/>
          <ac:spMkLst>
            <pc:docMk/>
            <pc:sldMk cId="2487047363" sldId="902"/>
            <ac:spMk id="101" creationId="{BA24A5E0-0AD4-4A58-B365-9104414967BD}"/>
          </ac:spMkLst>
        </pc:spChg>
        <pc:spChg chg="add del mod">
          <ac:chgData name="Minh Huynh" userId="01a137d4-0d81-46e0-aca6-c9185b391828" providerId="ADAL" clId="{18447838-0BCA-432B-86F3-BB78526C143F}" dt="2026-10-13T02:50:48.236" v="2447" actId="478"/>
          <ac:spMkLst>
            <pc:docMk/>
            <pc:sldMk cId="2487047363" sldId="902"/>
            <ac:spMk id="102" creationId="{7FF04EC5-0235-4979-BC5D-42FF3EAB0188}"/>
          </ac:spMkLst>
        </pc:spChg>
        <pc:spChg chg="add del mod">
          <ac:chgData name="Minh Huynh" userId="01a137d4-0d81-46e0-aca6-c9185b391828" providerId="ADAL" clId="{18447838-0BCA-432B-86F3-BB78526C143F}" dt="2026-10-13T02:50:48.236" v="2447" actId="478"/>
          <ac:spMkLst>
            <pc:docMk/>
            <pc:sldMk cId="2487047363" sldId="902"/>
            <ac:spMk id="103" creationId="{2E5DC29A-FB52-417E-9C27-28C31B928300}"/>
          </ac:spMkLst>
        </pc:spChg>
        <pc:spChg chg="add del mod">
          <ac:chgData name="Minh Huynh" userId="01a137d4-0d81-46e0-aca6-c9185b391828" providerId="ADAL" clId="{18447838-0BCA-432B-86F3-BB78526C143F}" dt="2026-10-13T02:50:48.236" v="2447" actId="478"/>
          <ac:spMkLst>
            <pc:docMk/>
            <pc:sldMk cId="2487047363" sldId="902"/>
            <ac:spMk id="104" creationId="{3A6556C6-597E-4DAA-A539-07379D4CDB03}"/>
          </ac:spMkLst>
        </pc:spChg>
        <pc:spChg chg="add del mod">
          <ac:chgData name="Minh Huynh" userId="01a137d4-0d81-46e0-aca6-c9185b391828" providerId="ADAL" clId="{18447838-0BCA-432B-86F3-BB78526C143F}" dt="2026-10-13T02:50:48.236" v="2447" actId="478"/>
          <ac:spMkLst>
            <pc:docMk/>
            <pc:sldMk cId="2487047363" sldId="902"/>
            <ac:spMk id="105" creationId="{B507C91C-DA60-45C2-B822-1AA04E381167}"/>
          </ac:spMkLst>
        </pc:spChg>
        <pc:spChg chg="add del mod">
          <ac:chgData name="Minh Huynh" userId="01a137d4-0d81-46e0-aca6-c9185b391828" providerId="ADAL" clId="{18447838-0BCA-432B-86F3-BB78526C143F}" dt="2026-10-13T02:50:48.236" v="2447" actId="478"/>
          <ac:spMkLst>
            <pc:docMk/>
            <pc:sldMk cId="2487047363" sldId="902"/>
            <ac:spMk id="106" creationId="{E10A5471-C1CA-42A3-8337-D0B79872C93A}"/>
          </ac:spMkLst>
        </pc:spChg>
        <pc:spChg chg="add del mod">
          <ac:chgData name="Minh Huynh" userId="01a137d4-0d81-46e0-aca6-c9185b391828" providerId="ADAL" clId="{18447838-0BCA-432B-86F3-BB78526C143F}" dt="2026-10-13T02:50:48.236" v="2447" actId="478"/>
          <ac:spMkLst>
            <pc:docMk/>
            <pc:sldMk cId="2487047363" sldId="902"/>
            <ac:spMk id="107" creationId="{5D889565-9B4B-46CC-85D1-BA45C078622B}"/>
          </ac:spMkLst>
        </pc:spChg>
        <pc:spChg chg="add del mod">
          <ac:chgData name="Minh Huynh" userId="01a137d4-0d81-46e0-aca6-c9185b391828" providerId="ADAL" clId="{18447838-0BCA-432B-86F3-BB78526C143F}" dt="2026-10-13T02:50:48.236" v="2447" actId="478"/>
          <ac:spMkLst>
            <pc:docMk/>
            <pc:sldMk cId="2487047363" sldId="902"/>
            <ac:spMk id="108" creationId="{947076CE-710C-43BC-9729-231897829D95}"/>
          </ac:spMkLst>
        </pc:spChg>
        <pc:spChg chg="del">
          <ac:chgData name="Minh Huynh" userId="01a137d4-0d81-46e0-aca6-c9185b391828" providerId="ADAL" clId="{18447838-0BCA-432B-86F3-BB78526C143F}" dt="2026-10-13T02:50:26.209" v="2442" actId="478"/>
          <ac:spMkLst>
            <pc:docMk/>
            <pc:sldMk cId="2487047363" sldId="902"/>
            <ac:spMk id="109" creationId="{70E29BDE-D582-44E9-A981-A922657C9737}"/>
          </ac:spMkLst>
        </pc:spChg>
        <pc:spChg chg="del">
          <ac:chgData name="Minh Huynh" userId="01a137d4-0d81-46e0-aca6-c9185b391828" providerId="ADAL" clId="{18447838-0BCA-432B-86F3-BB78526C143F}" dt="2026-10-13T02:50:26.209" v="2442" actId="478"/>
          <ac:spMkLst>
            <pc:docMk/>
            <pc:sldMk cId="2487047363" sldId="902"/>
            <ac:spMk id="110" creationId="{C84A6944-673D-40A5-8054-D4A16C4F12F0}"/>
          </ac:spMkLst>
        </pc:spChg>
        <pc:spChg chg="del">
          <ac:chgData name="Minh Huynh" userId="01a137d4-0d81-46e0-aca6-c9185b391828" providerId="ADAL" clId="{18447838-0BCA-432B-86F3-BB78526C143F}" dt="2026-10-13T02:50:26.209" v="2442" actId="478"/>
          <ac:spMkLst>
            <pc:docMk/>
            <pc:sldMk cId="2487047363" sldId="902"/>
            <ac:spMk id="111" creationId="{A3211B5B-E568-4BCD-AFD2-F7D4F1FA6F6B}"/>
          </ac:spMkLst>
        </pc:spChg>
        <pc:spChg chg="del">
          <ac:chgData name="Minh Huynh" userId="01a137d4-0d81-46e0-aca6-c9185b391828" providerId="ADAL" clId="{18447838-0BCA-432B-86F3-BB78526C143F}" dt="2026-10-13T02:50:26.209" v="2442" actId="478"/>
          <ac:spMkLst>
            <pc:docMk/>
            <pc:sldMk cId="2487047363" sldId="902"/>
            <ac:spMk id="112" creationId="{6AE57762-497E-4CB6-933E-224650C85615}"/>
          </ac:spMkLst>
        </pc:spChg>
        <pc:spChg chg="del">
          <ac:chgData name="Minh Huynh" userId="01a137d4-0d81-46e0-aca6-c9185b391828" providerId="ADAL" clId="{18447838-0BCA-432B-86F3-BB78526C143F}" dt="2026-10-13T02:50:26.209" v="2442" actId="478"/>
          <ac:spMkLst>
            <pc:docMk/>
            <pc:sldMk cId="2487047363" sldId="902"/>
            <ac:spMk id="113" creationId="{22AC1789-9CDA-4576-BE0B-2EA3F94D1B29}"/>
          </ac:spMkLst>
        </pc:spChg>
        <pc:spChg chg="del">
          <ac:chgData name="Minh Huynh" userId="01a137d4-0d81-46e0-aca6-c9185b391828" providerId="ADAL" clId="{18447838-0BCA-432B-86F3-BB78526C143F}" dt="2026-10-13T02:50:26.209" v="2442" actId="478"/>
          <ac:spMkLst>
            <pc:docMk/>
            <pc:sldMk cId="2487047363" sldId="902"/>
            <ac:spMk id="114" creationId="{1D15B502-FBD0-4D52-9373-9E8C3C5E6C6E}"/>
          </ac:spMkLst>
        </pc:spChg>
        <pc:spChg chg="del">
          <ac:chgData name="Minh Huynh" userId="01a137d4-0d81-46e0-aca6-c9185b391828" providerId="ADAL" clId="{18447838-0BCA-432B-86F3-BB78526C143F}" dt="2026-10-13T02:50:26.209" v="2442" actId="478"/>
          <ac:spMkLst>
            <pc:docMk/>
            <pc:sldMk cId="2487047363" sldId="902"/>
            <ac:spMk id="115" creationId="{5C482160-BFF2-46FA-A335-C33D27054EB2}"/>
          </ac:spMkLst>
        </pc:spChg>
        <pc:spChg chg="del">
          <ac:chgData name="Minh Huynh" userId="01a137d4-0d81-46e0-aca6-c9185b391828" providerId="ADAL" clId="{18447838-0BCA-432B-86F3-BB78526C143F}" dt="2026-10-13T02:50:26.209" v="2442" actId="478"/>
          <ac:spMkLst>
            <pc:docMk/>
            <pc:sldMk cId="2487047363" sldId="902"/>
            <ac:spMk id="116" creationId="{BE32DE41-260C-4BDD-9995-B5E7CE4AE13B}"/>
          </ac:spMkLst>
        </pc:spChg>
        <pc:spChg chg="del">
          <ac:chgData name="Minh Huynh" userId="01a137d4-0d81-46e0-aca6-c9185b391828" providerId="ADAL" clId="{18447838-0BCA-432B-86F3-BB78526C143F}" dt="2026-10-13T02:50:26.209" v="2442" actId="478"/>
          <ac:spMkLst>
            <pc:docMk/>
            <pc:sldMk cId="2487047363" sldId="902"/>
            <ac:spMk id="117" creationId="{3923A32C-8BB8-422A-9C5B-425274790048}"/>
          </ac:spMkLst>
        </pc:spChg>
        <pc:spChg chg="del">
          <ac:chgData name="Minh Huynh" userId="01a137d4-0d81-46e0-aca6-c9185b391828" providerId="ADAL" clId="{18447838-0BCA-432B-86F3-BB78526C143F}" dt="2026-10-13T02:50:26.209" v="2442" actId="478"/>
          <ac:spMkLst>
            <pc:docMk/>
            <pc:sldMk cId="2487047363" sldId="902"/>
            <ac:spMk id="118" creationId="{97D0E181-35A6-4620-AB7C-D7E5C0456EE6}"/>
          </ac:spMkLst>
        </pc:spChg>
        <pc:spChg chg="del">
          <ac:chgData name="Minh Huynh" userId="01a137d4-0d81-46e0-aca6-c9185b391828" providerId="ADAL" clId="{18447838-0BCA-432B-86F3-BB78526C143F}" dt="2026-10-13T02:50:26.209" v="2442" actId="478"/>
          <ac:spMkLst>
            <pc:docMk/>
            <pc:sldMk cId="2487047363" sldId="902"/>
            <ac:spMk id="119" creationId="{CA00CEB9-7A7D-41C6-B0D7-3D7A51935ACD}"/>
          </ac:spMkLst>
        </pc:spChg>
        <pc:spChg chg="del">
          <ac:chgData name="Minh Huynh" userId="01a137d4-0d81-46e0-aca6-c9185b391828" providerId="ADAL" clId="{18447838-0BCA-432B-86F3-BB78526C143F}" dt="2026-10-13T02:50:26.209" v="2442" actId="478"/>
          <ac:spMkLst>
            <pc:docMk/>
            <pc:sldMk cId="2487047363" sldId="902"/>
            <ac:spMk id="120" creationId="{CC2D1360-1673-4D92-B422-6748B526114A}"/>
          </ac:spMkLst>
        </pc:spChg>
        <pc:spChg chg="del">
          <ac:chgData name="Minh Huynh" userId="01a137d4-0d81-46e0-aca6-c9185b391828" providerId="ADAL" clId="{18447838-0BCA-432B-86F3-BB78526C143F}" dt="2026-10-13T02:50:26.209" v="2442" actId="478"/>
          <ac:spMkLst>
            <pc:docMk/>
            <pc:sldMk cId="2487047363" sldId="902"/>
            <ac:spMk id="121" creationId="{1CBDF342-4891-4AAD-A4AA-A80D531935B7}"/>
          </ac:spMkLst>
        </pc:spChg>
        <pc:spChg chg="del">
          <ac:chgData name="Minh Huynh" userId="01a137d4-0d81-46e0-aca6-c9185b391828" providerId="ADAL" clId="{18447838-0BCA-432B-86F3-BB78526C143F}" dt="2026-10-13T02:50:26.209" v="2442" actId="478"/>
          <ac:spMkLst>
            <pc:docMk/>
            <pc:sldMk cId="2487047363" sldId="902"/>
            <ac:spMk id="122" creationId="{BA41133E-FC1A-46BE-A12E-701B621316C2}"/>
          </ac:spMkLst>
        </pc:spChg>
        <pc:spChg chg="del">
          <ac:chgData name="Minh Huynh" userId="01a137d4-0d81-46e0-aca6-c9185b391828" providerId="ADAL" clId="{18447838-0BCA-432B-86F3-BB78526C143F}" dt="2026-10-13T02:50:26.209" v="2442" actId="478"/>
          <ac:spMkLst>
            <pc:docMk/>
            <pc:sldMk cId="2487047363" sldId="902"/>
            <ac:spMk id="123" creationId="{19CA7375-E97A-4DB4-A23B-2CB2E1370747}"/>
          </ac:spMkLst>
        </pc:spChg>
        <pc:spChg chg="del">
          <ac:chgData name="Minh Huynh" userId="01a137d4-0d81-46e0-aca6-c9185b391828" providerId="ADAL" clId="{18447838-0BCA-432B-86F3-BB78526C143F}" dt="2026-10-13T02:50:26.209" v="2442" actId="478"/>
          <ac:spMkLst>
            <pc:docMk/>
            <pc:sldMk cId="2487047363" sldId="902"/>
            <ac:spMk id="124" creationId="{956C46C7-24AB-4D9B-8904-EE60CFACC0C6}"/>
          </ac:spMkLst>
        </pc:spChg>
        <pc:spChg chg="del">
          <ac:chgData name="Minh Huynh" userId="01a137d4-0d81-46e0-aca6-c9185b391828" providerId="ADAL" clId="{18447838-0BCA-432B-86F3-BB78526C143F}" dt="2026-10-13T02:50:26.209" v="2442" actId="478"/>
          <ac:spMkLst>
            <pc:docMk/>
            <pc:sldMk cId="2487047363" sldId="902"/>
            <ac:spMk id="125" creationId="{C70FC9DB-627A-4C73-A98E-F101407A2A4E}"/>
          </ac:spMkLst>
        </pc:spChg>
        <pc:spChg chg="del">
          <ac:chgData name="Minh Huynh" userId="01a137d4-0d81-46e0-aca6-c9185b391828" providerId="ADAL" clId="{18447838-0BCA-432B-86F3-BB78526C143F}" dt="2026-10-13T02:50:26.209" v="2442" actId="478"/>
          <ac:spMkLst>
            <pc:docMk/>
            <pc:sldMk cId="2487047363" sldId="902"/>
            <ac:spMk id="126" creationId="{C209B7AC-2022-4EFA-BAE5-3578AB6F8C62}"/>
          </ac:spMkLst>
        </pc:spChg>
        <pc:spChg chg="del">
          <ac:chgData name="Minh Huynh" userId="01a137d4-0d81-46e0-aca6-c9185b391828" providerId="ADAL" clId="{18447838-0BCA-432B-86F3-BB78526C143F}" dt="2026-10-13T02:50:26.209" v="2442" actId="478"/>
          <ac:spMkLst>
            <pc:docMk/>
            <pc:sldMk cId="2487047363" sldId="902"/>
            <ac:spMk id="127" creationId="{A3D722CA-4697-4C49-81D8-CCB269685479}"/>
          </ac:spMkLst>
        </pc:spChg>
        <pc:spChg chg="del">
          <ac:chgData name="Minh Huynh" userId="01a137d4-0d81-46e0-aca6-c9185b391828" providerId="ADAL" clId="{18447838-0BCA-432B-86F3-BB78526C143F}" dt="2026-10-13T02:50:26.209" v="2442" actId="478"/>
          <ac:spMkLst>
            <pc:docMk/>
            <pc:sldMk cId="2487047363" sldId="902"/>
            <ac:spMk id="128" creationId="{90C02011-FD70-4FC2-8A42-4EA647BB5C97}"/>
          </ac:spMkLst>
        </pc:spChg>
        <pc:spChg chg="del">
          <ac:chgData name="Minh Huynh" userId="01a137d4-0d81-46e0-aca6-c9185b391828" providerId="ADAL" clId="{18447838-0BCA-432B-86F3-BB78526C143F}" dt="2026-10-13T02:50:26.209" v="2442" actId="478"/>
          <ac:spMkLst>
            <pc:docMk/>
            <pc:sldMk cId="2487047363" sldId="902"/>
            <ac:spMk id="129" creationId="{CCC6A48B-32D9-47A5-B49D-4E8A82FC0D93}"/>
          </ac:spMkLst>
        </pc:spChg>
        <pc:spChg chg="del">
          <ac:chgData name="Minh Huynh" userId="01a137d4-0d81-46e0-aca6-c9185b391828" providerId="ADAL" clId="{18447838-0BCA-432B-86F3-BB78526C143F}" dt="2026-10-13T02:50:26.209" v="2442" actId="478"/>
          <ac:spMkLst>
            <pc:docMk/>
            <pc:sldMk cId="2487047363" sldId="902"/>
            <ac:spMk id="130" creationId="{09B8E903-5294-4D19-B51B-70020377B7A8}"/>
          </ac:spMkLst>
        </pc:spChg>
        <pc:spChg chg="del">
          <ac:chgData name="Minh Huynh" userId="01a137d4-0d81-46e0-aca6-c9185b391828" providerId="ADAL" clId="{18447838-0BCA-432B-86F3-BB78526C143F}" dt="2026-10-13T02:50:26.209" v="2442" actId="478"/>
          <ac:spMkLst>
            <pc:docMk/>
            <pc:sldMk cId="2487047363" sldId="902"/>
            <ac:spMk id="131" creationId="{6766EA1A-5560-4A9D-8492-7A266BF81F00}"/>
          </ac:spMkLst>
        </pc:spChg>
        <pc:spChg chg="del">
          <ac:chgData name="Minh Huynh" userId="01a137d4-0d81-46e0-aca6-c9185b391828" providerId="ADAL" clId="{18447838-0BCA-432B-86F3-BB78526C143F}" dt="2026-10-13T02:50:26.209" v="2442" actId="478"/>
          <ac:spMkLst>
            <pc:docMk/>
            <pc:sldMk cId="2487047363" sldId="902"/>
            <ac:spMk id="132" creationId="{E4130D3F-8F23-423F-ABE1-9E13C1E0581A}"/>
          </ac:spMkLst>
        </pc:spChg>
        <pc:spChg chg="add del mod">
          <ac:chgData name="Minh Huynh" userId="01a137d4-0d81-46e0-aca6-c9185b391828" providerId="ADAL" clId="{18447838-0BCA-432B-86F3-BB78526C143F}" dt="2026-10-13T02:50:48.236" v="2447" actId="478"/>
          <ac:spMkLst>
            <pc:docMk/>
            <pc:sldMk cId="2487047363" sldId="902"/>
            <ac:spMk id="133" creationId="{9FFF96A4-E75E-48DE-84B8-E90875689B9B}"/>
          </ac:spMkLst>
        </pc:spChg>
        <pc:spChg chg="add del mod">
          <ac:chgData name="Minh Huynh" userId="01a137d4-0d81-46e0-aca6-c9185b391828" providerId="ADAL" clId="{18447838-0BCA-432B-86F3-BB78526C143F}" dt="2026-10-13T02:50:48.236" v="2447" actId="478"/>
          <ac:spMkLst>
            <pc:docMk/>
            <pc:sldMk cId="2487047363" sldId="902"/>
            <ac:spMk id="134" creationId="{1D673CAE-F566-45E1-A27B-3AB1792E1457}"/>
          </ac:spMkLst>
        </pc:spChg>
        <pc:spChg chg="add del mod">
          <ac:chgData name="Minh Huynh" userId="01a137d4-0d81-46e0-aca6-c9185b391828" providerId="ADAL" clId="{18447838-0BCA-432B-86F3-BB78526C143F}" dt="2026-10-13T02:50:48.236" v="2447" actId="478"/>
          <ac:spMkLst>
            <pc:docMk/>
            <pc:sldMk cId="2487047363" sldId="902"/>
            <ac:spMk id="135" creationId="{AA3CF724-A683-4028-94B6-B0B4B9ED8856}"/>
          </ac:spMkLst>
        </pc:spChg>
        <pc:spChg chg="add del mod">
          <ac:chgData name="Minh Huynh" userId="01a137d4-0d81-46e0-aca6-c9185b391828" providerId="ADAL" clId="{18447838-0BCA-432B-86F3-BB78526C143F}" dt="2026-10-13T02:50:48.236" v="2447" actId="478"/>
          <ac:spMkLst>
            <pc:docMk/>
            <pc:sldMk cId="2487047363" sldId="902"/>
            <ac:spMk id="136" creationId="{3D93E50F-CB56-4AA9-AC6C-2DB9C95B12AC}"/>
          </ac:spMkLst>
        </pc:spChg>
        <pc:spChg chg="add del mod">
          <ac:chgData name="Minh Huynh" userId="01a137d4-0d81-46e0-aca6-c9185b391828" providerId="ADAL" clId="{18447838-0BCA-432B-86F3-BB78526C143F}" dt="2026-10-13T02:50:48.236" v="2447" actId="478"/>
          <ac:spMkLst>
            <pc:docMk/>
            <pc:sldMk cId="2487047363" sldId="902"/>
            <ac:spMk id="137" creationId="{783EF8D4-BEB2-49B3-B8B4-FD533FF3523F}"/>
          </ac:spMkLst>
        </pc:spChg>
        <pc:spChg chg="add del mod">
          <ac:chgData name="Minh Huynh" userId="01a137d4-0d81-46e0-aca6-c9185b391828" providerId="ADAL" clId="{18447838-0BCA-432B-86F3-BB78526C143F}" dt="2026-10-13T02:50:48.236" v="2447" actId="478"/>
          <ac:spMkLst>
            <pc:docMk/>
            <pc:sldMk cId="2487047363" sldId="902"/>
            <ac:spMk id="138" creationId="{BAA48223-7F9E-4E34-A31C-1BB6A78B6585}"/>
          </ac:spMkLst>
        </pc:spChg>
        <pc:spChg chg="add del mod">
          <ac:chgData name="Minh Huynh" userId="01a137d4-0d81-46e0-aca6-c9185b391828" providerId="ADAL" clId="{18447838-0BCA-432B-86F3-BB78526C143F}" dt="2026-10-13T02:50:48.236" v="2447" actId="478"/>
          <ac:spMkLst>
            <pc:docMk/>
            <pc:sldMk cId="2487047363" sldId="902"/>
            <ac:spMk id="139" creationId="{9BF258A2-6828-4C8C-A633-4B6E8912A98B}"/>
          </ac:spMkLst>
        </pc:spChg>
        <pc:spChg chg="add del mod">
          <ac:chgData name="Minh Huynh" userId="01a137d4-0d81-46e0-aca6-c9185b391828" providerId="ADAL" clId="{18447838-0BCA-432B-86F3-BB78526C143F}" dt="2026-10-13T02:50:48.236" v="2447" actId="478"/>
          <ac:spMkLst>
            <pc:docMk/>
            <pc:sldMk cId="2487047363" sldId="902"/>
            <ac:spMk id="140" creationId="{7D5A4F7F-E256-49B1-A91C-34742774F3BC}"/>
          </ac:spMkLst>
        </pc:spChg>
        <pc:spChg chg="add del mod">
          <ac:chgData name="Minh Huynh" userId="01a137d4-0d81-46e0-aca6-c9185b391828" providerId="ADAL" clId="{18447838-0BCA-432B-86F3-BB78526C143F}" dt="2026-10-13T02:50:48.236" v="2447" actId="478"/>
          <ac:spMkLst>
            <pc:docMk/>
            <pc:sldMk cId="2487047363" sldId="902"/>
            <ac:spMk id="141" creationId="{4B4F8553-6D15-4BA0-8278-1FF4BFF4EA0E}"/>
          </ac:spMkLst>
        </pc:spChg>
        <pc:spChg chg="add del mod">
          <ac:chgData name="Minh Huynh" userId="01a137d4-0d81-46e0-aca6-c9185b391828" providerId="ADAL" clId="{18447838-0BCA-432B-86F3-BB78526C143F}" dt="2026-10-13T02:50:48.236" v="2447" actId="478"/>
          <ac:spMkLst>
            <pc:docMk/>
            <pc:sldMk cId="2487047363" sldId="902"/>
            <ac:spMk id="142" creationId="{E753C01D-C4CC-405F-A322-A659106F8D9E}"/>
          </ac:spMkLst>
        </pc:spChg>
        <pc:spChg chg="add del mod">
          <ac:chgData name="Minh Huynh" userId="01a137d4-0d81-46e0-aca6-c9185b391828" providerId="ADAL" clId="{18447838-0BCA-432B-86F3-BB78526C143F}" dt="2026-10-13T02:50:48.236" v="2447" actId="478"/>
          <ac:spMkLst>
            <pc:docMk/>
            <pc:sldMk cId="2487047363" sldId="902"/>
            <ac:spMk id="143" creationId="{BD7B5607-9BF6-481D-B504-53DB1C63D915}"/>
          </ac:spMkLst>
        </pc:spChg>
        <pc:spChg chg="add del mod">
          <ac:chgData name="Minh Huynh" userId="01a137d4-0d81-46e0-aca6-c9185b391828" providerId="ADAL" clId="{18447838-0BCA-432B-86F3-BB78526C143F}" dt="2026-10-13T02:50:48.236" v="2447" actId="478"/>
          <ac:spMkLst>
            <pc:docMk/>
            <pc:sldMk cId="2487047363" sldId="902"/>
            <ac:spMk id="144" creationId="{6BF21274-DDCE-4388-A34D-1837419984F3}"/>
          </ac:spMkLst>
        </pc:spChg>
        <pc:spChg chg="add del mod">
          <ac:chgData name="Minh Huynh" userId="01a137d4-0d81-46e0-aca6-c9185b391828" providerId="ADAL" clId="{18447838-0BCA-432B-86F3-BB78526C143F}" dt="2026-10-13T02:50:48.236" v="2447" actId="478"/>
          <ac:spMkLst>
            <pc:docMk/>
            <pc:sldMk cId="2487047363" sldId="902"/>
            <ac:spMk id="145" creationId="{F2442D25-959F-4A98-BE9C-6BD6D89948B5}"/>
          </ac:spMkLst>
        </pc:spChg>
        <pc:spChg chg="add del mod">
          <ac:chgData name="Minh Huynh" userId="01a137d4-0d81-46e0-aca6-c9185b391828" providerId="ADAL" clId="{18447838-0BCA-432B-86F3-BB78526C143F}" dt="2026-10-13T02:50:48.236" v="2447" actId="478"/>
          <ac:spMkLst>
            <pc:docMk/>
            <pc:sldMk cId="2487047363" sldId="902"/>
            <ac:spMk id="146" creationId="{2D2DAA67-747E-43A1-86BE-BC6B47BEBC98}"/>
          </ac:spMkLst>
        </pc:spChg>
        <pc:spChg chg="add del mod">
          <ac:chgData name="Minh Huynh" userId="01a137d4-0d81-46e0-aca6-c9185b391828" providerId="ADAL" clId="{18447838-0BCA-432B-86F3-BB78526C143F}" dt="2026-10-13T02:50:48.236" v="2447" actId="478"/>
          <ac:spMkLst>
            <pc:docMk/>
            <pc:sldMk cId="2487047363" sldId="902"/>
            <ac:spMk id="147" creationId="{FC4E3C91-C4F0-46E8-BE5C-51859AA92D2A}"/>
          </ac:spMkLst>
        </pc:spChg>
        <pc:spChg chg="add del mod">
          <ac:chgData name="Minh Huynh" userId="01a137d4-0d81-46e0-aca6-c9185b391828" providerId="ADAL" clId="{18447838-0BCA-432B-86F3-BB78526C143F}" dt="2026-10-13T02:50:48.236" v="2447" actId="478"/>
          <ac:spMkLst>
            <pc:docMk/>
            <pc:sldMk cId="2487047363" sldId="902"/>
            <ac:spMk id="148" creationId="{D3C1514A-AAA1-4CF4-8493-C1DF3B45784B}"/>
          </ac:spMkLst>
        </pc:spChg>
        <pc:spChg chg="add del mod">
          <ac:chgData name="Minh Huynh" userId="01a137d4-0d81-46e0-aca6-c9185b391828" providerId="ADAL" clId="{18447838-0BCA-432B-86F3-BB78526C143F}" dt="2026-10-13T02:50:48.236" v="2447" actId="478"/>
          <ac:spMkLst>
            <pc:docMk/>
            <pc:sldMk cId="2487047363" sldId="902"/>
            <ac:spMk id="149" creationId="{8F298063-E868-46A3-97E4-2AD127E35FBB}"/>
          </ac:spMkLst>
        </pc:spChg>
        <pc:spChg chg="add del mod">
          <ac:chgData name="Minh Huynh" userId="01a137d4-0d81-46e0-aca6-c9185b391828" providerId="ADAL" clId="{18447838-0BCA-432B-86F3-BB78526C143F}" dt="2026-10-13T02:50:48.236" v="2447" actId="478"/>
          <ac:spMkLst>
            <pc:docMk/>
            <pc:sldMk cId="2487047363" sldId="902"/>
            <ac:spMk id="150" creationId="{0CF6AC62-33AA-4FEF-B3DA-8CB4E936A876}"/>
          </ac:spMkLst>
        </pc:spChg>
        <pc:spChg chg="add del mod">
          <ac:chgData name="Minh Huynh" userId="01a137d4-0d81-46e0-aca6-c9185b391828" providerId="ADAL" clId="{18447838-0BCA-432B-86F3-BB78526C143F}" dt="2026-10-13T02:50:48.236" v="2447" actId="478"/>
          <ac:spMkLst>
            <pc:docMk/>
            <pc:sldMk cId="2487047363" sldId="902"/>
            <ac:spMk id="151" creationId="{DD4E1251-DD05-4456-838C-F2F904A1E11E}"/>
          </ac:spMkLst>
        </pc:spChg>
        <pc:spChg chg="add del mod">
          <ac:chgData name="Minh Huynh" userId="01a137d4-0d81-46e0-aca6-c9185b391828" providerId="ADAL" clId="{18447838-0BCA-432B-86F3-BB78526C143F}" dt="2026-10-13T02:50:48.236" v="2447" actId="478"/>
          <ac:spMkLst>
            <pc:docMk/>
            <pc:sldMk cId="2487047363" sldId="902"/>
            <ac:spMk id="152" creationId="{BD5E8EFD-A7FA-4C0F-8D22-7938804011F9}"/>
          </ac:spMkLst>
        </pc:spChg>
        <pc:spChg chg="add del mod">
          <ac:chgData name="Minh Huynh" userId="01a137d4-0d81-46e0-aca6-c9185b391828" providerId="ADAL" clId="{18447838-0BCA-432B-86F3-BB78526C143F}" dt="2026-10-13T02:50:48.236" v="2447" actId="478"/>
          <ac:spMkLst>
            <pc:docMk/>
            <pc:sldMk cId="2487047363" sldId="902"/>
            <ac:spMk id="153" creationId="{A05B3B2B-4858-4AD5-9B4A-CB527D0726D1}"/>
          </ac:spMkLst>
        </pc:spChg>
        <pc:spChg chg="add del mod">
          <ac:chgData name="Minh Huynh" userId="01a137d4-0d81-46e0-aca6-c9185b391828" providerId="ADAL" clId="{18447838-0BCA-432B-86F3-BB78526C143F}" dt="2026-10-13T02:50:48.236" v="2447" actId="478"/>
          <ac:spMkLst>
            <pc:docMk/>
            <pc:sldMk cId="2487047363" sldId="902"/>
            <ac:spMk id="154" creationId="{C5904B70-56B1-4F28-A9A3-5E609AD14434}"/>
          </ac:spMkLst>
        </pc:spChg>
        <pc:picChg chg="add mod modCrop">
          <ac:chgData name="Minh Huynh" userId="01a137d4-0d81-46e0-aca6-c9185b391828" providerId="ADAL" clId="{18447838-0BCA-432B-86F3-BB78526C143F}" dt="2026-10-13T02:51:01.163" v="2453" actId="14100"/>
          <ac:picMkLst>
            <pc:docMk/>
            <pc:sldMk cId="2487047363" sldId="902"/>
            <ac:picMk id="3" creationId="{FF9598AB-0C4F-493D-A633-16BD9A5A5B00}"/>
          </ac:picMkLst>
        </pc:picChg>
      </pc:sldChg>
      <pc:sldChg chg="del">
        <pc:chgData name="Minh Huynh" userId="01a137d4-0d81-46e0-aca6-c9185b391828" providerId="ADAL" clId="{18447838-0BCA-432B-86F3-BB78526C143F}" dt="2026-10-12T12:12:45.996" v="0" actId="47"/>
        <pc:sldMkLst>
          <pc:docMk/>
          <pc:sldMk cId="3254035699" sldId="902"/>
        </pc:sldMkLst>
      </pc:sldChg>
      <pc:sldChg chg="addSp delSp modSp add mod">
        <pc:chgData name="Minh Huynh" userId="01a137d4-0d81-46e0-aca6-c9185b391828" providerId="ADAL" clId="{18447838-0BCA-432B-86F3-BB78526C143F}" dt="2026-10-13T02:52:58.446" v="2495" actId="14100"/>
        <pc:sldMkLst>
          <pc:docMk/>
          <pc:sldMk cId="407186605" sldId="903"/>
        </pc:sldMkLst>
        <pc:spChg chg="mod">
          <ac:chgData name="Minh Huynh" userId="01a137d4-0d81-46e0-aca6-c9185b391828" providerId="ADAL" clId="{18447838-0BCA-432B-86F3-BB78526C143F}" dt="2026-10-13T02:52:05.608" v="2463" actId="20577"/>
          <ac:spMkLst>
            <pc:docMk/>
            <pc:sldMk cId="407186605" sldId="903"/>
            <ac:spMk id="4" creationId="{7BC73E8E-0D58-4B4B-A5C4-A8AE38997407}"/>
          </ac:spMkLst>
        </pc:spChg>
        <pc:spChg chg="add del mod">
          <ac:chgData name="Minh Huynh" userId="01a137d4-0d81-46e0-aca6-c9185b391828" providerId="ADAL" clId="{18447838-0BCA-432B-86F3-BB78526C143F}" dt="2026-10-13T02:52:53.567" v="2492"/>
          <ac:spMkLst>
            <pc:docMk/>
            <pc:sldMk cId="407186605" sldId="903"/>
            <ac:spMk id="5" creationId="{ADEC3FB9-46A0-42BC-BA1F-6F02818ADA0A}"/>
          </ac:spMkLst>
        </pc:spChg>
        <pc:spChg chg="add del mod">
          <ac:chgData name="Minh Huynh" userId="01a137d4-0d81-46e0-aca6-c9185b391828" providerId="ADAL" clId="{18447838-0BCA-432B-86F3-BB78526C143F}" dt="2026-10-13T02:52:53.567" v="2492"/>
          <ac:spMkLst>
            <pc:docMk/>
            <pc:sldMk cId="407186605" sldId="903"/>
            <ac:spMk id="6" creationId="{5BCF704C-2879-4F7C-999D-3A1FE9696CD7}"/>
          </ac:spMkLst>
        </pc:spChg>
        <pc:spChg chg="add del mod">
          <ac:chgData name="Minh Huynh" userId="01a137d4-0d81-46e0-aca6-c9185b391828" providerId="ADAL" clId="{18447838-0BCA-432B-86F3-BB78526C143F}" dt="2026-10-13T02:52:53.567" v="2492"/>
          <ac:spMkLst>
            <pc:docMk/>
            <pc:sldMk cId="407186605" sldId="903"/>
            <ac:spMk id="7" creationId="{4C08E428-9A3D-451F-9FDD-468FB8A5EAC0}"/>
          </ac:spMkLst>
        </pc:spChg>
        <pc:spChg chg="add del mod">
          <ac:chgData name="Minh Huynh" userId="01a137d4-0d81-46e0-aca6-c9185b391828" providerId="ADAL" clId="{18447838-0BCA-432B-86F3-BB78526C143F}" dt="2026-10-13T02:52:53.567" v="2492"/>
          <ac:spMkLst>
            <pc:docMk/>
            <pc:sldMk cId="407186605" sldId="903"/>
            <ac:spMk id="8" creationId="{2FD88ADD-0A7A-4F75-9212-61896E47E8E2}"/>
          </ac:spMkLst>
        </pc:spChg>
        <pc:spChg chg="add del mod">
          <ac:chgData name="Minh Huynh" userId="01a137d4-0d81-46e0-aca6-c9185b391828" providerId="ADAL" clId="{18447838-0BCA-432B-86F3-BB78526C143F}" dt="2026-10-13T02:52:53.567" v="2492"/>
          <ac:spMkLst>
            <pc:docMk/>
            <pc:sldMk cId="407186605" sldId="903"/>
            <ac:spMk id="9" creationId="{CEA850DB-253F-45EC-B8A4-D8536273C0C6}"/>
          </ac:spMkLst>
        </pc:spChg>
        <pc:spChg chg="add del mod">
          <ac:chgData name="Minh Huynh" userId="01a137d4-0d81-46e0-aca6-c9185b391828" providerId="ADAL" clId="{18447838-0BCA-432B-86F3-BB78526C143F}" dt="2026-10-13T02:52:53.567" v="2492"/>
          <ac:spMkLst>
            <pc:docMk/>
            <pc:sldMk cId="407186605" sldId="903"/>
            <ac:spMk id="10" creationId="{2B77C65E-EBB1-47DB-8DA2-B196D9DED29C}"/>
          </ac:spMkLst>
        </pc:spChg>
        <pc:spChg chg="add del mod">
          <ac:chgData name="Minh Huynh" userId="01a137d4-0d81-46e0-aca6-c9185b391828" providerId="ADAL" clId="{18447838-0BCA-432B-86F3-BB78526C143F}" dt="2026-10-13T02:52:53.567" v="2492"/>
          <ac:spMkLst>
            <pc:docMk/>
            <pc:sldMk cId="407186605" sldId="903"/>
            <ac:spMk id="11" creationId="{3B2D7323-76A2-420C-9013-8D5970D6530B}"/>
          </ac:spMkLst>
        </pc:spChg>
        <pc:spChg chg="add del mod">
          <ac:chgData name="Minh Huynh" userId="01a137d4-0d81-46e0-aca6-c9185b391828" providerId="ADAL" clId="{18447838-0BCA-432B-86F3-BB78526C143F}" dt="2026-10-13T02:52:53.567" v="2492"/>
          <ac:spMkLst>
            <pc:docMk/>
            <pc:sldMk cId="407186605" sldId="903"/>
            <ac:spMk id="12" creationId="{E5E1C936-9939-45C0-9CAC-D71E97BD66F3}"/>
          </ac:spMkLst>
        </pc:spChg>
        <pc:spChg chg="add del mod">
          <ac:chgData name="Minh Huynh" userId="01a137d4-0d81-46e0-aca6-c9185b391828" providerId="ADAL" clId="{18447838-0BCA-432B-86F3-BB78526C143F}" dt="2026-10-13T02:52:53.567" v="2492"/>
          <ac:spMkLst>
            <pc:docMk/>
            <pc:sldMk cId="407186605" sldId="903"/>
            <ac:spMk id="13" creationId="{0509C094-038E-42F8-98A7-4AA7EB8A1F24}"/>
          </ac:spMkLst>
        </pc:spChg>
        <pc:spChg chg="add del mod">
          <ac:chgData name="Minh Huynh" userId="01a137d4-0d81-46e0-aca6-c9185b391828" providerId="ADAL" clId="{18447838-0BCA-432B-86F3-BB78526C143F}" dt="2026-10-13T02:52:53.567" v="2492"/>
          <ac:spMkLst>
            <pc:docMk/>
            <pc:sldMk cId="407186605" sldId="903"/>
            <ac:spMk id="14" creationId="{C2322A7D-2283-4751-A992-F56BD97E0B28}"/>
          </ac:spMkLst>
        </pc:spChg>
        <pc:spChg chg="add del mod">
          <ac:chgData name="Minh Huynh" userId="01a137d4-0d81-46e0-aca6-c9185b391828" providerId="ADAL" clId="{18447838-0BCA-432B-86F3-BB78526C143F}" dt="2026-10-13T02:52:53.567" v="2492"/>
          <ac:spMkLst>
            <pc:docMk/>
            <pc:sldMk cId="407186605" sldId="903"/>
            <ac:spMk id="15" creationId="{91CA99DC-4B8F-4043-8F8C-15707D28C0E3}"/>
          </ac:spMkLst>
        </pc:spChg>
        <pc:spChg chg="add del mod">
          <ac:chgData name="Minh Huynh" userId="01a137d4-0d81-46e0-aca6-c9185b391828" providerId="ADAL" clId="{18447838-0BCA-432B-86F3-BB78526C143F}" dt="2026-10-13T02:52:53.567" v="2492"/>
          <ac:spMkLst>
            <pc:docMk/>
            <pc:sldMk cId="407186605" sldId="903"/>
            <ac:spMk id="16" creationId="{408747EB-23FD-406E-8607-91866E79D550}"/>
          </ac:spMkLst>
        </pc:spChg>
        <pc:spChg chg="add del mod">
          <ac:chgData name="Minh Huynh" userId="01a137d4-0d81-46e0-aca6-c9185b391828" providerId="ADAL" clId="{18447838-0BCA-432B-86F3-BB78526C143F}" dt="2026-10-13T02:52:53.567" v="2492"/>
          <ac:spMkLst>
            <pc:docMk/>
            <pc:sldMk cId="407186605" sldId="903"/>
            <ac:spMk id="17" creationId="{0B269119-08A1-4BE2-B96D-DA1278FCEFD8}"/>
          </ac:spMkLst>
        </pc:spChg>
        <pc:spChg chg="add del mod">
          <ac:chgData name="Minh Huynh" userId="01a137d4-0d81-46e0-aca6-c9185b391828" providerId="ADAL" clId="{18447838-0BCA-432B-86F3-BB78526C143F}" dt="2026-10-13T02:52:53.567" v="2492"/>
          <ac:spMkLst>
            <pc:docMk/>
            <pc:sldMk cId="407186605" sldId="903"/>
            <ac:spMk id="18" creationId="{B2BE9CB0-715D-47F6-A0D3-C4C34F37F289}"/>
          </ac:spMkLst>
        </pc:spChg>
        <pc:spChg chg="add del mod">
          <ac:chgData name="Minh Huynh" userId="01a137d4-0d81-46e0-aca6-c9185b391828" providerId="ADAL" clId="{18447838-0BCA-432B-86F3-BB78526C143F}" dt="2026-10-13T02:52:53.567" v="2492"/>
          <ac:spMkLst>
            <pc:docMk/>
            <pc:sldMk cId="407186605" sldId="903"/>
            <ac:spMk id="19" creationId="{DB4F1F6D-FE9B-44A1-BDEC-742016D0F220}"/>
          </ac:spMkLst>
        </pc:spChg>
        <pc:spChg chg="add del mod">
          <ac:chgData name="Minh Huynh" userId="01a137d4-0d81-46e0-aca6-c9185b391828" providerId="ADAL" clId="{18447838-0BCA-432B-86F3-BB78526C143F}" dt="2026-10-13T02:52:53.567" v="2492"/>
          <ac:spMkLst>
            <pc:docMk/>
            <pc:sldMk cId="407186605" sldId="903"/>
            <ac:spMk id="20" creationId="{FA31135B-F8C5-4F30-B357-960C685BDB26}"/>
          </ac:spMkLst>
        </pc:spChg>
        <pc:spChg chg="add del mod">
          <ac:chgData name="Minh Huynh" userId="01a137d4-0d81-46e0-aca6-c9185b391828" providerId="ADAL" clId="{18447838-0BCA-432B-86F3-BB78526C143F}" dt="2026-10-13T02:52:53.567" v="2492"/>
          <ac:spMkLst>
            <pc:docMk/>
            <pc:sldMk cId="407186605" sldId="903"/>
            <ac:spMk id="21" creationId="{6C2CC521-6DF9-4B5C-9051-6DE2E689858B}"/>
          </ac:spMkLst>
        </pc:spChg>
        <pc:spChg chg="add del mod">
          <ac:chgData name="Minh Huynh" userId="01a137d4-0d81-46e0-aca6-c9185b391828" providerId="ADAL" clId="{18447838-0BCA-432B-86F3-BB78526C143F}" dt="2026-10-13T02:52:53.567" v="2492"/>
          <ac:spMkLst>
            <pc:docMk/>
            <pc:sldMk cId="407186605" sldId="903"/>
            <ac:spMk id="22" creationId="{147B6001-433B-40A4-AE42-FC65EAFCEB61}"/>
          </ac:spMkLst>
        </pc:spChg>
        <pc:spChg chg="add del mod">
          <ac:chgData name="Minh Huynh" userId="01a137d4-0d81-46e0-aca6-c9185b391828" providerId="ADAL" clId="{18447838-0BCA-432B-86F3-BB78526C143F}" dt="2026-10-13T02:52:53.567" v="2492"/>
          <ac:spMkLst>
            <pc:docMk/>
            <pc:sldMk cId="407186605" sldId="903"/>
            <ac:spMk id="23" creationId="{94317183-4A29-46F9-8A8D-8C1704AAD7DE}"/>
          </ac:spMkLst>
        </pc:spChg>
        <pc:spChg chg="add del mod">
          <ac:chgData name="Minh Huynh" userId="01a137d4-0d81-46e0-aca6-c9185b391828" providerId="ADAL" clId="{18447838-0BCA-432B-86F3-BB78526C143F}" dt="2026-10-13T02:52:53.567" v="2492"/>
          <ac:spMkLst>
            <pc:docMk/>
            <pc:sldMk cId="407186605" sldId="903"/>
            <ac:spMk id="24" creationId="{90D3F90F-D5AD-4416-9955-DACB2A5E619C}"/>
          </ac:spMkLst>
        </pc:spChg>
        <pc:spChg chg="add del mod">
          <ac:chgData name="Minh Huynh" userId="01a137d4-0d81-46e0-aca6-c9185b391828" providerId="ADAL" clId="{18447838-0BCA-432B-86F3-BB78526C143F}" dt="2026-10-13T02:52:53.567" v="2492"/>
          <ac:spMkLst>
            <pc:docMk/>
            <pc:sldMk cId="407186605" sldId="903"/>
            <ac:spMk id="25" creationId="{538DEEF7-7A14-4C97-88FC-4F03EF55C7CD}"/>
          </ac:spMkLst>
        </pc:spChg>
        <pc:spChg chg="add del mod">
          <ac:chgData name="Minh Huynh" userId="01a137d4-0d81-46e0-aca6-c9185b391828" providerId="ADAL" clId="{18447838-0BCA-432B-86F3-BB78526C143F}" dt="2026-10-13T02:52:53.567" v="2492"/>
          <ac:spMkLst>
            <pc:docMk/>
            <pc:sldMk cId="407186605" sldId="903"/>
            <ac:spMk id="26" creationId="{8872A8E3-42AB-4E32-9943-C07A170A083A}"/>
          </ac:spMkLst>
        </pc:spChg>
        <pc:spChg chg="add del mod">
          <ac:chgData name="Minh Huynh" userId="01a137d4-0d81-46e0-aca6-c9185b391828" providerId="ADAL" clId="{18447838-0BCA-432B-86F3-BB78526C143F}" dt="2026-10-13T02:52:53.567" v="2492"/>
          <ac:spMkLst>
            <pc:docMk/>
            <pc:sldMk cId="407186605" sldId="903"/>
            <ac:spMk id="27" creationId="{47B64B21-4075-44DC-A0BA-307F44371E77}"/>
          </ac:spMkLst>
        </pc:spChg>
        <pc:spChg chg="add del mod">
          <ac:chgData name="Minh Huynh" userId="01a137d4-0d81-46e0-aca6-c9185b391828" providerId="ADAL" clId="{18447838-0BCA-432B-86F3-BB78526C143F}" dt="2026-10-13T02:52:53.567" v="2492"/>
          <ac:spMkLst>
            <pc:docMk/>
            <pc:sldMk cId="407186605" sldId="903"/>
            <ac:spMk id="28" creationId="{8C2A514C-18C6-42F6-B67A-09E66AA2FC80}"/>
          </ac:spMkLst>
        </pc:spChg>
        <pc:spChg chg="add del mod">
          <ac:chgData name="Minh Huynh" userId="01a137d4-0d81-46e0-aca6-c9185b391828" providerId="ADAL" clId="{18447838-0BCA-432B-86F3-BB78526C143F}" dt="2026-10-13T02:52:53.567" v="2492"/>
          <ac:spMkLst>
            <pc:docMk/>
            <pc:sldMk cId="407186605" sldId="903"/>
            <ac:spMk id="29" creationId="{289A509F-84D0-42CC-8741-F75A3820973D}"/>
          </ac:spMkLst>
        </pc:spChg>
        <pc:spChg chg="add del mod">
          <ac:chgData name="Minh Huynh" userId="01a137d4-0d81-46e0-aca6-c9185b391828" providerId="ADAL" clId="{18447838-0BCA-432B-86F3-BB78526C143F}" dt="2026-10-13T02:52:53.567" v="2492"/>
          <ac:spMkLst>
            <pc:docMk/>
            <pc:sldMk cId="407186605" sldId="903"/>
            <ac:spMk id="30" creationId="{3AFDCB15-9CD4-42DE-9D60-FB0BA7E47138}"/>
          </ac:spMkLst>
        </pc:spChg>
        <pc:spChg chg="add del mod">
          <ac:chgData name="Minh Huynh" userId="01a137d4-0d81-46e0-aca6-c9185b391828" providerId="ADAL" clId="{18447838-0BCA-432B-86F3-BB78526C143F}" dt="2026-10-13T02:52:53.567" v="2492"/>
          <ac:spMkLst>
            <pc:docMk/>
            <pc:sldMk cId="407186605" sldId="903"/>
            <ac:spMk id="31" creationId="{DAB9FBA9-E83D-4B41-8940-D09426DB17B6}"/>
          </ac:spMkLst>
        </pc:spChg>
        <pc:spChg chg="add del mod">
          <ac:chgData name="Minh Huynh" userId="01a137d4-0d81-46e0-aca6-c9185b391828" providerId="ADAL" clId="{18447838-0BCA-432B-86F3-BB78526C143F}" dt="2026-10-13T02:52:53.567" v="2492"/>
          <ac:spMkLst>
            <pc:docMk/>
            <pc:sldMk cId="407186605" sldId="903"/>
            <ac:spMk id="32" creationId="{F2E99E10-006F-4E61-AAD2-5CFBBF11AE3A}"/>
          </ac:spMkLst>
        </pc:spChg>
        <pc:spChg chg="add del mod">
          <ac:chgData name="Minh Huynh" userId="01a137d4-0d81-46e0-aca6-c9185b391828" providerId="ADAL" clId="{18447838-0BCA-432B-86F3-BB78526C143F}" dt="2026-10-13T02:52:53.567" v="2492"/>
          <ac:spMkLst>
            <pc:docMk/>
            <pc:sldMk cId="407186605" sldId="903"/>
            <ac:spMk id="33" creationId="{D9D9682F-D4F6-4BF7-8E8E-7D3C7CD4CA42}"/>
          </ac:spMkLst>
        </pc:spChg>
        <pc:spChg chg="add del mod">
          <ac:chgData name="Minh Huynh" userId="01a137d4-0d81-46e0-aca6-c9185b391828" providerId="ADAL" clId="{18447838-0BCA-432B-86F3-BB78526C143F}" dt="2026-10-13T02:52:53.567" v="2492"/>
          <ac:spMkLst>
            <pc:docMk/>
            <pc:sldMk cId="407186605" sldId="903"/>
            <ac:spMk id="34" creationId="{E62A4847-2C78-41C8-8A17-4763CE29FD70}"/>
          </ac:spMkLst>
        </pc:spChg>
        <pc:spChg chg="mod">
          <ac:chgData name="Minh Huynh" userId="01a137d4-0d81-46e0-aca6-c9185b391828" providerId="ADAL" clId="{18447838-0BCA-432B-86F3-BB78526C143F}" dt="2026-10-13T02:52:38.718" v="2489" actId="20577"/>
          <ac:spMkLst>
            <pc:docMk/>
            <pc:sldMk cId="407186605" sldId="903"/>
            <ac:spMk id="75" creationId="{49DF9D2F-8E65-4D63-82C3-27F8FA7882BF}"/>
          </ac:spMkLst>
        </pc:spChg>
        <pc:picChg chg="add mod">
          <ac:chgData name="Minh Huynh" userId="01a137d4-0d81-46e0-aca6-c9185b391828" providerId="ADAL" clId="{18447838-0BCA-432B-86F3-BB78526C143F}" dt="2026-10-13T02:52:58.446" v="2495" actId="14100"/>
          <ac:picMkLst>
            <pc:docMk/>
            <pc:sldMk cId="407186605" sldId="903"/>
            <ac:picMk id="2" creationId="{6FCA070F-4587-4399-9BD6-75A05A565D03}"/>
          </ac:picMkLst>
        </pc:picChg>
        <pc:picChg chg="del">
          <ac:chgData name="Minh Huynh" userId="01a137d4-0d81-46e0-aca6-c9185b391828" providerId="ADAL" clId="{18447838-0BCA-432B-86F3-BB78526C143F}" dt="2026-10-13T02:52:51.296" v="2490" actId="478"/>
          <ac:picMkLst>
            <pc:docMk/>
            <pc:sldMk cId="407186605" sldId="903"/>
            <ac:picMk id="3" creationId="{FF9598AB-0C4F-493D-A633-16BD9A5A5B00}"/>
          </ac:picMkLst>
        </pc:picChg>
      </pc:sldChg>
      <pc:sldChg chg="del">
        <pc:chgData name="Minh Huynh" userId="01a137d4-0d81-46e0-aca6-c9185b391828" providerId="ADAL" clId="{18447838-0BCA-432B-86F3-BB78526C143F}" dt="2026-10-12T12:12:45.996" v="0" actId="47"/>
        <pc:sldMkLst>
          <pc:docMk/>
          <pc:sldMk cId="2758277335" sldId="903"/>
        </pc:sldMkLst>
      </pc:sldChg>
      <pc:sldChg chg="addSp delSp modSp add mod">
        <pc:chgData name="Minh Huynh" userId="01a137d4-0d81-46e0-aca6-c9185b391828" providerId="ADAL" clId="{18447838-0BCA-432B-86F3-BB78526C143F}" dt="2026-10-13T02:55:25.047" v="2552"/>
        <pc:sldMkLst>
          <pc:docMk/>
          <pc:sldMk cId="1787648695" sldId="904"/>
        </pc:sldMkLst>
        <pc:spChg chg="mod">
          <ac:chgData name="Minh Huynh" userId="01a137d4-0d81-46e0-aca6-c9185b391828" providerId="ADAL" clId="{18447838-0BCA-432B-86F3-BB78526C143F}" dt="2026-10-13T02:55:04.442" v="2548" actId="20577"/>
          <ac:spMkLst>
            <pc:docMk/>
            <pc:sldMk cId="1787648695" sldId="904"/>
            <ac:spMk id="4" creationId="{7BC73E8E-0D58-4B4B-A5C4-A8AE38997407}"/>
          </ac:spMkLst>
        </pc:spChg>
        <pc:spChg chg="del">
          <ac:chgData name="Minh Huynh" userId="01a137d4-0d81-46e0-aca6-c9185b391828" providerId="ADAL" clId="{18447838-0BCA-432B-86F3-BB78526C143F}" dt="2026-10-13T02:55:12.923" v="2550" actId="478"/>
          <ac:spMkLst>
            <pc:docMk/>
            <pc:sldMk cId="1787648695" sldId="904"/>
            <ac:spMk id="75" creationId="{49DF9D2F-8E65-4D63-82C3-27F8FA7882BF}"/>
          </ac:spMkLst>
        </pc:spChg>
        <pc:graphicFrameChg chg="add mod">
          <ac:chgData name="Minh Huynh" userId="01a137d4-0d81-46e0-aca6-c9185b391828" providerId="ADAL" clId="{18447838-0BCA-432B-86F3-BB78526C143F}" dt="2026-10-13T02:55:17.528" v="2551"/>
          <ac:graphicFrameMkLst>
            <pc:docMk/>
            <pc:sldMk cId="1787648695" sldId="904"/>
            <ac:graphicFrameMk id="5" creationId="{ED8765C3-613A-4F4C-A180-3299951757A9}"/>
          </ac:graphicFrameMkLst>
        </pc:graphicFrameChg>
        <pc:graphicFrameChg chg="add mod">
          <ac:chgData name="Minh Huynh" userId="01a137d4-0d81-46e0-aca6-c9185b391828" providerId="ADAL" clId="{18447838-0BCA-432B-86F3-BB78526C143F}" dt="2026-10-13T02:55:25.047" v="2552"/>
          <ac:graphicFrameMkLst>
            <pc:docMk/>
            <pc:sldMk cId="1787648695" sldId="904"/>
            <ac:graphicFrameMk id="6" creationId="{1E019121-932F-4197-9A42-61D4D5DF8D3E}"/>
          </ac:graphicFrameMkLst>
        </pc:graphicFrameChg>
        <pc:picChg chg="del">
          <ac:chgData name="Minh Huynh" userId="01a137d4-0d81-46e0-aca6-c9185b391828" providerId="ADAL" clId="{18447838-0BCA-432B-86F3-BB78526C143F}" dt="2026-10-13T02:55:09.587" v="2549" actId="478"/>
          <ac:picMkLst>
            <pc:docMk/>
            <pc:sldMk cId="1787648695" sldId="904"/>
            <ac:picMk id="2" creationId="{6FCA070F-4587-4399-9BD6-75A05A565D03}"/>
          </ac:picMkLst>
        </pc:picChg>
      </pc:sldChg>
      <pc:sldChg chg="addSp delSp modSp add mod">
        <pc:chgData name="Minh Huynh" userId="01a137d4-0d81-46e0-aca6-c9185b391828" providerId="ADAL" clId="{18447838-0BCA-432B-86F3-BB78526C143F}" dt="2026-10-13T02:57:56.104" v="2599" actId="1076"/>
        <pc:sldMkLst>
          <pc:docMk/>
          <pc:sldMk cId="1045422390" sldId="905"/>
        </pc:sldMkLst>
        <pc:spChg chg="add del">
          <ac:chgData name="Minh Huynh" userId="01a137d4-0d81-46e0-aca6-c9185b391828" providerId="ADAL" clId="{18447838-0BCA-432B-86F3-BB78526C143F}" dt="2026-10-13T02:57:33.838" v="2556"/>
          <ac:spMkLst>
            <pc:docMk/>
            <pc:sldMk cId="1045422390" sldId="905"/>
            <ac:spMk id="2" creationId="{F1E60DDB-647A-44BE-BE48-8E5ECFC1A088}"/>
          </ac:spMkLst>
        </pc:spChg>
        <pc:spChg chg="mod">
          <ac:chgData name="Minh Huynh" userId="01a137d4-0d81-46e0-aca6-c9185b391828" providerId="ADAL" clId="{18447838-0BCA-432B-86F3-BB78526C143F}" dt="2026-10-13T02:57:47.455" v="2595" actId="20577"/>
          <ac:spMkLst>
            <pc:docMk/>
            <pc:sldMk cId="1045422390" sldId="905"/>
            <ac:spMk id="4" creationId="{7BC73E8E-0D58-4B4B-A5C4-A8AE38997407}"/>
          </ac:spMkLst>
        </pc:spChg>
        <pc:graphicFrameChg chg="del">
          <ac:chgData name="Minh Huynh" userId="01a137d4-0d81-46e0-aca6-c9185b391828" providerId="ADAL" clId="{18447838-0BCA-432B-86F3-BB78526C143F}" dt="2026-10-13T02:57:31.904" v="2554" actId="478"/>
          <ac:graphicFrameMkLst>
            <pc:docMk/>
            <pc:sldMk cId="1045422390" sldId="905"/>
            <ac:graphicFrameMk id="5" creationId="{ED8765C3-613A-4F4C-A180-3299951757A9}"/>
          </ac:graphicFrameMkLst>
        </pc:graphicFrameChg>
        <pc:graphicFrameChg chg="del">
          <ac:chgData name="Minh Huynh" userId="01a137d4-0d81-46e0-aca6-c9185b391828" providerId="ADAL" clId="{18447838-0BCA-432B-86F3-BB78526C143F}" dt="2026-10-13T02:57:31.904" v="2554" actId="478"/>
          <ac:graphicFrameMkLst>
            <pc:docMk/>
            <pc:sldMk cId="1045422390" sldId="905"/>
            <ac:graphicFrameMk id="6" creationId="{1E019121-932F-4197-9A42-61D4D5DF8D3E}"/>
          </ac:graphicFrameMkLst>
        </pc:graphicFrameChg>
        <pc:picChg chg="add mod modCrop">
          <ac:chgData name="Minh Huynh" userId="01a137d4-0d81-46e0-aca6-c9185b391828" providerId="ADAL" clId="{18447838-0BCA-432B-86F3-BB78526C143F}" dt="2026-10-13T02:57:56.104" v="2599" actId="1076"/>
          <ac:picMkLst>
            <pc:docMk/>
            <pc:sldMk cId="1045422390" sldId="905"/>
            <ac:picMk id="3" creationId="{408C6312-FD8B-4CBC-B76D-19D9F5BFB69F}"/>
          </ac:picMkLst>
        </pc:picChg>
      </pc:sldChg>
      <pc:sldChg chg="addSp delSp modSp add mod">
        <pc:chgData name="Minh Huynh" userId="01a137d4-0d81-46e0-aca6-c9185b391828" providerId="ADAL" clId="{18447838-0BCA-432B-86F3-BB78526C143F}" dt="2026-10-13T03:01:57.617" v="2674" actId="20577"/>
        <pc:sldMkLst>
          <pc:docMk/>
          <pc:sldMk cId="4258506999" sldId="906"/>
        </pc:sldMkLst>
        <pc:spChg chg="add del">
          <ac:chgData name="Minh Huynh" userId="01a137d4-0d81-46e0-aca6-c9185b391828" providerId="ADAL" clId="{18447838-0BCA-432B-86F3-BB78526C143F}" dt="2026-10-13T03:01:33.318" v="2603"/>
          <ac:spMkLst>
            <pc:docMk/>
            <pc:sldMk cId="4258506999" sldId="906"/>
            <ac:spMk id="2" creationId="{2B5DCEBB-3CA7-465A-BCB6-8273A98139B4}"/>
          </ac:spMkLst>
        </pc:spChg>
        <pc:spChg chg="mod">
          <ac:chgData name="Minh Huynh" userId="01a137d4-0d81-46e0-aca6-c9185b391828" providerId="ADAL" clId="{18447838-0BCA-432B-86F3-BB78526C143F}" dt="2026-10-13T03:01:57.617" v="2674" actId="20577"/>
          <ac:spMkLst>
            <pc:docMk/>
            <pc:sldMk cId="4258506999" sldId="906"/>
            <ac:spMk id="4" creationId="{7BC73E8E-0D58-4B4B-A5C4-A8AE38997407}"/>
          </ac:spMkLst>
        </pc:spChg>
        <pc:picChg chg="del">
          <ac:chgData name="Minh Huynh" userId="01a137d4-0d81-46e0-aca6-c9185b391828" providerId="ADAL" clId="{18447838-0BCA-432B-86F3-BB78526C143F}" dt="2026-10-13T03:01:31.307" v="2601" actId="478"/>
          <ac:picMkLst>
            <pc:docMk/>
            <pc:sldMk cId="4258506999" sldId="906"/>
            <ac:picMk id="3" creationId="{408C6312-FD8B-4CBC-B76D-19D9F5BFB69F}"/>
          </ac:picMkLst>
        </pc:picChg>
        <pc:picChg chg="add mod modCrop">
          <ac:chgData name="Minh Huynh" userId="01a137d4-0d81-46e0-aca6-c9185b391828" providerId="ADAL" clId="{18447838-0BCA-432B-86F3-BB78526C143F}" dt="2026-10-13T03:01:42.046" v="2607" actId="1076"/>
          <ac:picMkLst>
            <pc:docMk/>
            <pc:sldMk cId="4258506999" sldId="906"/>
            <ac:picMk id="5" creationId="{A8AC5D9D-3B8D-4A6F-B0B8-5820DD3642C6}"/>
          </ac:picMkLst>
        </pc:picChg>
      </pc:sldChg>
    </pc:docChg>
  </pc:docChgLst>
</pc:chgInfo>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mhuy0019\OneDrive%20-%20Monash%20University\Teaching\ETC1000\Topic%202%20-%20Numerical%20data\Household%20income.csv"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'Bin size'!$A$1:$A$125</cx:f>
        <cx:lvl ptCount="125" formatCode="0">
          <cx:pt idx="0">47991.651379909192</cx:pt>
          <cx:pt idx="1">49310.208179414694</cx:pt>
          <cx:pt idx="2">51885.884634643793</cx:pt>
          <cx:pt idx="3">52384.973077293231</cx:pt>
          <cx:pt idx="4">57545.760164998617</cx:pt>
          <cx:pt idx="5">57611.336121292567</cx:pt>
          <cx:pt idx="6">58251.344238519436</cx:pt>
          <cx:pt idx="7">58900.238880338715</cx:pt>
          <cx:pt idx="8">59099.529563443073</cx:pt>
          <cx:pt idx="9">59584.968499186703</cx:pt>
          <cx:pt idx="10">59614.106094465649</cx:pt>
          <cx:pt idx="11">60287.546949270501</cx:pt>
          <cx:pt idx="12">62333.367762919734</cx:pt>
          <cx:pt idx="13">62535.867465169547</cx:pt>
          <cx:pt idx="14">63390.399227217524</cx:pt>
          <cx:pt idx="15">63463.128286683299</cx:pt>
          <cx:pt idx="16">63541.195913046096</cx:pt>
          <cx:pt idx="17">64584.758806257712</cx:pt>
          <cx:pt idx="18">64689.394662293591</cx:pt>
          <cx:pt idx="19">65088.154139517428</cx:pt>
          <cx:pt idx="20">65555.701962359366</cx:pt>
          <cx:pt idx="21">66115.927890545659</cx:pt>
          <cx:pt idx="22">66166.564224208822</cx:pt>
          <cx:pt idx="23">66232.46610854617</cx:pt>
          <cx:pt idx="24">67007.127475169284</cx:pt>
          <cx:pt idx="25">67233.495678628999</cx:pt>
          <cx:pt idx="26">67246.929150204727</cx:pt>
          <cx:pt idx="27">67846.065805982202</cx:pt>
          <cx:pt idx="28">68424.194699527608</cx:pt>
          <cx:pt idx="29">68631.777928680051</cx:pt>
          <cx:pt idx="30">69201.154241713884</cx:pt>
          <cx:pt idx="31">69217.349492115463</cx:pt>
          <cx:pt idx="32">69280.744731758416</cx:pt>
          <cx:pt idx="33">69592.722796151982</cx:pt>
          <cx:pt idx="34">69602.173969410054</cx:pt>
          <cx:pt idx="35">70324.760679022278</cx:pt>
          <cx:pt idx="36">70446.418538001773</cx:pt>
          <cx:pt idx="37">70494.941961773933</cx:pt>
          <cx:pt idx="38">70878.418170813093</cx:pt>
          <cx:pt idx="39">70902.82033890899</cx:pt>
          <cx:pt idx="40">70907.276615304552</cx:pt>
          <cx:pt idx="41">70912.278386306556</cx:pt>
          <cx:pt idx="42">71468.124645373784</cx:pt>
          <cx:pt idx="43">71518.325667471421</cx:pt>
          <cx:pt idx="44">71539.104322692117</cx:pt>
          <cx:pt idx="45">71604.18731763777</cx:pt>
          <cx:pt idx="46">71731.849291043705</cx:pt>
          <cx:pt idx="47">71918.548528387721</cx:pt>
          <cx:pt idx="48">71993.853515390379</cx:pt>
          <cx:pt idx="49">72152.942420459018</cx:pt>
          <cx:pt idx="50">72431.840056216854</cx:pt>
          <cx:pt idx="51">72964.936303344206</cx:pt>
          <cx:pt idx="52">73117.404214941082</cx:pt>
          <cx:pt idx="53">73165.674768770099</cx:pt>
          <cx:pt idx="54">73546.173978837382</cx:pt>
          <cx:pt idx="55">73604.966174584872</cx:pt>
          <cx:pt idx="56">74068.190553178036</cx:pt>
          <cx:pt idx="57">74103.492041911144</cx:pt>
          <cx:pt idx="58">74972.865744503026</cx:pt>
          <cx:pt idx="59">75434.224508905449</cx:pt>
          <cx:pt idx="60">75491.721975608234</cx:pt>
          <cx:pt idx="61">75674.31272255232</cx:pt>
          <cx:pt idx="62">75683.011572281714</cx:pt>
          <cx:pt idx="63">75751.212224137969</cx:pt>
          <cx:pt idx="64">75865.434710363872</cx:pt>
          <cx:pt idx="65">75950.490054355643</cx:pt>
          <cx:pt idx="66">76077.499020613861</cx:pt>
          <cx:pt idx="67">76168.285621641917</cx:pt>
          <cx:pt idx="68">76437.198737979212</cx:pt>
          <cx:pt idx="69">76528.516932339713</cx:pt>
          <cx:pt idx="70">76862.889961567911</cx:pt>
          <cx:pt idx="71">76998.2602706951</cx:pt>
          <cx:pt idx="72">77149.794250702631</cx:pt>
          <cx:pt idx="73">77396.208288219204</cx:pt>
          <cx:pt idx="74">77444.677275789611</cx:pt>
          <cx:pt idx="75">77904.636680823314</cx:pt>
          <cx:pt idx="76">78067.851658389336</cx:pt>
          <cx:pt idx="77">78189.929138697596</cx:pt>
          <cx:pt idx="78">78233.132625689832</cx:pt>
          <cx:pt idx="79">78251.366420978971</cx:pt>
          <cx:pt idx="80">78509.233430094144</cx:pt>
          <cx:pt idx="81">78762.171029395598</cx:pt>
          <cx:pt idx="82">78952.112333564655</cx:pt>
          <cx:pt idx="83">79160.225913495611</cx:pt>
          <cx:pt idx="84">79634.487127182088</cx:pt>
          <cx:pt idx="85">79973.755305192069</cx:pt>
          <cx:pt idx="86">80005.406507449021</cx:pt>
          <cx:pt idx="87">80251.372017997142</cx:pt>
          <cx:pt idx="88">80283.776701252064</cx:pt>
          <cx:pt idx="89">80362.657467419587</cx:pt>
          <cx:pt idx="90">80630.756575894688</cx:pt>
          <cx:pt idx="91">80819.999794981821</cx:pt>
          <cx:pt idx="92">80928.730866991595</cx:pt>
          <cx:pt idx="93">80934.637972602985</cx:pt>
          <cx:pt idx="94">81474.693660281337</cx:pt>
          <cx:pt idx="95">81514.530550393931</cx:pt>
          <cx:pt idx="96">81551.069324504628</cx:pt>
          <cx:pt idx="97">81575.395972882499</cx:pt>
          <cx:pt idx="98">81699.626557416661</cx:pt>
          <cx:pt idx="99">82102.629052673175</cx:pt>
          <cx:pt idx="100">82445.930797907291</cx:pt>
          <cx:pt idx="101">82632.811987242807</cx:pt>
          <cx:pt idx="102">82824.272876898787</cx:pt>
          <cx:pt idx="103">83063.116024897521</cx:pt>
          <cx:pt idx="104">83138.55935551021</cx:pt>
          <cx:pt idx="105">83160.482141739994</cx:pt>
          <cx:pt idx="106">83550.194677401611</cx:pt>
          <cx:pt idx="107">84051.02445612161</cx:pt>
          <cx:pt idx="108">84646.335773997227</cx:pt>
          <cx:pt idx="109">85400.406564440025</cx:pt>
          <cx:pt idx="110">85771.674694534624</cx:pt>
          <cx:pt idx="111">85939.381403314896</cx:pt>
          <cx:pt idx="112">86099.325894933572</cx:pt>
          <cx:pt idx="113">86371.700006349623</cx:pt>
          <cx:pt idx="114">86839.473898174532</cx:pt>
          <cx:pt idx="115">87019.241044753086</cx:pt>
          <cx:pt idx="116">87125.992866775792</cx:pt>
          <cx:pt idx="117">87861.313377225917</cx:pt>
          <cx:pt idx="118">89672.182026937633</cx:pt>
          <cx:pt idx="119">91150.284519587454</cx:pt>
          <cx:pt idx="120">91189.364026252384</cx:pt>
          <cx:pt idx="121">91211.50350745389</cx:pt>
          <cx:pt idx="122">94921.359121891219</cx:pt>
          <cx:pt idx="123">99273.422216314997</cx:pt>
          <cx:pt idx="124">101372.58914750518</cx:pt>
        </cx:lvl>
      </cx:numDim>
    </cx:data>
  </cx:chartData>
  <cx:chart>
    <cx:title pos="t" align="ctr" overlay="0">
      <cx:tx>
        <cx:txData>
          <cx:v>N Bins = 7</cx:v>
        </cx:txData>
      </cx:tx>
      <cx:txPr>
        <a:bodyPr spcFirstLastPara="1" vertOverflow="ellipsis" horzOverflow="overflow" wrap="square" lIns="0" tIns="0" rIns="0" bIns="0" anchor="ctr" anchorCtr="1"/>
        <a:lstStyle/>
        <a:p>
          <a:pPr algn="ctr" rtl="0">
            <a:defRPr/>
          </a:pPr>
          <a:r>
            <a:rPr lang="en-US" sz="1400" b="0" i="0" u="none" strike="noStrike" baseline="0" dirty="0">
              <a:solidFill>
                <a:schemeClr val="tx1"/>
              </a:solidFill>
              <a:latin typeface="Arial Narrow" panose="020B0606020202030204" pitchFamily="34" charset="0"/>
            </a:rPr>
            <a:t>N Bins = 7</a:t>
          </a:r>
        </a:p>
      </cx:txPr>
    </cx:title>
    <cx:plotArea>
      <cx:plotAreaRegion>
        <cx:series layoutId="clusteredColumn" uniqueId="{303CC31E-AFE4-4890-8F44-65E43D018860}">
          <cx:spPr>
            <a:solidFill>
              <a:schemeClr val="accent1"/>
            </a:solidFill>
          </cx:spPr>
          <cx:dataLabels>
            <cx:txPr>
              <a:bodyPr vertOverflow="overflow" horzOverflow="overflow" wrap="square" lIns="0" tIns="0" rIns="0" bIns="0"/>
              <a:lstStyle/>
              <a:p>
                <a:pPr algn="ctr" rtl="0">
                  <a:defRPr sz="1400" b="0" i="0">
                    <a:solidFill>
                      <a:schemeClr val="tx1"/>
                    </a:solidFill>
                    <a:latin typeface="Arial Narrow" panose="020B0606020202030204" pitchFamily="34" charset="0"/>
                    <a:ea typeface="Arial Narrow" panose="020B0606020202030204" pitchFamily="34" charset="0"/>
                    <a:cs typeface="Arial Narrow" panose="020B0606020202030204" pitchFamily="34" charset="0"/>
                  </a:defRPr>
                </a:pPr>
                <a:endParaRPr lang="en-AU" sz="1400">
                  <a:solidFill>
                    <a:schemeClr val="tx1"/>
                  </a:solidFill>
                  <a:latin typeface="Arial Narrow" panose="020B0606020202030204" pitchFamily="34" charset="0"/>
                </a:endParaRPr>
              </a:p>
            </cx:txPr>
          </cx:dataLabels>
          <cx:dataId val="0"/>
          <cx:layoutPr>
            <cx:binning intervalClosed="r">
              <cx:binCount val="7"/>
            </cx:binning>
          </cx:layoutPr>
        </cx:series>
      </cx:plotAreaRegion>
      <cx:axis id="0">
        <cx:catScaling gapWidth="0"/>
        <cx:tickLabels/>
        <cx:numFmt formatCode="$#,##0" sourceLinked="0"/>
        <cx:txPr>
          <a:bodyPr spcFirstLastPara="1" vertOverflow="ellipsis" horzOverflow="overflow" wrap="square" lIns="0" tIns="0" rIns="0" bIns="0" anchor="ctr" anchorCtr="1"/>
          <a:lstStyle/>
          <a:p>
            <a:pPr algn="ctr" rtl="0">
              <a:defRPr sz="1000">
                <a:solidFill>
                  <a:schemeClr val="tx1"/>
                </a:solidFill>
                <a:latin typeface="Arial Narrow" panose="020B0606020202030204" pitchFamily="34" charset="0"/>
                <a:ea typeface="Arial Narrow" panose="020B0606020202030204" pitchFamily="34" charset="0"/>
                <a:cs typeface="Arial Narrow" panose="020B0606020202030204" pitchFamily="34" charset="0"/>
              </a:defRPr>
            </a:pPr>
            <a:endParaRPr lang="en-US" sz="1000" b="0" i="0" u="none" strike="noStrike" baseline="0">
              <a:solidFill>
                <a:schemeClr val="tx1"/>
              </a:solidFill>
              <a:latin typeface="Arial Narrow" panose="020B0606020202030204" pitchFamily="34" charset="0"/>
            </a:endParaRPr>
          </a:p>
        </cx:txPr>
      </cx:axis>
      <cx:axis id="1">
        <cx:valScaling max="45"/>
        <cx:majorGridlines/>
        <cx:tickLabels/>
        <cx:spPr>
          <a:ln>
            <a:noFill/>
          </a:ln>
        </cx:spPr>
        <cx:txPr>
          <a:bodyPr vertOverflow="overflow" horzOverflow="overflow" wrap="square" lIns="0" tIns="0" rIns="0" bIns="0"/>
          <a:lstStyle/>
          <a:p>
            <a:pPr algn="ctr" rtl="0">
              <a:defRPr sz="900" b="0" i="0">
                <a:solidFill>
                  <a:schemeClr val="tx1"/>
                </a:solidFill>
                <a:latin typeface="Arial Narrow" panose="020B0606020202030204" pitchFamily="34" charset="0"/>
                <a:ea typeface="Arial Narrow" panose="020B0606020202030204" pitchFamily="34" charset="0"/>
                <a:cs typeface="Arial Narrow" panose="020B0606020202030204" pitchFamily="34" charset="0"/>
              </a:defRPr>
            </a:pPr>
            <a:endParaRPr lang="en-AU">
              <a:solidFill>
                <a:schemeClr val="tx1"/>
              </a:solidFill>
              <a:latin typeface="Arial Narrow" panose="020B0606020202030204" pitchFamily="34"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520094-FB53-4D74-90C8-3B90ED5CA22C}" type="datetimeFigureOut">
              <a:rPr lang="en-AU" smtClean="0"/>
              <a:t>12/10/2026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82D812-793F-4284-A735-A7869CB1D065}" type="slidenum">
              <a:rPr lang="en-AU" smtClean="0"/>
              <a:t>‹#›</a:t>
            </a:fld>
            <a:endParaRPr lang="en-AU"/>
          </a:p>
        </p:txBody>
      </p:sp>
    </p:spTree>
    <p:extLst>
      <p:ext uri="{BB962C8B-B14F-4D97-AF65-F5344CB8AC3E}">
        <p14:creationId xmlns:p14="http://schemas.microsoft.com/office/powerpoint/2010/main" val="2907263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a:t>
            </a:fld>
            <a:endParaRPr lang="en-AU"/>
          </a:p>
        </p:txBody>
      </p:sp>
    </p:spTree>
    <p:extLst>
      <p:ext uri="{BB962C8B-B14F-4D97-AF65-F5344CB8AC3E}">
        <p14:creationId xmlns:p14="http://schemas.microsoft.com/office/powerpoint/2010/main" val="104821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3</a:t>
            </a:fld>
            <a:endParaRPr lang="en-AU"/>
          </a:p>
        </p:txBody>
      </p:sp>
    </p:spTree>
    <p:extLst>
      <p:ext uri="{BB962C8B-B14F-4D97-AF65-F5344CB8AC3E}">
        <p14:creationId xmlns:p14="http://schemas.microsoft.com/office/powerpoint/2010/main" val="193506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4</a:t>
            </a:fld>
            <a:endParaRPr lang="en-AU"/>
          </a:p>
        </p:txBody>
      </p:sp>
    </p:spTree>
    <p:extLst>
      <p:ext uri="{BB962C8B-B14F-4D97-AF65-F5344CB8AC3E}">
        <p14:creationId xmlns:p14="http://schemas.microsoft.com/office/powerpoint/2010/main" val="3243078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5</a:t>
            </a:fld>
            <a:endParaRPr lang="en-AU"/>
          </a:p>
        </p:txBody>
      </p:sp>
    </p:spTree>
    <p:extLst>
      <p:ext uri="{BB962C8B-B14F-4D97-AF65-F5344CB8AC3E}">
        <p14:creationId xmlns:p14="http://schemas.microsoft.com/office/powerpoint/2010/main" val="822879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6</a:t>
            </a:fld>
            <a:endParaRPr lang="en-AU"/>
          </a:p>
        </p:txBody>
      </p:sp>
    </p:spTree>
    <p:extLst>
      <p:ext uri="{BB962C8B-B14F-4D97-AF65-F5344CB8AC3E}">
        <p14:creationId xmlns:p14="http://schemas.microsoft.com/office/powerpoint/2010/main" val="4151891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7</a:t>
            </a:fld>
            <a:endParaRPr lang="en-AU"/>
          </a:p>
        </p:txBody>
      </p:sp>
    </p:spTree>
    <p:extLst>
      <p:ext uri="{BB962C8B-B14F-4D97-AF65-F5344CB8AC3E}">
        <p14:creationId xmlns:p14="http://schemas.microsoft.com/office/powerpoint/2010/main" val="1176435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8</a:t>
            </a:fld>
            <a:endParaRPr lang="en-AU"/>
          </a:p>
        </p:txBody>
      </p:sp>
    </p:spTree>
    <p:extLst>
      <p:ext uri="{BB962C8B-B14F-4D97-AF65-F5344CB8AC3E}">
        <p14:creationId xmlns:p14="http://schemas.microsoft.com/office/powerpoint/2010/main" val="2508230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9</a:t>
            </a:fld>
            <a:endParaRPr lang="en-AU"/>
          </a:p>
        </p:txBody>
      </p:sp>
    </p:spTree>
    <p:extLst>
      <p:ext uri="{BB962C8B-B14F-4D97-AF65-F5344CB8AC3E}">
        <p14:creationId xmlns:p14="http://schemas.microsoft.com/office/powerpoint/2010/main" val="1011775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10</a:t>
            </a:fld>
            <a:endParaRPr lang="en-AU"/>
          </a:p>
        </p:txBody>
      </p:sp>
    </p:spTree>
    <p:extLst>
      <p:ext uri="{BB962C8B-B14F-4D97-AF65-F5344CB8AC3E}">
        <p14:creationId xmlns:p14="http://schemas.microsoft.com/office/powerpoint/2010/main" val="2371811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11</a:t>
            </a:fld>
            <a:endParaRPr lang="en-AU"/>
          </a:p>
        </p:txBody>
      </p:sp>
    </p:spTree>
    <p:extLst>
      <p:ext uri="{BB962C8B-B14F-4D97-AF65-F5344CB8AC3E}">
        <p14:creationId xmlns:p14="http://schemas.microsoft.com/office/powerpoint/2010/main" val="3594652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12</a:t>
            </a:fld>
            <a:endParaRPr lang="en-AU"/>
          </a:p>
        </p:txBody>
      </p:sp>
    </p:spTree>
    <p:extLst>
      <p:ext uri="{BB962C8B-B14F-4D97-AF65-F5344CB8AC3E}">
        <p14:creationId xmlns:p14="http://schemas.microsoft.com/office/powerpoint/2010/main" val="3515713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13</a:t>
            </a:fld>
            <a:endParaRPr lang="en-AU"/>
          </a:p>
        </p:txBody>
      </p:sp>
    </p:spTree>
    <p:extLst>
      <p:ext uri="{BB962C8B-B14F-4D97-AF65-F5344CB8AC3E}">
        <p14:creationId xmlns:p14="http://schemas.microsoft.com/office/powerpoint/2010/main" val="1683837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14</a:t>
            </a:fld>
            <a:endParaRPr lang="en-AU"/>
          </a:p>
        </p:txBody>
      </p:sp>
    </p:spTree>
    <p:extLst>
      <p:ext uri="{BB962C8B-B14F-4D97-AF65-F5344CB8AC3E}">
        <p14:creationId xmlns:p14="http://schemas.microsoft.com/office/powerpoint/2010/main" val="1714950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15</a:t>
            </a:fld>
            <a:endParaRPr lang="en-AU"/>
          </a:p>
        </p:txBody>
      </p:sp>
    </p:spTree>
    <p:extLst>
      <p:ext uri="{BB962C8B-B14F-4D97-AF65-F5344CB8AC3E}">
        <p14:creationId xmlns:p14="http://schemas.microsoft.com/office/powerpoint/2010/main" val="2689049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16</a:t>
            </a:fld>
            <a:endParaRPr lang="en-AU"/>
          </a:p>
        </p:txBody>
      </p:sp>
    </p:spTree>
    <p:extLst>
      <p:ext uri="{BB962C8B-B14F-4D97-AF65-F5344CB8AC3E}">
        <p14:creationId xmlns:p14="http://schemas.microsoft.com/office/powerpoint/2010/main" val="2984148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17</a:t>
            </a:fld>
            <a:endParaRPr lang="en-AU"/>
          </a:p>
        </p:txBody>
      </p:sp>
    </p:spTree>
    <p:extLst>
      <p:ext uri="{BB962C8B-B14F-4D97-AF65-F5344CB8AC3E}">
        <p14:creationId xmlns:p14="http://schemas.microsoft.com/office/powerpoint/2010/main" val="3440443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18</a:t>
            </a:fld>
            <a:endParaRPr lang="en-AU"/>
          </a:p>
        </p:txBody>
      </p:sp>
    </p:spTree>
    <p:extLst>
      <p:ext uri="{BB962C8B-B14F-4D97-AF65-F5344CB8AC3E}">
        <p14:creationId xmlns:p14="http://schemas.microsoft.com/office/powerpoint/2010/main" val="2155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19</a:t>
            </a:fld>
            <a:endParaRPr lang="en-AU"/>
          </a:p>
        </p:txBody>
      </p:sp>
    </p:spTree>
    <p:extLst>
      <p:ext uri="{BB962C8B-B14F-4D97-AF65-F5344CB8AC3E}">
        <p14:creationId xmlns:p14="http://schemas.microsoft.com/office/powerpoint/2010/main" val="34151394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20</a:t>
            </a:fld>
            <a:endParaRPr lang="en-AU"/>
          </a:p>
        </p:txBody>
      </p:sp>
    </p:spTree>
    <p:extLst>
      <p:ext uri="{BB962C8B-B14F-4D97-AF65-F5344CB8AC3E}">
        <p14:creationId xmlns:p14="http://schemas.microsoft.com/office/powerpoint/2010/main" val="3952644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21</a:t>
            </a:fld>
            <a:endParaRPr lang="en-AU"/>
          </a:p>
        </p:txBody>
      </p:sp>
    </p:spTree>
    <p:extLst>
      <p:ext uri="{BB962C8B-B14F-4D97-AF65-F5344CB8AC3E}">
        <p14:creationId xmlns:p14="http://schemas.microsoft.com/office/powerpoint/2010/main" val="28748548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22</a:t>
            </a:fld>
            <a:endParaRPr lang="en-AU"/>
          </a:p>
        </p:txBody>
      </p:sp>
    </p:spTree>
    <p:extLst>
      <p:ext uri="{BB962C8B-B14F-4D97-AF65-F5344CB8AC3E}">
        <p14:creationId xmlns:p14="http://schemas.microsoft.com/office/powerpoint/2010/main" val="3793244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23</a:t>
            </a:fld>
            <a:endParaRPr lang="en-AU"/>
          </a:p>
        </p:txBody>
      </p:sp>
    </p:spTree>
    <p:extLst>
      <p:ext uri="{BB962C8B-B14F-4D97-AF65-F5344CB8AC3E}">
        <p14:creationId xmlns:p14="http://schemas.microsoft.com/office/powerpoint/2010/main" val="22670181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24</a:t>
            </a:fld>
            <a:endParaRPr lang="en-AU"/>
          </a:p>
        </p:txBody>
      </p:sp>
    </p:spTree>
    <p:extLst>
      <p:ext uri="{BB962C8B-B14F-4D97-AF65-F5344CB8AC3E}">
        <p14:creationId xmlns:p14="http://schemas.microsoft.com/office/powerpoint/2010/main" val="321400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25</a:t>
            </a:fld>
            <a:endParaRPr lang="en-AU"/>
          </a:p>
        </p:txBody>
      </p:sp>
    </p:spTree>
    <p:extLst>
      <p:ext uri="{BB962C8B-B14F-4D97-AF65-F5344CB8AC3E}">
        <p14:creationId xmlns:p14="http://schemas.microsoft.com/office/powerpoint/2010/main" val="3557340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471A4-B58C-40C7-ACC7-F9107E270F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33DC486-8B1F-4847-A672-1F19F18B1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8AE2605-B86B-4C39-8E3E-2CAE474A3377}"/>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13D65D82-0C1E-49B6-A4BF-143B5B02843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6B8211-EA2C-4B21-B907-FEB4789A834D}"/>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39326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4996-8C1B-4123-A1BC-945F2156E7D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BEFE586-118E-43AA-BDAC-F934F1B6A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FA799EE-A009-4AD7-8ED2-7354238C2A64}"/>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584790F5-AD0B-43F8-8DB0-7EECCB97BB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B3C7043-66F3-4CEE-91CC-F1DF2161B801}"/>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6886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DCE0-F641-452D-A2FB-06326DFBD0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AB81646-EEC0-40CE-811B-25E2D6676F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82203-5BD0-460E-8CB1-736A09FDE6F3}"/>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800D4E99-EF41-40F5-9AD2-0BF43235FF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D11A29-198E-45B2-8AA1-26302A6437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4030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ABB1-27E8-436E-8391-4B8C0C3927F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9CA4C12-77F3-48C8-8BE1-E4A1C1989D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EB118EC-B1F9-4335-91E8-686527BD3F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4E72C4C-E9D2-4A38-9DA8-9CCE4F364531}"/>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6" name="Footer Placeholder 5">
            <a:extLst>
              <a:ext uri="{FF2B5EF4-FFF2-40B4-BE49-F238E27FC236}">
                <a16:creationId xmlns:a16="http://schemas.microsoft.com/office/drawing/2014/main" id="{6FED95C8-3B1A-434B-8CFD-21357279D96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374E9D6-A6ED-44F2-B68F-235194BF1A5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29368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FE22-686D-475D-9181-FA16A63F258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0757003-FCF9-427D-9B84-9D315916D3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DC2113-0F6D-44B9-A7DA-15B001B53C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3DCD859-3D33-4C96-B95D-D469DE6BE8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6F3856-CFCB-4BA0-A8FF-F8316EBDC5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2FC432C-32B4-4CC8-B68C-47E17B6AC145}"/>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8" name="Footer Placeholder 7">
            <a:extLst>
              <a:ext uri="{FF2B5EF4-FFF2-40B4-BE49-F238E27FC236}">
                <a16:creationId xmlns:a16="http://schemas.microsoft.com/office/drawing/2014/main" id="{C7A80297-F617-45A3-B914-2442CE2A7B89}"/>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0B97718-06C4-4512-A9E5-C903625D5E54}"/>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7900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8CC0-6B93-4300-A6C4-1180D4B8B28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B5C27AA-EB2D-48E6-8049-520B20C3C559}"/>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4" name="Footer Placeholder 3">
            <a:extLst>
              <a:ext uri="{FF2B5EF4-FFF2-40B4-BE49-F238E27FC236}">
                <a16:creationId xmlns:a16="http://schemas.microsoft.com/office/drawing/2014/main" id="{255ACAC1-7E7C-4885-BC2B-375C36FC90F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3A04426-EFCE-4CF3-81B9-6AD5E3B936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419259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A6C1FA-B0CD-4727-9A52-1C7BB44458C8}"/>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3" name="Footer Placeholder 2">
            <a:extLst>
              <a:ext uri="{FF2B5EF4-FFF2-40B4-BE49-F238E27FC236}">
                <a16:creationId xmlns:a16="http://schemas.microsoft.com/office/drawing/2014/main" id="{9E627923-117E-491B-923F-6124ABAB00F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AE2EFD9-3B27-4105-B54F-231AB460A2C9}"/>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63675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9437-EDEF-4324-99E9-547688B73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B7CEB2CC-C30A-49F5-B061-BF98427287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0BBD8A7-1529-4F7D-BB45-A2DAFF9B6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747F8-1F0B-44CC-B76C-249768AB79E4}"/>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6" name="Footer Placeholder 5">
            <a:extLst>
              <a:ext uri="{FF2B5EF4-FFF2-40B4-BE49-F238E27FC236}">
                <a16:creationId xmlns:a16="http://schemas.microsoft.com/office/drawing/2014/main" id="{5B23826A-99D0-4B68-B53F-9FAF1218F4C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B7E538-222A-46EF-81A1-9B0B735ABD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198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EF5A6-C530-43CA-98DD-35BD7B597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E428680-95AA-4A86-9335-60A58BD82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BD835A1-2663-47F6-8582-B225E4F72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CF1C3-8D1D-47A7-A841-09CD8B0C7D66}"/>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6" name="Footer Placeholder 5">
            <a:extLst>
              <a:ext uri="{FF2B5EF4-FFF2-40B4-BE49-F238E27FC236}">
                <a16:creationId xmlns:a16="http://schemas.microsoft.com/office/drawing/2014/main" id="{34AD9B48-80EB-492B-A33D-C7623162D3B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A7AA910-09B5-4489-B817-0A87DF35D6C6}"/>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4475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DD80-9431-4960-B3E9-29FBBB99465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125B747-B8F9-4B6A-A480-D5F0BFC092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95DA87-F4D9-43E5-9761-FC0DCA404675}"/>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7F99904E-C9ED-4568-A230-6E7B1866C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F647D12-63D5-4AE8-9E5A-033061CA426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120526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7CD830-63FA-49DB-9533-A5610633E0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A9578AE-FCA6-4113-965E-A40264BC29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4B8185-7406-4AA8-88F8-9E3C393475B7}"/>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0250EFAC-5B41-46D0-BA68-D4759CCE1F7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2127DBC-E9B6-4236-9E3A-9BB1EB52C1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056661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with logo">
  <p:cSld name="Blank slide with logo">
    <p:spTree>
      <p:nvGrpSpPr>
        <p:cNvPr id="1" name="Shape 20"/>
        <p:cNvGrpSpPr/>
        <p:nvPr/>
      </p:nvGrpSpPr>
      <p:grpSpPr>
        <a:xfrm>
          <a:off x="0" y="0"/>
          <a:ext cx="0" cy="0"/>
          <a:chOff x="0" y="0"/>
          <a:chExt cx="0" cy="0"/>
        </a:xfrm>
      </p:grpSpPr>
      <p:pic>
        <p:nvPicPr>
          <p:cNvPr id="21" name="Google Shape;21;p57"/>
          <p:cNvPicPr preferRelativeResize="0"/>
          <p:nvPr/>
        </p:nvPicPr>
        <p:blipFill rotWithShape="1">
          <a:blip r:embed="rId2">
            <a:alphaModFix/>
          </a:blip>
          <a:srcRect/>
          <a:stretch/>
        </p:blipFill>
        <p:spPr>
          <a:xfrm>
            <a:off x="144964" y="6061928"/>
            <a:ext cx="1712692" cy="729166"/>
          </a:xfrm>
          <a:prstGeom prst="rect">
            <a:avLst/>
          </a:prstGeom>
          <a:noFill/>
          <a:ln>
            <a:noFill/>
          </a:ln>
        </p:spPr>
      </p:pic>
    </p:spTree>
    <p:extLst>
      <p:ext uri="{BB962C8B-B14F-4D97-AF65-F5344CB8AC3E}">
        <p14:creationId xmlns:p14="http://schemas.microsoft.com/office/powerpoint/2010/main" val="564139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53226-C1E9-484E-AA28-9B754F452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5E09D47-4554-4BAF-A6EB-D43FB5CBE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33EB1F-CFEF-44CA-A347-2991A27794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CFD117A1-4C96-4D99-AEA5-541B9CFD84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8F625DF-A619-40A9-A782-E56F44E3E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BD1443-F093-47BB-852F-C71838E6DC6A}" type="slidenum">
              <a:rPr lang="en-AU" smtClean="0"/>
              <a:t>‹#›</a:t>
            </a:fld>
            <a:endParaRPr lang="en-AU"/>
          </a:p>
        </p:txBody>
      </p:sp>
    </p:spTree>
    <p:extLst>
      <p:ext uri="{BB962C8B-B14F-4D97-AF65-F5344CB8AC3E}">
        <p14:creationId xmlns:p14="http://schemas.microsoft.com/office/powerpoint/2010/main" val="1545353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9CE681-010B-4831-B0B7-EA09487CDE64}"/>
              </a:ext>
            </a:extLst>
          </p:cNvPr>
          <p:cNvPicPr>
            <a:picLocks noChangeAspect="1"/>
          </p:cNvPicPr>
          <p:nvPr/>
        </p:nvPicPr>
        <p:blipFill>
          <a:blip r:embed="rId2"/>
          <a:stretch>
            <a:fillRect/>
          </a:stretch>
        </p:blipFill>
        <p:spPr>
          <a:xfrm>
            <a:off x="0" y="1823"/>
            <a:ext cx="12192000" cy="6854354"/>
          </a:xfrm>
          <a:prstGeom prst="rect">
            <a:avLst/>
          </a:prstGeom>
        </p:spPr>
      </p:pic>
      <p:sp>
        <p:nvSpPr>
          <p:cNvPr id="6" name="Freeform: Shape 5">
            <a:extLst>
              <a:ext uri="{FF2B5EF4-FFF2-40B4-BE49-F238E27FC236}">
                <a16:creationId xmlns:a16="http://schemas.microsoft.com/office/drawing/2014/main" id="{556F341A-4AE1-42E8-8AC0-A35CBFF2FFFA}"/>
              </a:ext>
            </a:extLst>
          </p:cNvPr>
          <p:cNvSpPr/>
          <p:nvPr/>
        </p:nvSpPr>
        <p:spPr>
          <a:xfrm>
            <a:off x="393403" y="318976"/>
            <a:ext cx="2658141" cy="6230680"/>
          </a:xfrm>
          <a:custGeom>
            <a:avLst/>
            <a:gdLst>
              <a:gd name="connsiteX0" fmla="*/ 0 w 2658141"/>
              <a:gd name="connsiteY0" fmla="*/ 0 h 6230680"/>
              <a:gd name="connsiteX1" fmla="*/ 1180216 w 2658141"/>
              <a:gd name="connsiteY1" fmla="*/ 0 h 6230680"/>
              <a:gd name="connsiteX2" fmla="*/ 1339704 w 2658141"/>
              <a:gd name="connsiteY2" fmla="*/ 2073350 h 6230680"/>
              <a:gd name="connsiteX3" fmla="*/ 1499192 w 2658141"/>
              <a:gd name="connsiteY3" fmla="*/ 0 h 6230680"/>
              <a:gd name="connsiteX4" fmla="*/ 2658141 w 2658141"/>
              <a:gd name="connsiteY4" fmla="*/ 0 h 6230680"/>
              <a:gd name="connsiteX5" fmla="*/ 2658141 w 2658141"/>
              <a:gd name="connsiteY5" fmla="*/ 6230680 h 6230680"/>
              <a:gd name="connsiteX6" fmla="*/ 1941343 w 2658141"/>
              <a:gd name="connsiteY6" fmla="*/ 6230680 h 6230680"/>
              <a:gd name="connsiteX7" fmla="*/ 1941343 w 2658141"/>
              <a:gd name="connsiteY7" fmla="*/ 3646968 h 6230680"/>
              <a:gd name="connsiteX8" fmla="*/ 1746943 w 2658141"/>
              <a:gd name="connsiteY8" fmla="*/ 6230680 h 6230680"/>
              <a:gd name="connsiteX9" fmla="*/ 941860 w 2658141"/>
              <a:gd name="connsiteY9" fmla="*/ 6230680 h 6230680"/>
              <a:gd name="connsiteX10" fmla="*/ 784255 w 2658141"/>
              <a:gd name="connsiteY10" fmla="*/ 4359982 h 6230680"/>
              <a:gd name="connsiteX11" fmla="*/ 729486 w 2658141"/>
              <a:gd name="connsiteY11" fmla="*/ 3636336 h 6230680"/>
              <a:gd name="connsiteX12" fmla="*/ 729486 w 2658141"/>
              <a:gd name="connsiteY12" fmla="*/ 3709898 h 6230680"/>
              <a:gd name="connsiteX13" fmla="*/ 728386 w 2658141"/>
              <a:gd name="connsiteY13" fmla="*/ 3696842 h 6230680"/>
              <a:gd name="connsiteX14" fmla="*/ 728386 w 2658141"/>
              <a:gd name="connsiteY14" fmla="*/ 6230680 h 6230680"/>
              <a:gd name="connsiteX15" fmla="*/ 0 w 2658141"/>
              <a:gd name="connsiteY15" fmla="*/ 6230680 h 623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58141" h="6230680">
                <a:moveTo>
                  <a:pt x="0" y="0"/>
                </a:moveTo>
                <a:lnTo>
                  <a:pt x="1180216" y="0"/>
                </a:lnTo>
                <a:lnTo>
                  <a:pt x="1339704" y="2073350"/>
                </a:lnTo>
                <a:lnTo>
                  <a:pt x="1499192" y="0"/>
                </a:lnTo>
                <a:lnTo>
                  <a:pt x="2658141" y="0"/>
                </a:lnTo>
                <a:lnTo>
                  <a:pt x="2658141" y="6230680"/>
                </a:lnTo>
                <a:lnTo>
                  <a:pt x="1941343" y="6230680"/>
                </a:lnTo>
                <a:lnTo>
                  <a:pt x="1941343" y="3646968"/>
                </a:lnTo>
                <a:lnTo>
                  <a:pt x="1746943" y="6230680"/>
                </a:lnTo>
                <a:lnTo>
                  <a:pt x="941860" y="6230680"/>
                </a:lnTo>
                <a:lnTo>
                  <a:pt x="784255" y="4359982"/>
                </a:lnTo>
                <a:lnTo>
                  <a:pt x="729486" y="3636336"/>
                </a:lnTo>
                <a:lnTo>
                  <a:pt x="729486" y="3709898"/>
                </a:lnTo>
                <a:lnTo>
                  <a:pt x="728386" y="3696842"/>
                </a:lnTo>
                <a:lnTo>
                  <a:pt x="728386" y="6230680"/>
                </a:lnTo>
                <a:lnTo>
                  <a:pt x="0" y="6230680"/>
                </a:lnTo>
                <a:close/>
              </a:path>
            </a:pathLst>
          </a:custGeom>
          <a:solidFill>
            <a:schemeClr val="bg1">
              <a:alpha val="60000"/>
            </a:schemeClr>
          </a:solidFill>
          <a:ln w="25400" cap="flat" cmpd="sng" algn="ctr">
            <a:noFill/>
            <a:prstDash val="solid"/>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AU" sz="1400" b="0" i="0" u="none" strike="noStrike" kern="0" cap="none" spc="0" normalizeH="0" baseline="0" noProof="0" dirty="0">
              <a:ln>
                <a:noFill/>
              </a:ln>
              <a:solidFill>
                <a:srgbClr val="FFFFFF"/>
              </a:solidFill>
              <a:effectLst/>
              <a:uLnTx/>
              <a:uFillTx/>
              <a:latin typeface="Arial"/>
              <a:ea typeface="+mn-ea"/>
              <a:cs typeface="+mn-cs"/>
              <a:sym typeface="Arial"/>
            </a:endParaRPr>
          </a:p>
        </p:txBody>
      </p:sp>
      <p:pic>
        <p:nvPicPr>
          <p:cNvPr id="8" name="Picture 7">
            <a:extLst>
              <a:ext uri="{FF2B5EF4-FFF2-40B4-BE49-F238E27FC236}">
                <a16:creationId xmlns:a16="http://schemas.microsoft.com/office/drawing/2014/main" id="{0A488F87-1197-471A-B44E-DB7CDC810CD0}"/>
              </a:ext>
            </a:extLst>
          </p:cNvPr>
          <p:cNvPicPr>
            <a:picLocks noChangeAspect="1"/>
          </p:cNvPicPr>
          <p:nvPr/>
        </p:nvPicPr>
        <p:blipFill rotWithShape="1">
          <a:blip r:embed="rId2"/>
          <a:srcRect l="63454" t="7318" b="33527"/>
          <a:stretch/>
        </p:blipFill>
        <p:spPr>
          <a:xfrm>
            <a:off x="7736304" y="505326"/>
            <a:ext cx="4455695" cy="4054642"/>
          </a:xfrm>
          <a:prstGeom prst="rect">
            <a:avLst/>
          </a:prstGeom>
        </p:spPr>
      </p:pic>
      <p:pic>
        <p:nvPicPr>
          <p:cNvPr id="7" name="Picture 6" descr="Registry configuration summary | Monash Compulsory Units Portal (CUP)">
            <a:extLst>
              <a:ext uri="{FF2B5EF4-FFF2-40B4-BE49-F238E27FC236}">
                <a16:creationId xmlns:a16="http://schemas.microsoft.com/office/drawing/2014/main" id="{EBA1EB12-C8B5-4D38-A22A-F8EA37CBD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8523" y="422390"/>
            <a:ext cx="2091086" cy="66076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43AD52F1-D9EC-43D5-B468-7D23A6262D47}"/>
              </a:ext>
            </a:extLst>
          </p:cNvPr>
          <p:cNvSpPr/>
          <p:nvPr/>
        </p:nvSpPr>
        <p:spPr>
          <a:xfrm>
            <a:off x="4818185" y="3077307"/>
            <a:ext cx="6570979" cy="1403610"/>
          </a:xfrm>
          <a:prstGeom prst="rect">
            <a:avLst/>
          </a:prstGeom>
          <a:solidFill>
            <a:schemeClr val="accent4">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0" b="1"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rPr>
              <a:t>STATISTICS</a:t>
            </a:r>
            <a:endParaRPr kumimoji="0" lang="en-AU" sz="120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endParaRPr>
          </a:p>
        </p:txBody>
      </p:sp>
      <p:sp>
        <p:nvSpPr>
          <p:cNvPr id="13" name="Rectangle 12">
            <a:extLst>
              <a:ext uri="{FF2B5EF4-FFF2-40B4-BE49-F238E27FC236}">
                <a16:creationId xmlns:a16="http://schemas.microsoft.com/office/drawing/2014/main" id="{F11B6F01-F247-4E5E-AC9E-2D11F2681474}"/>
              </a:ext>
            </a:extLst>
          </p:cNvPr>
          <p:cNvSpPr/>
          <p:nvPr/>
        </p:nvSpPr>
        <p:spPr>
          <a:xfrm>
            <a:off x="6096000" y="4553950"/>
            <a:ext cx="5293165" cy="500420"/>
          </a:xfrm>
          <a:prstGeom prst="rect">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rPr>
              <a:t>Session 2: Descriptive Statistics</a:t>
            </a:r>
            <a:endParaRPr kumimoji="0" lang="en-AU"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endParaRPr>
          </a:p>
        </p:txBody>
      </p:sp>
    </p:spTree>
    <p:extLst>
      <p:ext uri="{BB962C8B-B14F-4D97-AF65-F5344CB8AC3E}">
        <p14:creationId xmlns:p14="http://schemas.microsoft.com/office/powerpoint/2010/main" val="197262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2000" tmFilter="0, 0; .2, .5; .8, .5; 1, 0"/>
                                        <p:tgtEl>
                                          <p:spTgt spid="8"/>
                                        </p:tgtEl>
                                      </p:cBhvr>
                                    </p:animEffect>
                                    <p:animScale>
                                      <p:cBhvr>
                                        <p:cTn id="7" dur="100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Descriptive Statistics</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3" y="914400"/>
            <a:ext cx="11738345" cy="483209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Descriptive statistics are methods used to </a:t>
            </a:r>
            <a:r>
              <a:rPr lang="en-US" sz="2400" dirty="0" err="1">
                <a:latin typeface="Arial Narrow" panose="020B0606020202030204" pitchFamily="34" charset="0"/>
              </a:rPr>
              <a:t>organise</a:t>
            </a:r>
            <a:r>
              <a:rPr lang="en-US" sz="2400" dirty="0">
                <a:latin typeface="Arial Narrow" panose="020B0606020202030204" pitchFamily="34" charset="0"/>
              </a:rPr>
              <a:t>, </a:t>
            </a:r>
            <a:r>
              <a:rPr lang="en-US" sz="2400" dirty="0" err="1">
                <a:latin typeface="Arial Narrow" panose="020B0606020202030204" pitchFamily="34" charset="0"/>
              </a:rPr>
              <a:t>summarise</a:t>
            </a:r>
            <a:r>
              <a:rPr lang="en-US" sz="2400" dirty="0">
                <a:latin typeface="Arial Narrow" panose="020B0606020202030204" pitchFamily="34" charset="0"/>
              </a:rPr>
              <a:t> and present data in a clear and informative way.</a:t>
            </a:r>
          </a:p>
          <a:p>
            <a:pPr marL="342900" indent="-342900">
              <a:buFont typeface="Arial" panose="020B0604020202020204" pitchFamily="34" charset="0"/>
              <a:buChar char="•"/>
            </a:pPr>
            <a:endParaRPr lang="en-US" sz="5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A raw dataset may contain hundreds or thousands of observations, making it difficult to identify important patterns simply by looking at the individual values. Descriptive statistics help transform these values into information that is easier to understand.</a:t>
            </a:r>
          </a:p>
          <a:p>
            <a:endParaRPr lang="en-US" sz="5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The purpose of descriptive statistics is to describe the data that have been observed. They can help us answer questions such as:</a:t>
            </a:r>
          </a:p>
          <a:p>
            <a:endParaRPr lang="en-US" sz="500" dirty="0">
              <a:latin typeface="Arial Narrow" panose="020B0606020202030204" pitchFamily="34" charset="0"/>
            </a:endParaRPr>
          </a:p>
          <a:p>
            <a:pPr marL="800100" lvl="1" indent="-342900">
              <a:buFont typeface="Courier New" panose="02070309020205020404" pitchFamily="49" charset="0"/>
              <a:buChar char="o"/>
            </a:pPr>
            <a:r>
              <a:rPr lang="en-US" sz="2400" dirty="0">
                <a:latin typeface="Arial Narrow" panose="020B0606020202030204" pitchFamily="34" charset="0"/>
              </a:rPr>
              <a:t>What is a typical value?</a:t>
            </a:r>
          </a:p>
          <a:p>
            <a:pPr marL="800100" lvl="1" indent="-342900">
              <a:buFont typeface="Courier New" panose="02070309020205020404" pitchFamily="49" charset="0"/>
              <a:buChar char="o"/>
            </a:pPr>
            <a:r>
              <a:rPr lang="en-US" sz="2400" dirty="0">
                <a:latin typeface="Arial Narrow" panose="020B0606020202030204" pitchFamily="34" charset="0"/>
              </a:rPr>
              <a:t>How much do the observations differ from one another?</a:t>
            </a:r>
          </a:p>
          <a:p>
            <a:pPr marL="800100" lvl="1" indent="-342900">
              <a:buFont typeface="Courier New" panose="02070309020205020404" pitchFamily="49" charset="0"/>
              <a:buChar char="o"/>
            </a:pPr>
            <a:r>
              <a:rPr lang="en-US" sz="2400" dirty="0">
                <a:latin typeface="Arial Narrow" panose="020B0606020202030204" pitchFamily="34" charset="0"/>
              </a:rPr>
              <a:t>Which values or categories occur most frequently?</a:t>
            </a:r>
          </a:p>
          <a:p>
            <a:pPr marL="800100" lvl="1" indent="-342900">
              <a:buFont typeface="Courier New" panose="02070309020205020404" pitchFamily="49" charset="0"/>
              <a:buChar char="o"/>
            </a:pPr>
            <a:r>
              <a:rPr lang="en-US" sz="2400" dirty="0">
                <a:latin typeface="Arial Narrow" panose="020B0606020202030204" pitchFamily="34" charset="0"/>
              </a:rPr>
              <a:t>Are there any unusual observations?</a:t>
            </a:r>
          </a:p>
          <a:p>
            <a:pPr marL="800100" lvl="1" indent="-342900">
              <a:buFont typeface="Courier New" panose="02070309020205020404" pitchFamily="49" charset="0"/>
              <a:buChar char="o"/>
            </a:pPr>
            <a:r>
              <a:rPr lang="en-US" sz="2400" dirty="0">
                <a:latin typeface="Arial Narrow" panose="020B0606020202030204" pitchFamily="34" charset="0"/>
              </a:rPr>
              <a:t>What patterns or relationships are visible in the data?</a:t>
            </a:r>
            <a:endParaRPr lang="en-AU" sz="2400" dirty="0">
              <a:latin typeface="Arial Narrow" panose="020B0606020202030204" pitchFamily="34" charset="0"/>
            </a:endParaRPr>
          </a:p>
        </p:txBody>
      </p:sp>
    </p:spTree>
    <p:extLst>
      <p:ext uri="{BB962C8B-B14F-4D97-AF65-F5344CB8AC3E}">
        <p14:creationId xmlns:p14="http://schemas.microsoft.com/office/powerpoint/2010/main" val="116696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Categorical Data – An example</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4" y="914400"/>
            <a:ext cx="5826642" cy="5047536"/>
          </a:xfrm>
          <a:prstGeom prst="rect">
            <a:avLst/>
          </a:prstGeom>
          <a:noFill/>
        </p:spPr>
        <p:txBody>
          <a:bodyPr wrap="square" rtlCol="0">
            <a:spAutoFit/>
          </a:bodyPr>
          <a:lstStyle/>
          <a:p>
            <a:r>
              <a:rPr lang="en-US" sz="2400" dirty="0">
                <a:latin typeface="Arial Narrow" panose="020B0606020202030204" pitchFamily="34" charset="0"/>
              </a:rPr>
              <a:t>Suppose we had some data on 5,000 people including information on whether: </a:t>
            </a:r>
          </a:p>
          <a:p>
            <a:endParaRPr lang="en-US" sz="500" dirty="0">
              <a:latin typeface="Arial Narrow" panose="020B0606020202030204" pitchFamily="34" charset="0"/>
            </a:endParaRPr>
          </a:p>
          <a:p>
            <a:pPr marL="914400" lvl="1" indent="-457200">
              <a:buFont typeface="+mj-lt"/>
              <a:buAutoNum type="arabicPeriod"/>
            </a:pPr>
            <a:r>
              <a:rPr lang="en-US" sz="2400" dirty="0">
                <a:latin typeface="Arial Narrow" panose="020B0606020202030204" pitchFamily="34" charset="0"/>
              </a:rPr>
              <a:t>The individual has been diagnosed with a particular medical condition</a:t>
            </a:r>
          </a:p>
          <a:p>
            <a:pPr marL="1371600" lvl="2" indent="-457200">
              <a:buFont typeface="Arial" panose="020B0604020202020204" pitchFamily="34" charset="0"/>
              <a:buChar char="•"/>
            </a:pPr>
            <a:r>
              <a:rPr lang="en-US" sz="2400" dirty="0">
                <a:latin typeface="Arial Narrow" panose="020B0606020202030204" pitchFamily="34" charset="0"/>
              </a:rPr>
              <a:t>'Asthma’, </a:t>
            </a:r>
          </a:p>
          <a:p>
            <a:pPr marL="1371600" lvl="2" indent="-457200">
              <a:buFont typeface="Arial" panose="020B0604020202020204" pitchFamily="34" charset="0"/>
              <a:buChar char="•"/>
            </a:pPr>
            <a:r>
              <a:rPr lang="en-US" sz="2400" dirty="0">
                <a:latin typeface="Arial Narrow" panose="020B0606020202030204" pitchFamily="34" charset="0"/>
              </a:rPr>
              <a:t>'Cancer’, </a:t>
            </a:r>
          </a:p>
          <a:p>
            <a:pPr marL="1371600" lvl="2" indent="-457200">
              <a:buFont typeface="Arial" panose="020B0604020202020204" pitchFamily="34" charset="0"/>
              <a:buChar char="•"/>
            </a:pPr>
            <a:r>
              <a:rPr lang="en-US" sz="2400" dirty="0">
                <a:latin typeface="Arial Narrow" panose="020B0606020202030204" pitchFamily="34" charset="0"/>
              </a:rPr>
              <a:t>'Depression’, </a:t>
            </a:r>
          </a:p>
          <a:p>
            <a:pPr marL="1371600" lvl="2" indent="-457200">
              <a:buFont typeface="Arial" panose="020B0604020202020204" pitchFamily="34" charset="0"/>
              <a:buChar char="•"/>
            </a:pPr>
            <a:r>
              <a:rPr lang="en-US" sz="2400" dirty="0">
                <a:latin typeface="Arial Narrow" panose="020B0606020202030204" pitchFamily="34" charset="0"/>
              </a:rPr>
              <a:t>'Diabetes’, </a:t>
            </a:r>
          </a:p>
          <a:p>
            <a:pPr marL="1371600" lvl="2" indent="-457200">
              <a:buFont typeface="Arial" panose="020B0604020202020204" pitchFamily="34" charset="0"/>
              <a:buChar char="•"/>
            </a:pPr>
            <a:r>
              <a:rPr lang="en-US" sz="2400" dirty="0">
                <a:latin typeface="Arial Narrow" panose="020B0606020202030204" pitchFamily="34" charset="0"/>
              </a:rPr>
              <a:t>'Heart Disease' </a:t>
            </a:r>
          </a:p>
          <a:p>
            <a:pPr marL="1371600" lvl="2" indent="-457200">
              <a:buFont typeface="Arial" panose="020B0604020202020204" pitchFamily="34" charset="0"/>
              <a:buChar char="•"/>
            </a:pPr>
            <a:r>
              <a:rPr lang="en-US" sz="2400" dirty="0">
                <a:latin typeface="Arial Narrow" panose="020B0606020202030204" pitchFamily="34" charset="0"/>
              </a:rPr>
              <a:t>'None of Above’</a:t>
            </a:r>
          </a:p>
          <a:p>
            <a:pPr lvl="1"/>
            <a:endParaRPr lang="en-US" sz="500" dirty="0">
              <a:latin typeface="Arial Narrow" panose="020B0606020202030204" pitchFamily="34" charset="0"/>
            </a:endParaRPr>
          </a:p>
          <a:p>
            <a:pPr marL="914400" lvl="1" indent="-457200">
              <a:buFont typeface="+mj-lt"/>
              <a:buAutoNum type="arabicPeriod"/>
            </a:pPr>
            <a:r>
              <a:rPr lang="en-US" sz="2400" dirty="0">
                <a:latin typeface="Arial Narrow" panose="020B0606020202030204" pitchFamily="34" charset="0"/>
              </a:rPr>
              <a:t>The amount of exercise they do.</a:t>
            </a:r>
          </a:p>
          <a:p>
            <a:pPr marL="1257300" lvl="2" indent="-342900">
              <a:buFont typeface="Arial" panose="020B0604020202020204" pitchFamily="34" charset="0"/>
              <a:buChar char="•"/>
            </a:pPr>
            <a:r>
              <a:rPr lang="en-US" sz="2400" dirty="0">
                <a:latin typeface="Arial Narrow" panose="020B0606020202030204" pitchFamily="34" charset="0"/>
              </a:rPr>
              <a:t>'Moderate exercise' </a:t>
            </a:r>
          </a:p>
          <a:p>
            <a:pPr marL="1257300" lvl="2" indent="-342900">
              <a:buFont typeface="Arial" panose="020B0604020202020204" pitchFamily="34" charset="0"/>
              <a:buChar char="•"/>
            </a:pPr>
            <a:r>
              <a:rPr lang="en-US" sz="2400" dirty="0">
                <a:latin typeface="Arial Narrow" panose="020B0606020202030204" pitchFamily="34" charset="0"/>
              </a:rPr>
              <a:t>'Minimal exercise’</a:t>
            </a:r>
          </a:p>
        </p:txBody>
      </p:sp>
      <p:pic>
        <p:nvPicPr>
          <p:cNvPr id="6" name="Picture 2" descr="Working Out Before Bed: Is It Good or Bad for Sleep?">
            <a:extLst>
              <a:ext uri="{FF2B5EF4-FFF2-40B4-BE49-F238E27FC236}">
                <a16:creationId xmlns:a16="http://schemas.microsoft.com/office/drawing/2014/main" id="{A382D1C7-26E9-43BC-8400-1AD84F16D5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287" y="1648047"/>
            <a:ext cx="5769934" cy="4327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281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Categorical Data – An example</a:t>
            </a:r>
          </a:p>
        </p:txBody>
      </p:sp>
      <p:sp>
        <p:nvSpPr>
          <p:cNvPr id="7" name="Rectangle 6">
            <a:extLst>
              <a:ext uri="{FF2B5EF4-FFF2-40B4-BE49-F238E27FC236}">
                <a16:creationId xmlns:a16="http://schemas.microsoft.com/office/drawing/2014/main" id="{A67962BC-F52B-4512-BD54-D49B95A1B3C0}"/>
              </a:ext>
            </a:extLst>
          </p:cNvPr>
          <p:cNvSpPr/>
          <p:nvPr/>
        </p:nvSpPr>
        <p:spPr>
          <a:xfrm>
            <a:off x="6077626" y="1040897"/>
            <a:ext cx="1350335"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Person ID</a:t>
            </a:r>
            <a:endParaRPr lang="en-AU" dirty="0">
              <a:latin typeface="Arial Narrow" panose="020B0606020202030204" pitchFamily="34" charset="0"/>
            </a:endParaRPr>
          </a:p>
        </p:txBody>
      </p:sp>
      <p:sp>
        <p:nvSpPr>
          <p:cNvPr id="8" name="Rectangle 7">
            <a:extLst>
              <a:ext uri="{FF2B5EF4-FFF2-40B4-BE49-F238E27FC236}">
                <a16:creationId xmlns:a16="http://schemas.microsoft.com/office/drawing/2014/main" id="{6A3F74B8-F5C4-47E9-B418-6F97CC2CB912}"/>
              </a:ext>
            </a:extLst>
          </p:cNvPr>
          <p:cNvSpPr/>
          <p:nvPr/>
        </p:nvSpPr>
        <p:spPr>
          <a:xfrm>
            <a:off x="7427961" y="1040897"/>
            <a:ext cx="2268641"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Medical Condition</a:t>
            </a:r>
            <a:endParaRPr lang="en-AU" dirty="0">
              <a:latin typeface="Arial Narrow" panose="020B0606020202030204" pitchFamily="34" charset="0"/>
            </a:endParaRPr>
          </a:p>
        </p:txBody>
      </p:sp>
      <p:sp>
        <p:nvSpPr>
          <p:cNvPr id="9" name="Rectangle 8">
            <a:extLst>
              <a:ext uri="{FF2B5EF4-FFF2-40B4-BE49-F238E27FC236}">
                <a16:creationId xmlns:a16="http://schemas.microsoft.com/office/drawing/2014/main" id="{4B34126E-809A-41DA-8EB7-3DFADF0446A8}"/>
              </a:ext>
            </a:extLst>
          </p:cNvPr>
          <p:cNvSpPr/>
          <p:nvPr/>
        </p:nvSpPr>
        <p:spPr>
          <a:xfrm>
            <a:off x="9696602" y="1040897"/>
            <a:ext cx="2268641"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Amount of Exercise</a:t>
            </a:r>
            <a:endParaRPr lang="en-AU" dirty="0">
              <a:latin typeface="Arial Narrow" panose="020B0606020202030204" pitchFamily="34" charset="0"/>
            </a:endParaRPr>
          </a:p>
        </p:txBody>
      </p:sp>
      <p:sp>
        <p:nvSpPr>
          <p:cNvPr id="10" name="Rectangle 9">
            <a:extLst>
              <a:ext uri="{FF2B5EF4-FFF2-40B4-BE49-F238E27FC236}">
                <a16:creationId xmlns:a16="http://schemas.microsoft.com/office/drawing/2014/main" id="{E48AF9D6-D45F-4795-969C-C4ADBA4B47BF}"/>
              </a:ext>
            </a:extLst>
          </p:cNvPr>
          <p:cNvSpPr/>
          <p:nvPr/>
        </p:nvSpPr>
        <p:spPr>
          <a:xfrm>
            <a:off x="6077626" y="1349347"/>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grpSp>
        <p:nvGrpSpPr>
          <p:cNvPr id="11" name="!!P1!!">
            <a:extLst>
              <a:ext uri="{FF2B5EF4-FFF2-40B4-BE49-F238E27FC236}">
                <a16:creationId xmlns:a16="http://schemas.microsoft.com/office/drawing/2014/main" id="{5B920099-B518-4D2E-82E0-343DE121F2BB}"/>
              </a:ext>
            </a:extLst>
          </p:cNvPr>
          <p:cNvGrpSpPr/>
          <p:nvPr/>
        </p:nvGrpSpPr>
        <p:grpSpPr>
          <a:xfrm>
            <a:off x="6594051" y="1383715"/>
            <a:ext cx="317483" cy="420453"/>
            <a:chOff x="4086775" y="2679405"/>
            <a:chExt cx="543642" cy="760227"/>
          </a:xfrm>
        </p:grpSpPr>
        <p:sp>
          <p:nvSpPr>
            <p:cNvPr id="12" name="Oval 11">
              <a:extLst>
                <a:ext uri="{FF2B5EF4-FFF2-40B4-BE49-F238E27FC236}">
                  <a16:creationId xmlns:a16="http://schemas.microsoft.com/office/drawing/2014/main" id="{DDCF9F35-802A-46D2-8C08-176099A7CBA0}"/>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1</a:t>
              </a:r>
              <a:endParaRPr lang="en-AU" dirty="0"/>
            </a:p>
          </p:txBody>
        </p:sp>
        <p:sp>
          <p:nvSpPr>
            <p:cNvPr id="13" name="Flowchart: Delay 12">
              <a:extLst>
                <a:ext uri="{FF2B5EF4-FFF2-40B4-BE49-F238E27FC236}">
                  <a16:creationId xmlns:a16="http://schemas.microsoft.com/office/drawing/2014/main" id="{DE7FE73E-5630-45F7-BB99-A915B3556B3E}"/>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sp>
        <p:nvSpPr>
          <p:cNvPr id="14" name="Rectangle 13">
            <a:extLst>
              <a:ext uri="{FF2B5EF4-FFF2-40B4-BE49-F238E27FC236}">
                <a16:creationId xmlns:a16="http://schemas.microsoft.com/office/drawing/2014/main" id="{421E6674-F7CF-4046-8FBF-EF120C0FFEEE}"/>
              </a:ext>
            </a:extLst>
          </p:cNvPr>
          <p:cNvSpPr/>
          <p:nvPr/>
        </p:nvSpPr>
        <p:spPr>
          <a:xfrm>
            <a:off x="6077626" y="1837788"/>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5" name="!!P3!!">
            <a:extLst>
              <a:ext uri="{FF2B5EF4-FFF2-40B4-BE49-F238E27FC236}">
                <a16:creationId xmlns:a16="http://schemas.microsoft.com/office/drawing/2014/main" id="{E9585141-F4EB-4C15-8E4D-D717B624A067}"/>
              </a:ext>
            </a:extLst>
          </p:cNvPr>
          <p:cNvSpPr/>
          <p:nvPr/>
        </p:nvSpPr>
        <p:spPr>
          <a:xfrm>
            <a:off x="6077626" y="2326229"/>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6" name="Rectangle 15">
            <a:extLst>
              <a:ext uri="{FF2B5EF4-FFF2-40B4-BE49-F238E27FC236}">
                <a16:creationId xmlns:a16="http://schemas.microsoft.com/office/drawing/2014/main" id="{996F9ED6-A1A8-472C-B07B-4E2EA53EB1A0}"/>
              </a:ext>
            </a:extLst>
          </p:cNvPr>
          <p:cNvSpPr/>
          <p:nvPr/>
        </p:nvSpPr>
        <p:spPr>
          <a:xfrm>
            <a:off x="6077626" y="2814670"/>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7" name="Rectangle 16">
            <a:extLst>
              <a:ext uri="{FF2B5EF4-FFF2-40B4-BE49-F238E27FC236}">
                <a16:creationId xmlns:a16="http://schemas.microsoft.com/office/drawing/2014/main" id="{19C81F2C-03B6-467B-BB59-61285F0AF733}"/>
              </a:ext>
            </a:extLst>
          </p:cNvPr>
          <p:cNvSpPr/>
          <p:nvPr/>
        </p:nvSpPr>
        <p:spPr>
          <a:xfrm>
            <a:off x="6077626" y="3303111"/>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8" name="Rectangle 17">
            <a:extLst>
              <a:ext uri="{FF2B5EF4-FFF2-40B4-BE49-F238E27FC236}">
                <a16:creationId xmlns:a16="http://schemas.microsoft.com/office/drawing/2014/main" id="{8DA94EEE-1E2F-4C80-A31A-273A42C9402E}"/>
              </a:ext>
            </a:extLst>
          </p:cNvPr>
          <p:cNvSpPr/>
          <p:nvPr/>
        </p:nvSpPr>
        <p:spPr>
          <a:xfrm>
            <a:off x="6077626" y="3791552"/>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9" name="Rectangle 18">
            <a:extLst>
              <a:ext uri="{FF2B5EF4-FFF2-40B4-BE49-F238E27FC236}">
                <a16:creationId xmlns:a16="http://schemas.microsoft.com/office/drawing/2014/main" id="{143F4B56-B9BA-436A-9DE1-E4DB661A1C4D}"/>
              </a:ext>
            </a:extLst>
          </p:cNvPr>
          <p:cNvSpPr/>
          <p:nvPr/>
        </p:nvSpPr>
        <p:spPr>
          <a:xfrm>
            <a:off x="6077626" y="4279993"/>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20" name="Rectangle 19">
            <a:extLst>
              <a:ext uri="{FF2B5EF4-FFF2-40B4-BE49-F238E27FC236}">
                <a16:creationId xmlns:a16="http://schemas.microsoft.com/office/drawing/2014/main" id="{7B0834B4-98F5-4D56-851D-F433D8432989}"/>
              </a:ext>
            </a:extLst>
          </p:cNvPr>
          <p:cNvSpPr/>
          <p:nvPr/>
        </p:nvSpPr>
        <p:spPr>
          <a:xfrm>
            <a:off x="6077626" y="4768434"/>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grpSp>
        <p:nvGrpSpPr>
          <p:cNvPr id="21" name="!!P2!!">
            <a:extLst>
              <a:ext uri="{FF2B5EF4-FFF2-40B4-BE49-F238E27FC236}">
                <a16:creationId xmlns:a16="http://schemas.microsoft.com/office/drawing/2014/main" id="{E32746D7-EBE4-4027-A1F0-9FA7C95395C3}"/>
              </a:ext>
            </a:extLst>
          </p:cNvPr>
          <p:cNvGrpSpPr/>
          <p:nvPr/>
        </p:nvGrpSpPr>
        <p:grpSpPr>
          <a:xfrm>
            <a:off x="6594934" y="1870556"/>
            <a:ext cx="317483" cy="420453"/>
            <a:chOff x="4086775" y="2679405"/>
            <a:chExt cx="543642" cy="760227"/>
          </a:xfrm>
        </p:grpSpPr>
        <p:sp>
          <p:nvSpPr>
            <p:cNvPr id="22" name="Oval 21">
              <a:extLst>
                <a:ext uri="{FF2B5EF4-FFF2-40B4-BE49-F238E27FC236}">
                  <a16:creationId xmlns:a16="http://schemas.microsoft.com/office/drawing/2014/main" id="{0B30DE15-D661-426C-9D3C-E6D06564540E}"/>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2</a:t>
              </a:r>
              <a:endParaRPr lang="en-AU" dirty="0"/>
            </a:p>
          </p:txBody>
        </p:sp>
        <p:sp>
          <p:nvSpPr>
            <p:cNvPr id="23" name="Flowchart: Delay 22">
              <a:extLst>
                <a:ext uri="{FF2B5EF4-FFF2-40B4-BE49-F238E27FC236}">
                  <a16:creationId xmlns:a16="http://schemas.microsoft.com/office/drawing/2014/main" id="{B080AE62-D4D8-4977-8972-E30D2A3C579A}"/>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24" name="Group 23">
            <a:extLst>
              <a:ext uri="{FF2B5EF4-FFF2-40B4-BE49-F238E27FC236}">
                <a16:creationId xmlns:a16="http://schemas.microsoft.com/office/drawing/2014/main" id="{AE50BED5-117F-4004-8FA4-DFF30C46E086}"/>
              </a:ext>
            </a:extLst>
          </p:cNvPr>
          <p:cNvGrpSpPr/>
          <p:nvPr/>
        </p:nvGrpSpPr>
        <p:grpSpPr>
          <a:xfrm>
            <a:off x="6595817" y="2357397"/>
            <a:ext cx="317483" cy="420453"/>
            <a:chOff x="4086775" y="2679405"/>
            <a:chExt cx="543642" cy="760227"/>
          </a:xfrm>
        </p:grpSpPr>
        <p:sp>
          <p:nvSpPr>
            <p:cNvPr id="25" name="Oval 24">
              <a:extLst>
                <a:ext uri="{FF2B5EF4-FFF2-40B4-BE49-F238E27FC236}">
                  <a16:creationId xmlns:a16="http://schemas.microsoft.com/office/drawing/2014/main" id="{CA7DCE20-063C-4CF5-8748-79D28BCB0ECA}"/>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3</a:t>
              </a:r>
              <a:endParaRPr lang="en-AU" dirty="0"/>
            </a:p>
          </p:txBody>
        </p:sp>
        <p:sp>
          <p:nvSpPr>
            <p:cNvPr id="26" name="Flowchart: Delay 25">
              <a:extLst>
                <a:ext uri="{FF2B5EF4-FFF2-40B4-BE49-F238E27FC236}">
                  <a16:creationId xmlns:a16="http://schemas.microsoft.com/office/drawing/2014/main" id="{71DB0CC4-DEA9-40C5-8EC0-0B93EF7F4292}"/>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27" name="!!P4!!">
            <a:extLst>
              <a:ext uri="{FF2B5EF4-FFF2-40B4-BE49-F238E27FC236}">
                <a16:creationId xmlns:a16="http://schemas.microsoft.com/office/drawing/2014/main" id="{759EA27F-95C7-4804-AFD4-5719CB73F124}"/>
              </a:ext>
            </a:extLst>
          </p:cNvPr>
          <p:cNvGrpSpPr/>
          <p:nvPr/>
        </p:nvGrpSpPr>
        <p:grpSpPr>
          <a:xfrm>
            <a:off x="6596700" y="2855322"/>
            <a:ext cx="317483" cy="420453"/>
            <a:chOff x="4086775" y="2679405"/>
            <a:chExt cx="543642" cy="760227"/>
          </a:xfrm>
        </p:grpSpPr>
        <p:sp>
          <p:nvSpPr>
            <p:cNvPr id="28" name="Oval 27">
              <a:extLst>
                <a:ext uri="{FF2B5EF4-FFF2-40B4-BE49-F238E27FC236}">
                  <a16:creationId xmlns:a16="http://schemas.microsoft.com/office/drawing/2014/main" id="{9F314D6B-AA69-4BED-BF4C-4B862A2F2A25}"/>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4</a:t>
              </a:r>
              <a:endParaRPr lang="en-AU" dirty="0"/>
            </a:p>
          </p:txBody>
        </p:sp>
        <p:sp>
          <p:nvSpPr>
            <p:cNvPr id="29" name="Flowchart: Delay 28">
              <a:extLst>
                <a:ext uri="{FF2B5EF4-FFF2-40B4-BE49-F238E27FC236}">
                  <a16:creationId xmlns:a16="http://schemas.microsoft.com/office/drawing/2014/main" id="{F9D90D8B-0BA7-4A5D-B9BF-1115A6EF5A42}"/>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0" name="!!P5!!">
            <a:extLst>
              <a:ext uri="{FF2B5EF4-FFF2-40B4-BE49-F238E27FC236}">
                <a16:creationId xmlns:a16="http://schemas.microsoft.com/office/drawing/2014/main" id="{47402669-A510-48D5-B430-FB374E0176A9}"/>
              </a:ext>
            </a:extLst>
          </p:cNvPr>
          <p:cNvGrpSpPr/>
          <p:nvPr/>
        </p:nvGrpSpPr>
        <p:grpSpPr>
          <a:xfrm>
            <a:off x="6597583" y="3336621"/>
            <a:ext cx="317483" cy="420453"/>
            <a:chOff x="4086775" y="2679405"/>
            <a:chExt cx="543642" cy="760227"/>
          </a:xfrm>
        </p:grpSpPr>
        <p:sp>
          <p:nvSpPr>
            <p:cNvPr id="31" name="Oval 30">
              <a:extLst>
                <a:ext uri="{FF2B5EF4-FFF2-40B4-BE49-F238E27FC236}">
                  <a16:creationId xmlns:a16="http://schemas.microsoft.com/office/drawing/2014/main" id="{F8476034-D5F6-4185-9459-F444541EF23B}"/>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5</a:t>
              </a:r>
              <a:endParaRPr lang="en-AU" dirty="0"/>
            </a:p>
          </p:txBody>
        </p:sp>
        <p:sp>
          <p:nvSpPr>
            <p:cNvPr id="32" name="Flowchart: Delay 31">
              <a:extLst>
                <a:ext uri="{FF2B5EF4-FFF2-40B4-BE49-F238E27FC236}">
                  <a16:creationId xmlns:a16="http://schemas.microsoft.com/office/drawing/2014/main" id="{5D94C366-EA62-4448-B935-7FE3C7437FD7}"/>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3" name="!!P6!!">
            <a:extLst>
              <a:ext uri="{FF2B5EF4-FFF2-40B4-BE49-F238E27FC236}">
                <a16:creationId xmlns:a16="http://schemas.microsoft.com/office/drawing/2014/main" id="{4289E4EA-4973-49E4-85D7-336AD5D53DE7}"/>
              </a:ext>
            </a:extLst>
          </p:cNvPr>
          <p:cNvGrpSpPr/>
          <p:nvPr/>
        </p:nvGrpSpPr>
        <p:grpSpPr>
          <a:xfrm>
            <a:off x="6598466" y="3834546"/>
            <a:ext cx="317483" cy="420453"/>
            <a:chOff x="4086775" y="2679405"/>
            <a:chExt cx="543642" cy="760227"/>
          </a:xfrm>
        </p:grpSpPr>
        <p:sp>
          <p:nvSpPr>
            <p:cNvPr id="34" name="Oval 33">
              <a:extLst>
                <a:ext uri="{FF2B5EF4-FFF2-40B4-BE49-F238E27FC236}">
                  <a16:creationId xmlns:a16="http://schemas.microsoft.com/office/drawing/2014/main" id="{FE9337E5-1026-4EE2-8B37-0A71931BB186}"/>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6</a:t>
              </a:r>
              <a:endParaRPr lang="en-AU" dirty="0"/>
            </a:p>
          </p:txBody>
        </p:sp>
        <p:sp>
          <p:nvSpPr>
            <p:cNvPr id="35" name="Flowchart: Delay 34">
              <a:extLst>
                <a:ext uri="{FF2B5EF4-FFF2-40B4-BE49-F238E27FC236}">
                  <a16:creationId xmlns:a16="http://schemas.microsoft.com/office/drawing/2014/main" id="{6D404012-D62F-4034-B3D0-818F3C31F861}"/>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6" name="!!P7!!">
            <a:extLst>
              <a:ext uri="{FF2B5EF4-FFF2-40B4-BE49-F238E27FC236}">
                <a16:creationId xmlns:a16="http://schemas.microsoft.com/office/drawing/2014/main" id="{EF2B91C8-07CB-4470-ACA1-DB1139D2851A}"/>
              </a:ext>
            </a:extLst>
          </p:cNvPr>
          <p:cNvGrpSpPr/>
          <p:nvPr/>
        </p:nvGrpSpPr>
        <p:grpSpPr>
          <a:xfrm>
            <a:off x="6599349" y="4321387"/>
            <a:ext cx="317483" cy="420453"/>
            <a:chOff x="4086775" y="2679405"/>
            <a:chExt cx="543642" cy="760227"/>
          </a:xfrm>
        </p:grpSpPr>
        <p:sp>
          <p:nvSpPr>
            <p:cNvPr id="37" name="Oval 36">
              <a:extLst>
                <a:ext uri="{FF2B5EF4-FFF2-40B4-BE49-F238E27FC236}">
                  <a16:creationId xmlns:a16="http://schemas.microsoft.com/office/drawing/2014/main" id="{0FC85C24-ECCA-4946-8007-EDA8FF43B699}"/>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7</a:t>
              </a:r>
              <a:endParaRPr lang="en-AU" dirty="0"/>
            </a:p>
          </p:txBody>
        </p:sp>
        <p:sp>
          <p:nvSpPr>
            <p:cNvPr id="38" name="Flowchart: Delay 37">
              <a:extLst>
                <a:ext uri="{FF2B5EF4-FFF2-40B4-BE49-F238E27FC236}">
                  <a16:creationId xmlns:a16="http://schemas.microsoft.com/office/drawing/2014/main" id="{A0CAF9AE-57C4-4C91-82BE-92FDC3948B95}"/>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9" name="!!P8!!">
            <a:extLst>
              <a:ext uri="{FF2B5EF4-FFF2-40B4-BE49-F238E27FC236}">
                <a16:creationId xmlns:a16="http://schemas.microsoft.com/office/drawing/2014/main" id="{C27BFCA6-6D08-4B06-AC70-0E9D35442B6C}"/>
              </a:ext>
            </a:extLst>
          </p:cNvPr>
          <p:cNvGrpSpPr/>
          <p:nvPr/>
        </p:nvGrpSpPr>
        <p:grpSpPr>
          <a:xfrm>
            <a:off x="6600232" y="4808228"/>
            <a:ext cx="317483" cy="420453"/>
            <a:chOff x="4086775" y="2679405"/>
            <a:chExt cx="543642" cy="760227"/>
          </a:xfrm>
        </p:grpSpPr>
        <p:sp>
          <p:nvSpPr>
            <p:cNvPr id="40" name="Oval 39">
              <a:extLst>
                <a:ext uri="{FF2B5EF4-FFF2-40B4-BE49-F238E27FC236}">
                  <a16:creationId xmlns:a16="http://schemas.microsoft.com/office/drawing/2014/main" id="{51CA3270-8F03-4C70-AB8C-8DD15FB48984}"/>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8</a:t>
              </a:r>
              <a:endParaRPr lang="en-AU" dirty="0"/>
            </a:p>
          </p:txBody>
        </p:sp>
        <p:sp>
          <p:nvSpPr>
            <p:cNvPr id="41" name="Flowchart: Delay 40">
              <a:extLst>
                <a:ext uri="{FF2B5EF4-FFF2-40B4-BE49-F238E27FC236}">
                  <a16:creationId xmlns:a16="http://schemas.microsoft.com/office/drawing/2014/main" id="{F41BEE5F-8E54-438E-B4D3-28C90850C238}"/>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sp>
        <p:nvSpPr>
          <p:cNvPr id="42" name="Rectangle 41">
            <a:extLst>
              <a:ext uri="{FF2B5EF4-FFF2-40B4-BE49-F238E27FC236}">
                <a16:creationId xmlns:a16="http://schemas.microsoft.com/office/drawing/2014/main" id="{B242F3DE-95B6-40BC-856D-34209F6F41E3}"/>
              </a:ext>
            </a:extLst>
          </p:cNvPr>
          <p:cNvSpPr/>
          <p:nvPr/>
        </p:nvSpPr>
        <p:spPr>
          <a:xfrm>
            <a:off x="7436458" y="1349347"/>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3" name="Rectangle 42">
            <a:extLst>
              <a:ext uri="{FF2B5EF4-FFF2-40B4-BE49-F238E27FC236}">
                <a16:creationId xmlns:a16="http://schemas.microsoft.com/office/drawing/2014/main" id="{15B02777-4E6D-495F-946D-5C5CB5D4B55F}"/>
              </a:ext>
            </a:extLst>
          </p:cNvPr>
          <p:cNvSpPr/>
          <p:nvPr/>
        </p:nvSpPr>
        <p:spPr>
          <a:xfrm>
            <a:off x="7436458" y="1837788"/>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4" name="Rectangle 43">
            <a:extLst>
              <a:ext uri="{FF2B5EF4-FFF2-40B4-BE49-F238E27FC236}">
                <a16:creationId xmlns:a16="http://schemas.microsoft.com/office/drawing/2014/main" id="{0F20EE40-3AC7-42A0-A90D-0ADDC57C2037}"/>
              </a:ext>
            </a:extLst>
          </p:cNvPr>
          <p:cNvSpPr/>
          <p:nvPr/>
        </p:nvSpPr>
        <p:spPr>
          <a:xfrm>
            <a:off x="7436458" y="2326229"/>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5" name="Rectangle 44">
            <a:extLst>
              <a:ext uri="{FF2B5EF4-FFF2-40B4-BE49-F238E27FC236}">
                <a16:creationId xmlns:a16="http://schemas.microsoft.com/office/drawing/2014/main" id="{C918D1B5-F5B4-40C0-9396-EDF40DD3CACB}"/>
              </a:ext>
            </a:extLst>
          </p:cNvPr>
          <p:cNvSpPr/>
          <p:nvPr/>
        </p:nvSpPr>
        <p:spPr>
          <a:xfrm>
            <a:off x="7436458" y="2814670"/>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6" name="Rectangle 45">
            <a:extLst>
              <a:ext uri="{FF2B5EF4-FFF2-40B4-BE49-F238E27FC236}">
                <a16:creationId xmlns:a16="http://schemas.microsoft.com/office/drawing/2014/main" id="{71EA0A16-FC98-4B12-B68E-019281B65B2E}"/>
              </a:ext>
            </a:extLst>
          </p:cNvPr>
          <p:cNvSpPr/>
          <p:nvPr/>
        </p:nvSpPr>
        <p:spPr>
          <a:xfrm>
            <a:off x="7436458" y="3303111"/>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7" name="Rectangle 46">
            <a:extLst>
              <a:ext uri="{FF2B5EF4-FFF2-40B4-BE49-F238E27FC236}">
                <a16:creationId xmlns:a16="http://schemas.microsoft.com/office/drawing/2014/main" id="{3587714D-2307-4E12-B0FA-ED8B002AFD76}"/>
              </a:ext>
            </a:extLst>
          </p:cNvPr>
          <p:cNvSpPr/>
          <p:nvPr/>
        </p:nvSpPr>
        <p:spPr>
          <a:xfrm>
            <a:off x="7436458" y="3791552"/>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8" name="Rectangle 47">
            <a:extLst>
              <a:ext uri="{FF2B5EF4-FFF2-40B4-BE49-F238E27FC236}">
                <a16:creationId xmlns:a16="http://schemas.microsoft.com/office/drawing/2014/main" id="{48ED4C52-748F-4FF8-BB75-5D7EFB90836A}"/>
              </a:ext>
            </a:extLst>
          </p:cNvPr>
          <p:cNvSpPr/>
          <p:nvPr/>
        </p:nvSpPr>
        <p:spPr>
          <a:xfrm>
            <a:off x="7436458" y="4279993"/>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9" name="Rectangle 48">
            <a:extLst>
              <a:ext uri="{FF2B5EF4-FFF2-40B4-BE49-F238E27FC236}">
                <a16:creationId xmlns:a16="http://schemas.microsoft.com/office/drawing/2014/main" id="{BDAED572-4913-4721-9EFC-1D017663DE1D}"/>
              </a:ext>
            </a:extLst>
          </p:cNvPr>
          <p:cNvSpPr/>
          <p:nvPr/>
        </p:nvSpPr>
        <p:spPr>
          <a:xfrm>
            <a:off x="7436458" y="4768434"/>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0" name="Rectangle 49">
            <a:extLst>
              <a:ext uri="{FF2B5EF4-FFF2-40B4-BE49-F238E27FC236}">
                <a16:creationId xmlns:a16="http://schemas.microsoft.com/office/drawing/2014/main" id="{6138217B-56EB-435F-AEC6-75D0ED8A32AF}"/>
              </a:ext>
            </a:extLst>
          </p:cNvPr>
          <p:cNvSpPr/>
          <p:nvPr/>
        </p:nvSpPr>
        <p:spPr>
          <a:xfrm>
            <a:off x="9696602" y="1349347"/>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1" name="Rectangle 50">
            <a:extLst>
              <a:ext uri="{FF2B5EF4-FFF2-40B4-BE49-F238E27FC236}">
                <a16:creationId xmlns:a16="http://schemas.microsoft.com/office/drawing/2014/main" id="{0253CE86-679E-46D6-98AA-32632A73FCA3}"/>
              </a:ext>
            </a:extLst>
          </p:cNvPr>
          <p:cNvSpPr/>
          <p:nvPr/>
        </p:nvSpPr>
        <p:spPr>
          <a:xfrm>
            <a:off x="9696602" y="1837788"/>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2" name="Rectangle 51">
            <a:extLst>
              <a:ext uri="{FF2B5EF4-FFF2-40B4-BE49-F238E27FC236}">
                <a16:creationId xmlns:a16="http://schemas.microsoft.com/office/drawing/2014/main" id="{AFA18A70-4DF8-4816-ABC5-64670E6F1DE5}"/>
              </a:ext>
            </a:extLst>
          </p:cNvPr>
          <p:cNvSpPr/>
          <p:nvPr/>
        </p:nvSpPr>
        <p:spPr>
          <a:xfrm>
            <a:off x="9696602" y="2326229"/>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3" name="Rectangle 52">
            <a:extLst>
              <a:ext uri="{FF2B5EF4-FFF2-40B4-BE49-F238E27FC236}">
                <a16:creationId xmlns:a16="http://schemas.microsoft.com/office/drawing/2014/main" id="{FF5C1C2B-5300-4059-93AD-D6CA40AB49FC}"/>
              </a:ext>
            </a:extLst>
          </p:cNvPr>
          <p:cNvSpPr/>
          <p:nvPr/>
        </p:nvSpPr>
        <p:spPr>
          <a:xfrm>
            <a:off x="9696602" y="2814670"/>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4" name="Rectangle 53">
            <a:extLst>
              <a:ext uri="{FF2B5EF4-FFF2-40B4-BE49-F238E27FC236}">
                <a16:creationId xmlns:a16="http://schemas.microsoft.com/office/drawing/2014/main" id="{0CF689A3-C735-44C0-B575-79FAF2D9C7DF}"/>
              </a:ext>
            </a:extLst>
          </p:cNvPr>
          <p:cNvSpPr/>
          <p:nvPr/>
        </p:nvSpPr>
        <p:spPr>
          <a:xfrm>
            <a:off x="9696602" y="3303111"/>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5" name="Rectangle 54">
            <a:extLst>
              <a:ext uri="{FF2B5EF4-FFF2-40B4-BE49-F238E27FC236}">
                <a16:creationId xmlns:a16="http://schemas.microsoft.com/office/drawing/2014/main" id="{58DA22CD-9A5D-4543-BD5C-C20CC619E752}"/>
              </a:ext>
            </a:extLst>
          </p:cNvPr>
          <p:cNvSpPr/>
          <p:nvPr/>
        </p:nvSpPr>
        <p:spPr>
          <a:xfrm>
            <a:off x="9696602" y="3791552"/>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6" name="Rectangle 55">
            <a:extLst>
              <a:ext uri="{FF2B5EF4-FFF2-40B4-BE49-F238E27FC236}">
                <a16:creationId xmlns:a16="http://schemas.microsoft.com/office/drawing/2014/main" id="{1E023B0A-69A6-4BD1-9093-4AB9C8C844E6}"/>
              </a:ext>
            </a:extLst>
          </p:cNvPr>
          <p:cNvSpPr/>
          <p:nvPr/>
        </p:nvSpPr>
        <p:spPr>
          <a:xfrm>
            <a:off x="9696602" y="4279993"/>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7" name="Rectangle 56">
            <a:extLst>
              <a:ext uri="{FF2B5EF4-FFF2-40B4-BE49-F238E27FC236}">
                <a16:creationId xmlns:a16="http://schemas.microsoft.com/office/drawing/2014/main" id="{BCC7C8DE-36AA-4E38-ADD4-33ABEEB98403}"/>
              </a:ext>
            </a:extLst>
          </p:cNvPr>
          <p:cNvSpPr/>
          <p:nvPr/>
        </p:nvSpPr>
        <p:spPr>
          <a:xfrm>
            <a:off x="9696602" y="4768434"/>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8" name="Rectangle 57">
            <a:extLst>
              <a:ext uri="{FF2B5EF4-FFF2-40B4-BE49-F238E27FC236}">
                <a16:creationId xmlns:a16="http://schemas.microsoft.com/office/drawing/2014/main" id="{E2B35763-B21F-4E32-BAB0-1924A7E3E223}"/>
              </a:ext>
            </a:extLst>
          </p:cNvPr>
          <p:cNvSpPr/>
          <p:nvPr/>
        </p:nvSpPr>
        <p:spPr>
          <a:xfrm>
            <a:off x="7507587" y="1370767"/>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59" name="Rectangle 58">
            <a:extLst>
              <a:ext uri="{FF2B5EF4-FFF2-40B4-BE49-F238E27FC236}">
                <a16:creationId xmlns:a16="http://schemas.microsoft.com/office/drawing/2014/main" id="{F5BB3A27-C1D7-4D91-8711-CBECDC2AAAB4}"/>
              </a:ext>
            </a:extLst>
          </p:cNvPr>
          <p:cNvSpPr/>
          <p:nvPr/>
        </p:nvSpPr>
        <p:spPr>
          <a:xfrm>
            <a:off x="7507587" y="1859068"/>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Heart Disease</a:t>
            </a:r>
            <a:endParaRPr lang="en-AU" dirty="0">
              <a:solidFill>
                <a:schemeClr val="tx1"/>
              </a:solidFill>
              <a:latin typeface="Arial Narrow" panose="020B0606020202030204" pitchFamily="34" charset="0"/>
            </a:endParaRPr>
          </a:p>
        </p:txBody>
      </p:sp>
      <p:sp>
        <p:nvSpPr>
          <p:cNvPr id="60" name="Rectangle 59">
            <a:extLst>
              <a:ext uri="{FF2B5EF4-FFF2-40B4-BE49-F238E27FC236}">
                <a16:creationId xmlns:a16="http://schemas.microsoft.com/office/drawing/2014/main" id="{432556BA-79C5-4CA3-82A3-9D1662FFB47C}"/>
              </a:ext>
            </a:extLst>
          </p:cNvPr>
          <p:cNvSpPr/>
          <p:nvPr/>
        </p:nvSpPr>
        <p:spPr>
          <a:xfrm>
            <a:off x="7507587" y="2347369"/>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Diabetes</a:t>
            </a:r>
            <a:endParaRPr lang="en-AU" dirty="0">
              <a:solidFill>
                <a:schemeClr val="tx1"/>
              </a:solidFill>
              <a:latin typeface="Arial Narrow" panose="020B0606020202030204" pitchFamily="34" charset="0"/>
            </a:endParaRPr>
          </a:p>
        </p:txBody>
      </p:sp>
      <p:sp>
        <p:nvSpPr>
          <p:cNvPr id="61" name="Rectangle 60">
            <a:extLst>
              <a:ext uri="{FF2B5EF4-FFF2-40B4-BE49-F238E27FC236}">
                <a16:creationId xmlns:a16="http://schemas.microsoft.com/office/drawing/2014/main" id="{0617273F-AA08-49F0-A2D6-A14FCC87A948}"/>
              </a:ext>
            </a:extLst>
          </p:cNvPr>
          <p:cNvSpPr/>
          <p:nvPr/>
        </p:nvSpPr>
        <p:spPr>
          <a:xfrm>
            <a:off x="7507587" y="2835670"/>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2" name="Rectangle 61">
            <a:extLst>
              <a:ext uri="{FF2B5EF4-FFF2-40B4-BE49-F238E27FC236}">
                <a16:creationId xmlns:a16="http://schemas.microsoft.com/office/drawing/2014/main" id="{85875A4D-AFA4-476A-8D81-F9CA4EFC1CD3}"/>
              </a:ext>
            </a:extLst>
          </p:cNvPr>
          <p:cNvSpPr/>
          <p:nvPr/>
        </p:nvSpPr>
        <p:spPr>
          <a:xfrm>
            <a:off x="7507587" y="3323971"/>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3" name="Rectangle 62">
            <a:extLst>
              <a:ext uri="{FF2B5EF4-FFF2-40B4-BE49-F238E27FC236}">
                <a16:creationId xmlns:a16="http://schemas.microsoft.com/office/drawing/2014/main" id="{85E43DC6-C32C-45A7-B8F6-9292264965F0}"/>
              </a:ext>
            </a:extLst>
          </p:cNvPr>
          <p:cNvSpPr/>
          <p:nvPr/>
        </p:nvSpPr>
        <p:spPr>
          <a:xfrm>
            <a:off x="7507587" y="3812272"/>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4" name="Rectangle 63">
            <a:extLst>
              <a:ext uri="{FF2B5EF4-FFF2-40B4-BE49-F238E27FC236}">
                <a16:creationId xmlns:a16="http://schemas.microsoft.com/office/drawing/2014/main" id="{B08F03FF-0CCE-4BD7-A7A2-06AD2EB991D8}"/>
              </a:ext>
            </a:extLst>
          </p:cNvPr>
          <p:cNvSpPr/>
          <p:nvPr/>
        </p:nvSpPr>
        <p:spPr>
          <a:xfrm>
            <a:off x="7507587" y="4300573"/>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Asthma</a:t>
            </a:r>
            <a:endParaRPr lang="en-AU" dirty="0">
              <a:solidFill>
                <a:schemeClr val="tx1"/>
              </a:solidFill>
              <a:latin typeface="Arial Narrow" panose="020B0606020202030204" pitchFamily="34" charset="0"/>
            </a:endParaRPr>
          </a:p>
        </p:txBody>
      </p:sp>
      <p:sp>
        <p:nvSpPr>
          <p:cNvPr id="65" name="Rectangle 64">
            <a:extLst>
              <a:ext uri="{FF2B5EF4-FFF2-40B4-BE49-F238E27FC236}">
                <a16:creationId xmlns:a16="http://schemas.microsoft.com/office/drawing/2014/main" id="{DD1C0551-ACE7-448B-B258-4BB3E87EF914}"/>
              </a:ext>
            </a:extLst>
          </p:cNvPr>
          <p:cNvSpPr/>
          <p:nvPr/>
        </p:nvSpPr>
        <p:spPr>
          <a:xfrm>
            <a:off x="7507587" y="4788874"/>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6" name="Rectangle 65">
            <a:extLst>
              <a:ext uri="{FF2B5EF4-FFF2-40B4-BE49-F238E27FC236}">
                <a16:creationId xmlns:a16="http://schemas.microsoft.com/office/drawing/2014/main" id="{1B851FF8-6234-496E-958E-BE95A3F06E9B}"/>
              </a:ext>
            </a:extLst>
          </p:cNvPr>
          <p:cNvSpPr/>
          <p:nvPr/>
        </p:nvSpPr>
        <p:spPr>
          <a:xfrm>
            <a:off x="9767731" y="1370767"/>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7" name="Rectangle 66">
            <a:extLst>
              <a:ext uri="{FF2B5EF4-FFF2-40B4-BE49-F238E27FC236}">
                <a16:creationId xmlns:a16="http://schemas.microsoft.com/office/drawing/2014/main" id="{DE1EC9FF-A4CD-4277-955E-E586340652F8}"/>
              </a:ext>
            </a:extLst>
          </p:cNvPr>
          <p:cNvSpPr/>
          <p:nvPr/>
        </p:nvSpPr>
        <p:spPr>
          <a:xfrm>
            <a:off x="9767731" y="1859068"/>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8" name="Rectangle 67">
            <a:extLst>
              <a:ext uri="{FF2B5EF4-FFF2-40B4-BE49-F238E27FC236}">
                <a16:creationId xmlns:a16="http://schemas.microsoft.com/office/drawing/2014/main" id="{8D89AC36-0742-462D-BB9A-13541A228B69}"/>
              </a:ext>
            </a:extLst>
          </p:cNvPr>
          <p:cNvSpPr/>
          <p:nvPr/>
        </p:nvSpPr>
        <p:spPr>
          <a:xfrm>
            <a:off x="9767731" y="2347369"/>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9" name="Rectangle 68">
            <a:extLst>
              <a:ext uri="{FF2B5EF4-FFF2-40B4-BE49-F238E27FC236}">
                <a16:creationId xmlns:a16="http://schemas.microsoft.com/office/drawing/2014/main" id="{2205AC33-9FDD-4C20-9251-8EDE93B7E154}"/>
              </a:ext>
            </a:extLst>
          </p:cNvPr>
          <p:cNvSpPr/>
          <p:nvPr/>
        </p:nvSpPr>
        <p:spPr>
          <a:xfrm>
            <a:off x="9767731" y="2835670"/>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0" name="Rectangle 69">
            <a:extLst>
              <a:ext uri="{FF2B5EF4-FFF2-40B4-BE49-F238E27FC236}">
                <a16:creationId xmlns:a16="http://schemas.microsoft.com/office/drawing/2014/main" id="{F1E7DEA1-9F9C-43D3-821E-E4130A01C0E6}"/>
              </a:ext>
            </a:extLst>
          </p:cNvPr>
          <p:cNvSpPr/>
          <p:nvPr/>
        </p:nvSpPr>
        <p:spPr>
          <a:xfrm>
            <a:off x="9767731" y="3323971"/>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Minimal</a:t>
            </a:r>
            <a:endParaRPr lang="en-AU" dirty="0">
              <a:solidFill>
                <a:schemeClr val="tx1"/>
              </a:solidFill>
              <a:latin typeface="Arial Narrow" panose="020B0606020202030204" pitchFamily="34" charset="0"/>
            </a:endParaRPr>
          </a:p>
        </p:txBody>
      </p:sp>
      <p:sp>
        <p:nvSpPr>
          <p:cNvPr id="71" name="Rectangle 70">
            <a:extLst>
              <a:ext uri="{FF2B5EF4-FFF2-40B4-BE49-F238E27FC236}">
                <a16:creationId xmlns:a16="http://schemas.microsoft.com/office/drawing/2014/main" id="{3BCDA718-6115-41E1-82DB-47DF09B9F038}"/>
              </a:ext>
            </a:extLst>
          </p:cNvPr>
          <p:cNvSpPr/>
          <p:nvPr/>
        </p:nvSpPr>
        <p:spPr>
          <a:xfrm>
            <a:off x="9767731" y="3812272"/>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2" name="Rectangle 71">
            <a:extLst>
              <a:ext uri="{FF2B5EF4-FFF2-40B4-BE49-F238E27FC236}">
                <a16:creationId xmlns:a16="http://schemas.microsoft.com/office/drawing/2014/main" id="{AA3DA68F-6579-4209-9EDE-07E56659287D}"/>
              </a:ext>
            </a:extLst>
          </p:cNvPr>
          <p:cNvSpPr/>
          <p:nvPr/>
        </p:nvSpPr>
        <p:spPr>
          <a:xfrm>
            <a:off x="9767731" y="4300573"/>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Minimal</a:t>
            </a:r>
            <a:endParaRPr lang="en-AU" dirty="0">
              <a:solidFill>
                <a:schemeClr val="tx1"/>
              </a:solidFill>
              <a:latin typeface="Arial Narrow" panose="020B0606020202030204" pitchFamily="34" charset="0"/>
            </a:endParaRPr>
          </a:p>
        </p:txBody>
      </p:sp>
      <p:sp>
        <p:nvSpPr>
          <p:cNvPr id="73" name="Rectangle 72">
            <a:extLst>
              <a:ext uri="{FF2B5EF4-FFF2-40B4-BE49-F238E27FC236}">
                <a16:creationId xmlns:a16="http://schemas.microsoft.com/office/drawing/2014/main" id="{59C30626-DD0B-42BC-8B6D-81D18D1782A8}"/>
              </a:ext>
            </a:extLst>
          </p:cNvPr>
          <p:cNvSpPr/>
          <p:nvPr/>
        </p:nvSpPr>
        <p:spPr>
          <a:xfrm>
            <a:off x="9767731" y="4788874"/>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4" name="TextBox 73">
            <a:extLst>
              <a:ext uri="{FF2B5EF4-FFF2-40B4-BE49-F238E27FC236}">
                <a16:creationId xmlns:a16="http://schemas.microsoft.com/office/drawing/2014/main" id="{0BC5EFDD-B5EE-4CD3-9813-3FC4733EEA9A}"/>
              </a:ext>
            </a:extLst>
          </p:cNvPr>
          <p:cNvSpPr txBox="1"/>
          <p:nvPr/>
        </p:nvSpPr>
        <p:spPr>
          <a:xfrm>
            <a:off x="138224" y="999460"/>
            <a:ext cx="5826642"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Here is a snapshot of only 8 people in our data.</a:t>
            </a:r>
          </a:p>
          <a:p>
            <a:pPr marL="342900" indent="-342900">
              <a:buFont typeface="Arial" panose="020B0604020202020204" pitchFamily="34" charset="0"/>
              <a:buChar char="•"/>
            </a:pPr>
            <a:r>
              <a:rPr lang="en-US" sz="2400" dirty="0">
                <a:latin typeface="Arial Narrow" panose="020B0606020202030204" pitchFamily="34" charset="0"/>
              </a:rPr>
              <a:t>Data is arranged in a tabular format, where each row corresponds to a single person.</a:t>
            </a:r>
          </a:p>
          <a:p>
            <a:pPr marL="342900" indent="-342900">
              <a:buFont typeface="Arial" panose="020B0604020202020204" pitchFamily="34" charset="0"/>
              <a:buChar char="•"/>
            </a:pPr>
            <a:r>
              <a:rPr lang="en-US" sz="2400" dirty="0">
                <a:latin typeface="Arial Narrow" panose="020B0606020202030204" pitchFamily="34" charset="0"/>
              </a:rPr>
              <a:t>For example:</a:t>
            </a:r>
          </a:p>
          <a:p>
            <a:pPr marL="800100" lvl="1" indent="-342900">
              <a:buFont typeface="Courier New" panose="02070309020205020404" pitchFamily="49" charset="0"/>
              <a:buChar char="o"/>
            </a:pPr>
            <a:r>
              <a:rPr lang="en-US" sz="2400" dirty="0">
                <a:latin typeface="Arial Narrow" panose="020B0606020202030204" pitchFamily="34" charset="0"/>
              </a:rPr>
              <a:t>Person 1 has no medical conditions and does moderate exercise</a:t>
            </a:r>
          </a:p>
          <a:p>
            <a:pPr marL="800100" lvl="1" indent="-342900">
              <a:buFont typeface="Courier New" panose="02070309020205020404" pitchFamily="49" charset="0"/>
              <a:buChar char="o"/>
            </a:pPr>
            <a:r>
              <a:rPr lang="en-US" sz="2400" dirty="0">
                <a:latin typeface="Arial Narrow" panose="020B0606020202030204" pitchFamily="34" charset="0"/>
              </a:rPr>
              <a:t>Person 2 has heart disease and does moderate exercise</a:t>
            </a:r>
          </a:p>
          <a:p>
            <a:pPr marL="800100" lvl="1" indent="-342900">
              <a:buFont typeface="Courier New" panose="02070309020205020404" pitchFamily="49" charset="0"/>
              <a:buChar char="o"/>
            </a:pPr>
            <a:r>
              <a:rPr lang="en-US" sz="2400" dirty="0">
                <a:latin typeface="Arial Narrow" panose="020B0606020202030204" pitchFamily="34" charset="0"/>
              </a:rPr>
              <a:t>Etc.</a:t>
            </a:r>
          </a:p>
        </p:txBody>
      </p:sp>
    </p:spTree>
    <p:extLst>
      <p:ext uri="{BB962C8B-B14F-4D97-AF65-F5344CB8AC3E}">
        <p14:creationId xmlns:p14="http://schemas.microsoft.com/office/powerpoint/2010/main" val="27389502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Categorical Data – An example</a:t>
            </a:r>
          </a:p>
        </p:txBody>
      </p:sp>
      <p:sp>
        <p:nvSpPr>
          <p:cNvPr id="7" name="Rectangle 6">
            <a:extLst>
              <a:ext uri="{FF2B5EF4-FFF2-40B4-BE49-F238E27FC236}">
                <a16:creationId xmlns:a16="http://schemas.microsoft.com/office/drawing/2014/main" id="{A67962BC-F52B-4512-BD54-D49B95A1B3C0}"/>
              </a:ext>
            </a:extLst>
          </p:cNvPr>
          <p:cNvSpPr/>
          <p:nvPr/>
        </p:nvSpPr>
        <p:spPr>
          <a:xfrm>
            <a:off x="325412" y="1870236"/>
            <a:ext cx="1350335"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Person ID</a:t>
            </a:r>
            <a:endParaRPr lang="en-AU" dirty="0">
              <a:latin typeface="Arial Narrow" panose="020B0606020202030204" pitchFamily="34" charset="0"/>
            </a:endParaRPr>
          </a:p>
        </p:txBody>
      </p:sp>
      <p:sp>
        <p:nvSpPr>
          <p:cNvPr id="8" name="Rectangle 7">
            <a:extLst>
              <a:ext uri="{FF2B5EF4-FFF2-40B4-BE49-F238E27FC236}">
                <a16:creationId xmlns:a16="http://schemas.microsoft.com/office/drawing/2014/main" id="{6A3F74B8-F5C4-47E9-B418-6F97CC2CB912}"/>
              </a:ext>
            </a:extLst>
          </p:cNvPr>
          <p:cNvSpPr/>
          <p:nvPr/>
        </p:nvSpPr>
        <p:spPr>
          <a:xfrm>
            <a:off x="1675747" y="1870236"/>
            <a:ext cx="2268641"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Medical Condition</a:t>
            </a:r>
            <a:endParaRPr lang="en-AU" dirty="0">
              <a:latin typeface="Arial Narrow" panose="020B0606020202030204" pitchFamily="34" charset="0"/>
            </a:endParaRPr>
          </a:p>
        </p:txBody>
      </p:sp>
      <p:sp>
        <p:nvSpPr>
          <p:cNvPr id="9" name="Rectangle 8">
            <a:extLst>
              <a:ext uri="{FF2B5EF4-FFF2-40B4-BE49-F238E27FC236}">
                <a16:creationId xmlns:a16="http://schemas.microsoft.com/office/drawing/2014/main" id="{4B34126E-809A-41DA-8EB7-3DFADF0446A8}"/>
              </a:ext>
            </a:extLst>
          </p:cNvPr>
          <p:cNvSpPr/>
          <p:nvPr/>
        </p:nvSpPr>
        <p:spPr>
          <a:xfrm>
            <a:off x="3944388" y="1870236"/>
            <a:ext cx="2268641"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Amount of Exercise</a:t>
            </a:r>
            <a:endParaRPr lang="en-AU" dirty="0">
              <a:latin typeface="Arial Narrow" panose="020B0606020202030204" pitchFamily="34" charset="0"/>
            </a:endParaRPr>
          </a:p>
        </p:txBody>
      </p:sp>
      <p:sp>
        <p:nvSpPr>
          <p:cNvPr id="10" name="Rectangle 9">
            <a:extLst>
              <a:ext uri="{FF2B5EF4-FFF2-40B4-BE49-F238E27FC236}">
                <a16:creationId xmlns:a16="http://schemas.microsoft.com/office/drawing/2014/main" id="{E48AF9D6-D45F-4795-969C-C4ADBA4B47BF}"/>
              </a:ext>
            </a:extLst>
          </p:cNvPr>
          <p:cNvSpPr/>
          <p:nvPr/>
        </p:nvSpPr>
        <p:spPr>
          <a:xfrm>
            <a:off x="325412" y="2178686"/>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grpSp>
        <p:nvGrpSpPr>
          <p:cNvPr id="11" name="!!P1!!">
            <a:extLst>
              <a:ext uri="{FF2B5EF4-FFF2-40B4-BE49-F238E27FC236}">
                <a16:creationId xmlns:a16="http://schemas.microsoft.com/office/drawing/2014/main" id="{5B920099-B518-4D2E-82E0-343DE121F2BB}"/>
              </a:ext>
            </a:extLst>
          </p:cNvPr>
          <p:cNvGrpSpPr/>
          <p:nvPr/>
        </p:nvGrpSpPr>
        <p:grpSpPr>
          <a:xfrm>
            <a:off x="841837" y="2213054"/>
            <a:ext cx="317483" cy="420453"/>
            <a:chOff x="4086775" y="2679405"/>
            <a:chExt cx="543642" cy="760227"/>
          </a:xfrm>
        </p:grpSpPr>
        <p:sp>
          <p:nvSpPr>
            <p:cNvPr id="12" name="Oval 11">
              <a:extLst>
                <a:ext uri="{FF2B5EF4-FFF2-40B4-BE49-F238E27FC236}">
                  <a16:creationId xmlns:a16="http://schemas.microsoft.com/office/drawing/2014/main" id="{DDCF9F35-802A-46D2-8C08-176099A7CBA0}"/>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1</a:t>
              </a:r>
              <a:endParaRPr lang="en-AU" dirty="0"/>
            </a:p>
          </p:txBody>
        </p:sp>
        <p:sp>
          <p:nvSpPr>
            <p:cNvPr id="13" name="Flowchart: Delay 12">
              <a:extLst>
                <a:ext uri="{FF2B5EF4-FFF2-40B4-BE49-F238E27FC236}">
                  <a16:creationId xmlns:a16="http://schemas.microsoft.com/office/drawing/2014/main" id="{DE7FE73E-5630-45F7-BB99-A915B3556B3E}"/>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sp>
        <p:nvSpPr>
          <p:cNvPr id="14" name="Rectangle 13">
            <a:extLst>
              <a:ext uri="{FF2B5EF4-FFF2-40B4-BE49-F238E27FC236}">
                <a16:creationId xmlns:a16="http://schemas.microsoft.com/office/drawing/2014/main" id="{421E6674-F7CF-4046-8FBF-EF120C0FFEEE}"/>
              </a:ext>
            </a:extLst>
          </p:cNvPr>
          <p:cNvSpPr/>
          <p:nvPr/>
        </p:nvSpPr>
        <p:spPr>
          <a:xfrm>
            <a:off x="325412" y="2667127"/>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5" name="!!P3!!">
            <a:extLst>
              <a:ext uri="{FF2B5EF4-FFF2-40B4-BE49-F238E27FC236}">
                <a16:creationId xmlns:a16="http://schemas.microsoft.com/office/drawing/2014/main" id="{E9585141-F4EB-4C15-8E4D-D717B624A067}"/>
              </a:ext>
            </a:extLst>
          </p:cNvPr>
          <p:cNvSpPr/>
          <p:nvPr/>
        </p:nvSpPr>
        <p:spPr>
          <a:xfrm>
            <a:off x="325412" y="3155568"/>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6" name="Rectangle 15">
            <a:extLst>
              <a:ext uri="{FF2B5EF4-FFF2-40B4-BE49-F238E27FC236}">
                <a16:creationId xmlns:a16="http://schemas.microsoft.com/office/drawing/2014/main" id="{996F9ED6-A1A8-472C-B07B-4E2EA53EB1A0}"/>
              </a:ext>
            </a:extLst>
          </p:cNvPr>
          <p:cNvSpPr/>
          <p:nvPr/>
        </p:nvSpPr>
        <p:spPr>
          <a:xfrm>
            <a:off x="325412" y="3644009"/>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7" name="Rectangle 16">
            <a:extLst>
              <a:ext uri="{FF2B5EF4-FFF2-40B4-BE49-F238E27FC236}">
                <a16:creationId xmlns:a16="http://schemas.microsoft.com/office/drawing/2014/main" id="{19C81F2C-03B6-467B-BB59-61285F0AF733}"/>
              </a:ext>
            </a:extLst>
          </p:cNvPr>
          <p:cNvSpPr/>
          <p:nvPr/>
        </p:nvSpPr>
        <p:spPr>
          <a:xfrm>
            <a:off x="325412" y="4132450"/>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8" name="Rectangle 17">
            <a:extLst>
              <a:ext uri="{FF2B5EF4-FFF2-40B4-BE49-F238E27FC236}">
                <a16:creationId xmlns:a16="http://schemas.microsoft.com/office/drawing/2014/main" id="{8DA94EEE-1E2F-4C80-A31A-273A42C9402E}"/>
              </a:ext>
            </a:extLst>
          </p:cNvPr>
          <p:cNvSpPr/>
          <p:nvPr/>
        </p:nvSpPr>
        <p:spPr>
          <a:xfrm>
            <a:off x="325412" y="4620891"/>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9" name="Rectangle 18">
            <a:extLst>
              <a:ext uri="{FF2B5EF4-FFF2-40B4-BE49-F238E27FC236}">
                <a16:creationId xmlns:a16="http://schemas.microsoft.com/office/drawing/2014/main" id="{143F4B56-B9BA-436A-9DE1-E4DB661A1C4D}"/>
              </a:ext>
            </a:extLst>
          </p:cNvPr>
          <p:cNvSpPr/>
          <p:nvPr/>
        </p:nvSpPr>
        <p:spPr>
          <a:xfrm>
            <a:off x="325412" y="5109332"/>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20" name="Rectangle 19">
            <a:extLst>
              <a:ext uri="{FF2B5EF4-FFF2-40B4-BE49-F238E27FC236}">
                <a16:creationId xmlns:a16="http://schemas.microsoft.com/office/drawing/2014/main" id="{7B0834B4-98F5-4D56-851D-F433D8432989}"/>
              </a:ext>
            </a:extLst>
          </p:cNvPr>
          <p:cNvSpPr/>
          <p:nvPr/>
        </p:nvSpPr>
        <p:spPr>
          <a:xfrm>
            <a:off x="325412" y="5597773"/>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grpSp>
        <p:nvGrpSpPr>
          <p:cNvPr id="21" name="!!P2!!">
            <a:extLst>
              <a:ext uri="{FF2B5EF4-FFF2-40B4-BE49-F238E27FC236}">
                <a16:creationId xmlns:a16="http://schemas.microsoft.com/office/drawing/2014/main" id="{E32746D7-EBE4-4027-A1F0-9FA7C95395C3}"/>
              </a:ext>
            </a:extLst>
          </p:cNvPr>
          <p:cNvGrpSpPr/>
          <p:nvPr/>
        </p:nvGrpSpPr>
        <p:grpSpPr>
          <a:xfrm>
            <a:off x="842720" y="2699895"/>
            <a:ext cx="317483" cy="420453"/>
            <a:chOff x="4086775" y="2679405"/>
            <a:chExt cx="543642" cy="760227"/>
          </a:xfrm>
        </p:grpSpPr>
        <p:sp>
          <p:nvSpPr>
            <p:cNvPr id="22" name="Oval 21">
              <a:extLst>
                <a:ext uri="{FF2B5EF4-FFF2-40B4-BE49-F238E27FC236}">
                  <a16:creationId xmlns:a16="http://schemas.microsoft.com/office/drawing/2014/main" id="{0B30DE15-D661-426C-9D3C-E6D06564540E}"/>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2</a:t>
              </a:r>
              <a:endParaRPr lang="en-AU" dirty="0"/>
            </a:p>
          </p:txBody>
        </p:sp>
        <p:sp>
          <p:nvSpPr>
            <p:cNvPr id="23" name="Flowchart: Delay 22">
              <a:extLst>
                <a:ext uri="{FF2B5EF4-FFF2-40B4-BE49-F238E27FC236}">
                  <a16:creationId xmlns:a16="http://schemas.microsoft.com/office/drawing/2014/main" id="{B080AE62-D4D8-4977-8972-E30D2A3C579A}"/>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24" name="Group 23">
            <a:extLst>
              <a:ext uri="{FF2B5EF4-FFF2-40B4-BE49-F238E27FC236}">
                <a16:creationId xmlns:a16="http://schemas.microsoft.com/office/drawing/2014/main" id="{AE50BED5-117F-4004-8FA4-DFF30C46E086}"/>
              </a:ext>
            </a:extLst>
          </p:cNvPr>
          <p:cNvGrpSpPr/>
          <p:nvPr/>
        </p:nvGrpSpPr>
        <p:grpSpPr>
          <a:xfrm>
            <a:off x="843603" y="3186736"/>
            <a:ext cx="317483" cy="420453"/>
            <a:chOff x="4086775" y="2679405"/>
            <a:chExt cx="543642" cy="760227"/>
          </a:xfrm>
        </p:grpSpPr>
        <p:sp>
          <p:nvSpPr>
            <p:cNvPr id="25" name="Oval 24">
              <a:extLst>
                <a:ext uri="{FF2B5EF4-FFF2-40B4-BE49-F238E27FC236}">
                  <a16:creationId xmlns:a16="http://schemas.microsoft.com/office/drawing/2014/main" id="{CA7DCE20-063C-4CF5-8748-79D28BCB0ECA}"/>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3</a:t>
              </a:r>
              <a:endParaRPr lang="en-AU" dirty="0"/>
            </a:p>
          </p:txBody>
        </p:sp>
        <p:sp>
          <p:nvSpPr>
            <p:cNvPr id="26" name="Flowchart: Delay 25">
              <a:extLst>
                <a:ext uri="{FF2B5EF4-FFF2-40B4-BE49-F238E27FC236}">
                  <a16:creationId xmlns:a16="http://schemas.microsoft.com/office/drawing/2014/main" id="{71DB0CC4-DEA9-40C5-8EC0-0B93EF7F4292}"/>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27" name="!!P4!!">
            <a:extLst>
              <a:ext uri="{FF2B5EF4-FFF2-40B4-BE49-F238E27FC236}">
                <a16:creationId xmlns:a16="http://schemas.microsoft.com/office/drawing/2014/main" id="{759EA27F-95C7-4804-AFD4-5719CB73F124}"/>
              </a:ext>
            </a:extLst>
          </p:cNvPr>
          <p:cNvGrpSpPr/>
          <p:nvPr/>
        </p:nvGrpSpPr>
        <p:grpSpPr>
          <a:xfrm>
            <a:off x="844486" y="3684661"/>
            <a:ext cx="317483" cy="420453"/>
            <a:chOff x="4086775" y="2679405"/>
            <a:chExt cx="543642" cy="760227"/>
          </a:xfrm>
        </p:grpSpPr>
        <p:sp>
          <p:nvSpPr>
            <p:cNvPr id="28" name="Oval 27">
              <a:extLst>
                <a:ext uri="{FF2B5EF4-FFF2-40B4-BE49-F238E27FC236}">
                  <a16:creationId xmlns:a16="http://schemas.microsoft.com/office/drawing/2014/main" id="{9F314D6B-AA69-4BED-BF4C-4B862A2F2A25}"/>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4</a:t>
              </a:r>
              <a:endParaRPr lang="en-AU" dirty="0"/>
            </a:p>
          </p:txBody>
        </p:sp>
        <p:sp>
          <p:nvSpPr>
            <p:cNvPr id="29" name="Flowchart: Delay 28">
              <a:extLst>
                <a:ext uri="{FF2B5EF4-FFF2-40B4-BE49-F238E27FC236}">
                  <a16:creationId xmlns:a16="http://schemas.microsoft.com/office/drawing/2014/main" id="{F9D90D8B-0BA7-4A5D-B9BF-1115A6EF5A42}"/>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0" name="!!P5!!">
            <a:extLst>
              <a:ext uri="{FF2B5EF4-FFF2-40B4-BE49-F238E27FC236}">
                <a16:creationId xmlns:a16="http://schemas.microsoft.com/office/drawing/2014/main" id="{47402669-A510-48D5-B430-FB374E0176A9}"/>
              </a:ext>
            </a:extLst>
          </p:cNvPr>
          <p:cNvGrpSpPr/>
          <p:nvPr/>
        </p:nvGrpSpPr>
        <p:grpSpPr>
          <a:xfrm>
            <a:off x="845369" y="4165960"/>
            <a:ext cx="317483" cy="420453"/>
            <a:chOff x="4086775" y="2679405"/>
            <a:chExt cx="543642" cy="760227"/>
          </a:xfrm>
        </p:grpSpPr>
        <p:sp>
          <p:nvSpPr>
            <p:cNvPr id="31" name="Oval 30">
              <a:extLst>
                <a:ext uri="{FF2B5EF4-FFF2-40B4-BE49-F238E27FC236}">
                  <a16:creationId xmlns:a16="http://schemas.microsoft.com/office/drawing/2014/main" id="{F8476034-D5F6-4185-9459-F444541EF23B}"/>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5</a:t>
              </a:r>
              <a:endParaRPr lang="en-AU" dirty="0"/>
            </a:p>
          </p:txBody>
        </p:sp>
        <p:sp>
          <p:nvSpPr>
            <p:cNvPr id="32" name="Flowchart: Delay 31">
              <a:extLst>
                <a:ext uri="{FF2B5EF4-FFF2-40B4-BE49-F238E27FC236}">
                  <a16:creationId xmlns:a16="http://schemas.microsoft.com/office/drawing/2014/main" id="{5D94C366-EA62-4448-B935-7FE3C7437FD7}"/>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3" name="!!P6!!">
            <a:extLst>
              <a:ext uri="{FF2B5EF4-FFF2-40B4-BE49-F238E27FC236}">
                <a16:creationId xmlns:a16="http://schemas.microsoft.com/office/drawing/2014/main" id="{4289E4EA-4973-49E4-85D7-336AD5D53DE7}"/>
              </a:ext>
            </a:extLst>
          </p:cNvPr>
          <p:cNvGrpSpPr/>
          <p:nvPr/>
        </p:nvGrpSpPr>
        <p:grpSpPr>
          <a:xfrm>
            <a:off x="846252" y="4663885"/>
            <a:ext cx="317483" cy="420453"/>
            <a:chOff x="4086775" y="2679405"/>
            <a:chExt cx="543642" cy="760227"/>
          </a:xfrm>
        </p:grpSpPr>
        <p:sp>
          <p:nvSpPr>
            <p:cNvPr id="34" name="Oval 33">
              <a:extLst>
                <a:ext uri="{FF2B5EF4-FFF2-40B4-BE49-F238E27FC236}">
                  <a16:creationId xmlns:a16="http://schemas.microsoft.com/office/drawing/2014/main" id="{FE9337E5-1026-4EE2-8B37-0A71931BB186}"/>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6</a:t>
              </a:r>
              <a:endParaRPr lang="en-AU" dirty="0"/>
            </a:p>
          </p:txBody>
        </p:sp>
        <p:sp>
          <p:nvSpPr>
            <p:cNvPr id="35" name="Flowchart: Delay 34">
              <a:extLst>
                <a:ext uri="{FF2B5EF4-FFF2-40B4-BE49-F238E27FC236}">
                  <a16:creationId xmlns:a16="http://schemas.microsoft.com/office/drawing/2014/main" id="{6D404012-D62F-4034-B3D0-818F3C31F861}"/>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6" name="!!P7!!">
            <a:extLst>
              <a:ext uri="{FF2B5EF4-FFF2-40B4-BE49-F238E27FC236}">
                <a16:creationId xmlns:a16="http://schemas.microsoft.com/office/drawing/2014/main" id="{EF2B91C8-07CB-4470-ACA1-DB1139D2851A}"/>
              </a:ext>
            </a:extLst>
          </p:cNvPr>
          <p:cNvGrpSpPr/>
          <p:nvPr/>
        </p:nvGrpSpPr>
        <p:grpSpPr>
          <a:xfrm>
            <a:off x="847135" y="5150726"/>
            <a:ext cx="317483" cy="420453"/>
            <a:chOff x="4086775" y="2679405"/>
            <a:chExt cx="543642" cy="760227"/>
          </a:xfrm>
        </p:grpSpPr>
        <p:sp>
          <p:nvSpPr>
            <p:cNvPr id="37" name="Oval 36">
              <a:extLst>
                <a:ext uri="{FF2B5EF4-FFF2-40B4-BE49-F238E27FC236}">
                  <a16:creationId xmlns:a16="http://schemas.microsoft.com/office/drawing/2014/main" id="{0FC85C24-ECCA-4946-8007-EDA8FF43B699}"/>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7</a:t>
              </a:r>
              <a:endParaRPr lang="en-AU" dirty="0"/>
            </a:p>
          </p:txBody>
        </p:sp>
        <p:sp>
          <p:nvSpPr>
            <p:cNvPr id="38" name="Flowchart: Delay 37">
              <a:extLst>
                <a:ext uri="{FF2B5EF4-FFF2-40B4-BE49-F238E27FC236}">
                  <a16:creationId xmlns:a16="http://schemas.microsoft.com/office/drawing/2014/main" id="{A0CAF9AE-57C4-4C91-82BE-92FDC3948B95}"/>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9" name="!!P8!!">
            <a:extLst>
              <a:ext uri="{FF2B5EF4-FFF2-40B4-BE49-F238E27FC236}">
                <a16:creationId xmlns:a16="http://schemas.microsoft.com/office/drawing/2014/main" id="{C27BFCA6-6D08-4B06-AC70-0E9D35442B6C}"/>
              </a:ext>
            </a:extLst>
          </p:cNvPr>
          <p:cNvGrpSpPr/>
          <p:nvPr/>
        </p:nvGrpSpPr>
        <p:grpSpPr>
          <a:xfrm>
            <a:off x="848018" y="5637567"/>
            <a:ext cx="317483" cy="420453"/>
            <a:chOff x="4086775" y="2679405"/>
            <a:chExt cx="543642" cy="760227"/>
          </a:xfrm>
        </p:grpSpPr>
        <p:sp>
          <p:nvSpPr>
            <p:cNvPr id="40" name="Oval 39">
              <a:extLst>
                <a:ext uri="{FF2B5EF4-FFF2-40B4-BE49-F238E27FC236}">
                  <a16:creationId xmlns:a16="http://schemas.microsoft.com/office/drawing/2014/main" id="{51CA3270-8F03-4C70-AB8C-8DD15FB48984}"/>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8</a:t>
              </a:r>
              <a:endParaRPr lang="en-AU" dirty="0"/>
            </a:p>
          </p:txBody>
        </p:sp>
        <p:sp>
          <p:nvSpPr>
            <p:cNvPr id="41" name="Flowchart: Delay 40">
              <a:extLst>
                <a:ext uri="{FF2B5EF4-FFF2-40B4-BE49-F238E27FC236}">
                  <a16:creationId xmlns:a16="http://schemas.microsoft.com/office/drawing/2014/main" id="{F41BEE5F-8E54-438E-B4D3-28C90850C238}"/>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sp>
        <p:nvSpPr>
          <p:cNvPr id="42" name="Rectangle 41">
            <a:extLst>
              <a:ext uri="{FF2B5EF4-FFF2-40B4-BE49-F238E27FC236}">
                <a16:creationId xmlns:a16="http://schemas.microsoft.com/office/drawing/2014/main" id="{B242F3DE-95B6-40BC-856D-34209F6F41E3}"/>
              </a:ext>
            </a:extLst>
          </p:cNvPr>
          <p:cNvSpPr/>
          <p:nvPr/>
        </p:nvSpPr>
        <p:spPr>
          <a:xfrm>
            <a:off x="1684244" y="2178686"/>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3" name="Rectangle 42">
            <a:extLst>
              <a:ext uri="{FF2B5EF4-FFF2-40B4-BE49-F238E27FC236}">
                <a16:creationId xmlns:a16="http://schemas.microsoft.com/office/drawing/2014/main" id="{15B02777-4E6D-495F-946D-5C5CB5D4B55F}"/>
              </a:ext>
            </a:extLst>
          </p:cNvPr>
          <p:cNvSpPr/>
          <p:nvPr/>
        </p:nvSpPr>
        <p:spPr>
          <a:xfrm>
            <a:off x="1684244" y="2667127"/>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4" name="Rectangle 43">
            <a:extLst>
              <a:ext uri="{FF2B5EF4-FFF2-40B4-BE49-F238E27FC236}">
                <a16:creationId xmlns:a16="http://schemas.microsoft.com/office/drawing/2014/main" id="{0F20EE40-3AC7-42A0-A90D-0ADDC57C2037}"/>
              </a:ext>
            </a:extLst>
          </p:cNvPr>
          <p:cNvSpPr/>
          <p:nvPr/>
        </p:nvSpPr>
        <p:spPr>
          <a:xfrm>
            <a:off x="1684244" y="3155568"/>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5" name="Rectangle 44">
            <a:extLst>
              <a:ext uri="{FF2B5EF4-FFF2-40B4-BE49-F238E27FC236}">
                <a16:creationId xmlns:a16="http://schemas.microsoft.com/office/drawing/2014/main" id="{C918D1B5-F5B4-40C0-9396-EDF40DD3CACB}"/>
              </a:ext>
            </a:extLst>
          </p:cNvPr>
          <p:cNvSpPr/>
          <p:nvPr/>
        </p:nvSpPr>
        <p:spPr>
          <a:xfrm>
            <a:off x="1684244" y="3644009"/>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6" name="Rectangle 45">
            <a:extLst>
              <a:ext uri="{FF2B5EF4-FFF2-40B4-BE49-F238E27FC236}">
                <a16:creationId xmlns:a16="http://schemas.microsoft.com/office/drawing/2014/main" id="{71EA0A16-FC98-4B12-B68E-019281B65B2E}"/>
              </a:ext>
            </a:extLst>
          </p:cNvPr>
          <p:cNvSpPr/>
          <p:nvPr/>
        </p:nvSpPr>
        <p:spPr>
          <a:xfrm>
            <a:off x="1684244" y="4132450"/>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7" name="Rectangle 46">
            <a:extLst>
              <a:ext uri="{FF2B5EF4-FFF2-40B4-BE49-F238E27FC236}">
                <a16:creationId xmlns:a16="http://schemas.microsoft.com/office/drawing/2014/main" id="{3587714D-2307-4E12-B0FA-ED8B002AFD76}"/>
              </a:ext>
            </a:extLst>
          </p:cNvPr>
          <p:cNvSpPr/>
          <p:nvPr/>
        </p:nvSpPr>
        <p:spPr>
          <a:xfrm>
            <a:off x="1684244" y="4620891"/>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8" name="Rectangle 47">
            <a:extLst>
              <a:ext uri="{FF2B5EF4-FFF2-40B4-BE49-F238E27FC236}">
                <a16:creationId xmlns:a16="http://schemas.microsoft.com/office/drawing/2014/main" id="{48ED4C52-748F-4FF8-BB75-5D7EFB90836A}"/>
              </a:ext>
            </a:extLst>
          </p:cNvPr>
          <p:cNvSpPr/>
          <p:nvPr/>
        </p:nvSpPr>
        <p:spPr>
          <a:xfrm>
            <a:off x="1684244" y="5109332"/>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9" name="Rectangle 48">
            <a:extLst>
              <a:ext uri="{FF2B5EF4-FFF2-40B4-BE49-F238E27FC236}">
                <a16:creationId xmlns:a16="http://schemas.microsoft.com/office/drawing/2014/main" id="{BDAED572-4913-4721-9EFC-1D017663DE1D}"/>
              </a:ext>
            </a:extLst>
          </p:cNvPr>
          <p:cNvSpPr/>
          <p:nvPr/>
        </p:nvSpPr>
        <p:spPr>
          <a:xfrm>
            <a:off x="1684244" y="5597773"/>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0" name="Rectangle 49">
            <a:extLst>
              <a:ext uri="{FF2B5EF4-FFF2-40B4-BE49-F238E27FC236}">
                <a16:creationId xmlns:a16="http://schemas.microsoft.com/office/drawing/2014/main" id="{6138217B-56EB-435F-AEC6-75D0ED8A32AF}"/>
              </a:ext>
            </a:extLst>
          </p:cNvPr>
          <p:cNvSpPr/>
          <p:nvPr/>
        </p:nvSpPr>
        <p:spPr>
          <a:xfrm>
            <a:off x="3944388" y="2178686"/>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1" name="Rectangle 50">
            <a:extLst>
              <a:ext uri="{FF2B5EF4-FFF2-40B4-BE49-F238E27FC236}">
                <a16:creationId xmlns:a16="http://schemas.microsoft.com/office/drawing/2014/main" id="{0253CE86-679E-46D6-98AA-32632A73FCA3}"/>
              </a:ext>
            </a:extLst>
          </p:cNvPr>
          <p:cNvSpPr/>
          <p:nvPr/>
        </p:nvSpPr>
        <p:spPr>
          <a:xfrm>
            <a:off x="3944388" y="2667127"/>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2" name="Rectangle 51">
            <a:extLst>
              <a:ext uri="{FF2B5EF4-FFF2-40B4-BE49-F238E27FC236}">
                <a16:creationId xmlns:a16="http://schemas.microsoft.com/office/drawing/2014/main" id="{AFA18A70-4DF8-4816-ABC5-64670E6F1DE5}"/>
              </a:ext>
            </a:extLst>
          </p:cNvPr>
          <p:cNvSpPr/>
          <p:nvPr/>
        </p:nvSpPr>
        <p:spPr>
          <a:xfrm>
            <a:off x="3944388" y="3155568"/>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3" name="Rectangle 52">
            <a:extLst>
              <a:ext uri="{FF2B5EF4-FFF2-40B4-BE49-F238E27FC236}">
                <a16:creationId xmlns:a16="http://schemas.microsoft.com/office/drawing/2014/main" id="{FF5C1C2B-5300-4059-93AD-D6CA40AB49FC}"/>
              </a:ext>
            </a:extLst>
          </p:cNvPr>
          <p:cNvSpPr/>
          <p:nvPr/>
        </p:nvSpPr>
        <p:spPr>
          <a:xfrm>
            <a:off x="3944388" y="3644009"/>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4" name="Rectangle 53">
            <a:extLst>
              <a:ext uri="{FF2B5EF4-FFF2-40B4-BE49-F238E27FC236}">
                <a16:creationId xmlns:a16="http://schemas.microsoft.com/office/drawing/2014/main" id="{0CF689A3-C735-44C0-B575-79FAF2D9C7DF}"/>
              </a:ext>
            </a:extLst>
          </p:cNvPr>
          <p:cNvSpPr/>
          <p:nvPr/>
        </p:nvSpPr>
        <p:spPr>
          <a:xfrm>
            <a:off x="3944388" y="4132450"/>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5" name="Rectangle 54">
            <a:extLst>
              <a:ext uri="{FF2B5EF4-FFF2-40B4-BE49-F238E27FC236}">
                <a16:creationId xmlns:a16="http://schemas.microsoft.com/office/drawing/2014/main" id="{58DA22CD-9A5D-4543-BD5C-C20CC619E752}"/>
              </a:ext>
            </a:extLst>
          </p:cNvPr>
          <p:cNvSpPr/>
          <p:nvPr/>
        </p:nvSpPr>
        <p:spPr>
          <a:xfrm>
            <a:off x="3944388" y="4620891"/>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6" name="Rectangle 55">
            <a:extLst>
              <a:ext uri="{FF2B5EF4-FFF2-40B4-BE49-F238E27FC236}">
                <a16:creationId xmlns:a16="http://schemas.microsoft.com/office/drawing/2014/main" id="{1E023B0A-69A6-4BD1-9093-4AB9C8C844E6}"/>
              </a:ext>
            </a:extLst>
          </p:cNvPr>
          <p:cNvSpPr/>
          <p:nvPr/>
        </p:nvSpPr>
        <p:spPr>
          <a:xfrm>
            <a:off x="3944388" y="5109332"/>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7" name="Rectangle 56">
            <a:extLst>
              <a:ext uri="{FF2B5EF4-FFF2-40B4-BE49-F238E27FC236}">
                <a16:creationId xmlns:a16="http://schemas.microsoft.com/office/drawing/2014/main" id="{BCC7C8DE-36AA-4E38-ADD4-33ABEEB98403}"/>
              </a:ext>
            </a:extLst>
          </p:cNvPr>
          <p:cNvSpPr/>
          <p:nvPr/>
        </p:nvSpPr>
        <p:spPr>
          <a:xfrm>
            <a:off x="3944388" y="5597773"/>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8" name="Rectangle 57">
            <a:extLst>
              <a:ext uri="{FF2B5EF4-FFF2-40B4-BE49-F238E27FC236}">
                <a16:creationId xmlns:a16="http://schemas.microsoft.com/office/drawing/2014/main" id="{E2B35763-B21F-4E32-BAB0-1924A7E3E223}"/>
              </a:ext>
            </a:extLst>
          </p:cNvPr>
          <p:cNvSpPr/>
          <p:nvPr/>
        </p:nvSpPr>
        <p:spPr>
          <a:xfrm>
            <a:off x="1755373" y="2200106"/>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59" name="Rectangle 58">
            <a:extLst>
              <a:ext uri="{FF2B5EF4-FFF2-40B4-BE49-F238E27FC236}">
                <a16:creationId xmlns:a16="http://schemas.microsoft.com/office/drawing/2014/main" id="{F5BB3A27-C1D7-4D91-8711-CBECDC2AAAB4}"/>
              </a:ext>
            </a:extLst>
          </p:cNvPr>
          <p:cNvSpPr/>
          <p:nvPr/>
        </p:nvSpPr>
        <p:spPr>
          <a:xfrm>
            <a:off x="1755373" y="2688407"/>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Heart Disease</a:t>
            </a:r>
            <a:endParaRPr lang="en-AU" dirty="0">
              <a:solidFill>
                <a:schemeClr val="tx1"/>
              </a:solidFill>
              <a:latin typeface="Arial Narrow" panose="020B0606020202030204" pitchFamily="34" charset="0"/>
            </a:endParaRPr>
          </a:p>
        </p:txBody>
      </p:sp>
      <p:sp>
        <p:nvSpPr>
          <p:cNvPr id="60" name="Rectangle 59">
            <a:extLst>
              <a:ext uri="{FF2B5EF4-FFF2-40B4-BE49-F238E27FC236}">
                <a16:creationId xmlns:a16="http://schemas.microsoft.com/office/drawing/2014/main" id="{432556BA-79C5-4CA3-82A3-9D1662FFB47C}"/>
              </a:ext>
            </a:extLst>
          </p:cNvPr>
          <p:cNvSpPr/>
          <p:nvPr/>
        </p:nvSpPr>
        <p:spPr>
          <a:xfrm>
            <a:off x="1755373" y="3176708"/>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Diabetes</a:t>
            </a:r>
            <a:endParaRPr lang="en-AU" dirty="0">
              <a:solidFill>
                <a:schemeClr val="tx1"/>
              </a:solidFill>
              <a:latin typeface="Arial Narrow" panose="020B0606020202030204" pitchFamily="34" charset="0"/>
            </a:endParaRPr>
          </a:p>
        </p:txBody>
      </p:sp>
      <p:sp>
        <p:nvSpPr>
          <p:cNvPr id="61" name="Rectangle 60">
            <a:extLst>
              <a:ext uri="{FF2B5EF4-FFF2-40B4-BE49-F238E27FC236}">
                <a16:creationId xmlns:a16="http://schemas.microsoft.com/office/drawing/2014/main" id="{0617273F-AA08-49F0-A2D6-A14FCC87A948}"/>
              </a:ext>
            </a:extLst>
          </p:cNvPr>
          <p:cNvSpPr/>
          <p:nvPr/>
        </p:nvSpPr>
        <p:spPr>
          <a:xfrm>
            <a:off x="1755373" y="3665009"/>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2" name="Rectangle 61">
            <a:extLst>
              <a:ext uri="{FF2B5EF4-FFF2-40B4-BE49-F238E27FC236}">
                <a16:creationId xmlns:a16="http://schemas.microsoft.com/office/drawing/2014/main" id="{85875A4D-AFA4-476A-8D81-F9CA4EFC1CD3}"/>
              </a:ext>
            </a:extLst>
          </p:cNvPr>
          <p:cNvSpPr/>
          <p:nvPr/>
        </p:nvSpPr>
        <p:spPr>
          <a:xfrm>
            <a:off x="1755373" y="4153310"/>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3" name="Rectangle 62">
            <a:extLst>
              <a:ext uri="{FF2B5EF4-FFF2-40B4-BE49-F238E27FC236}">
                <a16:creationId xmlns:a16="http://schemas.microsoft.com/office/drawing/2014/main" id="{85E43DC6-C32C-45A7-B8F6-9292264965F0}"/>
              </a:ext>
            </a:extLst>
          </p:cNvPr>
          <p:cNvSpPr/>
          <p:nvPr/>
        </p:nvSpPr>
        <p:spPr>
          <a:xfrm>
            <a:off x="1755373" y="4641611"/>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4" name="Rectangle 63">
            <a:extLst>
              <a:ext uri="{FF2B5EF4-FFF2-40B4-BE49-F238E27FC236}">
                <a16:creationId xmlns:a16="http://schemas.microsoft.com/office/drawing/2014/main" id="{B08F03FF-0CCE-4BD7-A7A2-06AD2EB991D8}"/>
              </a:ext>
            </a:extLst>
          </p:cNvPr>
          <p:cNvSpPr/>
          <p:nvPr/>
        </p:nvSpPr>
        <p:spPr>
          <a:xfrm>
            <a:off x="1755373" y="5129912"/>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Asthma</a:t>
            </a:r>
            <a:endParaRPr lang="en-AU" dirty="0">
              <a:solidFill>
                <a:schemeClr val="tx1"/>
              </a:solidFill>
              <a:latin typeface="Arial Narrow" panose="020B0606020202030204" pitchFamily="34" charset="0"/>
            </a:endParaRPr>
          </a:p>
        </p:txBody>
      </p:sp>
      <p:sp>
        <p:nvSpPr>
          <p:cNvPr id="65" name="Rectangle 64">
            <a:extLst>
              <a:ext uri="{FF2B5EF4-FFF2-40B4-BE49-F238E27FC236}">
                <a16:creationId xmlns:a16="http://schemas.microsoft.com/office/drawing/2014/main" id="{DD1C0551-ACE7-448B-B258-4BB3E87EF914}"/>
              </a:ext>
            </a:extLst>
          </p:cNvPr>
          <p:cNvSpPr/>
          <p:nvPr/>
        </p:nvSpPr>
        <p:spPr>
          <a:xfrm>
            <a:off x="1755373" y="5618213"/>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6" name="Rectangle 65">
            <a:extLst>
              <a:ext uri="{FF2B5EF4-FFF2-40B4-BE49-F238E27FC236}">
                <a16:creationId xmlns:a16="http://schemas.microsoft.com/office/drawing/2014/main" id="{1B851FF8-6234-496E-958E-BE95A3F06E9B}"/>
              </a:ext>
            </a:extLst>
          </p:cNvPr>
          <p:cNvSpPr/>
          <p:nvPr/>
        </p:nvSpPr>
        <p:spPr>
          <a:xfrm>
            <a:off x="4015517" y="2200106"/>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7" name="Rectangle 66">
            <a:extLst>
              <a:ext uri="{FF2B5EF4-FFF2-40B4-BE49-F238E27FC236}">
                <a16:creationId xmlns:a16="http://schemas.microsoft.com/office/drawing/2014/main" id="{DE1EC9FF-A4CD-4277-955E-E586340652F8}"/>
              </a:ext>
            </a:extLst>
          </p:cNvPr>
          <p:cNvSpPr/>
          <p:nvPr/>
        </p:nvSpPr>
        <p:spPr>
          <a:xfrm>
            <a:off x="4015517" y="2688407"/>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8" name="Rectangle 67">
            <a:extLst>
              <a:ext uri="{FF2B5EF4-FFF2-40B4-BE49-F238E27FC236}">
                <a16:creationId xmlns:a16="http://schemas.microsoft.com/office/drawing/2014/main" id="{8D89AC36-0742-462D-BB9A-13541A228B69}"/>
              </a:ext>
            </a:extLst>
          </p:cNvPr>
          <p:cNvSpPr/>
          <p:nvPr/>
        </p:nvSpPr>
        <p:spPr>
          <a:xfrm>
            <a:off x="4015517" y="3176708"/>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9" name="Rectangle 68">
            <a:extLst>
              <a:ext uri="{FF2B5EF4-FFF2-40B4-BE49-F238E27FC236}">
                <a16:creationId xmlns:a16="http://schemas.microsoft.com/office/drawing/2014/main" id="{2205AC33-9FDD-4C20-9251-8EDE93B7E154}"/>
              </a:ext>
            </a:extLst>
          </p:cNvPr>
          <p:cNvSpPr/>
          <p:nvPr/>
        </p:nvSpPr>
        <p:spPr>
          <a:xfrm>
            <a:off x="4015517" y="3665009"/>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0" name="Rectangle 69">
            <a:extLst>
              <a:ext uri="{FF2B5EF4-FFF2-40B4-BE49-F238E27FC236}">
                <a16:creationId xmlns:a16="http://schemas.microsoft.com/office/drawing/2014/main" id="{F1E7DEA1-9F9C-43D3-821E-E4130A01C0E6}"/>
              </a:ext>
            </a:extLst>
          </p:cNvPr>
          <p:cNvSpPr/>
          <p:nvPr/>
        </p:nvSpPr>
        <p:spPr>
          <a:xfrm>
            <a:off x="4015517" y="4153310"/>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Minimal</a:t>
            </a:r>
            <a:endParaRPr lang="en-AU" dirty="0">
              <a:solidFill>
                <a:schemeClr val="tx1"/>
              </a:solidFill>
              <a:latin typeface="Arial Narrow" panose="020B0606020202030204" pitchFamily="34" charset="0"/>
            </a:endParaRPr>
          </a:p>
        </p:txBody>
      </p:sp>
      <p:sp>
        <p:nvSpPr>
          <p:cNvPr id="71" name="Rectangle 70">
            <a:extLst>
              <a:ext uri="{FF2B5EF4-FFF2-40B4-BE49-F238E27FC236}">
                <a16:creationId xmlns:a16="http://schemas.microsoft.com/office/drawing/2014/main" id="{3BCDA718-6115-41E1-82DB-47DF09B9F038}"/>
              </a:ext>
            </a:extLst>
          </p:cNvPr>
          <p:cNvSpPr/>
          <p:nvPr/>
        </p:nvSpPr>
        <p:spPr>
          <a:xfrm>
            <a:off x="4015517" y="4641611"/>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2" name="Rectangle 71">
            <a:extLst>
              <a:ext uri="{FF2B5EF4-FFF2-40B4-BE49-F238E27FC236}">
                <a16:creationId xmlns:a16="http://schemas.microsoft.com/office/drawing/2014/main" id="{AA3DA68F-6579-4209-9EDE-07E56659287D}"/>
              </a:ext>
            </a:extLst>
          </p:cNvPr>
          <p:cNvSpPr/>
          <p:nvPr/>
        </p:nvSpPr>
        <p:spPr>
          <a:xfrm>
            <a:off x="4015517" y="5129912"/>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Minimal</a:t>
            </a:r>
            <a:endParaRPr lang="en-AU" dirty="0">
              <a:solidFill>
                <a:schemeClr val="tx1"/>
              </a:solidFill>
              <a:latin typeface="Arial Narrow" panose="020B0606020202030204" pitchFamily="34" charset="0"/>
            </a:endParaRPr>
          </a:p>
        </p:txBody>
      </p:sp>
      <p:sp>
        <p:nvSpPr>
          <p:cNvPr id="73" name="Rectangle 72">
            <a:extLst>
              <a:ext uri="{FF2B5EF4-FFF2-40B4-BE49-F238E27FC236}">
                <a16:creationId xmlns:a16="http://schemas.microsoft.com/office/drawing/2014/main" id="{59C30626-DD0B-42BC-8B6D-81D18D1782A8}"/>
              </a:ext>
            </a:extLst>
          </p:cNvPr>
          <p:cNvSpPr/>
          <p:nvPr/>
        </p:nvSpPr>
        <p:spPr>
          <a:xfrm>
            <a:off x="4015517" y="5618213"/>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4" name="TextBox 73">
            <a:extLst>
              <a:ext uri="{FF2B5EF4-FFF2-40B4-BE49-F238E27FC236}">
                <a16:creationId xmlns:a16="http://schemas.microsoft.com/office/drawing/2014/main" id="{0BC5EFDD-B5EE-4CD3-9813-3FC4733EEA9A}"/>
              </a:ext>
            </a:extLst>
          </p:cNvPr>
          <p:cNvSpPr txBox="1"/>
          <p:nvPr/>
        </p:nvSpPr>
        <p:spPr>
          <a:xfrm>
            <a:off x="138223" y="999460"/>
            <a:ext cx="11802139"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When dealing with categorical data, it’s common to begin by </a:t>
            </a:r>
            <a:r>
              <a:rPr lang="en-US" sz="2400" dirty="0" err="1">
                <a:latin typeface="Arial Narrow" panose="020B0606020202030204" pitchFamily="34" charset="0"/>
              </a:rPr>
              <a:t>summarising</a:t>
            </a:r>
            <a:r>
              <a:rPr lang="en-US" sz="2400" dirty="0">
                <a:latin typeface="Arial Narrow" panose="020B0606020202030204" pitchFamily="34" charset="0"/>
              </a:rPr>
              <a:t> data with counts (n) and percentages (%)</a:t>
            </a:r>
          </a:p>
        </p:txBody>
      </p:sp>
      <p:sp>
        <p:nvSpPr>
          <p:cNvPr id="75" name="Rectangle 74">
            <a:extLst>
              <a:ext uri="{FF2B5EF4-FFF2-40B4-BE49-F238E27FC236}">
                <a16:creationId xmlns:a16="http://schemas.microsoft.com/office/drawing/2014/main" id="{672AB75B-4AFD-405E-ABC0-379E0E1310B6}"/>
              </a:ext>
            </a:extLst>
          </p:cNvPr>
          <p:cNvSpPr/>
          <p:nvPr/>
        </p:nvSpPr>
        <p:spPr>
          <a:xfrm>
            <a:off x="7333367" y="272588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Asthma</a:t>
            </a:r>
          </a:p>
        </p:txBody>
      </p:sp>
      <p:sp>
        <p:nvSpPr>
          <p:cNvPr id="76" name="Rectangle 75">
            <a:extLst>
              <a:ext uri="{FF2B5EF4-FFF2-40B4-BE49-F238E27FC236}">
                <a16:creationId xmlns:a16="http://schemas.microsoft.com/office/drawing/2014/main" id="{09B25EF2-80F3-4679-B714-26A493513785}"/>
              </a:ext>
            </a:extLst>
          </p:cNvPr>
          <p:cNvSpPr/>
          <p:nvPr/>
        </p:nvSpPr>
        <p:spPr>
          <a:xfrm>
            <a:off x="7333367" y="304988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Diabetes</a:t>
            </a:r>
          </a:p>
        </p:txBody>
      </p:sp>
      <p:sp>
        <p:nvSpPr>
          <p:cNvPr id="77" name="Rectangle 76">
            <a:extLst>
              <a:ext uri="{FF2B5EF4-FFF2-40B4-BE49-F238E27FC236}">
                <a16:creationId xmlns:a16="http://schemas.microsoft.com/office/drawing/2014/main" id="{8D42CE75-BD0F-4A37-BE35-DA9489BC95FD}"/>
              </a:ext>
            </a:extLst>
          </p:cNvPr>
          <p:cNvSpPr/>
          <p:nvPr/>
        </p:nvSpPr>
        <p:spPr>
          <a:xfrm>
            <a:off x="7333367" y="337388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Heart Disease</a:t>
            </a:r>
          </a:p>
        </p:txBody>
      </p:sp>
      <p:sp>
        <p:nvSpPr>
          <p:cNvPr id="78" name="Rectangle 77">
            <a:extLst>
              <a:ext uri="{FF2B5EF4-FFF2-40B4-BE49-F238E27FC236}">
                <a16:creationId xmlns:a16="http://schemas.microsoft.com/office/drawing/2014/main" id="{3DBABC7D-1F2F-45E3-909D-B6A40CF1382C}"/>
              </a:ext>
            </a:extLst>
          </p:cNvPr>
          <p:cNvSpPr/>
          <p:nvPr/>
        </p:nvSpPr>
        <p:spPr>
          <a:xfrm>
            <a:off x="7333367" y="369788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None</a:t>
            </a:r>
          </a:p>
        </p:txBody>
      </p:sp>
      <p:sp>
        <p:nvSpPr>
          <p:cNvPr id="79" name="Rectangle 78">
            <a:extLst>
              <a:ext uri="{FF2B5EF4-FFF2-40B4-BE49-F238E27FC236}">
                <a16:creationId xmlns:a16="http://schemas.microsoft.com/office/drawing/2014/main" id="{6C2CAE76-0AC0-4571-8187-4A78B58BA77E}"/>
              </a:ext>
            </a:extLst>
          </p:cNvPr>
          <p:cNvSpPr/>
          <p:nvPr/>
        </p:nvSpPr>
        <p:spPr>
          <a:xfrm>
            <a:off x="8849837" y="272588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80" name="Rectangle 79">
            <a:extLst>
              <a:ext uri="{FF2B5EF4-FFF2-40B4-BE49-F238E27FC236}">
                <a16:creationId xmlns:a16="http://schemas.microsoft.com/office/drawing/2014/main" id="{CF159600-ADF5-459B-81FC-639AB5FC01DE}"/>
              </a:ext>
            </a:extLst>
          </p:cNvPr>
          <p:cNvSpPr/>
          <p:nvPr/>
        </p:nvSpPr>
        <p:spPr>
          <a:xfrm>
            <a:off x="8849837" y="304988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81" name="Rectangle 80">
            <a:extLst>
              <a:ext uri="{FF2B5EF4-FFF2-40B4-BE49-F238E27FC236}">
                <a16:creationId xmlns:a16="http://schemas.microsoft.com/office/drawing/2014/main" id="{CD8EA6C3-373C-4502-9391-A39D94EAF25B}"/>
              </a:ext>
            </a:extLst>
          </p:cNvPr>
          <p:cNvSpPr/>
          <p:nvPr/>
        </p:nvSpPr>
        <p:spPr>
          <a:xfrm>
            <a:off x="8849837" y="337388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82" name="Rectangle 81">
            <a:extLst>
              <a:ext uri="{FF2B5EF4-FFF2-40B4-BE49-F238E27FC236}">
                <a16:creationId xmlns:a16="http://schemas.microsoft.com/office/drawing/2014/main" id="{4507CDF4-66DE-4FC4-87E7-C98DE1645320}"/>
              </a:ext>
            </a:extLst>
          </p:cNvPr>
          <p:cNvSpPr/>
          <p:nvPr/>
        </p:nvSpPr>
        <p:spPr>
          <a:xfrm>
            <a:off x="8849837" y="369788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5</a:t>
            </a:r>
          </a:p>
        </p:txBody>
      </p:sp>
      <p:sp>
        <p:nvSpPr>
          <p:cNvPr id="83" name="Rectangle 82">
            <a:extLst>
              <a:ext uri="{FF2B5EF4-FFF2-40B4-BE49-F238E27FC236}">
                <a16:creationId xmlns:a16="http://schemas.microsoft.com/office/drawing/2014/main" id="{6D8F56CB-C304-4A1D-87E4-2A14C29BB41F}"/>
              </a:ext>
            </a:extLst>
          </p:cNvPr>
          <p:cNvSpPr/>
          <p:nvPr/>
        </p:nvSpPr>
        <p:spPr>
          <a:xfrm>
            <a:off x="10366307" y="272559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12.5%</a:t>
            </a:r>
          </a:p>
        </p:txBody>
      </p:sp>
      <p:sp>
        <p:nvSpPr>
          <p:cNvPr id="84" name="Rectangle 83">
            <a:extLst>
              <a:ext uri="{FF2B5EF4-FFF2-40B4-BE49-F238E27FC236}">
                <a16:creationId xmlns:a16="http://schemas.microsoft.com/office/drawing/2014/main" id="{16EA3E32-B870-45BB-BAA0-DB1133902BD1}"/>
              </a:ext>
            </a:extLst>
          </p:cNvPr>
          <p:cNvSpPr/>
          <p:nvPr/>
        </p:nvSpPr>
        <p:spPr>
          <a:xfrm>
            <a:off x="10366307" y="304959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12.5%</a:t>
            </a:r>
          </a:p>
        </p:txBody>
      </p:sp>
      <p:sp>
        <p:nvSpPr>
          <p:cNvPr id="85" name="Rectangle 84">
            <a:extLst>
              <a:ext uri="{FF2B5EF4-FFF2-40B4-BE49-F238E27FC236}">
                <a16:creationId xmlns:a16="http://schemas.microsoft.com/office/drawing/2014/main" id="{EA07BA14-B4D8-4309-95F5-A25A2E4E8D58}"/>
              </a:ext>
            </a:extLst>
          </p:cNvPr>
          <p:cNvSpPr/>
          <p:nvPr/>
        </p:nvSpPr>
        <p:spPr>
          <a:xfrm>
            <a:off x="10366307" y="337359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12.5%</a:t>
            </a:r>
          </a:p>
        </p:txBody>
      </p:sp>
      <p:sp>
        <p:nvSpPr>
          <p:cNvPr id="86" name="Rectangle 85">
            <a:extLst>
              <a:ext uri="{FF2B5EF4-FFF2-40B4-BE49-F238E27FC236}">
                <a16:creationId xmlns:a16="http://schemas.microsoft.com/office/drawing/2014/main" id="{B6D5F04F-36FC-406B-A40C-D8B6908AB853}"/>
              </a:ext>
            </a:extLst>
          </p:cNvPr>
          <p:cNvSpPr/>
          <p:nvPr/>
        </p:nvSpPr>
        <p:spPr>
          <a:xfrm>
            <a:off x="10366307" y="3697597"/>
            <a:ext cx="1513489" cy="336331"/>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62.5%</a:t>
            </a:r>
          </a:p>
        </p:txBody>
      </p:sp>
      <p:sp>
        <p:nvSpPr>
          <p:cNvPr id="87" name="!!ob!!">
            <a:extLst>
              <a:ext uri="{FF2B5EF4-FFF2-40B4-BE49-F238E27FC236}">
                <a16:creationId xmlns:a16="http://schemas.microsoft.com/office/drawing/2014/main" id="{5E543576-C4F0-4280-976F-59449BD2A084}"/>
              </a:ext>
            </a:extLst>
          </p:cNvPr>
          <p:cNvSpPr/>
          <p:nvPr/>
        </p:nvSpPr>
        <p:spPr>
          <a:xfrm>
            <a:off x="8849837" y="2397997"/>
            <a:ext cx="1513489" cy="324000"/>
          </a:xfrm>
          <a:prstGeom prst="rect">
            <a:avLst/>
          </a:prstGeom>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latin typeface="Arial Narrow" panose="020B0606020202030204" pitchFamily="34" charset="0"/>
              </a:rPr>
              <a:t>Frequency</a:t>
            </a:r>
          </a:p>
        </p:txBody>
      </p:sp>
      <p:sp>
        <p:nvSpPr>
          <p:cNvPr id="88" name="Rectangle 87">
            <a:extLst>
              <a:ext uri="{FF2B5EF4-FFF2-40B4-BE49-F238E27FC236}">
                <a16:creationId xmlns:a16="http://schemas.microsoft.com/office/drawing/2014/main" id="{1FBAF0FD-5DA1-489C-BC60-614247CD290E}"/>
              </a:ext>
            </a:extLst>
          </p:cNvPr>
          <p:cNvSpPr/>
          <p:nvPr/>
        </p:nvSpPr>
        <p:spPr>
          <a:xfrm>
            <a:off x="7333367" y="2398658"/>
            <a:ext cx="1513489" cy="324000"/>
          </a:xfrm>
          <a:prstGeom prst="rect">
            <a:avLst/>
          </a:prstGeom>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latin typeface="Arial Narrow" panose="020B0606020202030204" pitchFamily="34" charset="0"/>
              </a:rPr>
              <a:t>Condition</a:t>
            </a:r>
          </a:p>
        </p:txBody>
      </p:sp>
      <p:sp>
        <p:nvSpPr>
          <p:cNvPr id="89" name="Rectangle 88">
            <a:extLst>
              <a:ext uri="{FF2B5EF4-FFF2-40B4-BE49-F238E27FC236}">
                <a16:creationId xmlns:a16="http://schemas.microsoft.com/office/drawing/2014/main" id="{D331AA63-1C26-4FFE-80BA-65BDD4F45A48}"/>
              </a:ext>
            </a:extLst>
          </p:cNvPr>
          <p:cNvSpPr/>
          <p:nvPr/>
        </p:nvSpPr>
        <p:spPr>
          <a:xfrm>
            <a:off x="10366307" y="2397029"/>
            <a:ext cx="1513489" cy="324000"/>
          </a:xfrm>
          <a:prstGeom prst="rect">
            <a:avLst/>
          </a:prstGeom>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dirty="0">
                <a:latin typeface="Arial Narrow" panose="020B0606020202030204" pitchFamily="34" charset="0"/>
              </a:rPr>
              <a:t>Percentage</a:t>
            </a:r>
          </a:p>
        </p:txBody>
      </p:sp>
      <p:sp>
        <p:nvSpPr>
          <p:cNvPr id="90" name="Rectangle 89">
            <a:extLst>
              <a:ext uri="{FF2B5EF4-FFF2-40B4-BE49-F238E27FC236}">
                <a16:creationId xmlns:a16="http://schemas.microsoft.com/office/drawing/2014/main" id="{9D3FCAAC-BC35-412E-B18F-6785ADA42E6F}"/>
              </a:ext>
            </a:extLst>
          </p:cNvPr>
          <p:cNvSpPr/>
          <p:nvPr/>
        </p:nvSpPr>
        <p:spPr>
          <a:xfrm>
            <a:off x="7341019" y="5026118"/>
            <a:ext cx="1513489" cy="336331"/>
          </a:xfrm>
          <a:prstGeom prst="rect">
            <a:avLst/>
          </a:prstGeom>
          <a:solidFill>
            <a:schemeClr val="accent6">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Minimal</a:t>
            </a:r>
          </a:p>
        </p:txBody>
      </p:sp>
      <p:sp>
        <p:nvSpPr>
          <p:cNvPr id="91" name="Rectangle 90">
            <a:extLst>
              <a:ext uri="{FF2B5EF4-FFF2-40B4-BE49-F238E27FC236}">
                <a16:creationId xmlns:a16="http://schemas.microsoft.com/office/drawing/2014/main" id="{D708E1AC-DAFB-49EA-806C-BE508D025AC8}"/>
              </a:ext>
            </a:extLst>
          </p:cNvPr>
          <p:cNvSpPr/>
          <p:nvPr/>
        </p:nvSpPr>
        <p:spPr>
          <a:xfrm>
            <a:off x="7341019" y="5350118"/>
            <a:ext cx="1513489" cy="336331"/>
          </a:xfrm>
          <a:prstGeom prst="rect">
            <a:avLst/>
          </a:prstGeom>
          <a:solidFill>
            <a:schemeClr val="accent6">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Moderate</a:t>
            </a:r>
          </a:p>
        </p:txBody>
      </p:sp>
      <p:sp>
        <p:nvSpPr>
          <p:cNvPr id="92" name="Rectangle 91">
            <a:extLst>
              <a:ext uri="{FF2B5EF4-FFF2-40B4-BE49-F238E27FC236}">
                <a16:creationId xmlns:a16="http://schemas.microsoft.com/office/drawing/2014/main" id="{F66434F9-21B9-41A1-9D18-13B86BA0F7EC}"/>
              </a:ext>
            </a:extLst>
          </p:cNvPr>
          <p:cNvSpPr/>
          <p:nvPr/>
        </p:nvSpPr>
        <p:spPr>
          <a:xfrm>
            <a:off x="8857489" y="5026118"/>
            <a:ext cx="1513489" cy="336331"/>
          </a:xfrm>
          <a:prstGeom prst="rect">
            <a:avLst/>
          </a:prstGeom>
          <a:solidFill>
            <a:schemeClr val="accent6">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2</a:t>
            </a:r>
          </a:p>
        </p:txBody>
      </p:sp>
      <p:sp>
        <p:nvSpPr>
          <p:cNvPr id="93" name="Rectangle 92">
            <a:extLst>
              <a:ext uri="{FF2B5EF4-FFF2-40B4-BE49-F238E27FC236}">
                <a16:creationId xmlns:a16="http://schemas.microsoft.com/office/drawing/2014/main" id="{DA404B3E-294C-4381-B703-D04F2FE96882}"/>
              </a:ext>
            </a:extLst>
          </p:cNvPr>
          <p:cNvSpPr/>
          <p:nvPr/>
        </p:nvSpPr>
        <p:spPr>
          <a:xfrm>
            <a:off x="8857489" y="5350118"/>
            <a:ext cx="1513489" cy="336331"/>
          </a:xfrm>
          <a:prstGeom prst="rect">
            <a:avLst/>
          </a:prstGeom>
          <a:solidFill>
            <a:schemeClr val="accent6">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6</a:t>
            </a:r>
          </a:p>
        </p:txBody>
      </p:sp>
      <p:sp>
        <p:nvSpPr>
          <p:cNvPr id="94" name="Rectangle 93">
            <a:extLst>
              <a:ext uri="{FF2B5EF4-FFF2-40B4-BE49-F238E27FC236}">
                <a16:creationId xmlns:a16="http://schemas.microsoft.com/office/drawing/2014/main" id="{4355127D-D13F-4E33-9801-50606D5E682C}"/>
              </a:ext>
            </a:extLst>
          </p:cNvPr>
          <p:cNvSpPr/>
          <p:nvPr/>
        </p:nvSpPr>
        <p:spPr>
          <a:xfrm>
            <a:off x="10373959" y="5025828"/>
            <a:ext cx="1513489" cy="336331"/>
          </a:xfrm>
          <a:prstGeom prst="rect">
            <a:avLst/>
          </a:prstGeom>
          <a:solidFill>
            <a:schemeClr val="accent6">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25%</a:t>
            </a:r>
          </a:p>
        </p:txBody>
      </p:sp>
      <p:sp>
        <p:nvSpPr>
          <p:cNvPr id="95" name="Rectangle 94">
            <a:extLst>
              <a:ext uri="{FF2B5EF4-FFF2-40B4-BE49-F238E27FC236}">
                <a16:creationId xmlns:a16="http://schemas.microsoft.com/office/drawing/2014/main" id="{254333FB-3C01-4F9E-B192-F4E329FCF37D}"/>
              </a:ext>
            </a:extLst>
          </p:cNvPr>
          <p:cNvSpPr/>
          <p:nvPr/>
        </p:nvSpPr>
        <p:spPr>
          <a:xfrm>
            <a:off x="10373959" y="5349828"/>
            <a:ext cx="1513489" cy="336331"/>
          </a:xfrm>
          <a:prstGeom prst="rect">
            <a:avLst/>
          </a:prstGeom>
          <a:solidFill>
            <a:schemeClr val="accent6">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75%</a:t>
            </a:r>
          </a:p>
        </p:txBody>
      </p:sp>
      <p:sp>
        <p:nvSpPr>
          <p:cNvPr id="96" name="Rectangle 95">
            <a:extLst>
              <a:ext uri="{FF2B5EF4-FFF2-40B4-BE49-F238E27FC236}">
                <a16:creationId xmlns:a16="http://schemas.microsoft.com/office/drawing/2014/main" id="{19C6D977-366F-4AB5-BDAE-E6DCAD77473D}"/>
              </a:ext>
            </a:extLst>
          </p:cNvPr>
          <p:cNvSpPr/>
          <p:nvPr/>
        </p:nvSpPr>
        <p:spPr>
          <a:xfrm>
            <a:off x="8857489" y="4698228"/>
            <a:ext cx="1513489" cy="324000"/>
          </a:xfrm>
          <a:prstGeom prst="rect">
            <a:avLst/>
          </a:prstGeom>
          <a:solidFill>
            <a:schemeClr val="accent6"/>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latin typeface="Arial Narrow" panose="020B0606020202030204" pitchFamily="34" charset="0"/>
              </a:rPr>
              <a:t>Frequency</a:t>
            </a:r>
          </a:p>
        </p:txBody>
      </p:sp>
      <p:sp>
        <p:nvSpPr>
          <p:cNvPr id="97" name="Rectangle 96">
            <a:extLst>
              <a:ext uri="{FF2B5EF4-FFF2-40B4-BE49-F238E27FC236}">
                <a16:creationId xmlns:a16="http://schemas.microsoft.com/office/drawing/2014/main" id="{55D83396-B6C0-4EE7-8736-EE5C5CCBCEE4}"/>
              </a:ext>
            </a:extLst>
          </p:cNvPr>
          <p:cNvSpPr/>
          <p:nvPr/>
        </p:nvSpPr>
        <p:spPr>
          <a:xfrm>
            <a:off x="7341019" y="4698889"/>
            <a:ext cx="1513489" cy="324000"/>
          </a:xfrm>
          <a:prstGeom prst="rect">
            <a:avLst/>
          </a:prstGeom>
          <a:solidFill>
            <a:schemeClr val="accent6"/>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latin typeface="Arial Narrow" panose="020B0606020202030204" pitchFamily="34" charset="0"/>
              </a:rPr>
              <a:t>Exercise</a:t>
            </a:r>
          </a:p>
        </p:txBody>
      </p:sp>
      <p:sp>
        <p:nvSpPr>
          <p:cNvPr id="98" name="Rectangle 97">
            <a:extLst>
              <a:ext uri="{FF2B5EF4-FFF2-40B4-BE49-F238E27FC236}">
                <a16:creationId xmlns:a16="http://schemas.microsoft.com/office/drawing/2014/main" id="{EFB24756-4245-4F90-B9AC-21EFBAE15DC4}"/>
              </a:ext>
            </a:extLst>
          </p:cNvPr>
          <p:cNvSpPr/>
          <p:nvPr/>
        </p:nvSpPr>
        <p:spPr>
          <a:xfrm>
            <a:off x="10373959" y="4697260"/>
            <a:ext cx="1513489" cy="324000"/>
          </a:xfrm>
          <a:prstGeom prst="rect">
            <a:avLst/>
          </a:prstGeom>
          <a:solidFill>
            <a:schemeClr val="accent6"/>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latin typeface="Arial Narrow" panose="020B0606020202030204" pitchFamily="34" charset="0"/>
              </a:rPr>
              <a:t>Percentage</a:t>
            </a:r>
          </a:p>
        </p:txBody>
      </p:sp>
    </p:spTree>
    <p:extLst>
      <p:ext uri="{BB962C8B-B14F-4D97-AF65-F5344CB8AC3E}">
        <p14:creationId xmlns:p14="http://schemas.microsoft.com/office/powerpoint/2010/main" val="14305999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Categorical Data – An example</a:t>
            </a:r>
          </a:p>
        </p:txBody>
      </p:sp>
      <p:sp>
        <p:nvSpPr>
          <p:cNvPr id="7" name="Rectangle 6">
            <a:extLst>
              <a:ext uri="{FF2B5EF4-FFF2-40B4-BE49-F238E27FC236}">
                <a16:creationId xmlns:a16="http://schemas.microsoft.com/office/drawing/2014/main" id="{A67962BC-F52B-4512-BD54-D49B95A1B3C0}"/>
              </a:ext>
            </a:extLst>
          </p:cNvPr>
          <p:cNvSpPr/>
          <p:nvPr/>
        </p:nvSpPr>
        <p:spPr>
          <a:xfrm>
            <a:off x="325412" y="1870236"/>
            <a:ext cx="1350335"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Person ID</a:t>
            </a:r>
            <a:endParaRPr lang="en-AU" dirty="0">
              <a:latin typeface="Arial Narrow" panose="020B0606020202030204" pitchFamily="34" charset="0"/>
            </a:endParaRPr>
          </a:p>
        </p:txBody>
      </p:sp>
      <p:sp>
        <p:nvSpPr>
          <p:cNvPr id="8" name="Rectangle 7">
            <a:extLst>
              <a:ext uri="{FF2B5EF4-FFF2-40B4-BE49-F238E27FC236}">
                <a16:creationId xmlns:a16="http://schemas.microsoft.com/office/drawing/2014/main" id="{6A3F74B8-F5C4-47E9-B418-6F97CC2CB912}"/>
              </a:ext>
            </a:extLst>
          </p:cNvPr>
          <p:cNvSpPr/>
          <p:nvPr/>
        </p:nvSpPr>
        <p:spPr>
          <a:xfrm>
            <a:off x="1675747" y="1870236"/>
            <a:ext cx="2268641"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Medical Condition</a:t>
            </a:r>
            <a:endParaRPr lang="en-AU" dirty="0">
              <a:latin typeface="Arial Narrow" panose="020B0606020202030204" pitchFamily="34" charset="0"/>
            </a:endParaRPr>
          </a:p>
        </p:txBody>
      </p:sp>
      <p:sp>
        <p:nvSpPr>
          <p:cNvPr id="9" name="Rectangle 8">
            <a:extLst>
              <a:ext uri="{FF2B5EF4-FFF2-40B4-BE49-F238E27FC236}">
                <a16:creationId xmlns:a16="http://schemas.microsoft.com/office/drawing/2014/main" id="{4B34126E-809A-41DA-8EB7-3DFADF0446A8}"/>
              </a:ext>
            </a:extLst>
          </p:cNvPr>
          <p:cNvSpPr/>
          <p:nvPr/>
        </p:nvSpPr>
        <p:spPr>
          <a:xfrm>
            <a:off x="3944388" y="1870236"/>
            <a:ext cx="2268641" cy="299049"/>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Narrow" panose="020B0606020202030204" pitchFamily="34" charset="0"/>
              </a:rPr>
              <a:t>Amount of Exercise</a:t>
            </a:r>
            <a:endParaRPr lang="en-AU" dirty="0">
              <a:latin typeface="Arial Narrow" panose="020B0606020202030204" pitchFamily="34" charset="0"/>
            </a:endParaRPr>
          </a:p>
        </p:txBody>
      </p:sp>
      <p:sp>
        <p:nvSpPr>
          <p:cNvPr id="10" name="Rectangle 9">
            <a:extLst>
              <a:ext uri="{FF2B5EF4-FFF2-40B4-BE49-F238E27FC236}">
                <a16:creationId xmlns:a16="http://schemas.microsoft.com/office/drawing/2014/main" id="{E48AF9D6-D45F-4795-969C-C4ADBA4B47BF}"/>
              </a:ext>
            </a:extLst>
          </p:cNvPr>
          <p:cNvSpPr/>
          <p:nvPr/>
        </p:nvSpPr>
        <p:spPr>
          <a:xfrm>
            <a:off x="325412" y="2178686"/>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grpSp>
        <p:nvGrpSpPr>
          <p:cNvPr id="11" name="!!P1!!">
            <a:extLst>
              <a:ext uri="{FF2B5EF4-FFF2-40B4-BE49-F238E27FC236}">
                <a16:creationId xmlns:a16="http://schemas.microsoft.com/office/drawing/2014/main" id="{5B920099-B518-4D2E-82E0-343DE121F2BB}"/>
              </a:ext>
            </a:extLst>
          </p:cNvPr>
          <p:cNvGrpSpPr/>
          <p:nvPr/>
        </p:nvGrpSpPr>
        <p:grpSpPr>
          <a:xfrm>
            <a:off x="841837" y="2213054"/>
            <a:ext cx="317483" cy="420453"/>
            <a:chOff x="4086775" y="2679405"/>
            <a:chExt cx="543642" cy="760227"/>
          </a:xfrm>
        </p:grpSpPr>
        <p:sp>
          <p:nvSpPr>
            <p:cNvPr id="12" name="Oval 11">
              <a:extLst>
                <a:ext uri="{FF2B5EF4-FFF2-40B4-BE49-F238E27FC236}">
                  <a16:creationId xmlns:a16="http://schemas.microsoft.com/office/drawing/2014/main" id="{DDCF9F35-802A-46D2-8C08-176099A7CBA0}"/>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1</a:t>
              </a:r>
              <a:endParaRPr lang="en-AU" dirty="0"/>
            </a:p>
          </p:txBody>
        </p:sp>
        <p:sp>
          <p:nvSpPr>
            <p:cNvPr id="13" name="Flowchart: Delay 12">
              <a:extLst>
                <a:ext uri="{FF2B5EF4-FFF2-40B4-BE49-F238E27FC236}">
                  <a16:creationId xmlns:a16="http://schemas.microsoft.com/office/drawing/2014/main" id="{DE7FE73E-5630-45F7-BB99-A915B3556B3E}"/>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sp>
        <p:nvSpPr>
          <p:cNvPr id="14" name="Rectangle 13">
            <a:extLst>
              <a:ext uri="{FF2B5EF4-FFF2-40B4-BE49-F238E27FC236}">
                <a16:creationId xmlns:a16="http://schemas.microsoft.com/office/drawing/2014/main" id="{421E6674-F7CF-4046-8FBF-EF120C0FFEEE}"/>
              </a:ext>
            </a:extLst>
          </p:cNvPr>
          <p:cNvSpPr/>
          <p:nvPr/>
        </p:nvSpPr>
        <p:spPr>
          <a:xfrm>
            <a:off x="325412" y="2667127"/>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5" name="!!P3!!">
            <a:extLst>
              <a:ext uri="{FF2B5EF4-FFF2-40B4-BE49-F238E27FC236}">
                <a16:creationId xmlns:a16="http://schemas.microsoft.com/office/drawing/2014/main" id="{E9585141-F4EB-4C15-8E4D-D717B624A067}"/>
              </a:ext>
            </a:extLst>
          </p:cNvPr>
          <p:cNvSpPr/>
          <p:nvPr/>
        </p:nvSpPr>
        <p:spPr>
          <a:xfrm>
            <a:off x="325412" y="3155568"/>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6" name="Rectangle 15">
            <a:extLst>
              <a:ext uri="{FF2B5EF4-FFF2-40B4-BE49-F238E27FC236}">
                <a16:creationId xmlns:a16="http://schemas.microsoft.com/office/drawing/2014/main" id="{996F9ED6-A1A8-472C-B07B-4E2EA53EB1A0}"/>
              </a:ext>
            </a:extLst>
          </p:cNvPr>
          <p:cNvSpPr/>
          <p:nvPr/>
        </p:nvSpPr>
        <p:spPr>
          <a:xfrm>
            <a:off x="325412" y="3644009"/>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7" name="Rectangle 16">
            <a:extLst>
              <a:ext uri="{FF2B5EF4-FFF2-40B4-BE49-F238E27FC236}">
                <a16:creationId xmlns:a16="http://schemas.microsoft.com/office/drawing/2014/main" id="{19C81F2C-03B6-467B-BB59-61285F0AF733}"/>
              </a:ext>
            </a:extLst>
          </p:cNvPr>
          <p:cNvSpPr/>
          <p:nvPr/>
        </p:nvSpPr>
        <p:spPr>
          <a:xfrm>
            <a:off x="325412" y="4132450"/>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8" name="Rectangle 17">
            <a:extLst>
              <a:ext uri="{FF2B5EF4-FFF2-40B4-BE49-F238E27FC236}">
                <a16:creationId xmlns:a16="http://schemas.microsoft.com/office/drawing/2014/main" id="{8DA94EEE-1E2F-4C80-A31A-273A42C9402E}"/>
              </a:ext>
            </a:extLst>
          </p:cNvPr>
          <p:cNvSpPr/>
          <p:nvPr/>
        </p:nvSpPr>
        <p:spPr>
          <a:xfrm>
            <a:off x="325412" y="4620891"/>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19" name="Rectangle 18">
            <a:extLst>
              <a:ext uri="{FF2B5EF4-FFF2-40B4-BE49-F238E27FC236}">
                <a16:creationId xmlns:a16="http://schemas.microsoft.com/office/drawing/2014/main" id="{143F4B56-B9BA-436A-9DE1-E4DB661A1C4D}"/>
              </a:ext>
            </a:extLst>
          </p:cNvPr>
          <p:cNvSpPr/>
          <p:nvPr/>
        </p:nvSpPr>
        <p:spPr>
          <a:xfrm>
            <a:off x="325412" y="5109332"/>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20" name="Rectangle 19">
            <a:extLst>
              <a:ext uri="{FF2B5EF4-FFF2-40B4-BE49-F238E27FC236}">
                <a16:creationId xmlns:a16="http://schemas.microsoft.com/office/drawing/2014/main" id="{7B0834B4-98F5-4D56-851D-F433D8432989}"/>
              </a:ext>
            </a:extLst>
          </p:cNvPr>
          <p:cNvSpPr/>
          <p:nvPr/>
        </p:nvSpPr>
        <p:spPr>
          <a:xfrm>
            <a:off x="325412" y="5597773"/>
            <a:ext cx="1350335"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grpSp>
        <p:nvGrpSpPr>
          <p:cNvPr id="21" name="!!P2!!">
            <a:extLst>
              <a:ext uri="{FF2B5EF4-FFF2-40B4-BE49-F238E27FC236}">
                <a16:creationId xmlns:a16="http://schemas.microsoft.com/office/drawing/2014/main" id="{E32746D7-EBE4-4027-A1F0-9FA7C95395C3}"/>
              </a:ext>
            </a:extLst>
          </p:cNvPr>
          <p:cNvGrpSpPr/>
          <p:nvPr/>
        </p:nvGrpSpPr>
        <p:grpSpPr>
          <a:xfrm>
            <a:off x="842720" y="2699895"/>
            <a:ext cx="317483" cy="420453"/>
            <a:chOff x="4086775" y="2679405"/>
            <a:chExt cx="543642" cy="760227"/>
          </a:xfrm>
        </p:grpSpPr>
        <p:sp>
          <p:nvSpPr>
            <p:cNvPr id="22" name="Oval 21">
              <a:extLst>
                <a:ext uri="{FF2B5EF4-FFF2-40B4-BE49-F238E27FC236}">
                  <a16:creationId xmlns:a16="http://schemas.microsoft.com/office/drawing/2014/main" id="{0B30DE15-D661-426C-9D3C-E6D06564540E}"/>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2</a:t>
              </a:r>
              <a:endParaRPr lang="en-AU" dirty="0"/>
            </a:p>
          </p:txBody>
        </p:sp>
        <p:sp>
          <p:nvSpPr>
            <p:cNvPr id="23" name="Flowchart: Delay 22">
              <a:extLst>
                <a:ext uri="{FF2B5EF4-FFF2-40B4-BE49-F238E27FC236}">
                  <a16:creationId xmlns:a16="http://schemas.microsoft.com/office/drawing/2014/main" id="{B080AE62-D4D8-4977-8972-E30D2A3C579A}"/>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24" name="Group 23">
            <a:extLst>
              <a:ext uri="{FF2B5EF4-FFF2-40B4-BE49-F238E27FC236}">
                <a16:creationId xmlns:a16="http://schemas.microsoft.com/office/drawing/2014/main" id="{AE50BED5-117F-4004-8FA4-DFF30C46E086}"/>
              </a:ext>
            </a:extLst>
          </p:cNvPr>
          <p:cNvGrpSpPr/>
          <p:nvPr/>
        </p:nvGrpSpPr>
        <p:grpSpPr>
          <a:xfrm>
            <a:off x="843603" y="3186736"/>
            <a:ext cx="317483" cy="420453"/>
            <a:chOff x="4086775" y="2679405"/>
            <a:chExt cx="543642" cy="760227"/>
          </a:xfrm>
        </p:grpSpPr>
        <p:sp>
          <p:nvSpPr>
            <p:cNvPr id="25" name="Oval 24">
              <a:extLst>
                <a:ext uri="{FF2B5EF4-FFF2-40B4-BE49-F238E27FC236}">
                  <a16:creationId xmlns:a16="http://schemas.microsoft.com/office/drawing/2014/main" id="{CA7DCE20-063C-4CF5-8748-79D28BCB0ECA}"/>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3</a:t>
              </a:r>
              <a:endParaRPr lang="en-AU" dirty="0"/>
            </a:p>
          </p:txBody>
        </p:sp>
        <p:sp>
          <p:nvSpPr>
            <p:cNvPr id="26" name="Flowchart: Delay 25">
              <a:extLst>
                <a:ext uri="{FF2B5EF4-FFF2-40B4-BE49-F238E27FC236}">
                  <a16:creationId xmlns:a16="http://schemas.microsoft.com/office/drawing/2014/main" id="{71DB0CC4-DEA9-40C5-8EC0-0B93EF7F4292}"/>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27" name="!!P4!!">
            <a:extLst>
              <a:ext uri="{FF2B5EF4-FFF2-40B4-BE49-F238E27FC236}">
                <a16:creationId xmlns:a16="http://schemas.microsoft.com/office/drawing/2014/main" id="{759EA27F-95C7-4804-AFD4-5719CB73F124}"/>
              </a:ext>
            </a:extLst>
          </p:cNvPr>
          <p:cNvGrpSpPr/>
          <p:nvPr/>
        </p:nvGrpSpPr>
        <p:grpSpPr>
          <a:xfrm>
            <a:off x="844486" y="3684661"/>
            <a:ext cx="317483" cy="420453"/>
            <a:chOff x="4086775" y="2679405"/>
            <a:chExt cx="543642" cy="760227"/>
          </a:xfrm>
        </p:grpSpPr>
        <p:sp>
          <p:nvSpPr>
            <p:cNvPr id="28" name="Oval 27">
              <a:extLst>
                <a:ext uri="{FF2B5EF4-FFF2-40B4-BE49-F238E27FC236}">
                  <a16:creationId xmlns:a16="http://schemas.microsoft.com/office/drawing/2014/main" id="{9F314D6B-AA69-4BED-BF4C-4B862A2F2A25}"/>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4</a:t>
              </a:r>
              <a:endParaRPr lang="en-AU" dirty="0"/>
            </a:p>
          </p:txBody>
        </p:sp>
        <p:sp>
          <p:nvSpPr>
            <p:cNvPr id="29" name="Flowchart: Delay 28">
              <a:extLst>
                <a:ext uri="{FF2B5EF4-FFF2-40B4-BE49-F238E27FC236}">
                  <a16:creationId xmlns:a16="http://schemas.microsoft.com/office/drawing/2014/main" id="{F9D90D8B-0BA7-4A5D-B9BF-1115A6EF5A42}"/>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0" name="!!P5!!">
            <a:extLst>
              <a:ext uri="{FF2B5EF4-FFF2-40B4-BE49-F238E27FC236}">
                <a16:creationId xmlns:a16="http://schemas.microsoft.com/office/drawing/2014/main" id="{47402669-A510-48D5-B430-FB374E0176A9}"/>
              </a:ext>
            </a:extLst>
          </p:cNvPr>
          <p:cNvGrpSpPr/>
          <p:nvPr/>
        </p:nvGrpSpPr>
        <p:grpSpPr>
          <a:xfrm>
            <a:off x="845369" y="4165960"/>
            <a:ext cx="317483" cy="420453"/>
            <a:chOff x="4086775" y="2679405"/>
            <a:chExt cx="543642" cy="760227"/>
          </a:xfrm>
        </p:grpSpPr>
        <p:sp>
          <p:nvSpPr>
            <p:cNvPr id="31" name="Oval 30">
              <a:extLst>
                <a:ext uri="{FF2B5EF4-FFF2-40B4-BE49-F238E27FC236}">
                  <a16:creationId xmlns:a16="http://schemas.microsoft.com/office/drawing/2014/main" id="{F8476034-D5F6-4185-9459-F444541EF23B}"/>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5</a:t>
              </a:r>
              <a:endParaRPr lang="en-AU" dirty="0"/>
            </a:p>
          </p:txBody>
        </p:sp>
        <p:sp>
          <p:nvSpPr>
            <p:cNvPr id="32" name="Flowchart: Delay 31">
              <a:extLst>
                <a:ext uri="{FF2B5EF4-FFF2-40B4-BE49-F238E27FC236}">
                  <a16:creationId xmlns:a16="http://schemas.microsoft.com/office/drawing/2014/main" id="{5D94C366-EA62-4448-B935-7FE3C7437FD7}"/>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3" name="!!P6!!">
            <a:extLst>
              <a:ext uri="{FF2B5EF4-FFF2-40B4-BE49-F238E27FC236}">
                <a16:creationId xmlns:a16="http://schemas.microsoft.com/office/drawing/2014/main" id="{4289E4EA-4973-49E4-85D7-336AD5D53DE7}"/>
              </a:ext>
            </a:extLst>
          </p:cNvPr>
          <p:cNvGrpSpPr/>
          <p:nvPr/>
        </p:nvGrpSpPr>
        <p:grpSpPr>
          <a:xfrm>
            <a:off x="846252" y="4663885"/>
            <a:ext cx="317483" cy="420453"/>
            <a:chOff x="4086775" y="2679405"/>
            <a:chExt cx="543642" cy="760227"/>
          </a:xfrm>
        </p:grpSpPr>
        <p:sp>
          <p:nvSpPr>
            <p:cNvPr id="34" name="Oval 33">
              <a:extLst>
                <a:ext uri="{FF2B5EF4-FFF2-40B4-BE49-F238E27FC236}">
                  <a16:creationId xmlns:a16="http://schemas.microsoft.com/office/drawing/2014/main" id="{FE9337E5-1026-4EE2-8B37-0A71931BB186}"/>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6</a:t>
              </a:r>
              <a:endParaRPr lang="en-AU" dirty="0"/>
            </a:p>
          </p:txBody>
        </p:sp>
        <p:sp>
          <p:nvSpPr>
            <p:cNvPr id="35" name="Flowchart: Delay 34">
              <a:extLst>
                <a:ext uri="{FF2B5EF4-FFF2-40B4-BE49-F238E27FC236}">
                  <a16:creationId xmlns:a16="http://schemas.microsoft.com/office/drawing/2014/main" id="{6D404012-D62F-4034-B3D0-818F3C31F861}"/>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6" name="!!P7!!">
            <a:extLst>
              <a:ext uri="{FF2B5EF4-FFF2-40B4-BE49-F238E27FC236}">
                <a16:creationId xmlns:a16="http://schemas.microsoft.com/office/drawing/2014/main" id="{EF2B91C8-07CB-4470-ACA1-DB1139D2851A}"/>
              </a:ext>
            </a:extLst>
          </p:cNvPr>
          <p:cNvGrpSpPr/>
          <p:nvPr/>
        </p:nvGrpSpPr>
        <p:grpSpPr>
          <a:xfrm>
            <a:off x="847135" y="5150726"/>
            <a:ext cx="317483" cy="420453"/>
            <a:chOff x="4086775" y="2679405"/>
            <a:chExt cx="543642" cy="760227"/>
          </a:xfrm>
        </p:grpSpPr>
        <p:sp>
          <p:nvSpPr>
            <p:cNvPr id="37" name="Oval 36">
              <a:extLst>
                <a:ext uri="{FF2B5EF4-FFF2-40B4-BE49-F238E27FC236}">
                  <a16:creationId xmlns:a16="http://schemas.microsoft.com/office/drawing/2014/main" id="{0FC85C24-ECCA-4946-8007-EDA8FF43B699}"/>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7</a:t>
              </a:r>
              <a:endParaRPr lang="en-AU" dirty="0"/>
            </a:p>
          </p:txBody>
        </p:sp>
        <p:sp>
          <p:nvSpPr>
            <p:cNvPr id="38" name="Flowchart: Delay 37">
              <a:extLst>
                <a:ext uri="{FF2B5EF4-FFF2-40B4-BE49-F238E27FC236}">
                  <a16:creationId xmlns:a16="http://schemas.microsoft.com/office/drawing/2014/main" id="{A0CAF9AE-57C4-4C91-82BE-92FDC3948B95}"/>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grpSp>
        <p:nvGrpSpPr>
          <p:cNvPr id="39" name="!!P8!!">
            <a:extLst>
              <a:ext uri="{FF2B5EF4-FFF2-40B4-BE49-F238E27FC236}">
                <a16:creationId xmlns:a16="http://schemas.microsoft.com/office/drawing/2014/main" id="{C27BFCA6-6D08-4B06-AC70-0E9D35442B6C}"/>
              </a:ext>
            </a:extLst>
          </p:cNvPr>
          <p:cNvGrpSpPr/>
          <p:nvPr/>
        </p:nvGrpSpPr>
        <p:grpSpPr>
          <a:xfrm>
            <a:off x="848018" y="5637567"/>
            <a:ext cx="317483" cy="420453"/>
            <a:chOff x="4086775" y="2679405"/>
            <a:chExt cx="543642" cy="760227"/>
          </a:xfrm>
        </p:grpSpPr>
        <p:sp>
          <p:nvSpPr>
            <p:cNvPr id="40" name="Oval 39">
              <a:extLst>
                <a:ext uri="{FF2B5EF4-FFF2-40B4-BE49-F238E27FC236}">
                  <a16:creationId xmlns:a16="http://schemas.microsoft.com/office/drawing/2014/main" id="{51CA3270-8F03-4C70-AB8C-8DD15FB48984}"/>
                </a:ext>
              </a:extLst>
            </p:cNvPr>
            <p:cNvSpPr/>
            <p:nvPr/>
          </p:nvSpPr>
          <p:spPr>
            <a:xfrm>
              <a:off x="4178595" y="2679405"/>
              <a:ext cx="360000" cy="360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8</a:t>
              </a:r>
              <a:endParaRPr lang="en-AU" dirty="0"/>
            </a:p>
          </p:txBody>
        </p:sp>
        <p:sp>
          <p:nvSpPr>
            <p:cNvPr id="41" name="Flowchart: Delay 40">
              <a:extLst>
                <a:ext uri="{FF2B5EF4-FFF2-40B4-BE49-F238E27FC236}">
                  <a16:creationId xmlns:a16="http://schemas.microsoft.com/office/drawing/2014/main" id="{F41BEE5F-8E54-438E-B4D3-28C90850C238}"/>
                </a:ext>
              </a:extLst>
            </p:cNvPr>
            <p:cNvSpPr/>
            <p:nvPr/>
          </p:nvSpPr>
          <p:spPr>
            <a:xfrm rot="16200000">
              <a:off x="4181510" y="2990726"/>
              <a:ext cx="354171" cy="543642"/>
            </a:xfrm>
            <a:prstGeom prst="flowChartDela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grpSp>
      <p:sp>
        <p:nvSpPr>
          <p:cNvPr id="42" name="Rectangle 41">
            <a:extLst>
              <a:ext uri="{FF2B5EF4-FFF2-40B4-BE49-F238E27FC236}">
                <a16:creationId xmlns:a16="http://schemas.microsoft.com/office/drawing/2014/main" id="{B242F3DE-95B6-40BC-856D-34209F6F41E3}"/>
              </a:ext>
            </a:extLst>
          </p:cNvPr>
          <p:cNvSpPr/>
          <p:nvPr/>
        </p:nvSpPr>
        <p:spPr>
          <a:xfrm>
            <a:off x="1684244" y="2178686"/>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3" name="Rectangle 42">
            <a:extLst>
              <a:ext uri="{FF2B5EF4-FFF2-40B4-BE49-F238E27FC236}">
                <a16:creationId xmlns:a16="http://schemas.microsoft.com/office/drawing/2014/main" id="{15B02777-4E6D-495F-946D-5C5CB5D4B55F}"/>
              </a:ext>
            </a:extLst>
          </p:cNvPr>
          <p:cNvSpPr/>
          <p:nvPr/>
        </p:nvSpPr>
        <p:spPr>
          <a:xfrm>
            <a:off x="1684244" y="2667127"/>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4" name="Rectangle 43">
            <a:extLst>
              <a:ext uri="{FF2B5EF4-FFF2-40B4-BE49-F238E27FC236}">
                <a16:creationId xmlns:a16="http://schemas.microsoft.com/office/drawing/2014/main" id="{0F20EE40-3AC7-42A0-A90D-0ADDC57C2037}"/>
              </a:ext>
            </a:extLst>
          </p:cNvPr>
          <p:cNvSpPr/>
          <p:nvPr/>
        </p:nvSpPr>
        <p:spPr>
          <a:xfrm>
            <a:off x="1684244" y="3155568"/>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5" name="Rectangle 44">
            <a:extLst>
              <a:ext uri="{FF2B5EF4-FFF2-40B4-BE49-F238E27FC236}">
                <a16:creationId xmlns:a16="http://schemas.microsoft.com/office/drawing/2014/main" id="{C918D1B5-F5B4-40C0-9396-EDF40DD3CACB}"/>
              </a:ext>
            </a:extLst>
          </p:cNvPr>
          <p:cNvSpPr/>
          <p:nvPr/>
        </p:nvSpPr>
        <p:spPr>
          <a:xfrm>
            <a:off x="1684244" y="3644009"/>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6" name="Rectangle 45">
            <a:extLst>
              <a:ext uri="{FF2B5EF4-FFF2-40B4-BE49-F238E27FC236}">
                <a16:creationId xmlns:a16="http://schemas.microsoft.com/office/drawing/2014/main" id="{71EA0A16-FC98-4B12-B68E-019281B65B2E}"/>
              </a:ext>
            </a:extLst>
          </p:cNvPr>
          <p:cNvSpPr/>
          <p:nvPr/>
        </p:nvSpPr>
        <p:spPr>
          <a:xfrm>
            <a:off x="1684244" y="4132450"/>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7" name="Rectangle 46">
            <a:extLst>
              <a:ext uri="{FF2B5EF4-FFF2-40B4-BE49-F238E27FC236}">
                <a16:creationId xmlns:a16="http://schemas.microsoft.com/office/drawing/2014/main" id="{3587714D-2307-4E12-B0FA-ED8B002AFD76}"/>
              </a:ext>
            </a:extLst>
          </p:cNvPr>
          <p:cNvSpPr/>
          <p:nvPr/>
        </p:nvSpPr>
        <p:spPr>
          <a:xfrm>
            <a:off x="1684244" y="4620891"/>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8" name="Rectangle 47">
            <a:extLst>
              <a:ext uri="{FF2B5EF4-FFF2-40B4-BE49-F238E27FC236}">
                <a16:creationId xmlns:a16="http://schemas.microsoft.com/office/drawing/2014/main" id="{48ED4C52-748F-4FF8-BB75-5D7EFB90836A}"/>
              </a:ext>
            </a:extLst>
          </p:cNvPr>
          <p:cNvSpPr/>
          <p:nvPr/>
        </p:nvSpPr>
        <p:spPr>
          <a:xfrm>
            <a:off x="1684244" y="5109332"/>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49" name="Rectangle 48">
            <a:extLst>
              <a:ext uri="{FF2B5EF4-FFF2-40B4-BE49-F238E27FC236}">
                <a16:creationId xmlns:a16="http://schemas.microsoft.com/office/drawing/2014/main" id="{BDAED572-4913-4721-9EFC-1D017663DE1D}"/>
              </a:ext>
            </a:extLst>
          </p:cNvPr>
          <p:cNvSpPr/>
          <p:nvPr/>
        </p:nvSpPr>
        <p:spPr>
          <a:xfrm>
            <a:off x="1684244" y="5597773"/>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0" name="Rectangle 49">
            <a:extLst>
              <a:ext uri="{FF2B5EF4-FFF2-40B4-BE49-F238E27FC236}">
                <a16:creationId xmlns:a16="http://schemas.microsoft.com/office/drawing/2014/main" id="{6138217B-56EB-435F-AEC6-75D0ED8A32AF}"/>
              </a:ext>
            </a:extLst>
          </p:cNvPr>
          <p:cNvSpPr/>
          <p:nvPr/>
        </p:nvSpPr>
        <p:spPr>
          <a:xfrm>
            <a:off x="3944388" y="2178686"/>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1" name="Rectangle 50">
            <a:extLst>
              <a:ext uri="{FF2B5EF4-FFF2-40B4-BE49-F238E27FC236}">
                <a16:creationId xmlns:a16="http://schemas.microsoft.com/office/drawing/2014/main" id="{0253CE86-679E-46D6-98AA-32632A73FCA3}"/>
              </a:ext>
            </a:extLst>
          </p:cNvPr>
          <p:cNvSpPr/>
          <p:nvPr/>
        </p:nvSpPr>
        <p:spPr>
          <a:xfrm>
            <a:off x="3944388" y="2667127"/>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2" name="Rectangle 51">
            <a:extLst>
              <a:ext uri="{FF2B5EF4-FFF2-40B4-BE49-F238E27FC236}">
                <a16:creationId xmlns:a16="http://schemas.microsoft.com/office/drawing/2014/main" id="{AFA18A70-4DF8-4816-ABC5-64670E6F1DE5}"/>
              </a:ext>
            </a:extLst>
          </p:cNvPr>
          <p:cNvSpPr/>
          <p:nvPr/>
        </p:nvSpPr>
        <p:spPr>
          <a:xfrm>
            <a:off x="3944388" y="3155568"/>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3" name="Rectangle 52">
            <a:extLst>
              <a:ext uri="{FF2B5EF4-FFF2-40B4-BE49-F238E27FC236}">
                <a16:creationId xmlns:a16="http://schemas.microsoft.com/office/drawing/2014/main" id="{FF5C1C2B-5300-4059-93AD-D6CA40AB49FC}"/>
              </a:ext>
            </a:extLst>
          </p:cNvPr>
          <p:cNvSpPr/>
          <p:nvPr/>
        </p:nvSpPr>
        <p:spPr>
          <a:xfrm>
            <a:off x="3944388" y="3644009"/>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4" name="Rectangle 53">
            <a:extLst>
              <a:ext uri="{FF2B5EF4-FFF2-40B4-BE49-F238E27FC236}">
                <a16:creationId xmlns:a16="http://schemas.microsoft.com/office/drawing/2014/main" id="{0CF689A3-C735-44C0-B575-79FAF2D9C7DF}"/>
              </a:ext>
            </a:extLst>
          </p:cNvPr>
          <p:cNvSpPr/>
          <p:nvPr/>
        </p:nvSpPr>
        <p:spPr>
          <a:xfrm>
            <a:off x="3944388" y="4132450"/>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5" name="Rectangle 54">
            <a:extLst>
              <a:ext uri="{FF2B5EF4-FFF2-40B4-BE49-F238E27FC236}">
                <a16:creationId xmlns:a16="http://schemas.microsoft.com/office/drawing/2014/main" id="{58DA22CD-9A5D-4543-BD5C-C20CC619E752}"/>
              </a:ext>
            </a:extLst>
          </p:cNvPr>
          <p:cNvSpPr/>
          <p:nvPr/>
        </p:nvSpPr>
        <p:spPr>
          <a:xfrm>
            <a:off x="3944388" y="4620891"/>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6" name="Rectangle 55">
            <a:extLst>
              <a:ext uri="{FF2B5EF4-FFF2-40B4-BE49-F238E27FC236}">
                <a16:creationId xmlns:a16="http://schemas.microsoft.com/office/drawing/2014/main" id="{1E023B0A-69A6-4BD1-9093-4AB9C8C844E6}"/>
              </a:ext>
            </a:extLst>
          </p:cNvPr>
          <p:cNvSpPr/>
          <p:nvPr/>
        </p:nvSpPr>
        <p:spPr>
          <a:xfrm>
            <a:off x="3944388" y="5109332"/>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7" name="Rectangle 56">
            <a:extLst>
              <a:ext uri="{FF2B5EF4-FFF2-40B4-BE49-F238E27FC236}">
                <a16:creationId xmlns:a16="http://schemas.microsoft.com/office/drawing/2014/main" id="{BCC7C8DE-36AA-4E38-ADD4-33ABEEB98403}"/>
              </a:ext>
            </a:extLst>
          </p:cNvPr>
          <p:cNvSpPr/>
          <p:nvPr/>
        </p:nvSpPr>
        <p:spPr>
          <a:xfrm>
            <a:off x="3944388" y="5597773"/>
            <a:ext cx="2260144" cy="488441"/>
          </a:xfrm>
          <a:prstGeom prst="rect">
            <a:avLst/>
          </a:prstGeom>
          <a:solidFill>
            <a:schemeClr val="bg1">
              <a:lumMod val="9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8" name="Rectangle 57">
            <a:extLst>
              <a:ext uri="{FF2B5EF4-FFF2-40B4-BE49-F238E27FC236}">
                <a16:creationId xmlns:a16="http://schemas.microsoft.com/office/drawing/2014/main" id="{E2B35763-B21F-4E32-BAB0-1924A7E3E223}"/>
              </a:ext>
            </a:extLst>
          </p:cNvPr>
          <p:cNvSpPr/>
          <p:nvPr/>
        </p:nvSpPr>
        <p:spPr>
          <a:xfrm>
            <a:off x="1755373" y="2200106"/>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59" name="Rectangle 58">
            <a:extLst>
              <a:ext uri="{FF2B5EF4-FFF2-40B4-BE49-F238E27FC236}">
                <a16:creationId xmlns:a16="http://schemas.microsoft.com/office/drawing/2014/main" id="{F5BB3A27-C1D7-4D91-8711-CBECDC2AAAB4}"/>
              </a:ext>
            </a:extLst>
          </p:cNvPr>
          <p:cNvSpPr/>
          <p:nvPr/>
        </p:nvSpPr>
        <p:spPr>
          <a:xfrm>
            <a:off x="1755373" y="2688407"/>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Heart Disease</a:t>
            </a:r>
            <a:endParaRPr lang="en-AU" dirty="0">
              <a:solidFill>
                <a:schemeClr val="tx1"/>
              </a:solidFill>
              <a:latin typeface="Arial Narrow" panose="020B0606020202030204" pitchFamily="34" charset="0"/>
            </a:endParaRPr>
          </a:p>
        </p:txBody>
      </p:sp>
      <p:sp>
        <p:nvSpPr>
          <p:cNvPr id="60" name="Rectangle 59">
            <a:extLst>
              <a:ext uri="{FF2B5EF4-FFF2-40B4-BE49-F238E27FC236}">
                <a16:creationId xmlns:a16="http://schemas.microsoft.com/office/drawing/2014/main" id="{432556BA-79C5-4CA3-82A3-9D1662FFB47C}"/>
              </a:ext>
            </a:extLst>
          </p:cNvPr>
          <p:cNvSpPr/>
          <p:nvPr/>
        </p:nvSpPr>
        <p:spPr>
          <a:xfrm>
            <a:off x="1755373" y="3176708"/>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Diabetes</a:t>
            </a:r>
            <a:endParaRPr lang="en-AU" dirty="0">
              <a:solidFill>
                <a:schemeClr val="tx1"/>
              </a:solidFill>
              <a:latin typeface="Arial Narrow" panose="020B0606020202030204" pitchFamily="34" charset="0"/>
            </a:endParaRPr>
          </a:p>
        </p:txBody>
      </p:sp>
      <p:sp>
        <p:nvSpPr>
          <p:cNvPr id="61" name="Rectangle 60">
            <a:extLst>
              <a:ext uri="{FF2B5EF4-FFF2-40B4-BE49-F238E27FC236}">
                <a16:creationId xmlns:a16="http://schemas.microsoft.com/office/drawing/2014/main" id="{0617273F-AA08-49F0-A2D6-A14FCC87A948}"/>
              </a:ext>
            </a:extLst>
          </p:cNvPr>
          <p:cNvSpPr/>
          <p:nvPr/>
        </p:nvSpPr>
        <p:spPr>
          <a:xfrm>
            <a:off x="1755373" y="3665009"/>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2" name="Rectangle 61">
            <a:extLst>
              <a:ext uri="{FF2B5EF4-FFF2-40B4-BE49-F238E27FC236}">
                <a16:creationId xmlns:a16="http://schemas.microsoft.com/office/drawing/2014/main" id="{85875A4D-AFA4-476A-8D81-F9CA4EFC1CD3}"/>
              </a:ext>
            </a:extLst>
          </p:cNvPr>
          <p:cNvSpPr/>
          <p:nvPr/>
        </p:nvSpPr>
        <p:spPr>
          <a:xfrm>
            <a:off x="1755373" y="4153310"/>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3" name="Rectangle 62">
            <a:extLst>
              <a:ext uri="{FF2B5EF4-FFF2-40B4-BE49-F238E27FC236}">
                <a16:creationId xmlns:a16="http://schemas.microsoft.com/office/drawing/2014/main" id="{85E43DC6-C32C-45A7-B8F6-9292264965F0}"/>
              </a:ext>
            </a:extLst>
          </p:cNvPr>
          <p:cNvSpPr/>
          <p:nvPr/>
        </p:nvSpPr>
        <p:spPr>
          <a:xfrm>
            <a:off x="1755373" y="4641611"/>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4" name="Rectangle 63">
            <a:extLst>
              <a:ext uri="{FF2B5EF4-FFF2-40B4-BE49-F238E27FC236}">
                <a16:creationId xmlns:a16="http://schemas.microsoft.com/office/drawing/2014/main" id="{B08F03FF-0CCE-4BD7-A7A2-06AD2EB991D8}"/>
              </a:ext>
            </a:extLst>
          </p:cNvPr>
          <p:cNvSpPr/>
          <p:nvPr/>
        </p:nvSpPr>
        <p:spPr>
          <a:xfrm>
            <a:off x="1755373" y="5129912"/>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Asthma</a:t>
            </a:r>
            <a:endParaRPr lang="en-AU" dirty="0">
              <a:solidFill>
                <a:schemeClr val="tx1"/>
              </a:solidFill>
              <a:latin typeface="Arial Narrow" panose="020B0606020202030204" pitchFamily="34" charset="0"/>
            </a:endParaRPr>
          </a:p>
        </p:txBody>
      </p:sp>
      <p:sp>
        <p:nvSpPr>
          <p:cNvPr id="65" name="Rectangle 64">
            <a:extLst>
              <a:ext uri="{FF2B5EF4-FFF2-40B4-BE49-F238E27FC236}">
                <a16:creationId xmlns:a16="http://schemas.microsoft.com/office/drawing/2014/main" id="{DD1C0551-ACE7-448B-B258-4BB3E87EF914}"/>
              </a:ext>
            </a:extLst>
          </p:cNvPr>
          <p:cNvSpPr/>
          <p:nvPr/>
        </p:nvSpPr>
        <p:spPr>
          <a:xfrm>
            <a:off x="1755373" y="5618213"/>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None</a:t>
            </a:r>
            <a:endParaRPr lang="en-AU" dirty="0">
              <a:solidFill>
                <a:schemeClr val="tx1"/>
              </a:solidFill>
              <a:latin typeface="Arial Narrow" panose="020B0606020202030204" pitchFamily="34" charset="0"/>
            </a:endParaRPr>
          </a:p>
        </p:txBody>
      </p:sp>
      <p:sp>
        <p:nvSpPr>
          <p:cNvPr id="66" name="Rectangle 65">
            <a:extLst>
              <a:ext uri="{FF2B5EF4-FFF2-40B4-BE49-F238E27FC236}">
                <a16:creationId xmlns:a16="http://schemas.microsoft.com/office/drawing/2014/main" id="{1B851FF8-6234-496E-958E-BE95A3F06E9B}"/>
              </a:ext>
            </a:extLst>
          </p:cNvPr>
          <p:cNvSpPr/>
          <p:nvPr/>
        </p:nvSpPr>
        <p:spPr>
          <a:xfrm>
            <a:off x="4015517" y="2200106"/>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7" name="Rectangle 66">
            <a:extLst>
              <a:ext uri="{FF2B5EF4-FFF2-40B4-BE49-F238E27FC236}">
                <a16:creationId xmlns:a16="http://schemas.microsoft.com/office/drawing/2014/main" id="{DE1EC9FF-A4CD-4277-955E-E586340652F8}"/>
              </a:ext>
            </a:extLst>
          </p:cNvPr>
          <p:cNvSpPr/>
          <p:nvPr/>
        </p:nvSpPr>
        <p:spPr>
          <a:xfrm>
            <a:off x="4015517" y="2688407"/>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8" name="Rectangle 67">
            <a:extLst>
              <a:ext uri="{FF2B5EF4-FFF2-40B4-BE49-F238E27FC236}">
                <a16:creationId xmlns:a16="http://schemas.microsoft.com/office/drawing/2014/main" id="{8D89AC36-0742-462D-BB9A-13541A228B69}"/>
              </a:ext>
            </a:extLst>
          </p:cNvPr>
          <p:cNvSpPr/>
          <p:nvPr/>
        </p:nvSpPr>
        <p:spPr>
          <a:xfrm>
            <a:off x="4015517" y="3176708"/>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69" name="Rectangle 68">
            <a:extLst>
              <a:ext uri="{FF2B5EF4-FFF2-40B4-BE49-F238E27FC236}">
                <a16:creationId xmlns:a16="http://schemas.microsoft.com/office/drawing/2014/main" id="{2205AC33-9FDD-4C20-9251-8EDE93B7E154}"/>
              </a:ext>
            </a:extLst>
          </p:cNvPr>
          <p:cNvSpPr/>
          <p:nvPr/>
        </p:nvSpPr>
        <p:spPr>
          <a:xfrm>
            <a:off x="4015517" y="3665009"/>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0" name="Rectangle 69">
            <a:extLst>
              <a:ext uri="{FF2B5EF4-FFF2-40B4-BE49-F238E27FC236}">
                <a16:creationId xmlns:a16="http://schemas.microsoft.com/office/drawing/2014/main" id="{F1E7DEA1-9F9C-43D3-821E-E4130A01C0E6}"/>
              </a:ext>
            </a:extLst>
          </p:cNvPr>
          <p:cNvSpPr/>
          <p:nvPr/>
        </p:nvSpPr>
        <p:spPr>
          <a:xfrm>
            <a:off x="4015517" y="4153310"/>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Minimal</a:t>
            </a:r>
            <a:endParaRPr lang="en-AU" dirty="0">
              <a:solidFill>
                <a:schemeClr val="tx1"/>
              </a:solidFill>
              <a:latin typeface="Arial Narrow" panose="020B0606020202030204" pitchFamily="34" charset="0"/>
            </a:endParaRPr>
          </a:p>
        </p:txBody>
      </p:sp>
      <p:sp>
        <p:nvSpPr>
          <p:cNvPr id="71" name="Rectangle 70">
            <a:extLst>
              <a:ext uri="{FF2B5EF4-FFF2-40B4-BE49-F238E27FC236}">
                <a16:creationId xmlns:a16="http://schemas.microsoft.com/office/drawing/2014/main" id="{3BCDA718-6115-41E1-82DB-47DF09B9F038}"/>
              </a:ext>
            </a:extLst>
          </p:cNvPr>
          <p:cNvSpPr/>
          <p:nvPr/>
        </p:nvSpPr>
        <p:spPr>
          <a:xfrm>
            <a:off x="4015517" y="4641611"/>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2" name="Rectangle 71">
            <a:extLst>
              <a:ext uri="{FF2B5EF4-FFF2-40B4-BE49-F238E27FC236}">
                <a16:creationId xmlns:a16="http://schemas.microsoft.com/office/drawing/2014/main" id="{AA3DA68F-6579-4209-9EDE-07E56659287D}"/>
              </a:ext>
            </a:extLst>
          </p:cNvPr>
          <p:cNvSpPr/>
          <p:nvPr/>
        </p:nvSpPr>
        <p:spPr>
          <a:xfrm>
            <a:off x="4015517" y="5129912"/>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Minimal</a:t>
            </a:r>
            <a:endParaRPr lang="en-AU" dirty="0">
              <a:solidFill>
                <a:schemeClr val="tx1"/>
              </a:solidFill>
              <a:latin typeface="Arial Narrow" panose="020B0606020202030204" pitchFamily="34" charset="0"/>
            </a:endParaRPr>
          </a:p>
        </p:txBody>
      </p:sp>
      <p:sp>
        <p:nvSpPr>
          <p:cNvPr id="73" name="Rectangle 72">
            <a:extLst>
              <a:ext uri="{FF2B5EF4-FFF2-40B4-BE49-F238E27FC236}">
                <a16:creationId xmlns:a16="http://schemas.microsoft.com/office/drawing/2014/main" id="{59C30626-DD0B-42BC-8B6D-81D18D1782A8}"/>
              </a:ext>
            </a:extLst>
          </p:cNvPr>
          <p:cNvSpPr/>
          <p:nvPr/>
        </p:nvSpPr>
        <p:spPr>
          <a:xfrm>
            <a:off x="4015517" y="5618213"/>
            <a:ext cx="1437940" cy="4079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Narrow" panose="020B0606020202030204" pitchFamily="34" charset="0"/>
              </a:rPr>
              <a:t>Moderate</a:t>
            </a:r>
            <a:endParaRPr lang="en-AU" dirty="0">
              <a:solidFill>
                <a:schemeClr val="tx1"/>
              </a:solidFill>
              <a:latin typeface="Arial Narrow" panose="020B0606020202030204" pitchFamily="34" charset="0"/>
            </a:endParaRPr>
          </a:p>
        </p:txBody>
      </p:sp>
      <p:sp>
        <p:nvSpPr>
          <p:cNvPr id="74" name="TextBox 73">
            <a:extLst>
              <a:ext uri="{FF2B5EF4-FFF2-40B4-BE49-F238E27FC236}">
                <a16:creationId xmlns:a16="http://schemas.microsoft.com/office/drawing/2014/main" id="{0BC5EFDD-B5EE-4CD3-9813-3FC4733EEA9A}"/>
              </a:ext>
            </a:extLst>
          </p:cNvPr>
          <p:cNvSpPr txBox="1"/>
          <p:nvPr/>
        </p:nvSpPr>
        <p:spPr>
          <a:xfrm>
            <a:off x="138223" y="999460"/>
            <a:ext cx="11802139"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But we can also look at the variables as pairs (i.e. both at the same time). This is referred to as a contingency table or a cross tabulation.</a:t>
            </a:r>
          </a:p>
        </p:txBody>
      </p:sp>
      <p:sp>
        <p:nvSpPr>
          <p:cNvPr id="99" name="Rectangle 98">
            <a:extLst>
              <a:ext uri="{FF2B5EF4-FFF2-40B4-BE49-F238E27FC236}">
                <a16:creationId xmlns:a16="http://schemas.microsoft.com/office/drawing/2014/main" id="{38D66BE2-B032-423D-8E5A-7793D9F01BD1}"/>
              </a:ext>
            </a:extLst>
          </p:cNvPr>
          <p:cNvSpPr/>
          <p:nvPr/>
        </p:nvSpPr>
        <p:spPr>
          <a:xfrm>
            <a:off x="6550349" y="3425711"/>
            <a:ext cx="1513489" cy="324000"/>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Asthma</a:t>
            </a:r>
          </a:p>
        </p:txBody>
      </p:sp>
      <p:sp>
        <p:nvSpPr>
          <p:cNvPr id="100" name="Rectangle 99">
            <a:extLst>
              <a:ext uri="{FF2B5EF4-FFF2-40B4-BE49-F238E27FC236}">
                <a16:creationId xmlns:a16="http://schemas.microsoft.com/office/drawing/2014/main" id="{BC1669C5-5338-438F-94D0-72A4B06A72E0}"/>
              </a:ext>
            </a:extLst>
          </p:cNvPr>
          <p:cNvSpPr/>
          <p:nvPr/>
        </p:nvSpPr>
        <p:spPr>
          <a:xfrm>
            <a:off x="6550349" y="3749711"/>
            <a:ext cx="1513489" cy="324000"/>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Diabetes</a:t>
            </a:r>
          </a:p>
        </p:txBody>
      </p:sp>
      <p:sp>
        <p:nvSpPr>
          <p:cNvPr id="101" name="Rectangle 100">
            <a:extLst>
              <a:ext uri="{FF2B5EF4-FFF2-40B4-BE49-F238E27FC236}">
                <a16:creationId xmlns:a16="http://schemas.microsoft.com/office/drawing/2014/main" id="{6B7C67E0-F05D-4A18-9C0C-DE6C1DE2847D}"/>
              </a:ext>
            </a:extLst>
          </p:cNvPr>
          <p:cNvSpPr/>
          <p:nvPr/>
        </p:nvSpPr>
        <p:spPr>
          <a:xfrm>
            <a:off x="6550349" y="4073711"/>
            <a:ext cx="1513489" cy="324000"/>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Heart Disease</a:t>
            </a:r>
          </a:p>
        </p:txBody>
      </p:sp>
      <p:sp>
        <p:nvSpPr>
          <p:cNvPr id="102" name="Rectangle 101">
            <a:extLst>
              <a:ext uri="{FF2B5EF4-FFF2-40B4-BE49-F238E27FC236}">
                <a16:creationId xmlns:a16="http://schemas.microsoft.com/office/drawing/2014/main" id="{5151ED00-2227-41D2-9CCD-CFE061218BB5}"/>
              </a:ext>
            </a:extLst>
          </p:cNvPr>
          <p:cNvSpPr/>
          <p:nvPr/>
        </p:nvSpPr>
        <p:spPr>
          <a:xfrm>
            <a:off x="6550349" y="4397711"/>
            <a:ext cx="1513489" cy="324000"/>
          </a:xfrm>
          <a:prstGeom prst="rect">
            <a:avLst/>
          </a:prstGeom>
          <a:solidFill>
            <a:schemeClr val="accent2">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None</a:t>
            </a:r>
          </a:p>
        </p:txBody>
      </p:sp>
      <p:sp>
        <p:nvSpPr>
          <p:cNvPr id="103" name="Rectangle 102">
            <a:extLst>
              <a:ext uri="{FF2B5EF4-FFF2-40B4-BE49-F238E27FC236}">
                <a16:creationId xmlns:a16="http://schemas.microsoft.com/office/drawing/2014/main" id="{22DD0A0A-8BD5-4CF6-8EBF-4E6671DAF667}"/>
              </a:ext>
            </a:extLst>
          </p:cNvPr>
          <p:cNvSpPr/>
          <p:nvPr/>
        </p:nvSpPr>
        <p:spPr>
          <a:xfrm>
            <a:off x="8065163" y="3422863"/>
            <a:ext cx="1513489" cy="324000"/>
          </a:xfrm>
          <a:prstGeom prst="rect">
            <a:avLst/>
          </a:prstGeom>
          <a:solidFill>
            <a:schemeClr val="bg1"/>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104" name="Rectangle 103">
            <a:extLst>
              <a:ext uri="{FF2B5EF4-FFF2-40B4-BE49-F238E27FC236}">
                <a16:creationId xmlns:a16="http://schemas.microsoft.com/office/drawing/2014/main" id="{83A25243-8CC0-4C41-87DE-F1A64776AC2C}"/>
              </a:ext>
            </a:extLst>
          </p:cNvPr>
          <p:cNvSpPr/>
          <p:nvPr/>
        </p:nvSpPr>
        <p:spPr>
          <a:xfrm>
            <a:off x="8065163" y="3746863"/>
            <a:ext cx="1513489" cy="324000"/>
          </a:xfrm>
          <a:prstGeom prst="rect">
            <a:avLst/>
          </a:prstGeom>
          <a:solidFill>
            <a:schemeClr val="bg1"/>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0</a:t>
            </a:r>
          </a:p>
        </p:txBody>
      </p:sp>
      <p:sp>
        <p:nvSpPr>
          <p:cNvPr id="105" name="Rectangle 104">
            <a:extLst>
              <a:ext uri="{FF2B5EF4-FFF2-40B4-BE49-F238E27FC236}">
                <a16:creationId xmlns:a16="http://schemas.microsoft.com/office/drawing/2014/main" id="{4BF439F0-FCDA-4A44-A743-D8452236F463}"/>
              </a:ext>
            </a:extLst>
          </p:cNvPr>
          <p:cNvSpPr/>
          <p:nvPr/>
        </p:nvSpPr>
        <p:spPr>
          <a:xfrm>
            <a:off x="8065163" y="4070863"/>
            <a:ext cx="1513489" cy="324000"/>
          </a:xfrm>
          <a:prstGeom prst="rect">
            <a:avLst/>
          </a:prstGeom>
          <a:solidFill>
            <a:schemeClr val="bg1"/>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0</a:t>
            </a:r>
          </a:p>
        </p:txBody>
      </p:sp>
      <p:sp>
        <p:nvSpPr>
          <p:cNvPr id="106" name="Rectangle 105">
            <a:extLst>
              <a:ext uri="{FF2B5EF4-FFF2-40B4-BE49-F238E27FC236}">
                <a16:creationId xmlns:a16="http://schemas.microsoft.com/office/drawing/2014/main" id="{033DE228-631F-4EB2-BAEE-9908BFF59BC3}"/>
              </a:ext>
            </a:extLst>
          </p:cNvPr>
          <p:cNvSpPr/>
          <p:nvPr/>
        </p:nvSpPr>
        <p:spPr>
          <a:xfrm>
            <a:off x="8065163" y="4394863"/>
            <a:ext cx="1513489" cy="324000"/>
          </a:xfrm>
          <a:prstGeom prst="rect">
            <a:avLst/>
          </a:prstGeom>
          <a:solidFill>
            <a:schemeClr val="bg1"/>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107" name="Rectangle 106">
            <a:extLst>
              <a:ext uri="{FF2B5EF4-FFF2-40B4-BE49-F238E27FC236}">
                <a16:creationId xmlns:a16="http://schemas.microsoft.com/office/drawing/2014/main" id="{F82204CA-57AB-4EFD-AFA5-E12A6532FD62}"/>
              </a:ext>
            </a:extLst>
          </p:cNvPr>
          <p:cNvSpPr/>
          <p:nvPr/>
        </p:nvSpPr>
        <p:spPr>
          <a:xfrm>
            <a:off x="9576869" y="3424690"/>
            <a:ext cx="1513489" cy="324000"/>
          </a:xfrm>
          <a:prstGeom prst="rect">
            <a:avLst/>
          </a:prstGeom>
          <a:solidFill>
            <a:schemeClr val="bg1"/>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0</a:t>
            </a:r>
          </a:p>
        </p:txBody>
      </p:sp>
      <p:sp>
        <p:nvSpPr>
          <p:cNvPr id="108" name="Rectangle 107">
            <a:extLst>
              <a:ext uri="{FF2B5EF4-FFF2-40B4-BE49-F238E27FC236}">
                <a16:creationId xmlns:a16="http://schemas.microsoft.com/office/drawing/2014/main" id="{6ACCC2CA-442D-4B1A-8D4F-239E1EAD97E9}"/>
              </a:ext>
            </a:extLst>
          </p:cNvPr>
          <p:cNvSpPr/>
          <p:nvPr/>
        </p:nvSpPr>
        <p:spPr>
          <a:xfrm>
            <a:off x="9576869" y="3748690"/>
            <a:ext cx="1513489" cy="324000"/>
          </a:xfrm>
          <a:prstGeom prst="rect">
            <a:avLst/>
          </a:prstGeom>
          <a:solidFill>
            <a:schemeClr val="bg1"/>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109" name="Rectangle 108">
            <a:extLst>
              <a:ext uri="{FF2B5EF4-FFF2-40B4-BE49-F238E27FC236}">
                <a16:creationId xmlns:a16="http://schemas.microsoft.com/office/drawing/2014/main" id="{F26EB435-DC35-4099-8CCD-FA57AD0092BC}"/>
              </a:ext>
            </a:extLst>
          </p:cNvPr>
          <p:cNvSpPr/>
          <p:nvPr/>
        </p:nvSpPr>
        <p:spPr>
          <a:xfrm>
            <a:off x="9576869" y="4072690"/>
            <a:ext cx="1513489" cy="324000"/>
          </a:xfrm>
          <a:prstGeom prst="rect">
            <a:avLst/>
          </a:prstGeom>
          <a:solidFill>
            <a:schemeClr val="bg1"/>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110" name="Rectangle 109">
            <a:extLst>
              <a:ext uri="{FF2B5EF4-FFF2-40B4-BE49-F238E27FC236}">
                <a16:creationId xmlns:a16="http://schemas.microsoft.com/office/drawing/2014/main" id="{58E8E706-B3E6-40E1-A9A1-B604EEE73802}"/>
              </a:ext>
            </a:extLst>
          </p:cNvPr>
          <p:cNvSpPr/>
          <p:nvPr/>
        </p:nvSpPr>
        <p:spPr>
          <a:xfrm>
            <a:off x="9576869" y="4396690"/>
            <a:ext cx="1513489" cy="324000"/>
          </a:xfrm>
          <a:prstGeom prst="rect">
            <a:avLst/>
          </a:prstGeom>
          <a:solidFill>
            <a:schemeClr val="bg1"/>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4</a:t>
            </a:r>
          </a:p>
        </p:txBody>
      </p:sp>
      <p:sp>
        <p:nvSpPr>
          <p:cNvPr id="111" name="!!ob!!">
            <a:extLst>
              <a:ext uri="{FF2B5EF4-FFF2-40B4-BE49-F238E27FC236}">
                <a16:creationId xmlns:a16="http://schemas.microsoft.com/office/drawing/2014/main" id="{DE4AD348-4D66-4810-B215-66E34914740C}"/>
              </a:ext>
            </a:extLst>
          </p:cNvPr>
          <p:cNvSpPr/>
          <p:nvPr/>
        </p:nvSpPr>
        <p:spPr>
          <a:xfrm>
            <a:off x="6549563" y="2774497"/>
            <a:ext cx="1513489" cy="324000"/>
          </a:xfrm>
          <a:prstGeom prst="rect">
            <a:avLst/>
          </a:prstGeom>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latin typeface="Arial Narrow" panose="020B0606020202030204" pitchFamily="34" charset="0"/>
            </a:endParaRPr>
          </a:p>
        </p:txBody>
      </p:sp>
      <p:sp>
        <p:nvSpPr>
          <p:cNvPr id="112" name="Rectangle 111">
            <a:extLst>
              <a:ext uri="{FF2B5EF4-FFF2-40B4-BE49-F238E27FC236}">
                <a16:creationId xmlns:a16="http://schemas.microsoft.com/office/drawing/2014/main" id="{E7438738-F08D-44D0-97D7-7888CDB9CDA2}"/>
              </a:ext>
            </a:extLst>
          </p:cNvPr>
          <p:cNvSpPr/>
          <p:nvPr/>
        </p:nvSpPr>
        <p:spPr>
          <a:xfrm>
            <a:off x="8064871" y="3098497"/>
            <a:ext cx="1513489" cy="324000"/>
          </a:xfrm>
          <a:prstGeom prst="rect">
            <a:avLst/>
          </a:prstGeom>
          <a:solidFill>
            <a:schemeClr val="accent6">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Minimal</a:t>
            </a:r>
          </a:p>
        </p:txBody>
      </p:sp>
      <p:sp>
        <p:nvSpPr>
          <p:cNvPr id="113" name="Rectangle 112">
            <a:extLst>
              <a:ext uri="{FF2B5EF4-FFF2-40B4-BE49-F238E27FC236}">
                <a16:creationId xmlns:a16="http://schemas.microsoft.com/office/drawing/2014/main" id="{2C733F58-7675-4A72-A946-CC50CA827010}"/>
              </a:ext>
            </a:extLst>
          </p:cNvPr>
          <p:cNvSpPr/>
          <p:nvPr/>
        </p:nvSpPr>
        <p:spPr>
          <a:xfrm>
            <a:off x="9578360" y="3098497"/>
            <a:ext cx="1513489" cy="324000"/>
          </a:xfrm>
          <a:prstGeom prst="rect">
            <a:avLst/>
          </a:prstGeom>
          <a:solidFill>
            <a:schemeClr val="accent6">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Moderate</a:t>
            </a:r>
          </a:p>
        </p:txBody>
      </p:sp>
      <p:sp>
        <p:nvSpPr>
          <p:cNvPr id="114" name="Rectangle 113">
            <a:extLst>
              <a:ext uri="{FF2B5EF4-FFF2-40B4-BE49-F238E27FC236}">
                <a16:creationId xmlns:a16="http://schemas.microsoft.com/office/drawing/2014/main" id="{032B2CFA-8C79-4B49-9512-F40B87F12606}"/>
              </a:ext>
            </a:extLst>
          </p:cNvPr>
          <p:cNvSpPr/>
          <p:nvPr/>
        </p:nvSpPr>
        <p:spPr>
          <a:xfrm>
            <a:off x="8063380" y="2773727"/>
            <a:ext cx="3028469" cy="324000"/>
          </a:xfrm>
          <a:prstGeom prst="rect">
            <a:avLst/>
          </a:prstGeom>
          <a:solidFill>
            <a:schemeClr val="accent6"/>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latin typeface="Arial Narrow" panose="020B0606020202030204" pitchFamily="34" charset="0"/>
              </a:rPr>
              <a:t>Exercise</a:t>
            </a:r>
          </a:p>
        </p:txBody>
      </p:sp>
      <p:sp>
        <p:nvSpPr>
          <p:cNvPr id="115" name="Rectangle 114">
            <a:extLst>
              <a:ext uri="{FF2B5EF4-FFF2-40B4-BE49-F238E27FC236}">
                <a16:creationId xmlns:a16="http://schemas.microsoft.com/office/drawing/2014/main" id="{B7F732A4-4A95-4A3B-B360-E84E889F3B18}"/>
              </a:ext>
            </a:extLst>
          </p:cNvPr>
          <p:cNvSpPr/>
          <p:nvPr/>
        </p:nvSpPr>
        <p:spPr>
          <a:xfrm>
            <a:off x="6550349" y="3098482"/>
            <a:ext cx="1513489" cy="324000"/>
          </a:xfrm>
          <a:prstGeom prst="rect">
            <a:avLst/>
          </a:prstGeom>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latin typeface="Arial Narrow" panose="020B0606020202030204" pitchFamily="34" charset="0"/>
              </a:rPr>
              <a:t>Condition</a:t>
            </a:r>
          </a:p>
        </p:txBody>
      </p:sp>
      <p:sp>
        <p:nvSpPr>
          <p:cNvPr id="116" name="Rectangle 115">
            <a:extLst>
              <a:ext uri="{FF2B5EF4-FFF2-40B4-BE49-F238E27FC236}">
                <a16:creationId xmlns:a16="http://schemas.microsoft.com/office/drawing/2014/main" id="{C5EACBAE-D0C2-4166-B6BD-483BC6B772DD}"/>
              </a:ext>
            </a:extLst>
          </p:cNvPr>
          <p:cNvSpPr/>
          <p:nvPr/>
        </p:nvSpPr>
        <p:spPr>
          <a:xfrm>
            <a:off x="11096981" y="3097090"/>
            <a:ext cx="602716" cy="324000"/>
          </a:xfrm>
          <a:prstGeom prst="rect">
            <a:avLst/>
          </a:prstGeom>
          <a:solidFill>
            <a:schemeClr val="accent5"/>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Total</a:t>
            </a:r>
          </a:p>
        </p:txBody>
      </p:sp>
      <p:sp>
        <p:nvSpPr>
          <p:cNvPr id="117" name="Rectangle 116">
            <a:extLst>
              <a:ext uri="{FF2B5EF4-FFF2-40B4-BE49-F238E27FC236}">
                <a16:creationId xmlns:a16="http://schemas.microsoft.com/office/drawing/2014/main" id="{48CF51E7-1FFA-47E7-A1A3-DC622DF36871}"/>
              </a:ext>
            </a:extLst>
          </p:cNvPr>
          <p:cNvSpPr/>
          <p:nvPr/>
        </p:nvSpPr>
        <p:spPr>
          <a:xfrm>
            <a:off x="11098497" y="3422863"/>
            <a:ext cx="601200" cy="324000"/>
          </a:xfrm>
          <a:prstGeom prst="rect">
            <a:avLst/>
          </a:prstGeom>
          <a:solidFill>
            <a:schemeClr val="accent5">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118" name="Rectangle 117">
            <a:extLst>
              <a:ext uri="{FF2B5EF4-FFF2-40B4-BE49-F238E27FC236}">
                <a16:creationId xmlns:a16="http://schemas.microsoft.com/office/drawing/2014/main" id="{1F9947CB-B088-4D3A-B2AB-46309A4589E5}"/>
              </a:ext>
            </a:extLst>
          </p:cNvPr>
          <p:cNvSpPr/>
          <p:nvPr/>
        </p:nvSpPr>
        <p:spPr>
          <a:xfrm>
            <a:off x="11098497" y="3746863"/>
            <a:ext cx="601200" cy="324000"/>
          </a:xfrm>
          <a:prstGeom prst="rect">
            <a:avLst/>
          </a:prstGeom>
          <a:solidFill>
            <a:schemeClr val="accent5">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119" name="Rectangle 118">
            <a:extLst>
              <a:ext uri="{FF2B5EF4-FFF2-40B4-BE49-F238E27FC236}">
                <a16:creationId xmlns:a16="http://schemas.microsoft.com/office/drawing/2014/main" id="{38661948-E5E5-400F-9F44-9DBAA999AA58}"/>
              </a:ext>
            </a:extLst>
          </p:cNvPr>
          <p:cNvSpPr/>
          <p:nvPr/>
        </p:nvSpPr>
        <p:spPr>
          <a:xfrm>
            <a:off x="11098497" y="4070863"/>
            <a:ext cx="601200" cy="324000"/>
          </a:xfrm>
          <a:prstGeom prst="rect">
            <a:avLst/>
          </a:prstGeom>
          <a:solidFill>
            <a:schemeClr val="accent5">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1</a:t>
            </a:r>
          </a:p>
        </p:txBody>
      </p:sp>
      <p:sp>
        <p:nvSpPr>
          <p:cNvPr id="120" name="Rectangle 119">
            <a:extLst>
              <a:ext uri="{FF2B5EF4-FFF2-40B4-BE49-F238E27FC236}">
                <a16:creationId xmlns:a16="http://schemas.microsoft.com/office/drawing/2014/main" id="{6B5BF711-EF03-47CD-9440-418FB6297EEE}"/>
              </a:ext>
            </a:extLst>
          </p:cNvPr>
          <p:cNvSpPr/>
          <p:nvPr/>
        </p:nvSpPr>
        <p:spPr>
          <a:xfrm>
            <a:off x="11098497" y="4394863"/>
            <a:ext cx="601200" cy="324000"/>
          </a:xfrm>
          <a:prstGeom prst="rect">
            <a:avLst/>
          </a:prstGeom>
          <a:solidFill>
            <a:schemeClr val="accent5">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5</a:t>
            </a:r>
          </a:p>
        </p:txBody>
      </p:sp>
      <p:sp>
        <p:nvSpPr>
          <p:cNvPr id="121" name="Rectangle 120">
            <a:extLst>
              <a:ext uri="{FF2B5EF4-FFF2-40B4-BE49-F238E27FC236}">
                <a16:creationId xmlns:a16="http://schemas.microsoft.com/office/drawing/2014/main" id="{EFB46D79-A8B8-484B-A970-A521A28B562C}"/>
              </a:ext>
            </a:extLst>
          </p:cNvPr>
          <p:cNvSpPr/>
          <p:nvPr/>
        </p:nvSpPr>
        <p:spPr>
          <a:xfrm>
            <a:off x="11098800" y="2773090"/>
            <a:ext cx="600897" cy="324000"/>
          </a:xfrm>
          <a:prstGeom prst="rect">
            <a:avLst/>
          </a:prstGeom>
          <a:solidFill>
            <a:schemeClr val="accent5"/>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schemeClr val="tx1"/>
              </a:solidFill>
              <a:latin typeface="Arial Narrow" panose="020B0606020202030204" pitchFamily="34" charset="0"/>
            </a:endParaRPr>
          </a:p>
        </p:txBody>
      </p:sp>
      <p:sp>
        <p:nvSpPr>
          <p:cNvPr id="122" name="Rectangle 121">
            <a:extLst>
              <a:ext uri="{FF2B5EF4-FFF2-40B4-BE49-F238E27FC236}">
                <a16:creationId xmlns:a16="http://schemas.microsoft.com/office/drawing/2014/main" id="{83B65CCC-7C48-4666-A702-C2D9962B5735}"/>
              </a:ext>
            </a:extLst>
          </p:cNvPr>
          <p:cNvSpPr/>
          <p:nvPr/>
        </p:nvSpPr>
        <p:spPr>
          <a:xfrm>
            <a:off x="6552000" y="4720690"/>
            <a:ext cx="1512000" cy="324000"/>
          </a:xfrm>
          <a:prstGeom prst="rect">
            <a:avLst/>
          </a:prstGeom>
          <a:solidFill>
            <a:schemeClr val="accent5"/>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AU">
                <a:solidFill>
                  <a:schemeClr val="tx1"/>
                </a:solidFill>
                <a:latin typeface="Arial Narrow" panose="020B0606020202030204" pitchFamily="34" charset="0"/>
              </a:rPr>
              <a:t>Total</a:t>
            </a:r>
          </a:p>
        </p:txBody>
      </p:sp>
      <p:sp>
        <p:nvSpPr>
          <p:cNvPr id="123" name="Rectangle 122">
            <a:extLst>
              <a:ext uri="{FF2B5EF4-FFF2-40B4-BE49-F238E27FC236}">
                <a16:creationId xmlns:a16="http://schemas.microsoft.com/office/drawing/2014/main" id="{72B7398F-4B1F-40E6-8453-26FBD6C76CCA}"/>
              </a:ext>
            </a:extLst>
          </p:cNvPr>
          <p:cNvSpPr/>
          <p:nvPr/>
        </p:nvSpPr>
        <p:spPr>
          <a:xfrm>
            <a:off x="8063052" y="4720690"/>
            <a:ext cx="1513489" cy="324000"/>
          </a:xfrm>
          <a:prstGeom prst="rect">
            <a:avLst/>
          </a:prstGeom>
          <a:solidFill>
            <a:schemeClr val="accent5">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2</a:t>
            </a:r>
          </a:p>
        </p:txBody>
      </p:sp>
      <p:sp>
        <p:nvSpPr>
          <p:cNvPr id="124" name="Rectangle 123">
            <a:extLst>
              <a:ext uri="{FF2B5EF4-FFF2-40B4-BE49-F238E27FC236}">
                <a16:creationId xmlns:a16="http://schemas.microsoft.com/office/drawing/2014/main" id="{6B77B450-E2C8-4EFC-BF91-CF8568A960D5}"/>
              </a:ext>
            </a:extLst>
          </p:cNvPr>
          <p:cNvSpPr/>
          <p:nvPr/>
        </p:nvSpPr>
        <p:spPr>
          <a:xfrm>
            <a:off x="9574758" y="4720690"/>
            <a:ext cx="1513489" cy="324000"/>
          </a:xfrm>
          <a:prstGeom prst="rect">
            <a:avLst/>
          </a:prstGeom>
          <a:solidFill>
            <a:schemeClr val="accent5">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6</a:t>
            </a:r>
          </a:p>
        </p:txBody>
      </p:sp>
      <p:sp>
        <p:nvSpPr>
          <p:cNvPr id="125" name="Rectangle 124">
            <a:extLst>
              <a:ext uri="{FF2B5EF4-FFF2-40B4-BE49-F238E27FC236}">
                <a16:creationId xmlns:a16="http://schemas.microsoft.com/office/drawing/2014/main" id="{3B114BFC-B0CF-46D1-A39C-63028832C432}"/>
              </a:ext>
            </a:extLst>
          </p:cNvPr>
          <p:cNvSpPr/>
          <p:nvPr/>
        </p:nvSpPr>
        <p:spPr>
          <a:xfrm>
            <a:off x="11098800" y="4720690"/>
            <a:ext cx="601200" cy="324000"/>
          </a:xfrm>
          <a:prstGeom prst="rect">
            <a:avLst/>
          </a:prstGeom>
          <a:solidFill>
            <a:schemeClr val="accent5">
              <a:lumMod val="20000"/>
              <a:lumOff val="8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a:solidFill>
                  <a:schemeClr val="tx1"/>
                </a:solidFill>
                <a:latin typeface="Arial Narrow" panose="020B0606020202030204" pitchFamily="34" charset="0"/>
              </a:rPr>
              <a:t>8</a:t>
            </a:r>
          </a:p>
        </p:txBody>
      </p:sp>
    </p:spTree>
    <p:extLst>
      <p:ext uri="{BB962C8B-B14F-4D97-AF65-F5344CB8AC3E}">
        <p14:creationId xmlns:p14="http://schemas.microsoft.com/office/powerpoint/2010/main" val="13408349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Visualising Categorical Data</a:t>
            </a:r>
          </a:p>
        </p:txBody>
      </p:sp>
      <p:pic>
        <p:nvPicPr>
          <p:cNvPr id="3" name="Picture 2">
            <a:extLst>
              <a:ext uri="{FF2B5EF4-FFF2-40B4-BE49-F238E27FC236}">
                <a16:creationId xmlns:a16="http://schemas.microsoft.com/office/drawing/2014/main" id="{A90B0070-CDED-4240-AB13-C12FE1745A92}"/>
              </a:ext>
            </a:extLst>
          </p:cNvPr>
          <p:cNvPicPr>
            <a:picLocks noChangeAspect="1"/>
          </p:cNvPicPr>
          <p:nvPr/>
        </p:nvPicPr>
        <p:blipFill rotWithShape="1">
          <a:blip r:embed="rId3"/>
          <a:srcRect t="17829"/>
          <a:stretch/>
        </p:blipFill>
        <p:spPr>
          <a:xfrm>
            <a:off x="871717" y="1013004"/>
            <a:ext cx="10448566" cy="4831992"/>
          </a:xfrm>
          <a:prstGeom prst="rect">
            <a:avLst/>
          </a:prstGeom>
        </p:spPr>
      </p:pic>
    </p:spTree>
    <p:extLst>
      <p:ext uri="{BB962C8B-B14F-4D97-AF65-F5344CB8AC3E}">
        <p14:creationId xmlns:p14="http://schemas.microsoft.com/office/powerpoint/2010/main" val="23857644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Contingency Table and Probabilities</a:t>
            </a:r>
          </a:p>
        </p:txBody>
      </p:sp>
      <p:graphicFrame>
        <p:nvGraphicFramePr>
          <p:cNvPr id="5" name="Table 4">
            <a:extLst>
              <a:ext uri="{FF2B5EF4-FFF2-40B4-BE49-F238E27FC236}">
                <a16:creationId xmlns:a16="http://schemas.microsoft.com/office/drawing/2014/main" id="{BBB069A5-ACF0-4965-AF70-F611F20FF7B5}"/>
              </a:ext>
            </a:extLst>
          </p:cNvPr>
          <p:cNvGraphicFramePr>
            <a:graphicFrameLocks noGrp="1"/>
          </p:cNvGraphicFramePr>
          <p:nvPr/>
        </p:nvGraphicFramePr>
        <p:xfrm>
          <a:off x="3597134" y="1258360"/>
          <a:ext cx="4881918" cy="1783080"/>
        </p:xfrm>
        <a:graphic>
          <a:graphicData uri="http://schemas.openxmlformats.org/drawingml/2006/table">
            <a:tbl>
              <a:tblPr/>
              <a:tblGrid>
                <a:gridCol w="1457262">
                  <a:extLst>
                    <a:ext uri="{9D8B030D-6E8A-4147-A177-3AD203B41FA5}">
                      <a16:colId xmlns:a16="http://schemas.microsoft.com/office/drawing/2014/main" val="3160722099"/>
                    </a:ext>
                  </a:extLst>
                </a:gridCol>
                <a:gridCol w="1352316">
                  <a:extLst>
                    <a:ext uri="{9D8B030D-6E8A-4147-A177-3AD203B41FA5}">
                      <a16:colId xmlns:a16="http://schemas.microsoft.com/office/drawing/2014/main" val="1361646133"/>
                    </a:ext>
                  </a:extLst>
                </a:gridCol>
                <a:gridCol w="1120839">
                  <a:extLst>
                    <a:ext uri="{9D8B030D-6E8A-4147-A177-3AD203B41FA5}">
                      <a16:colId xmlns:a16="http://schemas.microsoft.com/office/drawing/2014/main" val="1042390536"/>
                    </a:ext>
                  </a:extLst>
                </a:gridCol>
                <a:gridCol w="951501">
                  <a:extLst>
                    <a:ext uri="{9D8B030D-6E8A-4147-A177-3AD203B41FA5}">
                      <a16:colId xmlns:a16="http://schemas.microsoft.com/office/drawing/2014/main" val="1247498534"/>
                    </a:ext>
                  </a:extLst>
                </a:gridCol>
              </a:tblGrid>
              <a:tr h="180975">
                <a:tc>
                  <a:txBody>
                    <a:bodyPr/>
                    <a:lstStyle/>
                    <a:p>
                      <a:pPr algn="l" fontAlgn="b"/>
                      <a:r>
                        <a:rPr lang="en-AU" sz="1400" b="1" i="0" u="none" strike="noStrike">
                          <a:solidFill>
                            <a:srgbClr val="000000"/>
                          </a:solidFill>
                          <a:effectLst/>
                          <a:latin typeface="Aptos Narrow" panose="02110004020202020204"/>
                        </a:rPr>
                        <a:t>Row Labels</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Minimal</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Moderate</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Total</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3670737354"/>
                  </a:ext>
                </a:extLst>
              </a:tr>
              <a:tr h="180975">
                <a:tc>
                  <a:txBody>
                    <a:bodyPr/>
                    <a:lstStyle/>
                    <a:p>
                      <a:pPr algn="l" fontAlgn="b"/>
                      <a:r>
                        <a:rPr lang="en-AU" sz="1400" b="0" i="0" u="none" strike="noStrike">
                          <a:solidFill>
                            <a:srgbClr val="000000"/>
                          </a:solidFill>
                          <a:effectLst/>
                          <a:latin typeface="Aptos Narrow" panose="02110004020202020204"/>
                        </a:rPr>
                        <a:t>Asthma</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260</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166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426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524402350"/>
                  </a:ext>
                </a:extLst>
              </a:tr>
              <a:tr h="180975">
                <a:tc>
                  <a:txBody>
                    <a:bodyPr/>
                    <a:lstStyle/>
                    <a:p>
                      <a:pPr algn="l" fontAlgn="b"/>
                      <a:r>
                        <a:rPr lang="en-AU" sz="1400" b="0" i="0" u="none" strike="noStrike">
                          <a:solidFill>
                            <a:srgbClr val="000000"/>
                          </a:solidFill>
                          <a:effectLst/>
                          <a:latin typeface="Aptos Narrow" panose="02110004020202020204"/>
                        </a:rPr>
                        <a:t>Cancer</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256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125</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381</a:t>
                      </a:r>
                    </a:p>
                  </a:txBody>
                  <a:tcPr marL="9525" marR="9525" marT="9525" marB="0" anchor="b">
                    <a:lnL>
                      <a:noFill/>
                    </a:lnL>
                    <a:lnR>
                      <a:noFill/>
                    </a:lnR>
                    <a:lnT>
                      <a:noFill/>
                    </a:lnT>
                    <a:lnB>
                      <a:noFill/>
                    </a:lnB>
                    <a:noFill/>
                  </a:tcPr>
                </a:tc>
                <a:extLst>
                  <a:ext uri="{0D108BD9-81ED-4DB2-BD59-A6C34878D82A}">
                    <a16:rowId xmlns:a16="http://schemas.microsoft.com/office/drawing/2014/main" val="1021259156"/>
                  </a:ext>
                </a:extLst>
              </a:tr>
              <a:tr h="180975">
                <a:tc>
                  <a:txBody>
                    <a:bodyPr/>
                    <a:lstStyle/>
                    <a:p>
                      <a:pPr algn="l" fontAlgn="b"/>
                      <a:r>
                        <a:rPr lang="en-AU" sz="1400" b="0" i="0" u="none" strike="noStrike">
                          <a:solidFill>
                            <a:srgbClr val="000000"/>
                          </a:solidFill>
                          <a:effectLst/>
                          <a:latin typeface="Aptos Narrow" panose="02110004020202020204"/>
                        </a:rPr>
                        <a:t>Depression</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323</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170</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493</a:t>
                      </a:r>
                    </a:p>
                  </a:txBody>
                  <a:tcPr marL="9525" marR="9525" marT="9525" marB="0" anchor="b">
                    <a:lnL>
                      <a:noFill/>
                    </a:lnL>
                    <a:lnR>
                      <a:noFill/>
                    </a:lnR>
                    <a:lnT>
                      <a:noFill/>
                    </a:lnT>
                    <a:lnB>
                      <a:noFill/>
                    </a:lnB>
                    <a:noFill/>
                  </a:tcPr>
                </a:tc>
                <a:extLst>
                  <a:ext uri="{0D108BD9-81ED-4DB2-BD59-A6C34878D82A}">
                    <a16:rowId xmlns:a16="http://schemas.microsoft.com/office/drawing/2014/main" val="186161523"/>
                  </a:ext>
                </a:extLst>
              </a:tr>
              <a:tr h="180975">
                <a:tc>
                  <a:txBody>
                    <a:bodyPr/>
                    <a:lstStyle/>
                    <a:p>
                      <a:pPr algn="l" fontAlgn="b"/>
                      <a:r>
                        <a:rPr lang="en-AU" sz="1400" b="0" i="0" u="none" strike="noStrike">
                          <a:solidFill>
                            <a:srgbClr val="000000"/>
                          </a:solidFill>
                          <a:effectLst/>
                          <a:latin typeface="Aptos Narrow" panose="02110004020202020204"/>
                        </a:rPr>
                        <a:t>Diabetes</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146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56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202</a:t>
                      </a:r>
                    </a:p>
                  </a:txBody>
                  <a:tcPr marL="9525" marR="9525" marT="9525" marB="0" anchor="b">
                    <a:lnL>
                      <a:noFill/>
                    </a:lnL>
                    <a:lnR>
                      <a:noFill/>
                    </a:lnR>
                    <a:lnT>
                      <a:noFill/>
                    </a:lnT>
                    <a:lnB>
                      <a:noFill/>
                    </a:lnB>
                    <a:noFill/>
                  </a:tcPr>
                </a:tc>
                <a:extLst>
                  <a:ext uri="{0D108BD9-81ED-4DB2-BD59-A6C34878D82A}">
                    <a16:rowId xmlns:a16="http://schemas.microsoft.com/office/drawing/2014/main" val="2724281700"/>
                  </a:ext>
                </a:extLst>
              </a:tr>
              <a:tr h="180975">
                <a:tc>
                  <a:txBody>
                    <a:bodyPr/>
                    <a:lstStyle/>
                    <a:p>
                      <a:pPr algn="l" fontAlgn="b"/>
                      <a:r>
                        <a:rPr lang="en-AU" sz="1400" b="0" i="0" u="none" strike="noStrike">
                          <a:solidFill>
                            <a:srgbClr val="000000"/>
                          </a:solidFill>
                          <a:effectLst/>
                          <a:latin typeface="Aptos Narrow" panose="02110004020202020204"/>
                        </a:rPr>
                        <a:t>Heart Disease</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220</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43</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263</a:t>
                      </a:r>
                    </a:p>
                  </a:txBody>
                  <a:tcPr marL="9525" marR="9525" marT="9525" marB="0" anchor="b">
                    <a:lnL>
                      <a:noFill/>
                    </a:lnL>
                    <a:lnR>
                      <a:noFill/>
                    </a:lnR>
                    <a:lnT>
                      <a:noFill/>
                    </a:lnT>
                    <a:lnB>
                      <a:noFill/>
                    </a:lnB>
                    <a:noFill/>
                  </a:tcPr>
                </a:tc>
                <a:extLst>
                  <a:ext uri="{0D108BD9-81ED-4DB2-BD59-A6C34878D82A}">
                    <a16:rowId xmlns:a16="http://schemas.microsoft.com/office/drawing/2014/main" val="1312505835"/>
                  </a:ext>
                </a:extLst>
              </a:tr>
              <a:tr h="180975">
                <a:tc>
                  <a:txBody>
                    <a:bodyPr/>
                    <a:lstStyle/>
                    <a:p>
                      <a:pPr algn="l" fontAlgn="b"/>
                      <a:r>
                        <a:rPr lang="en-AU" sz="1400" b="0" i="0" u="none" strike="noStrike">
                          <a:solidFill>
                            <a:srgbClr val="000000"/>
                          </a:solidFill>
                          <a:effectLst/>
                          <a:latin typeface="Aptos Narrow" panose="02110004020202020204"/>
                        </a:rPr>
                        <a:t>None of Above</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2011</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1224</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3235</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833777439"/>
                  </a:ext>
                </a:extLst>
              </a:tr>
              <a:tr h="180975">
                <a:tc>
                  <a:txBody>
                    <a:bodyPr/>
                    <a:lstStyle/>
                    <a:p>
                      <a:pPr algn="l" fontAlgn="b"/>
                      <a:r>
                        <a:rPr lang="en-AU" sz="1400" b="1" i="0" u="none" strike="noStrike">
                          <a:solidFill>
                            <a:srgbClr val="000000"/>
                          </a:solidFill>
                          <a:effectLst/>
                          <a:latin typeface="Aptos Narrow" panose="02110004020202020204"/>
                        </a:rPr>
                        <a:t>Total</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a:solidFill>
                            <a:srgbClr val="000000"/>
                          </a:solidFill>
                          <a:effectLst/>
                          <a:latin typeface="Aptos Narrow" panose="02110004020202020204"/>
                        </a:rPr>
                        <a:t>3216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a:solidFill>
                            <a:srgbClr val="000000"/>
                          </a:solidFill>
                          <a:effectLst/>
                          <a:latin typeface="Aptos Narrow" panose="02110004020202020204"/>
                        </a:rPr>
                        <a:t>1784</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dirty="0">
                          <a:solidFill>
                            <a:srgbClr val="000000"/>
                          </a:solidFill>
                          <a:effectLst/>
                          <a:latin typeface="Aptos Narrow" panose="02110004020202020204"/>
                        </a:rPr>
                        <a:t>5000</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3501994308"/>
                  </a:ext>
                </a:extLst>
              </a:tr>
            </a:tbl>
          </a:graphicData>
        </a:graphic>
      </p:graphicFrame>
      <p:sp>
        <p:nvSpPr>
          <p:cNvPr id="6" name="Rectangle 5">
            <a:extLst>
              <a:ext uri="{FF2B5EF4-FFF2-40B4-BE49-F238E27FC236}">
                <a16:creationId xmlns:a16="http://schemas.microsoft.com/office/drawing/2014/main" id="{65910D22-2C89-42CE-A60C-7F0FD45C3083}"/>
              </a:ext>
            </a:extLst>
          </p:cNvPr>
          <p:cNvSpPr/>
          <p:nvPr/>
        </p:nvSpPr>
        <p:spPr>
          <a:xfrm>
            <a:off x="815046" y="3601234"/>
            <a:ext cx="2289183" cy="29904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AU" sz="1400" dirty="0">
                <a:latin typeface="Arial Narrow" panose="020B0606020202030204" pitchFamily="34" charset="0"/>
              </a:rPr>
              <a:t>Divide by Row Totals</a:t>
            </a:r>
          </a:p>
        </p:txBody>
      </p:sp>
      <p:sp>
        <p:nvSpPr>
          <p:cNvPr id="7" name="Rectangle 6">
            <a:extLst>
              <a:ext uri="{FF2B5EF4-FFF2-40B4-BE49-F238E27FC236}">
                <a16:creationId xmlns:a16="http://schemas.microsoft.com/office/drawing/2014/main" id="{CB8711DD-83AA-4BB4-B3B8-B1A7DDBA3A72}"/>
              </a:ext>
            </a:extLst>
          </p:cNvPr>
          <p:cNvSpPr/>
          <p:nvPr/>
        </p:nvSpPr>
        <p:spPr>
          <a:xfrm>
            <a:off x="4951408" y="3601234"/>
            <a:ext cx="2289183" cy="29904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1400" dirty="0">
                <a:latin typeface="Arial Narrow" panose="020B0606020202030204" pitchFamily="34" charset="0"/>
              </a:rPr>
              <a:t>Divide by Grand Total</a:t>
            </a:r>
          </a:p>
        </p:txBody>
      </p:sp>
      <p:sp>
        <p:nvSpPr>
          <p:cNvPr id="8" name="Rectangle 7">
            <a:extLst>
              <a:ext uri="{FF2B5EF4-FFF2-40B4-BE49-F238E27FC236}">
                <a16:creationId xmlns:a16="http://schemas.microsoft.com/office/drawing/2014/main" id="{1B82BEA6-FA17-4F89-80E5-E50DB0735065}"/>
              </a:ext>
            </a:extLst>
          </p:cNvPr>
          <p:cNvSpPr/>
          <p:nvPr/>
        </p:nvSpPr>
        <p:spPr>
          <a:xfrm>
            <a:off x="9077780" y="3601234"/>
            <a:ext cx="2289183" cy="29904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AU" sz="1400" dirty="0">
                <a:latin typeface="Arial Narrow" panose="020B0606020202030204" pitchFamily="34" charset="0"/>
              </a:rPr>
              <a:t>Divide by Column Totals</a:t>
            </a:r>
          </a:p>
        </p:txBody>
      </p:sp>
      <p:cxnSp>
        <p:nvCxnSpPr>
          <p:cNvPr id="9" name="Straight Connector 8">
            <a:extLst>
              <a:ext uri="{FF2B5EF4-FFF2-40B4-BE49-F238E27FC236}">
                <a16:creationId xmlns:a16="http://schemas.microsoft.com/office/drawing/2014/main" id="{A0C71261-D018-4271-B222-C0B7AAD31E49}"/>
              </a:ext>
            </a:extLst>
          </p:cNvPr>
          <p:cNvCxnSpPr>
            <a:cxnSpLocks/>
          </p:cNvCxnSpPr>
          <p:nvPr/>
        </p:nvCxnSpPr>
        <p:spPr>
          <a:xfrm flipV="1">
            <a:off x="1959637" y="3338624"/>
            <a:ext cx="0" cy="2196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1B4816A-515F-4A92-B8B6-8DF3C0EAC05B}"/>
              </a:ext>
            </a:extLst>
          </p:cNvPr>
          <p:cNvCxnSpPr>
            <a:cxnSpLocks/>
          </p:cNvCxnSpPr>
          <p:nvPr/>
        </p:nvCxnSpPr>
        <p:spPr>
          <a:xfrm flipV="1">
            <a:off x="6096372" y="3337654"/>
            <a:ext cx="0" cy="220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6240CF-C005-4CAC-B012-5699C81A0F11}"/>
              </a:ext>
            </a:extLst>
          </p:cNvPr>
          <p:cNvCxnSpPr>
            <a:cxnSpLocks/>
          </p:cNvCxnSpPr>
          <p:nvPr/>
        </p:nvCxnSpPr>
        <p:spPr>
          <a:xfrm flipV="1">
            <a:off x="10225812" y="3331643"/>
            <a:ext cx="0" cy="226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5CCD889-2803-40B3-B16C-28678BDA22A9}"/>
              </a:ext>
            </a:extLst>
          </p:cNvPr>
          <p:cNvCxnSpPr>
            <a:cxnSpLocks/>
          </p:cNvCxnSpPr>
          <p:nvPr/>
        </p:nvCxnSpPr>
        <p:spPr>
          <a:xfrm flipH="1">
            <a:off x="1959637" y="3338336"/>
            <a:ext cx="82627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DB4C369-B29D-40B0-9E43-222F7741336D}"/>
              </a:ext>
            </a:extLst>
          </p:cNvPr>
          <p:cNvCxnSpPr>
            <a:cxnSpLocks/>
          </p:cNvCxnSpPr>
          <p:nvPr/>
        </p:nvCxnSpPr>
        <p:spPr>
          <a:xfrm>
            <a:off x="6107883" y="3948258"/>
            <a:ext cx="0" cy="245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7B4DF0-F8F6-4FEB-A991-56F7E9C2ED4A}"/>
              </a:ext>
            </a:extLst>
          </p:cNvPr>
          <p:cNvCxnSpPr>
            <a:cxnSpLocks/>
          </p:cNvCxnSpPr>
          <p:nvPr/>
        </p:nvCxnSpPr>
        <p:spPr>
          <a:xfrm flipV="1">
            <a:off x="6157766" y="3085861"/>
            <a:ext cx="0" cy="252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22B7EF9-D848-46F3-9786-F9A097582C89}"/>
              </a:ext>
            </a:extLst>
          </p:cNvPr>
          <p:cNvCxnSpPr>
            <a:cxnSpLocks/>
          </p:cNvCxnSpPr>
          <p:nvPr/>
        </p:nvCxnSpPr>
        <p:spPr>
          <a:xfrm>
            <a:off x="1959637" y="3948258"/>
            <a:ext cx="0" cy="245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6CFCE95-C625-4677-9484-51210E3BA921}"/>
              </a:ext>
            </a:extLst>
          </p:cNvPr>
          <p:cNvCxnSpPr>
            <a:cxnSpLocks/>
          </p:cNvCxnSpPr>
          <p:nvPr/>
        </p:nvCxnSpPr>
        <p:spPr>
          <a:xfrm>
            <a:off x="10222371" y="3948258"/>
            <a:ext cx="0" cy="245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A8C4CECC-68BC-4BA2-9812-948290ED46C0}"/>
              </a:ext>
            </a:extLst>
          </p:cNvPr>
          <p:cNvGraphicFramePr>
            <a:graphicFrameLocks noGrp="1"/>
          </p:cNvGraphicFramePr>
          <p:nvPr/>
        </p:nvGraphicFramePr>
        <p:xfrm>
          <a:off x="4452080" y="4241864"/>
          <a:ext cx="3299840" cy="1783080"/>
        </p:xfrm>
        <a:graphic>
          <a:graphicData uri="http://schemas.openxmlformats.org/drawingml/2006/table">
            <a:tbl>
              <a:tblPr/>
              <a:tblGrid>
                <a:gridCol w="1074420">
                  <a:extLst>
                    <a:ext uri="{9D8B030D-6E8A-4147-A177-3AD203B41FA5}">
                      <a16:colId xmlns:a16="http://schemas.microsoft.com/office/drawing/2014/main" val="2281234915"/>
                    </a:ext>
                  </a:extLst>
                </a:gridCol>
                <a:gridCol w="642937">
                  <a:extLst>
                    <a:ext uri="{9D8B030D-6E8A-4147-A177-3AD203B41FA5}">
                      <a16:colId xmlns:a16="http://schemas.microsoft.com/office/drawing/2014/main" val="411588742"/>
                    </a:ext>
                  </a:extLst>
                </a:gridCol>
                <a:gridCol w="723582">
                  <a:extLst>
                    <a:ext uri="{9D8B030D-6E8A-4147-A177-3AD203B41FA5}">
                      <a16:colId xmlns:a16="http://schemas.microsoft.com/office/drawing/2014/main" val="2011801238"/>
                    </a:ext>
                  </a:extLst>
                </a:gridCol>
                <a:gridCol w="858901">
                  <a:extLst>
                    <a:ext uri="{9D8B030D-6E8A-4147-A177-3AD203B41FA5}">
                      <a16:colId xmlns:a16="http://schemas.microsoft.com/office/drawing/2014/main" val="537277070"/>
                    </a:ext>
                  </a:extLst>
                </a:gridCol>
              </a:tblGrid>
              <a:tr h="190500">
                <a:tc>
                  <a:txBody>
                    <a:bodyPr/>
                    <a:lstStyle/>
                    <a:p>
                      <a:pPr algn="l" fontAlgn="b"/>
                      <a:r>
                        <a:rPr lang="en-AU" sz="1400" b="1" i="0" u="none" strike="noStrike" dirty="0">
                          <a:solidFill>
                            <a:srgbClr val="000000"/>
                          </a:solidFill>
                          <a:effectLst/>
                          <a:latin typeface="Arial Narrow" panose="020B0606020202030204" pitchFamily="34" charset="0"/>
                        </a:rPr>
                        <a:t>Row Labels</a:t>
                      </a:r>
                    </a:p>
                  </a:txBody>
                  <a:tcPr marL="9525" marR="9525" marT="9525" marB="0" anchor="b">
                    <a:lnL>
                      <a:noFill/>
                    </a:lnL>
                    <a:lnR>
                      <a:noFill/>
                    </a:lnR>
                    <a:lnT>
                      <a:noFill/>
                    </a:lnT>
                    <a:lnB>
                      <a:noFill/>
                    </a:lnB>
                    <a:solidFill>
                      <a:schemeClr val="accent4"/>
                    </a:solidFill>
                  </a:tcPr>
                </a:tc>
                <a:tc>
                  <a:txBody>
                    <a:bodyPr/>
                    <a:lstStyle/>
                    <a:p>
                      <a:pPr algn="ctr" fontAlgn="b"/>
                      <a:r>
                        <a:rPr lang="en-AU" sz="1400" b="1" i="0" u="none" strike="noStrike" dirty="0">
                          <a:solidFill>
                            <a:srgbClr val="000000"/>
                          </a:solidFill>
                          <a:effectLst/>
                          <a:latin typeface="Arial Narrow" panose="020B0606020202030204" pitchFamily="34" charset="0"/>
                        </a:rPr>
                        <a:t>Minimal</a:t>
                      </a:r>
                    </a:p>
                  </a:txBody>
                  <a:tcPr marL="9525" marR="9525" marT="9525" marB="0" anchor="b">
                    <a:lnL>
                      <a:noFill/>
                    </a:lnL>
                    <a:lnR>
                      <a:noFill/>
                    </a:lnR>
                    <a:lnT>
                      <a:noFill/>
                    </a:lnT>
                    <a:lnB>
                      <a:noFill/>
                    </a:lnB>
                    <a:solidFill>
                      <a:schemeClr val="accent4"/>
                    </a:solidFill>
                  </a:tcPr>
                </a:tc>
                <a:tc>
                  <a:txBody>
                    <a:bodyPr/>
                    <a:lstStyle/>
                    <a:p>
                      <a:pPr algn="ctr" fontAlgn="b"/>
                      <a:r>
                        <a:rPr lang="en-AU" sz="1400" b="1" i="0" u="none" strike="noStrike" dirty="0">
                          <a:solidFill>
                            <a:srgbClr val="000000"/>
                          </a:solidFill>
                          <a:effectLst/>
                          <a:latin typeface="Arial Narrow" panose="020B0606020202030204" pitchFamily="34" charset="0"/>
                        </a:rPr>
                        <a:t>Moderate</a:t>
                      </a:r>
                    </a:p>
                  </a:txBody>
                  <a:tcPr marL="9525" marR="9525" marT="9525" marB="0" anchor="b">
                    <a:lnL>
                      <a:noFill/>
                    </a:lnL>
                    <a:lnR>
                      <a:noFill/>
                    </a:lnR>
                    <a:lnT>
                      <a:noFill/>
                    </a:lnT>
                    <a:lnB>
                      <a:noFill/>
                    </a:lnB>
                    <a:solidFill>
                      <a:schemeClr val="accent4"/>
                    </a:solidFill>
                  </a:tcPr>
                </a:tc>
                <a:tc>
                  <a:txBody>
                    <a:bodyPr/>
                    <a:lstStyle/>
                    <a:p>
                      <a:pPr algn="ctr" fontAlgn="b"/>
                      <a:r>
                        <a:rPr lang="en-AU" sz="1400" b="1" i="0" u="none" strike="noStrike" dirty="0">
                          <a:solidFill>
                            <a:srgbClr val="000000"/>
                          </a:solidFill>
                          <a:effectLst/>
                          <a:latin typeface="Arial Narrow" panose="020B0606020202030204" pitchFamily="34" charset="0"/>
                        </a:rPr>
                        <a:t>Grand Total</a:t>
                      </a:r>
                    </a:p>
                  </a:txBody>
                  <a:tcPr marL="9525" marR="9525" marT="9525" marB="0" anchor="b">
                    <a:lnL>
                      <a:noFill/>
                    </a:lnL>
                    <a:lnR>
                      <a:noFill/>
                    </a:lnR>
                    <a:lnT>
                      <a:noFill/>
                    </a:lnT>
                    <a:lnB>
                      <a:noFill/>
                    </a:lnB>
                    <a:solidFill>
                      <a:schemeClr val="accent4"/>
                    </a:solidFill>
                  </a:tcPr>
                </a:tc>
                <a:extLst>
                  <a:ext uri="{0D108BD9-81ED-4DB2-BD59-A6C34878D82A}">
                    <a16:rowId xmlns:a16="http://schemas.microsoft.com/office/drawing/2014/main" val="1426372737"/>
                  </a:ext>
                </a:extLst>
              </a:tr>
              <a:tr h="190500">
                <a:tc>
                  <a:txBody>
                    <a:bodyPr/>
                    <a:lstStyle/>
                    <a:p>
                      <a:pPr algn="l" fontAlgn="b"/>
                      <a:r>
                        <a:rPr lang="en-AU" sz="1400" b="0" i="0" u="none" strike="noStrike" dirty="0">
                          <a:solidFill>
                            <a:srgbClr val="000000"/>
                          </a:solidFill>
                          <a:effectLst/>
                          <a:latin typeface="Arial Narrow" panose="020B0606020202030204" pitchFamily="34" charset="0"/>
                        </a:rPr>
                        <a:t>Asthma</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0.0520</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0.0332</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0.0852</a:t>
                      </a:r>
                    </a:p>
                  </a:txBody>
                  <a:tcPr marL="9525" marR="9525" marT="9525" marB="0" anchor="b">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650688650"/>
                  </a:ext>
                </a:extLst>
              </a:tr>
              <a:tr h="190500">
                <a:tc>
                  <a:txBody>
                    <a:bodyPr/>
                    <a:lstStyle/>
                    <a:p>
                      <a:pPr algn="l" fontAlgn="b"/>
                      <a:r>
                        <a:rPr lang="en-AU" sz="1400" b="0" i="0" u="none" strike="noStrike" dirty="0">
                          <a:solidFill>
                            <a:srgbClr val="000000"/>
                          </a:solidFill>
                          <a:effectLst/>
                          <a:latin typeface="Arial Narrow" panose="020B0606020202030204" pitchFamily="34" charset="0"/>
                        </a:rPr>
                        <a:t>Cancer</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0.0512</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0.0250</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0.0762</a:t>
                      </a:r>
                    </a:p>
                  </a:txBody>
                  <a:tcPr marL="9525" marR="9525" marT="9525" marB="0" anchor="b">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837994758"/>
                  </a:ext>
                </a:extLst>
              </a:tr>
              <a:tr h="190500">
                <a:tc>
                  <a:txBody>
                    <a:bodyPr/>
                    <a:lstStyle/>
                    <a:p>
                      <a:pPr algn="l" fontAlgn="b"/>
                      <a:r>
                        <a:rPr lang="en-AU" sz="1400" b="0" i="0" u="none" strike="noStrike">
                          <a:solidFill>
                            <a:srgbClr val="000000"/>
                          </a:solidFill>
                          <a:effectLst/>
                          <a:latin typeface="Arial Narrow" panose="020B0606020202030204" pitchFamily="34" charset="0"/>
                        </a:rPr>
                        <a:t>Depression</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0.0646</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0.0340</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0.0986</a:t>
                      </a:r>
                    </a:p>
                  </a:txBody>
                  <a:tcPr marL="9525" marR="9525" marT="9525" marB="0" anchor="b">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480563040"/>
                  </a:ext>
                </a:extLst>
              </a:tr>
              <a:tr h="190500">
                <a:tc>
                  <a:txBody>
                    <a:bodyPr/>
                    <a:lstStyle/>
                    <a:p>
                      <a:pPr algn="l" fontAlgn="b"/>
                      <a:r>
                        <a:rPr lang="en-AU" sz="1400" b="0" i="0" u="none" strike="noStrike">
                          <a:solidFill>
                            <a:srgbClr val="000000"/>
                          </a:solidFill>
                          <a:effectLst/>
                          <a:latin typeface="Arial Narrow" panose="020B0606020202030204" pitchFamily="34" charset="0"/>
                        </a:rPr>
                        <a:t>Diabetes</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0.0292</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0.0112</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0.0404</a:t>
                      </a:r>
                    </a:p>
                  </a:txBody>
                  <a:tcPr marL="9525" marR="9525" marT="9525" marB="0" anchor="b">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652737385"/>
                  </a:ext>
                </a:extLst>
              </a:tr>
              <a:tr h="190500">
                <a:tc>
                  <a:txBody>
                    <a:bodyPr/>
                    <a:lstStyle/>
                    <a:p>
                      <a:pPr algn="l" fontAlgn="b"/>
                      <a:r>
                        <a:rPr lang="en-AU" sz="1400" b="0" i="0" u="none" strike="noStrike">
                          <a:solidFill>
                            <a:srgbClr val="000000"/>
                          </a:solidFill>
                          <a:effectLst/>
                          <a:latin typeface="Arial Narrow" panose="020B0606020202030204" pitchFamily="34" charset="0"/>
                        </a:rPr>
                        <a:t>Heart Disease</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0.0440</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0.0086</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0.0526</a:t>
                      </a:r>
                    </a:p>
                  </a:txBody>
                  <a:tcPr marL="9525" marR="9525" marT="9525" marB="0" anchor="b">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4266685920"/>
                  </a:ext>
                </a:extLst>
              </a:tr>
              <a:tr h="190500">
                <a:tc>
                  <a:txBody>
                    <a:bodyPr/>
                    <a:lstStyle/>
                    <a:p>
                      <a:pPr algn="l" fontAlgn="b"/>
                      <a:r>
                        <a:rPr lang="en-AU" sz="1400" b="0" i="0" u="none" strike="noStrike">
                          <a:solidFill>
                            <a:srgbClr val="000000"/>
                          </a:solidFill>
                          <a:effectLst/>
                          <a:latin typeface="Arial Narrow" panose="020B0606020202030204" pitchFamily="34" charset="0"/>
                        </a:rPr>
                        <a:t>None of Above</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0.4022</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0.2448</a:t>
                      </a:r>
                    </a:p>
                  </a:txBody>
                  <a:tcPr marL="9525" marR="9525" marT="9525" marB="0" anchor="b">
                    <a:lnL>
                      <a:noFill/>
                    </a:lnL>
                    <a:lnR>
                      <a:noFill/>
                    </a:lnR>
                    <a:lnT>
                      <a:noFill/>
                    </a:lnT>
                    <a:lnB>
                      <a:noFill/>
                    </a:lnB>
                    <a:solidFill>
                      <a:schemeClr val="accent4">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0.6470</a:t>
                      </a:r>
                    </a:p>
                  </a:txBody>
                  <a:tcPr marL="9525" marR="9525" marT="9525" marB="0" anchor="b">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4175532808"/>
                  </a:ext>
                </a:extLst>
              </a:tr>
              <a:tr h="190500">
                <a:tc>
                  <a:txBody>
                    <a:bodyPr/>
                    <a:lstStyle/>
                    <a:p>
                      <a:pPr algn="l" fontAlgn="b"/>
                      <a:r>
                        <a:rPr lang="en-AU" sz="1400" b="1" i="0" u="none" strike="noStrike" dirty="0">
                          <a:solidFill>
                            <a:srgbClr val="000000"/>
                          </a:solidFill>
                          <a:effectLst/>
                          <a:latin typeface="Arial Narrow" panose="020B0606020202030204" pitchFamily="34" charset="0"/>
                        </a:rPr>
                        <a:t>Grand Total</a:t>
                      </a:r>
                    </a:p>
                  </a:txBody>
                  <a:tcPr marL="9525" marR="9525" marT="9525" marB="0" anchor="b">
                    <a:lnL>
                      <a:noFill/>
                    </a:lnL>
                    <a:lnR>
                      <a:noFill/>
                    </a:lnR>
                    <a:lnT>
                      <a:noFill/>
                    </a:lnT>
                    <a:lnB>
                      <a:noFill/>
                    </a:lnB>
                    <a:solidFill>
                      <a:schemeClr val="accent4"/>
                    </a:solidFill>
                  </a:tcPr>
                </a:tc>
                <a:tc>
                  <a:txBody>
                    <a:bodyPr/>
                    <a:lstStyle/>
                    <a:p>
                      <a:pPr algn="ctr" fontAlgn="b"/>
                      <a:r>
                        <a:rPr lang="en-AU" sz="1400" b="1" i="0" u="none" strike="noStrike" dirty="0">
                          <a:solidFill>
                            <a:srgbClr val="000000"/>
                          </a:solidFill>
                          <a:effectLst/>
                          <a:latin typeface="Arial Narrow" panose="020B0606020202030204" pitchFamily="34" charset="0"/>
                        </a:rPr>
                        <a:t>0.6432</a:t>
                      </a:r>
                    </a:p>
                  </a:txBody>
                  <a:tcPr marL="9525" marR="9525" marT="9525" marB="0" anchor="b">
                    <a:lnL>
                      <a:noFill/>
                    </a:lnL>
                    <a:lnR>
                      <a:noFill/>
                    </a:lnR>
                    <a:lnT>
                      <a:noFill/>
                    </a:lnT>
                    <a:lnB>
                      <a:noFill/>
                    </a:lnB>
                    <a:solidFill>
                      <a:schemeClr val="accent4"/>
                    </a:solidFill>
                  </a:tcPr>
                </a:tc>
                <a:tc>
                  <a:txBody>
                    <a:bodyPr/>
                    <a:lstStyle/>
                    <a:p>
                      <a:pPr algn="ctr" fontAlgn="b"/>
                      <a:r>
                        <a:rPr lang="en-AU" sz="1400" b="1" i="0" u="none" strike="noStrike" dirty="0">
                          <a:solidFill>
                            <a:srgbClr val="000000"/>
                          </a:solidFill>
                          <a:effectLst/>
                          <a:latin typeface="Arial Narrow" panose="020B0606020202030204" pitchFamily="34" charset="0"/>
                        </a:rPr>
                        <a:t>0.3568</a:t>
                      </a:r>
                    </a:p>
                  </a:txBody>
                  <a:tcPr marL="9525" marR="9525" marT="9525" marB="0" anchor="b">
                    <a:lnL>
                      <a:noFill/>
                    </a:lnL>
                    <a:lnR>
                      <a:noFill/>
                    </a:lnR>
                    <a:lnT>
                      <a:noFill/>
                    </a:lnT>
                    <a:lnB>
                      <a:noFill/>
                    </a:lnB>
                    <a:solidFill>
                      <a:schemeClr val="accent4"/>
                    </a:solidFill>
                  </a:tcPr>
                </a:tc>
                <a:tc>
                  <a:txBody>
                    <a:bodyPr/>
                    <a:lstStyle/>
                    <a:p>
                      <a:pPr algn="ctr" fontAlgn="b"/>
                      <a:r>
                        <a:rPr lang="en-AU" sz="1400" b="1" i="0" u="none" strike="noStrike" dirty="0">
                          <a:solidFill>
                            <a:srgbClr val="000000"/>
                          </a:solidFill>
                          <a:effectLst/>
                          <a:latin typeface="Arial Narrow" panose="020B0606020202030204" pitchFamily="34" charset="0"/>
                        </a:rPr>
                        <a:t>1</a:t>
                      </a:r>
                    </a:p>
                  </a:txBody>
                  <a:tcPr marL="9525" marR="9525" marT="9525" marB="0" anchor="b">
                    <a:lnL>
                      <a:noFill/>
                    </a:lnL>
                    <a:lnR>
                      <a:noFill/>
                    </a:lnR>
                    <a:lnT>
                      <a:noFill/>
                    </a:lnT>
                    <a:lnB>
                      <a:noFill/>
                    </a:lnB>
                    <a:solidFill>
                      <a:schemeClr val="accent4"/>
                    </a:solidFill>
                  </a:tcPr>
                </a:tc>
                <a:extLst>
                  <a:ext uri="{0D108BD9-81ED-4DB2-BD59-A6C34878D82A}">
                    <a16:rowId xmlns:a16="http://schemas.microsoft.com/office/drawing/2014/main" val="2851627279"/>
                  </a:ext>
                </a:extLst>
              </a:tr>
            </a:tbl>
          </a:graphicData>
        </a:graphic>
      </p:graphicFrame>
      <p:graphicFrame>
        <p:nvGraphicFramePr>
          <p:cNvPr id="18" name="Table 17">
            <a:extLst>
              <a:ext uri="{FF2B5EF4-FFF2-40B4-BE49-F238E27FC236}">
                <a16:creationId xmlns:a16="http://schemas.microsoft.com/office/drawing/2014/main" id="{BFBA79DF-096B-4F11-8F70-8F0952B1FD41}"/>
              </a:ext>
            </a:extLst>
          </p:cNvPr>
          <p:cNvGraphicFramePr>
            <a:graphicFrameLocks noGrp="1"/>
          </p:cNvGraphicFramePr>
          <p:nvPr/>
        </p:nvGraphicFramePr>
        <p:xfrm>
          <a:off x="8517809" y="4241864"/>
          <a:ext cx="3409124" cy="1783080"/>
        </p:xfrm>
        <a:graphic>
          <a:graphicData uri="http://schemas.openxmlformats.org/drawingml/2006/table">
            <a:tbl>
              <a:tblPr/>
              <a:tblGrid>
                <a:gridCol w="1074420">
                  <a:extLst>
                    <a:ext uri="{9D8B030D-6E8A-4147-A177-3AD203B41FA5}">
                      <a16:colId xmlns:a16="http://schemas.microsoft.com/office/drawing/2014/main" val="1730191031"/>
                    </a:ext>
                  </a:extLst>
                </a:gridCol>
                <a:gridCol w="620712">
                  <a:extLst>
                    <a:ext uri="{9D8B030D-6E8A-4147-A177-3AD203B41FA5}">
                      <a16:colId xmlns:a16="http://schemas.microsoft.com/office/drawing/2014/main" val="3943072796"/>
                    </a:ext>
                  </a:extLst>
                </a:gridCol>
                <a:gridCol w="723582">
                  <a:extLst>
                    <a:ext uri="{9D8B030D-6E8A-4147-A177-3AD203B41FA5}">
                      <a16:colId xmlns:a16="http://schemas.microsoft.com/office/drawing/2014/main" val="123991141"/>
                    </a:ext>
                  </a:extLst>
                </a:gridCol>
                <a:gridCol w="990410">
                  <a:extLst>
                    <a:ext uri="{9D8B030D-6E8A-4147-A177-3AD203B41FA5}">
                      <a16:colId xmlns:a16="http://schemas.microsoft.com/office/drawing/2014/main" val="1304578749"/>
                    </a:ext>
                  </a:extLst>
                </a:gridCol>
              </a:tblGrid>
              <a:tr h="190500">
                <a:tc>
                  <a:txBody>
                    <a:bodyPr/>
                    <a:lstStyle/>
                    <a:p>
                      <a:pPr algn="l" fontAlgn="b"/>
                      <a:r>
                        <a:rPr lang="en-AU" sz="1400" b="1" i="0" u="none" strike="noStrike" dirty="0">
                          <a:solidFill>
                            <a:srgbClr val="000000"/>
                          </a:solidFill>
                          <a:effectLst/>
                          <a:latin typeface="Arial Narrow" panose="020B0606020202030204" pitchFamily="34" charset="0"/>
                        </a:rPr>
                        <a:t>Row Labels</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a:solidFill>
                            <a:srgbClr val="000000"/>
                          </a:solidFill>
                          <a:effectLst/>
                          <a:latin typeface="Arial Narrow" panose="020B0606020202030204" pitchFamily="34" charset="0"/>
                        </a:rPr>
                        <a:t>Minimal</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Moderate</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Column Total</a:t>
                      </a:r>
                    </a:p>
                  </a:txBody>
                  <a:tcPr marL="9525" marR="9525" marT="9525" marB="0" anchor="b">
                    <a:lnL>
                      <a:noFill/>
                    </a:lnL>
                    <a:lnR>
                      <a:noFill/>
                    </a:lnR>
                    <a:lnT>
                      <a:noFill/>
                    </a:lnT>
                    <a:lnB>
                      <a:noFill/>
                    </a:lnB>
                    <a:solidFill>
                      <a:schemeClr val="accent6"/>
                    </a:solidFill>
                  </a:tcPr>
                </a:tc>
                <a:extLst>
                  <a:ext uri="{0D108BD9-81ED-4DB2-BD59-A6C34878D82A}">
                    <a16:rowId xmlns:a16="http://schemas.microsoft.com/office/drawing/2014/main" val="2264517436"/>
                  </a:ext>
                </a:extLst>
              </a:tr>
              <a:tr h="190500">
                <a:tc>
                  <a:txBody>
                    <a:bodyPr/>
                    <a:lstStyle/>
                    <a:p>
                      <a:pPr algn="l" fontAlgn="b"/>
                      <a:r>
                        <a:rPr lang="en-AU" sz="1400" b="0" i="0" u="none" strike="noStrike" dirty="0">
                          <a:solidFill>
                            <a:srgbClr val="000000"/>
                          </a:solidFill>
                          <a:effectLst/>
                          <a:latin typeface="Arial Narrow" panose="020B0606020202030204" pitchFamily="34" charset="0"/>
                        </a:rPr>
                        <a:t>Asthma</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0.0808</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0.0930</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0.0852</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503806118"/>
                  </a:ext>
                </a:extLst>
              </a:tr>
              <a:tr h="190500">
                <a:tc>
                  <a:txBody>
                    <a:bodyPr/>
                    <a:lstStyle/>
                    <a:p>
                      <a:pPr algn="l" fontAlgn="b"/>
                      <a:r>
                        <a:rPr lang="en-AU" sz="1400" b="0" i="0" u="none" strike="noStrike" dirty="0">
                          <a:solidFill>
                            <a:srgbClr val="000000"/>
                          </a:solidFill>
                          <a:effectLst/>
                          <a:latin typeface="Arial Narrow" panose="020B0606020202030204" pitchFamily="34" charset="0"/>
                        </a:rPr>
                        <a:t>Cancer</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0.0796</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0.0701</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0.0762</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196808010"/>
                  </a:ext>
                </a:extLst>
              </a:tr>
              <a:tr h="190500">
                <a:tc>
                  <a:txBody>
                    <a:bodyPr/>
                    <a:lstStyle/>
                    <a:p>
                      <a:pPr algn="l" fontAlgn="b"/>
                      <a:r>
                        <a:rPr lang="en-AU" sz="1400" b="0" i="0" u="none" strike="noStrike">
                          <a:solidFill>
                            <a:srgbClr val="000000"/>
                          </a:solidFill>
                          <a:effectLst/>
                          <a:latin typeface="Arial Narrow" panose="020B0606020202030204" pitchFamily="34" charset="0"/>
                        </a:rPr>
                        <a:t>Depression</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0.1004</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0.0953</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0.0986</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46678972"/>
                  </a:ext>
                </a:extLst>
              </a:tr>
              <a:tr h="190500">
                <a:tc>
                  <a:txBody>
                    <a:bodyPr/>
                    <a:lstStyle/>
                    <a:p>
                      <a:pPr algn="l" fontAlgn="b"/>
                      <a:r>
                        <a:rPr lang="en-AU" sz="1400" b="0" i="0" u="none" strike="noStrike">
                          <a:solidFill>
                            <a:srgbClr val="000000"/>
                          </a:solidFill>
                          <a:effectLst/>
                          <a:latin typeface="Arial Narrow" panose="020B0606020202030204" pitchFamily="34" charset="0"/>
                        </a:rPr>
                        <a:t>Diabetes</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0.0454</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0.0314</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0.0404</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479985551"/>
                  </a:ext>
                </a:extLst>
              </a:tr>
              <a:tr h="190500">
                <a:tc>
                  <a:txBody>
                    <a:bodyPr/>
                    <a:lstStyle/>
                    <a:p>
                      <a:pPr algn="l" fontAlgn="b"/>
                      <a:r>
                        <a:rPr lang="en-AU" sz="1400" b="0" i="0" u="none" strike="noStrike">
                          <a:solidFill>
                            <a:srgbClr val="000000"/>
                          </a:solidFill>
                          <a:effectLst/>
                          <a:latin typeface="Arial Narrow" panose="020B0606020202030204" pitchFamily="34" charset="0"/>
                        </a:rPr>
                        <a:t>Heart Disease</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0.0684</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0.0241</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0.0526</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722668046"/>
                  </a:ext>
                </a:extLst>
              </a:tr>
              <a:tr h="190500">
                <a:tc>
                  <a:txBody>
                    <a:bodyPr/>
                    <a:lstStyle/>
                    <a:p>
                      <a:pPr algn="l" fontAlgn="b"/>
                      <a:r>
                        <a:rPr lang="en-AU" sz="1400" b="0" i="0" u="none" strike="noStrike" dirty="0">
                          <a:solidFill>
                            <a:srgbClr val="000000"/>
                          </a:solidFill>
                          <a:effectLst/>
                          <a:latin typeface="Arial Narrow" panose="020B0606020202030204" pitchFamily="34" charset="0"/>
                        </a:rPr>
                        <a:t>None of Above</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0.6253</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0.6861</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0.6470</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298391841"/>
                  </a:ext>
                </a:extLst>
              </a:tr>
              <a:tr h="190500">
                <a:tc>
                  <a:txBody>
                    <a:bodyPr/>
                    <a:lstStyle/>
                    <a:p>
                      <a:pPr algn="l" fontAlgn="b"/>
                      <a:r>
                        <a:rPr lang="en-AU" sz="1400" b="1" i="0" u="none" strike="noStrike" dirty="0">
                          <a:solidFill>
                            <a:srgbClr val="000000"/>
                          </a:solidFill>
                          <a:effectLst/>
                          <a:latin typeface="Arial Narrow" panose="020B0606020202030204" pitchFamily="34" charset="0"/>
                        </a:rPr>
                        <a:t>Column Total</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1</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1</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1</a:t>
                      </a:r>
                    </a:p>
                  </a:txBody>
                  <a:tcPr marL="9525" marR="9525" marT="9525" marB="0" anchor="b">
                    <a:lnL>
                      <a:noFill/>
                    </a:lnL>
                    <a:lnR>
                      <a:noFill/>
                    </a:lnR>
                    <a:lnT>
                      <a:noFill/>
                    </a:lnT>
                    <a:lnB>
                      <a:noFill/>
                    </a:lnB>
                    <a:solidFill>
                      <a:schemeClr val="accent6"/>
                    </a:solidFill>
                  </a:tcPr>
                </a:tc>
                <a:extLst>
                  <a:ext uri="{0D108BD9-81ED-4DB2-BD59-A6C34878D82A}">
                    <a16:rowId xmlns:a16="http://schemas.microsoft.com/office/drawing/2014/main" val="2081040926"/>
                  </a:ext>
                </a:extLst>
              </a:tr>
            </a:tbl>
          </a:graphicData>
        </a:graphic>
      </p:graphicFrame>
      <p:graphicFrame>
        <p:nvGraphicFramePr>
          <p:cNvPr id="19" name="Table 18">
            <a:extLst>
              <a:ext uri="{FF2B5EF4-FFF2-40B4-BE49-F238E27FC236}">
                <a16:creationId xmlns:a16="http://schemas.microsoft.com/office/drawing/2014/main" id="{38C4B4A5-4607-4D1D-A1B6-CD323DB1F8D9}"/>
              </a:ext>
            </a:extLst>
          </p:cNvPr>
          <p:cNvGraphicFramePr>
            <a:graphicFrameLocks noGrp="1"/>
          </p:cNvGraphicFramePr>
          <p:nvPr/>
        </p:nvGraphicFramePr>
        <p:xfrm>
          <a:off x="309717" y="4266633"/>
          <a:ext cx="3299839" cy="1783080"/>
        </p:xfrm>
        <a:graphic>
          <a:graphicData uri="http://schemas.openxmlformats.org/drawingml/2006/table">
            <a:tbl>
              <a:tblPr>
                <a:tableStyleId>{5C22544A-7EE6-4342-B048-85BDC9FD1C3A}</a:tableStyleId>
              </a:tblPr>
              <a:tblGrid>
                <a:gridCol w="1065009">
                  <a:extLst>
                    <a:ext uri="{9D8B030D-6E8A-4147-A177-3AD203B41FA5}">
                      <a16:colId xmlns:a16="http://schemas.microsoft.com/office/drawing/2014/main" val="1275446962"/>
                    </a:ext>
                  </a:extLst>
                </a:gridCol>
                <a:gridCol w="634725">
                  <a:extLst>
                    <a:ext uri="{9D8B030D-6E8A-4147-A177-3AD203B41FA5}">
                      <a16:colId xmlns:a16="http://schemas.microsoft.com/office/drawing/2014/main" val="3468727590"/>
                    </a:ext>
                  </a:extLst>
                </a:gridCol>
                <a:gridCol w="709496">
                  <a:extLst>
                    <a:ext uri="{9D8B030D-6E8A-4147-A177-3AD203B41FA5}">
                      <a16:colId xmlns:a16="http://schemas.microsoft.com/office/drawing/2014/main" val="2265770399"/>
                    </a:ext>
                  </a:extLst>
                </a:gridCol>
                <a:gridCol w="890609">
                  <a:extLst>
                    <a:ext uri="{9D8B030D-6E8A-4147-A177-3AD203B41FA5}">
                      <a16:colId xmlns:a16="http://schemas.microsoft.com/office/drawing/2014/main" val="1125467155"/>
                    </a:ext>
                  </a:extLst>
                </a:gridCol>
              </a:tblGrid>
              <a:tr h="190500">
                <a:tc>
                  <a:txBody>
                    <a:bodyPr/>
                    <a:lstStyle/>
                    <a:p>
                      <a:pPr algn="l" fontAlgn="b"/>
                      <a:r>
                        <a:rPr lang="en-AU" sz="1400" b="1" u="none" strike="noStrike">
                          <a:effectLst/>
                          <a:latin typeface="Arial Narrow" panose="020B0606020202030204" pitchFamily="34" charset="0"/>
                        </a:rPr>
                        <a:t>Row Labels</a:t>
                      </a:r>
                      <a:endParaRPr lang="en-AU" sz="1400" b="1" i="0" u="none" strike="noStrike">
                        <a:solidFill>
                          <a:srgbClr val="000000"/>
                        </a:solidFill>
                        <a:effectLst/>
                        <a:latin typeface="Arial Narrow" panose="020B0606020202030204" pitchFamily="34" charset="0"/>
                      </a:endParaRPr>
                    </a:p>
                  </a:txBody>
                  <a:tcPr marL="9525" marR="9525" marT="9525" marB="0" anchor="b">
                    <a:solidFill>
                      <a:schemeClr val="accent2"/>
                    </a:solidFill>
                  </a:tcPr>
                </a:tc>
                <a:tc>
                  <a:txBody>
                    <a:bodyPr/>
                    <a:lstStyle/>
                    <a:p>
                      <a:pPr algn="ctr" fontAlgn="b"/>
                      <a:r>
                        <a:rPr lang="en-AU" sz="1400" b="1" u="none" strike="noStrike">
                          <a:effectLst/>
                          <a:latin typeface="Arial Narrow" panose="020B0606020202030204" pitchFamily="34" charset="0"/>
                        </a:rPr>
                        <a:t>Minimal</a:t>
                      </a:r>
                      <a:endParaRPr lang="en-AU" sz="1400" b="1" i="0" u="none" strike="noStrike">
                        <a:solidFill>
                          <a:srgbClr val="000000"/>
                        </a:solidFill>
                        <a:effectLst/>
                        <a:latin typeface="Arial Narrow" panose="020B0606020202030204" pitchFamily="34" charset="0"/>
                      </a:endParaRPr>
                    </a:p>
                  </a:txBody>
                  <a:tcPr marL="9525" marR="9525" marT="9525" marB="0" anchor="b">
                    <a:solidFill>
                      <a:schemeClr val="accent2"/>
                    </a:solidFill>
                  </a:tcPr>
                </a:tc>
                <a:tc>
                  <a:txBody>
                    <a:bodyPr/>
                    <a:lstStyle/>
                    <a:p>
                      <a:pPr algn="ctr" fontAlgn="b"/>
                      <a:r>
                        <a:rPr lang="en-AU" sz="1400" b="1" u="none" strike="noStrike" dirty="0">
                          <a:effectLst/>
                          <a:latin typeface="Arial Narrow" panose="020B0606020202030204" pitchFamily="34" charset="0"/>
                        </a:rPr>
                        <a:t>Moderate</a:t>
                      </a:r>
                      <a:endParaRPr lang="en-AU" sz="1400" b="1" i="0" u="none" strike="noStrike" dirty="0">
                        <a:solidFill>
                          <a:srgbClr val="000000"/>
                        </a:solidFill>
                        <a:effectLst/>
                        <a:latin typeface="Arial Narrow" panose="020B0606020202030204" pitchFamily="34" charset="0"/>
                      </a:endParaRPr>
                    </a:p>
                  </a:txBody>
                  <a:tcPr marL="9525" marR="9525" marT="9525" marB="0" anchor="b">
                    <a:solidFill>
                      <a:schemeClr val="accent2"/>
                    </a:solidFill>
                  </a:tcPr>
                </a:tc>
                <a:tc>
                  <a:txBody>
                    <a:bodyPr/>
                    <a:lstStyle/>
                    <a:p>
                      <a:pPr algn="ctr" fontAlgn="b"/>
                      <a:r>
                        <a:rPr lang="en-AU" sz="1400" b="1" u="none" strike="noStrike" dirty="0">
                          <a:effectLst/>
                          <a:latin typeface="Arial Narrow" panose="020B0606020202030204" pitchFamily="34" charset="0"/>
                        </a:rPr>
                        <a:t>Row Total</a:t>
                      </a:r>
                      <a:endParaRPr lang="en-AU" sz="1400" b="1" i="0" u="none" strike="noStrike" dirty="0">
                        <a:solidFill>
                          <a:srgbClr val="000000"/>
                        </a:solidFill>
                        <a:effectLst/>
                        <a:latin typeface="Arial Narrow" panose="020B0606020202030204" pitchFamily="34" charset="0"/>
                      </a:endParaRPr>
                    </a:p>
                  </a:txBody>
                  <a:tcPr marL="9525" marR="9525" marT="9525" marB="0" anchor="b">
                    <a:solidFill>
                      <a:schemeClr val="accent2"/>
                    </a:solidFill>
                  </a:tcPr>
                </a:tc>
                <a:extLst>
                  <a:ext uri="{0D108BD9-81ED-4DB2-BD59-A6C34878D82A}">
                    <a16:rowId xmlns:a16="http://schemas.microsoft.com/office/drawing/2014/main" val="22034831"/>
                  </a:ext>
                </a:extLst>
              </a:tr>
              <a:tr h="190500">
                <a:tc>
                  <a:txBody>
                    <a:bodyPr/>
                    <a:lstStyle/>
                    <a:p>
                      <a:pPr algn="l" fontAlgn="b"/>
                      <a:r>
                        <a:rPr lang="en-AU" sz="1400" u="none" strike="noStrike">
                          <a:effectLst/>
                          <a:latin typeface="Arial Narrow" panose="020B0606020202030204" pitchFamily="34" charset="0"/>
                        </a:rPr>
                        <a:t>Asthma</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0.6103</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0.3897</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1</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extLst>
                  <a:ext uri="{0D108BD9-81ED-4DB2-BD59-A6C34878D82A}">
                    <a16:rowId xmlns:a16="http://schemas.microsoft.com/office/drawing/2014/main" val="4243884646"/>
                  </a:ext>
                </a:extLst>
              </a:tr>
              <a:tr h="190500">
                <a:tc>
                  <a:txBody>
                    <a:bodyPr/>
                    <a:lstStyle/>
                    <a:p>
                      <a:pPr algn="l" fontAlgn="b"/>
                      <a:r>
                        <a:rPr lang="en-AU" sz="1400" u="none" strike="noStrike">
                          <a:effectLst/>
                          <a:latin typeface="Arial Narrow" panose="020B0606020202030204" pitchFamily="34" charset="0"/>
                        </a:rPr>
                        <a:t>Cancer</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0.6719</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0.3281</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1</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extLst>
                  <a:ext uri="{0D108BD9-81ED-4DB2-BD59-A6C34878D82A}">
                    <a16:rowId xmlns:a16="http://schemas.microsoft.com/office/drawing/2014/main" val="1557407390"/>
                  </a:ext>
                </a:extLst>
              </a:tr>
              <a:tr h="190500">
                <a:tc>
                  <a:txBody>
                    <a:bodyPr/>
                    <a:lstStyle/>
                    <a:p>
                      <a:pPr algn="l" fontAlgn="b"/>
                      <a:r>
                        <a:rPr lang="en-AU" sz="1400" u="none" strike="noStrike">
                          <a:effectLst/>
                          <a:latin typeface="Arial Narrow" panose="020B0606020202030204" pitchFamily="34" charset="0"/>
                        </a:rPr>
                        <a:t>Depression</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0.6552</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0.3448</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1</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extLst>
                  <a:ext uri="{0D108BD9-81ED-4DB2-BD59-A6C34878D82A}">
                    <a16:rowId xmlns:a16="http://schemas.microsoft.com/office/drawing/2014/main" val="4107521009"/>
                  </a:ext>
                </a:extLst>
              </a:tr>
              <a:tr h="190500">
                <a:tc>
                  <a:txBody>
                    <a:bodyPr/>
                    <a:lstStyle/>
                    <a:p>
                      <a:pPr algn="l" fontAlgn="b"/>
                      <a:r>
                        <a:rPr lang="en-AU" sz="1400" u="none" strike="noStrike">
                          <a:effectLst/>
                          <a:latin typeface="Arial Narrow" panose="020B0606020202030204" pitchFamily="34" charset="0"/>
                        </a:rPr>
                        <a:t>Diabetes</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0.7228</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0.2772</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1</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extLst>
                  <a:ext uri="{0D108BD9-81ED-4DB2-BD59-A6C34878D82A}">
                    <a16:rowId xmlns:a16="http://schemas.microsoft.com/office/drawing/2014/main" val="470740746"/>
                  </a:ext>
                </a:extLst>
              </a:tr>
              <a:tr h="190500">
                <a:tc>
                  <a:txBody>
                    <a:bodyPr/>
                    <a:lstStyle/>
                    <a:p>
                      <a:pPr algn="l" fontAlgn="b"/>
                      <a:r>
                        <a:rPr lang="en-AU" sz="1400" u="none" strike="noStrike">
                          <a:effectLst/>
                          <a:latin typeface="Arial Narrow" panose="020B0606020202030204" pitchFamily="34" charset="0"/>
                        </a:rPr>
                        <a:t>Heart Disease</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0.8365</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0.1635</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1</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extLst>
                  <a:ext uri="{0D108BD9-81ED-4DB2-BD59-A6C34878D82A}">
                    <a16:rowId xmlns:a16="http://schemas.microsoft.com/office/drawing/2014/main" val="3720504453"/>
                  </a:ext>
                </a:extLst>
              </a:tr>
              <a:tr h="190500">
                <a:tc>
                  <a:txBody>
                    <a:bodyPr/>
                    <a:lstStyle/>
                    <a:p>
                      <a:pPr algn="l" fontAlgn="b"/>
                      <a:r>
                        <a:rPr lang="en-AU" sz="1400" u="none" strike="noStrike">
                          <a:effectLst/>
                          <a:latin typeface="Arial Narrow" panose="020B0606020202030204" pitchFamily="34" charset="0"/>
                        </a:rPr>
                        <a:t>None of Above</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0.6216</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a:effectLst/>
                          <a:latin typeface="Arial Narrow" panose="020B0606020202030204" pitchFamily="34" charset="0"/>
                        </a:rPr>
                        <a:t>0.3784</a:t>
                      </a:r>
                      <a:endParaRPr lang="en-AU" sz="1400" b="0" i="0" u="none" strike="noStrike">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tc>
                  <a:txBody>
                    <a:bodyPr/>
                    <a:lstStyle/>
                    <a:p>
                      <a:pPr algn="ctr" fontAlgn="b"/>
                      <a:r>
                        <a:rPr lang="en-AU" sz="1400" u="none" strike="noStrike" dirty="0">
                          <a:effectLst/>
                          <a:latin typeface="Arial Narrow" panose="020B0606020202030204" pitchFamily="34" charset="0"/>
                        </a:rPr>
                        <a:t>1</a:t>
                      </a:r>
                      <a:endParaRPr lang="en-AU" sz="1400" b="0" i="0" u="none" strike="noStrike" dirty="0">
                        <a:solidFill>
                          <a:srgbClr val="000000"/>
                        </a:solidFill>
                        <a:effectLst/>
                        <a:latin typeface="Arial Narrow" panose="020B0606020202030204" pitchFamily="34" charset="0"/>
                      </a:endParaRPr>
                    </a:p>
                  </a:txBody>
                  <a:tcPr marL="9525" marR="9525" marT="9525" marB="0" anchor="b">
                    <a:solidFill>
                      <a:schemeClr val="accent2">
                        <a:lumMod val="20000"/>
                        <a:lumOff val="80000"/>
                      </a:schemeClr>
                    </a:solidFill>
                  </a:tcPr>
                </a:tc>
                <a:extLst>
                  <a:ext uri="{0D108BD9-81ED-4DB2-BD59-A6C34878D82A}">
                    <a16:rowId xmlns:a16="http://schemas.microsoft.com/office/drawing/2014/main" val="1683512997"/>
                  </a:ext>
                </a:extLst>
              </a:tr>
              <a:tr h="190500">
                <a:tc>
                  <a:txBody>
                    <a:bodyPr/>
                    <a:lstStyle/>
                    <a:p>
                      <a:pPr algn="l" fontAlgn="b"/>
                      <a:r>
                        <a:rPr lang="en-AU" sz="1400" b="1" u="none" strike="noStrike" dirty="0">
                          <a:effectLst/>
                          <a:latin typeface="Arial Narrow" panose="020B0606020202030204" pitchFamily="34" charset="0"/>
                        </a:rPr>
                        <a:t>Row Total</a:t>
                      </a:r>
                      <a:endParaRPr lang="en-AU" sz="1400" b="1" i="0" u="none" strike="noStrike" dirty="0">
                        <a:solidFill>
                          <a:srgbClr val="000000"/>
                        </a:solidFill>
                        <a:effectLst/>
                        <a:latin typeface="Arial Narrow" panose="020B0606020202030204" pitchFamily="34" charset="0"/>
                      </a:endParaRPr>
                    </a:p>
                  </a:txBody>
                  <a:tcPr marL="9525" marR="9525" marT="9525" marB="0" anchor="b">
                    <a:solidFill>
                      <a:schemeClr val="accent2"/>
                    </a:solidFill>
                  </a:tcPr>
                </a:tc>
                <a:tc>
                  <a:txBody>
                    <a:bodyPr/>
                    <a:lstStyle/>
                    <a:p>
                      <a:pPr algn="ctr" fontAlgn="b"/>
                      <a:r>
                        <a:rPr lang="en-AU" sz="1400" b="1" u="none" strike="noStrike">
                          <a:effectLst/>
                          <a:latin typeface="Arial Narrow" panose="020B0606020202030204" pitchFamily="34" charset="0"/>
                        </a:rPr>
                        <a:t>0.6432</a:t>
                      </a:r>
                      <a:endParaRPr lang="en-AU" sz="1400" b="1" i="0" u="none" strike="noStrike">
                        <a:solidFill>
                          <a:srgbClr val="000000"/>
                        </a:solidFill>
                        <a:effectLst/>
                        <a:latin typeface="Arial Narrow" panose="020B0606020202030204" pitchFamily="34" charset="0"/>
                      </a:endParaRPr>
                    </a:p>
                  </a:txBody>
                  <a:tcPr marL="9525" marR="9525" marT="9525" marB="0" anchor="b">
                    <a:solidFill>
                      <a:schemeClr val="accent2"/>
                    </a:solidFill>
                  </a:tcPr>
                </a:tc>
                <a:tc>
                  <a:txBody>
                    <a:bodyPr/>
                    <a:lstStyle/>
                    <a:p>
                      <a:pPr algn="ctr" fontAlgn="b"/>
                      <a:r>
                        <a:rPr lang="en-AU" sz="1400" b="1" u="none" strike="noStrike">
                          <a:effectLst/>
                          <a:latin typeface="Arial Narrow" panose="020B0606020202030204" pitchFamily="34" charset="0"/>
                        </a:rPr>
                        <a:t>0.3568</a:t>
                      </a:r>
                      <a:endParaRPr lang="en-AU" sz="1400" b="1" i="0" u="none" strike="noStrike">
                        <a:solidFill>
                          <a:srgbClr val="000000"/>
                        </a:solidFill>
                        <a:effectLst/>
                        <a:latin typeface="Arial Narrow" panose="020B0606020202030204" pitchFamily="34" charset="0"/>
                      </a:endParaRPr>
                    </a:p>
                  </a:txBody>
                  <a:tcPr marL="9525" marR="9525" marT="9525" marB="0" anchor="b">
                    <a:solidFill>
                      <a:schemeClr val="accent2"/>
                    </a:solidFill>
                  </a:tcPr>
                </a:tc>
                <a:tc>
                  <a:txBody>
                    <a:bodyPr/>
                    <a:lstStyle/>
                    <a:p>
                      <a:pPr algn="ctr" fontAlgn="b"/>
                      <a:r>
                        <a:rPr lang="en-AU" sz="1400" b="1" u="none" strike="noStrike" dirty="0">
                          <a:effectLst/>
                          <a:latin typeface="Arial Narrow" panose="020B0606020202030204" pitchFamily="34" charset="0"/>
                        </a:rPr>
                        <a:t>1</a:t>
                      </a:r>
                      <a:endParaRPr lang="en-AU" sz="1400" b="1" i="0" u="none" strike="noStrike" dirty="0">
                        <a:solidFill>
                          <a:srgbClr val="000000"/>
                        </a:solidFill>
                        <a:effectLst/>
                        <a:latin typeface="Arial Narrow" panose="020B0606020202030204" pitchFamily="34" charset="0"/>
                      </a:endParaRPr>
                    </a:p>
                  </a:txBody>
                  <a:tcPr marL="9525" marR="9525" marT="9525" marB="0" anchor="b">
                    <a:solidFill>
                      <a:schemeClr val="accent2"/>
                    </a:solidFill>
                  </a:tcPr>
                </a:tc>
                <a:extLst>
                  <a:ext uri="{0D108BD9-81ED-4DB2-BD59-A6C34878D82A}">
                    <a16:rowId xmlns:a16="http://schemas.microsoft.com/office/drawing/2014/main" val="1505793582"/>
                  </a:ext>
                </a:extLst>
              </a:tr>
            </a:tbl>
          </a:graphicData>
        </a:graphic>
      </p:graphicFrame>
    </p:spTree>
    <p:extLst>
      <p:ext uri="{BB962C8B-B14F-4D97-AF65-F5344CB8AC3E}">
        <p14:creationId xmlns:p14="http://schemas.microsoft.com/office/powerpoint/2010/main" val="1071971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Contingency Table and Probabilities</a:t>
            </a:r>
          </a:p>
        </p:txBody>
      </p:sp>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0BC5EFDD-B5EE-4CD3-9813-3FC4733EEA9A}"/>
                  </a:ext>
                </a:extLst>
              </p:cNvPr>
              <p:cNvSpPr txBox="1"/>
              <p:nvPr/>
            </p:nvSpPr>
            <p:spPr>
              <a:xfrm>
                <a:off x="138224" y="999460"/>
                <a:ext cx="6251944" cy="489364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A contingency table lets us calculate probabilities from counts.</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Marginal probability: use a row or column total. For example, P(Asthma) = 426 / 5000 = 0.0852</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Joint probability: use one cell divided by the grand total. For example, P(Asthma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latin typeface="Arial Narrow" panose="020B0606020202030204" pitchFamily="34" charset="0"/>
                    <a:sym typeface="Symbol" panose="05050102010706020507" pitchFamily="18" charset="2"/>
                  </a:rPr>
                  <a:t> Moderate) = 166/5000 = .0332</a:t>
                </a:r>
              </a:p>
              <a:p>
                <a:pPr marL="342900" indent="-342900">
                  <a:buFont typeface="Arial" panose="020B0604020202020204" pitchFamily="34" charset="0"/>
                  <a:buChar char="•"/>
                </a:pPr>
                <a:endParaRPr lang="en-US" sz="2400" dirty="0">
                  <a:latin typeface="Arial Narrow" panose="020B0606020202030204" pitchFamily="34" charset="0"/>
                  <a:sym typeface="Symbol" panose="05050102010706020507" pitchFamily="18" charset="2"/>
                </a:endParaRPr>
              </a:p>
              <a:p>
                <a:pPr marL="342900" indent="-342900">
                  <a:buFont typeface="Arial" panose="020B0604020202020204" pitchFamily="34" charset="0"/>
                  <a:buChar char="•"/>
                </a:pPr>
                <a:r>
                  <a:rPr lang="en-US" sz="2400" dirty="0">
                    <a:latin typeface="Arial Narrow" panose="020B0606020202030204" pitchFamily="34" charset="0"/>
                    <a:sym typeface="Symbol" panose="05050102010706020507" pitchFamily="18" charset="2"/>
                  </a:rPr>
                  <a:t>Conditional probability: use one cell divided by the total for the group named after “given.” For example P(Moderate | Asthma) = 166/426 = .3900</a:t>
                </a:r>
                <a:endParaRPr lang="en-US" sz="2400" dirty="0">
                  <a:latin typeface="Arial Narrow" panose="020B0606020202030204" pitchFamily="34" charset="0"/>
                </a:endParaRPr>
              </a:p>
            </p:txBody>
          </p:sp>
        </mc:Choice>
        <mc:Fallback>
          <p:sp>
            <p:nvSpPr>
              <p:cNvPr id="74" name="TextBox 73">
                <a:extLst>
                  <a:ext uri="{FF2B5EF4-FFF2-40B4-BE49-F238E27FC236}">
                    <a16:creationId xmlns:a16="http://schemas.microsoft.com/office/drawing/2014/main" id="{0BC5EFDD-B5EE-4CD3-9813-3FC4733EEA9A}"/>
                  </a:ext>
                </a:extLst>
              </p:cNvPr>
              <p:cNvSpPr txBox="1">
                <a:spLocks noRot="1" noChangeAspect="1" noMove="1" noResize="1" noEditPoints="1" noAdjustHandles="1" noChangeArrowheads="1" noChangeShapeType="1" noTextEdit="1"/>
              </p:cNvSpPr>
              <p:nvPr/>
            </p:nvSpPr>
            <p:spPr>
              <a:xfrm>
                <a:off x="138224" y="999460"/>
                <a:ext cx="6251944" cy="4893647"/>
              </a:xfrm>
              <a:prstGeom prst="rect">
                <a:avLst/>
              </a:prstGeom>
              <a:blipFill>
                <a:blip r:embed="rId3"/>
                <a:stretch>
                  <a:fillRect l="-1366" t="-872" r="-1073" b="-1993"/>
                </a:stretch>
              </a:blipFill>
            </p:spPr>
            <p:txBody>
              <a:bodyPr/>
              <a:lstStyle/>
              <a:p>
                <a:r>
                  <a:rPr lang="en-AU">
                    <a:noFill/>
                  </a:rPr>
                  <a:t> </a:t>
                </a:r>
              </a:p>
            </p:txBody>
          </p:sp>
        </mc:Fallback>
      </mc:AlternateContent>
      <p:graphicFrame>
        <p:nvGraphicFramePr>
          <p:cNvPr id="98" name="Table 97">
            <a:extLst>
              <a:ext uri="{FF2B5EF4-FFF2-40B4-BE49-F238E27FC236}">
                <a16:creationId xmlns:a16="http://schemas.microsoft.com/office/drawing/2014/main" id="{94312D7D-D010-4FF1-90CB-F360B04462A7}"/>
              </a:ext>
            </a:extLst>
          </p:cNvPr>
          <p:cNvGraphicFramePr>
            <a:graphicFrameLocks noGrp="1"/>
          </p:cNvGraphicFramePr>
          <p:nvPr>
            <p:extLst>
              <p:ext uri="{D42A27DB-BD31-4B8C-83A1-F6EECF244321}">
                <p14:modId xmlns:p14="http://schemas.microsoft.com/office/powerpoint/2010/main" val="2152734764"/>
              </p:ext>
            </p:extLst>
          </p:nvPr>
        </p:nvGraphicFramePr>
        <p:xfrm>
          <a:off x="6882594" y="1130770"/>
          <a:ext cx="4881918" cy="1783080"/>
        </p:xfrm>
        <a:graphic>
          <a:graphicData uri="http://schemas.openxmlformats.org/drawingml/2006/table">
            <a:tbl>
              <a:tblPr/>
              <a:tblGrid>
                <a:gridCol w="1457262">
                  <a:extLst>
                    <a:ext uri="{9D8B030D-6E8A-4147-A177-3AD203B41FA5}">
                      <a16:colId xmlns:a16="http://schemas.microsoft.com/office/drawing/2014/main" val="3160722099"/>
                    </a:ext>
                  </a:extLst>
                </a:gridCol>
                <a:gridCol w="1352316">
                  <a:extLst>
                    <a:ext uri="{9D8B030D-6E8A-4147-A177-3AD203B41FA5}">
                      <a16:colId xmlns:a16="http://schemas.microsoft.com/office/drawing/2014/main" val="1361646133"/>
                    </a:ext>
                  </a:extLst>
                </a:gridCol>
                <a:gridCol w="1120839">
                  <a:extLst>
                    <a:ext uri="{9D8B030D-6E8A-4147-A177-3AD203B41FA5}">
                      <a16:colId xmlns:a16="http://schemas.microsoft.com/office/drawing/2014/main" val="1042390536"/>
                    </a:ext>
                  </a:extLst>
                </a:gridCol>
                <a:gridCol w="951501">
                  <a:extLst>
                    <a:ext uri="{9D8B030D-6E8A-4147-A177-3AD203B41FA5}">
                      <a16:colId xmlns:a16="http://schemas.microsoft.com/office/drawing/2014/main" val="1247498534"/>
                    </a:ext>
                  </a:extLst>
                </a:gridCol>
              </a:tblGrid>
              <a:tr h="180975">
                <a:tc>
                  <a:txBody>
                    <a:bodyPr/>
                    <a:lstStyle/>
                    <a:p>
                      <a:pPr algn="l" fontAlgn="b"/>
                      <a:r>
                        <a:rPr lang="en-AU" sz="1400" b="1" i="0" u="none" strike="noStrike" dirty="0">
                          <a:solidFill>
                            <a:srgbClr val="000000"/>
                          </a:solidFill>
                          <a:effectLst/>
                          <a:latin typeface="Aptos Narrow" panose="02110004020202020204"/>
                        </a:rPr>
                        <a:t>Row Labels</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Minimal</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Moderate</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Total</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3670737354"/>
                  </a:ext>
                </a:extLst>
              </a:tr>
              <a:tr h="180975">
                <a:tc>
                  <a:txBody>
                    <a:bodyPr/>
                    <a:lstStyle/>
                    <a:p>
                      <a:pPr algn="l" fontAlgn="b"/>
                      <a:r>
                        <a:rPr lang="en-AU" sz="1400" b="0" i="0" u="none" strike="noStrike" dirty="0">
                          <a:solidFill>
                            <a:srgbClr val="000000"/>
                          </a:solidFill>
                          <a:effectLst/>
                          <a:latin typeface="Aptos Narrow" panose="02110004020202020204"/>
                        </a:rPr>
                        <a:t>Asthma</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260</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166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426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524402350"/>
                  </a:ext>
                </a:extLst>
              </a:tr>
              <a:tr h="180975">
                <a:tc>
                  <a:txBody>
                    <a:bodyPr/>
                    <a:lstStyle/>
                    <a:p>
                      <a:pPr algn="l" fontAlgn="b"/>
                      <a:r>
                        <a:rPr lang="en-AU" sz="1400" b="0" i="0" u="none" strike="noStrike" dirty="0">
                          <a:solidFill>
                            <a:srgbClr val="000000"/>
                          </a:solidFill>
                          <a:effectLst/>
                          <a:latin typeface="Aptos Narrow" panose="02110004020202020204"/>
                        </a:rPr>
                        <a:t>Cancer</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256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125</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381</a:t>
                      </a:r>
                    </a:p>
                  </a:txBody>
                  <a:tcPr marL="9525" marR="9525" marT="9525" marB="0" anchor="b">
                    <a:lnL>
                      <a:noFill/>
                    </a:lnL>
                    <a:lnR>
                      <a:noFill/>
                    </a:lnR>
                    <a:lnT>
                      <a:noFill/>
                    </a:lnT>
                    <a:lnB>
                      <a:noFill/>
                    </a:lnB>
                    <a:noFill/>
                  </a:tcPr>
                </a:tc>
                <a:extLst>
                  <a:ext uri="{0D108BD9-81ED-4DB2-BD59-A6C34878D82A}">
                    <a16:rowId xmlns:a16="http://schemas.microsoft.com/office/drawing/2014/main" val="1021259156"/>
                  </a:ext>
                </a:extLst>
              </a:tr>
              <a:tr h="180975">
                <a:tc>
                  <a:txBody>
                    <a:bodyPr/>
                    <a:lstStyle/>
                    <a:p>
                      <a:pPr algn="l" fontAlgn="b"/>
                      <a:r>
                        <a:rPr lang="en-AU" sz="1400" b="0" i="0" u="none" strike="noStrike" dirty="0">
                          <a:solidFill>
                            <a:srgbClr val="000000"/>
                          </a:solidFill>
                          <a:effectLst/>
                          <a:latin typeface="Aptos Narrow" panose="02110004020202020204"/>
                        </a:rPr>
                        <a:t>Depression</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323</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170</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493</a:t>
                      </a:r>
                    </a:p>
                  </a:txBody>
                  <a:tcPr marL="9525" marR="9525" marT="9525" marB="0" anchor="b">
                    <a:lnL>
                      <a:noFill/>
                    </a:lnL>
                    <a:lnR>
                      <a:noFill/>
                    </a:lnR>
                    <a:lnT>
                      <a:noFill/>
                    </a:lnT>
                    <a:lnB>
                      <a:noFill/>
                    </a:lnB>
                    <a:noFill/>
                  </a:tcPr>
                </a:tc>
                <a:extLst>
                  <a:ext uri="{0D108BD9-81ED-4DB2-BD59-A6C34878D82A}">
                    <a16:rowId xmlns:a16="http://schemas.microsoft.com/office/drawing/2014/main" val="186161523"/>
                  </a:ext>
                </a:extLst>
              </a:tr>
              <a:tr h="180975">
                <a:tc>
                  <a:txBody>
                    <a:bodyPr/>
                    <a:lstStyle/>
                    <a:p>
                      <a:pPr algn="l" fontAlgn="b"/>
                      <a:r>
                        <a:rPr lang="en-AU" sz="1400" b="0" i="0" u="none" strike="noStrike">
                          <a:solidFill>
                            <a:srgbClr val="000000"/>
                          </a:solidFill>
                          <a:effectLst/>
                          <a:latin typeface="Aptos Narrow" panose="02110004020202020204"/>
                        </a:rPr>
                        <a:t>Diabetes</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146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56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202</a:t>
                      </a:r>
                    </a:p>
                  </a:txBody>
                  <a:tcPr marL="9525" marR="9525" marT="9525" marB="0" anchor="b">
                    <a:lnL>
                      <a:noFill/>
                    </a:lnL>
                    <a:lnR>
                      <a:noFill/>
                    </a:lnR>
                    <a:lnT>
                      <a:noFill/>
                    </a:lnT>
                    <a:lnB>
                      <a:noFill/>
                    </a:lnB>
                    <a:noFill/>
                  </a:tcPr>
                </a:tc>
                <a:extLst>
                  <a:ext uri="{0D108BD9-81ED-4DB2-BD59-A6C34878D82A}">
                    <a16:rowId xmlns:a16="http://schemas.microsoft.com/office/drawing/2014/main" val="2724281700"/>
                  </a:ext>
                </a:extLst>
              </a:tr>
              <a:tr h="180975">
                <a:tc>
                  <a:txBody>
                    <a:bodyPr/>
                    <a:lstStyle/>
                    <a:p>
                      <a:pPr algn="l" fontAlgn="b"/>
                      <a:r>
                        <a:rPr lang="en-AU" sz="1400" b="0" i="0" u="none" strike="noStrike">
                          <a:solidFill>
                            <a:srgbClr val="000000"/>
                          </a:solidFill>
                          <a:effectLst/>
                          <a:latin typeface="Aptos Narrow" panose="02110004020202020204"/>
                        </a:rPr>
                        <a:t>Heart Disease</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220</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43</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263</a:t>
                      </a:r>
                    </a:p>
                  </a:txBody>
                  <a:tcPr marL="9525" marR="9525" marT="9525" marB="0" anchor="b">
                    <a:lnL>
                      <a:noFill/>
                    </a:lnL>
                    <a:lnR>
                      <a:noFill/>
                    </a:lnR>
                    <a:lnT>
                      <a:noFill/>
                    </a:lnT>
                    <a:lnB>
                      <a:noFill/>
                    </a:lnB>
                    <a:noFill/>
                  </a:tcPr>
                </a:tc>
                <a:extLst>
                  <a:ext uri="{0D108BD9-81ED-4DB2-BD59-A6C34878D82A}">
                    <a16:rowId xmlns:a16="http://schemas.microsoft.com/office/drawing/2014/main" val="1312505835"/>
                  </a:ext>
                </a:extLst>
              </a:tr>
              <a:tr h="180975">
                <a:tc>
                  <a:txBody>
                    <a:bodyPr/>
                    <a:lstStyle/>
                    <a:p>
                      <a:pPr algn="l" fontAlgn="b"/>
                      <a:r>
                        <a:rPr lang="en-AU" sz="1400" b="0" i="0" u="none" strike="noStrike">
                          <a:solidFill>
                            <a:srgbClr val="000000"/>
                          </a:solidFill>
                          <a:effectLst/>
                          <a:latin typeface="Aptos Narrow" panose="02110004020202020204"/>
                        </a:rPr>
                        <a:t>None of Above</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dirty="0">
                          <a:solidFill>
                            <a:srgbClr val="000000"/>
                          </a:solidFill>
                          <a:effectLst/>
                          <a:latin typeface="Aptos Narrow" panose="02110004020202020204"/>
                        </a:rPr>
                        <a:t>2011</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dirty="0">
                          <a:solidFill>
                            <a:srgbClr val="000000"/>
                          </a:solidFill>
                          <a:effectLst/>
                          <a:latin typeface="Aptos Narrow" panose="02110004020202020204"/>
                        </a:rPr>
                        <a:t>1224</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3235</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833777439"/>
                  </a:ext>
                </a:extLst>
              </a:tr>
              <a:tr h="180975">
                <a:tc>
                  <a:txBody>
                    <a:bodyPr/>
                    <a:lstStyle/>
                    <a:p>
                      <a:pPr algn="l" fontAlgn="b"/>
                      <a:r>
                        <a:rPr lang="en-AU" sz="1400" b="1" i="0" u="none" strike="noStrike">
                          <a:solidFill>
                            <a:srgbClr val="000000"/>
                          </a:solidFill>
                          <a:effectLst/>
                          <a:latin typeface="Aptos Narrow" panose="02110004020202020204"/>
                        </a:rPr>
                        <a:t>Total</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a:solidFill>
                            <a:srgbClr val="000000"/>
                          </a:solidFill>
                          <a:effectLst/>
                          <a:latin typeface="Aptos Narrow" panose="02110004020202020204"/>
                        </a:rPr>
                        <a:t>3216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dirty="0">
                          <a:solidFill>
                            <a:srgbClr val="000000"/>
                          </a:solidFill>
                          <a:effectLst/>
                          <a:latin typeface="Aptos Narrow" panose="02110004020202020204"/>
                        </a:rPr>
                        <a:t>1784</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dirty="0">
                          <a:solidFill>
                            <a:srgbClr val="000000"/>
                          </a:solidFill>
                          <a:effectLst/>
                          <a:latin typeface="Aptos Narrow" panose="02110004020202020204"/>
                        </a:rPr>
                        <a:t>5000</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3501994308"/>
                  </a:ext>
                </a:extLst>
              </a:tr>
            </a:tbl>
          </a:graphicData>
        </a:graphic>
      </p:graphicFrame>
    </p:spTree>
    <p:extLst>
      <p:ext uri="{BB962C8B-B14F-4D97-AF65-F5344CB8AC3E}">
        <p14:creationId xmlns:p14="http://schemas.microsoft.com/office/powerpoint/2010/main" val="41465701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Independence (Method 1)</a:t>
            </a:r>
          </a:p>
        </p:txBody>
      </p:sp>
      <p:sp>
        <p:nvSpPr>
          <p:cNvPr id="74" name="TextBox 73">
            <a:extLst>
              <a:ext uri="{FF2B5EF4-FFF2-40B4-BE49-F238E27FC236}">
                <a16:creationId xmlns:a16="http://schemas.microsoft.com/office/drawing/2014/main" id="{0BC5EFDD-B5EE-4CD3-9813-3FC4733EEA9A}"/>
              </a:ext>
            </a:extLst>
          </p:cNvPr>
          <p:cNvSpPr txBox="1"/>
          <p:nvPr/>
        </p:nvSpPr>
        <p:spPr>
          <a:xfrm>
            <a:off x="138223" y="999460"/>
            <a:ext cx="11621385"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Two events are independent if the probability of one event occurring is unaffected by the outcome of the other event</a:t>
            </a:r>
          </a:p>
        </p:txBody>
      </p:sp>
      <p:graphicFrame>
        <p:nvGraphicFramePr>
          <p:cNvPr id="5" name="Table 4">
            <a:extLst>
              <a:ext uri="{FF2B5EF4-FFF2-40B4-BE49-F238E27FC236}">
                <a16:creationId xmlns:a16="http://schemas.microsoft.com/office/drawing/2014/main" id="{21E8F286-D775-45F8-87C2-C450E9168DE0}"/>
              </a:ext>
            </a:extLst>
          </p:cNvPr>
          <p:cNvGraphicFramePr>
            <a:graphicFrameLocks noGrp="1"/>
          </p:cNvGraphicFramePr>
          <p:nvPr>
            <p:extLst>
              <p:ext uri="{D42A27DB-BD31-4B8C-83A1-F6EECF244321}">
                <p14:modId xmlns:p14="http://schemas.microsoft.com/office/powerpoint/2010/main" val="695939188"/>
              </p:ext>
            </p:extLst>
          </p:nvPr>
        </p:nvGraphicFramePr>
        <p:xfrm>
          <a:off x="3597134" y="1645920"/>
          <a:ext cx="4881918" cy="1783080"/>
        </p:xfrm>
        <a:graphic>
          <a:graphicData uri="http://schemas.openxmlformats.org/drawingml/2006/table">
            <a:tbl>
              <a:tblPr/>
              <a:tblGrid>
                <a:gridCol w="1457262">
                  <a:extLst>
                    <a:ext uri="{9D8B030D-6E8A-4147-A177-3AD203B41FA5}">
                      <a16:colId xmlns:a16="http://schemas.microsoft.com/office/drawing/2014/main" val="3160722099"/>
                    </a:ext>
                  </a:extLst>
                </a:gridCol>
                <a:gridCol w="1352316">
                  <a:extLst>
                    <a:ext uri="{9D8B030D-6E8A-4147-A177-3AD203B41FA5}">
                      <a16:colId xmlns:a16="http://schemas.microsoft.com/office/drawing/2014/main" val="1361646133"/>
                    </a:ext>
                  </a:extLst>
                </a:gridCol>
                <a:gridCol w="1120839">
                  <a:extLst>
                    <a:ext uri="{9D8B030D-6E8A-4147-A177-3AD203B41FA5}">
                      <a16:colId xmlns:a16="http://schemas.microsoft.com/office/drawing/2014/main" val="1042390536"/>
                    </a:ext>
                  </a:extLst>
                </a:gridCol>
                <a:gridCol w="951501">
                  <a:extLst>
                    <a:ext uri="{9D8B030D-6E8A-4147-A177-3AD203B41FA5}">
                      <a16:colId xmlns:a16="http://schemas.microsoft.com/office/drawing/2014/main" val="1247498534"/>
                    </a:ext>
                  </a:extLst>
                </a:gridCol>
              </a:tblGrid>
              <a:tr h="180975">
                <a:tc>
                  <a:txBody>
                    <a:bodyPr/>
                    <a:lstStyle/>
                    <a:p>
                      <a:pPr algn="l" fontAlgn="b"/>
                      <a:r>
                        <a:rPr lang="en-AU" sz="1400" b="1" i="0" u="none" strike="noStrike">
                          <a:solidFill>
                            <a:srgbClr val="000000"/>
                          </a:solidFill>
                          <a:effectLst/>
                          <a:latin typeface="Aptos Narrow" panose="02110004020202020204"/>
                        </a:rPr>
                        <a:t>Row Labels</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Minimal</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Moderate</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Total</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3670737354"/>
                  </a:ext>
                </a:extLst>
              </a:tr>
              <a:tr h="180975">
                <a:tc>
                  <a:txBody>
                    <a:bodyPr/>
                    <a:lstStyle/>
                    <a:p>
                      <a:pPr algn="l" fontAlgn="b"/>
                      <a:r>
                        <a:rPr lang="en-AU" sz="1400" b="0" i="0" u="none" strike="noStrike">
                          <a:solidFill>
                            <a:srgbClr val="000000"/>
                          </a:solidFill>
                          <a:effectLst/>
                          <a:latin typeface="Aptos Narrow" panose="02110004020202020204"/>
                        </a:rPr>
                        <a:t>Asthma</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260</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166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426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524402350"/>
                  </a:ext>
                </a:extLst>
              </a:tr>
              <a:tr h="180975">
                <a:tc>
                  <a:txBody>
                    <a:bodyPr/>
                    <a:lstStyle/>
                    <a:p>
                      <a:pPr algn="l" fontAlgn="b"/>
                      <a:r>
                        <a:rPr lang="en-AU" sz="1400" b="0" i="0" u="none" strike="noStrike">
                          <a:solidFill>
                            <a:srgbClr val="000000"/>
                          </a:solidFill>
                          <a:effectLst/>
                          <a:latin typeface="Aptos Narrow" panose="02110004020202020204"/>
                        </a:rPr>
                        <a:t>Cancer</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256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125</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381</a:t>
                      </a:r>
                    </a:p>
                  </a:txBody>
                  <a:tcPr marL="9525" marR="9525" marT="9525" marB="0" anchor="b">
                    <a:lnL>
                      <a:noFill/>
                    </a:lnL>
                    <a:lnR>
                      <a:noFill/>
                    </a:lnR>
                    <a:lnT>
                      <a:noFill/>
                    </a:lnT>
                    <a:lnB>
                      <a:noFill/>
                    </a:lnB>
                    <a:noFill/>
                  </a:tcPr>
                </a:tc>
                <a:extLst>
                  <a:ext uri="{0D108BD9-81ED-4DB2-BD59-A6C34878D82A}">
                    <a16:rowId xmlns:a16="http://schemas.microsoft.com/office/drawing/2014/main" val="1021259156"/>
                  </a:ext>
                </a:extLst>
              </a:tr>
              <a:tr h="180975">
                <a:tc>
                  <a:txBody>
                    <a:bodyPr/>
                    <a:lstStyle/>
                    <a:p>
                      <a:pPr algn="l" fontAlgn="b"/>
                      <a:r>
                        <a:rPr lang="en-AU" sz="1400" b="0" i="0" u="none" strike="noStrike">
                          <a:solidFill>
                            <a:srgbClr val="000000"/>
                          </a:solidFill>
                          <a:effectLst/>
                          <a:latin typeface="Aptos Narrow" panose="02110004020202020204"/>
                        </a:rPr>
                        <a:t>Depression</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323</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170</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493</a:t>
                      </a:r>
                    </a:p>
                  </a:txBody>
                  <a:tcPr marL="9525" marR="9525" marT="9525" marB="0" anchor="b">
                    <a:lnL>
                      <a:noFill/>
                    </a:lnL>
                    <a:lnR>
                      <a:noFill/>
                    </a:lnR>
                    <a:lnT>
                      <a:noFill/>
                    </a:lnT>
                    <a:lnB>
                      <a:noFill/>
                    </a:lnB>
                    <a:noFill/>
                  </a:tcPr>
                </a:tc>
                <a:extLst>
                  <a:ext uri="{0D108BD9-81ED-4DB2-BD59-A6C34878D82A}">
                    <a16:rowId xmlns:a16="http://schemas.microsoft.com/office/drawing/2014/main" val="186161523"/>
                  </a:ext>
                </a:extLst>
              </a:tr>
              <a:tr h="180975">
                <a:tc>
                  <a:txBody>
                    <a:bodyPr/>
                    <a:lstStyle/>
                    <a:p>
                      <a:pPr algn="l" fontAlgn="b"/>
                      <a:r>
                        <a:rPr lang="en-AU" sz="1400" b="0" i="0" u="none" strike="noStrike">
                          <a:solidFill>
                            <a:srgbClr val="000000"/>
                          </a:solidFill>
                          <a:effectLst/>
                          <a:latin typeface="Aptos Narrow" panose="02110004020202020204"/>
                        </a:rPr>
                        <a:t>Diabetes</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146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56</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202</a:t>
                      </a:r>
                    </a:p>
                  </a:txBody>
                  <a:tcPr marL="9525" marR="9525" marT="9525" marB="0" anchor="b">
                    <a:lnL>
                      <a:noFill/>
                    </a:lnL>
                    <a:lnR>
                      <a:noFill/>
                    </a:lnR>
                    <a:lnT>
                      <a:noFill/>
                    </a:lnT>
                    <a:lnB>
                      <a:noFill/>
                    </a:lnB>
                    <a:noFill/>
                  </a:tcPr>
                </a:tc>
                <a:extLst>
                  <a:ext uri="{0D108BD9-81ED-4DB2-BD59-A6C34878D82A}">
                    <a16:rowId xmlns:a16="http://schemas.microsoft.com/office/drawing/2014/main" val="2724281700"/>
                  </a:ext>
                </a:extLst>
              </a:tr>
              <a:tr h="180975">
                <a:tc>
                  <a:txBody>
                    <a:bodyPr/>
                    <a:lstStyle/>
                    <a:p>
                      <a:pPr algn="l" fontAlgn="b"/>
                      <a:r>
                        <a:rPr lang="en-AU" sz="1400" b="0" i="0" u="none" strike="noStrike">
                          <a:solidFill>
                            <a:srgbClr val="000000"/>
                          </a:solidFill>
                          <a:effectLst/>
                          <a:latin typeface="Aptos Narrow" panose="02110004020202020204"/>
                        </a:rPr>
                        <a:t>Heart Disease</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220</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43</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263</a:t>
                      </a:r>
                    </a:p>
                  </a:txBody>
                  <a:tcPr marL="9525" marR="9525" marT="9525" marB="0" anchor="b">
                    <a:lnL>
                      <a:noFill/>
                    </a:lnL>
                    <a:lnR>
                      <a:noFill/>
                    </a:lnR>
                    <a:lnT>
                      <a:noFill/>
                    </a:lnT>
                    <a:lnB>
                      <a:noFill/>
                    </a:lnB>
                    <a:noFill/>
                  </a:tcPr>
                </a:tc>
                <a:extLst>
                  <a:ext uri="{0D108BD9-81ED-4DB2-BD59-A6C34878D82A}">
                    <a16:rowId xmlns:a16="http://schemas.microsoft.com/office/drawing/2014/main" val="1312505835"/>
                  </a:ext>
                </a:extLst>
              </a:tr>
              <a:tr h="180975">
                <a:tc>
                  <a:txBody>
                    <a:bodyPr/>
                    <a:lstStyle/>
                    <a:p>
                      <a:pPr algn="l" fontAlgn="b"/>
                      <a:r>
                        <a:rPr lang="en-AU" sz="1400" b="0" i="0" u="none" strike="noStrike">
                          <a:solidFill>
                            <a:srgbClr val="000000"/>
                          </a:solidFill>
                          <a:effectLst/>
                          <a:latin typeface="Aptos Narrow" panose="02110004020202020204"/>
                        </a:rPr>
                        <a:t>None of Above</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2011</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1224</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3235</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833777439"/>
                  </a:ext>
                </a:extLst>
              </a:tr>
              <a:tr h="180975">
                <a:tc>
                  <a:txBody>
                    <a:bodyPr/>
                    <a:lstStyle/>
                    <a:p>
                      <a:pPr algn="l" fontAlgn="b"/>
                      <a:r>
                        <a:rPr lang="en-AU" sz="1400" b="1" i="0" u="none" strike="noStrike">
                          <a:solidFill>
                            <a:srgbClr val="000000"/>
                          </a:solidFill>
                          <a:effectLst/>
                          <a:latin typeface="Aptos Narrow" panose="02110004020202020204"/>
                        </a:rPr>
                        <a:t>Total</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a:solidFill>
                            <a:srgbClr val="000000"/>
                          </a:solidFill>
                          <a:effectLst/>
                          <a:latin typeface="Aptos Narrow" panose="02110004020202020204"/>
                        </a:rPr>
                        <a:t>3216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a:solidFill>
                            <a:srgbClr val="000000"/>
                          </a:solidFill>
                          <a:effectLst/>
                          <a:latin typeface="Aptos Narrow" panose="02110004020202020204"/>
                        </a:rPr>
                        <a:t>1784</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dirty="0">
                          <a:solidFill>
                            <a:srgbClr val="000000"/>
                          </a:solidFill>
                          <a:effectLst/>
                          <a:latin typeface="Aptos Narrow" panose="02110004020202020204"/>
                        </a:rPr>
                        <a:t>5000</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3501994308"/>
                  </a:ext>
                </a:extLst>
              </a:tr>
            </a:tbl>
          </a:graphicData>
        </a:graphic>
      </p:graphicFrame>
      <p:sp>
        <p:nvSpPr>
          <p:cNvPr id="6" name="Rectangle 5">
            <a:extLst>
              <a:ext uri="{FF2B5EF4-FFF2-40B4-BE49-F238E27FC236}">
                <a16:creationId xmlns:a16="http://schemas.microsoft.com/office/drawing/2014/main" id="{4FE199F4-FEF9-41A5-8FF7-FB19FE8C350F}"/>
              </a:ext>
            </a:extLst>
          </p:cNvPr>
          <p:cNvSpPr/>
          <p:nvPr/>
        </p:nvSpPr>
        <p:spPr>
          <a:xfrm>
            <a:off x="9077780" y="3988794"/>
            <a:ext cx="2289183" cy="29904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AU" sz="1400" dirty="0">
                <a:latin typeface="Arial Narrow" panose="020B0606020202030204" pitchFamily="34" charset="0"/>
              </a:rPr>
              <a:t>Divide by Column Totals</a:t>
            </a:r>
          </a:p>
        </p:txBody>
      </p:sp>
      <p:cxnSp>
        <p:nvCxnSpPr>
          <p:cNvPr id="7" name="Straight Connector 6">
            <a:extLst>
              <a:ext uri="{FF2B5EF4-FFF2-40B4-BE49-F238E27FC236}">
                <a16:creationId xmlns:a16="http://schemas.microsoft.com/office/drawing/2014/main" id="{9A0EEA19-5289-4CF8-BB6D-C8E625F4CE3D}"/>
              </a:ext>
            </a:extLst>
          </p:cNvPr>
          <p:cNvCxnSpPr>
            <a:cxnSpLocks/>
          </p:cNvCxnSpPr>
          <p:nvPr/>
        </p:nvCxnSpPr>
        <p:spPr>
          <a:xfrm flipV="1">
            <a:off x="10225812" y="3719203"/>
            <a:ext cx="0" cy="226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721EE67-58D9-4F23-A987-8F7D229BCB44}"/>
              </a:ext>
            </a:extLst>
          </p:cNvPr>
          <p:cNvCxnSpPr>
            <a:cxnSpLocks/>
          </p:cNvCxnSpPr>
          <p:nvPr/>
        </p:nvCxnSpPr>
        <p:spPr>
          <a:xfrm flipV="1">
            <a:off x="6157766" y="3473421"/>
            <a:ext cx="0" cy="252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E8ED89C-F192-46D6-AEC6-B2B93EEB5AF3}"/>
              </a:ext>
            </a:extLst>
          </p:cNvPr>
          <p:cNvCxnSpPr>
            <a:cxnSpLocks/>
          </p:cNvCxnSpPr>
          <p:nvPr/>
        </p:nvCxnSpPr>
        <p:spPr>
          <a:xfrm>
            <a:off x="10222371" y="4335818"/>
            <a:ext cx="0" cy="245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Table 9">
            <a:extLst>
              <a:ext uri="{FF2B5EF4-FFF2-40B4-BE49-F238E27FC236}">
                <a16:creationId xmlns:a16="http://schemas.microsoft.com/office/drawing/2014/main" id="{21B46A32-F377-46E7-AF7A-68DFB804A5F7}"/>
              </a:ext>
            </a:extLst>
          </p:cNvPr>
          <p:cNvGraphicFramePr>
            <a:graphicFrameLocks noGrp="1"/>
          </p:cNvGraphicFramePr>
          <p:nvPr>
            <p:extLst>
              <p:ext uri="{D42A27DB-BD31-4B8C-83A1-F6EECF244321}">
                <p14:modId xmlns:p14="http://schemas.microsoft.com/office/powerpoint/2010/main" val="3052211988"/>
              </p:ext>
            </p:extLst>
          </p:nvPr>
        </p:nvGraphicFramePr>
        <p:xfrm>
          <a:off x="8517809" y="4629424"/>
          <a:ext cx="3409124" cy="1783080"/>
        </p:xfrm>
        <a:graphic>
          <a:graphicData uri="http://schemas.openxmlformats.org/drawingml/2006/table">
            <a:tbl>
              <a:tblPr/>
              <a:tblGrid>
                <a:gridCol w="1074420">
                  <a:extLst>
                    <a:ext uri="{9D8B030D-6E8A-4147-A177-3AD203B41FA5}">
                      <a16:colId xmlns:a16="http://schemas.microsoft.com/office/drawing/2014/main" val="1730191031"/>
                    </a:ext>
                  </a:extLst>
                </a:gridCol>
                <a:gridCol w="620712">
                  <a:extLst>
                    <a:ext uri="{9D8B030D-6E8A-4147-A177-3AD203B41FA5}">
                      <a16:colId xmlns:a16="http://schemas.microsoft.com/office/drawing/2014/main" val="3943072796"/>
                    </a:ext>
                  </a:extLst>
                </a:gridCol>
                <a:gridCol w="723582">
                  <a:extLst>
                    <a:ext uri="{9D8B030D-6E8A-4147-A177-3AD203B41FA5}">
                      <a16:colId xmlns:a16="http://schemas.microsoft.com/office/drawing/2014/main" val="123991141"/>
                    </a:ext>
                  </a:extLst>
                </a:gridCol>
                <a:gridCol w="990410">
                  <a:extLst>
                    <a:ext uri="{9D8B030D-6E8A-4147-A177-3AD203B41FA5}">
                      <a16:colId xmlns:a16="http://schemas.microsoft.com/office/drawing/2014/main" val="1304578749"/>
                    </a:ext>
                  </a:extLst>
                </a:gridCol>
              </a:tblGrid>
              <a:tr h="190500">
                <a:tc>
                  <a:txBody>
                    <a:bodyPr/>
                    <a:lstStyle/>
                    <a:p>
                      <a:pPr algn="l" fontAlgn="b"/>
                      <a:r>
                        <a:rPr lang="en-AU" sz="1400" b="1" i="0" u="none" strike="noStrike" dirty="0">
                          <a:solidFill>
                            <a:srgbClr val="000000"/>
                          </a:solidFill>
                          <a:effectLst/>
                          <a:latin typeface="Arial Narrow" panose="020B0606020202030204" pitchFamily="34" charset="0"/>
                        </a:rPr>
                        <a:t>Row Labels</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a:solidFill>
                            <a:srgbClr val="000000"/>
                          </a:solidFill>
                          <a:effectLst/>
                          <a:latin typeface="Arial Narrow" panose="020B0606020202030204" pitchFamily="34" charset="0"/>
                        </a:rPr>
                        <a:t>Minimal</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Moderate</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Column Total</a:t>
                      </a:r>
                    </a:p>
                  </a:txBody>
                  <a:tcPr marL="9525" marR="9525" marT="9525" marB="0" anchor="b">
                    <a:lnL>
                      <a:noFill/>
                    </a:lnL>
                    <a:lnR>
                      <a:noFill/>
                    </a:lnR>
                    <a:lnT>
                      <a:noFill/>
                    </a:lnT>
                    <a:lnB>
                      <a:noFill/>
                    </a:lnB>
                    <a:solidFill>
                      <a:schemeClr val="accent6"/>
                    </a:solidFill>
                  </a:tcPr>
                </a:tc>
                <a:extLst>
                  <a:ext uri="{0D108BD9-81ED-4DB2-BD59-A6C34878D82A}">
                    <a16:rowId xmlns:a16="http://schemas.microsoft.com/office/drawing/2014/main" val="2264517436"/>
                  </a:ext>
                </a:extLst>
              </a:tr>
              <a:tr h="190500">
                <a:tc>
                  <a:txBody>
                    <a:bodyPr/>
                    <a:lstStyle/>
                    <a:p>
                      <a:pPr algn="l" fontAlgn="b"/>
                      <a:r>
                        <a:rPr lang="en-AU" sz="1400" b="0" i="0" u="none" strike="noStrike" dirty="0">
                          <a:solidFill>
                            <a:srgbClr val="000000"/>
                          </a:solidFill>
                          <a:effectLst/>
                          <a:latin typeface="Arial Narrow" panose="020B0606020202030204" pitchFamily="34" charset="0"/>
                        </a:rPr>
                        <a:t>Asthma</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0.0808</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0.0930</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0.0852</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503806118"/>
                  </a:ext>
                </a:extLst>
              </a:tr>
              <a:tr h="190500">
                <a:tc>
                  <a:txBody>
                    <a:bodyPr/>
                    <a:lstStyle/>
                    <a:p>
                      <a:pPr algn="l" fontAlgn="b"/>
                      <a:r>
                        <a:rPr lang="en-AU" sz="1400" b="0" i="0" u="none" strike="noStrike" dirty="0">
                          <a:solidFill>
                            <a:srgbClr val="000000"/>
                          </a:solidFill>
                          <a:effectLst/>
                          <a:latin typeface="Arial Narrow" panose="020B0606020202030204" pitchFamily="34" charset="0"/>
                        </a:rPr>
                        <a:t>Cancer</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0.0796</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0.0701</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0.0762</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196808010"/>
                  </a:ext>
                </a:extLst>
              </a:tr>
              <a:tr h="190500">
                <a:tc>
                  <a:txBody>
                    <a:bodyPr/>
                    <a:lstStyle/>
                    <a:p>
                      <a:pPr algn="l" fontAlgn="b"/>
                      <a:r>
                        <a:rPr lang="en-AU" sz="1400" b="0" i="0" u="none" strike="noStrike">
                          <a:solidFill>
                            <a:srgbClr val="000000"/>
                          </a:solidFill>
                          <a:effectLst/>
                          <a:latin typeface="Arial Narrow" panose="020B0606020202030204" pitchFamily="34" charset="0"/>
                        </a:rPr>
                        <a:t>Depression</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0.1004</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0.0953</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0.0986</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46678972"/>
                  </a:ext>
                </a:extLst>
              </a:tr>
              <a:tr h="190500">
                <a:tc>
                  <a:txBody>
                    <a:bodyPr/>
                    <a:lstStyle/>
                    <a:p>
                      <a:pPr algn="l" fontAlgn="b"/>
                      <a:r>
                        <a:rPr lang="en-AU" sz="1400" b="0" i="0" u="none" strike="noStrike">
                          <a:solidFill>
                            <a:srgbClr val="000000"/>
                          </a:solidFill>
                          <a:effectLst/>
                          <a:latin typeface="Arial Narrow" panose="020B0606020202030204" pitchFamily="34" charset="0"/>
                        </a:rPr>
                        <a:t>Diabetes</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0.0454</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0.0314</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0.0404</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479985551"/>
                  </a:ext>
                </a:extLst>
              </a:tr>
              <a:tr h="190500">
                <a:tc>
                  <a:txBody>
                    <a:bodyPr/>
                    <a:lstStyle/>
                    <a:p>
                      <a:pPr algn="l" fontAlgn="b"/>
                      <a:r>
                        <a:rPr lang="en-AU" sz="1400" b="0" i="0" u="none" strike="noStrike">
                          <a:solidFill>
                            <a:srgbClr val="000000"/>
                          </a:solidFill>
                          <a:effectLst/>
                          <a:latin typeface="Arial Narrow" panose="020B0606020202030204" pitchFamily="34" charset="0"/>
                        </a:rPr>
                        <a:t>Heart Disease</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0.0684</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0.0241</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0.0526</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722668046"/>
                  </a:ext>
                </a:extLst>
              </a:tr>
              <a:tr h="190500">
                <a:tc>
                  <a:txBody>
                    <a:bodyPr/>
                    <a:lstStyle/>
                    <a:p>
                      <a:pPr algn="l" fontAlgn="b"/>
                      <a:r>
                        <a:rPr lang="en-AU" sz="1400" b="0" i="0" u="none" strike="noStrike" dirty="0">
                          <a:solidFill>
                            <a:srgbClr val="000000"/>
                          </a:solidFill>
                          <a:effectLst/>
                          <a:latin typeface="Arial Narrow" panose="020B0606020202030204" pitchFamily="34" charset="0"/>
                        </a:rPr>
                        <a:t>None of Above</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a:solidFill>
                            <a:srgbClr val="000000"/>
                          </a:solidFill>
                          <a:effectLst/>
                          <a:latin typeface="Arial Narrow" panose="020B0606020202030204" pitchFamily="34" charset="0"/>
                        </a:rPr>
                        <a:t>0.6253</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0.6861</a:t>
                      </a:r>
                    </a:p>
                  </a:txBody>
                  <a:tcPr marL="9525" marR="9525" marT="9525" marB="0" anchor="b">
                    <a:lnL>
                      <a:noFill/>
                    </a:lnL>
                    <a:lnR>
                      <a:noFill/>
                    </a:lnR>
                    <a:lnT>
                      <a:noFill/>
                    </a:lnT>
                    <a:lnB>
                      <a:noFill/>
                    </a:lnB>
                    <a:solidFill>
                      <a:schemeClr val="accent6">
                        <a:lumMod val="20000"/>
                        <a:lumOff val="80000"/>
                      </a:schemeClr>
                    </a:solidFill>
                  </a:tcPr>
                </a:tc>
                <a:tc>
                  <a:txBody>
                    <a:bodyPr/>
                    <a:lstStyle/>
                    <a:p>
                      <a:pPr algn="ctr" fontAlgn="b"/>
                      <a:r>
                        <a:rPr lang="en-AU" sz="1400" b="0" i="0" u="none" strike="noStrike" dirty="0">
                          <a:solidFill>
                            <a:srgbClr val="000000"/>
                          </a:solidFill>
                          <a:effectLst/>
                          <a:latin typeface="Arial Narrow" panose="020B0606020202030204" pitchFamily="34" charset="0"/>
                        </a:rPr>
                        <a:t>0.6470</a:t>
                      </a:r>
                    </a:p>
                  </a:txBody>
                  <a:tcPr marL="9525" marR="9525" marT="9525"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298391841"/>
                  </a:ext>
                </a:extLst>
              </a:tr>
              <a:tr h="190500">
                <a:tc>
                  <a:txBody>
                    <a:bodyPr/>
                    <a:lstStyle/>
                    <a:p>
                      <a:pPr algn="l" fontAlgn="b"/>
                      <a:r>
                        <a:rPr lang="en-AU" sz="1400" b="1" i="0" u="none" strike="noStrike" dirty="0">
                          <a:solidFill>
                            <a:srgbClr val="000000"/>
                          </a:solidFill>
                          <a:effectLst/>
                          <a:latin typeface="Arial Narrow" panose="020B0606020202030204" pitchFamily="34" charset="0"/>
                        </a:rPr>
                        <a:t>Column Total</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1</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1</a:t>
                      </a:r>
                    </a:p>
                  </a:txBody>
                  <a:tcPr marL="9525" marR="9525" marT="9525" marB="0" anchor="b">
                    <a:lnL>
                      <a:noFill/>
                    </a:lnL>
                    <a:lnR>
                      <a:noFill/>
                    </a:lnR>
                    <a:lnT>
                      <a:noFill/>
                    </a:lnT>
                    <a:lnB>
                      <a:noFill/>
                    </a:lnB>
                    <a:solidFill>
                      <a:schemeClr val="accent6"/>
                    </a:solidFill>
                  </a:tcPr>
                </a:tc>
                <a:tc>
                  <a:txBody>
                    <a:bodyPr/>
                    <a:lstStyle/>
                    <a:p>
                      <a:pPr algn="ctr" fontAlgn="b"/>
                      <a:r>
                        <a:rPr lang="en-AU" sz="1400" b="1" i="0" u="none" strike="noStrike" dirty="0">
                          <a:solidFill>
                            <a:srgbClr val="000000"/>
                          </a:solidFill>
                          <a:effectLst/>
                          <a:latin typeface="Arial Narrow" panose="020B0606020202030204" pitchFamily="34" charset="0"/>
                        </a:rPr>
                        <a:t>1</a:t>
                      </a:r>
                    </a:p>
                  </a:txBody>
                  <a:tcPr marL="9525" marR="9525" marT="9525" marB="0" anchor="b">
                    <a:lnL>
                      <a:noFill/>
                    </a:lnL>
                    <a:lnR>
                      <a:noFill/>
                    </a:lnR>
                    <a:lnT>
                      <a:noFill/>
                    </a:lnT>
                    <a:lnB>
                      <a:noFill/>
                    </a:lnB>
                    <a:solidFill>
                      <a:schemeClr val="accent6"/>
                    </a:solidFill>
                  </a:tcPr>
                </a:tc>
                <a:extLst>
                  <a:ext uri="{0D108BD9-81ED-4DB2-BD59-A6C34878D82A}">
                    <a16:rowId xmlns:a16="http://schemas.microsoft.com/office/drawing/2014/main" val="2081040926"/>
                  </a:ext>
                </a:extLst>
              </a:tr>
            </a:tbl>
          </a:graphicData>
        </a:graphic>
      </p:graphicFrame>
      <p:cxnSp>
        <p:nvCxnSpPr>
          <p:cNvPr id="11" name="Straight Connector 10">
            <a:extLst>
              <a:ext uri="{FF2B5EF4-FFF2-40B4-BE49-F238E27FC236}">
                <a16:creationId xmlns:a16="http://schemas.microsoft.com/office/drawing/2014/main" id="{52DD6591-91AD-40B7-A5DD-6891326C0B51}"/>
              </a:ext>
            </a:extLst>
          </p:cNvPr>
          <p:cNvCxnSpPr>
            <a:cxnSpLocks/>
          </p:cNvCxnSpPr>
          <p:nvPr/>
        </p:nvCxnSpPr>
        <p:spPr>
          <a:xfrm flipH="1">
            <a:off x="6168318" y="3725896"/>
            <a:ext cx="40540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4940E65-8988-4BE3-B66F-29CF6AB52464}"/>
              </a:ext>
            </a:extLst>
          </p:cNvPr>
          <p:cNvSpPr/>
          <p:nvPr/>
        </p:nvSpPr>
        <p:spPr>
          <a:xfrm>
            <a:off x="8479052" y="5522268"/>
            <a:ext cx="3478486" cy="231112"/>
          </a:xfrm>
          <a:prstGeom prst="rect">
            <a:avLst/>
          </a:prstGeom>
          <a:solidFill>
            <a:srgbClr val="FF0000">
              <a:alpha val="2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55376DA-895F-4D75-82B6-942AF4819628}"/>
                  </a:ext>
                </a:extLst>
              </p:cNvPr>
              <p:cNvSpPr txBox="1"/>
              <p:nvPr/>
            </p:nvSpPr>
            <p:spPr>
              <a:xfrm>
                <a:off x="1766807" y="4384598"/>
                <a:ext cx="23203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Diabetes</m:t>
                              </m:r>
                            </m:e>
                          </m:d>
                        </m:e>
                      </m:func>
                      <m:r>
                        <a:rPr lang="en-AU" b="0" i="0" smtClean="0">
                          <a:latin typeface="Cambria Math" panose="02040503050406030204" pitchFamily="18" charset="0"/>
                        </a:rPr>
                        <m:t>=0.0404</m:t>
                      </m:r>
                    </m:oMath>
                  </m:oMathPara>
                </a14:m>
                <a:endParaRPr lang="en-AU" dirty="0"/>
              </a:p>
            </p:txBody>
          </p:sp>
        </mc:Choice>
        <mc:Fallback>
          <p:sp>
            <p:nvSpPr>
              <p:cNvPr id="13" name="TextBox 12">
                <a:extLst>
                  <a:ext uri="{FF2B5EF4-FFF2-40B4-BE49-F238E27FC236}">
                    <a16:creationId xmlns:a16="http://schemas.microsoft.com/office/drawing/2014/main" id="{C55376DA-895F-4D75-82B6-942AF4819628}"/>
                  </a:ext>
                </a:extLst>
              </p:cNvPr>
              <p:cNvSpPr txBox="1">
                <a:spLocks noRot="1" noChangeAspect="1" noMove="1" noResize="1" noEditPoints="1" noAdjustHandles="1" noChangeArrowheads="1" noChangeShapeType="1" noTextEdit="1"/>
              </p:cNvSpPr>
              <p:nvPr/>
            </p:nvSpPr>
            <p:spPr>
              <a:xfrm>
                <a:off x="1766807" y="4384598"/>
                <a:ext cx="2320379" cy="276999"/>
              </a:xfrm>
              <a:prstGeom prst="rect">
                <a:avLst/>
              </a:prstGeom>
              <a:blipFill>
                <a:blip r:embed="rId3"/>
                <a:stretch>
                  <a:fillRect l="-2105" r="-2105" b="-6522"/>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DF5F45A-1733-4716-86D1-926AC29832BF}"/>
                  </a:ext>
                </a:extLst>
              </p:cNvPr>
              <p:cNvSpPr txBox="1"/>
              <p:nvPr/>
            </p:nvSpPr>
            <p:spPr>
              <a:xfrm>
                <a:off x="1755736" y="4782088"/>
                <a:ext cx="32052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Diabetes</m:t>
                              </m:r>
                              <m:r>
                                <a:rPr lang="en-AU" b="0" i="1" smtClean="0">
                                  <a:latin typeface="Cambria Math" panose="02040503050406030204" pitchFamily="18" charset="0"/>
                                </a:rPr>
                                <m:t>|</m:t>
                              </m:r>
                              <m:r>
                                <m:rPr>
                                  <m:sty m:val="p"/>
                                </m:rPr>
                                <a:rPr lang="en-AU" b="0" i="0" smtClean="0">
                                  <a:latin typeface="Cambria Math" panose="02040503050406030204" pitchFamily="18" charset="0"/>
                                </a:rPr>
                                <m:t>Minimal</m:t>
                              </m:r>
                            </m:e>
                          </m:d>
                        </m:e>
                      </m:func>
                      <m:r>
                        <a:rPr lang="en-AU" b="0" i="0" smtClean="0">
                          <a:latin typeface="Cambria Math" panose="02040503050406030204" pitchFamily="18" charset="0"/>
                        </a:rPr>
                        <m:t>=0.0454</m:t>
                      </m:r>
                    </m:oMath>
                  </m:oMathPara>
                </a14:m>
                <a:endParaRPr lang="en-AU" dirty="0"/>
              </a:p>
            </p:txBody>
          </p:sp>
        </mc:Choice>
        <mc:Fallback>
          <p:sp>
            <p:nvSpPr>
              <p:cNvPr id="14" name="TextBox 13">
                <a:extLst>
                  <a:ext uri="{FF2B5EF4-FFF2-40B4-BE49-F238E27FC236}">
                    <a16:creationId xmlns:a16="http://schemas.microsoft.com/office/drawing/2014/main" id="{2DF5F45A-1733-4716-86D1-926AC29832BF}"/>
                  </a:ext>
                </a:extLst>
              </p:cNvPr>
              <p:cNvSpPr txBox="1">
                <a:spLocks noRot="1" noChangeAspect="1" noMove="1" noResize="1" noEditPoints="1" noAdjustHandles="1" noChangeArrowheads="1" noChangeShapeType="1" noTextEdit="1"/>
              </p:cNvSpPr>
              <p:nvPr/>
            </p:nvSpPr>
            <p:spPr>
              <a:xfrm>
                <a:off x="1755736" y="4782088"/>
                <a:ext cx="3205236" cy="276999"/>
              </a:xfrm>
              <a:prstGeom prst="rect">
                <a:avLst/>
              </a:prstGeom>
              <a:blipFill>
                <a:blip r:embed="rId4"/>
                <a:stretch>
                  <a:fillRect l="-1141" t="-2174" r="-1521" b="-32609"/>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874FF02-357C-44CE-A016-A9D5140A890D}"/>
                  </a:ext>
                </a:extLst>
              </p:cNvPr>
              <p:cNvSpPr txBox="1"/>
              <p:nvPr/>
            </p:nvSpPr>
            <p:spPr>
              <a:xfrm>
                <a:off x="1766807" y="5179578"/>
                <a:ext cx="33430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Diabetes</m:t>
                              </m:r>
                              <m:r>
                                <a:rPr lang="en-AU" b="0" i="1" smtClean="0">
                                  <a:latin typeface="Cambria Math" panose="02040503050406030204" pitchFamily="18" charset="0"/>
                                </a:rPr>
                                <m:t>|</m:t>
                              </m:r>
                              <m:r>
                                <m:rPr>
                                  <m:sty m:val="p"/>
                                </m:rPr>
                                <a:rPr lang="en-AU" b="0" i="0" smtClean="0">
                                  <a:latin typeface="Cambria Math" panose="02040503050406030204" pitchFamily="18" charset="0"/>
                                </a:rPr>
                                <m:t>Moderate</m:t>
                              </m:r>
                            </m:e>
                          </m:d>
                        </m:e>
                      </m:func>
                      <m:r>
                        <a:rPr lang="en-AU" b="0" i="0" smtClean="0">
                          <a:latin typeface="Cambria Math" panose="02040503050406030204" pitchFamily="18" charset="0"/>
                        </a:rPr>
                        <m:t>=0.0314</m:t>
                      </m:r>
                    </m:oMath>
                  </m:oMathPara>
                </a14:m>
                <a:endParaRPr lang="en-AU" dirty="0"/>
              </a:p>
            </p:txBody>
          </p:sp>
        </mc:Choice>
        <mc:Fallback>
          <p:sp>
            <p:nvSpPr>
              <p:cNvPr id="15" name="TextBox 14">
                <a:extLst>
                  <a:ext uri="{FF2B5EF4-FFF2-40B4-BE49-F238E27FC236}">
                    <a16:creationId xmlns:a16="http://schemas.microsoft.com/office/drawing/2014/main" id="{0874FF02-357C-44CE-A016-A9D5140A890D}"/>
                  </a:ext>
                </a:extLst>
              </p:cNvPr>
              <p:cNvSpPr txBox="1">
                <a:spLocks noRot="1" noChangeAspect="1" noMove="1" noResize="1" noEditPoints="1" noAdjustHandles="1" noChangeArrowheads="1" noChangeShapeType="1" noTextEdit="1"/>
              </p:cNvSpPr>
              <p:nvPr/>
            </p:nvSpPr>
            <p:spPr>
              <a:xfrm>
                <a:off x="1766807" y="5179578"/>
                <a:ext cx="3343095" cy="276999"/>
              </a:xfrm>
              <a:prstGeom prst="rect">
                <a:avLst/>
              </a:prstGeom>
              <a:blipFill>
                <a:blip r:embed="rId5"/>
                <a:stretch>
                  <a:fillRect l="-1277" t="-4444" r="-1277" b="-35556"/>
                </a:stretch>
              </a:blipFill>
            </p:spPr>
            <p:txBody>
              <a:bodyPr/>
              <a:lstStyle/>
              <a:p>
                <a:r>
                  <a:rPr lang="en-AU">
                    <a:noFill/>
                  </a:rPr>
                  <a:t> </a:t>
                </a:r>
              </a:p>
            </p:txBody>
          </p:sp>
        </mc:Fallback>
      </mc:AlternateContent>
      <p:sp>
        <p:nvSpPr>
          <p:cNvPr id="16" name="Rectangle 15">
            <a:extLst>
              <a:ext uri="{FF2B5EF4-FFF2-40B4-BE49-F238E27FC236}">
                <a16:creationId xmlns:a16="http://schemas.microsoft.com/office/drawing/2014/main" id="{30AAF2F9-545B-4883-9CFB-8B23AF75FA04}"/>
              </a:ext>
            </a:extLst>
          </p:cNvPr>
          <p:cNvSpPr/>
          <p:nvPr/>
        </p:nvSpPr>
        <p:spPr>
          <a:xfrm>
            <a:off x="9540526" y="5522267"/>
            <a:ext cx="1422224" cy="231113"/>
          </a:xfrm>
          <a:prstGeom prst="rect">
            <a:avLst/>
          </a:prstGeom>
          <a:solidFill>
            <a:srgbClr val="FF0000">
              <a:alpha val="2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F4250221-E392-45E7-9033-4ABED595E0C7}"/>
                  </a:ext>
                </a:extLst>
              </p:cNvPr>
              <p:cNvSpPr txBox="1"/>
              <p:nvPr/>
            </p:nvSpPr>
            <p:spPr>
              <a:xfrm>
                <a:off x="1645513" y="5573350"/>
                <a:ext cx="663091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Diabetes</m:t>
                              </m:r>
                              <m:r>
                                <a:rPr lang="en-AU" b="0" i="1" smtClean="0">
                                  <a:latin typeface="Cambria Math" panose="02040503050406030204" pitchFamily="18" charset="0"/>
                                </a:rPr>
                                <m:t>|</m:t>
                              </m:r>
                              <m:r>
                                <m:rPr>
                                  <m:sty m:val="p"/>
                                </m:rPr>
                                <a:rPr lang="en-AU" b="0" i="0" smtClean="0">
                                  <a:latin typeface="Cambria Math" panose="02040503050406030204" pitchFamily="18" charset="0"/>
                                </a:rPr>
                                <m:t>Minimal</m:t>
                              </m:r>
                            </m:e>
                          </m:d>
                        </m:e>
                      </m:func>
                      <m:r>
                        <a:rPr lang="en-AU" b="0" i="1" smtClean="0">
                          <a:solidFill>
                            <a:srgbClr val="FF0000"/>
                          </a:solidFill>
                          <a:latin typeface="Cambria Math" panose="02040503050406030204" pitchFamily="18" charset="0"/>
                          <a:ea typeface="Cambria Math" panose="02040503050406030204" pitchFamily="18" charset="0"/>
                        </a:rPr>
                        <m:t>≠</m:t>
                      </m:r>
                      <m:func>
                        <m:funcPr>
                          <m:ctrlPr>
                            <a:rPr lang="en-AU" i="1">
                              <a:latin typeface="Cambria Math" panose="02040503050406030204" pitchFamily="18" charset="0"/>
                            </a:rPr>
                          </m:ctrlPr>
                        </m:funcPr>
                        <m:fName>
                          <m:r>
                            <m:rPr>
                              <m:sty m:val="p"/>
                            </m:rPr>
                            <a:rPr lang="en-AU">
                              <a:latin typeface="Cambria Math" panose="02040503050406030204" pitchFamily="18" charset="0"/>
                            </a:rPr>
                            <m:t>Pr</m:t>
                          </m:r>
                        </m:fName>
                        <m:e>
                          <m:d>
                            <m:dPr>
                              <m:ctrlPr>
                                <a:rPr lang="en-AU" i="1">
                                  <a:latin typeface="Cambria Math" panose="02040503050406030204" pitchFamily="18" charset="0"/>
                                </a:rPr>
                              </m:ctrlPr>
                            </m:dPr>
                            <m:e>
                              <m:r>
                                <m:rPr>
                                  <m:sty m:val="p"/>
                                </m:rPr>
                                <a:rPr lang="en-AU">
                                  <a:latin typeface="Cambria Math" panose="02040503050406030204" pitchFamily="18" charset="0"/>
                                </a:rPr>
                                <m:t>Diabetes</m:t>
                              </m:r>
                              <m:r>
                                <a:rPr lang="en-AU" i="1">
                                  <a:latin typeface="Cambria Math" panose="02040503050406030204" pitchFamily="18" charset="0"/>
                                </a:rPr>
                                <m:t>|</m:t>
                              </m:r>
                              <m:r>
                                <m:rPr>
                                  <m:sty m:val="p"/>
                                </m:rPr>
                                <a:rPr lang="en-AU">
                                  <a:latin typeface="Cambria Math" panose="02040503050406030204" pitchFamily="18" charset="0"/>
                                </a:rPr>
                                <m:t>Moderate</m:t>
                              </m:r>
                            </m:e>
                          </m:d>
                        </m:e>
                      </m:func>
                      <m:r>
                        <a:rPr lang="en-AU" i="1" smtClean="0">
                          <a:solidFill>
                            <a:srgbClr val="FF0000"/>
                          </a:solidFill>
                          <a:latin typeface="Cambria Math" panose="02040503050406030204" pitchFamily="18" charset="0"/>
                          <a:ea typeface="Cambria Math" panose="02040503050406030204" pitchFamily="18" charset="0"/>
                        </a:rPr>
                        <m:t>≠</m:t>
                      </m:r>
                      <m:func>
                        <m:funcPr>
                          <m:ctrlPr>
                            <a:rPr lang="en-AU" i="1">
                              <a:latin typeface="Cambria Math" panose="02040503050406030204" pitchFamily="18" charset="0"/>
                            </a:rPr>
                          </m:ctrlPr>
                        </m:funcPr>
                        <m:fName>
                          <m:r>
                            <m:rPr>
                              <m:sty m:val="p"/>
                            </m:rPr>
                            <a:rPr lang="en-AU">
                              <a:latin typeface="Cambria Math" panose="02040503050406030204" pitchFamily="18" charset="0"/>
                            </a:rPr>
                            <m:t>Pr</m:t>
                          </m:r>
                        </m:fName>
                        <m:e>
                          <m:d>
                            <m:dPr>
                              <m:ctrlPr>
                                <a:rPr lang="en-AU" i="1">
                                  <a:latin typeface="Cambria Math" panose="02040503050406030204" pitchFamily="18" charset="0"/>
                                </a:rPr>
                              </m:ctrlPr>
                            </m:dPr>
                            <m:e>
                              <m:r>
                                <m:rPr>
                                  <m:sty m:val="p"/>
                                </m:rPr>
                                <a:rPr lang="en-AU">
                                  <a:latin typeface="Cambria Math" panose="02040503050406030204" pitchFamily="18" charset="0"/>
                                </a:rPr>
                                <m:t>Diabetes</m:t>
                              </m:r>
                            </m:e>
                          </m:d>
                        </m:e>
                      </m:func>
                    </m:oMath>
                  </m:oMathPara>
                </a14:m>
                <a:endParaRPr lang="en-AU" dirty="0"/>
              </a:p>
            </p:txBody>
          </p:sp>
        </mc:Choice>
        <mc:Fallback>
          <p:sp>
            <p:nvSpPr>
              <p:cNvPr id="17" name="TextBox 16">
                <a:extLst>
                  <a:ext uri="{FF2B5EF4-FFF2-40B4-BE49-F238E27FC236}">
                    <a16:creationId xmlns:a16="http://schemas.microsoft.com/office/drawing/2014/main" id="{F4250221-E392-45E7-9033-4ABED595E0C7}"/>
                  </a:ext>
                </a:extLst>
              </p:cNvPr>
              <p:cNvSpPr txBox="1">
                <a:spLocks noRot="1" noChangeAspect="1" noMove="1" noResize="1" noEditPoints="1" noAdjustHandles="1" noChangeArrowheads="1" noChangeShapeType="1" noTextEdit="1"/>
              </p:cNvSpPr>
              <p:nvPr/>
            </p:nvSpPr>
            <p:spPr>
              <a:xfrm>
                <a:off x="1645513" y="5573350"/>
                <a:ext cx="6630918" cy="276999"/>
              </a:xfrm>
              <a:prstGeom prst="rect">
                <a:avLst/>
              </a:prstGeom>
              <a:blipFill>
                <a:blip r:embed="rId6"/>
                <a:stretch>
                  <a:fillRect t="-2174" b="-32609"/>
                </a:stretch>
              </a:blipFill>
            </p:spPr>
            <p:txBody>
              <a:bodyPr/>
              <a:lstStyle/>
              <a:p>
                <a:r>
                  <a:rPr lang="en-AU">
                    <a:noFill/>
                  </a:rPr>
                  <a:t> </a:t>
                </a:r>
              </a:p>
            </p:txBody>
          </p:sp>
        </mc:Fallback>
      </mc:AlternateContent>
    </p:spTree>
    <p:extLst>
      <p:ext uri="{BB962C8B-B14F-4D97-AF65-F5344CB8AC3E}">
        <p14:creationId xmlns:p14="http://schemas.microsoft.com/office/powerpoint/2010/main" val="5093856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Independence (Method 2)</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37143EC3-E3CA-48B9-8E70-B9C60D42C6D3}"/>
                  </a:ext>
                </a:extLst>
              </p:cNvPr>
              <p:cNvSpPr txBox="1"/>
              <p:nvPr/>
            </p:nvSpPr>
            <p:spPr>
              <a:xfrm>
                <a:off x="3915870" y="3501959"/>
                <a:ext cx="81330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Pr</m:t>
                          </m:r>
                        </m:fName>
                        <m:e>
                          <m:d>
                            <m:dPr>
                              <m:ctrlPr>
                                <a:rPr lang="en-AU" sz="2400" b="0" i="1" smtClean="0">
                                  <a:latin typeface="Cambria Math" panose="02040503050406030204" pitchFamily="18" charset="0"/>
                                </a:rPr>
                              </m:ctrlPr>
                            </m:dPr>
                            <m:e>
                              <m:r>
                                <m:rPr>
                                  <m:sty m:val="p"/>
                                </m:rPr>
                                <a:rPr lang="en-AU" sz="2400" b="0" i="0" smtClean="0">
                                  <a:latin typeface="Cambria Math" panose="02040503050406030204" pitchFamily="18" charset="0"/>
                                </a:rPr>
                                <m:t>B</m:t>
                              </m:r>
                            </m:e>
                          </m:d>
                        </m:e>
                      </m:func>
                    </m:oMath>
                  </m:oMathPara>
                </a14:m>
                <a:endParaRPr lang="en-AU" sz="2400" dirty="0"/>
              </a:p>
            </p:txBody>
          </p:sp>
        </mc:Choice>
        <mc:Fallback>
          <p:sp>
            <p:nvSpPr>
              <p:cNvPr id="18" name="TextBox 17">
                <a:extLst>
                  <a:ext uri="{FF2B5EF4-FFF2-40B4-BE49-F238E27FC236}">
                    <a16:creationId xmlns:a16="http://schemas.microsoft.com/office/drawing/2014/main" id="{37143EC3-E3CA-48B9-8E70-B9C60D42C6D3}"/>
                  </a:ext>
                </a:extLst>
              </p:cNvPr>
              <p:cNvSpPr txBox="1">
                <a:spLocks noRot="1" noChangeAspect="1" noMove="1" noResize="1" noEditPoints="1" noAdjustHandles="1" noChangeArrowheads="1" noChangeShapeType="1" noTextEdit="1"/>
              </p:cNvSpPr>
              <p:nvPr/>
            </p:nvSpPr>
            <p:spPr>
              <a:xfrm>
                <a:off x="3915870" y="3501959"/>
                <a:ext cx="813300" cy="369332"/>
              </a:xfrm>
              <a:prstGeom prst="rect">
                <a:avLst/>
              </a:prstGeom>
              <a:blipFill>
                <a:blip r:embed="rId3"/>
                <a:stretch>
                  <a:fillRect l="-8209" b="-655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24D26F9-6C2E-4914-B33B-156D312B2254}"/>
                  </a:ext>
                </a:extLst>
              </p:cNvPr>
              <p:cNvSpPr txBox="1"/>
              <p:nvPr/>
            </p:nvSpPr>
            <p:spPr>
              <a:xfrm>
                <a:off x="616756" y="3501959"/>
                <a:ext cx="16961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Pr</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e>
                          </m:d>
                        </m:e>
                      </m:func>
                      <m:r>
                        <a:rPr lang="en-AU" sz="2400" b="0" i="0" smtClean="0">
                          <a:latin typeface="Cambria Math" panose="02040503050406030204" pitchFamily="18" charset="0"/>
                        </a:rPr>
                        <m:t>=</m:t>
                      </m:r>
                    </m:oMath>
                  </m:oMathPara>
                </a14:m>
                <a:endParaRPr lang="en-AU" sz="2400" dirty="0"/>
              </a:p>
            </p:txBody>
          </p:sp>
        </mc:Choice>
        <mc:Fallback>
          <p:sp>
            <p:nvSpPr>
              <p:cNvPr id="19" name="TextBox 18">
                <a:extLst>
                  <a:ext uri="{FF2B5EF4-FFF2-40B4-BE49-F238E27FC236}">
                    <a16:creationId xmlns:a16="http://schemas.microsoft.com/office/drawing/2014/main" id="{524D26F9-6C2E-4914-B33B-156D312B2254}"/>
                  </a:ext>
                </a:extLst>
              </p:cNvPr>
              <p:cNvSpPr txBox="1">
                <a:spLocks noRot="1" noChangeAspect="1" noMove="1" noResize="1" noEditPoints="1" noAdjustHandles="1" noChangeArrowheads="1" noChangeShapeType="1" noTextEdit="1"/>
              </p:cNvSpPr>
              <p:nvPr/>
            </p:nvSpPr>
            <p:spPr>
              <a:xfrm>
                <a:off x="616756" y="3501959"/>
                <a:ext cx="1696105" cy="369332"/>
              </a:xfrm>
              <a:prstGeom prst="rect">
                <a:avLst/>
              </a:prstGeom>
              <a:blipFill>
                <a:blip r:embed="rId4"/>
                <a:stretch>
                  <a:fillRect l="-3597" r="-1439" b="-655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08DB1C2A-523E-44E3-9AE2-02121205B0EF}"/>
                  </a:ext>
                </a:extLst>
              </p:cNvPr>
              <p:cNvSpPr txBox="1"/>
              <p:nvPr/>
            </p:nvSpPr>
            <p:spPr>
              <a:xfrm>
                <a:off x="2476241" y="3501959"/>
                <a:ext cx="82432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Pr</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𝐴</m:t>
                              </m:r>
                            </m:e>
                          </m:d>
                        </m:e>
                      </m:func>
                    </m:oMath>
                  </m:oMathPara>
                </a14:m>
                <a:endParaRPr lang="en-AU" sz="2400" dirty="0"/>
              </a:p>
            </p:txBody>
          </p:sp>
        </mc:Choice>
        <mc:Fallback>
          <p:sp>
            <p:nvSpPr>
              <p:cNvPr id="20" name="TextBox 19">
                <a:extLst>
                  <a:ext uri="{FF2B5EF4-FFF2-40B4-BE49-F238E27FC236}">
                    <a16:creationId xmlns:a16="http://schemas.microsoft.com/office/drawing/2014/main" id="{08DB1C2A-523E-44E3-9AE2-02121205B0EF}"/>
                  </a:ext>
                </a:extLst>
              </p:cNvPr>
              <p:cNvSpPr txBox="1">
                <a:spLocks noRot="1" noChangeAspect="1" noMove="1" noResize="1" noEditPoints="1" noAdjustHandles="1" noChangeArrowheads="1" noChangeShapeType="1" noTextEdit="1"/>
              </p:cNvSpPr>
              <p:nvPr/>
            </p:nvSpPr>
            <p:spPr>
              <a:xfrm>
                <a:off x="2476241" y="3501959"/>
                <a:ext cx="824328" cy="369332"/>
              </a:xfrm>
              <a:prstGeom prst="rect">
                <a:avLst/>
              </a:prstGeom>
              <a:blipFill>
                <a:blip r:embed="rId5"/>
                <a:stretch>
                  <a:fillRect l="-8148" b="-655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B3C609DB-AB47-46A7-9295-A3ACBF68E30C}"/>
                  </a:ext>
                </a:extLst>
              </p:cNvPr>
              <p:cNvSpPr txBox="1"/>
              <p:nvPr/>
            </p:nvSpPr>
            <p:spPr>
              <a:xfrm>
                <a:off x="3463949" y="3501958"/>
                <a:ext cx="28854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m:t>
                      </m:r>
                    </m:oMath>
                  </m:oMathPara>
                </a14:m>
                <a:endParaRPr lang="en-AU" sz="2400" dirty="0"/>
              </a:p>
            </p:txBody>
          </p:sp>
        </mc:Choice>
        <mc:Fallback>
          <p:sp>
            <p:nvSpPr>
              <p:cNvPr id="21" name="TextBox 20">
                <a:extLst>
                  <a:ext uri="{FF2B5EF4-FFF2-40B4-BE49-F238E27FC236}">
                    <a16:creationId xmlns:a16="http://schemas.microsoft.com/office/drawing/2014/main" id="{B3C609DB-AB47-46A7-9295-A3ACBF68E30C}"/>
                  </a:ext>
                </a:extLst>
              </p:cNvPr>
              <p:cNvSpPr txBox="1">
                <a:spLocks noRot="1" noChangeAspect="1" noMove="1" noResize="1" noEditPoints="1" noAdjustHandles="1" noChangeArrowheads="1" noChangeShapeType="1" noTextEdit="1"/>
              </p:cNvSpPr>
              <p:nvPr/>
            </p:nvSpPr>
            <p:spPr>
              <a:xfrm>
                <a:off x="3463949" y="3501958"/>
                <a:ext cx="288541" cy="369332"/>
              </a:xfrm>
              <a:prstGeom prst="rect">
                <a:avLst/>
              </a:prstGeom>
              <a:blipFill>
                <a:blip r:embed="rId6"/>
                <a:stretch>
                  <a:fillRect l="-16667" r="-18750" b="-1639"/>
                </a:stretch>
              </a:blipFill>
            </p:spPr>
            <p:txBody>
              <a:bodyPr/>
              <a:lstStyle/>
              <a:p>
                <a:r>
                  <a:rPr lang="en-AU">
                    <a:noFill/>
                  </a:rPr>
                  <a:t> </a:t>
                </a:r>
              </a:p>
            </p:txBody>
          </p:sp>
        </mc:Fallback>
      </mc:AlternateContent>
      <p:graphicFrame>
        <p:nvGraphicFramePr>
          <p:cNvPr id="22" name="Table 21">
            <a:extLst>
              <a:ext uri="{FF2B5EF4-FFF2-40B4-BE49-F238E27FC236}">
                <a16:creationId xmlns:a16="http://schemas.microsoft.com/office/drawing/2014/main" id="{704FF119-E5E1-41C9-8945-EAB2EF342FA6}"/>
              </a:ext>
            </a:extLst>
          </p:cNvPr>
          <p:cNvGraphicFramePr>
            <a:graphicFrameLocks noGrp="1"/>
          </p:cNvGraphicFramePr>
          <p:nvPr/>
        </p:nvGraphicFramePr>
        <p:xfrm>
          <a:off x="396734" y="1363217"/>
          <a:ext cx="4881918" cy="1783080"/>
        </p:xfrm>
        <a:graphic>
          <a:graphicData uri="http://schemas.openxmlformats.org/drawingml/2006/table">
            <a:tbl>
              <a:tblPr/>
              <a:tblGrid>
                <a:gridCol w="1457262">
                  <a:extLst>
                    <a:ext uri="{9D8B030D-6E8A-4147-A177-3AD203B41FA5}">
                      <a16:colId xmlns:a16="http://schemas.microsoft.com/office/drawing/2014/main" val="3160722099"/>
                    </a:ext>
                  </a:extLst>
                </a:gridCol>
                <a:gridCol w="1352316">
                  <a:extLst>
                    <a:ext uri="{9D8B030D-6E8A-4147-A177-3AD203B41FA5}">
                      <a16:colId xmlns:a16="http://schemas.microsoft.com/office/drawing/2014/main" val="1361646133"/>
                    </a:ext>
                  </a:extLst>
                </a:gridCol>
                <a:gridCol w="1120839">
                  <a:extLst>
                    <a:ext uri="{9D8B030D-6E8A-4147-A177-3AD203B41FA5}">
                      <a16:colId xmlns:a16="http://schemas.microsoft.com/office/drawing/2014/main" val="1042390536"/>
                    </a:ext>
                  </a:extLst>
                </a:gridCol>
                <a:gridCol w="951501">
                  <a:extLst>
                    <a:ext uri="{9D8B030D-6E8A-4147-A177-3AD203B41FA5}">
                      <a16:colId xmlns:a16="http://schemas.microsoft.com/office/drawing/2014/main" val="1247498534"/>
                    </a:ext>
                  </a:extLst>
                </a:gridCol>
              </a:tblGrid>
              <a:tr h="180975">
                <a:tc>
                  <a:txBody>
                    <a:bodyPr/>
                    <a:lstStyle/>
                    <a:p>
                      <a:pPr algn="l" fontAlgn="b"/>
                      <a:r>
                        <a:rPr lang="en-AU" sz="1400" b="1" i="0" u="none" strike="noStrike" dirty="0">
                          <a:solidFill>
                            <a:srgbClr val="000000"/>
                          </a:solidFill>
                          <a:effectLst/>
                          <a:latin typeface="Aptos Narrow" panose="02110004020202020204"/>
                        </a:rPr>
                        <a:t>Row Labels</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Minimal</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Moderate</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ctr" fontAlgn="b"/>
                      <a:r>
                        <a:rPr lang="en-AU" sz="1400" b="1" i="0" u="none" strike="noStrike">
                          <a:solidFill>
                            <a:srgbClr val="000000"/>
                          </a:solidFill>
                          <a:effectLst/>
                          <a:latin typeface="Aptos Narrow" panose="02110004020202020204"/>
                        </a:rPr>
                        <a:t>Total</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3670737354"/>
                  </a:ext>
                </a:extLst>
              </a:tr>
              <a:tr h="180975">
                <a:tc>
                  <a:txBody>
                    <a:bodyPr/>
                    <a:lstStyle/>
                    <a:p>
                      <a:pPr algn="l" fontAlgn="b"/>
                      <a:r>
                        <a:rPr lang="en-AU" sz="1400" b="0" i="0" u="none" strike="noStrike" dirty="0">
                          <a:solidFill>
                            <a:srgbClr val="000000"/>
                          </a:solidFill>
                          <a:effectLst/>
                          <a:latin typeface="Aptos Narrow" panose="02110004020202020204"/>
                        </a:rPr>
                        <a:t>Asthma</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260</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166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ctr" fontAlgn="b"/>
                      <a:r>
                        <a:rPr lang="en-AU" sz="1400" b="0" i="0" u="none" strike="noStrike" dirty="0">
                          <a:solidFill>
                            <a:srgbClr val="000000"/>
                          </a:solidFill>
                          <a:effectLst/>
                          <a:latin typeface="Aptos Narrow" panose="02110004020202020204"/>
                        </a:rPr>
                        <a:t>426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524402350"/>
                  </a:ext>
                </a:extLst>
              </a:tr>
              <a:tr h="180975">
                <a:tc>
                  <a:txBody>
                    <a:bodyPr/>
                    <a:lstStyle/>
                    <a:p>
                      <a:pPr algn="l" fontAlgn="b"/>
                      <a:r>
                        <a:rPr lang="en-AU" sz="1400" b="0" i="0" u="none" strike="noStrike">
                          <a:solidFill>
                            <a:srgbClr val="000000"/>
                          </a:solidFill>
                          <a:effectLst/>
                          <a:latin typeface="Aptos Narrow" panose="02110004020202020204"/>
                        </a:rPr>
                        <a:t>Cancer</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256</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125</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381</a:t>
                      </a:r>
                    </a:p>
                  </a:txBody>
                  <a:tcPr marL="9525" marR="9525" marT="9525" marB="0" anchor="b">
                    <a:lnL>
                      <a:noFill/>
                    </a:lnL>
                    <a:lnR>
                      <a:noFill/>
                    </a:lnR>
                    <a:lnT>
                      <a:noFill/>
                    </a:lnT>
                    <a:lnB>
                      <a:noFill/>
                    </a:lnB>
                    <a:noFill/>
                  </a:tcPr>
                </a:tc>
                <a:extLst>
                  <a:ext uri="{0D108BD9-81ED-4DB2-BD59-A6C34878D82A}">
                    <a16:rowId xmlns:a16="http://schemas.microsoft.com/office/drawing/2014/main" val="1021259156"/>
                  </a:ext>
                </a:extLst>
              </a:tr>
              <a:tr h="180975">
                <a:tc>
                  <a:txBody>
                    <a:bodyPr/>
                    <a:lstStyle/>
                    <a:p>
                      <a:pPr algn="l" fontAlgn="b"/>
                      <a:r>
                        <a:rPr lang="en-AU" sz="1400" b="0" i="0" u="none" strike="noStrike" dirty="0">
                          <a:solidFill>
                            <a:srgbClr val="000000"/>
                          </a:solidFill>
                          <a:effectLst/>
                          <a:latin typeface="Aptos Narrow" panose="02110004020202020204"/>
                        </a:rPr>
                        <a:t>Depression</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323</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170</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493</a:t>
                      </a:r>
                    </a:p>
                  </a:txBody>
                  <a:tcPr marL="9525" marR="9525" marT="9525" marB="0" anchor="b">
                    <a:lnL>
                      <a:noFill/>
                    </a:lnL>
                    <a:lnR>
                      <a:noFill/>
                    </a:lnR>
                    <a:lnT>
                      <a:noFill/>
                    </a:lnT>
                    <a:lnB>
                      <a:noFill/>
                    </a:lnB>
                    <a:noFill/>
                  </a:tcPr>
                </a:tc>
                <a:extLst>
                  <a:ext uri="{0D108BD9-81ED-4DB2-BD59-A6C34878D82A}">
                    <a16:rowId xmlns:a16="http://schemas.microsoft.com/office/drawing/2014/main" val="186161523"/>
                  </a:ext>
                </a:extLst>
              </a:tr>
              <a:tr h="180975">
                <a:tc>
                  <a:txBody>
                    <a:bodyPr/>
                    <a:lstStyle/>
                    <a:p>
                      <a:pPr algn="l" fontAlgn="b"/>
                      <a:r>
                        <a:rPr lang="en-AU" sz="1400" b="0" i="0" u="none" strike="noStrike" dirty="0">
                          <a:solidFill>
                            <a:srgbClr val="000000"/>
                          </a:solidFill>
                          <a:effectLst/>
                          <a:latin typeface="Aptos Narrow" panose="02110004020202020204"/>
                        </a:rPr>
                        <a:t>Diabetes</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146</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56</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202</a:t>
                      </a:r>
                    </a:p>
                  </a:txBody>
                  <a:tcPr marL="9525" marR="9525" marT="9525" marB="0" anchor="b">
                    <a:lnL>
                      <a:noFill/>
                    </a:lnL>
                    <a:lnR>
                      <a:noFill/>
                    </a:lnR>
                    <a:lnT>
                      <a:noFill/>
                    </a:lnT>
                    <a:lnB>
                      <a:noFill/>
                    </a:lnB>
                    <a:noFill/>
                  </a:tcPr>
                </a:tc>
                <a:extLst>
                  <a:ext uri="{0D108BD9-81ED-4DB2-BD59-A6C34878D82A}">
                    <a16:rowId xmlns:a16="http://schemas.microsoft.com/office/drawing/2014/main" val="2724281700"/>
                  </a:ext>
                </a:extLst>
              </a:tr>
              <a:tr h="180975">
                <a:tc>
                  <a:txBody>
                    <a:bodyPr/>
                    <a:lstStyle/>
                    <a:p>
                      <a:pPr algn="l" fontAlgn="b"/>
                      <a:r>
                        <a:rPr lang="en-AU" sz="1400" b="0" i="0" u="none" strike="noStrike">
                          <a:solidFill>
                            <a:srgbClr val="000000"/>
                          </a:solidFill>
                          <a:effectLst/>
                          <a:latin typeface="Aptos Narrow" panose="02110004020202020204"/>
                        </a:rPr>
                        <a:t>Heart Disease</a:t>
                      </a:r>
                    </a:p>
                  </a:txBody>
                  <a:tcPr marL="9525" marR="9525" marT="9525" marB="0" anchor="b">
                    <a:lnL>
                      <a:noFill/>
                    </a:lnL>
                    <a:lnR>
                      <a:noFill/>
                    </a:lnR>
                    <a:lnT>
                      <a:noFill/>
                    </a:lnT>
                    <a:lnB>
                      <a:noFill/>
                    </a:lnB>
                    <a:noFill/>
                  </a:tcPr>
                </a:tc>
                <a:tc>
                  <a:txBody>
                    <a:bodyPr/>
                    <a:lstStyle/>
                    <a:p>
                      <a:pPr algn="ctr" fontAlgn="b"/>
                      <a:r>
                        <a:rPr lang="en-AU" sz="1400" b="0" i="0" u="none" strike="noStrike" dirty="0">
                          <a:solidFill>
                            <a:srgbClr val="000000"/>
                          </a:solidFill>
                          <a:effectLst/>
                          <a:latin typeface="Aptos Narrow" panose="02110004020202020204"/>
                        </a:rPr>
                        <a:t>220</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43</a:t>
                      </a:r>
                    </a:p>
                  </a:txBody>
                  <a:tcPr marL="9525" marR="9525" marT="9525" marB="0" anchor="b">
                    <a:lnL>
                      <a:noFill/>
                    </a:lnL>
                    <a:lnR>
                      <a:noFill/>
                    </a:lnR>
                    <a:lnT>
                      <a:noFill/>
                    </a:lnT>
                    <a:lnB>
                      <a:noFill/>
                    </a:lnB>
                    <a:noFill/>
                  </a:tcPr>
                </a:tc>
                <a:tc>
                  <a:txBody>
                    <a:bodyPr/>
                    <a:lstStyle/>
                    <a:p>
                      <a:pPr algn="ctr" fontAlgn="b"/>
                      <a:r>
                        <a:rPr lang="en-AU" sz="1400" b="0" i="0" u="none" strike="noStrike">
                          <a:solidFill>
                            <a:srgbClr val="000000"/>
                          </a:solidFill>
                          <a:effectLst/>
                          <a:latin typeface="Aptos Narrow" panose="02110004020202020204"/>
                        </a:rPr>
                        <a:t>263</a:t>
                      </a:r>
                    </a:p>
                  </a:txBody>
                  <a:tcPr marL="9525" marR="9525" marT="9525" marB="0" anchor="b">
                    <a:lnL>
                      <a:noFill/>
                    </a:lnL>
                    <a:lnR>
                      <a:noFill/>
                    </a:lnR>
                    <a:lnT>
                      <a:noFill/>
                    </a:lnT>
                    <a:lnB>
                      <a:noFill/>
                    </a:lnB>
                    <a:noFill/>
                  </a:tcPr>
                </a:tc>
                <a:extLst>
                  <a:ext uri="{0D108BD9-81ED-4DB2-BD59-A6C34878D82A}">
                    <a16:rowId xmlns:a16="http://schemas.microsoft.com/office/drawing/2014/main" val="1312505835"/>
                  </a:ext>
                </a:extLst>
              </a:tr>
              <a:tr h="180975">
                <a:tc>
                  <a:txBody>
                    <a:bodyPr/>
                    <a:lstStyle/>
                    <a:p>
                      <a:pPr algn="l" fontAlgn="b"/>
                      <a:r>
                        <a:rPr lang="en-AU" sz="1400" b="0" i="0" u="none" strike="noStrike">
                          <a:solidFill>
                            <a:srgbClr val="000000"/>
                          </a:solidFill>
                          <a:effectLst/>
                          <a:latin typeface="Aptos Narrow" panose="02110004020202020204"/>
                        </a:rPr>
                        <a:t>None of Above</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2011</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dirty="0">
                          <a:solidFill>
                            <a:srgbClr val="000000"/>
                          </a:solidFill>
                          <a:effectLst/>
                          <a:latin typeface="Aptos Narrow" panose="02110004020202020204"/>
                        </a:rPr>
                        <a:t>1224</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b"/>
                      <a:r>
                        <a:rPr lang="en-AU" sz="1400" b="0" i="0" u="none" strike="noStrike">
                          <a:solidFill>
                            <a:srgbClr val="000000"/>
                          </a:solidFill>
                          <a:effectLst/>
                          <a:latin typeface="Aptos Narrow" panose="02110004020202020204"/>
                        </a:rPr>
                        <a:t>3235</a:t>
                      </a:r>
                    </a:p>
                  </a:txBody>
                  <a:tcPr marL="9525" marR="9525" marT="9525"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833777439"/>
                  </a:ext>
                </a:extLst>
              </a:tr>
              <a:tr h="180975">
                <a:tc>
                  <a:txBody>
                    <a:bodyPr/>
                    <a:lstStyle/>
                    <a:p>
                      <a:pPr algn="l" fontAlgn="b"/>
                      <a:r>
                        <a:rPr lang="en-AU" sz="1400" b="1" i="0" u="none" strike="noStrike">
                          <a:solidFill>
                            <a:srgbClr val="000000"/>
                          </a:solidFill>
                          <a:effectLst/>
                          <a:latin typeface="Aptos Narrow" panose="02110004020202020204"/>
                        </a:rPr>
                        <a:t>Total</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a:solidFill>
                            <a:srgbClr val="000000"/>
                          </a:solidFill>
                          <a:effectLst/>
                          <a:latin typeface="Aptos Narrow" panose="02110004020202020204"/>
                        </a:rPr>
                        <a:t>3216</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dirty="0">
                          <a:solidFill>
                            <a:srgbClr val="000000"/>
                          </a:solidFill>
                          <a:effectLst/>
                          <a:latin typeface="Aptos Narrow" panose="02110004020202020204"/>
                        </a:rPr>
                        <a:t>1784</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ctr" fontAlgn="b"/>
                      <a:r>
                        <a:rPr lang="en-AU" sz="1400" b="1" i="0" u="none" strike="noStrike" dirty="0">
                          <a:solidFill>
                            <a:srgbClr val="000000"/>
                          </a:solidFill>
                          <a:effectLst/>
                          <a:latin typeface="Aptos Narrow" panose="02110004020202020204"/>
                        </a:rPr>
                        <a:t>5000</a:t>
                      </a:r>
                    </a:p>
                  </a:txBody>
                  <a:tcPr marL="9525" marR="9525" marT="9525"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3501994308"/>
                  </a:ext>
                </a:extLst>
              </a:tr>
            </a:tbl>
          </a:graphicData>
        </a:graphic>
      </p:graphicFrame>
      <p:sp>
        <p:nvSpPr>
          <p:cNvPr id="23" name="TextBox 22">
            <a:extLst>
              <a:ext uri="{FF2B5EF4-FFF2-40B4-BE49-F238E27FC236}">
                <a16:creationId xmlns:a16="http://schemas.microsoft.com/office/drawing/2014/main" id="{8196935A-B3A9-472F-BF25-84B5FA099488}"/>
              </a:ext>
            </a:extLst>
          </p:cNvPr>
          <p:cNvSpPr txBox="1"/>
          <p:nvPr/>
        </p:nvSpPr>
        <p:spPr>
          <a:xfrm>
            <a:off x="5943600" y="1363217"/>
            <a:ext cx="6160167" cy="923330"/>
          </a:xfrm>
          <a:prstGeom prst="rect">
            <a:avLst/>
          </a:prstGeom>
          <a:noFill/>
        </p:spPr>
        <p:txBody>
          <a:bodyPr wrap="square" rtlCol="0">
            <a:spAutoFit/>
          </a:bodyPr>
          <a:lstStyle/>
          <a:p>
            <a:r>
              <a:rPr lang="en-AU" u="sng" dirty="0">
                <a:latin typeface="Arial Narrow" panose="020B0606020202030204" pitchFamily="34" charset="0"/>
              </a:rPr>
              <a:t>Define:</a:t>
            </a:r>
          </a:p>
          <a:p>
            <a:pPr marL="285750" indent="-285750">
              <a:buFont typeface="Arial" panose="020B0604020202020204" pitchFamily="34" charset="0"/>
              <a:buChar char="•"/>
            </a:pPr>
            <a:r>
              <a:rPr lang="en-AU" dirty="0">
                <a:latin typeface="Arial Narrow" panose="020B0606020202030204" pitchFamily="34" charset="0"/>
              </a:rPr>
              <a:t>A: Person has </a:t>
            </a:r>
            <a:r>
              <a:rPr lang="en-AU" b="1" dirty="0">
                <a:latin typeface="Arial Narrow" panose="020B0606020202030204" pitchFamily="34" charset="0"/>
              </a:rPr>
              <a:t>Diabetes</a:t>
            </a:r>
            <a:endParaRPr lang="en-AU" dirty="0">
              <a:latin typeface="Arial Narrow" panose="020B0606020202030204" pitchFamily="34" charset="0"/>
            </a:endParaRPr>
          </a:p>
          <a:p>
            <a:pPr marL="285750" indent="-285750">
              <a:buFont typeface="Arial" panose="020B0604020202020204" pitchFamily="34" charset="0"/>
              <a:buChar char="•"/>
            </a:pPr>
            <a:r>
              <a:rPr lang="en-AU" dirty="0">
                <a:latin typeface="Arial Narrow" panose="020B0606020202030204" pitchFamily="34" charset="0"/>
              </a:rPr>
              <a:t>B: Person does </a:t>
            </a:r>
            <a:r>
              <a:rPr lang="en-AU" b="1" dirty="0">
                <a:latin typeface="Arial Narrow" panose="020B0606020202030204" pitchFamily="34" charset="0"/>
              </a:rPr>
              <a:t>Minimal</a:t>
            </a:r>
            <a:r>
              <a:rPr lang="en-AU" dirty="0">
                <a:latin typeface="Arial Narrow" panose="020B0606020202030204" pitchFamily="34" charset="0"/>
              </a:rPr>
              <a:t> exercise</a:t>
            </a:r>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4A2E3109-432D-4450-BAC6-B1F95ACD96D1}"/>
                  </a:ext>
                </a:extLst>
              </p:cNvPr>
              <p:cNvSpPr txBox="1"/>
              <p:nvPr/>
            </p:nvSpPr>
            <p:spPr>
              <a:xfrm>
                <a:off x="5943599" y="2445112"/>
                <a:ext cx="6160167" cy="1754326"/>
              </a:xfrm>
              <a:prstGeom prst="rect">
                <a:avLst/>
              </a:prstGeom>
              <a:noFill/>
            </p:spPr>
            <p:txBody>
              <a:bodyPr wrap="square" rtlCol="0">
                <a:spAutoFit/>
              </a:bodyPr>
              <a:lstStyle/>
              <a:p>
                <a:r>
                  <a:rPr lang="en-AU" u="sng" dirty="0">
                    <a:latin typeface="Arial Narrow" panose="020B0606020202030204" pitchFamily="34" charset="0"/>
                  </a:rPr>
                  <a:t>Obtain probabilities:</a:t>
                </a:r>
              </a:p>
              <a:p>
                <a:pPr marL="285750" indent="-285750">
                  <a:buFont typeface="Arial" panose="020B0604020202020204" pitchFamily="34" charset="0"/>
                  <a:buChar char="•"/>
                </a:pPr>
                <a14:m>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A</m:t>
                            </m:r>
                          </m:e>
                        </m:d>
                      </m:e>
                    </m:func>
                    <m:r>
                      <a:rPr lang="en-AU" b="0" i="0" smtClean="0">
                        <a:latin typeface="Cambria Math" panose="02040503050406030204" pitchFamily="18" charset="0"/>
                      </a:rPr>
                      <m:t>=</m:t>
                    </m:r>
                    <m:f>
                      <m:fPr>
                        <m:type m:val="lin"/>
                        <m:ctrlPr>
                          <a:rPr lang="en-AU" b="0" i="1" smtClean="0">
                            <a:latin typeface="Cambria Math" panose="02040503050406030204" pitchFamily="18" charset="0"/>
                          </a:rPr>
                        </m:ctrlPr>
                      </m:fPr>
                      <m:num>
                        <m:r>
                          <a:rPr lang="en-AU" b="0" i="1" smtClean="0">
                            <a:latin typeface="Cambria Math" panose="02040503050406030204" pitchFamily="18" charset="0"/>
                          </a:rPr>
                          <m:t>202</m:t>
                        </m:r>
                      </m:num>
                      <m:den>
                        <m:r>
                          <a:rPr lang="en-AU" b="0" i="1" smtClean="0">
                            <a:latin typeface="Cambria Math" panose="02040503050406030204" pitchFamily="18" charset="0"/>
                          </a:rPr>
                          <m:t>5000=0.0404</m:t>
                        </m:r>
                      </m:den>
                    </m:f>
                  </m:oMath>
                </a14:m>
                <a:endParaRPr lang="en-AU" b="0" dirty="0">
                  <a:latin typeface="Arial Narrow" panose="020B0606020202030204" pitchFamily="34" charset="0"/>
                </a:endParaRPr>
              </a:p>
              <a:p>
                <a:pPr marL="285750" indent="-285750">
                  <a:buFont typeface="Arial" panose="020B0604020202020204" pitchFamily="34" charset="0"/>
                  <a:buChar char="•"/>
                </a:pPr>
                <a14:m>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B</m:t>
                            </m:r>
                          </m:e>
                        </m:d>
                      </m:e>
                    </m:func>
                    <m:r>
                      <a:rPr lang="en-AU" b="0" i="0" smtClean="0">
                        <a:latin typeface="Cambria Math" panose="02040503050406030204" pitchFamily="18" charset="0"/>
                      </a:rPr>
                      <m:t>=</m:t>
                    </m:r>
                    <m:f>
                      <m:fPr>
                        <m:type m:val="lin"/>
                        <m:ctrlPr>
                          <a:rPr lang="en-AU" b="0" i="1" smtClean="0">
                            <a:latin typeface="Cambria Math" panose="02040503050406030204" pitchFamily="18" charset="0"/>
                          </a:rPr>
                        </m:ctrlPr>
                      </m:fPr>
                      <m:num>
                        <m:r>
                          <a:rPr lang="en-AU" b="0" i="1" smtClean="0">
                            <a:latin typeface="Cambria Math" panose="02040503050406030204" pitchFamily="18" charset="0"/>
                          </a:rPr>
                          <m:t>3216</m:t>
                        </m:r>
                      </m:num>
                      <m:den>
                        <m:r>
                          <a:rPr lang="en-AU" b="0" i="1" smtClean="0">
                            <a:latin typeface="Cambria Math" panose="02040503050406030204" pitchFamily="18" charset="0"/>
                          </a:rPr>
                          <m:t>5000=0.6432</m:t>
                        </m:r>
                      </m:den>
                    </m:f>
                  </m:oMath>
                </a14:m>
                <a:endParaRPr lang="en-AU" b="0" dirty="0">
                  <a:latin typeface="Arial Narrow" panose="020B0606020202030204" pitchFamily="34" charset="0"/>
                </a:endParaRPr>
              </a:p>
              <a:p>
                <a:pPr marL="285750" indent="-285750">
                  <a:buFont typeface="Arial" panose="020B0604020202020204" pitchFamily="34" charset="0"/>
                  <a:buChar char="•"/>
                </a:pPr>
                <a14:m>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A</m:t>
                            </m:r>
                            <m:r>
                              <a:rPr lang="en-AU" b="0" i="1" smtClean="0">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B</m:t>
                            </m:r>
                          </m:e>
                        </m:d>
                      </m:e>
                    </m:func>
                    <m:r>
                      <a:rPr lang="en-AU" b="0" i="0" smtClean="0">
                        <a:latin typeface="Cambria Math" panose="02040503050406030204" pitchFamily="18" charset="0"/>
                      </a:rPr>
                      <m:t>=</m:t>
                    </m:r>
                    <m:f>
                      <m:fPr>
                        <m:type m:val="lin"/>
                        <m:ctrlPr>
                          <a:rPr lang="en-AU" b="0" i="1" smtClean="0">
                            <a:latin typeface="Cambria Math" panose="02040503050406030204" pitchFamily="18" charset="0"/>
                          </a:rPr>
                        </m:ctrlPr>
                      </m:fPr>
                      <m:num>
                        <m:r>
                          <a:rPr lang="en-AU" b="0" i="1" smtClean="0">
                            <a:latin typeface="Cambria Math" panose="02040503050406030204" pitchFamily="18" charset="0"/>
                          </a:rPr>
                          <m:t>146</m:t>
                        </m:r>
                      </m:num>
                      <m:den>
                        <m:r>
                          <a:rPr lang="en-AU" b="0" i="1" smtClean="0">
                            <a:latin typeface="Cambria Math" panose="02040503050406030204" pitchFamily="18" charset="0"/>
                          </a:rPr>
                          <m:t>5000=0.0292</m:t>
                        </m:r>
                      </m:den>
                    </m:f>
                  </m:oMath>
                </a14:m>
                <a:endParaRPr lang="en-AU" b="0" dirty="0">
                  <a:latin typeface="Arial Narrow" panose="020B0606020202030204" pitchFamily="34" charset="0"/>
                </a:endParaRPr>
              </a:p>
              <a:p>
                <a:pPr marL="285750" indent="-285750">
                  <a:buFont typeface="Arial" panose="020B0604020202020204" pitchFamily="34" charset="0"/>
                  <a:buChar char="•"/>
                </a:pPr>
                <a:endParaRPr lang="en-AU" b="0" dirty="0">
                  <a:latin typeface="Arial Narrow" panose="020B0606020202030204" pitchFamily="34" charset="0"/>
                </a:endParaRPr>
              </a:p>
              <a:p>
                <a:pPr marL="285750" indent="-285750">
                  <a:buFont typeface="Arial" panose="020B0604020202020204" pitchFamily="34" charset="0"/>
                  <a:buChar char="•"/>
                </a:pPr>
                <a:endParaRPr lang="en-AU" dirty="0">
                  <a:latin typeface="Arial Narrow" panose="020B0606020202030204" pitchFamily="34" charset="0"/>
                </a:endParaRPr>
              </a:p>
            </p:txBody>
          </p:sp>
        </mc:Choice>
        <mc:Fallback>
          <p:sp>
            <p:nvSpPr>
              <p:cNvPr id="24" name="TextBox 23">
                <a:extLst>
                  <a:ext uri="{FF2B5EF4-FFF2-40B4-BE49-F238E27FC236}">
                    <a16:creationId xmlns:a16="http://schemas.microsoft.com/office/drawing/2014/main" id="{4A2E3109-432D-4450-BAC6-B1F95ACD96D1}"/>
                  </a:ext>
                </a:extLst>
              </p:cNvPr>
              <p:cNvSpPr txBox="1">
                <a:spLocks noRot="1" noChangeAspect="1" noMove="1" noResize="1" noEditPoints="1" noAdjustHandles="1" noChangeArrowheads="1" noChangeShapeType="1" noTextEdit="1"/>
              </p:cNvSpPr>
              <p:nvPr/>
            </p:nvSpPr>
            <p:spPr>
              <a:xfrm>
                <a:off x="5943599" y="2445112"/>
                <a:ext cx="6160167" cy="1754326"/>
              </a:xfrm>
              <a:prstGeom prst="rect">
                <a:avLst/>
              </a:prstGeom>
              <a:blipFill>
                <a:blip r:embed="rId7"/>
                <a:stretch>
                  <a:fillRect l="-791" t="-8333" b="-5903"/>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83C790E0-ABE0-45AF-80A0-47EB3DBC0E45}"/>
                  </a:ext>
                </a:extLst>
              </p:cNvPr>
              <p:cNvSpPr txBox="1"/>
              <p:nvPr/>
            </p:nvSpPr>
            <p:spPr>
              <a:xfrm>
                <a:off x="5943598" y="3881500"/>
                <a:ext cx="6160167" cy="1200329"/>
              </a:xfrm>
              <a:prstGeom prst="rect">
                <a:avLst/>
              </a:prstGeom>
              <a:noFill/>
            </p:spPr>
            <p:txBody>
              <a:bodyPr wrap="square" rtlCol="0">
                <a:spAutoFit/>
              </a:bodyPr>
              <a:lstStyle/>
              <a:p>
                <a:r>
                  <a:rPr lang="en-AU" u="sng" dirty="0">
                    <a:latin typeface="Arial Narrow" panose="020B0606020202030204" pitchFamily="34" charset="0"/>
                  </a:rPr>
                  <a:t>Multiply marginal probabilities</a:t>
                </a:r>
              </a:p>
              <a:p>
                <a:pPr marL="285750" indent="-285750">
                  <a:buFont typeface="Arial" panose="020B0604020202020204" pitchFamily="34" charset="0"/>
                  <a:buChar char="•"/>
                </a:pPr>
                <a14:m>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A</m:t>
                            </m:r>
                          </m:e>
                        </m:d>
                      </m:e>
                    </m:func>
                    <m:r>
                      <a:rPr lang="en-AU">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Pr</m:t>
                    </m:r>
                    <m:d>
                      <m:dPr>
                        <m:ctrlPr>
                          <a:rPr lang="en-AU" b="0" i="1" smtClean="0">
                            <a:latin typeface="Cambria Math" panose="02040503050406030204" pitchFamily="18" charset="0"/>
                            <a:ea typeface="Cambria Math" panose="02040503050406030204" pitchFamily="18" charset="0"/>
                          </a:rPr>
                        </m:ctrlPr>
                      </m:dPr>
                      <m:e>
                        <m:r>
                          <m:rPr>
                            <m:sty m:val="p"/>
                          </m:rPr>
                          <a:rPr lang="en-AU" b="0" i="0" smtClean="0">
                            <a:latin typeface="Cambria Math" panose="02040503050406030204" pitchFamily="18" charset="0"/>
                            <a:ea typeface="Cambria Math" panose="02040503050406030204" pitchFamily="18" charset="0"/>
                          </a:rPr>
                          <m:t>B</m:t>
                        </m:r>
                      </m:e>
                    </m:d>
                    <m:r>
                      <a:rPr lang="en-AU" b="0" i="0" smtClean="0">
                        <a:latin typeface="Cambria Math" panose="02040503050406030204" pitchFamily="18" charset="0"/>
                        <a:ea typeface="Cambria Math" panose="02040503050406030204" pitchFamily="18" charset="0"/>
                      </a:rPr>
                      <m:t>=0.0404</m:t>
                    </m:r>
                    <m:r>
                      <a:rPr lang="en-AU" b="0" i="1" smtClean="0">
                        <a:latin typeface="Cambria Math" panose="02040503050406030204" pitchFamily="18" charset="0"/>
                        <a:ea typeface="Cambria Math" panose="02040503050406030204" pitchFamily="18" charset="0"/>
                      </a:rPr>
                      <m:t>×0.6432=0.0260</m:t>
                    </m:r>
                  </m:oMath>
                </a14:m>
                <a:endParaRPr lang="en-AU" b="0" dirty="0">
                  <a:latin typeface="Arial Narrow" panose="020B0606020202030204" pitchFamily="34" charset="0"/>
                </a:endParaRPr>
              </a:p>
              <a:p>
                <a:pPr marL="285750" indent="-285750">
                  <a:buFont typeface="Arial" panose="020B0604020202020204" pitchFamily="34" charset="0"/>
                  <a:buChar char="•"/>
                </a:pPr>
                <a:endParaRPr lang="en-AU" b="0" dirty="0">
                  <a:latin typeface="Arial Narrow" panose="020B0606020202030204" pitchFamily="34" charset="0"/>
                </a:endParaRPr>
              </a:p>
              <a:p>
                <a:pPr marL="285750" indent="-285750">
                  <a:buFont typeface="Arial" panose="020B0604020202020204" pitchFamily="34" charset="0"/>
                  <a:buChar char="•"/>
                </a:pPr>
                <a:endParaRPr lang="en-AU" dirty="0">
                  <a:latin typeface="Arial Narrow" panose="020B0606020202030204" pitchFamily="34" charset="0"/>
                </a:endParaRPr>
              </a:p>
            </p:txBody>
          </p:sp>
        </mc:Choice>
        <mc:Fallback>
          <p:sp>
            <p:nvSpPr>
              <p:cNvPr id="25" name="TextBox 24">
                <a:extLst>
                  <a:ext uri="{FF2B5EF4-FFF2-40B4-BE49-F238E27FC236}">
                    <a16:creationId xmlns:a16="http://schemas.microsoft.com/office/drawing/2014/main" id="{83C790E0-ABE0-45AF-80A0-47EB3DBC0E45}"/>
                  </a:ext>
                </a:extLst>
              </p:cNvPr>
              <p:cNvSpPr txBox="1">
                <a:spLocks noRot="1" noChangeAspect="1" noMove="1" noResize="1" noEditPoints="1" noAdjustHandles="1" noChangeArrowheads="1" noChangeShapeType="1" noTextEdit="1"/>
              </p:cNvSpPr>
              <p:nvPr/>
            </p:nvSpPr>
            <p:spPr>
              <a:xfrm>
                <a:off x="5943598" y="3881500"/>
                <a:ext cx="6160167" cy="1200329"/>
              </a:xfrm>
              <a:prstGeom prst="rect">
                <a:avLst/>
              </a:prstGeom>
              <a:blipFill>
                <a:blip r:embed="rId8"/>
                <a:stretch>
                  <a:fillRect l="-791" t="-2538"/>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34F6B2CB-89E4-4462-B61F-972B9455F095}"/>
                  </a:ext>
                </a:extLst>
              </p:cNvPr>
              <p:cNvSpPr txBox="1"/>
              <p:nvPr/>
            </p:nvSpPr>
            <p:spPr>
              <a:xfrm>
                <a:off x="5943597" y="4686396"/>
                <a:ext cx="6160167" cy="1754326"/>
              </a:xfrm>
              <a:prstGeom prst="rect">
                <a:avLst/>
              </a:prstGeom>
              <a:noFill/>
            </p:spPr>
            <p:txBody>
              <a:bodyPr wrap="square" rtlCol="0">
                <a:spAutoFit/>
              </a:bodyPr>
              <a:lstStyle/>
              <a:p>
                <a:r>
                  <a:rPr lang="en-AU" u="sng" dirty="0">
                    <a:latin typeface="Arial Narrow" panose="020B0606020202030204" pitchFamily="34" charset="0"/>
                  </a:rPr>
                  <a:t>Compare with joint probability</a:t>
                </a:r>
              </a:p>
              <a:p>
                <a:pPr marL="285750" indent="-285750">
                  <a:buFont typeface="Arial" panose="020B0604020202020204" pitchFamily="34" charset="0"/>
                  <a:buChar char="•"/>
                </a:pPr>
                <a:r>
                  <a:rPr lang="en-AU" dirty="0"/>
                  <a:t>Does </a:t>
                </a:r>
                <a14:m>
                  <m:oMath xmlns:m="http://schemas.openxmlformats.org/officeDocument/2006/math">
                    <m:func>
                      <m:funcPr>
                        <m:ctrlPr>
                          <a:rPr lang="en-AU" i="1">
                            <a:latin typeface="Cambria Math" panose="02040503050406030204" pitchFamily="18" charset="0"/>
                          </a:rPr>
                        </m:ctrlPr>
                      </m:funcPr>
                      <m:fName>
                        <m:r>
                          <m:rPr>
                            <m:sty m:val="p"/>
                          </m:rPr>
                          <a:rPr lang="en-AU">
                            <a:latin typeface="Cambria Math" panose="02040503050406030204" pitchFamily="18" charset="0"/>
                          </a:rPr>
                          <m:t>Pr</m:t>
                        </m:r>
                      </m:fName>
                      <m:e>
                        <m:d>
                          <m:dPr>
                            <m:ctrlPr>
                              <a:rPr lang="en-AU" i="1">
                                <a:latin typeface="Cambria Math" panose="02040503050406030204" pitchFamily="18" charset="0"/>
                              </a:rPr>
                            </m:ctrlPr>
                          </m:dPr>
                          <m:e>
                            <m:r>
                              <m:rPr>
                                <m:sty m:val="p"/>
                              </m:rPr>
                              <a:rPr lang="en-AU">
                                <a:latin typeface="Cambria Math" panose="02040503050406030204" pitchFamily="18" charset="0"/>
                              </a:rPr>
                              <m:t>A</m:t>
                            </m:r>
                            <m:r>
                              <a:rPr lang="en-AU" i="1">
                                <a:latin typeface="Cambria Math" panose="02040503050406030204" pitchFamily="18" charset="0"/>
                                <a:ea typeface="Cambria Math" panose="02040503050406030204" pitchFamily="18" charset="0"/>
                              </a:rPr>
                              <m:t>∩</m:t>
                            </m:r>
                            <m:r>
                              <m:rPr>
                                <m:sty m:val="p"/>
                              </m:rPr>
                              <a:rPr lang="en-AU">
                                <a:latin typeface="Cambria Math" panose="02040503050406030204" pitchFamily="18" charset="0"/>
                                <a:ea typeface="Cambria Math" panose="02040503050406030204" pitchFamily="18" charset="0"/>
                              </a:rPr>
                              <m:t>B</m:t>
                            </m:r>
                          </m:e>
                        </m:d>
                      </m:e>
                    </m:func>
                    <m:r>
                      <a:rPr lang="en-AU">
                        <a:latin typeface="Cambria Math" panose="02040503050406030204" pitchFamily="18" charset="0"/>
                      </a:rPr>
                      <m:t>=</m:t>
                    </m:r>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Pr</m:t>
                        </m:r>
                      </m:fName>
                      <m:e>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A</m:t>
                            </m:r>
                          </m:e>
                        </m:d>
                      </m:e>
                    </m:func>
                    <m:r>
                      <a:rPr lang="en-AU" b="0" i="1" smtClean="0">
                        <a:latin typeface="Cambria Math" panose="02040503050406030204" pitchFamily="18" charset="0"/>
                        <a:ea typeface="Cambria Math" panose="02040503050406030204" pitchFamily="18" charset="0"/>
                      </a:rPr>
                      <m:t>×</m:t>
                    </m:r>
                    <m:func>
                      <m:funcPr>
                        <m:ctrlPr>
                          <a:rPr lang="en-AU" b="0" i="1" smtClean="0">
                            <a:latin typeface="Cambria Math" panose="02040503050406030204" pitchFamily="18" charset="0"/>
                            <a:ea typeface="Cambria Math" panose="02040503050406030204" pitchFamily="18" charset="0"/>
                          </a:rPr>
                        </m:ctrlPr>
                      </m:funcPr>
                      <m:fName>
                        <m:r>
                          <m:rPr>
                            <m:sty m:val="p"/>
                          </m:rPr>
                          <a:rPr lang="en-AU" b="0" i="0" smtClean="0">
                            <a:latin typeface="Cambria Math" panose="02040503050406030204" pitchFamily="18" charset="0"/>
                            <a:ea typeface="Cambria Math" panose="02040503050406030204" pitchFamily="18" charset="0"/>
                          </a:rPr>
                          <m:t>Pr</m:t>
                        </m:r>
                      </m:fName>
                      <m:e>
                        <m:d>
                          <m:dPr>
                            <m:ctrlPr>
                              <a:rPr lang="en-AU" b="0" i="1" smtClean="0">
                                <a:latin typeface="Cambria Math" panose="02040503050406030204" pitchFamily="18" charset="0"/>
                                <a:ea typeface="Cambria Math" panose="02040503050406030204" pitchFamily="18" charset="0"/>
                              </a:rPr>
                            </m:ctrlPr>
                          </m:dPr>
                          <m:e>
                            <m:r>
                              <m:rPr>
                                <m:sty m:val="p"/>
                              </m:rPr>
                              <a:rPr lang="en-AU" b="0" i="0" smtClean="0">
                                <a:latin typeface="Cambria Math" panose="02040503050406030204" pitchFamily="18" charset="0"/>
                                <a:ea typeface="Cambria Math" panose="02040503050406030204" pitchFamily="18" charset="0"/>
                              </a:rPr>
                              <m:t>B</m:t>
                            </m:r>
                          </m:e>
                        </m:d>
                      </m:e>
                    </m:func>
                  </m:oMath>
                </a14:m>
                <a:r>
                  <a:rPr lang="en-AU" b="0" dirty="0">
                    <a:latin typeface="Arial Narrow" panose="020B0606020202030204" pitchFamily="34" charset="0"/>
                  </a:rPr>
                  <a:t>?</a:t>
                </a:r>
              </a:p>
              <a:p>
                <a:pPr marL="285750" indent="-285750">
                  <a:buFont typeface="Arial" panose="020B0604020202020204" pitchFamily="34" charset="0"/>
                  <a:buChar char="•"/>
                </a:pPr>
                <a14:m>
                  <m:oMath xmlns:m="http://schemas.openxmlformats.org/officeDocument/2006/math">
                    <m:r>
                      <a:rPr lang="en-AU" b="0" i="1" smtClean="0">
                        <a:latin typeface="Cambria Math" panose="02040503050406030204" pitchFamily="18" charset="0"/>
                      </a:rPr>
                      <m:t>0.0292</m:t>
                    </m:r>
                    <m:r>
                      <a:rPr lang="en-AU" b="0" i="1" smtClean="0">
                        <a:latin typeface="Cambria Math" panose="02040503050406030204" pitchFamily="18" charset="0"/>
                        <a:ea typeface="Cambria Math" panose="02040503050406030204" pitchFamily="18" charset="0"/>
                      </a:rPr>
                      <m:t>≠0.0260</m:t>
                    </m:r>
                  </m:oMath>
                </a14:m>
                <a:endParaRPr lang="en-AU" b="0" dirty="0">
                  <a:latin typeface="Arial Narrow" panose="020B0606020202030204" pitchFamily="34" charset="0"/>
                </a:endParaRPr>
              </a:p>
              <a:p>
                <a:pPr marL="285750" indent="-285750">
                  <a:buFont typeface="Arial" panose="020B0604020202020204" pitchFamily="34" charset="0"/>
                  <a:buChar char="•"/>
                </a:pPr>
                <a:r>
                  <a:rPr lang="en-AU" b="0" dirty="0">
                    <a:latin typeface="Arial Narrow" panose="020B0606020202030204" pitchFamily="34" charset="0"/>
                    <a:sym typeface="Symbol" panose="05050102010706020507" pitchFamily="18" charset="2"/>
                  </a:rPr>
                  <a:t> Having diabetes and amount of exercise are not independent</a:t>
                </a:r>
                <a:endParaRPr lang="en-AU" b="0" dirty="0">
                  <a:latin typeface="Arial Narrow" panose="020B0606020202030204" pitchFamily="34" charset="0"/>
                </a:endParaRPr>
              </a:p>
              <a:p>
                <a:pPr marL="285750" indent="-285750">
                  <a:buFont typeface="Arial" panose="020B0604020202020204" pitchFamily="34" charset="0"/>
                  <a:buChar char="•"/>
                </a:pPr>
                <a:endParaRPr lang="en-AU" b="0" dirty="0">
                  <a:latin typeface="Arial Narrow" panose="020B0606020202030204" pitchFamily="34" charset="0"/>
                </a:endParaRPr>
              </a:p>
              <a:p>
                <a:pPr marL="285750" indent="-285750">
                  <a:buFont typeface="Arial" panose="020B0604020202020204" pitchFamily="34" charset="0"/>
                  <a:buChar char="•"/>
                </a:pPr>
                <a:endParaRPr lang="en-AU" dirty="0">
                  <a:latin typeface="Arial Narrow" panose="020B0606020202030204" pitchFamily="34" charset="0"/>
                </a:endParaRPr>
              </a:p>
            </p:txBody>
          </p:sp>
        </mc:Choice>
        <mc:Fallback>
          <p:sp>
            <p:nvSpPr>
              <p:cNvPr id="26" name="TextBox 25">
                <a:extLst>
                  <a:ext uri="{FF2B5EF4-FFF2-40B4-BE49-F238E27FC236}">
                    <a16:creationId xmlns:a16="http://schemas.microsoft.com/office/drawing/2014/main" id="{34F6B2CB-89E4-4462-B61F-972B9455F095}"/>
                  </a:ext>
                </a:extLst>
              </p:cNvPr>
              <p:cNvSpPr txBox="1">
                <a:spLocks noRot="1" noChangeAspect="1" noMove="1" noResize="1" noEditPoints="1" noAdjustHandles="1" noChangeArrowheads="1" noChangeShapeType="1" noTextEdit="1"/>
              </p:cNvSpPr>
              <p:nvPr/>
            </p:nvSpPr>
            <p:spPr>
              <a:xfrm>
                <a:off x="5943597" y="4686396"/>
                <a:ext cx="6160167" cy="1754326"/>
              </a:xfrm>
              <a:prstGeom prst="rect">
                <a:avLst/>
              </a:prstGeom>
              <a:blipFill>
                <a:blip r:embed="rId9"/>
                <a:stretch>
                  <a:fillRect l="-791" t="-1736"/>
                </a:stretch>
              </a:blipFill>
            </p:spPr>
            <p:txBody>
              <a:bodyPr/>
              <a:lstStyle/>
              <a:p>
                <a:r>
                  <a:rPr lang="en-AU">
                    <a:noFill/>
                  </a:rPr>
                  <a:t> </a:t>
                </a:r>
              </a:p>
            </p:txBody>
          </p:sp>
        </mc:Fallback>
      </mc:AlternateContent>
    </p:spTree>
    <p:extLst>
      <p:ext uri="{BB962C8B-B14F-4D97-AF65-F5344CB8AC3E}">
        <p14:creationId xmlns:p14="http://schemas.microsoft.com/office/powerpoint/2010/main" val="2820829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Numerical Data</a:t>
            </a:r>
          </a:p>
        </p:txBody>
      </p:sp>
      <p:sp>
        <p:nvSpPr>
          <p:cNvPr id="12" name="TextBox 11">
            <a:extLst>
              <a:ext uri="{FF2B5EF4-FFF2-40B4-BE49-F238E27FC236}">
                <a16:creationId xmlns:a16="http://schemas.microsoft.com/office/drawing/2014/main" id="{ECB3EA2A-81FD-4EE6-A217-891C30E7B5C7}"/>
              </a:ext>
            </a:extLst>
          </p:cNvPr>
          <p:cNvSpPr txBox="1"/>
          <p:nvPr/>
        </p:nvSpPr>
        <p:spPr>
          <a:xfrm>
            <a:off x="180753" y="914400"/>
            <a:ext cx="11738345"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When describing numerical data, we typically describe the </a:t>
            </a:r>
            <a:r>
              <a:rPr lang="en-US" sz="2400" dirty="0" err="1">
                <a:latin typeface="Arial Narrow" panose="020B0606020202030204" pitchFamily="34" charset="0"/>
              </a:rPr>
              <a:t>centre</a:t>
            </a:r>
            <a:r>
              <a:rPr lang="en-US" sz="2400" dirty="0">
                <a:latin typeface="Arial Narrow" panose="020B0606020202030204" pitchFamily="34" charset="0"/>
              </a:rPr>
              <a:t> and spread of the data</a:t>
            </a:r>
          </a:p>
          <a:p>
            <a:pPr marL="800100" lvl="1" indent="-342900">
              <a:buFont typeface="Courier New" panose="02070309020205020404" pitchFamily="49" charset="0"/>
              <a:buChar char="o"/>
            </a:pPr>
            <a:r>
              <a:rPr lang="en-US" sz="2400" dirty="0">
                <a:latin typeface="Arial Narrow" panose="020B0606020202030204" pitchFamily="34" charset="0"/>
              </a:rPr>
              <a:t>Centre: describes where the values tend to cluster: what is a typical value. Common examples include:</a:t>
            </a:r>
          </a:p>
          <a:p>
            <a:pPr marL="1257300" lvl="2" indent="-342900">
              <a:buFont typeface="Wingdings" panose="05000000000000000000" pitchFamily="2" charset="2"/>
              <a:buChar char="§"/>
            </a:pPr>
            <a:r>
              <a:rPr lang="en-US" sz="2400" dirty="0">
                <a:latin typeface="Arial Narrow" panose="020B0606020202030204" pitchFamily="34" charset="0"/>
              </a:rPr>
              <a:t>The mean (or average): sum of all values divided by the number of values</a:t>
            </a:r>
          </a:p>
          <a:p>
            <a:pPr marL="1257300" lvl="2" indent="-342900">
              <a:buFont typeface="Wingdings" panose="05000000000000000000" pitchFamily="2" charset="2"/>
              <a:buChar char="§"/>
            </a:pPr>
            <a:r>
              <a:rPr lang="en-US" sz="2400" dirty="0">
                <a:latin typeface="Arial Narrow" panose="020B0606020202030204" pitchFamily="34" charset="0"/>
              </a:rPr>
              <a:t>The median: the middle value when the data is ordered</a:t>
            </a:r>
          </a:p>
          <a:p>
            <a:pPr marL="1257300" lvl="2" indent="-342900">
              <a:buFont typeface="Wingdings" panose="05000000000000000000" pitchFamily="2" charset="2"/>
              <a:buChar char="§"/>
            </a:pPr>
            <a:r>
              <a:rPr lang="en-US" sz="2400" dirty="0">
                <a:latin typeface="Arial Narrow" panose="020B0606020202030204" pitchFamily="34" charset="0"/>
              </a:rPr>
              <a:t>The mode: the value that occurs most often in the dataset.</a:t>
            </a:r>
          </a:p>
          <a:p>
            <a:pPr marL="1257300" lvl="2" indent="-342900">
              <a:buFont typeface="Wingdings" panose="05000000000000000000" pitchFamily="2" charset="2"/>
              <a:buChar char="§"/>
            </a:pPr>
            <a:endParaRPr lang="en-US" sz="2400" dirty="0">
              <a:latin typeface="Arial Narrow" panose="020B0606020202030204" pitchFamily="34" charset="0"/>
            </a:endParaRPr>
          </a:p>
          <a:p>
            <a:pPr marL="800100" lvl="1" indent="-342900">
              <a:buFont typeface="Courier New" panose="02070309020205020404" pitchFamily="49" charset="0"/>
              <a:buChar char="o"/>
            </a:pPr>
            <a:r>
              <a:rPr lang="en-US" sz="2400" dirty="0">
                <a:latin typeface="Arial Narrow" panose="020B0606020202030204" pitchFamily="34" charset="0"/>
              </a:rPr>
              <a:t>Spread: describes how much the values differ from one another. Common examples include:</a:t>
            </a:r>
          </a:p>
          <a:p>
            <a:pPr marL="1257300" lvl="2" indent="-342900">
              <a:buFont typeface="Wingdings" panose="05000000000000000000" pitchFamily="2" charset="2"/>
              <a:buChar char="§"/>
            </a:pPr>
            <a:r>
              <a:rPr lang="en-AU" sz="2400" dirty="0">
                <a:latin typeface="Arial Narrow" panose="020B0606020202030204" pitchFamily="34" charset="0"/>
              </a:rPr>
              <a:t>The range: maximum minus the minimum</a:t>
            </a:r>
          </a:p>
          <a:p>
            <a:pPr marL="1257300" lvl="2" indent="-342900">
              <a:buFont typeface="Wingdings" panose="05000000000000000000" pitchFamily="2" charset="2"/>
              <a:buChar char="§"/>
            </a:pPr>
            <a:r>
              <a:rPr lang="en-AU" sz="2400" dirty="0">
                <a:latin typeface="Arial Narrow" panose="020B0606020202030204" pitchFamily="34" charset="0"/>
              </a:rPr>
              <a:t>The interquartile range: 75</a:t>
            </a:r>
            <a:r>
              <a:rPr lang="en-AU" sz="2400" baseline="30000" dirty="0">
                <a:latin typeface="Arial Narrow" panose="020B0606020202030204" pitchFamily="34" charset="0"/>
              </a:rPr>
              <a:t>th</a:t>
            </a:r>
            <a:r>
              <a:rPr lang="en-AU" sz="2400" dirty="0">
                <a:latin typeface="Arial Narrow" panose="020B0606020202030204" pitchFamily="34" charset="0"/>
              </a:rPr>
              <a:t> percentile – 25</a:t>
            </a:r>
            <a:r>
              <a:rPr lang="en-AU" sz="2400" baseline="30000" dirty="0">
                <a:latin typeface="Arial Narrow" panose="020B0606020202030204" pitchFamily="34" charset="0"/>
              </a:rPr>
              <a:t>th</a:t>
            </a:r>
            <a:r>
              <a:rPr lang="en-AU" sz="2400" dirty="0">
                <a:latin typeface="Arial Narrow" panose="020B0606020202030204" pitchFamily="34" charset="0"/>
              </a:rPr>
              <a:t> percentile</a:t>
            </a:r>
          </a:p>
          <a:p>
            <a:pPr marL="1257300" lvl="2" indent="-342900">
              <a:buFont typeface="Wingdings" panose="05000000000000000000" pitchFamily="2" charset="2"/>
              <a:buChar char="§"/>
            </a:pPr>
            <a:r>
              <a:rPr lang="en-AU" sz="2400" dirty="0">
                <a:latin typeface="Arial Narrow" panose="020B0606020202030204" pitchFamily="34" charset="0"/>
              </a:rPr>
              <a:t>The variance: </a:t>
            </a:r>
            <a:r>
              <a:rPr lang="en-US" sz="2400" dirty="0">
                <a:latin typeface="Arial Narrow" panose="020B0606020202030204" pitchFamily="34" charset="0"/>
              </a:rPr>
              <a:t>measures how spread out the values are by averaging their squared deviations from the mean.</a:t>
            </a:r>
          </a:p>
          <a:p>
            <a:pPr marL="1257300" lvl="2" indent="-342900">
              <a:buFont typeface="Wingdings" panose="05000000000000000000" pitchFamily="2" charset="2"/>
              <a:buChar char="§"/>
            </a:pPr>
            <a:r>
              <a:rPr lang="en-US" sz="2400" dirty="0">
                <a:latin typeface="Arial Narrow" panose="020B0606020202030204" pitchFamily="34" charset="0"/>
              </a:rPr>
              <a:t>The standard deviation: is the square root of the variance. It describes the spread of values around the mean in the same units as the data.</a:t>
            </a:r>
            <a:endParaRPr lang="en-AU" sz="2400" dirty="0">
              <a:latin typeface="Arial Narrow" panose="020B0606020202030204" pitchFamily="34" charset="0"/>
            </a:endParaRPr>
          </a:p>
        </p:txBody>
      </p:sp>
    </p:spTree>
    <p:extLst>
      <p:ext uri="{BB962C8B-B14F-4D97-AF65-F5344CB8AC3E}">
        <p14:creationId xmlns:p14="http://schemas.microsoft.com/office/powerpoint/2010/main" val="28061791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Measures of Centre: The Mean</a:t>
            </a:r>
          </a:p>
        </p:txBody>
      </p:sp>
      <p:pic>
        <p:nvPicPr>
          <p:cNvPr id="3" name="Picture 2">
            <a:extLst>
              <a:ext uri="{FF2B5EF4-FFF2-40B4-BE49-F238E27FC236}">
                <a16:creationId xmlns:a16="http://schemas.microsoft.com/office/drawing/2014/main" id="{239C9BA0-FA36-4B4A-9CD4-46D8A83AD1A8}"/>
              </a:ext>
            </a:extLst>
          </p:cNvPr>
          <p:cNvPicPr>
            <a:picLocks noChangeAspect="1"/>
          </p:cNvPicPr>
          <p:nvPr/>
        </p:nvPicPr>
        <p:blipFill rotWithShape="1">
          <a:blip r:embed="rId3"/>
          <a:srcRect l="27645" t="32234" r="42703" b="34992"/>
          <a:stretch/>
        </p:blipFill>
        <p:spPr>
          <a:xfrm>
            <a:off x="308344" y="823565"/>
            <a:ext cx="4465676" cy="2653138"/>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C182EF8-C365-4769-8301-8E7B887D6C35}"/>
                  </a:ext>
                </a:extLst>
              </p:cNvPr>
              <p:cNvSpPr txBox="1"/>
              <p:nvPr/>
            </p:nvSpPr>
            <p:spPr>
              <a:xfrm>
                <a:off x="5874488" y="900117"/>
                <a:ext cx="1200457" cy="75623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en-AU" i="1" smtClean="0">
                              <a:latin typeface="Cambria Math" panose="02040503050406030204" pitchFamily="18" charset="0"/>
                            </a:rPr>
                          </m:ctrlPr>
                        </m:accPr>
                        <m:e>
                          <m:r>
                            <a:rPr lang="en-AU" b="0" i="1" smtClean="0">
                              <a:latin typeface="Cambria Math" panose="02040503050406030204" pitchFamily="18" charset="0"/>
                            </a:rPr>
                            <m:t>𝑥</m:t>
                          </m:r>
                        </m:e>
                      </m:acc>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𝑛</m:t>
                          </m:r>
                        </m:den>
                      </m:f>
                      <m:nary>
                        <m:naryPr>
                          <m:chr m:val="∑"/>
                          <m:ctrlPr>
                            <a:rPr lang="en-AU" b="0" i="1" smtClean="0">
                              <a:latin typeface="Cambria Math" panose="02040503050406030204" pitchFamily="18" charset="0"/>
                            </a:rPr>
                          </m:ctrlPr>
                        </m:naryPr>
                        <m:sub>
                          <m:r>
                            <m:rPr>
                              <m:brk m:alnAt="23"/>
                            </m:rPr>
                            <a:rPr lang="en-AU" b="0" i="1" smtClean="0">
                              <a:latin typeface="Cambria Math" panose="02040503050406030204" pitchFamily="18" charset="0"/>
                            </a:rPr>
                            <m:t>𝑖</m:t>
                          </m:r>
                          <m:r>
                            <a:rPr lang="en-AU" b="0" i="1" smtClean="0">
                              <a:latin typeface="Cambria Math" panose="02040503050406030204" pitchFamily="18" charset="0"/>
                            </a:rPr>
                            <m:t>=1</m:t>
                          </m:r>
                        </m:sub>
                        <m:sup>
                          <m:r>
                            <a:rPr lang="en-AU" b="0" i="1" smtClean="0">
                              <a:latin typeface="Cambria Math" panose="02040503050406030204" pitchFamily="18" charset="0"/>
                            </a:rPr>
                            <m:t>𝑛</m:t>
                          </m:r>
                        </m:sup>
                        <m:e>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𝑖</m:t>
                              </m:r>
                            </m:sub>
                          </m:sSub>
                        </m:e>
                      </m:nary>
                    </m:oMath>
                  </m:oMathPara>
                </a14:m>
                <a:endParaRPr lang="en-AU" dirty="0"/>
              </a:p>
            </p:txBody>
          </p:sp>
        </mc:Choice>
        <mc:Fallback>
          <p:sp>
            <p:nvSpPr>
              <p:cNvPr id="6" name="TextBox 5">
                <a:extLst>
                  <a:ext uri="{FF2B5EF4-FFF2-40B4-BE49-F238E27FC236}">
                    <a16:creationId xmlns:a16="http://schemas.microsoft.com/office/drawing/2014/main" id="{BC182EF8-C365-4769-8301-8E7B887D6C35}"/>
                  </a:ext>
                </a:extLst>
              </p:cNvPr>
              <p:cNvSpPr txBox="1">
                <a:spLocks noRot="1" noChangeAspect="1" noMove="1" noResize="1" noEditPoints="1" noAdjustHandles="1" noChangeArrowheads="1" noChangeShapeType="1" noTextEdit="1"/>
              </p:cNvSpPr>
              <p:nvPr/>
            </p:nvSpPr>
            <p:spPr>
              <a:xfrm>
                <a:off x="5874488" y="900117"/>
                <a:ext cx="1200457" cy="756233"/>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A411B9E-8412-4BA6-83F0-FF752D800EDD}"/>
                  </a:ext>
                </a:extLst>
              </p:cNvPr>
              <p:cNvSpPr txBox="1"/>
              <p:nvPr/>
            </p:nvSpPr>
            <p:spPr>
              <a:xfrm>
                <a:off x="6033230" y="1889890"/>
                <a:ext cx="2041841" cy="50315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m:t>
                      </m:r>
                      <m:f>
                        <m:fPr>
                          <m:ctrlPr>
                            <a:rPr lang="en-AU" b="0" i="1" smtClean="0">
                              <a:latin typeface="Cambria Math" panose="02040503050406030204" pitchFamily="18" charset="0"/>
                            </a:rPr>
                          </m:ctrlPr>
                        </m:fPr>
                        <m:num>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1</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2</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𝑛</m:t>
                              </m:r>
                            </m:sub>
                          </m:sSub>
                        </m:num>
                        <m:den>
                          <m:r>
                            <a:rPr lang="en-AU" b="0" i="1" smtClean="0">
                              <a:latin typeface="Cambria Math" panose="02040503050406030204" pitchFamily="18" charset="0"/>
                            </a:rPr>
                            <m:t>𝑛</m:t>
                          </m:r>
                        </m:den>
                      </m:f>
                    </m:oMath>
                  </m:oMathPara>
                </a14:m>
                <a:endParaRPr lang="en-AU" dirty="0"/>
              </a:p>
            </p:txBody>
          </p:sp>
        </mc:Choice>
        <mc:Fallback>
          <p:sp>
            <p:nvSpPr>
              <p:cNvPr id="8" name="TextBox 7">
                <a:extLst>
                  <a:ext uri="{FF2B5EF4-FFF2-40B4-BE49-F238E27FC236}">
                    <a16:creationId xmlns:a16="http://schemas.microsoft.com/office/drawing/2014/main" id="{AA411B9E-8412-4BA6-83F0-FF752D800EDD}"/>
                  </a:ext>
                </a:extLst>
              </p:cNvPr>
              <p:cNvSpPr txBox="1">
                <a:spLocks noRot="1" noChangeAspect="1" noMove="1" noResize="1" noEditPoints="1" noAdjustHandles="1" noChangeArrowheads="1" noChangeShapeType="1" noTextEdit="1"/>
              </p:cNvSpPr>
              <p:nvPr/>
            </p:nvSpPr>
            <p:spPr>
              <a:xfrm>
                <a:off x="6033230" y="1889890"/>
                <a:ext cx="2041841" cy="503151"/>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000B753-51B8-40BB-88F6-0BFF248218F3}"/>
                  </a:ext>
                </a:extLst>
              </p:cNvPr>
              <p:cNvSpPr txBox="1"/>
              <p:nvPr/>
            </p:nvSpPr>
            <p:spPr>
              <a:xfrm>
                <a:off x="6033230" y="2592467"/>
                <a:ext cx="3369512" cy="52597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60,000+59,450+…+61,000</m:t>
                          </m:r>
                        </m:num>
                        <m:den>
                          <m:r>
                            <a:rPr lang="en-AU" b="0" i="1" smtClean="0">
                              <a:latin typeface="Cambria Math" panose="02040503050406030204" pitchFamily="18" charset="0"/>
                            </a:rPr>
                            <m:t>8</m:t>
                          </m:r>
                        </m:den>
                      </m:f>
                    </m:oMath>
                  </m:oMathPara>
                </a14:m>
                <a:endParaRPr lang="en-AU" dirty="0"/>
              </a:p>
            </p:txBody>
          </p:sp>
        </mc:Choice>
        <mc:Fallback>
          <p:sp>
            <p:nvSpPr>
              <p:cNvPr id="9" name="TextBox 8">
                <a:extLst>
                  <a:ext uri="{FF2B5EF4-FFF2-40B4-BE49-F238E27FC236}">
                    <a16:creationId xmlns:a16="http://schemas.microsoft.com/office/drawing/2014/main" id="{E000B753-51B8-40BB-88F6-0BFF248218F3}"/>
                  </a:ext>
                </a:extLst>
              </p:cNvPr>
              <p:cNvSpPr txBox="1">
                <a:spLocks noRot="1" noChangeAspect="1" noMove="1" noResize="1" noEditPoints="1" noAdjustHandles="1" noChangeArrowheads="1" noChangeShapeType="1" noTextEdit="1"/>
              </p:cNvSpPr>
              <p:nvPr/>
            </p:nvSpPr>
            <p:spPr>
              <a:xfrm>
                <a:off x="6033230" y="2592467"/>
                <a:ext cx="3369512" cy="525978"/>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B9174980-C9A6-4B70-BF52-D9990420C2CF}"/>
                  </a:ext>
                </a:extLst>
              </p:cNvPr>
              <p:cNvSpPr txBox="1"/>
              <p:nvPr/>
            </p:nvSpPr>
            <p:spPr>
              <a:xfrm>
                <a:off x="6033230" y="3290500"/>
                <a:ext cx="5753178" cy="276999"/>
              </a:xfrm>
              <a:prstGeom prst="rect">
                <a:avLst/>
              </a:prstGeom>
              <a:noFill/>
            </p:spPr>
            <p:txBody>
              <a:bodyPr wrap="none" lIns="0" tIns="0" rIns="0" bIns="0" rtlCol="0">
                <a:spAutoFit/>
              </a:bodyPr>
              <a:lstStyle/>
              <a:p>
                <a14:m>
                  <m:oMath xmlns:m="http://schemas.openxmlformats.org/officeDocument/2006/math">
                    <m:r>
                      <a:rPr lang="en-AU" b="0" i="1" smtClean="0">
                        <a:latin typeface="Cambria Math" panose="02040503050406030204" pitchFamily="18" charset="0"/>
                      </a:rPr>
                      <m:t>=58902.5</m:t>
                    </m:r>
                  </m:oMath>
                </a14:m>
                <a:r>
                  <a:rPr lang="en-AU" dirty="0"/>
                  <a:t> (this is an appropriate ‘typical’ value for these 8)</a:t>
                </a:r>
              </a:p>
            </p:txBody>
          </p:sp>
        </mc:Choice>
        <mc:Fallback>
          <p:sp>
            <p:nvSpPr>
              <p:cNvPr id="10" name="TextBox 9">
                <a:extLst>
                  <a:ext uri="{FF2B5EF4-FFF2-40B4-BE49-F238E27FC236}">
                    <a16:creationId xmlns:a16="http://schemas.microsoft.com/office/drawing/2014/main" id="{B9174980-C9A6-4B70-BF52-D9990420C2CF}"/>
                  </a:ext>
                </a:extLst>
              </p:cNvPr>
              <p:cNvSpPr txBox="1">
                <a:spLocks noRot="1" noChangeAspect="1" noMove="1" noResize="1" noEditPoints="1" noAdjustHandles="1" noChangeArrowheads="1" noChangeShapeType="1" noTextEdit="1"/>
              </p:cNvSpPr>
              <p:nvPr/>
            </p:nvSpPr>
            <p:spPr>
              <a:xfrm>
                <a:off x="6033230" y="3290500"/>
                <a:ext cx="5753178" cy="276999"/>
              </a:xfrm>
              <a:prstGeom prst="rect">
                <a:avLst/>
              </a:prstGeom>
              <a:blipFill>
                <a:blip r:embed="rId7"/>
                <a:stretch>
                  <a:fillRect l="-954" t="-28889" b="-51111"/>
                </a:stretch>
              </a:blipFill>
            </p:spPr>
            <p:txBody>
              <a:bodyPr/>
              <a:lstStyle/>
              <a:p>
                <a:r>
                  <a:rPr lang="en-AU">
                    <a:noFill/>
                  </a:rPr>
                  <a:t> </a:t>
                </a:r>
              </a:p>
            </p:txBody>
          </p:sp>
        </mc:Fallback>
      </mc:AlternateContent>
      <p:pic>
        <p:nvPicPr>
          <p:cNvPr id="11" name="Picture 10">
            <a:extLst>
              <a:ext uri="{FF2B5EF4-FFF2-40B4-BE49-F238E27FC236}">
                <a16:creationId xmlns:a16="http://schemas.microsoft.com/office/drawing/2014/main" id="{CA065546-B251-4483-B60E-83D29876EE4B}"/>
              </a:ext>
            </a:extLst>
          </p:cNvPr>
          <p:cNvPicPr>
            <a:picLocks noChangeAspect="1"/>
          </p:cNvPicPr>
          <p:nvPr/>
        </p:nvPicPr>
        <p:blipFill rotWithShape="1">
          <a:blip r:embed="rId3"/>
          <a:srcRect l="27820" t="32721" r="29012" b="35965"/>
          <a:stretch/>
        </p:blipFill>
        <p:spPr>
          <a:xfrm>
            <a:off x="162207" y="3908077"/>
            <a:ext cx="5441151" cy="2121500"/>
          </a:xfrm>
          <a:prstGeom prst="rect">
            <a:avLst/>
          </a:prstGeom>
        </p:spPr>
      </p:pic>
      <p:cxnSp>
        <p:nvCxnSpPr>
          <p:cNvPr id="13" name="Straight Connector 12">
            <a:extLst>
              <a:ext uri="{FF2B5EF4-FFF2-40B4-BE49-F238E27FC236}">
                <a16:creationId xmlns:a16="http://schemas.microsoft.com/office/drawing/2014/main" id="{87C6168D-FDB5-4F3B-A792-CEB6CFE658F6}"/>
              </a:ext>
            </a:extLst>
          </p:cNvPr>
          <p:cNvCxnSpPr/>
          <p:nvPr/>
        </p:nvCxnSpPr>
        <p:spPr>
          <a:xfrm>
            <a:off x="308344" y="3694328"/>
            <a:ext cx="116639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2C11F04-B75E-45C1-95A8-738F04B79287}"/>
              </a:ext>
            </a:extLst>
          </p:cNvPr>
          <p:cNvSpPr txBox="1"/>
          <p:nvPr/>
        </p:nvSpPr>
        <p:spPr>
          <a:xfrm>
            <a:off x="5874488" y="3851431"/>
            <a:ext cx="5188688" cy="707886"/>
          </a:xfrm>
          <a:prstGeom prst="rect">
            <a:avLst/>
          </a:prstGeom>
          <a:noFill/>
        </p:spPr>
        <p:txBody>
          <a:bodyPr wrap="square" rtlCol="0">
            <a:spAutoFit/>
          </a:bodyPr>
          <a:lstStyle/>
          <a:p>
            <a:pPr marL="342900" indent="-342900">
              <a:buFont typeface="Arial" panose="020B0604020202020204" pitchFamily="34" charset="0"/>
              <a:buChar char="•"/>
            </a:pPr>
            <a:r>
              <a:rPr lang="en-AU" sz="2000" dirty="0">
                <a:latin typeface="Arial Narrow" panose="020B0606020202030204" pitchFamily="34" charset="0"/>
              </a:rPr>
              <a:t>The mean is sensitive to outliers. In this example, the mean would be:</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DAED56CE-0B37-4AB9-B3B6-25AAEE831464}"/>
                  </a:ext>
                </a:extLst>
              </p:cNvPr>
              <p:cNvSpPr txBox="1"/>
              <p:nvPr/>
            </p:nvSpPr>
            <p:spPr>
              <a:xfrm>
                <a:off x="6293729" y="4807961"/>
                <a:ext cx="4126130" cy="52597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AU" b="0" i="1" smtClean="0">
                              <a:latin typeface="Cambria Math" panose="02040503050406030204" pitchFamily="18" charset="0"/>
                            </a:rPr>
                          </m:ctrlPr>
                        </m:fPr>
                        <m:num>
                          <m:r>
                            <a:rPr lang="en-AU" b="0" i="1" smtClean="0">
                              <a:latin typeface="Cambria Math" panose="02040503050406030204" pitchFamily="18" charset="0"/>
                            </a:rPr>
                            <m:t>60,000+59,450+…+405,000,000,000</m:t>
                          </m:r>
                        </m:num>
                        <m:den>
                          <m:r>
                            <a:rPr lang="en-AU" b="0" i="1" smtClean="0">
                              <a:latin typeface="Cambria Math" panose="02040503050406030204" pitchFamily="18" charset="0"/>
                            </a:rPr>
                            <m:t>9</m:t>
                          </m:r>
                        </m:den>
                      </m:f>
                    </m:oMath>
                  </m:oMathPara>
                </a14:m>
                <a:endParaRPr lang="en-AU" dirty="0"/>
              </a:p>
            </p:txBody>
          </p:sp>
        </mc:Choice>
        <mc:Fallback>
          <p:sp>
            <p:nvSpPr>
              <p:cNvPr id="15" name="TextBox 14">
                <a:extLst>
                  <a:ext uri="{FF2B5EF4-FFF2-40B4-BE49-F238E27FC236}">
                    <a16:creationId xmlns:a16="http://schemas.microsoft.com/office/drawing/2014/main" id="{DAED56CE-0B37-4AB9-B3B6-25AAEE831464}"/>
                  </a:ext>
                </a:extLst>
              </p:cNvPr>
              <p:cNvSpPr txBox="1">
                <a:spLocks noRot="1" noChangeAspect="1" noMove="1" noResize="1" noEditPoints="1" noAdjustHandles="1" noChangeArrowheads="1" noChangeShapeType="1" noTextEdit="1"/>
              </p:cNvSpPr>
              <p:nvPr/>
            </p:nvSpPr>
            <p:spPr>
              <a:xfrm>
                <a:off x="6293729" y="4807961"/>
                <a:ext cx="4126130" cy="525978"/>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FE39AFD9-A564-4455-BC07-A5A96DD07AD0}"/>
                  </a:ext>
                </a:extLst>
              </p:cNvPr>
              <p:cNvSpPr txBox="1"/>
              <p:nvPr/>
            </p:nvSpPr>
            <p:spPr>
              <a:xfrm>
                <a:off x="6286641" y="5509507"/>
                <a:ext cx="184505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=45,000,052,357</m:t>
                      </m:r>
                    </m:oMath>
                  </m:oMathPara>
                </a14:m>
                <a:endParaRPr lang="en-AU" dirty="0"/>
              </a:p>
            </p:txBody>
          </p:sp>
        </mc:Choice>
        <mc:Fallback>
          <p:sp>
            <p:nvSpPr>
              <p:cNvPr id="16" name="TextBox 15">
                <a:extLst>
                  <a:ext uri="{FF2B5EF4-FFF2-40B4-BE49-F238E27FC236}">
                    <a16:creationId xmlns:a16="http://schemas.microsoft.com/office/drawing/2014/main" id="{FE39AFD9-A564-4455-BC07-A5A96DD07AD0}"/>
                  </a:ext>
                </a:extLst>
              </p:cNvPr>
              <p:cNvSpPr txBox="1">
                <a:spLocks noRot="1" noChangeAspect="1" noMove="1" noResize="1" noEditPoints="1" noAdjustHandles="1" noChangeArrowheads="1" noChangeShapeType="1" noTextEdit="1"/>
              </p:cNvSpPr>
              <p:nvPr/>
            </p:nvSpPr>
            <p:spPr>
              <a:xfrm>
                <a:off x="6286641" y="5509507"/>
                <a:ext cx="1845057" cy="276999"/>
              </a:xfrm>
              <a:prstGeom prst="rect">
                <a:avLst/>
              </a:prstGeom>
              <a:blipFill>
                <a:blip r:embed="rId9"/>
                <a:stretch>
                  <a:fillRect l="-660" r="-2970" b="-8889"/>
                </a:stretch>
              </a:blipFill>
            </p:spPr>
            <p:txBody>
              <a:bodyPr/>
              <a:lstStyle/>
              <a:p>
                <a:r>
                  <a:rPr lang="en-AU">
                    <a:noFill/>
                  </a:rPr>
                  <a:t> </a:t>
                </a:r>
              </a:p>
            </p:txBody>
          </p:sp>
        </mc:Fallback>
      </mc:AlternateContent>
      <p:sp>
        <p:nvSpPr>
          <p:cNvPr id="17" name="TextBox 16">
            <a:extLst>
              <a:ext uri="{FF2B5EF4-FFF2-40B4-BE49-F238E27FC236}">
                <a16:creationId xmlns:a16="http://schemas.microsoft.com/office/drawing/2014/main" id="{E4960A76-ADF4-4F4A-9264-03A786684A80}"/>
              </a:ext>
            </a:extLst>
          </p:cNvPr>
          <p:cNvSpPr txBox="1"/>
          <p:nvPr/>
        </p:nvSpPr>
        <p:spPr>
          <a:xfrm>
            <a:off x="5874488" y="5952007"/>
            <a:ext cx="5970182" cy="707886"/>
          </a:xfrm>
          <a:prstGeom prst="rect">
            <a:avLst/>
          </a:prstGeom>
          <a:noFill/>
        </p:spPr>
        <p:txBody>
          <a:bodyPr wrap="square" rtlCol="0">
            <a:spAutoFit/>
          </a:bodyPr>
          <a:lstStyle/>
          <a:p>
            <a:pPr marL="342900" indent="-342900">
              <a:buFont typeface="Arial" panose="020B0604020202020204" pitchFamily="34" charset="0"/>
              <a:buChar char="•"/>
            </a:pPr>
            <a:r>
              <a:rPr lang="en-AU" sz="2000" dirty="0">
                <a:latin typeface="Arial Narrow" panose="020B0606020202030204" pitchFamily="34" charset="0"/>
              </a:rPr>
              <a:t>This would not tell us what the ‘typical’ net worth of any of these 9 people</a:t>
            </a:r>
          </a:p>
        </p:txBody>
      </p:sp>
    </p:spTree>
    <p:extLst>
      <p:ext uri="{BB962C8B-B14F-4D97-AF65-F5344CB8AC3E}">
        <p14:creationId xmlns:p14="http://schemas.microsoft.com/office/powerpoint/2010/main" val="3075116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Measures of Centre: The Median</a:t>
            </a:r>
          </a:p>
        </p:txBody>
      </p:sp>
      <p:sp>
        <p:nvSpPr>
          <p:cNvPr id="18" name="Rectangle 17">
            <a:extLst>
              <a:ext uri="{FF2B5EF4-FFF2-40B4-BE49-F238E27FC236}">
                <a16:creationId xmlns:a16="http://schemas.microsoft.com/office/drawing/2014/main" id="{4E7FF7E1-1C0C-48C2-9DD3-5C6C1A9BBCBB}"/>
              </a:ext>
            </a:extLst>
          </p:cNvPr>
          <p:cNvSpPr/>
          <p:nvPr/>
        </p:nvSpPr>
        <p:spPr>
          <a:xfrm>
            <a:off x="2532960" y="1236320"/>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$405,000,000,000</a:t>
            </a:r>
          </a:p>
        </p:txBody>
      </p:sp>
      <p:sp>
        <p:nvSpPr>
          <p:cNvPr id="19" name="Rectangle 18">
            <a:extLst>
              <a:ext uri="{FF2B5EF4-FFF2-40B4-BE49-F238E27FC236}">
                <a16:creationId xmlns:a16="http://schemas.microsoft.com/office/drawing/2014/main" id="{FD24D0C2-9D18-40CE-B3A7-DEFBE3E3B986}"/>
              </a:ext>
            </a:extLst>
          </p:cNvPr>
          <p:cNvSpPr/>
          <p:nvPr/>
        </p:nvSpPr>
        <p:spPr>
          <a:xfrm>
            <a:off x="372960" y="1236320"/>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Elon Musk</a:t>
            </a:r>
          </a:p>
        </p:txBody>
      </p:sp>
      <p:sp>
        <p:nvSpPr>
          <p:cNvPr id="20" name="Rectangle 19">
            <a:extLst>
              <a:ext uri="{FF2B5EF4-FFF2-40B4-BE49-F238E27FC236}">
                <a16:creationId xmlns:a16="http://schemas.microsoft.com/office/drawing/2014/main" id="{BA9F11AB-A6C6-4D03-9948-64854BB26A2B}"/>
              </a:ext>
            </a:extLst>
          </p:cNvPr>
          <p:cNvSpPr/>
          <p:nvPr/>
        </p:nvSpPr>
        <p:spPr>
          <a:xfrm>
            <a:off x="2532960" y="1539324"/>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$65,200</a:t>
            </a:r>
          </a:p>
        </p:txBody>
      </p:sp>
      <p:sp>
        <p:nvSpPr>
          <p:cNvPr id="21" name="Rectangle 20">
            <a:extLst>
              <a:ext uri="{FF2B5EF4-FFF2-40B4-BE49-F238E27FC236}">
                <a16:creationId xmlns:a16="http://schemas.microsoft.com/office/drawing/2014/main" id="{332B9D4D-6520-47D7-B36D-B69FAA77A3E1}"/>
              </a:ext>
            </a:extLst>
          </p:cNvPr>
          <p:cNvSpPr/>
          <p:nvPr/>
        </p:nvSpPr>
        <p:spPr>
          <a:xfrm>
            <a:off x="372960" y="1539324"/>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2</a:t>
            </a:r>
          </a:p>
        </p:txBody>
      </p:sp>
      <p:sp>
        <p:nvSpPr>
          <p:cNvPr id="22" name="Rectangle 21">
            <a:extLst>
              <a:ext uri="{FF2B5EF4-FFF2-40B4-BE49-F238E27FC236}">
                <a16:creationId xmlns:a16="http://schemas.microsoft.com/office/drawing/2014/main" id="{68B261C7-F027-4C4D-B39D-D9FB98303F76}"/>
              </a:ext>
            </a:extLst>
          </p:cNvPr>
          <p:cNvSpPr/>
          <p:nvPr/>
        </p:nvSpPr>
        <p:spPr>
          <a:xfrm>
            <a:off x="2532960" y="1853086"/>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$63,510</a:t>
            </a:r>
          </a:p>
        </p:txBody>
      </p:sp>
      <p:sp>
        <p:nvSpPr>
          <p:cNvPr id="23" name="Rectangle 22">
            <a:extLst>
              <a:ext uri="{FF2B5EF4-FFF2-40B4-BE49-F238E27FC236}">
                <a16:creationId xmlns:a16="http://schemas.microsoft.com/office/drawing/2014/main" id="{3CC9B756-D368-4AED-93C0-83FF945814F6}"/>
              </a:ext>
            </a:extLst>
          </p:cNvPr>
          <p:cNvSpPr/>
          <p:nvPr/>
        </p:nvSpPr>
        <p:spPr>
          <a:xfrm>
            <a:off x="372960" y="1853086"/>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3</a:t>
            </a:r>
          </a:p>
        </p:txBody>
      </p:sp>
      <p:sp>
        <p:nvSpPr>
          <p:cNvPr id="24" name="Rectangle 23">
            <a:extLst>
              <a:ext uri="{FF2B5EF4-FFF2-40B4-BE49-F238E27FC236}">
                <a16:creationId xmlns:a16="http://schemas.microsoft.com/office/drawing/2014/main" id="{9FF30AEA-507A-4D2C-807B-DBDCD5718E82}"/>
              </a:ext>
            </a:extLst>
          </p:cNvPr>
          <p:cNvSpPr/>
          <p:nvPr/>
        </p:nvSpPr>
        <p:spPr>
          <a:xfrm>
            <a:off x="2532960" y="2166848"/>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$61,000</a:t>
            </a:r>
          </a:p>
        </p:txBody>
      </p:sp>
      <p:sp>
        <p:nvSpPr>
          <p:cNvPr id="25" name="Rectangle 24">
            <a:extLst>
              <a:ext uri="{FF2B5EF4-FFF2-40B4-BE49-F238E27FC236}">
                <a16:creationId xmlns:a16="http://schemas.microsoft.com/office/drawing/2014/main" id="{66547760-A8A8-4F67-B55C-40ED5A0D9D56}"/>
              </a:ext>
            </a:extLst>
          </p:cNvPr>
          <p:cNvSpPr/>
          <p:nvPr/>
        </p:nvSpPr>
        <p:spPr>
          <a:xfrm>
            <a:off x="372960" y="2166848"/>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4</a:t>
            </a:r>
          </a:p>
        </p:txBody>
      </p:sp>
      <p:sp>
        <p:nvSpPr>
          <p:cNvPr id="26" name="Rectangle 25">
            <a:extLst>
              <a:ext uri="{FF2B5EF4-FFF2-40B4-BE49-F238E27FC236}">
                <a16:creationId xmlns:a16="http://schemas.microsoft.com/office/drawing/2014/main" id="{55C8CDF9-264C-421F-904E-406EDB4639F3}"/>
              </a:ext>
            </a:extLst>
          </p:cNvPr>
          <p:cNvSpPr/>
          <p:nvPr/>
        </p:nvSpPr>
        <p:spPr>
          <a:xfrm>
            <a:off x="2532960" y="2480610"/>
            <a:ext cx="2160000" cy="288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$60,000</a:t>
            </a:r>
          </a:p>
        </p:txBody>
      </p:sp>
      <p:sp>
        <p:nvSpPr>
          <p:cNvPr id="27" name="Rectangle 26">
            <a:extLst>
              <a:ext uri="{FF2B5EF4-FFF2-40B4-BE49-F238E27FC236}">
                <a16:creationId xmlns:a16="http://schemas.microsoft.com/office/drawing/2014/main" id="{BAEC13F2-CC84-4E32-8F32-49F0EFD70B8D}"/>
              </a:ext>
            </a:extLst>
          </p:cNvPr>
          <p:cNvSpPr/>
          <p:nvPr/>
        </p:nvSpPr>
        <p:spPr>
          <a:xfrm>
            <a:off x="372960" y="2480610"/>
            <a:ext cx="2160000" cy="288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5</a:t>
            </a:r>
          </a:p>
        </p:txBody>
      </p:sp>
      <p:sp>
        <p:nvSpPr>
          <p:cNvPr id="28" name="Rectangle 27">
            <a:extLst>
              <a:ext uri="{FF2B5EF4-FFF2-40B4-BE49-F238E27FC236}">
                <a16:creationId xmlns:a16="http://schemas.microsoft.com/office/drawing/2014/main" id="{CB62FC81-D16F-45A2-B445-C6BA8D73F20C}"/>
              </a:ext>
            </a:extLst>
          </p:cNvPr>
          <p:cNvSpPr/>
          <p:nvPr/>
        </p:nvSpPr>
        <p:spPr>
          <a:xfrm>
            <a:off x="2532960" y="2794372"/>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$59,450</a:t>
            </a:r>
          </a:p>
        </p:txBody>
      </p:sp>
      <p:sp>
        <p:nvSpPr>
          <p:cNvPr id="29" name="Rectangle 28">
            <a:extLst>
              <a:ext uri="{FF2B5EF4-FFF2-40B4-BE49-F238E27FC236}">
                <a16:creationId xmlns:a16="http://schemas.microsoft.com/office/drawing/2014/main" id="{A990ABBE-A2F6-4DA2-A390-5D2A1D707954}"/>
              </a:ext>
            </a:extLst>
          </p:cNvPr>
          <p:cNvSpPr/>
          <p:nvPr/>
        </p:nvSpPr>
        <p:spPr>
          <a:xfrm>
            <a:off x="372960" y="2794372"/>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6</a:t>
            </a:r>
          </a:p>
        </p:txBody>
      </p:sp>
      <p:sp>
        <p:nvSpPr>
          <p:cNvPr id="30" name="Rectangle 29">
            <a:extLst>
              <a:ext uri="{FF2B5EF4-FFF2-40B4-BE49-F238E27FC236}">
                <a16:creationId xmlns:a16="http://schemas.microsoft.com/office/drawing/2014/main" id="{7071FFB1-55F8-4FBE-8742-26909246F24E}"/>
              </a:ext>
            </a:extLst>
          </p:cNvPr>
          <p:cNvSpPr/>
          <p:nvPr/>
        </p:nvSpPr>
        <p:spPr>
          <a:xfrm>
            <a:off x="2532960" y="3108134"/>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$55,800</a:t>
            </a:r>
          </a:p>
        </p:txBody>
      </p:sp>
      <p:sp>
        <p:nvSpPr>
          <p:cNvPr id="31" name="Rectangle 30">
            <a:extLst>
              <a:ext uri="{FF2B5EF4-FFF2-40B4-BE49-F238E27FC236}">
                <a16:creationId xmlns:a16="http://schemas.microsoft.com/office/drawing/2014/main" id="{6217B4F5-D897-4AB9-8C34-ECE42ADA1F17}"/>
              </a:ext>
            </a:extLst>
          </p:cNvPr>
          <p:cNvSpPr/>
          <p:nvPr/>
        </p:nvSpPr>
        <p:spPr>
          <a:xfrm>
            <a:off x="372960" y="3108134"/>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7</a:t>
            </a:r>
          </a:p>
        </p:txBody>
      </p:sp>
      <p:sp>
        <p:nvSpPr>
          <p:cNvPr id="32" name="Rectangle 31">
            <a:extLst>
              <a:ext uri="{FF2B5EF4-FFF2-40B4-BE49-F238E27FC236}">
                <a16:creationId xmlns:a16="http://schemas.microsoft.com/office/drawing/2014/main" id="{B4C41404-CA2E-4998-9BC6-288E289BBAB6}"/>
              </a:ext>
            </a:extLst>
          </p:cNvPr>
          <p:cNvSpPr/>
          <p:nvPr/>
        </p:nvSpPr>
        <p:spPr>
          <a:xfrm>
            <a:off x="2532960" y="3421896"/>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$55,060</a:t>
            </a:r>
          </a:p>
        </p:txBody>
      </p:sp>
      <p:sp>
        <p:nvSpPr>
          <p:cNvPr id="33" name="Rectangle 32">
            <a:extLst>
              <a:ext uri="{FF2B5EF4-FFF2-40B4-BE49-F238E27FC236}">
                <a16:creationId xmlns:a16="http://schemas.microsoft.com/office/drawing/2014/main" id="{46D993D9-6716-40B8-80B8-5A83E8DFD35A}"/>
              </a:ext>
            </a:extLst>
          </p:cNvPr>
          <p:cNvSpPr/>
          <p:nvPr/>
        </p:nvSpPr>
        <p:spPr>
          <a:xfrm>
            <a:off x="372960" y="3421896"/>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8</a:t>
            </a:r>
          </a:p>
        </p:txBody>
      </p:sp>
      <p:sp>
        <p:nvSpPr>
          <p:cNvPr id="34" name="Rectangle 33">
            <a:extLst>
              <a:ext uri="{FF2B5EF4-FFF2-40B4-BE49-F238E27FC236}">
                <a16:creationId xmlns:a16="http://schemas.microsoft.com/office/drawing/2014/main" id="{094D348C-D2B0-4CD8-8272-C031B6095A00}"/>
              </a:ext>
            </a:extLst>
          </p:cNvPr>
          <p:cNvSpPr/>
          <p:nvPr/>
        </p:nvSpPr>
        <p:spPr>
          <a:xfrm>
            <a:off x="2532960" y="3735658"/>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$51,200</a:t>
            </a:r>
          </a:p>
        </p:txBody>
      </p:sp>
      <p:sp>
        <p:nvSpPr>
          <p:cNvPr id="35" name="Rectangle 34">
            <a:extLst>
              <a:ext uri="{FF2B5EF4-FFF2-40B4-BE49-F238E27FC236}">
                <a16:creationId xmlns:a16="http://schemas.microsoft.com/office/drawing/2014/main" id="{5BF37038-ABA7-46CC-B2B6-18F0E7959B15}"/>
              </a:ext>
            </a:extLst>
          </p:cNvPr>
          <p:cNvSpPr/>
          <p:nvPr/>
        </p:nvSpPr>
        <p:spPr>
          <a:xfrm>
            <a:off x="372960" y="3735658"/>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9</a:t>
            </a:r>
          </a:p>
        </p:txBody>
      </p:sp>
      <p:sp>
        <p:nvSpPr>
          <p:cNvPr id="36" name="Rectangle 35">
            <a:extLst>
              <a:ext uri="{FF2B5EF4-FFF2-40B4-BE49-F238E27FC236}">
                <a16:creationId xmlns:a16="http://schemas.microsoft.com/office/drawing/2014/main" id="{14FD2553-C1F0-4E8B-B08E-A20D3D2C4FCA}"/>
              </a:ext>
            </a:extLst>
          </p:cNvPr>
          <p:cNvSpPr/>
          <p:nvPr/>
        </p:nvSpPr>
        <p:spPr>
          <a:xfrm>
            <a:off x="9659040" y="1236320"/>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$405,000,000,000</a:t>
            </a:r>
          </a:p>
        </p:txBody>
      </p:sp>
      <p:sp>
        <p:nvSpPr>
          <p:cNvPr id="37" name="Rectangle 36">
            <a:extLst>
              <a:ext uri="{FF2B5EF4-FFF2-40B4-BE49-F238E27FC236}">
                <a16:creationId xmlns:a16="http://schemas.microsoft.com/office/drawing/2014/main" id="{A4C82AE2-B2EB-4C1B-AACE-305D2746BCD5}"/>
              </a:ext>
            </a:extLst>
          </p:cNvPr>
          <p:cNvSpPr/>
          <p:nvPr/>
        </p:nvSpPr>
        <p:spPr>
          <a:xfrm>
            <a:off x="7499040" y="1236320"/>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Elon Musk</a:t>
            </a:r>
          </a:p>
        </p:txBody>
      </p:sp>
      <p:sp>
        <p:nvSpPr>
          <p:cNvPr id="38" name="Rectangle 37">
            <a:extLst>
              <a:ext uri="{FF2B5EF4-FFF2-40B4-BE49-F238E27FC236}">
                <a16:creationId xmlns:a16="http://schemas.microsoft.com/office/drawing/2014/main" id="{B3AE82BC-7F70-4846-9F67-824B69658398}"/>
              </a:ext>
            </a:extLst>
          </p:cNvPr>
          <p:cNvSpPr/>
          <p:nvPr/>
        </p:nvSpPr>
        <p:spPr>
          <a:xfrm>
            <a:off x="9659040" y="1539324"/>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$65,200</a:t>
            </a:r>
          </a:p>
        </p:txBody>
      </p:sp>
      <p:sp>
        <p:nvSpPr>
          <p:cNvPr id="39" name="Rectangle 38">
            <a:extLst>
              <a:ext uri="{FF2B5EF4-FFF2-40B4-BE49-F238E27FC236}">
                <a16:creationId xmlns:a16="http://schemas.microsoft.com/office/drawing/2014/main" id="{99C747F2-EE90-40AD-B901-2DB28F481C1F}"/>
              </a:ext>
            </a:extLst>
          </p:cNvPr>
          <p:cNvSpPr/>
          <p:nvPr/>
        </p:nvSpPr>
        <p:spPr>
          <a:xfrm>
            <a:off x="7499040" y="1539324"/>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2</a:t>
            </a:r>
          </a:p>
        </p:txBody>
      </p:sp>
      <p:sp>
        <p:nvSpPr>
          <p:cNvPr id="40" name="Rectangle 39">
            <a:extLst>
              <a:ext uri="{FF2B5EF4-FFF2-40B4-BE49-F238E27FC236}">
                <a16:creationId xmlns:a16="http://schemas.microsoft.com/office/drawing/2014/main" id="{16501685-C2A8-4290-82FC-927248EB3A02}"/>
              </a:ext>
            </a:extLst>
          </p:cNvPr>
          <p:cNvSpPr/>
          <p:nvPr/>
        </p:nvSpPr>
        <p:spPr>
          <a:xfrm>
            <a:off x="9659040" y="1853086"/>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$63,510</a:t>
            </a:r>
          </a:p>
        </p:txBody>
      </p:sp>
      <p:sp>
        <p:nvSpPr>
          <p:cNvPr id="41" name="Rectangle 40">
            <a:extLst>
              <a:ext uri="{FF2B5EF4-FFF2-40B4-BE49-F238E27FC236}">
                <a16:creationId xmlns:a16="http://schemas.microsoft.com/office/drawing/2014/main" id="{A46A0F55-8C44-4BE6-8412-45F45FAE1D86}"/>
              </a:ext>
            </a:extLst>
          </p:cNvPr>
          <p:cNvSpPr/>
          <p:nvPr/>
        </p:nvSpPr>
        <p:spPr>
          <a:xfrm>
            <a:off x="7499040" y="1853086"/>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3</a:t>
            </a:r>
          </a:p>
        </p:txBody>
      </p:sp>
      <p:sp>
        <p:nvSpPr>
          <p:cNvPr id="42" name="Rectangle 41">
            <a:extLst>
              <a:ext uri="{FF2B5EF4-FFF2-40B4-BE49-F238E27FC236}">
                <a16:creationId xmlns:a16="http://schemas.microsoft.com/office/drawing/2014/main" id="{BC0F5F11-C0B3-4FD5-A63D-99BA31DC1CB9}"/>
              </a:ext>
            </a:extLst>
          </p:cNvPr>
          <p:cNvSpPr/>
          <p:nvPr/>
        </p:nvSpPr>
        <p:spPr>
          <a:xfrm>
            <a:off x="9659040" y="2166848"/>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$61,000</a:t>
            </a:r>
          </a:p>
        </p:txBody>
      </p:sp>
      <p:sp>
        <p:nvSpPr>
          <p:cNvPr id="43" name="Rectangle 42">
            <a:extLst>
              <a:ext uri="{FF2B5EF4-FFF2-40B4-BE49-F238E27FC236}">
                <a16:creationId xmlns:a16="http://schemas.microsoft.com/office/drawing/2014/main" id="{30AC0449-A340-424A-A10C-FABE4139585A}"/>
              </a:ext>
            </a:extLst>
          </p:cNvPr>
          <p:cNvSpPr/>
          <p:nvPr/>
        </p:nvSpPr>
        <p:spPr>
          <a:xfrm>
            <a:off x="7499040" y="2166848"/>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4</a:t>
            </a:r>
          </a:p>
        </p:txBody>
      </p:sp>
      <p:sp>
        <p:nvSpPr>
          <p:cNvPr id="44" name="Rectangle 43">
            <a:extLst>
              <a:ext uri="{FF2B5EF4-FFF2-40B4-BE49-F238E27FC236}">
                <a16:creationId xmlns:a16="http://schemas.microsoft.com/office/drawing/2014/main" id="{D89274F0-0077-45A8-A335-D88086FAB4AE}"/>
              </a:ext>
            </a:extLst>
          </p:cNvPr>
          <p:cNvSpPr/>
          <p:nvPr/>
        </p:nvSpPr>
        <p:spPr>
          <a:xfrm>
            <a:off x="9659040" y="2480610"/>
            <a:ext cx="2160000" cy="28800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$60,000</a:t>
            </a:r>
          </a:p>
        </p:txBody>
      </p:sp>
      <p:sp>
        <p:nvSpPr>
          <p:cNvPr id="45" name="Rectangle 44">
            <a:extLst>
              <a:ext uri="{FF2B5EF4-FFF2-40B4-BE49-F238E27FC236}">
                <a16:creationId xmlns:a16="http://schemas.microsoft.com/office/drawing/2014/main" id="{1BFA4590-8A85-404F-B06C-81529B4F597B}"/>
              </a:ext>
            </a:extLst>
          </p:cNvPr>
          <p:cNvSpPr/>
          <p:nvPr/>
        </p:nvSpPr>
        <p:spPr>
          <a:xfrm>
            <a:off x="7499040" y="2480610"/>
            <a:ext cx="2160000" cy="28800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5</a:t>
            </a:r>
          </a:p>
        </p:txBody>
      </p:sp>
      <p:sp>
        <p:nvSpPr>
          <p:cNvPr id="46" name="Rectangle 45">
            <a:extLst>
              <a:ext uri="{FF2B5EF4-FFF2-40B4-BE49-F238E27FC236}">
                <a16:creationId xmlns:a16="http://schemas.microsoft.com/office/drawing/2014/main" id="{D1B5B2C1-5592-4365-B7C8-93D45E6A636F}"/>
              </a:ext>
            </a:extLst>
          </p:cNvPr>
          <p:cNvSpPr/>
          <p:nvPr/>
        </p:nvSpPr>
        <p:spPr>
          <a:xfrm>
            <a:off x="9659040" y="2794372"/>
            <a:ext cx="2160000" cy="28800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$59,450</a:t>
            </a:r>
          </a:p>
        </p:txBody>
      </p:sp>
      <p:sp>
        <p:nvSpPr>
          <p:cNvPr id="47" name="Rectangle 46">
            <a:extLst>
              <a:ext uri="{FF2B5EF4-FFF2-40B4-BE49-F238E27FC236}">
                <a16:creationId xmlns:a16="http://schemas.microsoft.com/office/drawing/2014/main" id="{1697DA11-334D-44F0-A9D8-08A3D73A44DF}"/>
              </a:ext>
            </a:extLst>
          </p:cNvPr>
          <p:cNvSpPr/>
          <p:nvPr/>
        </p:nvSpPr>
        <p:spPr>
          <a:xfrm>
            <a:off x="7499040" y="2794372"/>
            <a:ext cx="2160000" cy="28800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6</a:t>
            </a:r>
          </a:p>
        </p:txBody>
      </p:sp>
      <p:sp>
        <p:nvSpPr>
          <p:cNvPr id="48" name="Rectangle 47">
            <a:extLst>
              <a:ext uri="{FF2B5EF4-FFF2-40B4-BE49-F238E27FC236}">
                <a16:creationId xmlns:a16="http://schemas.microsoft.com/office/drawing/2014/main" id="{9458334B-5479-4D49-9D41-DB4034C7904A}"/>
              </a:ext>
            </a:extLst>
          </p:cNvPr>
          <p:cNvSpPr/>
          <p:nvPr/>
        </p:nvSpPr>
        <p:spPr>
          <a:xfrm>
            <a:off x="9659040" y="3108134"/>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$55,800</a:t>
            </a:r>
          </a:p>
        </p:txBody>
      </p:sp>
      <p:sp>
        <p:nvSpPr>
          <p:cNvPr id="49" name="Rectangle 48">
            <a:extLst>
              <a:ext uri="{FF2B5EF4-FFF2-40B4-BE49-F238E27FC236}">
                <a16:creationId xmlns:a16="http://schemas.microsoft.com/office/drawing/2014/main" id="{07EF7FA4-120C-47A6-A228-1E248E4DF2AF}"/>
              </a:ext>
            </a:extLst>
          </p:cNvPr>
          <p:cNvSpPr/>
          <p:nvPr/>
        </p:nvSpPr>
        <p:spPr>
          <a:xfrm>
            <a:off x="7499040" y="3108134"/>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7</a:t>
            </a:r>
          </a:p>
        </p:txBody>
      </p:sp>
      <p:sp>
        <p:nvSpPr>
          <p:cNvPr id="50" name="Rectangle 49">
            <a:extLst>
              <a:ext uri="{FF2B5EF4-FFF2-40B4-BE49-F238E27FC236}">
                <a16:creationId xmlns:a16="http://schemas.microsoft.com/office/drawing/2014/main" id="{84A174A8-1A28-4575-9E99-000DD20AB376}"/>
              </a:ext>
            </a:extLst>
          </p:cNvPr>
          <p:cNvSpPr/>
          <p:nvPr/>
        </p:nvSpPr>
        <p:spPr>
          <a:xfrm>
            <a:off x="9659040" y="3421896"/>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$55,060</a:t>
            </a:r>
          </a:p>
        </p:txBody>
      </p:sp>
      <p:sp>
        <p:nvSpPr>
          <p:cNvPr id="51" name="Rectangle 50">
            <a:extLst>
              <a:ext uri="{FF2B5EF4-FFF2-40B4-BE49-F238E27FC236}">
                <a16:creationId xmlns:a16="http://schemas.microsoft.com/office/drawing/2014/main" id="{8CED851A-286A-4F97-8915-A6043E6EAE00}"/>
              </a:ext>
            </a:extLst>
          </p:cNvPr>
          <p:cNvSpPr/>
          <p:nvPr/>
        </p:nvSpPr>
        <p:spPr>
          <a:xfrm>
            <a:off x="7499040" y="3421896"/>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8</a:t>
            </a:r>
          </a:p>
        </p:txBody>
      </p:sp>
      <p:sp>
        <p:nvSpPr>
          <p:cNvPr id="52" name="Rectangle 51">
            <a:extLst>
              <a:ext uri="{FF2B5EF4-FFF2-40B4-BE49-F238E27FC236}">
                <a16:creationId xmlns:a16="http://schemas.microsoft.com/office/drawing/2014/main" id="{BD143726-3B87-484E-8A25-4C575DCDAF4A}"/>
              </a:ext>
            </a:extLst>
          </p:cNvPr>
          <p:cNvSpPr/>
          <p:nvPr/>
        </p:nvSpPr>
        <p:spPr>
          <a:xfrm>
            <a:off x="9659040" y="3735658"/>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$51,200</a:t>
            </a:r>
          </a:p>
        </p:txBody>
      </p:sp>
      <p:sp>
        <p:nvSpPr>
          <p:cNvPr id="53" name="Rectangle 52">
            <a:extLst>
              <a:ext uri="{FF2B5EF4-FFF2-40B4-BE49-F238E27FC236}">
                <a16:creationId xmlns:a16="http://schemas.microsoft.com/office/drawing/2014/main" id="{5E060BAA-820A-42C1-849F-87444478AA8D}"/>
              </a:ext>
            </a:extLst>
          </p:cNvPr>
          <p:cNvSpPr/>
          <p:nvPr/>
        </p:nvSpPr>
        <p:spPr>
          <a:xfrm>
            <a:off x="7499040" y="3735658"/>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9</a:t>
            </a:r>
          </a:p>
        </p:txBody>
      </p:sp>
      <p:sp>
        <p:nvSpPr>
          <p:cNvPr id="54" name="Rectangle 53">
            <a:extLst>
              <a:ext uri="{FF2B5EF4-FFF2-40B4-BE49-F238E27FC236}">
                <a16:creationId xmlns:a16="http://schemas.microsoft.com/office/drawing/2014/main" id="{813B2B9B-8482-4978-8D57-907AACA9021E}"/>
              </a:ext>
            </a:extLst>
          </p:cNvPr>
          <p:cNvSpPr/>
          <p:nvPr/>
        </p:nvSpPr>
        <p:spPr>
          <a:xfrm>
            <a:off x="9659040" y="4049420"/>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$50,500</a:t>
            </a:r>
          </a:p>
        </p:txBody>
      </p:sp>
      <p:sp>
        <p:nvSpPr>
          <p:cNvPr id="55" name="Rectangle 54">
            <a:extLst>
              <a:ext uri="{FF2B5EF4-FFF2-40B4-BE49-F238E27FC236}">
                <a16:creationId xmlns:a16="http://schemas.microsoft.com/office/drawing/2014/main" id="{3408BEE7-7EA9-465A-8CE1-478BABE14D8F}"/>
              </a:ext>
            </a:extLst>
          </p:cNvPr>
          <p:cNvSpPr/>
          <p:nvPr/>
        </p:nvSpPr>
        <p:spPr>
          <a:xfrm>
            <a:off x="7499040" y="4049420"/>
            <a:ext cx="2160000" cy="2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Calibri" panose="020F0502020204030204"/>
                <a:ea typeface="+mn-ea"/>
                <a:cs typeface="+mn-cs"/>
              </a:rPr>
              <a:t>Person 10</a:t>
            </a:r>
          </a:p>
        </p:txBody>
      </p:sp>
      <p:sp>
        <p:nvSpPr>
          <p:cNvPr id="56" name="TextBox 55">
            <a:extLst>
              <a:ext uri="{FF2B5EF4-FFF2-40B4-BE49-F238E27FC236}">
                <a16:creationId xmlns:a16="http://schemas.microsoft.com/office/drawing/2014/main" id="{90A4F152-C999-4880-A896-BEF8606E6139}"/>
              </a:ext>
            </a:extLst>
          </p:cNvPr>
          <p:cNvSpPr txBox="1"/>
          <p:nvPr/>
        </p:nvSpPr>
        <p:spPr>
          <a:xfrm>
            <a:off x="372960" y="733646"/>
            <a:ext cx="4319999" cy="369332"/>
          </a:xfrm>
          <a:prstGeom prst="rect">
            <a:avLst/>
          </a:prstGeom>
          <a:noFill/>
        </p:spPr>
        <p:txBody>
          <a:bodyPr wrap="square" rtlCol="0">
            <a:spAutoFit/>
          </a:bodyPr>
          <a:lstStyle/>
          <a:p>
            <a:pPr algn="ctr"/>
            <a:r>
              <a:rPr lang="en-AU" b="1" dirty="0">
                <a:solidFill>
                  <a:srgbClr val="FF0000"/>
                </a:solidFill>
                <a:latin typeface="Arial Narrow" panose="020B0606020202030204" pitchFamily="34" charset="0"/>
              </a:rPr>
              <a:t>Odd number</a:t>
            </a:r>
          </a:p>
        </p:txBody>
      </p:sp>
      <p:sp>
        <p:nvSpPr>
          <p:cNvPr id="57" name="TextBox 56">
            <a:extLst>
              <a:ext uri="{FF2B5EF4-FFF2-40B4-BE49-F238E27FC236}">
                <a16:creationId xmlns:a16="http://schemas.microsoft.com/office/drawing/2014/main" id="{1847F778-9862-4361-AAFD-78CF59E6E05F}"/>
              </a:ext>
            </a:extLst>
          </p:cNvPr>
          <p:cNvSpPr txBox="1"/>
          <p:nvPr/>
        </p:nvSpPr>
        <p:spPr>
          <a:xfrm>
            <a:off x="7499039" y="733646"/>
            <a:ext cx="4319999" cy="369332"/>
          </a:xfrm>
          <a:prstGeom prst="rect">
            <a:avLst/>
          </a:prstGeom>
          <a:noFill/>
        </p:spPr>
        <p:txBody>
          <a:bodyPr wrap="square" rtlCol="0">
            <a:spAutoFit/>
          </a:bodyPr>
          <a:lstStyle/>
          <a:p>
            <a:pPr algn="ctr"/>
            <a:r>
              <a:rPr lang="en-AU" b="1" dirty="0">
                <a:solidFill>
                  <a:srgbClr val="FF0000"/>
                </a:solidFill>
                <a:latin typeface="Arial Narrow" panose="020B0606020202030204" pitchFamily="34" charset="0"/>
              </a:rPr>
              <a:t>Even number</a:t>
            </a:r>
          </a:p>
        </p:txBody>
      </p:sp>
      <mc:AlternateContent xmlns:mc="http://schemas.openxmlformats.org/markup-compatibility/2006">
        <mc:Choice xmlns:a14="http://schemas.microsoft.com/office/drawing/2010/main" Requires="a14">
          <p:sp>
            <p:nvSpPr>
              <p:cNvPr id="58" name="TextBox 57">
                <a:extLst>
                  <a:ext uri="{FF2B5EF4-FFF2-40B4-BE49-F238E27FC236}">
                    <a16:creationId xmlns:a16="http://schemas.microsoft.com/office/drawing/2014/main" id="{87D9AF8B-B7D7-48F7-A4B6-C9907DAD8B0C}"/>
                  </a:ext>
                </a:extLst>
              </p:cNvPr>
              <p:cNvSpPr txBox="1"/>
              <p:nvPr/>
            </p:nvSpPr>
            <p:spPr>
              <a:xfrm>
                <a:off x="1370504" y="4121919"/>
                <a:ext cx="1657570" cy="5310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𝑀𝑒𝑑𝑖𝑎𝑛</m:t>
                      </m:r>
                      <m:r>
                        <a:rPr lang="en-AU" sz="1400" b="0" i="1" smtClean="0">
                          <a:latin typeface="Cambria Math" panose="02040503050406030204" pitchFamily="18" charset="0"/>
                        </a:rPr>
                        <m:t>=</m:t>
                      </m:r>
                      <m:sSup>
                        <m:sSupPr>
                          <m:ctrlPr>
                            <a:rPr lang="en-AU" sz="1400" b="0" i="1" smtClean="0">
                              <a:latin typeface="Cambria Math" panose="02040503050406030204" pitchFamily="18" charset="0"/>
                            </a:rPr>
                          </m:ctrlPr>
                        </m:sSupPr>
                        <m:e>
                          <m:d>
                            <m:dPr>
                              <m:ctrlPr>
                                <a:rPr lang="en-AU" sz="1400" b="0" i="1" smtClean="0">
                                  <a:latin typeface="Cambria Math" panose="02040503050406030204" pitchFamily="18" charset="0"/>
                                </a:rPr>
                              </m:ctrlPr>
                            </m:dPr>
                            <m:e>
                              <m:f>
                                <m:fPr>
                                  <m:ctrlPr>
                                    <a:rPr lang="en-AU" sz="1400" i="1">
                                      <a:latin typeface="Cambria Math" panose="02040503050406030204" pitchFamily="18" charset="0"/>
                                    </a:rPr>
                                  </m:ctrlPr>
                                </m:fPr>
                                <m:num>
                                  <m:r>
                                    <a:rPr lang="en-AU" sz="1400" i="1">
                                      <a:latin typeface="Cambria Math" panose="02040503050406030204" pitchFamily="18" charset="0"/>
                                    </a:rPr>
                                    <m:t>𝑛</m:t>
                                  </m:r>
                                  <m:r>
                                    <a:rPr lang="en-AU" sz="1400" i="1">
                                      <a:latin typeface="Cambria Math" panose="02040503050406030204" pitchFamily="18" charset="0"/>
                                    </a:rPr>
                                    <m:t>+1</m:t>
                                  </m:r>
                                </m:num>
                                <m:den>
                                  <m:r>
                                    <a:rPr lang="en-AU" sz="1400" i="1">
                                      <a:latin typeface="Cambria Math" panose="02040503050406030204" pitchFamily="18" charset="0"/>
                                    </a:rPr>
                                    <m:t>2</m:t>
                                  </m:r>
                                </m:den>
                              </m:f>
                            </m:e>
                          </m:d>
                        </m:e>
                        <m:sup>
                          <m:r>
                            <a:rPr lang="en-AU" sz="1400" b="0" i="1" smtClean="0">
                              <a:latin typeface="Cambria Math" panose="02040503050406030204" pitchFamily="18" charset="0"/>
                            </a:rPr>
                            <m:t>𝑡h</m:t>
                          </m:r>
                        </m:sup>
                      </m:sSup>
                    </m:oMath>
                  </m:oMathPara>
                </a14:m>
                <a:endParaRPr lang="en-AU" sz="1400" dirty="0"/>
              </a:p>
            </p:txBody>
          </p:sp>
        </mc:Choice>
        <mc:Fallback>
          <p:sp>
            <p:nvSpPr>
              <p:cNvPr id="58" name="TextBox 57">
                <a:extLst>
                  <a:ext uri="{FF2B5EF4-FFF2-40B4-BE49-F238E27FC236}">
                    <a16:creationId xmlns:a16="http://schemas.microsoft.com/office/drawing/2014/main" id="{87D9AF8B-B7D7-48F7-A4B6-C9907DAD8B0C}"/>
                  </a:ext>
                </a:extLst>
              </p:cNvPr>
              <p:cNvSpPr txBox="1">
                <a:spLocks noRot="1" noChangeAspect="1" noMove="1" noResize="1" noEditPoints="1" noAdjustHandles="1" noChangeArrowheads="1" noChangeShapeType="1" noTextEdit="1"/>
              </p:cNvSpPr>
              <p:nvPr/>
            </p:nvSpPr>
            <p:spPr>
              <a:xfrm>
                <a:off x="1370504" y="4121919"/>
                <a:ext cx="1657570" cy="531043"/>
              </a:xfrm>
              <a:prstGeom prst="rect">
                <a:avLst/>
              </a:prstGeom>
              <a:blipFill>
                <a:blip r:embed="rId3"/>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9" name="TextBox 58">
                <a:extLst>
                  <a:ext uri="{FF2B5EF4-FFF2-40B4-BE49-F238E27FC236}">
                    <a16:creationId xmlns:a16="http://schemas.microsoft.com/office/drawing/2014/main" id="{204D2041-AA8A-4A90-B5E3-8737FCADB6D4}"/>
                  </a:ext>
                </a:extLst>
              </p:cNvPr>
              <p:cNvSpPr txBox="1"/>
              <p:nvPr/>
            </p:nvSpPr>
            <p:spPr>
              <a:xfrm>
                <a:off x="8009355" y="4520790"/>
                <a:ext cx="2583656" cy="508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𝑀𝑒𝑑𝑖𝑎𝑛</m:t>
                      </m:r>
                      <m:r>
                        <a:rPr lang="en-AU" sz="1400" b="0" i="1" smtClean="0">
                          <a:latin typeface="Cambria Math" panose="02040503050406030204" pitchFamily="18" charset="0"/>
                        </a:rPr>
                        <m:t>=</m:t>
                      </m:r>
                      <m:f>
                        <m:fPr>
                          <m:ctrlPr>
                            <a:rPr lang="en-AU" sz="1400" b="0" i="1" smtClean="0">
                              <a:latin typeface="Cambria Math" panose="02040503050406030204" pitchFamily="18" charset="0"/>
                            </a:rPr>
                          </m:ctrlPr>
                        </m:fPr>
                        <m:num>
                          <m:sSup>
                            <m:sSupPr>
                              <m:ctrlPr>
                                <a:rPr lang="en-AU" sz="1400" b="0" i="1" smtClean="0">
                                  <a:latin typeface="Cambria Math" panose="02040503050406030204" pitchFamily="18" charset="0"/>
                                </a:rPr>
                              </m:ctrlPr>
                            </m:sSupPr>
                            <m:e>
                              <m:d>
                                <m:dPr>
                                  <m:ctrlPr>
                                    <a:rPr lang="en-AU" sz="1400" b="0" i="1" smtClean="0">
                                      <a:latin typeface="Cambria Math" panose="02040503050406030204" pitchFamily="18" charset="0"/>
                                    </a:rPr>
                                  </m:ctrlPr>
                                </m:dPr>
                                <m:e>
                                  <m:f>
                                    <m:fPr>
                                      <m:type m:val="skw"/>
                                      <m:ctrlPr>
                                        <a:rPr lang="en-AU" sz="1400" b="0" i="1" smtClean="0">
                                          <a:latin typeface="Cambria Math" panose="02040503050406030204" pitchFamily="18" charset="0"/>
                                        </a:rPr>
                                      </m:ctrlPr>
                                    </m:fPr>
                                    <m:num>
                                      <m:r>
                                        <a:rPr lang="en-AU" sz="1400" b="0" i="1" smtClean="0">
                                          <a:latin typeface="Cambria Math" panose="02040503050406030204" pitchFamily="18" charset="0"/>
                                        </a:rPr>
                                        <m:t>𝑛</m:t>
                                      </m:r>
                                    </m:num>
                                    <m:den>
                                      <m:r>
                                        <a:rPr lang="en-AU" sz="1400" b="0" i="1" smtClean="0">
                                          <a:latin typeface="Cambria Math" panose="02040503050406030204" pitchFamily="18" charset="0"/>
                                        </a:rPr>
                                        <m:t>2</m:t>
                                      </m:r>
                                    </m:den>
                                  </m:f>
                                </m:e>
                              </m:d>
                            </m:e>
                            <m:sup>
                              <m:r>
                                <a:rPr lang="en-AU" sz="1400" b="0" i="1" smtClean="0">
                                  <a:latin typeface="Cambria Math" panose="02040503050406030204" pitchFamily="18" charset="0"/>
                                </a:rPr>
                                <m:t>𝑡h</m:t>
                              </m:r>
                            </m:sup>
                          </m:sSup>
                          <m:r>
                            <a:rPr lang="en-AU" sz="1400" b="0" i="1" smtClean="0">
                              <a:latin typeface="Cambria Math" panose="02040503050406030204" pitchFamily="18" charset="0"/>
                            </a:rPr>
                            <m:t>+</m:t>
                          </m:r>
                          <m:sSup>
                            <m:sSupPr>
                              <m:ctrlPr>
                                <a:rPr lang="en-AU" sz="1400" b="0" i="1" smtClean="0">
                                  <a:latin typeface="Cambria Math" panose="02040503050406030204" pitchFamily="18" charset="0"/>
                                </a:rPr>
                              </m:ctrlPr>
                            </m:sSupPr>
                            <m:e>
                              <m:d>
                                <m:dPr>
                                  <m:ctrlPr>
                                    <a:rPr lang="en-AU" sz="1400" b="0" i="1" smtClean="0">
                                      <a:latin typeface="Cambria Math" panose="02040503050406030204" pitchFamily="18" charset="0"/>
                                    </a:rPr>
                                  </m:ctrlPr>
                                </m:dPr>
                                <m:e>
                                  <m:f>
                                    <m:fPr>
                                      <m:type m:val="skw"/>
                                      <m:ctrlPr>
                                        <a:rPr lang="en-AU" sz="1400" b="0" i="1" smtClean="0">
                                          <a:latin typeface="Cambria Math" panose="02040503050406030204" pitchFamily="18" charset="0"/>
                                        </a:rPr>
                                      </m:ctrlPr>
                                    </m:fPr>
                                    <m:num>
                                      <m:r>
                                        <a:rPr lang="en-AU" sz="1400" b="0" i="1" smtClean="0">
                                          <a:latin typeface="Cambria Math" panose="02040503050406030204" pitchFamily="18" charset="0"/>
                                        </a:rPr>
                                        <m:t>𝑛</m:t>
                                      </m:r>
                                    </m:num>
                                    <m:den>
                                      <m:r>
                                        <a:rPr lang="en-AU" sz="1400" b="0" i="1" smtClean="0">
                                          <a:latin typeface="Cambria Math" panose="02040503050406030204" pitchFamily="18" charset="0"/>
                                        </a:rPr>
                                        <m:t>2</m:t>
                                      </m:r>
                                    </m:den>
                                  </m:f>
                                  <m:r>
                                    <a:rPr lang="en-AU" sz="1400" b="0" i="1" smtClean="0">
                                      <a:latin typeface="Cambria Math" panose="02040503050406030204" pitchFamily="18" charset="0"/>
                                    </a:rPr>
                                    <m:t>+1</m:t>
                                  </m:r>
                                </m:e>
                              </m:d>
                            </m:e>
                            <m:sup>
                              <m:r>
                                <a:rPr lang="en-AU" sz="1400" b="0" i="1" smtClean="0">
                                  <a:latin typeface="Cambria Math" panose="02040503050406030204" pitchFamily="18" charset="0"/>
                                </a:rPr>
                                <m:t>𝑡h</m:t>
                              </m:r>
                            </m:sup>
                          </m:sSup>
                        </m:num>
                        <m:den>
                          <m:r>
                            <a:rPr lang="en-AU" sz="1400" b="0" i="1" smtClean="0">
                              <a:latin typeface="Cambria Math" panose="02040503050406030204" pitchFamily="18" charset="0"/>
                            </a:rPr>
                            <m:t>2</m:t>
                          </m:r>
                        </m:den>
                      </m:f>
                    </m:oMath>
                  </m:oMathPara>
                </a14:m>
                <a:endParaRPr lang="en-AU" sz="1400" dirty="0"/>
              </a:p>
            </p:txBody>
          </p:sp>
        </mc:Choice>
        <mc:Fallback>
          <p:sp>
            <p:nvSpPr>
              <p:cNvPr id="59" name="TextBox 58">
                <a:extLst>
                  <a:ext uri="{FF2B5EF4-FFF2-40B4-BE49-F238E27FC236}">
                    <a16:creationId xmlns:a16="http://schemas.microsoft.com/office/drawing/2014/main" id="{204D2041-AA8A-4A90-B5E3-8737FCADB6D4}"/>
                  </a:ext>
                </a:extLst>
              </p:cNvPr>
              <p:cNvSpPr txBox="1">
                <a:spLocks noRot="1" noChangeAspect="1" noMove="1" noResize="1" noEditPoints="1" noAdjustHandles="1" noChangeArrowheads="1" noChangeShapeType="1" noTextEdit="1"/>
              </p:cNvSpPr>
              <p:nvPr/>
            </p:nvSpPr>
            <p:spPr>
              <a:xfrm>
                <a:off x="8009355" y="4520790"/>
                <a:ext cx="2583656" cy="508601"/>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FEF18E61-08FC-4F95-BDCF-0D1D0404AD1D}"/>
                  </a:ext>
                </a:extLst>
              </p:cNvPr>
              <p:cNvSpPr txBox="1"/>
              <p:nvPr/>
            </p:nvSpPr>
            <p:spPr>
              <a:xfrm>
                <a:off x="1370504" y="4710929"/>
                <a:ext cx="1651285" cy="5310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chemeClr val="bg1"/>
                          </a:solidFill>
                          <a:latin typeface="Cambria Math" panose="02040503050406030204" pitchFamily="18" charset="0"/>
                        </a:rPr>
                        <m:t>𝑀𝑒𝑑𝑖𝑎𝑛</m:t>
                      </m:r>
                      <m:r>
                        <a:rPr lang="en-AU" sz="1400" b="0" i="1" smtClean="0">
                          <a:latin typeface="Cambria Math" panose="02040503050406030204" pitchFamily="18" charset="0"/>
                        </a:rPr>
                        <m:t>=</m:t>
                      </m:r>
                      <m:sSup>
                        <m:sSupPr>
                          <m:ctrlPr>
                            <a:rPr lang="en-AU" sz="1400" b="0" i="1" smtClean="0">
                              <a:latin typeface="Cambria Math" panose="02040503050406030204" pitchFamily="18" charset="0"/>
                            </a:rPr>
                          </m:ctrlPr>
                        </m:sSupPr>
                        <m:e>
                          <m:d>
                            <m:dPr>
                              <m:ctrlPr>
                                <a:rPr lang="en-AU" sz="1400" b="0" i="1" smtClean="0">
                                  <a:latin typeface="Cambria Math" panose="02040503050406030204" pitchFamily="18" charset="0"/>
                                </a:rPr>
                              </m:ctrlPr>
                            </m:dPr>
                            <m:e>
                              <m:f>
                                <m:fPr>
                                  <m:ctrlPr>
                                    <a:rPr lang="en-AU" sz="1400" i="1">
                                      <a:latin typeface="Cambria Math" panose="02040503050406030204" pitchFamily="18" charset="0"/>
                                    </a:rPr>
                                  </m:ctrlPr>
                                </m:fPr>
                                <m:num>
                                  <m:r>
                                    <a:rPr lang="en-AU" sz="1400" b="0" i="1" smtClean="0">
                                      <a:latin typeface="Cambria Math" panose="02040503050406030204" pitchFamily="18" charset="0"/>
                                    </a:rPr>
                                    <m:t>9</m:t>
                                  </m:r>
                                  <m:r>
                                    <a:rPr lang="en-AU" sz="1400" i="1">
                                      <a:latin typeface="Cambria Math" panose="02040503050406030204" pitchFamily="18" charset="0"/>
                                    </a:rPr>
                                    <m:t>+1</m:t>
                                  </m:r>
                                </m:num>
                                <m:den>
                                  <m:r>
                                    <a:rPr lang="en-AU" sz="1400" i="1">
                                      <a:latin typeface="Cambria Math" panose="02040503050406030204" pitchFamily="18" charset="0"/>
                                    </a:rPr>
                                    <m:t>2</m:t>
                                  </m:r>
                                </m:den>
                              </m:f>
                            </m:e>
                          </m:d>
                        </m:e>
                        <m:sup>
                          <m:r>
                            <a:rPr lang="en-AU" sz="1400" b="0" i="1" smtClean="0">
                              <a:latin typeface="Cambria Math" panose="02040503050406030204" pitchFamily="18" charset="0"/>
                            </a:rPr>
                            <m:t>𝑡h</m:t>
                          </m:r>
                        </m:sup>
                      </m:sSup>
                    </m:oMath>
                  </m:oMathPara>
                </a14:m>
                <a:endParaRPr lang="en-AU" sz="1400" dirty="0"/>
              </a:p>
            </p:txBody>
          </p:sp>
        </mc:Choice>
        <mc:Fallback>
          <p:sp>
            <p:nvSpPr>
              <p:cNvPr id="60" name="TextBox 59">
                <a:extLst>
                  <a:ext uri="{FF2B5EF4-FFF2-40B4-BE49-F238E27FC236}">
                    <a16:creationId xmlns:a16="http://schemas.microsoft.com/office/drawing/2014/main" id="{FEF18E61-08FC-4F95-BDCF-0D1D0404AD1D}"/>
                  </a:ext>
                </a:extLst>
              </p:cNvPr>
              <p:cNvSpPr txBox="1">
                <a:spLocks noRot="1" noChangeAspect="1" noMove="1" noResize="1" noEditPoints="1" noAdjustHandles="1" noChangeArrowheads="1" noChangeShapeType="1" noTextEdit="1"/>
              </p:cNvSpPr>
              <p:nvPr/>
            </p:nvSpPr>
            <p:spPr>
              <a:xfrm>
                <a:off x="1370504" y="4710929"/>
                <a:ext cx="1651285" cy="531043"/>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E8DF7E1E-DA88-4B59-A91B-B30C52F0DC17}"/>
                  </a:ext>
                </a:extLst>
              </p:cNvPr>
              <p:cNvSpPr txBox="1"/>
              <p:nvPr/>
            </p:nvSpPr>
            <p:spPr>
              <a:xfrm>
                <a:off x="1370504" y="5378252"/>
                <a:ext cx="1131527" cy="2192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chemeClr val="bg1"/>
                          </a:solidFill>
                          <a:latin typeface="Cambria Math" panose="02040503050406030204" pitchFamily="18" charset="0"/>
                        </a:rPr>
                        <m:t>𝑀𝑒𝑑𝑖𝑎𝑛</m:t>
                      </m:r>
                      <m:r>
                        <a:rPr lang="en-AU" sz="1400" b="0" i="1" smtClean="0">
                          <a:latin typeface="Cambria Math" panose="02040503050406030204" pitchFamily="18" charset="0"/>
                        </a:rPr>
                        <m:t>=</m:t>
                      </m:r>
                      <m:sSup>
                        <m:sSupPr>
                          <m:ctrlPr>
                            <a:rPr lang="en-AU" sz="1400" b="0" i="1" smtClean="0">
                              <a:solidFill>
                                <a:srgbClr val="FF0000"/>
                              </a:solidFill>
                              <a:latin typeface="Cambria Math" panose="02040503050406030204" pitchFamily="18" charset="0"/>
                            </a:rPr>
                          </m:ctrlPr>
                        </m:sSupPr>
                        <m:e>
                          <m:r>
                            <a:rPr lang="en-AU" sz="1400" b="0" i="1" smtClean="0">
                              <a:solidFill>
                                <a:srgbClr val="FF0000"/>
                              </a:solidFill>
                              <a:latin typeface="Cambria Math" panose="02040503050406030204" pitchFamily="18" charset="0"/>
                            </a:rPr>
                            <m:t>5</m:t>
                          </m:r>
                        </m:e>
                        <m:sup>
                          <m:r>
                            <a:rPr lang="en-AU" sz="1400" b="0" i="1" smtClean="0">
                              <a:solidFill>
                                <a:srgbClr val="FF0000"/>
                              </a:solidFill>
                              <a:latin typeface="Cambria Math" panose="02040503050406030204" pitchFamily="18" charset="0"/>
                            </a:rPr>
                            <m:t>𝑡h</m:t>
                          </m:r>
                        </m:sup>
                      </m:sSup>
                    </m:oMath>
                  </m:oMathPara>
                </a14:m>
                <a:endParaRPr lang="en-AU" sz="1400" dirty="0"/>
              </a:p>
            </p:txBody>
          </p:sp>
        </mc:Choice>
        <mc:Fallback>
          <p:sp>
            <p:nvSpPr>
              <p:cNvPr id="61" name="TextBox 60">
                <a:extLst>
                  <a:ext uri="{FF2B5EF4-FFF2-40B4-BE49-F238E27FC236}">
                    <a16:creationId xmlns:a16="http://schemas.microsoft.com/office/drawing/2014/main" id="{E8DF7E1E-DA88-4B59-A91B-B30C52F0DC17}"/>
                  </a:ext>
                </a:extLst>
              </p:cNvPr>
              <p:cNvSpPr txBox="1">
                <a:spLocks noRot="1" noChangeAspect="1" noMove="1" noResize="1" noEditPoints="1" noAdjustHandles="1" noChangeArrowheads="1" noChangeShapeType="1" noTextEdit="1"/>
              </p:cNvSpPr>
              <p:nvPr/>
            </p:nvSpPr>
            <p:spPr>
              <a:xfrm>
                <a:off x="1370504" y="5378252"/>
                <a:ext cx="1131527" cy="219227"/>
              </a:xfrm>
              <a:prstGeom prst="rect">
                <a:avLst/>
              </a:prstGeom>
              <a:blipFill>
                <a:blip r:embed="rId6"/>
                <a:stretch>
                  <a:fillRect l="-3784" t="-2778" r="-541" b="-8333"/>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BBC0D6B6-D68A-46B9-AE72-4D68D7AFB893}"/>
                  </a:ext>
                </a:extLst>
              </p:cNvPr>
              <p:cNvSpPr txBox="1"/>
              <p:nvPr/>
            </p:nvSpPr>
            <p:spPr>
              <a:xfrm>
                <a:off x="8009354" y="5137446"/>
                <a:ext cx="1595565" cy="4353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chemeClr val="bg1"/>
                          </a:solidFill>
                          <a:latin typeface="Cambria Math" panose="02040503050406030204" pitchFamily="18" charset="0"/>
                        </a:rPr>
                        <m:t>𝑀𝑒𝑑𝑖𝑎𝑛</m:t>
                      </m:r>
                      <m:r>
                        <a:rPr lang="en-AU" sz="1400" b="0" i="1" smtClean="0">
                          <a:latin typeface="Cambria Math" panose="02040503050406030204" pitchFamily="18" charset="0"/>
                        </a:rPr>
                        <m:t>=</m:t>
                      </m:r>
                      <m:f>
                        <m:fPr>
                          <m:ctrlPr>
                            <a:rPr lang="en-AU" sz="1400" b="0" i="1" smtClean="0">
                              <a:latin typeface="Cambria Math" panose="02040503050406030204" pitchFamily="18" charset="0"/>
                            </a:rPr>
                          </m:ctrlPr>
                        </m:fPr>
                        <m:num>
                          <m:sSup>
                            <m:sSupPr>
                              <m:ctrlPr>
                                <a:rPr lang="en-AU" sz="1400" b="0" i="1" smtClean="0">
                                  <a:solidFill>
                                    <a:srgbClr val="FF0000"/>
                                  </a:solidFill>
                                  <a:latin typeface="Cambria Math" panose="02040503050406030204" pitchFamily="18" charset="0"/>
                                </a:rPr>
                              </m:ctrlPr>
                            </m:sSupPr>
                            <m:e>
                              <m:r>
                                <a:rPr lang="en-AU" sz="1400" b="0" i="1" smtClean="0">
                                  <a:solidFill>
                                    <a:srgbClr val="FF0000"/>
                                  </a:solidFill>
                                  <a:latin typeface="Cambria Math" panose="02040503050406030204" pitchFamily="18" charset="0"/>
                                </a:rPr>
                                <m:t>5</m:t>
                              </m:r>
                            </m:e>
                            <m:sup>
                              <m:r>
                                <a:rPr lang="en-AU" sz="1400" b="0" i="1" smtClean="0">
                                  <a:solidFill>
                                    <a:srgbClr val="FF0000"/>
                                  </a:solidFill>
                                  <a:latin typeface="Cambria Math" panose="02040503050406030204" pitchFamily="18" charset="0"/>
                                </a:rPr>
                                <m:t>𝑡h</m:t>
                              </m:r>
                            </m:sup>
                          </m:sSup>
                          <m:r>
                            <a:rPr lang="en-AU" sz="1400" b="0" i="1" smtClean="0">
                              <a:latin typeface="Cambria Math" panose="02040503050406030204" pitchFamily="18" charset="0"/>
                            </a:rPr>
                            <m:t>+</m:t>
                          </m:r>
                          <m:sSup>
                            <m:sSupPr>
                              <m:ctrlPr>
                                <a:rPr lang="en-AU" sz="1400" b="0" i="1" smtClean="0">
                                  <a:solidFill>
                                    <a:srgbClr val="FF0000"/>
                                  </a:solidFill>
                                  <a:latin typeface="Cambria Math" panose="02040503050406030204" pitchFamily="18" charset="0"/>
                                </a:rPr>
                              </m:ctrlPr>
                            </m:sSupPr>
                            <m:e>
                              <m:r>
                                <a:rPr lang="en-AU" sz="1400" b="0" i="1" smtClean="0">
                                  <a:solidFill>
                                    <a:srgbClr val="FF0000"/>
                                  </a:solidFill>
                                  <a:latin typeface="Cambria Math" panose="02040503050406030204" pitchFamily="18" charset="0"/>
                                </a:rPr>
                                <m:t>6</m:t>
                              </m:r>
                            </m:e>
                            <m:sup>
                              <m:r>
                                <a:rPr lang="en-AU" sz="1400" b="0" i="1" smtClean="0">
                                  <a:solidFill>
                                    <a:srgbClr val="FF0000"/>
                                  </a:solidFill>
                                  <a:latin typeface="Cambria Math" panose="02040503050406030204" pitchFamily="18" charset="0"/>
                                </a:rPr>
                                <m:t>𝑡h</m:t>
                              </m:r>
                            </m:sup>
                          </m:sSup>
                        </m:num>
                        <m:den>
                          <m:r>
                            <a:rPr lang="en-AU" sz="1400" b="0" i="1" smtClean="0">
                              <a:latin typeface="Cambria Math" panose="02040503050406030204" pitchFamily="18" charset="0"/>
                            </a:rPr>
                            <m:t>2</m:t>
                          </m:r>
                        </m:den>
                      </m:f>
                    </m:oMath>
                  </m:oMathPara>
                </a14:m>
                <a:endParaRPr lang="en-AU" sz="1400" dirty="0"/>
              </a:p>
            </p:txBody>
          </p:sp>
        </mc:Choice>
        <mc:Fallback>
          <p:sp>
            <p:nvSpPr>
              <p:cNvPr id="63" name="TextBox 62">
                <a:extLst>
                  <a:ext uri="{FF2B5EF4-FFF2-40B4-BE49-F238E27FC236}">
                    <a16:creationId xmlns:a16="http://schemas.microsoft.com/office/drawing/2014/main" id="{BBC0D6B6-D68A-46B9-AE72-4D68D7AFB893}"/>
                  </a:ext>
                </a:extLst>
              </p:cNvPr>
              <p:cNvSpPr txBox="1">
                <a:spLocks noRot="1" noChangeAspect="1" noMove="1" noResize="1" noEditPoints="1" noAdjustHandles="1" noChangeArrowheads="1" noChangeShapeType="1" noTextEdit="1"/>
              </p:cNvSpPr>
              <p:nvPr/>
            </p:nvSpPr>
            <p:spPr>
              <a:xfrm>
                <a:off x="8009354" y="5137446"/>
                <a:ext cx="1595565" cy="435312"/>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64" name="TextBox 63">
                <a:extLst>
                  <a:ext uri="{FF2B5EF4-FFF2-40B4-BE49-F238E27FC236}">
                    <a16:creationId xmlns:a16="http://schemas.microsoft.com/office/drawing/2014/main" id="{1FC6BBDF-5A39-4C3A-BBBB-DD6A15E9F581}"/>
                  </a:ext>
                </a:extLst>
              </p:cNvPr>
              <p:cNvSpPr txBox="1"/>
              <p:nvPr/>
            </p:nvSpPr>
            <p:spPr>
              <a:xfrm>
                <a:off x="8009354" y="5704843"/>
                <a:ext cx="2163926" cy="4076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chemeClr val="bg1"/>
                          </a:solidFill>
                          <a:latin typeface="Cambria Math" panose="02040503050406030204" pitchFamily="18" charset="0"/>
                        </a:rPr>
                        <m:t>𝑀𝑒𝑑𝑖𝑎𝑛</m:t>
                      </m:r>
                      <m:r>
                        <a:rPr lang="en-AU" sz="1400" b="0" i="1" smtClean="0">
                          <a:latin typeface="Cambria Math" panose="02040503050406030204" pitchFamily="18" charset="0"/>
                        </a:rPr>
                        <m:t>=</m:t>
                      </m:r>
                      <m:f>
                        <m:fPr>
                          <m:ctrlPr>
                            <a:rPr lang="en-AU" sz="1400" b="0" i="1" smtClean="0">
                              <a:latin typeface="Cambria Math" panose="02040503050406030204" pitchFamily="18" charset="0"/>
                            </a:rPr>
                          </m:ctrlPr>
                        </m:fPr>
                        <m:num>
                          <m:r>
                            <a:rPr lang="en-AU" sz="1400" b="0" i="1" smtClean="0">
                              <a:latin typeface="Cambria Math" panose="02040503050406030204" pitchFamily="18" charset="0"/>
                            </a:rPr>
                            <m:t>60,000+59,450</m:t>
                          </m:r>
                        </m:num>
                        <m:den>
                          <m:r>
                            <a:rPr lang="en-AU" sz="1400" b="0" i="1" smtClean="0">
                              <a:latin typeface="Cambria Math" panose="02040503050406030204" pitchFamily="18" charset="0"/>
                            </a:rPr>
                            <m:t>2</m:t>
                          </m:r>
                        </m:den>
                      </m:f>
                    </m:oMath>
                  </m:oMathPara>
                </a14:m>
                <a:endParaRPr lang="en-AU" sz="1400" dirty="0"/>
              </a:p>
            </p:txBody>
          </p:sp>
        </mc:Choice>
        <mc:Fallback>
          <p:sp>
            <p:nvSpPr>
              <p:cNvPr id="64" name="TextBox 63">
                <a:extLst>
                  <a:ext uri="{FF2B5EF4-FFF2-40B4-BE49-F238E27FC236}">
                    <a16:creationId xmlns:a16="http://schemas.microsoft.com/office/drawing/2014/main" id="{1FC6BBDF-5A39-4C3A-BBBB-DD6A15E9F581}"/>
                  </a:ext>
                </a:extLst>
              </p:cNvPr>
              <p:cNvSpPr txBox="1">
                <a:spLocks noRot="1" noChangeAspect="1" noMove="1" noResize="1" noEditPoints="1" noAdjustHandles="1" noChangeArrowheads="1" noChangeShapeType="1" noTextEdit="1"/>
              </p:cNvSpPr>
              <p:nvPr/>
            </p:nvSpPr>
            <p:spPr>
              <a:xfrm>
                <a:off x="8009354" y="5704843"/>
                <a:ext cx="2163926" cy="407676"/>
              </a:xfrm>
              <a:prstGeom prst="rect">
                <a:avLst/>
              </a:prstGeom>
              <a:blipFill>
                <a:blip r:embed="rId8"/>
                <a:stretch>
                  <a:fillRect l="-1690" t="-1493" r="-1408" b="-13433"/>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65" name="TextBox 64">
                <a:extLst>
                  <a:ext uri="{FF2B5EF4-FFF2-40B4-BE49-F238E27FC236}">
                    <a16:creationId xmlns:a16="http://schemas.microsoft.com/office/drawing/2014/main" id="{13F8ECC4-F7AD-4171-A16D-AB07F3BFBE8D}"/>
                  </a:ext>
                </a:extLst>
              </p:cNvPr>
              <p:cNvSpPr txBox="1"/>
              <p:nvPr/>
            </p:nvSpPr>
            <p:spPr>
              <a:xfrm>
                <a:off x="8009354" y="6321609"/>
                <a:ext cx="150707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chemeClr val="bg1"/>
                          </a:solidFill>
                          <a:latin typeface="Cambria Math" panose="02040503050406030204" pitchFamily="18" charset="0"/>
                        </a:rPr>
                        <m:t>𝑀𝑒𝑑𝑖𝑎𝑛</m:t>
                      </m:r>
                      <m:r>
                        <a:rPr lang="en-AU" sz="1400" b="0" i="1" smtClean="0">
                          <a:latin typeface="Cambria Math" panose="02040503050406030204" pitchFamily="18" charset="0"/>
                        </a:rPr>
                        <m:t>=$59,725</m:t>
                      </m:r>
                    </m:oMath>
                  </m:oMathPara>
                </a14:m>
                <a:endParaRPr lang="en-AU" sz="1400" dirty="0"/>
              </a:p>
            </p:txBody>
          </p:sp>
        </mc:Choice>
        <mc:Fallback>
          <p:sp>
            <p:nvSpPr>
              <p:cNvPr id="65" name="TextBox 64">
                <a:extLst>
                  <a:ext uri="{FF2B5EF4-FFF2-40B4-BE49-F238E27FC236}">
                    <a16:creationId xmlns:a16="http://schemas.microsoft.com/office/drawing/2014/main" id="{13F8ECC4-F7AD-4171-A16D-AB07F3BFBE8D}"/>
                  </a:ext>
                </a:extLst>
              </p:cNvPr>
              <p:cNvSpPr txBox="1">
                <a:spLocks noRot="1" noChangeAspect="1" noMove="1" noResize="1" noEditPoints="1" noAdjustHandles="1" noChangeArrowheads="1" noChangeShapeType="1" noTextEdit="1"/>
              </p:cNvSpPr>
              <p:nvPr/>
            </p:nvSpPr>
            <p:spPr>
              <a:xfrm>
                <a:off x="8009354" y="6321609"/>
                <a:ext cx="1507079" cy="215444"/>
              </a:xfrm>
              <a:prstGeom prst="rect">
                <a:avLst/>
              </a:prstGeom>
              <a:blipFill>
                <a:blip r:embed="rId9"/>
                <a:stretch>
                  <a:fillRect l="-2834" t="-5714" r="-2024" b="-2285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66" name="TextBox 65">
                <a:extLst>
                  <a:ext uri="{FF2B5EF4-FFF2-40B4-BE49-F238E27FC236}">
                    <a16:creationId xmlns:a16="http://schemas.microsoft.com/office/drawing/2014/main" id="{A981D95C-D81E-40EC-8AAE-FE4B26BC671E}"/>
                  </a:ext>
                </a:extLst>
              </p:cNvPr>
              <p:cNvSpPr txBox="1"/>
              <p:nvPr/>
            </p:nvSpPr>
            <p:spPr>
              <a:xfrm>
                <a:off x="1370503" y="5700971"/>
                <a:ext cx="150707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400" b="0" i="1" smtClean="0">
                          <a:solidFill>
                            <a:schemeClr val="bg1"/>
                          </a:solidFill>
                          <a:latin typeface="Cambria Math" panose="02040503050406030204" pitchFamily="18" charset="0"/>
                        </a:rPr>
                        <m:t>𝑀𝑒𝑑𝑖𝑎𝑛</m:t>
                      </m:r>
                      <m:r>
                        <a:rPr lang="en-AU" sz="1400" b="0" i="1" smtClean="0">
                          <a:latin typeface="Cambria Math" panose="02040503050406030204" pitchFamily="18" charset="0"/>
                        </a:rPr>
                        <m:t>=</m:t>
                      </m:r>
                      <m:r>
                        <a:rPr lang="en-AU" sz="1400" b="0" i="1" smtClean="0">
                          <a:solidFill>
                            <a:srgbClr val="FF0000"/>
                          </a:solidFill>
                          <a:latin typeface="Cambria Math" panose="02040503050406030204" pitchFamily="18" charset="0"/>
                        </a:rPr>
                        <m:t>$60,000</m:t>
                      </m:r>
                    </m:oMath>
                  </m:oMathPara>
                </a14:m>
                <a:endParaRPr lang="en-AU" sz="1400" dirty="0"/>
              </a:p>
            </p:txBody>
          </p:sp>
        </mc:Choice>
        <mc:Fallback>
          <p:sp>
            <p:nvSpPr>
              <p:cNvPr id="66" name="TextBox 65">
                <a:extLst>
                  <a:ext uri="{FF2B5EF4-FFF2-40B4-BE49-F238E27FC236}">
                    <a16:creationId xmlns:a16="http://schemas.microsoft.com/office/drawing/2014/main" id="{A981D95C-D81E-40EC-8AAE-FE4B26BC671E}"/>
                  </a:ext>
                </a:extLst>
              </p:cNvPr>
              <p:cNvSpPr txBox="1">
                <a:spLocks noRot="1" noChangeAspect="1" noMove="1" noResize="1" noEditPoints="1" noAdjustHandles="1" noChangeArrowheads="1" noChangeShapeType="1" noTextEdit="1"/>
              </p:cNvSpPr>
              <p:nvPr/>
            </p:nvSpPr>
            <p:spPr>
              <a:xfrm>
                <a:off x="1370503" y="5700971"/>
                <a:ext cx="1507079" cy="215444"/>
              </a:xfrm>
              <a:prstGeom prst="rect">
                <a:avLst/>
              </a:prstGeom>
              <a:blipFill>
                <a:blip r:embed="rId10"/>
                <a:stretch>
                  <a:fillRect l="-2834" t="-5556" r="-2024" b="-19444"/>
                </a:stretch>
              </a:blipFill>
            </p:spPr>
            <p:txBody>
              <a:bodyPr/>
              <a:lstStyle/>
              <a:p>
                <a:r>
                  <a:rPr lang="en-AU">
                    <a:noFill/>
                  </a:rPr>
                  <a:t> </a:t>
                </a:r>
              </a:p>
            </p:txBody>
          </p:sp>
        </mc:Fallback>
      </mc:AlternateContent>
      <p:cxnSp>
        <p:nvCxnSpPr>
          <p:cNvPr id="67" name="Straight Connector 66">
            <a:extLst>
              <a:ext uri="{FF2B5EF4-FFF2-40B4-BE49-F238E27FC236}">
                <a16:creationId xmlns:a16="http://schemas.microsoft.com/office/drawing/2014/main" id="{0EB3A909-6832-47D3-9069-FE13EEA045AD}"/>
              </a:ext>
            </a:extLst>
          </p:cNvPr>
          <p:cNvCxnSpPr/>
          <p:nvPr/>
        </p:nvCxnSpPr>
        <p:spPr>
          <a:xfrm>
            <a:off x="7401260" y="2772856"/>
            <a:ext cx="4528970"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39570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Measures of Centre: The Mode</a:t>
            </a:r>
          </a:p>
        </p:txBody>
      </p:sp>
      <p:graphicFrame>
        <p:nvGraphicFramePr>
          <p:cNvPr id="62" name="Table 4">
            <a:extLst>
              <a:ext uri="{FF2B5EF4-FFF2-40B4-BE49-F238E27FC236}">
                <a16:creationId xmlns:a16="http://schemas.microsoft.com/office/drawing/2014/main" id="{E6436410-4F88-4ED2-AF7B-2C9F82130DC0}"/>
              </a:ext>
            </a:extLst>
          </p:cNvPr>
          <p:cNvGraphicFramePr>
            <a:graphicFrameLocks noGrp="1"/>
          </p:cNvGraphicFramePr>
          <p:nvPr>
            <p:extLst>
              <p:ext uri="{D42A27DB-BD31-4B8C-83A1-F6EECF244321}">
                <p14:modId xmlns:p14="http://schemas.microsoft.com/office/powerpoint/2010/main" val="275689832"/>
              </p:ext>
            </p:extLst>
          </p:nvPr>
        </p:nvGraphicFramePr>
        <p:xfrm>
          <a:off x="300758" y="901869"/>
          <a:ext cx="5189682" cy="4937760"/>
        </p:xfrm>
        <a:graphic>
          <a:graphicData uri="http://schemas.openxmlformats.org/drawingml/2006/table">
            <a:tbl>
              <a:tblPr firstRow="1" bandRow="1">
                <a:tableStyleId>{073A0DAA-6AF3-43AB-8588-CEC1D06C72B9}</a:tableStyleId>
              </a:tblPr>
              <a:tblGrid>
                <a:gridCol w="2594841">
                  <a:extLst>
                    <a:ext uri="{9D8B030D-6E8A-4147-A177-3AD203B41FA5}">
                      <a16:colId xmlns:a16="http://schemas.microsoft.com/office/drawing/2014/main" val="2836756473"/>
                    </a:ext>
                  </a:extLst>
                </a:gridCol>
                <a:gridCol w="2594841">
                  <a:extLst>
                    <a:ext uri="{9D8B030D-6E8A-4147-A177-3AD203B41FA5}">
                      <a16:colId xmlns:a16="http://schemas.microsoft.com/office/drawing/2014/main" val="3501087491"/>
                    </a:ext>
                  </a:extLst>
                </a:gridCol>
              </a:tblGrid>
              <a:tr h="273000">
                <a:tc>
                  <a:txBody>
                    <a:bodyPr/>
                    <a:lstStyle/>
                    <a:p>
                      <a:pPr algn="ctr"/>
                      <a:r>
                        <a:rPr lang="en-AU" sz="1200" dirty="0">
                          <a:latin typeface="Arial Narrow" panose="020B0606020202030204" pitchFamily="34" charset="0"/>
                        </a:rPr>
                        <a:t>Participant ID</a:t>
                      </a:r>
                    </a:p>
                  </a:txBody>
                  <a:tcPr/>
                </a:tc>
                <a:tc>
                  <a:txBody>
                    <a:bodyPr/>
                    <a:lstStyle/>
                    <a:p>
                      <a:pPr algn="ctr"/>
                      <a:r>
                        <a:rPr lang="en-AU" sz="1200" dirty="0">
                          <a:latin typeface="Arial Narrow" panose="020B0606020202030204" pitchFamily="34" charset="0"/>
                        </a:rPr>
                        <a:t>Years of Tertiary Education</a:t>
                      </a:r>
                    </a:p>
                  </a:txBody>
                  <a:tcPr/>
                </a:tc>
                <a:extLst>
                  <a:ext uri="{0D108BD9-81ED-4DB2-BD59-A6C34878D82A}">
                    <a16:rowId xmlns:a16="http://schemas.microsoft.com/office/drawing/2014/main" val="1910379491"/>
                  </a:ext>
                </a:extLst>
              </a:tr>
              <a:tr h="273000">
                <a:tc>
                  <a:txBody>
                    <a:bodyPr/>
                    <a:lstStyle/>
                    <a:p>
                      <a:pPr algn="ctr"/>
                      <a:r>
                        <a:rPr lang="en-AU" sz="1200" dirty="0">
                          <a:latin typeface="Arial Narrow" panose="020B0606020202030204" pitchFamily="34" charset="0"/>
                        </a:rPr>
                        <a:t>1</a:t>
                      </a:r>
                    </a:p>
                  </a:txBody>
                  <a:tcPr/>
                </a:tc>
                <a:tc>
                  <a:txBody>
                    <a:bodyPr/>
                    <a:lstStyle/>
                    <a:p>
                      <a:pPr algn="ctr"/>
                      <a:r>
                        <a:rPr lang="en-AU" sz="1200" dirty="0">
                          <a:latin typeface="Arial Narrow" panose="020B0606020202030204" pitchFamily="34" charset="0"/>
                        </a:rPr>
                        <a:t>0</a:t>
                      </a:r>
                    </a:p>
                  </a:txBody>
                  <a:tcPr/>
                </a:tc>
                <a:extLst>
                  <a:ext uri="{0D108BD9-81ED-4DB2-BD59-A6C34878D82A}">
                    <a16:rowId xmlns:a16="http://schemas.microsoft.com/office/drawing/2014/main" val="791581320"/>
                  </a:ext>
                </a:extLst>
              </a:tr>
              <a:tr h="273000">
                <a:tc>
                  <a:txBody>
                    <a:bodyPr/>
                    <a:lstStyle/>
                    <a:p>
                      <a:pPr algn="ctr"/>
                      <a:r>
                        <a:rPr lang="en-AU" sz="1200" dirty="0">
                          <a:latin typeface="Arial Narrow" panose="020B0606020202030204" pitchFamily="34" charset="0"/>
                        </a:rPr>
                        <a:t>2</a:t>
                      </a:r>
                    </a:p>
                  </a:txBody>
                  <a:tcPr/>
                </a:tc>
                <a:tc>
                  <a:txBody>
                    <a:bodyPr/>
                    <a:lstStyle/>
                    <a:p>
                      <a:pPr algn="ctr"/>
                      <a:r>
                        <a:rPr lang="en-AU" sz="1200" dirty="0">
                          <a:latin typeface="Arial Narrow" panose="020B0606020202030204" pitchFamily="34" charset="0"/>
                        </a:rPr>
                        <a:t>0</a:t>
                      </a:r>
                    </a:p>
                  </a:txBody>
                  <a:tcPr/>
                </a:tc>
                <a:extLst>
                  <a:ext uri="{0D108BD9-81ED-4DB2-BD59-A6C34878D82A}">
                    <a16:rowId xmlns:a16="http://schemas.microsoft.com/office/drawing/2014/main" val="2251156309"/>
                  </a:ext>
                </a:extLst>
              </a:tr>
              <a:tr h="273000">
                <a:tc>
                  <a:txBody>
                    <a:bodyPr/>
                    <a:lstStyle/>
                    <a:p>
                      <a:pPr algn="ctr"/>
                      <a:r>
                        <a:rPr lang="en-AU" sz="1200" dirty="0">
                          <a:latin typeface="Arial Narrow" panose="020B0606020202030204" pitchFamily="34" charset="0"/>
                        </a:rPr>
                        <a:t>3</a:t>
                      </a:r>
                    </a:p>
                  </a:txBody>
                  <a:tcPr/>
                </a:tc>
                <a:tc>
                  <a:txBody>
                    <a:bodyPr/>
                    <a:lstStyle/>
                    <a:p>
                      <a:pPr algn="ctr"/>
                      <a:r>
                        <a:rPr lang="en-AU" sz="1200" dirty="0">
                          <a:latin typeface="Arial Narrow" panose="020B0606020202030204" pitchFamily="34" charset="0"/>
                        </a:rPr>
                        <a:t>0</a:t>
                      </a:r>
                    </a:p>
                  </a:txBody>
                  <a:tcPr/>
                </a:tc>
                <a:extLst>
                  <a:ext uri="{0D108BD9-81ED-4DB2-BD59-A6C34878D82A}">
                    <a16:rowId xmlns:a16="http://schemas.microsoft.com/office/drawing/2014/main" val="3704837217"/>
                  </a:ext>
                </a:extLst>
              </a:tr>
              <a:tr h="273000">
                <a:tc>
                  <a:txBody>
                    <a:bodyPr/>
                    <a:lstStyle/>
                    <a:p>
                      <a:pPr algn="ctr"/>
                      <a:r>
                        <a:rPr lang="en-AU" sz="1200" dirty="0">
                          <a:latin typeface="Arial Narrow" panose="020B0606020202030204" pitchFamily="34" charset="0"/>
                        </a:rPr>
                        <a:t>4</a:t>
                      </a:r>
                    </a:p>
                  </a:txBody>
                  <a:tcPr/>
                </a:tc>
                <a:tc>
                  <a:txBody>
                    <a:bodyPr/>
                    <a:lstStyle/>
                    <a:p>
                      <a:pPr algn="ctr"/>
                      <a:r>
                        <a:rPr lang="en-AU" sz="1200" dirty="0">
                          <a:latin typeface="Arial Narrow" panose="020B0606020202030204" pitchFamily="34" charset="0"/>
                        </a:rPr>
                        <a:t>1</a:t>
                      </a:r>
                    </a:p>
                  </a:txBody>
                  <a:tcPr/>
                </a:tc>
                <a:extLst>
                  <a:ext uri="{0D108BD9-81ED-4DB2-BD59-A6C34878D82A}">
                    <a16:rowId xmlns:a16="http://schemas.microsoft.com/office/drawing/2014/main" val="3731211479"/>
                  </a:ext>
                </a:extLst>
              </a:tr>
              <a:tr h="273000">
                <a:tc>
                  <a:txBody>
                    <a:bodyPr/>
                    <a:lstStyle/>
                    <a:p>
                      <a:pPr algn="ctr"/>
                      <a:r>
                        <a:rPr lang="en-AU" sz="1200" dirty="0">
                          <a:latin typeface="Arial Narrow" panose="020B0606020202030204" pitchFamily="34" charset="0"/>
                        </a:rPr>
                        <a:t>5</a:t>
                      </a:r>
                    </a:p>
                  </a:txBody>
                  <a:tcPr/>
                </a:tc>
                <a:tc>
                  <a:txBody>
                    <a:bodyPr/>
                    <a:lstStyle/>
                    <a:p>
                      <a:pPr algn="ctr"/>
                      <a:r>
                        <a:rPr lang="en-AU" sz="1200" dirty="0">
                          <a:latin typeface="Arial Narrow" panose="020B0606020202030204" pitchFamily="34" charset="0"/>
                        </a:rPr>
                        <a:t>1</a:t>
                      </a:r>
                    </a:p>
                  </a:txBody>
                  <a:tcPr/>
                </a:tc>
                <a:extLst>
                  <a:ext uri="{0D108BD9-81ED-4DB2-BD59-A6C34878D82A}">
                    <a16:rowId xmlns:a16="http://schemas.microsoft.com/office/drawing/2014/main" val="3350212457"/>
                  </a:ext>
                </a:extLst>
              </a:tr>
              <a:tr h="273000">
                <a:tc>
                  <a:txBody>
                    <a:bodyPr/>
                    <a:lstStyle/>
                    <a:p>
                      <a:pPr algn="ctr"/>
                      <a:r>
                        <a:rPr lang="en-AU" sz="1200" dirty="0">
                          <a:latin typeface="Arial Narrow" panose="020B0606020202030204" pitchFamily="34" charset="0"/>
                        </a:rPr>
                        <a:t>6</a:t>
                      </a:r>
                    </a:p>
                  </a:txBody>
                  <a:tcPr/>
                </a:tc>
                <a:tc>
                  <a:txBody>
                    <a:bodyPr/>
                    <a:lstStyle/>
                    <a:p>
                      <a:pPr algn="ctr"/>
                      <a:r>
                        <a:rPr lang="en-AU" sz="1200" dirty="0">
                          <a:latin typeface="Arial Narrow" panose="020B0606020202030204" pitchFamily="34" charset="0"/>
                        </a:rPr>
                        <a:t>2</a:t>
                      </a:r>
                    </a:p>
                  </a:txBody>
                  <a:tcPr/>
                </a:tc>
                <a:extLst>
                  <a:ext uri="{0D108BD9-81ED-4DB2-BD59-A6C34878D82A}">
                    <a16:rowId xmlns:a16="http://schemas.microsoft.com/office/drawing/2014/main" val="214438324"/>
                  </a:ext>
                </a:extLst>
              </a:tr>
              <a:tr h="273000">
                <a:tc>
                  <a:txBody>
                    <a:bodyPr/>
                    <a:lstStyle/>
                    <a:p>
                      <a:pPr algn="ctr"/>
                      <a:r>
                        <a:rPr lang="en-AU" sz="1200" dirty="0">
                          <a:latin typeface="Arial Narrow" panose="020B0606020202030204" pitchFamily="34" charset="0"/>
                        </a:rPr>
                        <a:t>7</a:t>
                      </a:r>
                    </a:p>
                  </a:txBody>
                  <a:tcPr/>
                </a:tc>
                <a:tc>
                  <a:txBody>
                    <a:bodyPr/>
                    <a:lstStyle/>
                    <a:p>
                      <a:pPr algn="ctr"/>
                      <a:r>
                        <a:rPr lang="en-AU" sz="1200" dirty="0">
                          <a:latin typeface="Arial Narrow" panose="020B0606020202030204" pitchFamily="34" charset="0"/>
                        </a:rPr>
                        <a:t>3</a:t>
                      </a:r>
                    </a:p>
                  </a:txBody>
                  <a:tcPr/>
                </a:tc>
                <a:extLst>
                  <a:ext uri="{0D108BD9-81ED-4DB2-BD59-A6C34878D82A}">
                    <a16:rowId xmlns:a16="http://schemas.microsoft.com/office/drawing/2014/main" val="155006957"/>
                  </a:ext>
                </a:extLst>
              </a:tr>
              <a:tr h="273000">
                <a:tc>
                  <a:txBody>
                    <a:bodyPr/>
                    <a:lstStyle/>
                    <a:p>
                      <a:pPr algn="ctr"/>
                      <a:r>
                        <a:rPr lang="en-AU" sz="1200" dirty="0">
                          <a:latin typeface="Arial Narrow" panose="020B0606020202030204" pitchFamily="34" charset="0"/>
                        </a:rPr>
                        <a:t>8</a:t>
                      </a:r>
                    </a:p>
                  </a:txBody>
                  <a:tcPr/>
                </a:tc>
                <a:tc>
                  <a:txBody>
                    <a:bodyPr/>
                    <a:lstStyle/>
                    <a:p>
                      <a:pPr algn="ctr"/>
                      <a:r>
                        <a:rPr lang="en-AU" sz="1200" dirty="0">
                          <a:latin typeface="Arial Narrow" panose="020B0606020202030204" pitchFamily="34" charset="0"/>
                        </a:rPr>
                        <a:t>3</a:t>
                      </a:r>
                    </a:p>
                  </a:txBody>
                  <a:tcPr/>
                </a:tc>
                <a:extLst>
                  <a:ext uri="{0D108BD9-81ED-4DB2-BD59-A6C34878D82A}">
                    <a16:rowId xmlns:a16="http://schemas.microsoft.com/office/drawing/2014/main" val="770489226"/>
                  </a:ext>
                </a:extLst>
              </a:tr>
              <a:tr h="273000">
                <a:tc>
                  <a:txBody>
                    <a:bodyPr/>
                    <a:lstStyle/>
                    <a:p>
                      <a:pPr algn="ctr"/>
                      <a:r>
                        <a:rPr lang="en-AU" sz="1200" dirty="0">
                          <a:latin typeface="Arial Narrow" panose="020B0606020202030204" pitchFamily="34" charset="0"/>
                        </a:rPr>
                        <a:t>9</a:t>
                      </a:r>
                    </a:p>
                  </a:txBody>
                  <a:tcPr/>
                </a:tc>
                <a:tc>
                  <a:txBody>
                    <a:bodyPr/>
                    <a:lstStyle/>
                    <a:p>
                      <a:pPr algn="ctr"/>
                      <a:r>
                        <a:rPr lang="en-AU" sz="1200" dirty="0">
                          <a:latin typeface="Arial Narrow" panose="020B0606020202030204" pitchFamily="34" charset="0"/>
                        </a:rPr>
                        <a:t>3</a:t>
                      </a:r>
                    </a:p>
                  </a:txBody>
                  <a:tcPr/>
                </a:tc>
                <a:extLst>
                  <a:ext uri="{0D108BD9-81ED-4DB2-BD59-A6C34878D82A}">
                    <a16:rowId xmlns:a16="http://schemas.microsoft.com/office/drawing/2014/main" val="3306880803"/>
                  </a:ext>
                </a:extLst>
              </a:tr>
              <a:tr h="273000">
                <a:tc>
                  <a:txBody>
                    <a:bodyPr/>
                    <a:lstStyle/>
                    <a:p>
                      <a:pPr algn="ctr"/>
                      <a:r>
                        <a:rPr lang="en-AU" sz="1200" dirty="0">
                          <a:latin typeface="Arial Narrow" panose="020B0606020202030204" pitchFamily="34" charset="0"/>
                        </a:rPr>
                        <a:t>10</a:t>
                      </a:r>
                    </a:p>
                  </a:txBody>
                  <a:tcPr/>
                </a:tc>
                <a:tc>
                  <a:txBody>
                    <a:bodyPr/>
                    <a:lstStyle/>
                    <a:p>
                      <a:pPr algn="ctr"/>
                      <a:r>
                        <a:rPr lang="en-AU" sz="1200" dirty="0">
                          <a:latin typeface="Arial Narrow" panose="020B0606020202030204" pitchFamily="34" charset="0"/>
                        </a:rPr>
                        <a:t>3</a:t>
                      </a:r>
                    </a:p>
                  </a:txBody>
                  <a:tcPr/>
                </a:tc>
                <a:extLst>
                  <a:ext uri="{0D108BD9-81ED-4DB2-BD59-A6C34878D82A}">
                    <a16:rowId xmlns:a16="http://schemas.microsoft.com/office/drawing/2014/main" val="801668499"/>
                  </a:ext>
                </a:extLst>
              </a:tr>
              <a:tr h="273000">
                <a:tc>
                  <a:txBody>
                    <a:bodyPr/>
                    <a:lstStyle/>
                    <a:p>
                      <a:pPr algn="ctr"/>
                      <a:r>
                        <a:rPr lang="en-AU" sz="1200" dirty="0">
                          <a:latin typeface="Arial Narrow" panose="020B0606020202030204" pitchFamily="34" charset="0"/>
                        </a:rPr>
                        <a:t>11</a:t>
                      </a:r>
                    </a:p>
                  </a:txBody>
                  <a:tcPr/>
                </a:tc>
                <a:tc>
                  <a:txBody>
                    <a:bodyPr/>
                    <a:lstStyle/>
                    <a:p>
                      <a:pPr algn="ctr"/>
                      <a:r>
                        <a:rPr lang="en-AU" sz="1200" dirty="0">
                          <a:latin typeface="Arial Narrow" panose="020B0606020202030204" pitchFamily="34" charset="0"/>
                        </a:rPr>
                        <a:t>3</a:t>
                      </a:r>
                    </a:p>
                  </a:txBody>
                  <a:tcPr/>
                </a:tc>
                <a:extLst>
                  <a:ext uri="{0D108BD9-81ED-4DB2-BD59-A6C34878D82A}">
                    <a16:rowId xmlns:a16="http://schemas.microsoft.com/office/drawing/2014/main" val="14725318"/>
                  </a:ext>
                </a:extLst>
              </a:tr>
              <a:tr h="273000">
                <a:tc>
                  <a:txBody>
                    <a:bodyPr/>
                    <a:lstStyle/>
                    <a:p>
                      <a:pPr algn="ctr"/>
                      <a:r>
                        <a:rPr lang="en-AU" sz="1200" dirty="0">
                          <a:latin typeface="Arial Narrow" panose="020B0606020202030204" pitchFamily="34" charset="0"/>
                        </a:rPr>
                        <a:t>12</a:t>
                      </a:r>
                    </a:p>
                  </a:txBody>
                  <a:tcPr/>
                </a:tc>
                <a:tc>
                  <a:txBody>
                    <a:bodyPr/>
                    <a:lstStyle/>
                    <a:p>
                      <a:pPr algn="ctr"/>
                      <a:r>
                        <a:rPr lang="en-AU" sz="1200" dirty="0">
                          <a:latin typeface="Arial Narrow" panose="020B0606020202030204" pitchFamily="34" charset="0"/>
                        </a:rPr>
                        <a:t>3</a:t>
                      </a:r>
                    </a:p>
                  </a:txBody>
                  <a:tcPr/>
                </a:tc>
                <a:extLst>
                  <a:ext uri="{0D108BD9-81ED-4DB2-BD59-A6C34878D82A}">
                    <a16:rowId xmlns:a16="http://schemas.microsoft.com/office/drawing/2014/main" val="2572722690"/>
                  </a:ext>
                </a:extLst>
              </a:tr>
              <a:tr h="273000">
                <a:tc>
                  <a:txBody>
                    <a:bodyPr/>
                    <a:lstStyle/>
                    <a:p>
                      <a:pPr algn="ctr"/>
                      <a:r>
                        <a:rPr lang="en-AU" sz="1200" dirty="0">
                          <a:latin typeface="Arial Narrow" panose="020B0606020202030204" pitchFamily="34" charset="0"/>
                        </a:rPr>
                        <a:t>13</a:t>
                      </a:r>
                    </a:p>
                  </a:txBody>
                  <a:tcPr/>
                </a:tc>
                <a:tc>
                  <a:txBody>
                    <a:bodyPr/>
                    <a:lstStyle/>
                    <a:p>
                      <a:pPr algn="ctr"/>
                      <a:r>
                        <a:rPr lang="en-AU" sz="1200" dirty="0">
                          <a:latin typeface="Arial Narrow" panose="020B0606020202030204" pitchFamily="34" charset="0"/>
                        </a:rPr>
                        <a:t>4</a:t>
                      </a:r>
                    </a:p>
                  </a:txBody>
                  <a:tcPr/>
                </a:tc>
                <a:extLst>
                  <a:ext uri="{0D108BD9-81ED-4DB2-BD59-A6C34878D82A}">
                    <a16:rowId xmlns:a16="http://schemas.microsoft.com/office/drawing/2014/main" val="3262827402"/>
                  </a:ext>
                </a:extLst>
              </a:tr>
              <a:tr h="273000">
                <a:tc>
                  <a:txBody>
                    <a:bodyPr/>
                    <a:lstStyle/>
                    <a:p>
                      <a:pPr algn="ctr"/>
                      <a:r>
                        <a:rPr lang="en-AU" sz="1200" dirty="0">
                          <a:latin typeface="Arial Narrow" panose="020B0606020202030204" pitchFamily="34" charset="0"/>
                        </a:rPr>
                        <a:t>14</a:t>
                      </a:r>
                    </a:p>
                  </a:txBody>
                  <a:tcPr/>
                </a:tc>
                <a:tc>
                  <a:txBody>
                    <a:bodyPr/>
                    <a:lstStyle/>
                    <a:p>
                      <a:pPr algn="ctr"/>
                      <a:r>
                        <a:rPr lang="en-AU" sz="1200" dirty="0">
                          <a:latin typeface="Arial Narrow" panose="020B0606020202030204" pitchFamily="34" charset="0"/>
                        </a:rPr>
                        <a:t>4</a:t>
                      </a:r>
                    </a:p>
                  </a:txBody>
                  <a:tcPr/>
                </a:tc>
                <a:extLst>
                  <a:ext uri="{0D108BD9-81ED-4DB2-BD59-A6C34878D82A}">
                    <a16:rowId xmlns:a16="http://schemas.microsoft.com/office/drawing/2014/main" val="2411680277"/>
                  </a:ext>
                </a:extLst>
              </a:tr>
              <a:tr h="273000">
                <a:tc>
                  <a:txBody>
                    <a:bodyPr/>
                    <a:lstStyle/>
                    <a:p>
                      <a:pPr algn="ctr"/>
                      <a:r>
                        <a:rPr lang="en-AU" sz="1200" dirty="0">
                          <a:latin typeface="Arial Narrow" panose="020B0606020202030204" pitchFamily="34" charset="0"/>
                        </a:rPr>
                        <a:t>15</a:t>
                      </a:r>
                    </a:p>
                  </a:txBody>
                  <a:tcPr/>
                </a:tc>
                <a:tc>
                  <a:txBody>
                    <a:bodyPr/>
                    <a:lstStyle/>
                    <a:p>
                      <a:pPr algn="ctr"/>
                      <a:r>
                        <a:rPr lang="en-AU" sz="1200" dirty="0">
                          <a:latin typeface="Arial Narrow" panose="020B0606020202030204" pitchFamily="34" charset="0"/>
                        </a:rPr>
                        <a:t>7</a:t>
                      </a:r>
                    </a:p>
                  </a:txBody>
                  <a:tcPr/>
                </a:tc>
                <a:extLst>
                  <a:ext uri="{0D108BD9-81ED-4DB2-BD59-A6C34878D82A}">
                    <a16:rowId xmlns:a16="http://schemas.microsoft.com/office/drawing/2014/main" val="3510307559"/>
                  </a:ext>
                </a:extLst>
              </a:tr>
              <a:tr h="273000">
                <a:tc>
                  <a:txBody>
                    <a:bodyPr/>
                    <a:lstStyle/>
                    <a:p>
                      <a:pPr algn="ctr"/>
                      <a:r>
                        <a:rPr lang="en-AU" sz="1200" dirty="0">
                          <a:latin typeface="Arial Narrow" panose="020B0606020202030204" pitchFamily="34" charset="0"/>
                        </a:rPr>
                        <a:t>16</a:t>
                      </a:r>
                    </a:p>
                  </a:txBody>
                  <a:tcPr/>
                </a:tc>
                <a:tc>
                  <a:txBody>
                    <a:bodyPr/>
                    <a:lstStyle/>
                    <a:p>
                      <a:pPr algn="ctr"/>
                      <a:r>
                        <a:rPr lang="en-AU" sz="1200" dirty="0">
                          <a:latin typeface="Arial Narrow" panose="020B0606020202030204" pitchFamily="34" charset="0"/>
                        </a:rPr>
                        <a:t>7</a:t>
                      </a:r>
                    </a:p>
                  </a:txBody>
                  <a:tcPr/>
                </a:tc>
                <a:extLst>
                  <a:ext uri="{0D108BD9-81ED-4DB2-BD59-A6C34878D82A}">
                    <a16:rowId xmlns:a16="http://schemas.microsoft.com/office/drawing/2014/main" val="4210738069"/>
                  </a:ext>
                </a:extLst>
              </a:tr>
              <a:tr h="273000">
                <a:tc>
                  <a:txBody>
                    <a:bodyPr/>
                    <a:lstStyle/>
                    <a:p>
                      <a:pPr algn="ctr"/>
                      <a:r>
                        <a:rPr lang="en-AU" sz="1200" dirty="0">
                          <a:latin typeface="Arial Narrow" panose="020B0606020202030204" pitchFamily="34" charset="0"/>
                        </a:rPr>
                        <a:t>17</a:t>
                      </a:r>
                    </a:p>
                  </a:txBody>
                  <a:tcPr/>
                </a:tc>
                <a:tc>
                  <a:txBody>
                    <a:bodyPr/>
                    <a:lstStyle/>
                    <a:p>
                      <a:pPr algn="ctr"/>
                      <a:r>
                        <a:rPr lang="en-AU" sz="1200" dirty="0">
                          <a:latin typeface="Arial Narrow" panose="020B0606020202030204" pitchFamily="34" charset="0"/>
                        </a:rPr>
                        <a:t>10</a:t>
                      </a:r>
                    </a:p>
                  </a:txBody>
                  <a:tcPr/>
                </a:tc>
                <a:extLst>
                  <a:ext uri="{0D108BD9-81ED-4DB2-BD59-A6C34878D82A}">
                    <a16:rowId xmlns:a16="http://schemas.microsoft.com/office/drawing/2014/main" val="4242280977"/>
                  </a:ext>
                </a:extLst>
              </a:tr>
            </a:tbl>
          </a:graphicData>
        </a:graphic>
      </p:graphicFrame>
      <p:sp>
        <p:nvSpPr>
          <p:cNvPr id="68" name="Rectangle 67">
            <a:extLst>
              <a:ext uri="{FF2B5EF4-FFF2-40B4-BE49-F238E27FC236}">
                <a16:creationId xmlns:a16="http://schemas.microsoft.com/office/drawing/2014/main" id="{77ECD5D7-3D77-4F59-9447-D752542766B0}"/>
              </a:ext>
            </a:extLst>
          </p:cNvPr>
          <p:cNvSpPr/>
          <p:nvPr/>
        </p:nvSpPr>
        <p:spPr>
          <a:xfrm>
            <a:off x="2826327" y="2811103"/>
            <a:ext cx="2691246" cy="16729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69" name="Table 4">
            <a:extLst>
              <a:ext uri="{FF2B5EF4-FFF2-40B4-BE49-F238E27FC236}">
                <a16:creationId xmlns:a16="http://schemas.microsoft.com/office/drawing/2014/main" id="{ABB068B3-6919-4393-A5B3-7A68F29810FB}"/>
              </a:ext>
            </a:extLst>
          </p:cNvPr>
          <p:cNvGraphicFramePr>
            <a:graphicFrameLocks noGrp="1"/>
          </p:cNvGraphicFramePr>
          <p:nvPr>
            <p:extLst>
              <p:ext uri="{D42A27DB-BD31-4B8C-83A1-F6EECF244321}">
                <p14:modId xmlns:p14="http://schemas.microsoft.com/office/powerpoint/2010/main" val="1011241079"/>
              </p:ext>
            </p:extLst>
          </p:nvPr>
        </p:nvGraphicFramePr>
        <p:xfrm>
          <a:off x="6674427" y="901869"/>
          <a:ext cx="5189682" cy="4937760"/>
        </p:xfrm>
        <a:graphic>
          <a:graphicData uri="http://schemas.openxmlformats.org/drawingml/2006/table">
            <a:tbl>
              <a:tblPr firstRow="1" bandRow="1">
                <a:tableStyleId>{073A0DAA-6AF3-43AB-8588-CEC1D06C72B9}</a:tableStyleId>
              </a:tblPr>
              <a:tblGrid>
                <a:gridCol w="2594841">
                  <a:extLst>
                    <a:ext uri="{9D8B030D-6E8A-4147-A177-3AD203B41FA5}">
                      <a16:colId xmlns:a16="http://schemas.microsoft.com/office/drawing/2014/main" val="2836756473"/>
                    </a:ext>
                  </a:extLst>
                </a:gridCol>
                <a:gridCol w="2594841">
                  <a:extLst>
                    <a:ext uri="{9D8B030D-6E8A-4147-A177-3AD203B41FA5}">
                      <a16:colId xmlns:a16="http://schemas.microsoft.com/office/drawing/2014/main" val="3501087491"/>
                    </a:ext>
                  </a:extLst>
                </a:gridCol>
              </a:tblGrid>
              <a:tr h="273000">
                <a:tc>
                  <a:txBody>
                    <a:bodyPr/>
                    <a:lstStyle/>
                    <a:p>
                      <a:pPr algn="ctr"/>
                      <a:r>
                        <a:rPr lang="en-AU" sz="1200" dirty="0">
                          <a:latin typeface="Arial Narrow" panose="020B0606020202030204" pitchFamily="34" charset="0"/>
                        </a:rPr>
                        <a:t>Participant ID</a:t>
                      </a:r>
                    </a:p>
                  </a:txBody>
                  <a:tcPr/>
                </a:tc>
                <a:tc>
                  <a:txBody>
                    <a:bodyPr/>
                    <a:lstStyle/>
                    <a:p>
                      <a:pPr algn="ctr"/>
                      <a:r>
                        <a:rPr lang="en-AU" sz="1200" dirty="0">
                          <a:latin typeface="Arial Narrow" panose="020B0606020202030204" pitchFamily="34" charset="0"/>
                        </a:rPr>
                        <a:t>Social Economic Status</a:t>
                      </a:r>
                    </a:p>
                  </a:txBody>
                  <a:tcPr/>
                </a:tc>
                <a:extLst>
                  <a:ext uri="{0D108BD9-81ED-4DB2-BD59-A6C34878D82A}">
                    <a16:rowId xmlns:a16="http://schemas.microsoft.com/office/drawing/2014/main" val="1910379491"/>
                  </a:ext>
                </a:extLst>
              </a:tr>
              <a:tr h="273000">
                <a:tc>
                  <a:txBody>
                    <a:bodyPr/>
                    <a:lstStyle/>
                    <a:p>
                      <a:pPr algn="ctr"/>
                      <a:r>
                        <a:rPr lang="en-AU" sz="1200" dirty="0">
                          <a:latin typeface="Arial Narrow" panose="020B0606020202030204" pitchFamily="34" charset="0"/>
                        </a:rPr>
                        <a:t>1</a:t>
                      </a:r>
                    </a:p>
                  </a:txBody>
                  <a:tcPr/>
                </a:tc>
                <a:tc>
                  <a:txBody>
                    <a:bodyPr/>
                    <a:lstStyle/>
                    <a:p>
                      <a:pPr algn="ctr"/>
                      <a:r>
                        <a:rPr lang="en-AU" sz="1200" dirty="0">
                          <a:latin typeface="Arial Narrow" panose="020B0606020202030204" pitchFamily="34" charset="0"/>
                        </a:rPr>
                        <a:t>Low</a:t>
                      </a:r>
                    </a:p>
                  </a:txBody>
                  <a:tcPr/>
                </a:tc>
                <a:extLst>
                  <a:ext uri="{0D108BD9-81ED-4DB2-BD59-A6C34878D82A}">
                    <a16:rowId xmlns:a16="http://schemas.microsoft.com/office/drawing/2014/main" val="791581320"/>
                  </a:ext>
                </a:extLst>
              </a:tr>
              <a:tr h="273000">
                <a:tc>
                  <a:txBody>
                    <a:bodyPr/>
                    <a:lstStyle/>
                    <a:p>
                      <a:pPr algn="ctr"/>
                      <a:r>
                        <a:rPr lang="en-AU" sz="1200" dirty="0">
                          <a:latin typeface="Arial Narrow" panose="020B0606020202030204" pitchFamily="34" charset="0"/>
                        </a:rPr>
                        <a:t>2</a:t>
                      </a:r>
                    </a:p>
                  </a:txBody>
                  <a:tcPr/>
                </a:tc>
                <a:tc>
                  <a:txBody>
                    <a:bodyPr/>
                    <a:lstStyle/>
                    <a:p>
                      <a:pPr algn="ctr"/>
                      <a:r>
                        <a:rPr lang="en-AU" sz="1200" dirty="0">
                          <a:latin typeface="Arial Narrow" panose="020B0606020202030204" pitchFamily="34" charset="0"/>
                        </a:rPr>
                        <a:t>Low</a:t>
                      </a:r>
                    </a:p>
                  </a:txBody>
                  <a:tcPr/>
                </a:tc>
                <a:extLst>
                  <a:ext uri="{0D108BD9-81ED-4DB2-BD59-A6C34878D82A}">
                    <a16:rowId xmlns:a16="http://schemas.microsoft.com/office/drawing/2014/main" val="2251156309"/>
                  </a:ext>
                </a:extLst>
              </a:tr>
              <a:tr h="273000">
                <a:tc>
                  <a:txBody>
                    <a:bodyPr/>
                    <a:lstStyle/>
                    <a:p>
                      <a:pPr algn="ctr"/>
                      <a:r>
                        <a:rPr lang="en-AU" sz="1200" dirty="0">
                          <a:latin typeface="Arial Narrow" panose="020B0606020202030204" pitchFamily="34" charset="0"/>
                        </a:rPr>
                        <a:t>3</a:t>
                      </a:r>
                    </a:p>
                  </a:txBody>
                  <a:tcPr/>
                </a:tc>
                <a:tc>
                  <a:txBody>
                    <a:bodyPr/>
                    <a:lstStyle/>
                    <a:p>
                      <a:pPr algn="ctr"/>
                      <a:r>
                        <a:rPr lang="en-AU" sz="1200" dirty="0">
                          <a:latin typeface="Arial Narrow" panose="020B0606020202030204" pitchFamily="34" charset="0"/>
                        </a:rPr>
                        <a:t>Low</a:t>
                      </a:r>
                    </a:p>
                  </a:txBody>
                  <a:tcPr/>
                </a:tc>
                <a:extLst>
                  <a:ext uri="{0D108BD9-81ED-4DB2-BD59-A6C34878D82A}">
                    <a16:rowId xmlns:a16="http://schemas.microsoft.com/office/drawing/2014/main" val="3704837217"/>
                  </a:ext>
                </a:extLst>
              </a:tr>
              <a:tr h="273000">
                <a:tc>
                  <a:txBody>
                    <a:bodyPr/>
                    <a:lstStyle/>
                    <a:p>
                      <a:pPr algn="ctr"/>
                      <a:r>
                        <a:rPr lang="en-AU" sz="1200" dirty="0">
                          <a:latin typeface="Arial Narrow" panose="020B0606020202030204" pitchFamily="34" charset="0"/>
                        </a:rPr>
                        <a:t>4</a:t>
                      </a:r>
                    </a:p>
                  </a:txBody>
                  <a:tcPr/>
                </a:tc>
                <a:tc>
                  <a:txBody>
                    <a:bodyPr/>
                    <a:lstStyle/>
                    <a:p>
                      <a:pPr algn="ctr"/>
                      <a:r>
                        <a:rPr lang="en-AU" sz="1200" dirty="0">
                          <a:latin typeface="Arial Narrow" panose="020B0606020202030204" pitchFamily="34" charset="0"/>
                        </a:rPr>
                        <a:t>Low</a:t>
                      </a:r>
                    </a:p>
                  </a:txBody>
                  <a:tcPr/>
                </a:tc>
                <a:extLst>
                  <a:ext uri="{0D108BD9-81ED-4DB2-BD59-A6C34878D82A}">
                    <a16:rowId xmlns:a16="http://schemas.microsoft.com/office/drawing/2014/main" val="3731211479"/>
                  </a:ext>
                </a:extLst>
              </a:tr>
              <a:tr h="273000">
                <a:tc>
                  <a:txBody>
                    <a:bodyPr/>
                    <a:lstStyle/>
                    <a:p>
                      <a:pPr algn="ctr"/>
                      <a:r>
                        <a:rPr lang="en-AU" sz="1200" dirty="0">
                          <a:latin typeface="Arial Narrow" panose="020B0606020202030204" pitchFamily="34" charset="0"/>
                        </a:rPr>
                        <a:t>5</a:t>
                      </a:r>
                    </a:p>
                  </a:txBody>
                  <a:tcPr/>
                </a:tc>
                <a:tc>
                  <a:txBody>
                    <a:bodyPr/>
                    <a:lstStyle/>
                    <a:p>
                      <a:pPr algn="ctr"/>
                      <a:r>
                        <a:rPr lang="en-AU" sz="1200" dirty="0">
                          <a:latin typeface="Arial Narrow" panose="020B0606020202030204" pitchFamily="34" charset="0"/>
                        </a:rPr>
                        <a:t>Medium</a:t>
                      </a:r>
                    </a:p>
                  </a:txBody>
                  <a:tcPr/>
                </a:tc>
                <a:extLst>
                  <a:ext uri="{0D108BD9-81ED-4DB2-BD59-A6C34878D82A}">
                    <a16:rowId xmlns:a16="http://schemas.microsoft.com/office/drawing/2014/main" val="3350212457"/>
                  </a:ext>
                </a:extLst>
              </a:tr>
              <a:tr h="273000">
                <a:tc>
                  <a:txBody>
                    <a:bodyPr/>
                    <a:lstStyle/>
                    <a:p>
                      <a:pPr algn="ctr"/>
                      <a:r>
                        <a:rPr lang="en-AU" sz="1200" dirty="0">
                          <a:latin typeface="Arial Narrow" panose="020B0606020202030204" pitchFamily="34" charset="0"/>
                        </a:rPr>
                        <a:t>6</a:t>
                      </a:r>
                    </a:p>
                  </a:txBody>
                  <a:tcPr/>
                </a:tc>
                <a:tc>
                  <a:txBody>
                    <a:bodyPr/>
                    <a:lstStyle/>
                    <a:p>
                      <a:pPr algn="ctr"/>
                      <a:r>
                        <a:rPr kumimoji="0" lang="en-AU" sz="1200" b="0" i="0" u="none" strike="noStrike" kern="1200" cap="none" spc="0" normalizeH="0" baseline="0" noProof="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214438324"/>
                  </a:ext>
                </a:extLst>
              </a:tr>
              <a:tr h="273000">
                <a:tc>
                  <a:txBody>
                    <a:bodyPr/>
                    <a:lstStyle/>
                    <a:p>
                      <a:pPr algn="ctr"/>
                      <a:r>
                        <a:rPr lang="en-AU" sz="1200" dirty="0">
                          <a:latin typeface="Arial Narrow" panose="020B0606020202030204" pitchFamily="34" charset="0"/>
                        </a:rPr>
                        <a:t>7</a:t>
                      </a:r>
                    </a:p>
                  </a:txBody>
                  <a:tcPr/>
                </a:tc>
                <a:tc>
                  <a:txBody>
                    <a:bodyPr/>
                    <a:lstStyle/>
                    <a:p>
                      <a:pPr algn="ctr"/>
                      <a:r>
                        <a:rPr kumimoji="0" lang="en-AU" sz="1200" b="0" i="0" u="none" strike="noStrike" kern="1200" cap="none" spc="0" normalizeH="0" baseline="0" noProof="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155006957"/>
                  </a:ext>
                </a:extLst>
              </a:tr>
              <a:tr h="273000">
                <a:tc>
                  <a:txBody>
                    <a:bodyPr/>
                    <a:lstStyle/>
                    <a:p>
                      <a:pPr algn="ctr"/>
                      <a:r>
                        <a:rPr lang="en-AU" sz="1200" dirty="0">
                          <a:latin typeface="Arial Narrow" panose="020B0606020202030204" pitchFamily="34" charset="0"/>
                        </a:rPr>
                        <a:t>8</a:t>
                      </a:r>
                    </a:p>
                  </a:txBody>
                  <a:tcPr/>
                </a:tc>
                <a:tc>
                  <a:txBody>
                    <a:bodyPr/>
                    <a:lstStyle/>
                    <a:p>
                      <a:pPr algn="ctr"/>
                      <a:r>
                        <a:rPr kumimoji="0" lang="en-AU" sz="1200" b="0" i="0" u="none" strike="noStrike" kern="1200" cap="none" spc="0" normalizeH="0" baseline="0" noProof="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770489226"/>
                  </a:ext>
                </a:extLst>
              </a:tr>
              <a:tr h="273000">
                <a:tc>
                  <a:txBody>
                    <a:bodyPr/>
                    <a:lstStyle/>
                    <a:p>
                      <a:pPr algn="ctr"/>
                      <a:r>
                        <a:rPr lang="en-AU" sz="1200" dirty="0">
                          <a:latin typeface="Arial Narrow" panose="020B0606020202030204" pitchFamily="34" charset="0"/>
                        </a:rPr>
                        <a:t>9</a:t>
                      </a:r>
                    </a:p>
                  </a:txBody>
                  <a:tcPr/>
                </a:tc>
                <a:tc>
                  <a:txBody>
                    <a:bodyPr/>
                    <a:lstStyle/>
                    <a:p>
                      <a:pPr algn="ctr"/>
                      <a:r>
                        <a:rPr kumimoji="0" lang="en-AU" sz="1200" b="0" i="0" u="none" strike="noStrike" kern="1200" cap="none" spc="0" normalizeH="0" baseline="0" noProof="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3306880803"/>
                  </a:ext>
                </a:extLst>
              </a:tr>
              <a:tr h="273000">
                <a:tc>
                  <a:txBody>
                    <a:bodyPr/>
                    <a:lstStyle/>
                    <a:p>
                      <a:pPr algn="ctr"/>
                      <a:r>
                        <a:rPr lang="en-AU" sz="1200" dirty="0">
                          <a:latin typeface="Arial Narrow" panose="020B0606020202030204" pitchFamily="34" charset="0"/>
                        </a:rPr>
                        <a:t>10</a:t>
                      </a:r>
                    </a:p>
                  </a:txBody>
                  <a:tcPr/>
                </a:tc>
                <a:tc>
                  <a:txBody>
                    <a:bodyPr/>
                    <a:lstStyle/>
                    <a:p>
                      <a:pPr algn="ctr"/>
                      <a:r>
                        <a:rPr kumimoji="0" lang="en-AU" sz="1200" b="0" i="0" u="none" strike="noStrike" kern="1200" cap="none" spc="0" normalizeH="0" baseline="0" noProof="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801668499"/>
                  </a:ext>
                </a:extLst>
              </a:tr>
              <a:tr h="273000">
                <a:tc>
                  <a:txBody>
                    <a:bodyPr/>
                    <a:lstStyle/>
                    <a:p>
                      <a:pPr algn="ctr"/>
                      <a:r>
                        <a:rPr lang="en-AU" sz="1200" dirty="0">
                          <a:latin typeface="Arial Narrow" panose="020B0606020202030204" pitchFamily="34" charset="0"/>
                        </a:rPr>
                        <a:t>11</a:t>
                      </a:r>
                    </a:p>
                  </a:txBody>
                  <a:tcPr/>
                </a:tc>
                <a:tc>
                  <a:txBody>
                    <a:bodyPr/>
                    <a:lstStyle/>
                    <a:p>
                      <a:pPr algn="ctr"/>
                      <a:r>
                        <a:rPr kumimoji="0" lang="en-AU" sz="1200" b="0" i="0" u="none" strike="noStrike" kern="1200" cap="none" spc="0" normalizeH="0" baseline="0" noProof="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14725318"/>
                  </a:ext>
                </a:extLst>
              </a:tr>
              <a:tr h="273000">
                <a:tc>
                  <a:txBody>
                    <a:bodyPr/>
                    <a:lstStyle/>
                    <a:p>
                      <a:pPr algn="ctr"/>
                      <a:r>
                        <a:rPr lang="en-AU" sz="1200" dirty="0">
                          <a:latin typeface="Arial Narrow" panose="020B0606020202030204" pitchFamily="34" charset="0"/>
                        </a:rPr>
                        <a:t>12</a:t>
                      </a:r>
                    </a:p>
                  </a:txBody>
                  <a:tcPr/>
                </a:tc>
                <a:tc>
                  <a:txBody>
                    <a:bodyPr/>
                    <a:lstStyle/>
                    <a:p>
                      <a:pPr algn="ctr"/>
                      <a:r>
                        <a:rPr kumimoji="0" lang="en-AU" sz="1200" b="0" i="0" u="none" strike="noStrike" kern="1200" cap="none" spc="0" normalizeH="0" baseline="0" noProof="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2572722690"/>
                  </a:ext>
                </a:extLst>
              </a:tr>
              <a:tr h="273000">
                <a:tc>
                  <a:txBody>
                    <a:bodyPr/>
                    <a:lstStyle/>
                    <a:p>
                      <a:pPr algn="ctr"/>
                      <a:r>
                        <a:rPr lang="en-AU" sz="1200" dirty="0">
                          <a:latin typeface="Arial Narrow" panose="020B0606020202030204" pitchFamily="34" charset="0"/>
                        </a:rPr>
                        <a:t>13</a:t>
                      </a:r>
                    </a:p>
                  </a:txBody>
                  <a:tcPr/>
                </a:tc>
                <a:tc>
                  <a:txBody>
                    <a:bodyPr/>
                    <a:lstStyle/>
                    <a:p>
                      <a:pPr algn="ctr"/>
                      <a:r>
                        <a:rPr kumimoji="0" lang="en-AU" sz="1200" b="0" i="0" u="none" strike="noStrike" kern="1200" cap="none" spc="0" normalizeH="0" baseline="0" noProof="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3262827402"/>
                  </a:ext>
                </a:extLst>
              </a:tr>
              <a:tr h="273000">
                <a:tc>
                  <a:txBody>
                    <a:bodyPr/>
                    <a:lstStyle/>
                    <a:p>
                      <a:pPr algn="ctr"/>
                      <a:r>
                        <a:rPr lang="en-AU" sz="1200" dirty="0">
                          <a:latin typeface="Arial Narrow" panose="020B0606020202030204" pitchFamily="34" charset="0"/>
                        </a:rPr>
                        <a:t>14</a:t>
                      </a:r>
                    </a:p>
                  </a:txBody>
                  <a:tcPr/>
                </a:tc>
                <a:tc>
                  <a:txBody>
                    <a:bodyPr/>
                    <a:lstStyle/>
                    <a:p>
                      <a:pPr algn="ctr"/>
                      <a:r>
                        <a:rPr kumimoji="0" lang="en-AU" sz="12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Medium</a:t>
                      </a:r>
                      <a:endParaRPr lang="en-AU" sz="1200" dirty="0">
                        <a:latin typeface="Arial Narrow" panose="020B0606020202030204" pitchFamily="34" charset="0"/>
                      </a:endParaRPr>
                    </a:p>
                  </a:txBody>
                  <a:tcPr/>
                </a:tc>
                <a:extLst>
                  <a:ext uri="{0D108BD9-81ED-4DB2-BD59-A6C34878D82A}">
                    <a16:rowId xmlns:a16="http://schemas.microsoft.com/office/drawing/2014/main" val="2411680277"/>
                  </a:ext>
                </a:extLst>
              </a:tr>
              <a:tr h="273000">
                <a:tc>
                  <a:txBody>
                    <a:bodyPr/>
                    <a:lstStyle/>
                    <a:p>
                      <a:pPr algn="ctr"/>
                      <a:r>
                        <a:rPr lang="en-AU" sz="1200" dirty="0">
                          <a:latin typeface="Arial Narrow" panose="020B0606020202030204" pitchFamily="34" charset="0"/>
                        </a:rPr>
                        <a:t>15</a:t>
                      </a:r>
                    </a:p>
                  </a:txBody>
                  <a:tcPr/>
                </a:tc>
                <a:tc>
                  <a:txBody>
                    <a:bodyPr/>
                    <a:lstStyle/>
                    <a:p>
                      <a:pPr algn="ctr"/>
                      <a:r>
                        <a:rPr lang="en-AU" sz="1200" dirty="0">
                          <a:latin typeface="Arial Narrow" panose="020B0606020202030204" pitchFamily="34" charset="0"/>
                        </a:rPr>
                        <a:t>High</a:t>
                      </a:r>
                    </a:p>
                  </a:txBody>
                  <a:tcPr/>
                </a:tc>
                <a:extLst>
                  <a:ext uri="{0D108BD9-81ED-4DB2-BD59-A6C34878D82A}">
                    <a16:rowId xmlns:a16="http://schemas.microsoft.com/office/drawing/2014/main" val="3510307559"/>
                  </a:ext>
                </a:extLst>
              </a:tr>
              <a:tr h="273000">
                <a:tc>
                  <a:txBody>
                    <a:bodyPr/>
                    <a:lstStyle/>
                    <a:p>
                      <a:pPr algn="ctr"/>
                      <a:r>
                        <a:rPr lang="en-AU" sz="1200" dirty="0">
                          <a:latin typeface="Arial Narrow" panose="020B0606020202030204" pitchFamily="34" charset="0"/>
                        </a:rPr>
                        <a:t>16</a:t>
                      </a:r>
                    </a:p>
                  </a:txBody>
                  <a:tcPr/>
                </a:tc>
                <a:tc>
                  <a:txBody>
                    <a:bodyPr/>
                    <a:lstStyle/>
                    <a:p>
                      <a:pPr algn="ctr"/>
                      <a:r>
                        <a:rPr lang="en-AU" sz="1200" dirty="0">
                          <a:latin typeface="Arial Narrow" panose="020B0606020202030204" pitchFamily="34" charset="0"/>
                        </a:rPr>
                        <a:t>High</a:t>
                      </a:r>
                    </a:p>
                  </a:txBody>
                  <a:tcPr/>
                </a:tc>
                <a:extLst>
                  <a:ext uri="{0D108BD9-81ED-4DB2-BD59-A6C34878D82A}">
                    <a16:rowId xmlns:a16="http://schemas.microsoft.com/office/drawing/2014/main" val="4210738069"/>
                  </a:ext>
                </a:extLst>
              </a:tr>
              <a:tr h="273000">
                <a:tc>
                  <a:txBody>
                    <a:bodyPr/>
                    <a:lstStyle/>
                    <a:p>
                      <a:pPr algn="ctr"/>
                      <a:r>
                        <a:rPr lang="en-AU" sz="1200" dirty="0">
                          <a:latin typeface="Arial Narrow" panose="020B0606020202030204" pitchFamily="34" charset="0"/>
                        </a:rPr>
                        <a:t>17</a:t>
                      </a:r>
                    </a:p>
                  </a:txBody>
                  <a:tcPr/>
                </a:tc>
                <a:tc>
                  <a:txBody>
                    <a:bodyPr/>
                    <a:lstStyle/>
                    <a:p>
                      <a:pPr algn="ctr"/>
                      <a:r>
                        <a:rPr lang="en-AU" sz="1200" dirty="0">
                          <a:latin typeface="Arial Narrow" panose="020B0606020202030204" pitchFamily="34" charset="0"/>
                        </a:rPr>
                        <a:t>High</a:t>
                      </a:r>
                    </a:p>
                  </a:txBody>
                  <a:tcPr/>
                </a:tc>
                <a:extLst>
                  <a:ext uri="{0D108BD9-81ED-4DB2-BD59-A6C34878D82A}">
                    <a16:rowId xmlns:a16="http://schemas.microsoft.com/office/drawing/2014/main" val="4242280977"/>
                  </a:ext>
                </a:extLst>
              </a:tr>
            </a:tbl>
          </a:graphicData>
        </a:graphic>
      </p:graphicFrame>
      <p:sp>
        <p:nvSpPr>
          <p:cNvPr id="70" name="Rectangle 69">
            <a:extLst>
              <a:ext uri="{FF2B5EF4-FFF2-40B4-BE49-F238E27FC236}">
                <a16:creationId xmlns:a16="http://schemas.microsoft.com/office/drawing/2014/main" id="{2B193DB2-EA2F-4C27-B44F-2F5BDED079BD}"/>
              </a:ext>
            </a:extLst>
          </p:cNvPr>
          <p:cNvSpPr/>
          <p:nvPr/>
        </p:nvSpPr>
        <p:spPr>
          <a:xfrm>
            <a:off x="9199996" y="2281166"/>
            <a:ext cx="2691246" cy="27743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039910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Describing Data Distributions</a:t>
            </a:r>
          </a:p>
        </p:txBody>
      </p:sp>
      <p:sp>
        <p:nvSpPr>
          <p:cNvPr id="7" name="Rectangle 6">
            <a:extLst>
              <a:ext uri="{FF2B5EF4-FFF2-40B4-BE49-F238E27FC236}">
                <a16:creationId xmlns:a16="http://schemas.microsoft.com/office/drawing/2014/main" id="{82B3312D-000F-4C66-9BD7-28143E5BE514}"/>
              </a:ext>
            </a:extLst>
          </p:cNvPr>
          <p:cNvSpPr/>
          <p:nvPr/>
        </p:nvSpPr>
        <p:spPr>
          <a:xfrm>
            <a:off x="4225323" y="1194955"/>
            <a:ext cx="7768204" cy="1111827"/>
          </a:xfrm>
          <a:prstGeom prst="rect">
            <a:avLst/>
          </a:prstGeom>
          <a:no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rial Narrow" panose="020B0606020202030204" pitchFamily="34" charset="0"/>
              </a:rPr>
              <a:t>When the mean is lower than the median, the data generally displays negative skewness. This is often due to a few small values in the left tail of the distribution.</a:t>
            </a:r>
          </a:p>
        </p:txBody>
      </p:sp>
      <p:pic>
        <p:nvPicPr>
          <p:cNvPr id="8" name="Picture 7">
            <a:extLst>
              <a:ext uri="{FF2B5EF4-FFF2-40B4-BE49-F238E27FC236}">
                <a16:creationId xmlns:a16="http://schemas.microsoft.com/office/drawing/2014/main" id="{42D3A573-1FDA-4AF2-ABA1-D8A5761FA793}"/>
              </a:ext>
            </a:extLst>
          </p:cNvPr>
          <p:cNvPicPr>
            <a:picLocks noChangeAspect="1"/>
          </p:cNvPicPr>
          <p:nvPr/>
        </p:nvPicPr>
        <p:blipFill>
          <a:blip r:embed="rId3"/>
          <a:stretch>
            <a:fillRect/>
          </a:stretch>
        </p:blipFill>
        <p:spPr>
          <a:xfrm>
            <a:off x="356898" y="1040023"/>
            <a:ext cx="3711102" cy="4979217"/>
          </a:xfrm>
          <a:prstGeom prst="rect">
            <a:avLst/>
          </a:prstGeom>
        </p:spPr>
      </p:pic>
      <p:sp>
        <p:nvSpPr>
          <p:cNvPr id="9" name="Rectangle 8">
            <a:extLst>
              <a:ext uri="{FF2B5EF4-FFF2-40B4-BE49-F238E27FC236}">
                <a16:creationId xmlns:a16="http://schemas.microsoft.com/office/drawing/2014/main" id="{2637A3AC-F4DC-4AF9-9C66-B9C12C2ECD6D}"/>
              </a:ext>
            </a:extLst>
          </p:cNvPr>
          <p:cNvSpPr/>
          <p:nvPr/>
        </p:nvSpPr>
        <p:spPr>
          <a:xfrm>
            <a:off x="4225323" y="2973717"/>
            <a:ext cx="7768204" cy="1111827"/>
          </a:xfrm>
          <a:prstGeom prst="rect">
            <a:avLst/>
          </a:prstGeom>
          <a:no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rial Narrow" panose="020B0606020202030204" pitchFamily="34" charset="0"/>
              </a:rPr>
              <a:t>When the mean is approximately equal to the median, the data displays a symmetrical distribution. There is approximately equal number of small and large values the decrease in frequency from the center of the data.</a:t>
            </a:r>
          </a:p>
        </p:txBody>
      </p:sp>
      <p:sp>
        <p:nvSpPr>
          <p:cNvPr id="10" name="Rectangle 9">
            <a:extLst>
              <a:ext uri="{FF2B5EF4-FFF2-40B4-BE49-F238E27FC236}">
                <a16:creationId xmlns:a16="http://schemas.microsoft.com/office/drawing/2014/main" id="{A95502D5-605C-4DE1-9E72-E22381DFDE2F}"/>
              </a:ext>
            </a:extLst>
          </p:cNvPr>
          <p:cNvSpPr/>
          <p:nvPr/>
        </p:nvSpPr>
        <p:spPr>
          <a:xfrm>
            <a:off x="4225323" y="4752479"/>
            <a:ext cx="7768204" cy="1111827"/>
          </a:xfrm>
          <a:prstGeom prst="rect">
            <a:avLst/>
          </a:prstGeom>
          <a:no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rial Narrow" panose="020B0606020202030204" pitchFamily="34" charset="0"/>
              </a:rPr>
              <a:t>When the mean is larger than the Median, the data generally displays positive skewness. This is often due to a few large values in the right tail of the distribution.</a:t>
            </a:r>
          </a:p>
        </p:txBody>
      </p:sp>
    </p:spTree>
    <p:extLst>
      <p:ext uri="{BB962C8B-B14F-4D97-AF65-F5344CB8AC3E}">
        <p14:creationId xmlns:p14="http://schemas.microsoft.com/office/powerpoint/2010/main" val="10039716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Measures of Spread: The Range</a:t>
            </a:r>
          </a:p>
        </p:txBody>
      </p:sp>
      <p:sp>
        <p:nvSpPr>
          <p:cNvPr id="43" name="Visual card">
            <a:extLst>
              <a:ext uri="{FF2B5EF4-FFF2-40B4-BE49-F238E27FC236}">
                <a16:creationId xmlns:a16="http://schemas.microsoft.com/office/drawing/2014/main" id="{69A8A8E9-2BCA-4A04-B64C-CEA3E2D76B9F}"/>
              </a:ext>
            </a:extLst>
          </p:cNvPr>
          <p:cNvSpPr/>
          <p:nvPr/>
        </p:nvSpPr>
        <p:spPr>
          <a:xfrm>
            <a:off x="8189595" y="1118530"/>
            <a:ext cx="3611880" cy="3566160"/>
          </a:xfrm>
          <a:prstGeom prst="roundRect">
            <a:avLst>
              <a:gd name="adj" fmla="val 3077"/>
            </a:avLst>
          </a:prstGeom>
          <a:solidFill>
            <a:srgbClr val="EAF4F5"/>
          </a:solidFill>
          <a:ln/>
        </p:spPr>
      </p:sp>
      <p:sp>
        <p:nvSpPr>
          <p:cNvPr id="44" name="Text 3">
            <a:extLst>
              <a:ext uri="{FF2B5EF4-FFF2-40B4-BE49-F238E27FC236}">
                <a16:creationId xmlns:a16="http://schemas.microsoft.com/office/drawing/2014/main" id="{223E4926-F6D6-4394-BBF5-F8AC914C37EA}"/>
              </a:ext>
            </a:extLst>
          </p:cNvPr>
          <p:cNvSpPr txBox="1"/>
          <p:nvPr/>
        </p:nvSpPr>
        <p:spPr>
          <a:xfrm>
            <a:off x="8326755" y="1255690"/>
            <a:ext cx="3337560" cy="2743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55616B"/>
                </a:solidFill>
                <a:effectLst/>
                <a:uLnTx/>
                <a:uFillTx/>
              </a:rPr>
              <a:t>Quiz scores (out of 12), n = 8</a:t>
            </a:r>
            <a:endParaRPr kumimoji="0" lang="en-US" sz="1100" b="0" i="0" u="none" strike="noStrike" kern="0" cap="none" spc="0" normalizeH="0" baseline="0" noProof="0" dirty="0">
              <a:ln>
                <a:noFill/>
              </a:ln>
              <a:solidFill>
                <a:srgbClr val="1B2A41"/>
              </a:solidFill>
              <a:effectLst/>
              <a:uLnTx/>
              <a:uFillTx/>
            </a:endParaRPr>
          </a:p>
        </p:txBody>
      </p:sp>
      <p:sp>
        <p:nvSpPr>
          <p:cNvPr id="45" name="Line">
            <a:extLst>
              <a:ext uri="{FF2B5EF4-FFF2-40B4-BE49-F238E27FC236}">
                <a16:creationId xmlns:a16="http://schemas.microsoft.com/office/drawing/2014/main" id="{DD1EF746-F3EF-483A-832C-791A27BD1729}"/>
              </a:ext>
            </a:extLst>
          </p:cNvPr>
          <p:cNvSpPr/>
          <p:nvPr/>
        </p:nvSpPr>
        <p:spPr>
          <a:xfrm>
            <a:off x="8868864" y="2444410"/>
            <a:ext cx="2253343" cy="0"/>
          </a:xfrm>
          <a:prstGeom prst="line">
            <a:avLst/>
          </a:prstGeom>
          <a:noFill/>
          <a:ln w="25400">
            <a:solidFill>
              <a:srgbClr val="E8590C"/>
            </a:solidFill>
            <a:prstDash val="solid"/>
            <a:headEnd type="triangle"/>
            <a:tailEnd type="triangle"/>
          </a:ln>
        </p:spPr>
      </p:sp>
      <p:sp>
        <p:nvSpPr>
          <p:cNvPr id="46" name="Line">
            <a:extLst>
              <a:ext uri="{FF2B5EF4-FFF2-40B4-BE49-F238E27FC236}">
                <a16:creationId xmlns:a16="http://schemas.microsoft.com/office/drawing/2014/main" id="{51DE99A3-1C86-4463-820A-D7F1EB7336B5}"/>
              </a:ext>
            </a:extLst>
          </p:cNvPr>
          <p:cNvSpPr/>
          <p:nvPr/>
        </p:nvSpPr>
        <p:spPr>
          <a:xfrm>
            <a:off x="8868864" y="2444410"/>
            <a:ext cx="0" cy="685800"/>
          </a:xfrm>
          <a:prstGeom prst="line">
            <a:avLst/>
          </a:prstGeom>
          <a:noFill/>
          <a:ln w="12700">
            <a:solidFill>
              <a:srgbClr val="E8590C"/>
            </a:solidFill>
            <a:prstDash val="dash"/>
          </a:ln>
        </p:spPr>
      </p:sp>
      <p:sp>
        <p:nvSpPr>
          <p:cNvPr id="47" name="Line">
            <a:extLst>
              <a:ext uri="{FF2B5EF4-FFF2-40B4-BE49-F238E27FC236}">
                <a16:creationId xmlns:a16="http://schemas.microsoft.com/office/drawing/2014/main" id="{9714C4A4-0B41-4044-B6D8-6C739A77E2A9}"/>
              </a:ext>
            </a:extLst>
          </p:cNvPr>
          <p:cNvSpPr/>
          <p:nvPr/>
        </p:nvSpPr>
        <p:spPr>
          <a:xfrm>
            <a:off x="11122206" y="2444410"/>
            <a:ext cx="0" cy="685800"/>
          </a:xfrm>
          <a:prstGeom prst="line">
            <a:avLst/>
          </a:prstGeom>
          <a:noFill/>
          <a:ln w="12700">
            <a:solidFill>
              <a:srgbClr val="E8590C"/>
            </a:solidFill>
            <a:prstDash val="dash"/>
          </a:ln>
        </p:spPr>
      </p:sp>
      <p:sp>
        <p:nvSpPr>
          <p:cNvPr id="48" name="Text 7">
            <a:extLst>
              <a:ext uri="{FF2B5EF4-FFF2-40B4-BE49-F238E27FC236}">
                <a16:creationId xmlns:a16="http://schemas.microsoft.com/office/drawing/2014/main" id="{C2FDB5D0-BD63-4B53-9542-9A964682B26C}"/>
              </a:ext>
            </a:extLst>
          </p:cNvPr>
          <p:cNvSpPr txBox="1"/>
          <p:nvPr/>
        </p:nvSpPr>
        <p:spPr>
          <a:xfrm>
            <a:off x="8715375" y="2032930"/>
            <a:ext cx="2560320" cy="32004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E8590C"/>
                </a:solidFill>
                <a:effectLst/>
                <a:uLnTx/>
                <a:uFillTx/>
              </a:rPr>
              <a:t>Range = 12 − 2 = 10</a:t>
            </a:r>
            <a:endParaRPr kumimoji="0" lang="en-US" sz="1400" b="0" i="0" u="none" strike="noStrike" kern="0" cap="none" spc="0" normalizeH="0" baseline="0" noProof="0" dirty="0">
              <a:ln>
                <a:noFill/>
              </a:ln>
              <a:solidFill>
                <a:srgbClr val="1B2A41"/>
              </a:solidFill>
              <a:effectLst/>
              <a:uLnTx/>
              <a:uFillTx/>
            </a:endParaRPr>
          </a:p>
        </p:txBody>
      </p:sp>
      <p:sp>
        <p:nvSpPr>
          <p:cNvPr id="49" name="Line">
            <a:extLst>
              <a:ext uri="{FF2B5EF4-FFF2-40B4-BE49-F238E27FC236}">
                <a16:creationId xmlns:a16="http://schemas.microsoft.com/office/drawing/2014/main" id="{4FF0C270-981A-4974-A444-97EA98243EB0}"/>
              </a:ext>
            </a:extLst>
          </p:cNvPr>
          <p:cNvSpPr/>
          <p:nvPr/>
        </p:nvSpPr>
        <p:spPr>
          <a:xfrm>
            <a:off x="8418195" y="3221650"/>
            <a:ext cx="3154680" cy="0"/>
          </a:xfrm>
          <a:prstGeom prst="line">
            <a:avLst/>
          </a:prstGeom>
          <a:noFill/>
          <a:ln w="15875">
            <a:solidFill>
              <a:srgbClr val="55616B"/>
            </a:solidFill>
            <a:prstDash val="solid"/>
          </a:ln>
        </p:spPr>
      </p:sp>
      <p:sp>
        <p:nvSpPr>
          <p:cNvPr id="50" name="Line">
            <a:extLst>
              <a:ext uri="{FF2B5EF4-FFF2-40B4-BE49-F238E27FC236}">
                <a16:creationId xmlns:a16="http://schemas.microsoft.com/office/drawing/2014/main" id="{72FCF5EA-57FE-45B1-B1AD-31ADD4B2E56E}"/>
              </a:ext>
            </a:extLst>
          </p:cNvPr>
          <p:cNvSpPr/>
          <p:nvPr/>
        </p:nvSpPr>
        <p:spPr>
          <a:xfrm>
            <a:off x="8418195" y="3221650"/>
            <a:ext cx="0" cy="54864"/>
          </a:xfrm>
          <a:prstGeom prst="line">
            <a:avLst/>
          </a:prstGeom>
          <a:noFill/>
          <a:ln w="12700">
            <a:solidFill>
              <a:srgbClr val="55616B"/>
            </a:solidFill>
            <a:prstDash val="solid"/>
          </a:ln>
        </p:spPr>
      </p:sp>
      <p:sp>
        <p:nvSpPr>
          <p:cNvPr id="51" name="Text 10">
            <a:extLst>
              <a:ext uri="{FF2B5EF4-FFF2-40B4-BE49-F238E27FC236}">
                <a16:creationId xmlns:a16="http://schemas.microsoft.com/office/drawing/2014/main" id="{273F54FC-1D27-4322-95D9-112F3E8B3C5C}"/>
              </a:ext>
            </a:extLst>
          </p:cNvPr>
          <p:cNvSpPr txBox="1"/>
          <p:nvPr/>
        </p:nvSpPr>
        <p:spPr>
          <a:xfrm>
            <a:off x="8235315" y="329480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0</a:t>
            </a:r>
          </a:p>
        </p:txBody>
      </p:sp>
      <p:sp>
        <p:nvSpPr>
          <p:cNvPr id="52" name="Line">
            <a:extLst>
              <a:ext uri="{FF2B5EF4-FFF2-40B4-BE49-F238E27FC236}">
                <a16:creationId xmlns:a16="http://schemas.microsoft.com/office/drawing/2014/main" id="{72F6B31D-4AB6-47EF-81F6-FE28D0BC60D0}"/>
              </a:ext>
            </a:extLst>
          </p:cNvPr>
          <p:cNvSpPr/>
          <p:nvPr/>
        </p:nvSpPr>
        <p:spPr>
          <a:xfrm>
            <a:off x="8868864" y="3221650"/>
            <a:ext cx="0" cy="54864"/>
          </a:xfrm>
          <a:prstGeom prst="line">
            <a:avLst/>
          </a:prstGeom>
          <a:noFill/>
          <a:ln w="12700">
            <a:solidFill>
              <a:srgbClr val="55616B"/>
            </a:solidFill>
            <a:prstDash val="solid"/>
          </a:ln>
        </p:spPr>
      </p:sp>
      <p:sp>
        <p:nvSpPr>
          <p:cNvPr id="53" name="Text 12">
            <a:extLst>
              <a:ext uri="{FF2B5EF4-FFF2-40B4-BE49-F238E27FC236}">
                <a16:creationId xmlns:a16="http://schemas.microsoft.com/office/drawing/2014/main" id="{69B971AB-B962-405C-BD3F-8E51BA1BD0F8}"/>
              </a:ext>
            </a:extLst>
          </p:cNvPr>
          <p:cNvSpPr txBox="1"/>
          <p:nvPr/>
        </p:nvSpPr>
        <p:spPr>
          <a:xfrm>
            <a:off x="8685984" y="329480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2</a:t>
            </a:r>
          </a:p>
        </p:txBody>
      </p:sp>
      <p:sp>
        <p:nvSpPr>
          <p:cNvPr id="54" name="Line">
            <a:extLst>
              <a:ext uri="{FF2B5EF4-FFF2-40B4-BE49-F238E27FC236}">
                <a16:creationId xmlns:a16="http://schemas.microsoft.com/office/drawing/2014/main" id="{35D82957-981A-4305-9039-4258010C94D6}"/>
              </a:ext>
            </a:extLst>
          </p:cNvPr>
          <p:cNvSpPr/>
          <p:nvPr/>
        </p:nvSpPr>
        <p:spPr>
          <a:xfrm>
            <a:off x="9319532" y="3221650"/>
            <a:ext cx="0" cy="54864"/>
          </a:xfrm>
          <a:prstGeom prst="line">
            <a:avLst/>
          </a:prstGeom>
          <a:noFill/>
          <a:ln w="12700">
            <a:solidFill>
              <a:srgbClr val="55616B"/>
            </a:solidFill>
            <a:prstDash val="solid"/>
          </a:ln>
        </p:spPr>
      </p:sp>
      <p:sp>
        <p:nvSpPr>
          <p:cNvPr id="55" name="Text 14">
            <a:extLst>
              <a:ext uri="{FF2B5EF4-FFF2-40B4-BE49-F238E27FC236}">
                <a16:creationId xmlns:a16="http://schemas.microsoft.com/office/drawing/2014/main" id="{299B7BDC-9094-421D-A164-7890B3EFF742}"/>
              </a:ext>
            </a:extLst>
          </p:cNvPr>
          <p:cNvSpPr txBox="1"/>
          <p:nvPr/>
        </p:nvSpPr>
        <p:spPr>
          <a:xfrm>
            <a:off x="9136652" y="329480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4</a:t>
            </a:r>
          </a:p>
        </p:txBody>
      </p:sp>
      <p:sp>
        <p:nvSpPr>
          <p:cNvPr id="56" name="Line">
            <a:extLst>
              <a:ext uri="{FF2B5EF4-FFF2-40B4-BE49-F238E27FC236}">
                <a16:creationId xmlns:a16="http://schemas.microsoft.com/office/drawing/2014/main" id="{892F4DEE-9B55-4C7D-B71F-366562709D6B}"/>
              </a:ext>
            </a:extLst>
          </p:cNvPr>
          <p:cNvSpPr/>
          <p:nvPr/>
        </p:nvSpPr>
        <p:spPr>
          <a:xfrm>
            <a:off x="9770201" y="3221650"/>
            <a:ext cx="0" cy="54864"/>
          </a:xfrm>
          <a:prstGeom prst="line">
            <a:avLst/>
          </a:prstGeom>
          <a:noFill/>
          <a:ln w="12700">
            <a:solidFill>
              <a:srgbClr val="55616B"/>
            </a:solidFill>
            <a:prstDash val="solid"/>
          </a:ln>
        </p:spPr>
      </p:sp>
      <p:sp>
        <p:nvSpPr>
          <p:cNvPr id="57" name="Text 16">
            <a:extLst>
              <a:ext uri="{FF2B5EF4-FFF2-40B4-BE49-F238E27FC236}">
                <a16:creationId xmlns:a16="http://schemas.microsoft.com/office/drawing/2014/main" id="{DEC672AE-64FF-4642-B1FC-E2C95F53B6D5}"/>
              </a:ext>
            </a:extLst>
          </p:cNvPr>
          <p:cNvSpPr txBox="1"/>
          <p:nvPr/>
        </p:nvSpPr>
        <p:spPr>
          <a:xfrm>
            <a:off x="9587321" y="329480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6</a:t>
            </a:r>
          </a:p>
        </p:txBody>
      </p:sp>
      <p:sp>
        <p:nvSpPr>
          <p:cNvPr id="58" name="Line">
            <a:extLst>
              <a:ext uri="{FF2B5EF4-FFF2-40B4-BE49-F238E27FC236}">
                <a16:creationId xmlns:a16="http://schemas.microsoft.com/office/drawing/2014/main" id="{4EFF00FD-0982-4A9F-AB93-865554600B3D}"/>
              </a:ext>
            </a:extLst>
          </p:cNvPr>
          <p:cNvSpPr/>
          <p:nvPr/>
        </p:nvSpPr>
        <p:spPr>
          <a:xfrm>
            <a:off x="10220869" y="3221650"/>
            <a:ext cx="0" cy="54864"/>
          </a:xfrm>
          <a:prstGeom prst="line">
            <a:avLst/>
          </a:prstGeom>
          <a:noFill/>
          <a:ln w="12700">
            <a:solidFill>
              <a:srgbClr val="55616B"/>
            </a:solidFill>
            <a:prstDash val="solid"/>
          </a:ln>
        </p:spPr>
      </p:sp>
      <p:sp>
        <p:nvSpPr>
          <p:cNvPr id="59" name="Text 18">
            <a:extLst>
              <a:ext uri="{FF2B5EF4-FFF2-40B4-BE49-F238E27FC236}">
                <a16:creationId xmlns:a16="http://schemas.microsoft.com/office/drawing/2014/main" id="{E680563A-8D5B-4A81-A4F0-780F2074A871}"/>
              </a:ext>
            </a:extLst>
          </p:cNvPr>
          <p:cNvSpPr txBox="1"/>
          <p:nvPr/>
        </p:nvSpPr>
        <p:spPr>
          <a:xfrm>
            <a:off x="10037989" y="329480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8</a:t>
            </a:r>
          </a:p>
        </p:txBody>
      </p:sp>
      <p:sp>
        <p:nvSpPr>
          <p:cNvPr id="60" name="Line">
            <a:extLst>
              <a:ext uri="{FF2B5EF4-FFF2-40B4-BE49-F238E27FC236}">
                <a16:creationId xmlns:a16="http://schemas.microsoft.com/office/drawing/2014/main" id="{55234845-2072-478F-BC9B-8256B43949B1}"/>
              </a:ext>
            </a:extLst>
          </p:cNvPr>
          <p:cNvSpPr/>
          <p:nvPr/>
        </p:nvSpPr>
        <p:spPr>
          <a:xfrm>
            <a:off x="10671538" y="3221650"/>
            <a:ext cx="0" cy="54864"/>
          </a:xfrm>
          <a:prstGeom prst="line">
            <a:avLst/>
          </a:prstGeom>
          <a:noFill/>
          <a:ln w="12700">
            <a:solidFill>
              <a:srgbClr val="55616B"/>
            </a:solidFill>
            <a:prstDash val="solid"/>
          </a:ln>
        </p:spPr>
      </p:sp>
      <p:sp>
        <p:nvSpPr>
          <p:cNvPr id="61" name="Text 20">
            <a:extLst>
              <a:ext uri="{FF2B5EF4-FFF2-40B4-BE49-F238E27FC236}">
                <a16:creationId xmlns:a16="http://schemas.microsoft.com/office/drawing/2014/main" id="{E51522CB-1684-497D-84DC-562E92C90835}"/>
              </a:ext>
            </a:extLst>
          </p:cNvPr>
          <p:cNvSpPr txBox="1"/>
          <p:nvPr/>
        </p:nvSpPr>
        <p:spPr>
          <a:xfrm>
            <a:off x="10488658" y="329480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10</a:t>
            </a:r>
          </a:p>
        </p:txBody>
      </p:sp>
      <p:sp>
        <p:nvSpPr>
          <p:cNvPr id="62" name="Line">
            <a:extLst>
              <a:ext uri="{FF2B5EF4-FFF2-40B4-BE49-F238E27FC236}">
                <a16:creationId xmlns:a16="http://schemas.microsoft.com/office/drawing/2014/main" id="{EE7AC28F-A440-4B68-8197-96B3EDF1072C}"/>
              </a:ext>
            </a:extLst>
          </p:cNvPr>
          <p:cNvSpPr/>
          <p:nvPr/>
        </p:nvSpPr>
        <p:spPr>
          <a:xfrm>
            <a:off x="11122206" y="3221650"/>
            <a:ext cx="0" cy="54864"/>
          </a:xfrm>
          <a:prstGeom prst="line">
            <a:avLst/>
          </a:prstGeom>
          <a:noFill/>
          <a:ln w="12700">
            <a:solidFill>
              <a:srgbClr val="55616B"/>
            </a:solidFill>
            <a:prstDash val="solid"/>
          </a:ln>
        </p:spPr>
      </p:sp>
      <p:sp>
        <p:nvSpPr>
          <p:cNvPr id="63" name="Text 22">
            <a:extLst>
              <a:ext uri="{FF2B5EF4-FFF2-40B4-BE49-F238E27FC236}">
                <a16:creationId xmlns:a16="http://schemas.microsoft.com/office/drawing/2014/main" id="{65DE6682-C0B1-4C3C-8EBE-0575D02094DB}"/>
              </a:ext>
            </a:extLst>
          </p:cNvPr>
          <p:cNvSpPr txBox="1"/>
          <p:nvPr/>
        </p:nvSpPr>
        <p:spPr>
          <a:xfrm>
            <a:off x="10939326" y="329480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12</a:t>
            </a:r>
          </a:p>
        </p:txBody>
      </p:sp>
      <p:sp>
        <p:nvSpPr>
          <p:cNvPr id="64" name="Line">
            <a:extLst>
              <a:ext uri="{FF2B5EF4-FFF2-40B4-BE49-F238E27FC236}">
                <a16:creationId xmlns:a16="http://schemas.microsoft.com/office/drawing/2014/main" id="{9ADF1E88-C075-43C4-96EF-7A690D892063}"/>
              </a:ext>
            </a:extLst>
          </p:cNvPr>
          <p:cNvSpPr/>
          <p:nvPr/>
        </p:nvSpPr>
        <p:spPr>
          <a:xfrm>
            <a:off x="11572875" y="3221650"/>
            <a:ext cx="0" cy="54864"/>
          </a:xfrm>
          <a:prstGeom prst="line">
            <a:avLst/>
          </a:prstGeom>
          <a:noFill/>
          <a:ln w="12700">
            <a:solidFill>
              <a:srgbClr val="55616B"/>
            </a:solidFill>
            <a:prstDash val="solid"/>
          </a:ln>
        </p:spPr>
      </p:sp>
      <p:sp>
        <p:nvSpPr>
          <p:cNvPr id="65" name="Text 24">
            <a:extLst>
              <a:ext uri="{FF2B5EF4-FFF2-40B4-BE49-F238E27FC236}">
                <a16:creationId xmlns:a16="http://schemas.microsoft.com/office/drawing/2014/main" id="{BFC997B9-45EC-4D2D-932B-FAAA278897E8}"/>
              </a:ext>
            </a:extLst>
          </p:cNvPr>
          <p:cNvSpPr txBox="1"/>
          <p:nvPr/>
        </p:nvSpPr>
        <p:spPr>
          <a:xfrm>
            <a:off x="11389995" y="329480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14</a:t>
            </a:r>
          </a:p>
        </p:txBody>
      </p:sp>
      <p:sp>
        <p:nvSpPr>
          <p:cNvPr id="66" name="Data point 2">
            <a:extLst>
              <a:ext uri="{FF2B5EF4-FFF2-40B4-BE49-F238E27FC236}">
                <a16:creationId xmlns:a16="http://schemas.microsoft.com/office/drawing/2014/main" id="{2D555CD5-9E67-43C4-AD88-4D62E69C0220}"/>
              </a:ext>
            </a:extLst>
          </p:cNvPr>
          <p:cNvSpPr/>
          <p:nvPr/>
        </p:nvSpPr>
        <p:spPr>
          <a:xfrm>
            <a:off x="8786568" y="3139354"/>
            <a:ext cx="164592" cy="164592"/>
          </a:xfrm>
          <a:prstGeom prst="ellipse">
            <a:avLst/>
          </a:prstGeom>
          <a:solidFill>
            <a:srgbClr val="E8590C"/>
          </a:solidFill>
          <a:ln w="12700">
            <a:solidFill>
              <a:srgbClr val="FFFFFF"/>
            </a:solidFill>
            <a:prstDash val="solid"/>
          </a:ln>
        </p:spPr>
      </p:sp>
      <p:sp>
        <p:nvSpPr>
          <p:cNvPr id="67" name="Data point 4">
            <a:extLst>
              <a:ext uri="{FF2B5EF4-FFF2-40B4-BE49-F238E27FC236}">
                <a16:creationId xmlns:a16="http://schemas.microsoft.com/office/drawing/2014/main" id="{8267ADF9-1A1B-4E29-AA2B-DA6A710341EA}"/>
              </a:ext>
            </a:extLst>
          </p:cNvPr>
          <p:cNvSpPr/>
          <p:nvPr/>
        </p:nvSpPr>
        <p:spPr>
          <a:xfrm>
            <a:off x="9237236" y="3139354"/>
            <a:ext cx="164592" cy="164592"/>
          </a:xfrm>
          <a:prstGeom prst="ellipse">
            <a:avLst/>
          </a:prstGeom>
          <a:solidFill>
            <a:srgbClr val="0F7C8A"/>
          </a:solidFill>
          <a:ln w="12700">
            <a:solidFill>
              <a:srgbClr val="FFFFFF"/>
            </a:solidFill>
            <a:prstDash val="solid"/>
          </a:ln>
        </p:spPr>
      </p:sp>
      <p:sp>
        <p:nvSpPr>
          <p:cNvPr id="68" name="Data point 5">
            <a:extLst>
              <a:ext uri="{FF2B5EF4-FFF2-40B4-BE49-F238E27FC236}">
                <a16:creationId xmlns:a16="http://schemas.microsoft.com/office/drawing/2014/main" id="{E5B6B727-EF57-486E-87DD-6EA07350BC89}"/>
              </a:ext>
            </a:extLst>
          </p:cNvPr>
          <p:cNvSpPr/>
          <p:nvPr/>
        </p:nvSpPr>
        <p:spPr>
          <a:xfrm>
            <a:off x="9462570" y="3139354"/>
            <a:ext cx="164592" cy="164592"/>
          </a:xfrm>
          <a:prstGeom prst="ellipse">
            <a:avLst/>
          </a:prstGeom>
          <a:solidFill>
            <a:srgbClr val="0F7C8A"/>
          </a:solidFill>
          <a:ln w="12700">
            <a:solidFill>
              <a:srgbClr val="FFFFFF"/>
            </a:solidFill>
            <a:prstDash val="solid"/>
          </a:ln>
        </p:spPr>
      </p:sp>
      <p:sp>
        <p:nvSpPr>
          <p:cNvPr id="69" name="Data point 6">
            <a:extLst>
              <a:ext uri="{FF2B5EF4-FFF2-40B4-BE49-F238E27FC236}">
                <a16:creationId xmlns:a16="http://schemas.microsoft.com/office/drawing/2014/main" id="{AB57A66E-11C8-45E8-BF11-7F4E727FEB6B}"/>
              </a:ext>
            </a:extLst>
          </p:cNvPr>
          <p:cNvSpPr/>
          <p:nvPr/>
        </p:nvSpPr>
        <p:spPr>
          <a:xfrm>
            <a:off x="9687905" y="3139354"/>
            <a:ext cx="164592" cy="164592"/>
          </a:xfrm>
          <a:prstGeom prst="ellipse">
            <a:avLst/>
          </a:prstGeom>
          <a:solidFill>
            <a:srgbClr val="0F7C8A"/>
          </a:solidFill>
          <a:ln w="12700">
            <a:solidFill>
              <a:srgbClr val="FFFFFF"/>
            </a:solidFill>
            <a:prstDash val="solid"/>
          </a:ln>
        </p:spPr>
      </p:sp>
      <p:sp>
        <p:nvSpPr>
          <p:cNvPr id="70" name="Data point 8">
            <a:extLst>
              <a:ext uri="{FF2B5EF4-FFF2-40B4-BE49-F238E27FC236}">
                <a16:creationId xmlns:a16="http://schemas.microsoft.com/office/drawing/2014/main" id="{B4D0EA10-2A2B-4B8F-9D23-039777E70773}"/>
              </a:ext>
            </a:extLst>
          </p:cNvPr>
          <p:cNvSpPr/>
          <p:nvPr/>
        </p:nvSpPr>
        <p:spPr>
          <a:xfrm>
            <a:off x="10138573" y="3139354"/>
            <a:ext cx="164592" cy="164592"/>
          </a:xfrm>
          <a:prstGeom prst="ellipse">
            <a:avLst/>
          </a:prstGeom>
          <a:solidFill>
            <a:srgbClr val="0F7C8A"/>
          </a:solidFill>
          <a:ln w="12700">
            <a:solidFill>
              <a:srgbClr val="FFFFFF"/>
            </a:solidFill>
            <a:prstDash val="solid"/>
          </a:ln>
        </p:spPr>
      </p:sp>
      <p:sp>
        <p:nvSpPr>
          <p:cNvPr id="71" name="Data point 9">
            <a:extLst>
              <a:ext uri="{FF2B5EF4-FFF2-40B4-BE49-F238E27FC236}">
                <a16:creationId xmlns:a16="http://schemas.microsoft.com/office/drawing/2014/main" id="{989EA338-B217-4E11-8E95-356C071F52BF}"/>
              </a:ext>
            </a:extLst>
          </p:cNvPr>
          <p:cNvSpPr/>
          <p:nvPr/>
        </p:nvSpPr>
        <p:spPr>
          <a:xfrm>
            <a:off x="10363908" y="3139354"/>
            <a:ext cx="164592" cy="164592"/>
          </a:xfrm>
          <a:prstGeom prst="ellipse">
            <a:avLst/>
          </a:prstGeom>
          <a:solidFill>
            <a:srgbClr val="0F7C8A"/>
          </a:solidFill>
          <a:ln w="12700">
            <a:solidFill>
              <a:srgbClr val="FFFFFF"/>
            </a:solidFill>
            <a:prstDash val="solid"/>
          </a:ln>
        </p:spPr>
      </p:sp>
      <p:sp>
        <p:nvSpPr>
          <p:cNvPr id="72" name="Data point 10">
            <a:extLst>
              <a:ext uri="{FF2B5EF4-FFF2-40B4-BE49-F238E27FC236}">
                <a16:creationId xmlns:a16="http://schemas.microsoft.com/office/drawing/2014/main" id="{DF94561F-8BEE-4A69-BBC5-AF010937F9FA}"/>
              </a:ext>
            </a:extLst>
          </p:cNvPr>
          <p:cNvSpPr/>
          <p:nvPr/>
        </p:nvSpPr>
        <p:spPr>
          <a:xfrm>
            <a:off x="10589242" y="3139354"/>
            <a:ext cx="164592" cy="164592"/>
          </a:xfrm>
          <a:prstGeom prst="ellipse">
            <a:avLst/>
          </a:prstGeom>
          <a:solidFill>
            <a:srgbClr val="0F7C8A"/>
          </a:solidFill>
          <a:ln w="12700">
            <a:solidFill>
              <a:srgbClr val="FFFFFF"/>
            </a:solidFill>
            <a:prstDash val="solid"/>
          </a:ln>
        </p:spPr>
      </p:sp>
      <p:sp>
        <p:nvSpPr>
          <p:cNvPr id="73" name="Data point 12">
            <a:extLst>
              <a:ext uri="{FF2B5EF4-FFF2-40B4-BE49-F238E27FC236}">
                <a16:creationId xmlns:a16="http://schemas.microsoft.com/office/drawing/2014/main" id="{5D4CDBED-FA7F-481F-8569-D6C3132E62EA}"/>
              </a:ext>
            </a:extLst>
          </p:cNvPr>
          <p:cNvSpPr/>
          <p:nvPr/>
        </p:nvSpPr>
        <p:spPr>
          <a:xfrm>
            <a:off x="11039910" y="3139354"/>
            <a:ext cx="164592" cy="164592"/>
          </a:xfrm>
          <a:prstGeom prst="ellipse">
            <a:avLst/>
          </a:prstGeom>
          <a:solidFill>
            <a:srgbClr val="E8590C"/>
          </a:solidFill>
          <a:ln w="12700">
            <a:solidFill>
              <a:srgbClr val="FFFFFF"/>
            </a:solidFill>
            <a:prstDash val="solid"/>
          </a:ln>
        </p:spPr>
      </p:sp>
      <p:sp>
        <p:nvSpPr>
          <p:cNvPr id="74" name="Text 33">
            <a:extLst>
              <a:ext uri="{FF2B5EF4-FFF2-40B4-BE49-F238E27FC236}">
                <a16:creationId xmlns:a16="http://schemas.microsoft.com/office/drawing/2014/main" id="{97C54D7E-C124-4470-A0B9-B3E89B17DF5A}"/>
              </a:ext>
            </a:extLst>
          </p:cNvPr>
          <p:cNvSpPr txBox="1"/>
          <p:nvPr/>
        </p:nvSpPr>
        <p:spPr>
          <a:xfrm>
            <a:off x="8372475" y="3861730"/>
            <a:ext cx="3246120" cy="54864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dirty="0">
                <a:ln>
                  <a:noFill/>
                </a:ln>
                <a:solidFill>
                  <a:srgbClr val="55616B"/>
                </a:solidFill>
                <a:effectLst/>
                <a:uLnTx/>
                <a:uFillTx/>
              </a:rPr>
              <a:t>Only the two orange values (min and max) affect the range; the other six dots are ignored.</a:t>
            </a:r>
            <a:endParaRPr kumimoji="0" lang="en-US" sz="1100" b="0" i="0" u="none" strike="noStrike" kern="0" cap="none" spc="0" normalizeH="0" baseline="0" noProof="0" dirty="0">
              <a:ln>
                <a:noFill/>
              </a:ln>
              <a:solidFill>
                <a:srgbClr val="1B2A41"/>
              </a:solidFill>
              <a:effectLst/>
              <a:uLnTx/>
              <a:uFillTx/>
            </a:endParaRPr>
          </a:p>
        </p:txBody>
      </p:sp>
      <p:sp>
        <p:nvSpPr>
          <p:cNvPr id="75" name="TextBox 74">
            <a:extLst>
              <a:ext uri="{FF2B5EF4-FFF2-40B4-BE49-F238E27FC236}">
                <a16:creationId xmlns:a16="http://schemas.microsoft.com/office/drawing/2014/main" id="{49DF9D2F-8E65-4D63-82C3-27F8FA7882BF}"/>
              </a:ext>
            </a:extLst>
          </p:cNvPr>
          <p:cNvSpPr txBox="1"/>
          <p:nvPr/>
        </p:nvSpPr>
        <p:spPr>
          <a:xfrm>
            <a:off x="180753" y="1118530"/>
            <a:ext cx="7528782" cy="3752822"/>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Description: </a:t>
            </a:r>
            <a:r>
              <a:rPr kumimoji="0" lang="en-US" sz="2400" b="0" i="0" u="none" strike="noStrike" kern="1200" cap="none" spc="0" normalizeH="0" baseline="0" noProof="0" dirty="0">
                <a:ln>
                  <a:noFill/>
                </a:ln>
                <a:solidFill>
                  <a:srgbClr val="1B2A41"/>
                </a:solidFill>
                <a:effectLst/>
                <a:uLnTx/>
                <a:uFillTx/>
                <a:latin typeface="Arial Narrow" panose="020B0606020202030204" pitchFamily="34" charset="0"/>
              </a:rPr>
              <a:t>The simplest measure of spread: the distance between the smallest and largest values. It uses only two data points, so a single outlier can change it dramatically.</a:t>
            </a:r>
          </a:p>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Equation: </a:t>
            </a:r>
            <a:r>
              <a:rPr kumimoji="0" lang="en-US" sz="2400" b="1" i="0" u="none" strike="noStrike" kern="1200" cap="none" spc="0" normalizeH="0" baseline="0" noProof="0" dirty="0">
                <a:ln>
                  <a:noFill/>
                </a:ln>
                <a:solidFill>
                  <a:srgbClr val="1B2A41"/>
                </a:solidFill>
                <a:effectLst/>
                <a:uLnTx/>
                <a:uFillTx/>
                <a:latin typeface="Arial Narrow" panose="020B0606020202030204" pitchFamily="34" charset="0"/>
              </a:rPr>
              <a:t>Range = max − min</a:t>
            </a:r>
            <a:r>
              <a:rPr kumimoji="0" lang="en-US" sz="2400" b="0" i="0" u="none" strike="noStrike" kern="1200" cap="none" spc="0" normalizeH="0" baseline="0" noProof="0" dirty="0">
                <a:ln>
                  <a:noFill/>
                </a:ln>
                <a:solidFill>
                  <a:srgbClr val="1B2A41"/>
                </a:solidFill>
                <a:effectLst/>
                <a:uLnTx/>
                <a:uFillTx/>
                <a:latin typeface="Arial Narrow" panose="020B0606020202030204" pitchFamily="34" charset="0"/>
              </a:rPr>
              <a:t>, where max is the largest observation and min is the smallest.</a:t>
            </a:r>
          </a:p>
          <a:p>
            <a:pPr marL="228600" marR="0" lvl="0" indent="-228600" algn="l" defTabSz="914400" rtl="0" eaLnBrk="1" fontAlgn="auto" latinLnBrk="0" hangingPunct="1">
              <a:lnSpc>
                <a:spcPct val="100000"/>
              </a:lnSpc>
              <a:spcBef>
                <a:spcPct val="20000"/>
              </a:spcBef>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Example: </a:t>
            </a:r>
          </a:p>
          <a:p>
            <a:pPr marL="685800" lvl="1" indent="-228600">
              <a:spcBef>
                <a:spcPct val="20000"/>
              </a:spcBef>
              <a:buSzPct val="100000"/>
              <a:buFont typeface="Arial" pitchFamily="34" charset="0"/>
              <a:buChar char="•"/>
              <a:defRPr/>
            </a:pPr>
            <a:r>
              <a:rPr kumimoji="0" lang="en-US" sz="2400" b="0" i="0" u="none" strike="noStrike" kern="1200" cap="none" spc="0" normalizeH="0" baseline="0" noProof="0" dirty="0">
                <a:ln>
                  <a:noFill/>
                </a:ln>
                <a:solidFill>
                  <a:srgbClr val="1B2A41"/>
                </a:solidFill>
                <a:effectLst/>
                <a:uLnTx/>
                <a:uFillTx/>
                <a:latin typeface="Arial Narrow" panose="020B0606020202030204" pitchFamily="34" charset="0"/>
              </a:rPr>
              <a:t>Quiz scores: 2, 4, 5, 6, 8, 9, 10 and 12, so </a:t>
            </a:r>
          </a:p>
          <a:p>
            <a:pPr marL="685800" lvl="1" indent="-228600">
              <a:spcBef>
                <a:spcPct val="20000"/>
              </a:spcBef>
              <a:buSzPct val="100000"/>
              <a:buFont typeface="Arial" pitchFamily="34" charset="0"/>
              <a:buChar char="•"/>
              <a:defRPr/>
            </a:pPr>
            <a:r>
              <a:rPr kumimoji="0" lang="en-US" sz="2400" b="0" i="0" u="none" strike="noStrike" kern="1200" cap="none" spc="0" normalizeH="0" baseline="0" noProof="0" dirty="0">
                <a:ln>
                  <a:noFill/>
                </a:ln>
                <a:solidFill>
                  <a:srgbClr val="1B2A41"/>
                </a:solidFill>
                <a:effectLst/>
                <a:uLnTx/>
                <a:uFillTx/>
                <a:latin typeface="Arial Narrow" panose="020B0606020202030204" pitchFamily="34" charset="0"/>
              </a:rPr>
              <a:t>the range is 12 − 2 = 10 marks.</a:t>
            </a:r>
          </a:p>
        </p:txBody>
      </p:sp>
    </p:spTree>
    <p:extLst>
      <p:ext uri="{BB962C8B-B14F-4D97-AF65-F5344CB8AC3E}">
        <p14:creationId xmlns:p14="http://schemas.microsoft.com/office/powerpoint/2010/main" val="11700874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Measures of Spread: The Interquartile Range</a:t>
            </a:r>
          </a:p>
        </p:txBody>
      </p:sp>
      <p:sp>
        <p:nvSpPr>
          <p:cNvPr id="75" name="TextBox 74">
            <a:extLst>
              <a:ext uri="{FF2B5EF4-FFF2-40B4-BE49-F238E27FC236}">
                <a16:creationId xmlns:a16="http://schemas.microsoft.com/office/drawing/2014/main" id="{49DF9D2F-8E65-4D63-82C3-27F8FA7882BF}"/>
              </a:ext>
            </a:extLst>
          </p:cNvPr>
          <p:cNvSpPr txBox="1"/>
          <p:nvPr/>
        </p:nvSpPr>
        <p:spPr>
          <a:xfrm>
            <a:off x="180753" y="1118530"/>
            <a:ext cx="7528782" cy="4962384"/>
          </a:xfrm>
          <a:prstGeom prst="rect">
            <a:avLst/>
          </a:prstGeom>
          <a:noFill/>
        </p:spPr>
        <p:txBody>
          <a:bodyPr wrap="square" bIns="0" rtlCol="0">
            <a:spAutoFit/>
          </a:bodyPr>
          <a:lstStyle/>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Description: </a:t>
            </a:r>
            <a:r>
              <a:rPr kumimoji="0" lang="en-US" sz="2400" i="0" u="none" strike="noStrike" kern="1200" cap="none" spc="0" normalizeH="0" baseline="0" noProof="0" dirty="0">
                <a:ln>
                  <a:noFill/>
                </a:ln>
                <a:effectLst/>
                <a:uLnTx/>
                <a:uFillTx/>
                <a:latin typeface="Arial Narrow" panose="020B0606020202030204" pitchFamily="34" charset="0"/>
              </a:rPr>
              <a:t>The spread of the middle 50% of the data, measured between the first and third quartiles. Because it ignores the extreme values, it is resistant to outliers.</a:t>
            </a:r>
          </a:p>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Equation: </a:t>
            </a:r>
            <a:r>
              <a:rPr kumimoji="0" lang="en-US" sz="2400" i="0" u="none" strike="noStrike" kern="1200" cap="none" spc="0" normalizeH="0" baseline="0" noProof="0" dirty="0">
                <a:ln>
                  <a:noFill/>
                </a:ln>
                <a:effectLst/>
                <a:uLnTx/>
                <a:uFillTx/>
                <a:latin typeface="Arial Narrow" panose="020B0606020202030204" pitchFamily="34" charset="0"/>
              </a:rPr>
              <a:t>IQR = Q3 − Q1, where Q1 is the 25th percentile (median of the lower half) and Q3 is the 75th percentile (median of the upper half).</a:t>
            </a:r>
          </a:p>
          <a:p>
            <a:pPr marL="228600" marR="0" lvl="0" indent="-228600" algn="l" defTabSz="914400" rtl="0" eaLnBrk="1" fontAlgn="auto" latinLnBrk="0" hangingPunct="1">
              <a:lnSpc>
                <a:spcPct val="100000"/>
              </a:lnSpc>
              <a:spcBef>
                <a:spcPct val="20000"/>
              </a:spcBef>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Example: </a:t>
            </a:r>
          </a:p>
          <a:p>
            <a:pPr marL="685800" lvl="1" indent="-228600">
              <a:spcBef>
                <a:spcPct val="20000"/>
              </a:spcBef>
              <a:buSzPct val="100000"/>
              <a:buFont typeface="Arial" pitchFamily="34" charset="0"/>
              <a:buChar char="•"/>
              <a:defRPr/>
            </a:pPr>
            <a:r>
              <a:rPr kumimoji="0" lang="en-US" sz="2400" b="0" i="0" u="none" strike="noStrike" kern="1200" cap="none" spc="0" normalizeH="0" baseline="0" noProof="0" dirty="0">
                <a:ln>
                  <a:noFill/>
                </a:ln>
                <a:solidFill>
                  <a:srgbClr val="1B2A41"/>
                </a:solidFill>
                <a:effectLst/>
                <a:uLnTx/>
                <a:uFillTx/>
                <a:latin typeface="Arial Narrow" panose="020B0606020202030204" pitchFamily="34" charset="0"/>
              </a:rPr>
              <a:t>Quiz scores: 2, 4, 5, 6, 8, 9, 10 and 12 </a:t>
            </a:r>
            <a:endParaRPr lang="en-US" sz="2400" b="1" dirty="0">
              <a:solidFill>
                <a:srgbClr val="0F7C8A"/>
              </a:solidFill>
              <a:latin typeface="Arial Narrow" panose="020B0606020202030204" pitchFamily="34" charset="0"/>
            </a:endParaRPr>
          </a:p>
          <a:p>
            <a:pPr marL="1257300" lvl="2" indent="-342900">
              <a:spcBef>
                <a:spcPct val="20000"/>
              </a:spcBef>
              <a:buSzPct val="100000"/>
              <a:buFont typeface="Courier New" panose="02070309020205020404" pitchFamily="49" charset="0"/>
              <a:buChar char="o"/>
              <a:defRPr/>
            </a:pPr>
            <a:r>
              <a:rPr kumimoji="0" lang="en-US" sz="2400" i="0" u="none" strike="noStrike" kern="1200" cap="none" spc="0" normalizeH="0" baseline="0" noProof="0" dirty="0">
                <a:ln>
                  <a:noFill/>
                </a:ln>
                <a:effectLst/>
                <a:uLnTx/>
                <a:uFillTx/>
                <a:latin typeface="Arial Narrow" panose="020B0606020202030204" pitchFamily="34" charset="0"/>
              </a:rPr>
              <a:t>Q1 = (4 + 5) / 2 = 4.5 and </a:t>
            </a:r>
          </a:p>
          <a:p>
            <a:pPr marL="1257300" lvl="2" indent="-342900">
              <a:spcBef>
                <a:spcPct val="20000"/>
              </a:spcBef>
              <a:buSzPct val="100000"/>
              <a:buFont typeface="Courier New" panose="02070309020205020404" pitchFamily="49" charset="0"/>
              <a:buChar char="o"/>
              <a:defRPr/>
            </a:pPr>
            <a:r>
              <a:rPr kumimoji="0" lang="en-US" sz="2400" i="0" u="none" strike="noStrike" kern="1200" cap="none" spc="0" normalizeH="0" baseline="0" noProof="0" dirty="0">
                <a:ln>
                  <a:noFill/>
                </a:ln>
                <a:effectLst/>
                <a:uLnTx/>
                <a:uFillTx/>
                <a:latin typeface="Arial Narrow" panose="020B0606020202030204" pitchFamily="34" charset="0"/>
              </a:rPr>
              <a:t>Q3 = (9 + 10) / 2 = 9.5, so </a:t>
            </a:r>
          </a:p>
          <a:p>
            <a:pPr marL="1257300" lvl="2" indent="-342900">
              <a:spcBef>
                <a:spcPct val="20000"/>
              </a:spcBef>
              <a:buSzPct val="100000"/>
              <a:buFont typeface="Courier New" panose="02070309020205020404" pitchFamily="49" charset="0"/>
              <a:buChar char="o"/>
              <a:defRPr/>
            </a:pPr>
            <a:r>
              <a:rPr kumimoji="0" lang="en-US" sz="2400" i="0" u="none" strike="noStrike" kern="1200" cap="none" spc="0" normalizeH="0" baseline="0" noProof="0" dirty="0">
                <a:ln>
                  <a:noFill/>
                </a:ln>
                <a:effectLst/>
                <a:uLnTx/>
                <a:uFillTx/>
                <a:latin typeface="Arial Narrow" panose="020B0606020202030204" pitchFamily="34" charset="0"/>
              </a:rPr>
              <a:t>IQR = 9.5 − 4.5 = 5 marks.</a:t>
            </a:r>
          </a:p>
        </p:txBody>
      </p:sp>
      <p:sp>
        <p:nvSpPr>
          <p:cNvPr id="109" name="Visual card">
            <a:extLst>
              <a:ext uri="{FF2B5EF4-FFF2-40B4-BE49-F238E27FC236}">
                <a16:creationId xmlns:a16="http://schemas.microsoft.com/office/drawing/2014/main" id="{3D39CCBB-818F-4C2C-A0F1-C483687AD860}"/>
              </a:ext>
            </a:extLst>
          </p:cNvPr>
          <p:cNvSpPr/>
          <p:nvPr/>
        </p:nvSpPr>
        <p:spPr>
          <a:xfrm>
            <a:off x="8208645" y="1097280"/>
            <a:ext cx="3611880" cy="3566160"/>
          </a:xfrm>
          <a:prstGeom prst="roundRect">
            <a:avLst>
              <a:gd name="adj" fmla="val 3077"/>
            </a:avLst>
          </a:prstGeom>
          <a:solidFill>
            <a:srgbClr val="EAF4F5"/>
          </a:solidFill>
          <a:ln/>
        </p:spPr>
      </p:sp>
      <p:sp>
        <p:nvSpPr>
          <p:cNvPr id="110" name="Text 3">
            <a:extLst>
              <a:ext uri="{FF2B5EF4-FFF2-40B4-BE49-F238E27FC236}">
                <a16:creationId xmlns:a16="http://schemas.microsoft.com/office/drawing/2014/main" id="{F0810AB7-887E-4CEE-985B-E801F950FD75}"/>
              </a:ext>
            </a:extLst>
          </p:cNvPr>
          <p:cNvSpPr txBox="1"/>
          <p:nvPr/>
        </p:nvSpPr>
        <p:spPr>
          <a:xfrm>
            <a:off x="8345805" y="1234440"/>
            <a:ext cx="3337560" cy="2743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55616B"/>
                </a:solidFill>
                <a:effectLst/>
                <a:uLnTx/>
                <a:uFillTx/>
              </a:rPr>
              <a:t>Quiz scores (out of 12), n = 8</a:t>
            </a:r>
            <a:endParaRPr kumimoji="0" lang="en-US" sz="1100" b="0" i="0" u="none" strike="noStrike" kern="0" cap="none" spc="0" normalizeH="0" baseline="0" noProof="0" dirty="0">
              <a:ln>
                <a:noFill/>
              </a:ln>
              <a:solidFill>
                <a:srgbClr val="1B2A41"/>
              </a:solidFill>
              <a:effectLst/>
              <a:uLnTx/>
              <a:uFillTx/>
            </a:endParaRPr>
          </a:p>
        </p:txBody>
      </p:sp>
      <p:sp>
        <p:nvSpPr>
          <p:cNvPr id="111" name="Line">
            <a:extLst>
              <a:ext uri="{FF2B5EF4-FFF2-40B4-BE49-F238E27FC236}">
                <a16:creationId xmlns:a16="http://schemas.microsoft.com/office/drawing/2014/main" id="{8C14A1BE-23D6-4A71-B469-AA85A0AB249E}"/>
              </a:ext>
            </a:extLst>
          </p:cNvPr>
          <p:cNvSpPr/>
          <p:nvPr/>
        </p:nvSpPr>
        <p:spPr>
          <a:xfrm>
            <a:off x="8887914" y="2423160"/>
            <a:ext cx="563336" cy="0"/>
          </a:xfrm>
          <a:prstGeom prst="line">
            <a:avLst/>
          </a:prstGeom>
          <a:noFill/>
          <a:ln w="19050">
            <a:solidFill>
              <a:srgbClr val="55616B"/>
            </a:solidFill>
            <a:prstDash val="solid"/>
          </a:ln>
        </p:spPr>
      </p:sp>
      <p:sp>
        <p:nvSpPr>
          <p:cNvPr id="112" name="Line">
            <a:extLst>
              <a:ext uri="{FF2B5EF4-FFF2-40B4-BE49-F238E27FC236}">
                <a16:creationId xmlns:a16="http://schemas.microsoft.com/office/drawing/2014/main" id="{DA270779-A8F0-4C7B-91A9-25376A9819EA}"/>
              </a:ext>
            </a:extLst>
          </p:cNvPr>
          <p:cNvSpPr/>
          <p:nvPr/>
        </p:nvSpPr>
        <p:spPr>
          <a:xfrm>
            <a:off x="10577921" y="2423160"/>
            <a:ext cx="563336" cy="0"/>
          </a:xfrm>
          <a:prstGeom prst="line">
            <a:avLst/>
          </a:prstGeom>
          <a:noFill/>
          <a:ln w="19050">
            <a:solidFill>
              <a:srgbClr val="55616B"/>
            </a:solidFill>
            <a:prstDash val="solid"/>
          </a:ln>
        </p:spPr>
      </p:sp>
      <p:sp>
        <p:nvSpPr>
          <p:cNvPr id="113" name="Line">
            <a:extLst>
              <a:ext uri="{FF2B5EF4-FFF2-40B4-BE49-F238E27FC236}">
                <a16:creationId xmlns:a16="http://schemas.microsoft.com/office/drawing/2014/main" id="{8B9A20E8-B4EB-4D8E-B1CD-95786CEF4741}"/>
              </a:ext>
            </a:extLst>
          </p:cNvPr>
          <p:cNvSpPr/>
          <p:nvPr/>
        </p:nvSpPr>
        <p:spPr>
          <a:xfrm>
            <a:off x="8887914" y="2313432"/>
            <a:ext cx="0" cy="219456"/>
          </a:xfrm>
          <a:prstGeom prst="line">
            <a:avLst/>
          </a:prstGeom>
          <a:noFill/>
          <a:ln w="19050">
            <a:solidFill>
              <a:srgbClr val="55616B"/>
            </a:solidFill>
            <a:prstDash val="solid"/>
          </a:ln>
        </p:spPr>
      </p:sp>
      <p:sp>
        <p:nvSpPr>
          <p:cNvPr id="114" name="Line">
            <a:extLst>
              <a:ext uri="{FF2B5EF4-FFF2-40B4-BE49-F238E27FC236}">
                <a16:creationId xmlns:a16="http://schemas.microsoft.com/office/drawing/2014/main" id="{3D649E51-293D-4A75-8A32-668C87119407}"/>
              </a:ext>
            </a:extLst>
          </p:cNvPr>
          <p:cNvSpPr/>
          <p:nvPr/>
        </p:nvSpPr>
        <p:spPr>
          <a:xfrm>
            <a:off x="11141256" y="2313432"/>
            <a:ext cx="0" cy="219456"/>
          </a:xfrm>
          <a:prstGeom prst="line">
            <a:avLst/>
          </a:prstGeom>
          <a:noFill/>
          <a:ln w="19050">
            <a:solidFill>
              <a:srgbClr val="55616B"/>
            </a:solidFill>
            <a:prstDash val="solid"/>
          </a:ln>
        </p:spPr>
      </p:sp>
      <p:sp>
        <p:nvSpPr>
          <p:cNvPr id="115" name="IQR box">
            <a:extLst>
              <a:ext uri="{FF2B5EF4-FFF2-40B4-BE49-F238E27FC236}">
                <a16:creationId xmlns:a16="http://schemas.microsoft.com/office/drawing/2014/main" id="{BB84CD00-8CF5-4A7D-B233-10B5631A61B3}"/>
              </a:ext>
            </a:extLst>
          </p:cNvPr>
          <p:cNvSpPr/>
          <p:nvPr/>
        </p:nvSpPr>
        <p:spPr>
          <a:xfrm>
            <a:off x="9451249" y="2148840"/>
            <a:ext cx="1126671" cy="548640"/>
          </a:xfrm>
          <a:prstGeom prst="rect">
            <a:avLst/>
          </a:prstGeom>
          <a:solidFill>
            <a:srgbClr val="E8590C">
              <a:alpha val="25000"/>
            </a:srgbClr>
          </a:solidFill>
          <a:ln w="19050">
            <a:solidFill>
              <a:srgbClr val="E8590C"/>
            </a:solidFill>
            <a:prstDash val="solid"/>
          </a:ln>
        </p:spPr>
      </p:sp>
      <p:sp>
        <p:nvSpPr>
          <p:cNvPr id="116" name="Line">
            <a:extLst>
              <a:ext uri="{FF2B5EF4-FFF2-40B4-BE49-F238E27FC236}">
                <a16:creationId xmlns:a16="http://schemas.microsoft.com/office/drawing/2014/main" id="{FC78B74D-A1C5-4F32-93D6-361679E758D7}"/>
              </a:ext>
            </a:extLst>
          </p:cNvPr>
          <p:cNvSpPr/>
          <p:nvPr/>
        </p:nvSpPr>
        <p:spPr>
          <a:xfrm>
            <a:off x="10014585" y="2148840"/>
            <a:ext cx="0" cy="548640"/>
          </a:xfrm>
          <a:prstGeom prst="line">
            <a:avLst/>
          </a:prstGeom>
          <a:noFill/>
          <a:ln w="31750">
            <a:solidFill>
              <a:srgbClr val="1B2A41"/>
            </a:solidFill>
            <a:prstDash val="solid"/>
          </a:ln>
        </p:spPr>
      </p:sp>
      <p:sp>
        <p:nvSpPr>
          <p:cNvPr id="117" name="Text 10">
            <a:extLst>
              <a:ext uri="{FF2B5EF4-FFF2-40B4-BE49-F238E27FC236}">
                <a16:creationId xmlns:a16="http://schemas.microsoft.com/office/drawing/2014/main" id="{43AF4A22-2BCC-4A91-B0D7-D0EAD58769F8}"/>
              </a:ext>
            </a:extLst>
          </p:cNvPr>
          <p:cNvSpPr txBox="1"/>
          <p:nvPr/>
        </p:nvSpPr>
        <p:spPr>
          <a:xfrm>
            <a:off x="9103777" y="1627632"/>
            <a:ext cx="694944" cy="45720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B2A41"/>
                </a:solidFill>
                <a:effectLst/>
                <a:uLnTx/>
                <a:uFillTx/>
              </a:rPr>
              <a:t>Q1</a:t>
            </a:r>
            <a:endParaRPr kumimoji="0" lang="en-US" sz="1100" b="0" i="0" u="none" strike="noStrike" kern="0" cap="none" spc="0" normalizeH="0" baseline="0" noProof="0" dirty="0">
              <a:ln>
                <a:noFill/>
              </a:ln>
              <a:solidFill>
                <a:srgbClr val="1B2A41"/>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4.5</a:t>
            </a:r>
          </a:p>
        </p:txBody>
      </p:sp>
      <p:sp>
        <p:nvSpPr>
          <p:cNvPr id="118" name="Text 11">
            <a:extLst>
              <a:ext uri="{FF2B5EF4-FFF2-40B4-BE49-F238E27FC236}">
                <a16:creationId xmlns:a16="http://schemas.microsoft.com/office/drawing/2014/main" id="{26F7F4D0-F82B-479D-BE73-C57D24929D87}"/>
              </a:ext>
            </a:extLst>
          </p:cNvPr>
          <p:cNvSpPr txBox="1"/>
          <p:nvPr/>
        </p:nvSpPr>
        <p:spPr>
          <a:xfrm>
            <a:off x="9667113" y="1627632"/>
            <a:ext cx="694944" cy="45720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B2A41"/>
                </a:solidFill>
                <a:effectLst/>
                <a:uLnTx/>
                <a:uFillTx/>
              </a:rPr>
              <a:t>Median</a:t>
            </a:r>
            <a:endParaRPr kumimoji="0" lang="en-US" sz="1100" b="0" i="0" u="none" strike="noStrike" kern="0" cap="none" spc="0" normalizeH="0" baseline="0" noProof="0" dirty="0">
              <a:ln>
                <a:noFill/>
              </a:ln>
              <a:solidFill>
                <a:srgbClr val="1B2A41"/>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7</a:t>
            </a:r>
          </a:p>
        </p:txBody>
      </p:sp>
      <p:sp>
        <p:nvSpPr>
          <p:cNvPr id="119" name="Text 12">
            <a:extLst>
              <a:ext uri="{FF2B5EF4-FFF2-40B4-BE49-F238E27FC236}">
                <a16:creationId xmlns:a16="http://schemas.microsoft.com/office/drawing/2014/main" id="{8FA59F90-3109-4ACB-8BBC-368F3EECF04F}"/>
              </a:ext>
            </a:extLst>
          </p:cNvPr>
          <p:cNvSpPr txBox="1"/>
          <p:nvPr/>
        </p:nvSpPr>
        <p:spPr>
          <a:xfrm>
            <a:off x="10230449" y="1627632"/>
            <a:ext cx="694944" cy="45720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B2A41"/>
                </a:solidFill>
                <a:effectLst/>
                <a:uLnTx/>
                <a:uFillTx/>
              </a:rPr>
              <a:t>Q3</a:t>
            </a:r>
            <a:endParaRPr kumimoji="0" lang="en-US" sz="1100" b="0" i="0" u="none" strike="noStrike" kern="0" cap="none" spc="0" normalizeH="0" baseline="0" noProof="0" dirty="0">
              <a:ln>
                <a:noFill/>
              </a:ln>
              <a:solidFill>
                <a:srgbClr val="1B2A41"/>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9.5</a:t>
            </a:r>
          </a:p>
        </p:txBody>
      </p:sp>
      <p:sp>
        <p:nvSpPr>
          <p:cNvPr id="120" name="Line">
            <a:extLst>
              <a:ext uri="{FF2B5EF4-FFF2-40B4-BE49-F238E27FC236}">
                <a16:creationId xmlns:a16="http://schemas.microsoft.com/office/drawing/2014/main" id="{208231C7-54E8-4C15-A4B7-9F19F10DF278}"/>
              </a:ext>
            </a:extLst>
          </p:cNvPr>
          <p:cNvSpPr/>
          <p:nvPr/>
        </p:nvSpPr>
        <p:spPr>
          <a:xfrm>
            <a:off x="9451249" y="2697480"/>
            <a:ext cx="0" cy="640080"/>
          </a:xfrm>
          <a:prstGeom prst="line">
            <a:avLst/>
          </a:prstGeom>
          <a:noFill/>
          <a:ln w="12700">
            <a:solidFill>
              <a:srgbClr val="E8590C"/>
            </a:solidFill>
            <a:prstDash val="dash"/>
          </a:ln>
        </p:spPr>
      </p:sp>
      <p:sp>
        <p:nvSpPr>
          <p:cNvPr id="121" name="Line">
            <a:extLst>
              <a:ext uri="{FF2B5EF4-FFF2-40B4-BE49-F238E27FC236}">
                <a16:creationId xmlns:a16="http://schemas.microsoft.com/office/drawing/2014/main" id="{58B9E9C3-3A9C-48CC-B2B2-D7404856E10D}"/>
              </a:ext>
            </a:extLst>
          </p:cNvPr>
          <p:cNvSpPr/>
          <p:nvPr/>
        </p:nvSpPr>
        <p:spPr>
          <a:xfrm>
            <a:off x="10577921" y="2697480"/>
            <a:ext cx="0" cy="640080"/>
          </a:xfrm>
          <a:prstGeom prst="line">
            <a:avLst/>
          </a:prstGeom>
          <a:noFill/>
          <a:ln w="12700">
            <a:solidFill>
              <a:srgbClr val="E8590C"/>
            </a:solidFill>
            <a:prstDash val="dash"/>
          </a:ln>
        </p:spPr>
      </p:sp>
      <p:sp>
        <p:nvSpPr>
          <p:cNvPr id="122" name="Line">
            <a:extLst>
              <a:ext uri="{FF2B5EF4-FFF2-40B4-BE49-F238E27FC236}">
                <a16:creationId xmlns:a16="http://schemas.microsoft.com/office/drawing/2014/main" id="{720A4586-7609-4D23-90F5-A532E75A06A0}"/>
              </a:ext>
            </a:extLst>
          </p:cNvPr>
          <p:cNvSpPr/>
          <p:nvPr/>
        </p:nvSpPr>
        <p:spPr>
          <a:xfrm>
            <a:off x="8437245" y="3337560"/>
            <a:ext cx="3154680" cy="0"/>
          </a:xfrm>
          <a:prstGeom prst="line">
            <a:avLst/>
          </a:prstGeom>
          <a:noFill/>
          <a:ln w="15875">
            <a:solidFill>
              <a:srgbClr val="55616B"/>
            </a:solidFill>
            <a:prstDash val="solid"/>
          </a:ln>
        </p:spPr>
      </p:sp>
      <p:sp>
        <p:nvSpPr>
          <p:cNvPr id="123" name="Line">
            <a:extLst>
              <a:ext uri="{FF2B5EF4-FFF2-40B4-BE49-F238E27FC236}">
                <a16:creationId xmlns:a16="http://schemas.microsoft.com/office/drawing/2014/main" id="{1EE6A027-EBE3-492F-A9D8-A7CF22F1ADE3}"/>
              </a:ext>
            </a:extLst>
          </p:cNvPr>
          <p:cNvSpPr/>
          <p:nvPr/>
        </p:nvSpPr>
        <p:spPr>
          <a:xfrm>
            <a:off x="8437245" y="3337560"/>
            <a:ext cx="0" cy="54864"/>
          </a:xfrm>
          <a:prstGeom prst="line">
            <a:avLst/>
          </a:prstGeom>
          <a:noFill/>
          <a:ln w="12700">
            <a:solidFill>
              <a:srgbClr val="55616B"/>
            </a:solidFill>
            <a:prstDash val="solid"/>
          </a:ln>
        </p:spPr>
      </p:sp>
      <p:sp>
        <p:nvSpPr>
          <p:cNvPr id="124" name="Text 17">
            <a:extLst>
              <a:ext uri="{FF2B5EF4-FFF2-40B4-BE49-F238E27FC236}">
                <a16:creationId xmlns:a16="http://schemas.microsoft.com/office/drawing/2014/main" id="{70CDC884-6E92-4AB0-AAE1-44134FF18D8A}"/>
              </a:ext>
            </a:extLst>
          </p:cNvPr>
          <p:cNvSpPr txBox="1"/>
          <p:nvPr/>
        </p:nvSpPr>
        <p:spPr>
          <a:xfrm>
            <a:off x="8254365" y="341071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0</a:t>
            </a:r>
          </a:p>
        </p:txBody>
      </p:sp>
      <p:sp>
        <p:nvSpPr>
          <p:cNvPr id="125" name="Line">
            <a:extLst>
              <a:ext uri="{FF2B5EF4-FFF2-40B4-BE49-F238E27FC236}">
                <a16:creationId xmlns:a16="http://schemas.microsoft.com/office/drawing/2014/main" id="{C36F9355-E55C-4F29-9998-E17F4C767094}"/>
              </a:ext>
            </a:extLst>
          </p:cNvPr>
          <p:cNvSpPr/>
          <p:nvPr/>
        </p:nvSpPr>
        <p:spPr>
          <a:xfrm>
            <a:off x="8887914" y="3337560"/>
            <a:ext cx="0" cy="54864"/>
          </a:xfrm>
          <a:prstGeom prst="line">
            <a:avLst/>
          </a:prstGeom>
          <a:noFill/>
          <a:ln w="12700">
            <a:solidFill>
              <a:srgbClr val="55616B"/>
            </a:solidFill>
            <a:prstDash val="solid"/>
          </a:ln>
        </p:spPr>
      </p:sp>
      <p:sp>
        <p:nvSpPr>
          <p:cNvPr id="126" name="Text 19">
            <a:extLst>
              <a:ext uri="{FF2B5EF4-FFF2-40B4-BE49-F238E27FC236}">
                <a16:creationId xmlns:a16="http://schemas.microsoft.com/office/drawing/2014/main" id="{F1C80EEF-F4E0-4202-ABF8-897A5B1974C9}"/>
              </a:ext>
            </a:extLst>
          </p:cNvPr>
          <p:cNvSpPr txBox="1"/>
          <p:nvPr/>
        </p:nvSpPr>
        <p:spPr>
          <a:xfrm>
            <a:off x="8705034" y="341071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2</a:t>
            </a:r>
          </a:p>
        </p:txBody>
      </p:sp>
      <p:sp>
        <p:nvSpPr>
          <p:cNvPr id="127" name="Line">
            <a:extLst>
              <a:ext uri="{FF2B5EF4-FFF2-40B4-BE49-F238E27FC236}">
                <a16:creationId xmlns:a16="http://schemas.microsoft.com/office/drawing/2014/main" id="{28ECCE3F-B26C-4D7F-9734-016D658D7791}"/>
              </a:ext>
            </a:extLst>
          </p:cNvPr>
          <p:cNvSpPr/>
          <p:nvPr/>
        </p:nvSpPr>
        <p:spPr>
          <a:xfrm>
            <a:off x="9338582" y="3337560"/>
            <a:ext cx="0" cy="54864"/>
          </a:xfrm>
          <a:prstGeom prst="line">
            <a:avLst/>
          </a:prstGeom>
          <a:noFill/>
          <a:ln w="12700">
            <a:solidFill>
              <a:srgbClr val="55616B"/>
            </a:solidFill>
            <a:prstDash val="solid"/>
          </a:ln>
        </p:spPr>
      </p:sp>
      <p:sp>
        <p:nvSpPr>
          <p:cNvPr id="128" name="Text 21">
            <a:extLst>
              <a:ext uri="{FF2B5EF4-FFF2-40B4-BE49-F238E27FC236}">
                <a16:creationId xmlns:a16="http://schemas.microsoft.com/office/drawing/2014/main" id="{AC2159AF-D14C-4BE5-8BBF-ED4ABD6F422F}"/>
              </a:ext>
            </a:extLst>
          </p:cNvPr>
          <p:cNvSpPr txBox="1"/>
          <p:nvPr/>
        </p:nvSpPr>
        <p:spPr>
          <a:xfrm>
            <a:off x="9155702" y="341071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4</a:t>
            </a:r>
          </a:p>
        </p:txBody>
      </p:sp>
      <p:sp>
        <p:nvSpPr>
          <p:cNvPr id="129" name="Line">
            <a:extLst>
              <a:ext uri="{FF2B5EF4-FFF2-40B4-BE49-F238E27FC236}">
                <a16:creationId xmlns:a16="http://schemas.microsoft.com/office/drawing/2014/main" id="{C02D6605-D919-4520-B5EB-A6BF078F19A1}"/>
              </a:ext>
            </a:extLst>
          </p:cNvPr>
          <p:cNvSpPr/>
          <p:nvPr/>
        </p:nvSpPr>
        <p:spPr>
          <a:xfrm>
            <a:off x="9789251" y="3337560"/>
            <a:ext cx="0" cy="54864"/>
          </a:xfrm>
          <a:prstGeom prst="line">
            <a:avLst/>
          </a:prstGeom>
          <a:noFill/>
          <a:ln w="12700">
            <a:solidFill>
              <a:srgbClr val="55616B"/>
            </a:solidFill>
            <a:prstDash val="solid"/>
          </a:ln>
        </p:spPr>
      </p:sp>
      <p:sp>
        <p:nvSpPr>
          <p:cNvPr id="130" name="Text 23">
            <a:extLst>
              <a:ext uri="{FF2B5EF4-FFF2-40B4-BE49-F238E27FC236}">
                <a16:creationId xmlns:a16="http://schemas.microsoft.com/office/drawing/2014/main" id="{0CC0B17D-A966-446E-843A-8C9DA02AB9C0}"/>
              </a:ext>
            </a:extLst>
          </p:cNvPr>
          <p:cNvSpPr txBox="1"/>
          <p:nvPr/>
        </p:nvSpPr>
        <p:spPr>
          <a:xfrm>
            <a:off x="9606371" y="341071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6</a:t>
            </a:r>
          </a:p>
        </p:txBody>
      </p:sp>
      <p:sp>
        <p:nvSpPr>
          <p:cNvPr id="131" name="Line">
            <a:extLst>
              <a:ext uri="{FF2B5EF4-FFF2-40B4-BE49-F238E27FC236}">
                <a16:creationId xmlns:a16="http://schemas.microsoft.com/office/drawing/2014/main" id="{36EBA0CB-78DD-4264-B31A-444991CA79D8}"/>
              </a:ext>
            </a:extLst>
          </p:cNvPr>
          <p:cNvSpPr/>
          <p:nvPr/>
        </p:nvSpPr>
        <p:spPr>
          <a:xfrm>
            <a:off x="10239919" y="3337560"/>
            <a:ext cx="0" cy="54864"/>
          </a:xfrm>
          <a:prstGeom prst="line">
            <a:avLst/>
          </a:prstGeom>
          <a:noFill/>
          <a:ln w="12700">
            <a:solidFill>
              <a:srgbClr val="55616B"/>
            </a:solidFill>
            <a:prstDash val="solid"/>
          </a:ln>
        </p:spPr>
      </p:sp>
      <p:sp>
        <p:nvSpPr>
          <p:cNvPr id="132" name="Text 25">
            <a:extLst>
              <a:ext uri="{FF2B5EF4-FFF2-40B4-BE49-F238E27FC236}">
                <a16:creationId xmlns:a16="http://schemas.microsoft.com/office/drawing/2014/main" id="{8C5E9F7D-FCC9-468A-9459-8BF7BC235CEF}"/>
              </a:ext>
            </a:extLst>
          </p:cNvPr>
          <p:cNvSpPr txBox="1"/>
          <p:nvPr/>
        </p:nvSpPr>
        <p:spPr>
          <a:xfrm>
            <a:off x="10057039" y="341071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8</a:t>
            </a:r>
          </a:p>
        </p:txBody>
      </p:sp>
      <p:sp>
        <p:nvSpPr>
          <p:cNvPr id="133" name="Line">
            <a:extLst>
              <a:ext uri="{FF2B5EF4-FFF2-40B4-BE49-F238E27FC236}">
                <a16:creationId xmlns:a16="http://schemas.microsoft.com/office/drawing/2014/main" id="{328ABEDB-6DD7-4DDE-997C-7FBF738D14C9}"/>
              </a:ext>
            </a:extLst>
          </p:cNvPr>
          <p:cNvSpPr/>
          <p:nvPr/>
        </p:nvSpPr>
        <p:spPr>
          <a:xfrm>
            <a:off x="10690588" y="3337560"/>
            <a:ext cx="0" cy="54864"/>
          </a:xfrm>
          <a:prstGeom prst="line">
            <a:avLst/>
          </a:prstGeom>
          <a:noFill/>
          <a:ln w="12700">
            <a:solidFill>
              <a:srgbClr val="55616B"/>
            </a:solidFill>
            <a:prstDash val="solid"/>
          </a:ln>
        </p:spPr>
      </p:sp>
      <p:sp>
        <p:nvSpPr>
          <p:cNvPr id="134" name="Text 27">
            <a:extLst>
              <a:ext uri="{FF2B5EF4-FFF2-40B4-BE49-F238E27FC236}">
                <a16:creationId xmlns:a16="http://schemas.microsoft.com/office/drawing/2014/main" id="{32743519-AA83-43F1-ADE0-6DD3E0C0218E}"/>
              </a:ext>
            </a:extLst>
          </p:cNvPr>
          <p:cNvSpPr txBox="1"/>
          <p:nvPr/>
        </p:nvSpPr>
        <p:spPr>
          <a:xfrm>
            <a:off x="10507708" y="341071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10</a:t>
            </a:r>
          </a:p>
        </p:txBody>
      </p:sp>
      <p:sp>
        <p:nvSpPr>
          <p:cNvPr id="135" name="Line">
            <a:extLst>
              <a:ext uri="{FF2B5EF4-FFF2-40B4-BE49-F238E27FC236}">
                <a16:creationId xmlns:a16="http://schemas.microsoft.com/office/drawing/2014/main" id="{DAC1265D-48B0-4EF6-9E5F-C8B095DA93F7}"/>
              </a:ext>
            </a:extLst>
          </p:cNvPr>
          <p:cNvSpPr/>
          <p:nvPr/>
        </p:nvSpPr>
        <p:spPr>
          <a:xfrm>
            <a:off x="11141256" y="3337560"/>
            <a:ext cx="0" cy="54864"/>
          </a:xfrm>
          <a:prstGeom prst="line">
            <a:avLst/>
          </a:prstGeom>
          <a:noFill/>
          <a:ln w="12700">
            <a:solidFill>
              <a:srgbClr val="55616B"/>
            </a:solidFill>
            <a:prstDash val="solid"/>
          </a:ln>
        </p:spPr>
      </p:sp>
      <p:sp>
        <p:nvSpPr>
          <p:cNvPr id="136" name="Text 29">
            <a:extLst>
              <a:ext uri="{FF2B5EF4-FFF2-40B4-BE49-F238E27FC236}">
                <a16:creationId xmlns:a16="http://schemas.microsoft.com/office/drawing/2014/main" id="{B2D86BC5-52CB-4A8D-B0A2-5DFFEA5CAFA8}"/>
              </a:ext>
            </a:extLst>
          </p:cNvPr>
          <p:cNvSpPr txBox="1"/>
          <p:nvPr/>
        </p:nvSpPr>
        <p:spPr>
          <a:xfrm>
            <a:off x="10958376" y="341071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12</a:t>
            </a:r>
          </a:p>
        </p:txBody>
      </p:sp>
      <p:sp>
        <p:nvSpPr>
          <p:cNvPr id="137" name="Line">
            <a:extLst>
              <a:ext uri="{FF2B5EF4-FFF2-40B4-BE49-F238E27FC236}">
                <a16:creationId xmlns:a16="http://schemas.microsoft.com/office/drawing/2014/main" id="{8A028BDE-3F0D-42CD-9980-B641A1CD684D}"/>
              </a:ext>
            </a:extLst>
          </p:cNvPr>
          <p:cNvSpPr/>
          <p:nvPr/>
        </p:nvSpPr>
        <p:spPr>
          <a:xfrm>
            <a:off x="11591925" y="3337560"/>
            <a:ext cx="0" cy="54864"/>
          </a:xfrm>
          <a:prstGeom prst="line">
            <a:avLst/>
          </a:prstGeom>
          <a:noFill/>
          <a:ln w="12700">
            <a:solidFill>
              <a:srgbClr val="55616B"/>
            </a:solidFill>
            <a:prstDash val="solid"/>
          </a:ln>
        </p:spPr>
      </p:sp>
      <p:sp>
        <p:nvSpPr>
          <p:cNvPr id="138" name="Text 31">
            <a:extLst>
              <a:ext uri="{FF2B5EF4-FFF2-40B4-BE49-F238E27FC236}">
                <a16:creationId xmlns:a16="http://schemas.microsoft.com/office/drawing/2014/main" id="{231536C3-9E58-49BE-A46B-4F5AD969218C}"/>
              </a:ext>
            </a:extLst>
          </p:cNvPr>
          <p:cNvSpPr txBox="1"/>
          <p:nvPr/>
        </p:nvSpPr>
        <p:spPr>
          <a:xfrm>
            <a:off x="11409045" y="3410712"/>
            <a:ext cx="365760"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1B2A41"/>
                </a:solidFill>
                <a:effectLst/>
                <a:uLnTx/>
                <a:uFillTx/>
              </a:rPr>
              <a:t>14</a:t>
            </a:r>
          </a:p>
        </p:txBody>
      </p:sp>
      <p:sp>
        <p:nvSpPr>
          <p:cNvPr id="139" name="Data point 2">
            <a:extLst>
              <a:ext uri="{FF2B5EF4-FFF2-40B4-BE49-F238E27FC236}">
                <a16:creationId xmlns:a16="http://schemas.microsoft.com/office/drawing/2014/main" id="{BB7BDFF3-160E-4508-A5C1-D1FD45994602}"/>
              </a:ext>
            </a:extLst>
          </p:cNvPr>
          <p:cNvSpPr/>
          <p:nvPr/>
        </p:nvSpPr>
        <p:spPr>
          <a:xfrm>
            <a:off x="8805618" y="3255264"/>
            <a:ext cx="164592" cy="164592"/>
          </a:xfrm>
          <a:prstGeom prst="ellipse">
            <a:avLst/>
          </a:prstGeom>
          <a:solidFill>
            <a:srgbClr val="55616B"/>
          </a:solidFill>
          <a:ln w="12700">
            <a:solidFill>
              <a:srgbClr val="FFFFFF"/>
            </a:solidFill>
            <a:prstDash val="solid"/>
          </a:ln>
        </p:spPr>
      </p:sp>
      <p:sp>
        <p:nvSpPr>
          <p:cNvPr id="140" name="Data point 4">
            <a:extLst>
              <a:ext uri="{FF2B5EF4-FFF2-40B4-BE49-F238E27FC236}">
                <a16:creationId xmlns:a16="http://schemas.microsoft.com/office/drawing/2014/main" id="{5726F58C-EB48-458B-BC16-727F6423FD1C}"/>
              </a:ext>
            </a:extLst>
          </p:cNvPr>
          <p:cNvSpPr/>
          <p:nvPr/>
        </p:nvSpPr>
        <p:spPr>
          <a:xfrm>
            <a:off x="9256286" y="3255264"/>
            <a:ext cx="164592" cy="164592"/>
          </a:xfrm>
          <a:prstGeom prst="ellipse">
            <a:avLst/>
          </a:prstGeom>
          <a:solidFill>
            <a:srgbClr val="55616B"/>
          </a:solidFill>
          <a:ln w="12700">
            <a:solidFill>
              <a:srgbClr val="FFFFFF"/>
            </a:solidFill>
            <a:prstDash val="solid"/>
          </a:ln>
        </p:spPr>
      </p:sp>
      <p:sp>
        <p:nvSpPr>
          <p:cNvPr id="141" name="Data point 5">
            <a:extLst>
              <a:ext uri="{FF2B5EF4-FFF2-40B4-BE49-F238E27FC236}">
                <a16:creationId xmlns:a16="http://schemas.microsoft.com/office/drawing/2014/main" id="{C01A2791-5FBA-4B1A-B5ED-4E4CEF488E57}"/>
              </a:ext>
            </a:extLst>
          </p:cNvPr>
          <p:cNvSpPr/>
          <p:nvPr/>
        </p:nvSpPr>
        <p:spPr>
          <a:xfrm>
            <a:off x="9481620" y="3255264"/>
            <a:ext cx="164592" cy="164592"/>
          </a:xfrm>
          <a:prstGeom prst="ellipse">
            <a:avLst/>
          </a:prstGeom>
          <a:solidFill>
            <a:srgbClr val="E8590C"/>
          </a:solidFill>
          <a:ln w="12700">
            <a:solidFill>
              <a:srgbClr val="FFFFFF"/>
            </a:solidFill>
            <a:prstDash val="solid"/>
          </a:ln>
        </p:spPr>
      </p:sp>
      <p:sp>
        <p:nvSpPr>
          <p:cNvPr id="142" name="Data point 6">
            <a:extLst>
              <a:ext uri="{FF2B5EF4-FFF2-40B4-BE49-F238E27FC236}">
                <a16:creationId xmlns:a16="http://schemas.microsoft.com/office/drawing/2014/main" id="{B738D2B9-DB79-4B80-8727-91E25C4E14B6}"/>
              </a:ext>
            </a:extLst>
          </p:cNvPr>
          <p:cNvSpPr/>
          <p:nvPr/>
        </p:nvSpPr>
        <p:spPr>
          <a:xfrm>
            <a:off x="9706955" y="3255264"/>
            <a:ext cx="164592" cy="164592"/>
          </a:xfrm>
          <a:prstGeom prst="ellipse">
            <a:avLst/>
          </a:prstGeom>
          <a:solidFill>
            <a:srgbClr val="E8590C"/>
          </a:solidFill>
          <a:ln w="12700">
            <a:solidFill>
              <a:srgbClr val="FFFFFF"/>
            </a:solidFill>
            <a:prstDash val="solid"/>
          </a:ln>
        </p:spPr>
      </p:sp>
      <p:sp>
        <p:nvSpPr>
          <p:cNvPr id="143" name="Data point 8">
            <a:extLst>
              <a:ext uri="{FF2B5EF4-FFF2-40B4-BE49-F238E27FC236}">
                <a16:creationId xmlns:a16="http://schemas.microsoft.com/office/drawing/2014/main" id="{49AA32A9-21E7-4464-87CA-C24C95379201}"/>
              </a:ext>
            </a:extLst>
          </p:cNvPr>
          <p:cNvSpPr/>
          <p:nvPr/>
        </p:nvSpPr>
        <p:spPr>
          <a:xfrm>
            <a:off x="10157623" y="3255264"/>
            <a:ext cx="164592" cy="164592"/>
          </a:xfrm>
          <a:prstGeom prst="ellipse">
            <a:avLst/>
          </a:prstGeom>
          <a:solidFill>
            <a:srgbClr val="E8590C"/>
          </a:solidFill>
          <a:ln w="12700">
            <a:solidFill>
              <a:srgbClr val="FFFFFF"/>
            </a:solidFill>
            <a:prstDash val="solid"/>
          </a:ln>
        </p:spPr>
      </p:sp>
      <p:sp>
        <p:nvSpPr>
          <p:cNvPr id="144" name="Data point 9">
            <a:extLst>
              <a:ext uri="{FF2B5EF4-FFF2-40B4-BE49-F238E27FC236}">
                <a16:creationId xmlns:a16="http://schemas.microsoft.com/office/drawing/2014/main" id="{97DD5D34-DCC0-4FC2-9865-09919F320786}"/>
              </a:ext>
            </a:extLst>
          </p:cNvPr>
          <p:cNvSpPr/>
          <p:nvPr/>
        </p:nvSpPr>
        <p:spPr>
          <a:xfrm>
            <a:off x="10382958" y="3255264"/>
            <a:ext cx="164592" cy="164592"/>
          </a:xfrm>
          <a:prstGeom prst="ellipse">
            <a:avLst/>
          </a:prstGeom>
          <a:solidFill>
            <a:srgbClr val="E8590C"/>
          </a:solidFill>
          <a:ln w="12700">
            <a:solidFill>
              <a:srgbClr val="FFFFFF"/>
            </a:solidFill>
            <a:prstDash val="solid"/>
          </a:ln>
        </p:spPr>
      </p:sp>
      <p:sp>
        <p:nvSpPr>
          <p:cNvPr id="145" name="Data point 10">
            <a:extLst>
              <a:ext uri="{FF2B5EF4-FFF2-40B4-BE49-F238E27FC236}">
                <a16:creationId xmlns:a16="http://schemas.microsoft.com/office/drawing/2014/main" id="{6ABE33D3-8E8E-4407-89A4-1146CAB6DFFF}"/>
              </a:ext>
            </a:extLst>
          </p:cNvPr>
          <p:cNvSpPr/>
          <p:nvPr/>
        </p:nvSpPr>
        <p:spPr>
          <a:xfrm>
            <a:off x="10608292" y="3255264"/>
            <a:ext cx="164592" cy="164592"/>
          </a:xfrm>
          <a:prstGeom prst="ellipse">
            <a:avLst/>
          </a:prstGeom>
          <a:solidFill>
            <a:srgbClr val="55616B"/>
          </a:solidFill>
          <a:ln w="12700">
            <a:solidFill>
              <a:srgbClr val="FFFFFF"/>
            </a:solidFill>
            <a:prstDash val="solid"/>
          </a:ln>
        </p:spPr>
      </p:sp>
      <p:sp>
        <p:nvSpPr>
          <p:cNvPr id="146" name="Data point 12">
            <a:extLst>
              <a:ext uri="{FF2B5EF4-FFF2-40B4-BE49-F238E27FC236}">
                <a16:creationId xmlns:a16="http://schemas.microsoft.com/office/drawing/2014/main" id="{9F406BE7-BB42-4381-B919-C99F906C68A8}"/>
              </a:ext>
            </a:extLst>
          </p:cNvPr>
          <p:cNvSpPr/>
          <p:nvPr/>
        </p:nvSpPr>
        <p:spPr>
          <a:xfrm>
            <a:off x="11058960" y="3255264"/>
            <a:ext cx="164592" cy="164592"/>
          </a:xfrm>
          <a:prstGeom prst="ellipse">
            <a:avLst/>
          </a:prstGeom>
          <a:solidFill>
            <a:srgbClr val="55616B"/>
          </a:solidFill>
          <a:ln w="12700">
            <a:solidFill>
              <a:srgbClr val="FFFFFF"/>
            </a:solidFill>
            <a:prstDash val="solid"/>
          </a:ln>
        </p:spPr>
      </p:sp>
      <p:sp>
        <p:nvSpPr>
          <p:cNvPr id="147" name="Line">
            <a:extLst>
              <a:ext uri="{FF2B5EF4-FFF2-40B4-BE49-F238E27FC236}">
                <a16:creationId xmlns:a16="http://schemas.microsoft.com/office/drawing/2014/main" id="{9190E31B-21C1-4752-80DC-EB225F8B8FE7}"/>
              </a:ext>
            </a:extLst>
          </p:cNvPr>
          <p:cNvSpPr/>
          <p:nvPr/>
        </p:nvSpPr>
        <p:spPr>
          <a:xfrm>
            <a:off x="9451249" y="4005072"/>
            <a:ext cx="1126671" cy="0"/>
          </a:xfrm>
          <a:prstGeom prst="line">
            <a:avLst/>
          </a:prstGeom>
          <a:noFill/>
          <a:ln w="25400">
            <a:solidFill>
              <a:srgbClr val="E8590C"/>
            </a:solidFill>
            <a:prstDash val="solid"/>
            <a:headEnd type="triangle"/>
            <a:tailEnd type="triangle"/>
          </a:ln>
        </p:spPr>
      </p:sp>
      <p:sp>
        <p:nvSpPr>
          <p:cNvPr id="148" name="Text 41">
            <a:extLst>
              <a:ext uri="{FF2B5EF4-FFF2-40B4-BE49-F238E27FC236}">
                <a16:creationId xmlns:a16="http://schemas.microsoft.com/office/drawing/2014/main" id="{FD5DD199-737A-495E-88C7-4539D7CCD69A}"/>
              </a:ext>
            </a:extLst>
          </p:cNvPr>
          <p:cNvSpPr txBox="1"/>
          <p:nvPr/>
        </p:nvSpPr>
        <p:spPr>
          <a:xfrm>
            <a:off x="8734425" y="4096512"/>
            <a:ext cx="2560320" cy="2743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E8590C"/>
                </a:solidFill>
                <a:effectLst/>
                <a:uLnTx/>
                <a:uFillTx/>
              </a:rPr>
              <a:t>IQR = 9.5 − 4.5 = 5</a:t>
            </a:r>
            <a:endParaRPr kumimoji="0" lang="en-US" sz="1400" b="0" i="0" u="none" strike="noStrike" kern="0" cap="none" spc="0" normalizeH="0" baseline="0" noProof="0" dirty="0">
              <a:ln>
                <a:noFill/>
              </a:ln>
              <a:solidFill>
                <a:srgbClr val="1B2A41"/>
              </a:solidFill>
              <a:effectLst/>
              <a:uLnTx/>
              <a:uFillTx/>
            </a:endParaRPr>
          </a:p>
        </p:txBody>
      </p:sp>
    </p:spTree>
    <p:extLst>
      <p:ext uri="{BB962C8B-B14F-4D97-AF65-F5344CB8AC3E}">
        <p14:creationId xmlns:p14="http://schemas.microsoft.com/office/powerpoint/2010/main" val="2249938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Measures of Spread: The Variance</a:t>
            </a:r>
          </a:p>
        </p:txBody>
      </p: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49DF9D2F-8E65-4D63-82C3-27F8FA7882BF}"/>
                  </a:ext>
                </a:extLst>
              </p:cNvPr>
              <p:cNvSpPr txBox="1"/>
              <p:nvPr/>
            </p:nvSpPr>
            <p:spPr>
              <a:xfrm>
                <a:off x="180753" y="1118530"/>
                <a:ext cx="7528782" cy="4695837"/>
              </a:xfrm>
              <a:prstGeom prst="rect">
                <a:avLst/>
              </a:prstGeom>
              <a:noFill/>
            </p:spPr>
            <p:txBody>
              <a:bodyPr wrap="square" bIns="0" rtlCol="0">
                <a:spAutoFit/>
              </a:bodyPr>
              <a:lstStyle/>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Description: </a:t>
                </a:r>
                <a:r>
                  <a:rPr kumimoji="0" lang="en-US" sz="2400" i="0" u="none" strike="noStrike" kern="1200" cap="none" spc="0" normalizeH="0" baseline="0" noProof="0" dirty="0">
                    <a:ln>
                      <a:noFill/>
                    </a:ln>
                    <a:effectLst/>
                    <a:uLnTx/>
                    <a:uFillTx/>
                    <a:latin typeface="Arial Narrow" panose="020B0606020202030204" pitchFamily="34" charset="0"/>
                  </a:rPr>
                  <a:t>The average squared distance of each value from the mean. Squaring stops positive and negative deviations cancelling out and gives extra weight to values far from the mean.</a:t>
                </a:r>
              </a:p>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Equation: </a:t>
                </a:r>
                <a14:m>
                  <m:oMath xmlns:m="http://schemas.openxmlformats.org/officeDocument/2006/math">
                    <m:sSup>
                      <m:sSupPr>
                        <m:ctrlPr>
                          <a:rPr kumimoji="0" lang="en-US" sz="2400" i="1" u="none" strike="noStrike" kern="1200" cap="none" spc="0" normalizeH="0" baseline="0" noProof="0" smtClean="0">
                            <a:ln>
                              <a:noFill/>
                            </a:ln>
                            <a:solidFill>
                              <a:schemeClr val="tx1"/>
                            </a:solidFill>
                            <a:effectLst/>
                            <a:uLnTx/>
                            <a:uFillTx/>
                            <a:latin typeface="Cambria Math" panose="02040503050406030204" pitchFamily="18" charset="0"/>
                          </a:rPr>
                        </m:ctrlPr>
                      </m:sSupPr>
                      <m:e>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𝑠</m:t>
                        </m:r>
                      </m:e>
                      <m:sup>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2</m:t>
                        </m:r>
                      </m:sup>
                    </m:sSup>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m:t>
                    </m:r>
                    <m:f>
                      <m:fPr>
                        <m:ctrlPr>
                          <a:rPr kumimoji="0" lang="en-AU" sz="2400" i="1" u="none" strike="noStrike" kern="1200" cap="none" spc="0" normalizeH="0" baseline="0" noProof="0" smtClean="0">
                            <a:ln>
                              <a:noFill/>
                            </a:ln>
                            <a:solidFill>
                              <a:schemeClr val="tx1"/>
                            </a:solidFill>
                            <a:effectLst/>
                            <a:uLnTx/>
                            <a:uFillTx/>
                            <a:latin typeface="Cambria Math" panose="02040503050406030204" pitchFamily="18" charset="0"/>
                          </a:rPr>
                        </m:ctrlPr>
                      </m:fPr>
                      <m:num>
                        <m:nary>
                          <m:naryPr>
                            <m:chr m:val="∑"/>
                            <m:subHide m:val="on"/>
                            <m:supHide m:val="on"/>
                            <m:ctrlPr>
                              <a:rPr kumimoji="0" lang="en-AU" sz="2400" i="1" u="none" strike="noStrike" kern="1200" cap="none" spc="0" normalizeH="0" baseline="0" noProof="0" smtClean="0">
                                <a:ln>
                                  <a:noFill/>
                                </a:ln>
                                <a:solidFill>
                                  <a:schemeClr val="tx1"/>
                                </a:solidFill>
                                <a:effectLst/>
                                <a:uLnTx/>
                                <a:uFillTx/>
                                <a:latin typeface="Cambria Math" panose="02040503050406030204" pitchFamily="18" charset="0"/>
                              </a:rPr>
                            </m:ctrlPr>
                          </m:naryPr>
                          <m:sub/>
                          <m:sup/>
                          <m:e>
                            <m:sSup>
                              <m:sSupPr>
                                <m:ctrlPr>
                                  <a:rPr kumimoji="0" lang="en-AU" sz="2400" i="1" u="none" strike="noStrike" kern="1200" cap="none" spc="0" normalizeH="0" baseline="0" noProof="0" smtClean="0">
                                    <a:ln>
                                      <a:noFill/>
                                    </a:ln>
                                    <a:solidFill>
                                      <a:schemeClr val="tx1"/>
                                    </a:solidFill>
                                    <a:effectLst/>
                                    <a:uLnTx/>
                                    <a:uFillTx/>
                                    <a:latin typeface="Cambria Math" panose="02040503050406030204" pitchFamily="18" charset="0"/>
                                  </a:rPr>
                                </m:ctrlPr>
                              </m:sSupPr>
                              <m:e>
                                <m:d>
                                  <m:dPr>
                                    <m:ctrlPr>
                                      <a:rPr kumimoji="0" lang="en-AU" sz="2400" i="1" u="none" strike="noStrike" kern="1200" cap="none" spc="0" normalizeH="0" baseline="0" noProof="0" smtClean="0">
                                        <a:ln>
                                          <a:noFill/>
                                        </a:ln>
                                        <a:solidFill>
                                          <a:schemeClr val="tx1"/>
                                        </a:solidFill>
                                        <a:effectLst/>
                                        <a:uLnTx/>
                                        <a:uFillTx/>
                                        <a:latin typeface="Cambria Math" panose="02040503050406030204" pitchFamily="18" charset="0"/>
                                      </a:rPr>
                                    </m:ctrlPr>
                                  </m:dPr>
                                  <m:e>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𝑥</m:t>
                                    </m:r>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m:t>
                                    </m:r>
                                    <m:acc>
                                      <m:accPr>
                                        <m:chr m:val="̅"/>
                                        <m:ctrlPr>
                                          <a:rPr kumimoji="0" lang="en-AU" sz="2400" i="1" u="none" strike="noStrike" kern="1200" cap="none" spc="0" normalizeH="0" baseline="0" noProof="0" smtClean="0">
                                            <a:ln>
                                              <a:noFill/>
                                            </a:ln>
                                            <a:solidFill>
                                              <a:schemeClr val="tx1"/>
                                            </a:solidFill>
                                            <a:effectLst/>
                                            <a:uLnTx/>
                                            <a:uFillTx/>
                                            <a:latin typeface="Cambria Math" panose="02040503050406030204" pitchFamily="18" charset="0"/>
                                          </a:rPr>
                                        </m:ctrlPr>
                                      </m:accPr>
                                      <m:e>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𝑥</m:t>
                                        </m:r>
                                      </m:e>
                                    </m:acc>
                                  </m:e>
                                </m:d>
                              </m:e>
                              <m:sup>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2</m:t>
                                </m:r>
                              </m:sup>
                            </m:sSup>
                          </m:e>
                        </m:nary>
                      </m:num>
                      <m:den>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𝑛</m:t>
                        </m:r>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−1</m:t>
                        </m:r>
                      </m:den>
                    </m:f>
                  </m:oMath>
                </a14:m>
                <a:endParaRPr kumimoji="0" lang="en-US" sz="2400" i="0" u="none" strike="noStrike" kern="1200" cap="none" spc="0" normalizeH="0" baseline="0" noProof="0" dirty="0">
                  <a:ln>
                    <a:noFill/>
                  </a:ln>
                  <a:effectLst/>
                  <a:uLnTx/>
                  <a:uFillTx/>
                  <a:latin typeface="Arial Narrow" panose="020B0606020202030204" pitchFamily="34" charset="0"/>
                </a:endParaRPr>
              </a:p>
              <a:p>
                <a:pPr marL="228600" marR="0" lvl="0" indent="-228600" algn="l" defTabSz="914400" rtl="0" eaLnBrk="1" fontAlgn="auto" latinLnBrk="0" hangingPunct="1">
                  <a:lnSpc>
                    <a:spcPct val="100000"/>
                  </a:lnSpc>
                  <a:spcBef>
                    <a:spcPct val="20000"/>
                  </a:spcBef>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Example: </a:t>
                </a:r>
              </a:p>
              <a:p>
                <a:pPr marL="685800" lvl="1" indent="-228600">
                  <a:spcBef>
                    <a:spcPct val="20000"/>
                  </a:spcBef>
                  <a:buSzPct val="100000"/>
                  <a:buFont typeface="Arial" pitchFamily="34" charset="0"/>
                  <a:buChar char="•"/>
                  <a:defRPr/>
                </a:pPr>
                <a:r>
                  <a:rPr kumimoji="0" lang="en-US" sz="2400" b="0" i="0" u="none" strike="noStrike" kern="1200" cap="none" spc="0" normalizeH="0" baseline="0" noProof="0" dirty="0">
                    <a:ln>
                      <a:noFill/>
                    </a:ln>
                    <a:solidFill>
                      <a:srgbClr val="1B2A41"/>
                    </a:solidFill>
                    <a:effectLst/>
                    <a:uLnTx/>
                    <a:uFillTx/>
                    <a:latin typeface="Arial Narrow" panose="020B0606020202030204" pitchFamily="34" charset="0"/>
                  </a:rPr>
                  <a:t>Quiz scores: 2, 4, 5, 6, 8, 9, 10 and 12 </a:t>
                </a:r>
              </a:p>
              <a:p>
                <a:pPr marL="685800" lvl="1" indent="-228600">
                  <a:spcBef>
                    <a:spcPct val="20000"/>
                  </a:spcBef>
                  <a:buSzPct val="100000"/>
                  <a:buFont typeface="Arial" pitchFamily="34" charset="0"/>
                  <a:buChar char="•"/>
                  <a:defRPr/>
                </a:pPr>
                <a:r>
                  <a:rPr lang="en-US" sz="2400" dirty="0">
                    <a:solidFill>
                      <a:srgbClr val="1B2A41"/>
                    </a:solidFill>
                    <a:latin typeface="Arial Narrow" panose="020B0606020202030204" pitchFamily="34" charset="0"/>
                  </a:rPr>
                  <a:t>The mean = 7</a:t>
                </a:r>
              </a:p>
              <a:p>
                <a:pPr lvl="1">
                  <a:spcBef>
                    <a:spcPct val="20000"/>
                  </a:spcBef>
                  <a:buSzPct val="100000"/>
                  <a:defRPr/>
                </a:pPr>
                <a14:m>
                  <m:oMath xmlns:m="http://schemas.openxmlformats.org/officeDocument/2006/math">
                    <m:sSup>
                      <m:sSupPr>
                        <m:ctrlPr>
                          <a:rPr lang="en-US" sz="2400" i="1" smtClean="0">
                            <a:latin typeface="Cambria Math" panose="02040503050406030204" pitchFamily="18" charset="0"/>
                          </a:rPr>
                        </m:ctrlPr>
                      </m:sSupPr>
                      <m:e>
                        <m:r>
                          <a:rPr lang="en-AU" sz="2400" b="0" i="1" smtClean="0">
                            <a:latin typeface="Cambria Math" panose="02040503050406030204" pitchFamily="18" charset="0"/>
                          </a:rPr>
                          <m:t>𝑠</m:t>
                        </m:r>
                      </m:e>
                      <m:sup>
                        <m:r>
                          <a:rPr lang="en-AU" sz="2400" b="0" i="1" smtClean="0">
                            <a:latin typeface="Cambria Math" panose="02040503050406030204" pitchFamily="18" charset="0"/>
                          </a:rPr>
                          <m:t>2</m:t>
                        </m:r>
                      </m:sup>
                    </m:sSup>
                    <m:r>
                      <a:rPr lang="en-AU" sz="2400" b="1" i="1" smtClean="0">
                        <a:latin typeface="Cambria Math" panose="02040503050406030204" pitchFamily="18" charset="0"/>
                      </a:rPr>
                      <m:t>=</m:t>
                    </m:r>
                    <m:f>
                      <m:fPr>
                        <m:ctrlPr>
                          <a:rPr lang="en-AU" sz="2400" i="1" smtClean="0">
                            <a:latin typeface="Cambria Math" panose="02040503050406030204" pitchFamily="18" charset="0"/>
                          </a:rPr>
                        </m:ctrlPr>
                      </m:fPr>
                      <m:num>
                        <m:sSup>
                          <m:sSupPr>
                            <m:ctrlPr>
                              <a:rPr lang="en-AU" sz="2400" i="1" smtClean="0">
                                <a:latin typeface="Cambria Math" panose="02040503050406030204" pitchFamily="18" charset="0"/>
                              </a:rPr>
                            </m:ctrlPr>
                          </m:sSupPr>
                          <m:e>
                            <m:d>
                              <m:dPr>
                                <m:ctrlPr>
                                  <a:rPr lang="en-AU" sz="2400" i="1" smtClean="0">
                                    <a:latin typeface="Cambria Math" panose="02040503050406030204" pitchFamily="18" charset="0"/>
                                  </a:rPr>
                                </m:ctrlPr>
                              </m:dPr>
                              <m:e>
                                <m:r>
                                  <a:rPr lang="en-AU" sz="2400" b="0" i="1" smtClean="0">
                                    <a:latin typeface="Cambria Math" panose="02040503050406030204" pitchFamily="18" charset="0"/>
                                  </a:rPr>
                                  <m:t>2−7</m:t>
                                </m:r>
                              </m:e>
                            </m:d>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en-AU" sz="2400" i="1" smtClean="0">
                                <a:latin typeface="Cambria Math" panose="02040503050406030204" pitchFamily="18" charset="0"/>
                              </a:rPr>
                            </m:ctrlPr>
                          </m:sSupPr>
                          <m:e>
                            <m:d>
                              <m:dPr>
                                <m:ctrlPr>
                                  <a:rPr lang="en-AU" sz="2400" i="1" smtClean="0">
                                    <a:latin typeface="Cambria Math" panose="02040503050406030204" pitchFamily="18" charset="0"/>
                                  </a:rPr>
                                </m:ctrlPr>
                              </m:dPr>
                              <m:e>
                                <m:r>
                                  <a:rPr lang="en-AU" sz="2400" b="0" i="1" smtClean="0">
                                    <a:latin typeface="Cambria Math" panose="02040503050406030204" pitchFamily="18" charset="0"/>
                                  </a:rPr>
                                  <m:t>4−7</m:t>
                                </m:r>
                              </m:e>
                            </m:d>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en-AU" sz="2400" i="1" smtClean="0">
                                <a:latin typeface="Cambria Math" panose="02040503050406030204" pitchFamily="18" charset="0"/>
                              </a:rPr>
                            </m:ctrlPr>
                          </m:sSupPr>
                          <m:e>
                            <m:d>
                              <m:dPr>
                                <m:ctrlPr>
                                  <a:rPr lang="en-AU" sz="2400" i="1" smtClean="0">
                                    <a:latin typeface="Cambria Math" panose="02040503050406030204" pitchFamily="18" charset="0"/>
                                  </a:rPr>
                                </m:ctrlPr>
                              </m:dPr>
                              <m:e>
                                <m:r>
                                  <a:rPr lang="en-AU" sz="2400" b="0" i="1" smtClean="0">
                                    <a:latin typeface="Cambria Math" panose="02040503050406030204" pitchFamily="18" charset="0"/>
                                  </a:rPr>
                                  <m:t>12−7</m:t>
                                </m:r>
                              </m:e>
                            </m:d>
                          </m:e>
                          <m:sup>
                            <m:r>
                              <a:rPr lang="en-AU" sz="2400" b="0" i="1" smtClean="0">
                                <a:latin typeface="Cambria Math" panose="02040503050406030204" pitchFamily="18" charset="0"/>
                              </a:rPr>
                              <m:t>2</m:t>
                            </m:r>
                          </m:sup>
                        </m:sSup>
                      </m:num>
                      <m:den>
                        <m:r>
                          <a:rPr lang="en-AU" sz="2400" b="0" i="1" smtClean="0">
                            <a:latin typeface="Cambria Math" panose="02040503050406030204" pitchFamily="18" charset="0"/>
                          </a:rPr>
                          <m:t>8−1</m:t>
                        </m:r>
                      </m:den>
                    </m:f>
                    <m:r>
                      <a:rPr lang="en-AU" sz="2400" b="0" i="1" smtClean="0">
                        <a:latin typeface="Cambria Math" panose="02040503050406030204" pitchFamily="18" charset="0"/>
                      </a:rPr>
                      <m:t>=</m:t>
                    </m:r>
                  </m:oMath>
                </a14:m>
                <a:r>
                  <a:rPr lang="en-US" sz="2400" dirty="0">
                    <a:latin typeface="Arial Narrow" panose="020B0606020202030204" pitchFamily="34" charset="0"/>
                  </a:rPr>
                  <a:t> 11.14 marks</a:t>
                </a:r>
                <a:r>
                  <a:rPr lang="en-US" sz="2400" baseline="30000" dirty="0">
                    <a:latin typeface="Arial Narrow" panose="020B0606020202030204" pitchFamily="34" charset="0"/>
                  </a:rPr>
                  <a:t>2</a:t>
                </a:r>
              </a:p>
            </p:txBody>
          </p:sp>
        </mc:Choice>
        <mc:Fallback>
          <p:sp>
            <p:nvSpPr>
              <p:cNvPr id="75" name="TextBox 74">
                <a:extLst>
                  <a:ext uri="{FF2B5EF4-FFF2-40B4-BE49-F238E27FC236}">
                    <a16:creationId xmlns:a16="http://schemas.microsoft.com/office/drawing/2014/main" id="{49DF9D2F-8E65-4D63-82C3-27F8FA7882BF}"/>
                  </a:ext>
                </a:extLst>
              </p:cNvPr>
              <p:cNvSpPr txBox="1">
                <a:spLocks noRot="1" noChangeAspect="1" noMove="1" noResize="1" noEditPoints="1" noAdjustHandles="1" noChangeArrowheads="1" noChangeShapeType="1" noTextEdit="1"/>
              </p:cNvSpPr>
              <p:nvPr/>
            </p:nvSpPr>
            <p:spPr>
              <a:xfrm>
                <a:off x="180753" y="1118530"/>
                <a:ext cx="7528782" cy="4695837"/>
              </a:xfrm>
              <a:prstGeom prst="rect">
                <a:avLst/>
              </a:prstGeom>
              <a:blipFill>
                <a:blip r:embed="rId3"/>
                <a:stretch>
                  <a:fillRect l="-1134" t="-1038" r="-1296" b="-130"/>
                </a:stretch>
              </a:blipFill>
            </p:spPr>
            <p:txBody>
              <a:bodyPr/>
              <a:lstStyle/>
              <a:p>
                <a:r>
                  <a:rPr lang="en-AU">
                    <a:noFill/>
                  </a:rPr>
                  <a:t> </a:t>
                </a:r>
              </a:p>
            </p:txBody>
          </p:sp>
        </mc:Fallback>
      </mc:AlternateContent>
      <p:sp>
        <p:nvSpPr>
          <p:cNvPr id="88" name="Visual card">
            <a:extLst>
              <a:ext uri="{FF2B5EF4-FFF2-40B4-BE49-F238E27FC236}">
                <a16:creationId xmlns:a16="http://schemas.microsoft.com/office/drawing/2014/main" id="{DD7F568A-E10A-42A6-8DD7-89708932C924}"/>
              </a:ext>
            </a:extLst>
          </p:cNvPr>
          <p:cNvSpPr/>
          <p:nvPr/>
        </p:nvSpPr>
        <p:spPr>
          <a:xfrm>
            <a:off x="8284845" y="1097280"/>
            <a:ext cx="3611880" cy="3566160"/>
          </a:xfrm>
          <a:prstGeom prst="roundRect">
            <a:avLst>
              <a:gd name="adj" fmla="val 3077"/>
            </a:avLst>
          </a:prstGeom>
          <a:solidFill>
            <a:srgbClr val="EAF4F5"/>
          </a:solidFill>
          <a:ln/>
        </p:spPr>
      </p:sp>
      <p:sp>
        <p:nvSpPr>
          <p:cNvPr id="89" name="Text 3">
            <a:extLst>
              <a:ext uri="{FF2B5EF4-FFF2-40B4-BE49-F238E27FC236}">
                <a16:creationId xmlns:a16="http://schemas.microsoft.com/office/drawing/2014/main" id="{46F8458C-5F60-4B54-8B52-86BFF0E7BFCB}"/>
              </a:ext>
            </a:extLst>
          </p:cNvPr>
          <p:cNvSpPr txBox="1"/>
          <p:nvPr/>
        </p:nvSpPr>
        <p:spPr>
          <a:xfrm>
            <a:off x="8422005" y="1234440"/>
            <a:ext cx="3337560" cy="2743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55616B"/>
                </a:solidFill>
                <a:effectLst/>
                <a:uLnTx/>
                <a:uFillTx/>
              </a:rPr>
              <a:t>Quiz score by student (out of 12)</a:t>
            </a:r>
            <a:endParaRPr kumimoji="0" lang="en-US" sz="1100" b="0" i="0" u="none" strike="noStrike" kern="0" cap="none" spc="0" normalizeH="0" baseline="0" noProof="0" dirty="0">
              <a:ln>
                <a:noFill/>
              </a:ln>
              <a:solidFill>
                <a:srgbClr val="1B2A41"/>
              </a:solidFill>
              <a:effectLst/>
              <a:uLnTx/>
              <a:uFillTx/>
            </a:endParaRPr>
          </a:p>
        </p:txBody>
      </p:sp>
      <p:sp>
        <p:nvSpPr>
          <p:cNvPr id="90" name="Line">
            <a:extLst>
              <a:ext uri="{FF2B5EF4-FFF2-40B4-BE49-F238E27FC236}">
                <a16:creationId xmlns:a16="http://schemas.microsoft.com/office/drawing/2014/main" id="{CAEC0739-F223-4399-AA9D-C8873B374836}"/>
              </a:ext>
            </a:extLst>
          </p:cNvPr>
          <p:cNvSpPr/>
          <p:nvPr/>
        </p:nvSpPr>
        <p:spPr>
          <a:xfrm>
            <a:off x="8696325" y="1783043"/>
            <a:ext cx="0" cy="2103157"/>
          </a:xfrm>
          <a:prstGeom prst="line">
            <a:avLst/>
          </a:prstGeom>
          <a:noFill/>
          <a:ln w="19050">
            <a:solidFill>
              <a:srgbClr val="55616B"/>
            </a:solidFill>
            <a:prstDash val="solid"/>
          </a:ln>
        </p:spPr>
      </p:sp>
      <p:sp>
        <p:nvSpPr>
          <p:cNvPr id="91" name="Line">
            <a:extLst>
              <a:ext uri="{FF2B5EF4-FFF2-40B4-BE49-F238E27FC236}">
                <a16:creationId xmlns:a16="http://schemas.microsoft.com/office/drawing/2014/main" id="{B6403C4B-018A-4CC1-8C10-9982F249BAFB}"/>
              </a:ext>
            </a:extLst>
          </p:cNvPr>
          <p:cNvSpPr/>
          <p:nvPr/>
        </p:nvSpPr>
        <p:spPr>
          <a:xfrm>
            <a:off x="8696325" y="3886200"/>
            <a:ext cx="2606040" cy="0"/>
          </a:xfrm>
          <a:prstGeom prst="line">
            <a:avLst/>
          </a:prstGeom>
          <a:noFill/>
          <a:ln w="12700">
            <a:solidFill>
              <a:srgbClr val="55616B"/>
            </a:solidFill>
            <a:prstDash val="solid"/>
          </a:ln>
        </p:spPr>
      </p:sp>
      <p:sp>
        <p:nvSpPr>
          <p:cNvPr id="92" name="Text 6">
            <a:extLst>
              <a:ext uri="{FF2B5EF4-FFF2-40B4-BE49-F238E27FC236}">
                <a16:creationId xmlns:a16="http://schemas.microsoft.com/office/drawing/2014/main" id="{15164FBA-393B-48E9-AA99-ADA9AFD450C9}"/>
              </a:ext>
            </a:extLst>
          </p:cNvPr>
          <p:cNvSpPr txBox="1"/>
          <p:nvPr/>
        </p:nvSpPr>
        <p:spPr>
          <a:xfrm>
            <a:off x="8284845" y="3794760"/>
            <a:ext cx="292608" cy="182880"/>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0</a:t>
            </a:r>
          </a:p>
        </p:txBody>
      </p:sp>
      <p:sp>
        <p:nvSpPr>
          <p:cNvPr id="93" name="Text 7">
            <a:extLst>
              <a:ext uri="{FF2B5EF4-FFF2-40B4-BE49-F238E27FC236}">
                <a16:creationId xmlns:a16="http://schemas.microsoft.com/office/drawing/2014/main" id="{01EC23A7-0FB8-4BB0-BDDF-E77B9D4D8CF0}"/>
              </a:ext>
            </a:extLst>
          </p:cNvPr>
          <p:cNvSpPr txBox="1"/>
          <p:nvPr/>
        </p:nvSpPr>
        <p:spPr>
          <a:xfrm>
            <a:off x="8284845" y="3093708"/>
            <a:ext cx="292608" cy="182880"/>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4</a:t>
            </a:r>
          </a:p>
        </p:txBody>
      </p:sp>
      <p:sp>
        <p:nvSpPr>
          <p:cNvPr id="94" name="Text 8">
            <a:extLst>
              <a:ext uri="{FF2B5EF4-FFF2-40B4-BE49-F238E27FC236}">
                <a16:creationId xmlns:a16="http://schemas.microsoft.com/office/drawing/2014/main" id="{7612F2A8-B096-4386-B4E3-2FBBB3B19281}"/>
              </a:ext>
            </a:extLst>
          </p:cNvPr>
          <p:cNvSpPr txBox="1"/>
          <p:nvPr/>
        </p:nvSpPr>
        <p:spPr>
          <a:xfrm>
            <a:off x="8284845" y="2392656"/>
            <a:ext cx="292608" cy="182880"/>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8</a:t>
            </a:r>
          </a:p>
        </p:txBody>
      </p:sp>
      <p:sp>
        <p:nvSpPr>
          <p:cNvPr id="95" name="Text 9">
            <a:extLst>
              <a:ext uri="{FF2B5EF4-FFF2-40B4-BE49-F238E27FC236}">
                <a16:creationId xmlns:a16="http://schemas.microsoft.com/office/drawing/2014/main" id="{249DC1CC-BBC8-487C-8E71-B729AFA26698}"/>
              </a:ext>
            </a:extLst>
          </p:cNvPr>
          <p:cNvSpPr txBox="1"/>
          <p:nvPr/>
        </p:nvSpPr>
        <p:spPr>
          <a:xfrm>
            <a:off x="8284845" y="1691603"/>
            <a:ext cx="292608" cy="182880"/>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12</a:t>
            </a:r>
          </a:p>
        </p:txBody>
      </p:sp>
      <p:sp>
        <p:nvSpPr>
          <p:cNvPr id="96" name="Text 10">
            <a:extLst>
              <a:ext uri="{FF2B5EF4-FFF2-40B4-BE49-F238E27FC236}">
                <a16:creationId xmlns:a16="http://schemas.microsoft.com/office/drawing/2014/main" id="{3F31811F-B8BB-4CC7-9E0B-EA31337D3346}"/>
              </a:ext>
            </a:extLst>
          </p:cNvPr>
          <p:cNvSpPr txBox="1"/>
          <p:nvPr/>
        </p:nvSpPr>
        <p:spPr>
          <a:xfrm>
            <a:off x="8833485"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1</a:t>
            </a:r>
          </a:p>
        </p:txBody>
      </p:sp>
      <p:sp>
        <p:nvSpPr>
          <p:cNvPr id="97" name="Text 11">
            <a:extLst>
              <a:ext uri="{FF2B5EF4-FFF2-40B4-BE49-F238E27FC236}">
                <a16:creationId xmlns:a16="http://schemas.microsoft.com/office/drawing/2014/main" id="{2A6C4381-B73D-4F25-8F78-5A572C11DA6E}"/>
              </a:ext>
            </a:extLst>
          </p:cNvPr>
          <p:cNvSpPr txBox="1"/>
          <p:nvPr/>
        </p:nvSpPr>
        <p:spPr>
          <a:xfrm>
            <a:off x="9144381"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2</a:t>
            </a:r>
          </a:p>
        </p:txBody>
      </p:sp>
      <p:sp>
        <p:nvSpPr>
          <p:cNvPr id="98" name="Text 12">
            <a:extLst>
              <a:ext uri="{FF2B5EF4-FFF2-40B4-BE49-F238E27FC236}">
                <a16:creationId xmlns:a16="http://schemas.microsoft.com/office/drawing/2014/main" id="{00084E4B-67AD-406C-BCE5-11BB2D96174F}"/>
              </a:ext>
            </a:extLst>
          </p:cNvPr>
          <p:cNvSpPr txBox="1"/>
          <p:nvPr/>
        </p:nvSpPr>
        <p:spPr>
          <a:xfrm>
            <a:off x="9455277"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3</a:t>
            </a:r>
          </a:p>
        </p:txBody>
      </p:sp>
      <p:sp>
        <p:nvSpPr>
          <p:cNvPr id="99" name="Text 13">
            <a:extLst>
              <a:ext uri="{FF2B5EF4-FFF2-40B4-BE49-F238E27FC236}">
                <a16:creationId xmlns:a16="http://schemas.microsoft.com/office/drawing/2014/main" id="{E8D2E691-0891-443B-8FF9-2D053A9F71E3}"/>
              </a:ext>
            </a:extLst>
          </p:cNvPr>
          <p:cNvSpPr txBox="1"/>
          <p:nvPr/>
        </p:nvSpPr>
        <p:spPr>
          <a:xfrm>
            <a:off x="9766173"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4</a:t>
            </a:r>
          </a:p>
        </p:txBody>
      </p:sp>
      <p:sp>
        <p:nvSpPr>
          <p:cNvPr id="100" name="Text 14">
            <a:extLst>
              <a:ext uri="{FF2B5EF4-FFF2-40B4-BE49-F238E27FC236}">
                <a16:creationId xmlns:a16="http://schemas.microsoft.com/office/drawing/2014/main" id="{A3BF1D4D-579B-4F41-A96E-812F464E839E}"/>
              </a:ext>
            </a:extLst>
          </p:cNvPr>
          <p:cNvSpPr txBox="1"/>
          <p:nvPr/>
        </p:nvSpPr>
        <p:spPr>
          <a:xfrm>
            <a:off x="10077069"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5</a:t>
            </a:r>
          </a:p>
        </p:txBody>
      </p:sp>
      <p:sp>
        <p:nvSpPr>
          <p:cNvPr id="101" name="Text 15">
            <a:extLst>
              <a:ext uri="{FF2B5EF4-FFF2-40B4-BE49-F238E27FC236}">
                <a16:creationId xmlns:a16="http://schemas.microsoft.com/office/drawing/2014/main" id="{ADB1EB13-4BE8-4854-B309-0C96D88C67FE}"/>
              </a:ext>
            </a:extLst>
          </p:cNvPr>
          <p:cNvSpPr txBox="1"/>
          <p:nvPr/>
        </p:nvSpPr>
        <p:spPr>
          <a:xfrm>
            <a:off x="10387965"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6</a:t>
            </a:r>
          </a:p>
        </p:txBody>
      </p:sp>
      <p:sp>
        <p:nvSpPr>
          <p:cNvPr id="102" name="Text 16">
            <a:extLst>
              <a:ext uri="{FF2B5EF4-FFF2-40B4-BE49-F238E27FC236}">
                <a16:creationId xmlns:a16="http://schemas.microsoft.com/office/drawing/2014/main" id="{1D443D0C-3FD4-40A7-9D65-5F41331FA545}"/>
              </a:ext>
            </a:extLst>
          </p:cNvPr>
          <p:cNvSpPr txBox="1"/>
          <p:nvPr/>
        </p:nvSpPr>
        <p:spPr>
          <a:xfrm>
            <a:off x="10698861"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7</a:t>
            </a:r>
          </a:p>
        </p:txBody>
      </p:sp>
      <p:sp>
        <p:nvSpPr>
          <p:cNvPr id="103" name="Text 17">
            <a:extLst>
              <a:ext uri="{FF2B5EF4-FFF2-40B4-BE49-F238E27FC236}">
                <a16:creationId xmlns:a16="http://schemas.microsoft.com/office/drawing/2014/main" id="{2B9A8AE0-96E8-4C2B-A774-1481FBB65B89}"/>
              </a:ext>
            </a:extLst>
          </p:cNvPr>
          <p:cNvSpPr txBox="1"/>
          <p:nvPr/>
        </p:nvSpPr>
        <p:spPr>
          <a:xfrm>
            <a:off x="11009757"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8</a:t>
            </a:r>
          </a:p>
        </p:txBody>
      </p:sp>
      <p:sp>
        <p:nvSpPr>
          <p:cNvPr id="104" name="Line">
            <a:extLst>
              <a:ext uri="{FF2B5EF4-FFF2-40B4-BE49-F238E27FC236}">
                <a16:creationId xmlns:a16="http://schemas.microsoft.com/office/drawing/2014/main" id="{FF15C818-59D4-4522-8833-371EBDFD1665}"/>
              </a:ext>
            </a:extLst>
          </p:cNvPr>
          <p:cNvSpPr/>
          <p:nvPr/>
        </p:nvSpPr>
        <p:spPr>
          <a:xfrm>
            <a:off x="8970645" y="2659359"/>
            <a:ext cx="0" cy="876315"/>
          </a:xfrm>
          <a:prstGeom prst="line">
            <a:avLst/>
          </a:prstGeom>
          <a:noFill/>
          <a:ln w="22225">
            <a:solidFill>
              <a:srgbClr val="E8590C"/>
            </a:solidFill>
            <a:prstDash val="solid"/>
          </a:ln>
        </p:spPr>
      </p:sp>
      <p:sp>
        <p:nvSpPr>
          <p:cNvPr id="105" name="Line">
            <a:extLst>
              <a:ext uri="{FF2B5EF4-FFF2-40B4-BE49-F238E27FC236}">
                <a16:creationId xmlns:a16="http://schemas.microsoft.com/office/drawing/2014/main" id="{E6CF411F-1380-4F4F-9AB7-C00595D29714}"/>
              </a:ext>
            </a:extLst>
          </p:cNvPr>
          <p:cNvSpPr/>
          <p:nvPr/>
        </p:nvSpPr>
        <p:spPr>
          <a:xfrm>
            <a:off x="9281541" y="2659359"/>
            <a:ext cx="0" cy="525789"/>
          </a:xfrm>
          <a:prstGeom prst="line">
            <a:avLst/>
          </a:prstGeom>
          <a:noFill/>
          <a:ln w="22225">
            <a:solidFill>
              <a:srgbClr val="E8590C"/>
            </a:solidFill>
            <a:prstDash val="solid"/>
          </a:ln>
        </p:spPr>
      </p:sp>
      <p:sp>
        <p:nvSpPr>
          <p:cNvPr id="106" name="Line">
            <a:extLst>
              <a:ext uri="{FF2B5EF4-FFF2-40B4-BE49-F238E27FC236}">
                <a16:creationId xmlns:a16="http://schemas.microsoft.com/office/drawing/2014/main" id="{06262F71-8E9B-4E8B-BAC9-518A2BC779BF}"/>
              </a:ext>
            </a:extLst>
          </p:cNvPr>
          <p:cNvSpPr/>
          <p:nvPr/>
        </p:nvSpPr>
        <p:spPr>
          <a:xfrm>
            <a:off x="9592437" y="2659359"/>
            <a:ext cx="0" cy="350526"/>
          </a:xfrm>
          <a:prstGeom prst="line">
            <a:avLst/>
          </a:prstGeom>
          <a:noFill/>
          <a:ln w="22225">
            <a:solidFill>
              <a:srgbClr val="E8590C"/>
            </a:solidFill>
            <a:prstDash val="solid"/>
          </a:ln>
        </p:spPr>
      </p:sp>
      <p:sp>
        <p:nvSpPr>
          <p:cNvPr id="107" name="Line">
            <a:extLst>
              <a:ext uri="{FF2B5EF4-FFF2-40B4-BE49-F238E27FC236}">
                <a16:creationId xmlns:a16="http://schemas.microsoft.com/office/drawing/2014/main" id="{F2649D6C-8552-4CE2-B9DD-06B336D3C297}"/>
              </a:ext>
            </a:extLst>
          </p:cNvPr>
          <p:cNvSpPr/>
          <p:nvPr/>
        </p:nvSpPr>
        <p:spPr>
          <a:xfrm>
            <a:off x="9903333" y="2659359"/>
            <a:ext cx="0" cy="175263"/>
          </a:xfrm>
          <a:prstGeom prst="line">
            <a:avLst/>
          </a:prstGeom>
          <a:noFill/>
          <a:ln w="22225">
            <a:solidFill>
              <a:srgbClr val="E8590C"/>
            </a:solidFill>
            <a:prstDash val="solid"/>
          </a:ln>
        </p:spPr>
      </p:sp>
      <p:sp>
        <p:nvSpPr>
          <p:cNvPr id="108" name="Line">
            <a:extLst>
              <a:ext uri="{FF2B5EF4-FFF2-40B4-BE49-F238E27FC236}">
                <a16:creationId xmlns:a16="http://schemas.microsoft.com/office/drawing/2014/main" id="{A3754F7B-EB72-4111-AA04-1B47F01AAA98}"/>
              </a:ext>
            </a:extLst>
          </p:cNvPr>
          <p:cNvSpPr/>
          <p:nvPr/>
        </p:nvSpPr>
        <p:spPr>
          <a:xfrm>
            <a:off x="10214229" y="2484096"/>
            <a:ext cx="0" cy="175263"/>
          </a:xfrm>
          <a:prstGeom prst="line">
            <a:avLst/>
          </a:prstGeom>
          <a:noFill/>
          <a:ln w="22225">
            <a:solidFill>
              <a:srgbClr val="E8590C"/>
            </a:solidFill>
            <a:prstDash val="solid"/>
          </a:ln>
        </p:spPr>
      </p:sp>
      <p:sp>
        <p:nvSpPr>
          <p:cNvPr id="149" name="Line">
            <a:extLst>
              <a:ext uri="{FF2B5EF4-FFF2-40B4-BE49-F238E27FC236}">
                <a16:creationId xmlns:a16="http://schemas.microsoft.com/office/drawing/2014/main" id="{21DFD56D-3523-4608-9402-BFB284590709}"/>
              </a:ext>
            </a:extLst>
          </p:cNvPr>
          <p:cNvSpPr/>
          <p:nvPr/>
        </p:nvSpPr>
        <p:spPr>
          <a:xfrm>
            <a:off x="10525125" y="2308833"/>
            <a:ext cx="0" cy="350526"/>
          </a:xfrm>
          <a:prstGeom prst="line">
            <a:avLst/>
          </a:prstGeom>
          <a:noFill/>
          <a:ln w="22225">
            <a:solidFill>
              <a:srgbClr val="E8590C"/>
            </a:solidFill>
            <a:prstDash val="solid"/>
          </a:ln>
        </p:spPr>
      </p:sp>
      <p:sp>
        <p:nvSpPr>
          <p:cNvPr id="150" name="Line">
            <a:extLst>
              <a:ext uri="{FF2B5EF4-FFF2-40B4-BE49-F238E27FC236}">
                <a16:creationId xmlns:a16="http://schemas.microsoft.com/office/drawing/2014/main" id="{6DBAB6A7-C461-484C-ADB3-AABA62871EAB}"/>
              </a:ext>
            </a:extLst>
          </p:cNvPr>
          <p:cNvSpPr/>
          <p:nvPr/>
        </p:nvSpPr>
        <p:spPr>
          <a:xfrm>
            <a:off x="10836021" y="2133570"/>
            <a:ext cx="0" cy="525789"/>
          </a:xfrm>
          <a:prstGeom prst="line">
            <a:avLst/>
          </a:prstGeom>
          <a:noFill/>
          <a:ln w="22225">
            <a:solidFill>
              <a:srgbClr val="E8590C"/>
            </a:solidFill>
            <a:prstDash val="solid"/>
          </a:ln>
        </p:spPr>
      </p:sp>
      <p:sp>
        <p:nvSpPr>
          <p:cNvPr id="151" name="Line">
            <a:extLst>
              <a:ext uri="{FF2B5EF4-FFF2-40B4-BE49-F238E27FC236}">
                <a16:creationId xmlns:a16="http://schemas.microsoft.com/office/drawing/2014/main" id="{90614140-0FC7-4B2C-AC00-25A3D449D757}"/>
              </a:ext>
            </a:extLst>
          </p:cNvPr>
          <p:cNvSpPr/>
          <p:nvPr/>
        </p:nvSpPr>
        <p:spPr>
          <a:xfrm>
            <a:off x="11146917" y="1783043"/>
            <a:ext cx="0" cy="876315"/>
          </a:xfrm>
          <a:prstGeom prst="line">
            <a:avLst/>
          </a:prstGeom>
          <a:noFill/>
          <a:ln w="22225">
            <a:solidFill>
              <a:srgbClr val="E8590C"/>
            </a:solidFill>
            <a:prstDash val="solid"/>
          </a:ln>
        </p:spPr>
      </p:sp>
      <p:sp>
        <p:nvSpPr>
          <p:cNvPr id="152" name="Line">
            <a:extLst>
              <a:ext uri="{FF2B5EF4-FFF2-40B4-BE49-F238E27FC236}">
                <a16:creationId xmlns:a16="http://schemas.microsoft.com/office/drawing/2014/main" id="{A39311CA-B5A0-452F-8DE5-15587543E5DB}"/>
              </a:ext>
            </a:extLst>
          </p:cNvPr>
          <p:cNvSpPr/>
          <p:nvPr/>
        </p:nvSpPr>
        <p:spPr>
          <a:xfrm>
            <a:off x="8696325" y="2659359"/>
            <a:ext cx="2606040" cy="0"/>
          </a:xfrm>
          <a:prstGeom prst="line">
            <a:avLst/>
          </a:prstGeom>
          <a:noFill/>
          <a:ln w="25400">
            <a:solidFill>
              <a:srgbClr val="1B2A41"/>
            </a:solidFill>
            <a:prstDash val="dash"/>
          </a:ln>
        </p:spPr>
      </p:sp>
      <p:sp>
        <p:nvSpPr>
          <p:cNvPr id="153" name="Student 1">
            <a:extLst>
              <a:ext uri="{FF2B5EF4-FFF2-40B4-BE49-F238E27FC236}">
                <a16:creationId xmlns:a16="http://schemas.microsoft.com/office/drawing/2014/main" id="{CC4135C1-925C-4734-8A19-3FA170BED018}"/>
              </a:ext>
            </a:extLst>
          </p:cNvPr>
          <p:cNvSpPr/>
          <p:nvPr/>
        </p:nvSpPr>
        <p:spPr>
          <a:xfrm>
            <a:off x="8888349" y="3453378"/>
            <a:ext cx="164592" cy="164592"/>
          </a:xfrm>
          <a:prstGeom prst="ellipse">
            <a:avLst/>
          </a:prstGeom>
          <a:solidFill>
            <a:srgbClr val="0F7C8A"/>
          </a:solidFill>
          <a:ln w="12700">
            <a:solidFill>
              <a:srgbClr val="FFFFFF"/>
            </a:solidFill>
            <a:prstDash val="solid"/>
          </a:ln>
        </p:spPr>
      </p:sp>
      <p:sp>
        <p:nvSpPr>
          <p:cNvPr id="154" name="Text 28">
            <a:extLst>
              <a:ext uri="{FF2B5EF4-FFF2-40B4-BE49-F238E27FC236}">
                <a16:creationId xmlns:a16="http://schemas.microsoft.com/office/drawing/2014/main" id="{E50D65BB-3A00-40D4-BEB3-639AF96917D6}"/>
              </a:ext>
            </a:extLst>
          </p:cNvPr>
          <p:cNvSpPr txBox="1"/>
          <p:nvPr/>
        </p:nvSpPr>
        <p:spPr>
          <a:xfrm>
            <a:off x="8815197" y="3627114"/>
            <a:ext cx="310896"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E8590C"/>
                </a:solidFill>
                <a:effectLst/>
                <a:uLnTx/>
                <a:uFillTx/>
              </a:rPr>
              <a:t>−5</a:t>
            </a:r>
            <a:endParaRPr kumimoji="0" lang="en-US" sz="1000" b="0" i="0" u="none" strike="noStrike" kern="0" cap="none" spc="0" normalizeH="0" baseline="0" noProof="0" dirty="0">
              <a:ln>
                <a:noFill/>
              </a:ln>
              <a:solidFill>
                <a:srgbClr val="1B2A41"/>
              </a:solidFill>
              <a:effectLst/>
              <a:uLnTx/>
              <a:uFillTx/>
            </a:endParaRPr>
          </a:p>
        </p:txBody>
      </p:sp>
      <p:sp>
        <p:nvSpPr>
          <p:cNvPr id="155" name="Student 2">
            <a:extLst>
              <a:ext uri="{FF2B5EF4-FFF2-40B4-BE49-F238E27FC236}">
                <a16:creationId xmlns:a16="http://schemas.microsoft.com/office/drawing/2014/main" id="{F88CA61F-761B-40D0-9A17-10D593B3247F}"/>
              </a:ext>
            </a:extLst>
          </p:cNvPr>
          <p:cNvSpPr/>
          <p:nvPr/>
        </p:nvSpPr>
        <p:spPr>
          <a:xfrm>
            <a:off x="9199245" y="3102852"/>
            <a:ext cx="164592" cy="164592"/>
          </a:xfrm>
          <a:prstGeom prst="ellipse">
            <a:avLst/>
          </a:prstGeom>
          <a:solidFill>
            <a:srgbClr val="0F7C8A"/>
          </a:solidFill>
          <a:ln w="12700">
            <a:solidFill>
              <a:srgbClr val="FFFFFF"/>
            </a:solidFill>
            <a:prstDash val="solid"/>
          </a:ln>
        </p:spPr>
      </p:sp>
      <p:sp>
        <p:nvSpPr>
          <p:cNvPr id="156" name="Text 30">
            <a:extLst>
              <a:ext uri="{FF2B5EF4-FFF2-40B4-BE49-F238E27FC236}">
                <a16:creationId xmlns:a16="http://schemas.microsoft.com/office/drawing/2014/main" id="{6C3D556A-27F9-499F-A789-55B42F8AB778}"/>
              </a:ext>
            </a:extLst>
          </p:cNvPr>
          <p:cNvSpPr txBox="1"/>
          <p:nvPr/>
        </p:nvSpPr>
        <p:spPr>
          <a:xfrm>
            <a:off x="9126093" y="3276588"/>
            <a:ext cx="310896"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E8590C"/>
                </a:solidFill>
                <a:effectLst/>
                <a:uLnTx/>
                <a:uFillTx/>
              </a:rPr>
              <a:t>−3</a:t>
            </a:r>
            <a:endParaRPr kumimoji="0" lang="en-US" sz="1000" b="0" i="0" u="none" strike="noStrike" kern="0" cap="none" spc="0" normalizeH="0" baseline="0" noProof="0" dirty="0">
              <a:ln>
                <a:noFill/>
              </a:ln>
              <a:solidFill>
                <a:srgbClr val="1B2A41"/>
              </a:solidFill>
              <a:effectLst/>
              <a:uLnTx/>
              <a:uFillTx/>
            </a:endParaRPr>
          </a:p>
        </p:txBody>
      </p:sp>
      <p:sp>
        <p:nvSpPr>
          <p:cNvPr id="157" name="Student 3">
            <a:extLst>
              <a:ext uri="{FF2B5EF4-FFF2-40B4-BE49-F238E27FC236}">
                <a16:creationId xmlns:a16="http://schemas.microsoft.com/office/drawing/2014/main" id="{A38F0726-2FB3-4CE1-AB85-658E951878E0}"/>
              </a:ext>
            </a:extLst>
          </p:cNvPr>
          <p:cNvSpPr/>
          <p:nvPr/>
        </p:nvSpPr>
        <p:spPr>
          <a:xfrm>
            <a:off x="9510141" y="2927589"/>
            <a:ext cx="164592" cy="164592"/>
          </a:xfrm>
          <a:prstGeom prst="ellipse">
            <a:avLst/>
          </a:prstGeom>
          <a:solidFill>
            <a:srgbClr val="0F7C8A"/>
          </a:solidFill>
          <a:ln w="12700">
            <a:solidFill>
              <a:srgbClr val="FFFFFF"/>
            </a:solidFill>
            <a:prstDash val="solid"/>
          </a:ln>
        </p:spPr>
      </p:sp>
      <p:sp>
        <p:nvSpPr>
          <p:cNvPr id="158" name="Text 32">
            <a:extLst>
              <a:ext uri="{FF2B5EF4-FFF2-40B4-BE49-F238E27FC236}">
                <a16:creationId xmlns:a16="http://schemas.microsoft.com/office/drawing/2014/main" id="{9A532184-9FAF-442F-A2B6-22F5DE3F3A1C}"/>
              </a:ext>
            </a:extLst>
          </p:cNvPr>
          <p:cNvSpPr txBox="1"/>
          <p:nvPr/>
        </p:nvSpPr>
        <p:spPr>
          <a:xfrm>
            <a:off x="9436989" y="3101325"/>
            <a:ext cx="310896"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E8590C"/>
                </a:solidFill>
                <a:effectLst/>
                <a:uLnTx/>
                <a:uFillTx/>
              </a:rPr>
              <a:t>−2</a:t>
            </a:r>
            <a:endParaRPr kumimoji="0" lang="en-US" sz="1000" b="0" i="0" u="none" strike="noStrike" kern="0" cap="none" spc="0" normalizeH="0" baseline="0" noProof="0" dirty="0">
              <a:ln>
                <a:noFill/>
              </a:ln>
              <a:solidFill>
                <a:srgbClr val="1B2A41"/>
              </a:solidFill>
              <a:effectLst/>
              <a:uLnTx/>
              <a:uFillTx/>
            </a:endParaRPr>
          </a:p>
        </p:txBody>
      </p:sp>
      <p:sp>
        <p:nvSpPr>
          <p:cNvPr id="159" name="Student 4">
            <a:extLst>
              <a:ext uri="{FF2B5EF4-FFF2-40B4-BE49-F238E27FC236}">
                <a16:creationId xmlns:a16="http://schemas.microsoft.com/office/drawing/2014/main" id="{5A86A892-1579-4A9B-8153-0B7325B32AB9}"/>
              </a:ext>
            </a:extLst>
          </p:cNvPr>
          <p:cNvSpPr/>
          <p:nvPr/>
        </p:nvSpPr>
        <p:spPr>
          <a:xfrm>
            <a:off x="9821037" y="2752326"/>
            <a:ext cx="164592" cy="164592"/>
          </a:xfrm>
          <a:prstGeom prst="ellipse">
            <a:avLst/>
          </a:prstGeom>
          <a:solidFill>
            <a:srgbClr val="0F7C8A"/>
          </a:solidFill>
          <a:ln w="12700">
            <a:solidFill>
              <a:srgbClr val="FFFFFF"/>
            </a:solidFill>
            <a:prstDash val="solid"/>
          </a:ln>
        </p:spPr>
      </p:sp>
      <p:sp>
        <p:nvSpPr>
          <p:cNvPr id="160" name="Text 34">
            <a:extLst>
              <a:ext uri="{FF2B5EF4-FFF2-40B4-BE49-F238E27FC236}">
                <a16:creationId xmlns:a16="http://schemas.microsoft.com/office/drawing/2014/main" id="{BBAAE345-78C0-4389-A2C3-163D462D2335}"/>
              </a:ext>
            </a:extLst>
          </p:cNvPr>
          <p:cNvSpPr txBox="1"/>
          <p:nvPr/>
        </p:nvSpPr>
        <p:spPr>
          <a:xfrm>
            <a:off x="9747885" y="2926062"/>
            <a:ext cx="310896"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E8590C"/>
                </a:solidFill>
                <a:effectLst/>
                <a:uLnTx/>
                <a:uFillTx/>
              </a:rPr>
              <a:t>−1</a:t>
            </a:r>
            <a:endParaRPr kumimoji="0" lang="en-US" sz="1000" b="0" i="0" u="none" strike="noStrike" kern="0" cap="none" spc="0" normalizeH="0" baseline="0" noProof="0" dirty="0">
              <a:ln>
                <a:noFill/>
              </a:ln>
              <a:solidFill>
                <a:srgbClr val="1B2A41"/>
              </a:solidFill>
              <a:effectLst/>
              <a:uLnTx/>
              <a:uFillTx/>
            </a:endParaRPr>
          </a:p>
        </p:txBody>
      </p:sp>
      <p:sp>
        <p:nvSpPr>
          <p:cNvPr id="161" name="Student 5">
            <a:extLst>
              <a:ext uri="{FF2B5EF4-FFF2-40B4-BE49-F238E27FC236}">
                <a16:creationId xmlns:a16="http://schemas.microsoft.com/office/drawing/2014/main" id="{3B9021A5-D70D-44D9-8FD2-334714F68809}"/>
              </a:ext>
            </a:extLst>
          </p:cNvPr>
          <p:cNvSpPr/>
          <p:nvPr/>
        </p:nvSpPr>
        <p:spPr>
          <a:xfrm>
            <a:off x="10131933" y="2401800"/>
            <a:ext cx="164592" cy="164592"/>
          </a:xfrm>
          <a:prstGeom prst="ellipse">
            <a:avLst/>
          </a:prstGeom>
          <a:solidFill>
            <a:srgbClr val="0F7C8A"/>
          </a:solidFill>
          <a:ln w="12700">
            <a:solidFill>
              <a:srgbClr val="FFFFFF"/>
            </a:solidFill>
            <a:prstDash val="solid"/>
          </a:ln>
        </p:spPr>
      </p:sp>
      <p:sp>
        <p:nvSpPr>
          <p:cNvPr id="162" name="Text 36">
            <a:extLst>
              <a:ext uri="{FF2B5EF4-FFF2-40B4-BE49-F238E27FC236}">
                <a16:creationId xmlns:a16="http://schemas.microsoft.com/office/drawing/2014/main" id="{7CE1599A-9562-41D5-8D00-D2CC724664C8}"/>
              </a:ext>
            </a:extLst>
          </p:cNvPr>
          <p:cNvSpPr txBox="1"/>
          <p:nvPr/>
        </p:nvSpPr>
        <p:spPr>
          <a:xfrm>
            <a:off x="10058781" y="2209776"/>
            <a:ext cx="310896"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E8590C"/>
                </a:solidFill>
                <a:effectLst/>
                <a:uLnTx/>
                <a:uFillTx/>
              </a:rPr>
              <a:t>+1</a:t>
            </a:r>
            <a:endParaRPr kumimoji="0" lang="en-US" sz="1000" b="0" i="0" u="none" strike="noStrike" kern="0" cap="none" spc="0" normalizeH="0" baseline="0" noProof="0" dirty="0">
              <a:ln>
                <a:noFill/>
              </a:ln>
              <a:solidFill>
                <a:srgbClr val="1B2A41"/>
              </a:solidFill>
              <a:effectLst/>
              <a:uLnTx/>
              <a:uFillTx/>
            </a:endParaRPr>
          </a:p>
        </p:txBody>
      </p:sp>
      <p:sp>
        <p:nvSpPr>
          <p:cNvPr id="163" name="Student 6">
            <a:extLst>
              <a:ext uri="{FF2B5EF4-FFF2-40B4-BE49-F238E27FC236}">
                <a16:creationId xmlns:a16="http://schemas.microsoft.com/office/drawing/2014/main" id="{919F206C-7941-4701-A201-F83FBE7FA58D}"/>
              </a:ext>
            </a:extLst>
          </p:cNvPr>
          <p:cNvSpPr/>
          <p:nvPr/>
        </p:nvSpPr>
        <p:spPr>
          <a:xfrm>
            <a:off x="10442829" y="2226537"/>
            <a:ext cx="164592" cy="164592"/>
          </a:xfrm>
          <a:prstGeom prst="ellipse">
            <a:avLst/>
          </a:prstGeom>
          <a:solidFill>
            <a:srgbClr val="0F7C8A"/>
          </a:solidFill>
          <a:ln w="12700">
            <a:solidFill>
              <a:srgbClr val="FFFFFF"/>
            </a:solidFill>
            <a:prstDash val="solid"/>
          </a:ln>
        </p:spPr>
      </p:sp>
      <p:sp>
        <p:nvSpPr>
          <p:cNvPr id="164" name="Text 38">
            <a:extLst>
              <a:ext uri="{FF2B5EF4-FFF2-40B4-BE49-F238E27FC236}">
                <a16:creationId xmlns:a16="http://schemas.microsoft.com/office/drawing/2014/main" id="{EB101FD7-1E88-42E7-B8F3-03B503462AE1}"/>
              </a:ext>
            </a:extLst>
          </p:cNvPr>
          <p:cNvSpPr txBox="1"/>
          <p:nvPr/>
        </p:nvSpPr>
        <p:spPr>
          <a:xfrm>
            <a:off x="10369677" y="2034513"/>
            <a:ext cx="310896"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E8590C"/>
                </a:solidFill>
                <a:effectLst/>
                <a:uLnTx/>
                <a:uFillTx/>
              </a:rPr>
              <a:t>+2</a:t>
            </a:r>
            <a:endParaRPr kumimoji="0" lang="en-US" sz="1000" b="0" i="0" u="none" strike="noStrike" kern="0" cap="none" spc="0" normalizeH="0" baseline="0" noProof="0" dirty="0">
              <a:ln>
                <a:noFill/>
              </a:ln>
              <a:solidFill>
                <a:srgbClr val="1B2A41"/>
              </a:solidFill>
              <a:effectLst/>
              <a:uLnTx/>
              <a:uFillTx/>
            </a:endParaRPr>
          </a:p>
        </p:txBody>
      </p:sp>
      <p:sp>
        <p:nvSpPr>
          <p:cNvPr id="165" name="Student 7">
            <a:extLst>
              <a:ext uri="{FF2B5EF4-FFF2-40B4-BE49-F238E27FC236}">
                <a16:creationId xmlns:a16="http://schemas.microsoft.com/office/drawing/2014/main" id="{BA151476-867D-404B-BC73-2F03730FC3EF}"/>
              </a:ext>
            </a:extLst>
          </p:cNvPr>
          <p:cNvSpPr/>
          <p:nvPr/>
        </p:nvSpPr>
        <p:spPr>
          <a:xfrm>
            <a:off x="10753725" y="2051274"/>
            <a:ext cx="164592" cy="164592"/>
          </a:xfrm>
          <a:prstGeom prst="ellipse">
            <a:avLst/>
          </a:prstGeom>
          <a:solidFill>
            <a:srgbClr val="0F7C8A"/>
          </a:solidFill>
          <a:ln w="12700">
            <a:solidFill>
              <a:srgbClr val="FFFFFF"/>
            </a:solidFill>
            <a:prstDash val="solid"/>
          </a:ln>
        </p:spPr>
      </p:sp>
      <p:sp>
        <p:nvSpPr>
          <p:cNvPr id="166" name="Text 40">
            <a:extLst>
              <a:ext uri="{FF2B5EF4-FFF2-40B4-BE49-F238E27FC236}">
                <a16:creationId xmlns:a16="http://schemas.microsoft.com/office/drawing/2014/main" id="{E4C53C5F-A54D-401E-8FE0-1CAF2FB857D7}"/>
              </a:ext>
            </a:extLst>
          </p:cNvPr>
          <p:cNvSpPr txBox="1"/>
          <p:nvPr/>
        </p:nvSpPr>
        <p:spPr>
          <a:xfrm>
            <a:off x="10680573" y="1859250"/>
            <a:ext cx="310896"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E8590C"/>
                </a:solidFill>
                <a:effectLst/>
                <a:uLnTx/>
                <a:uFillTx/>
              </a:rPr>
              <a:t>+3</a:t>
            </a:r>
            <a:endParaRPr kumimoji="0" lang="en-US" sz="1000" b="0" i="0" u="none" strike="noStrike" kern="0" cap="none" spc="0" normalizeH="0" baseline="0" noProof="0" dirty="0">
              <a:ln>
                <a:noFill/>
              </a:ln>
              <a:solidFill>
                <a:srgbClr val="1B2A41"/>
              </a:solidFill>
              <a:effectLst/>
              <a:uLnTx/>
              <a:uFillTx/>
            </a:endParaRPr>
          </a:p>
        </p:txBody>
      </p:sp>
      <p:sp>
        <p:nvSpPr>
          <p:cNvPr id="167" name="Student 8">
            <a:extLst>
              <a:ext uri="{FF2B5EF4-FFF2-40B4-BE49-F238E27FC236}">
                <a16:creationId xmlns:a16="http://schemas.microsoft.com/office/drawing/2014/main" id="{675DDA17-543F-4915-AA09-F64037DC075E}"/>
              </a:ext>
            </a:extLst>
          </p:cNvPr>
          <p:cNvSpPr/>
          <p:nvPr/>
        </p:nvSpPr>
        <p:spPr>
          <a:xfrm>
            <a:off x="11064621" y="1700747"/>
            <a:ext cx="164592" cy="164592"/>
          </a:xfrm>
          <a:prstGeom prst="ellipse">
            <a:avLst/>
          </a:prstGeom>
          <a:solidFill>
            <a:srgbClr val="0F7C8A"/>
          </a:solidFill>
          <a:ln w="12700">
            <a:solidFill>
              <a:srgbClr val="FFFFFF"/>
            </a:solidFill>
            <a:prstDash val="solid"/>
          </a:ln>
        </p:spPr>
      </p:sp>
      <p:sp>
        <p:nvSpPr>
          <p:cNvPr id="168" name="Text 42">
            <a:extLst>
              <a:ext uri="{FF2B5EF4-FFF2-40B4-BE49-F238E27FC236}">
                <a16:creationId xmlns:a16="http://schemas.microsoft.com/office/drawing/2014/main" id="{D3B8DB5D-B3EF-4ADB-B873-D530E075329A}"/>
              </a:ext>
            </a:extLst>
          </p:cNvPr>
          <p:cNvSpPr txBox="1"/>
          <p:nvPr/>
        </p:nvSpPr>
        <p:spPr>
          <a:xfrm>
            <a:off x="10991469" y="1508723"/>
            <a:ext cx="310896"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E8590C"/>
                </a:solidFill>
                <a:effectLst/>
                <a:uLnTx/>
                <a:uFillTx/>
              </a:rPr>
              <a:t>+5</a:t>
            </a:r>
            <a:endParaRPr kumimoji="0" lang="en-US" sz="1000" b="0" i="0" u="none" strike="noStrike" kern="0" cap="none" spc="0" normalizeH="0" baseline="0" noProof="0" dirty="0">
              <a:ln>
                <a:noFill/>
              </a:ln>
              <a:solidFill>
                <a:srgbClr val="1B2A41"/>
              </a:solidFill>
              <a:effectLst/>
              <a:uLnTx/>
              <a:uFillTx/>
            </a:endParaRPr>
          </a:p>
        </p:txBody>
      </p:sp>
      <p:sp>
        <p:nvSpPr>
          <p:cNvPr id="169" name="Text 43">
            <a:extLst>
              <a:ext uri="{FF2B5EF4-FFF2-40B4-BE49-F238E27FC236}">
                <a16:creationId xmlns:a16="http://schemas.microsoft.com/office/drawing/2014/main" id="{02C300F5-1222-4D33-97BD-57965A511AF5}"/>
              </a:ext>
            </a:extLst>
          </p:cNvPr>
          <p:cNvSpPr txBox="1"/>
          <p:nvPr/>
        </p:nvSpPr>
        <p:spPr>
          <a:xfrm>
            <a:off x="11329797" y="2476479"/>
            <a:ext cx="548640" cy="36576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1B2A41"/>
                </a:solidFill>
                <a:effectLst/>
                <a:uLnTx/>
                <a:uFillTx/>
              </a:rPr>
              <a:t>mean</a:t>
            </a:r>
            <a:endParaRPr kumimoji="0" lang="en-US" sz="1000" b="0" i="0" u="none" strike="noStrike" kern="0" cap="none" spc="0" normalizeH="0" baseline="0" noProof="0" dirty="0">
              <a:ln>
                <a:noFill/>
              </a:ln>
              <a:solidFill>
                <a:srgbClr val="1B2A4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 7</a:t>
            </a:r>
          </a:p>
        </p:txBody>
      </p:sp>
      <p:sp>
        <p:nvSpPr>
          <p:cNvPr id="170" name="Text 44">
            <a:extLst>
              <a:ext uri="{FF2B5EF4-FFF2-40B4-BE49-F238E27FC236}">
                <a16:creationId xmlns:a16="http://schemas.microsoft.com/office/drawing/2014/main" id="{89D33540-E4B3-45BB-9DE8-CB56F094F072}"/>
              </a:ext>
            </a:extLst>
          </p:cNvPr>
          <p:cNvSpPr txBox="1"/>
          <p:nvPr/>
        </p:nvSpPr>
        <p:spPr>
          <a:xfrm>
            <a:off x="8467725" y="4187952"/>
            <a:ext cx="3246120" cy="36576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dirty="0">
                <a:ln>
                  <a:noFill/>
                </a:ln>
                <a:solidFill>
                  <a:srgbClr val="55616B"/>
                </a:solidFill>
                <a:effectLst/>
                <a:uLnTx/>
                <a:uFillTx/>
              </a:rPr>
              <a:t>Each orange line is a deviation from the mean. Variance averages their squares.</a:t>
            </a:r>
            <a:endParaRPr kumimoji="0" lang="en-US" sz="1100" b="0" i="0" u="none" strike="noStrike" kern="0" cap="none" spc="0" normalizeH="0" baseline="0" noProof="0" dirty="0">
              <a:ln>
                <a:noFill/>
              </a:ln>
              <a:solidFill>
                <a:srgbClr val="1B2A41"/>
              </a:solidFill>
              <a:effectLst/>
              <a:uLnTx/>
              <a:uFillTx/>
            </a:endParaRPr>
          </a:p>
        </p:txBody>
      </p:sp>
    </p:spTree>
    <p:extLst>
      <p:ext uri="{BB962C8B-B14F-4D97-AF65-F5344CB8AC3E}">
        <p14:creationId xmlns:p14="http://schemas.microsoft.com/office/powerpoint/2010/main" val="15722598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Measures of Spread: The Standard Deviation</a:t>
            </a:r>
          </a:p>
        </p:txBody>
      </p: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49DF9D2F-8E65-4D63-82C3-27F8FA7882BF}"/>
                  </a:ext>
                </a:extLst>
              </p:cNvPr>
              <p:cNvSpPr txBox="1"/>
              <p:nvPr/>
            </p:nvSpPr>
            <p:spPr>
              <a:xfrm>
                <a:off x="180753" y="1118530"/>
                <a:ext cx="7528782" cy="4697825"/>
              </a:xfrm>
              <a:prstGeom prst="rect">
                <a:avLst/>
              </a:prstGeom>
              <a:noFill/>
            </p:spPr>
            <p:txBody>
              <a:bodyPr wrap="square" bIns="0" rtlCol="0">
                <a:spAutoFit/>
              </a:bodyPr>
              <a:lstStyle/>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Description: </a:t>
                </a:r>
                <a:r>
                  <a:rPr kumimoji="0" lang="en-US" sz="2400" i="0" u="none" strike="noStrike" kern="1200" cap="none" spc="0" normalizeH="0" baseline="0" noProof="0" dirty="0">
                    <a:ln>
                      <a:noFill/>
                    </a:ln>
                    <a:effectLst/>
                    <a:uLnTx/>
                    <a:uFillTx/>
                    <a:latin typeface="Arial Narrow" panose="020B0606020202030204" pitchFamily="34" charset="0"/>
                  </a:rPr>
                  <a:t>The square root of the variance. It returns the spread to the original units of the data, so it describes a typical distance of a value from the mean.</a:t>
                </a:r>
              </a:p>
              <a:p>
                <a:pPr marL="228600" lvl="0" indent="-228600">
                  <a:spcBef>
                    <a:spcPct val="20000"/>
                  </a:spcBef>
                  <a:spcAft>
                    <a:spcPts val="1600"/>
                  </a:spcAft>
                  <a:buSzPct val="100000"/>
                  <a:buFont typeface="Arial" pitchFamily="34" charset="0"/>
                  <a:buChar char="•"/>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Equation: </a:t>
                </a:r>
                <a14:m>
                  <m:oMath xmlns:m="http://schemas.openxmlformats.org/officeDocument/2006/math">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𝑠</m:t>
                    </m:r>
                    <m: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t>=</m:t>
                    </m:r>
                    <m:rad>
                      <m:radPr>
                        <m:degHide m:val="on"/>
                        <m:ctrlPr>
                          <a:rPr kumimoji="0" lang="en-AU" sz="2400" b="0" i="1" u="none" strike="noStrike" kern="1200" cap="none" spc="0" normalizeH="0" baseline="0" noProof="0" smtClean="0">
                            <a:ln>
                              <a:noFill/>
                            </a:ln>
                            <a:solidFill>
                              <a:schemeClr val="tx1"/>
                            </a:solidFill>
                            <a:effectLst/>
                            <a:uLnTx/>
                            <a:uFillTx/>
                            <a:latin typeface="Cambria Math" panose="02040503050406030204" pitchFamily="18" charset="0"/>
                          </a:rPr>
                        </m:ctrlPr>
                      </m:radPr>
                      <m:deg/>
                      <m:e>
                        <m:f>
                          <m:fPr>
                            <m:ctrlPr>
                              <a:rPr lang="en-AU" sz="2400" i="1">
                                <a:latin typeface="Cambria Math" panose="02040503050406030204" pitchFamily="18" charset="0"/>
                              </a:rPr>
                            </m:ctrlPr>
                          </m:fPr>
                          <m:num>
                            <m:nary>
                              <m:naryPr>
                                <m:chr m:val="∑"/>
                                <m:subHide m:val="on"/>
                                <m:supHide m:val="on"/>
                                <m:ctrlPr>
                                  <a:rPr lang="en-AU" sz="2400" i="1">
                                    <a:latin typeface="Cambria Math" panose="02040503050406030204" pitchFamily="18" charset="0"/>
                                  </a:rPr>
                                </m:ctrlPr>
                              </m:naryPr>
                              <m:sub/>
                              <m:sup/>
                              <m:e>
                                <m:sSup>
                                  <m:sSupPr>
                                    <m:ctrlPr>
                                      <a:rPr lang="en-AU" sz="2400" i="1">
                                        <a:latin typeface="Cambria Math" panose="02040503050406030204" pitchFamily="18" charset="0"/>
                                      </a:rPr>
                                    </m:ctrlPr>
                                  </m:sSupPr>
                                  <m:e>
                                    <m:d>
                                      <m:dPr>
                                        <m:ctrlPr>
                                          <a:rPr lang="en-AU" sz="2400" i="1">
                                            <a:latin typeface="Cambria Math" panose="02040503050406030204" pitchFamily="18" charset="0"/>
                                          </a:rPr>
                                        </m:ctrlPr>
                                      </m:dPr>
                                      <m:e>
                                        <m:r>
                                          <a:rPr lang="en-AU" sz="2400" i="1">
                                            <a:latin typeface="Cambria Math" panose="02040503050406030204" pitchFamily="18" charset="0"/>
                                          </a:rPr>
                                          <m:t>𝑥</m:t>
                                        </m:r>
                                        <m:r>
                                          <a:rPr lang="en-AU" sz="2400" i="1">
                                            <a:latin typeface="Cambria Math" panose="02040503050406030204" pitchFamily="18" charset="0"/>
                                          </a:rPr>
                                          <m:t>−</m:t>
                                        </m:r>
                                        <m:acc>
                                          <m:accPr>
                                            <m:chr m:val="̅"/>
                                            <m:ctrlPr>
                                              <a:rPr lang="en-AU" sz="2400" i="1">
                                                <a:latin typeface="Cambria Math" panose="02040503050406030204" pitchFamily="18" charset="0"/>
                                              </a:rPr>
                                            </m:ctrlPr>
                                          </m:accPr>
                                          <m:e>
                                            <m:r>
                                              <a:rPr lang="en-AU" sz="2400" i="1">
                                                <a:latin typeface="Cambria Math" panose="02040503050406030204" pitchFamily="18" charset="0"/>
                                              </a:rPr>
                                              <m:t>𝑥</m:t>
                                            </m:r>
                                          </m:e>
                                        </m:acc>
                                      </m:e>
                                    </m:d>
                                  </m:e>
                                  <m:sup>
                                    <m:r>
                                      <a:rPr lang="en-AU" sz="2400" i="1">
                                        <a:latin typeface="Cambria Math" panose="02040503050406030204" pitchFamily="18" charset="0"/>
                                      </a:rPr>
                                      <m:t>2</m:t>
                                    </m:r>
                                  </m:sup>
                                </m:sSup>
                              </m:e>
                            </m:nary>
                          </m:num>
                          <m:den>
                            <m:r>
                              <a:rPr lang="en-AU" sz="2400" i="1">
                                <a:latin typeface="Cambria Math" panose="02040503050406030204" pitchFamily="18" charset="0"/>
                              </a:rPr>
                              <m:t>𝑛</m:t>
                            </m:r>
                            <m:r>
                              <a:rPr lang="en-AU" sz="2400" i="1">
                                <a:latin typeface="Cambria Math" panose="02040503050406030204" pitchFamily="18" charset="0"/>
                              </a:rPr>
                              <m:t>−1</m:t>
                            </m:r>
                          </m:den>
                        </m:f>
                      </m:e>
                    </m:rad>
                  </m:oMath>
                </a14:m>
                <a:endParaRPr kumimoji="0" lang="en-US" sz="2400" i="0" u="none" strike="noStrike" kern="1200" cap="none" spc="0" normalizeH="0" baseline="0" noProof="0" dirty="0">
                  <a:ln>
                    <a:noFill/>
                  </a:ln>
                  <a:effectLst/>
                  <a:uLnTx/>
                  <a:uFillTx/>
                  <a:latin typeface="Arial Narrow" panose="020B0606020202030204" pitchFamily="34" charset="0"/>
                </a:endParaRPr>
              </a:p>
              <a:p>
                <a:pPr marL="228600" marR="0" lvl="0" indent="-228600" algn="l" defTabSz="914400" rtl="0" eaLnBrk="1" fontAlgn="auto" latinLnBrk="0" hangingPunct="1">
                  <a:lnSpc>
                    <a:spcPct val="100000"/>
                  </a:lnSpc>
                  <a:spcBef>
                    <a:spcPct val="20000"/>
                  </a:spcBef>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Example: </a:t>
                </a:r>
              </a:p>
              <a:p>
                <a:pPr marL="685800" lvl="1" indent="-228600">
                  <a:spcBef>
                    <a:spcPct val="20000"/>
                  </a:spcBef>
                  <a:buSzPct val="100000"/>
                  <a:buFont typeface="Arial" pitchFamily="34" charset="0"/>
                  <a:buChar char="•"/>
                  <a:defRPr/>
                </a:pPr>
                <a:r>
                  <a:rPr kumimoji="0" lang="en-US" sz="2400" b="0" i="0" u="none" strike="noStrike" kern="1200" cap="none" spc="0" normalizeH="0" baseline="0" noProof="0" dirty="0">
                    <a:ln>
                      <a:noFill/>
                    </a:ln>
                    <a:solidFill>
                      <a:srgbClr val="1B2A41"/>
                    </a:solidFill>
                    <a:effectLst/>
                    <a:uLnTx/>
                    <a:uFillTx/>
                    <a:latin typeface="Arial Narrow" panose="020B0606020202030204" pitchFamily="34" charset="0"/>
                  </a:rPr>
                  <a:t>Quiz scores: 2, 4, 5, 6, 8, 9, 10 and 12 </a:t>
                </a:r>
              </a:p>
              <a:p>
                <a:pPr marL="685800" lvl="1" indent="-228600">
                  <a:spcBef>
                    <a:spcPct val="20000"/>
                  </a:spcBef>
                  <a:buSzPct val="100000"/>
                  <a:buFont typeface="Arial" pitchFamily="34" charset="0"/>
                  <a:buChar char="•"/>
                  <a:defRPr/>
                </a:pPr>
                <a:r>
                  <a:rPr lang="en-US" sz="2400" dirty="0">
                    <a:solidFill>
                      <a:srgbClr val="1B2A41"/>
                    </a:solidFill>
                    <a:latin typeface="Arial Narrow" panose="020B0606020202030204" pitchFamily="34" charset="0"/>
                  </a:rPr>
                  <a:t>The mean = 7</a:t>
                </a:r>
              </a:p>
              <a:p>
                <a:pPr lvl="1">
                  <a:spcBef>
                    <a:spcPct val="20000"/>
                  </a:spcBef>
                  <a:buSzPct val="100000"/>
                  <a:defRPr/>
                </a:pPr>
                <a14:m>
                  <m:oMath xmlns:m="http://schemas.openxmlformats.org/officeDocument/2006/math">
                    <m:r>
                      <a:rPr lang="en-AU" sz="2400" i="1" smtClean="0">
                        <a:latin typeface="Cambria Math" panose="02040503050406030204" pitchFamily="18" charset="0"/>
                      </a:rPr>
                      <m:t>𝑠</m:t>
                    </m:r>
                    <m:r>
                      <a:rPr lang="en-AU" sz="2400" b="1" i="1" smtClean="0">
                        <a:latin typeface="Cambria Math" panose="02040503050406030204" pitchFamily="18" charset="0"/>
                      </a:rPr>
                      <m:t>=</m:t>
                    </m:r>
                    <m:rad>
                      <m:radPr>
                        <m:degHide m:val="on"/>
                        <m:ctrlPr>
                          <a:rPr lang="en-AU" sz="2400" b="1" i="1" smtClean="0">
                            <a:latin typeface="Cambria Math" panose="02040503050406030204" pitchFamily="18" charset="0"/>
                          </a:rPr>
                        </m:ctrlPr>
                      </m:radPr>
                      <m:deg/>
                      <m:e>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d>
                                  <m:dPr>
                                    <m:ctrlPr>
                                      <a:rPr lang="en-AU" sz="2400" i="1">
                                        <a:latin typeface="Cambria Math" panose="02040503050406030204" pitchFamily="18" charset="0"/>
                                      </a:rPr>
                                    </m:ctrlPr>
                                  </m:dPr>
                                  <m:e>
                                    <m:r>
                                      <a:rPr lang="en-AU" sz="2400" i="1">
                                        <a:latin typeface="Cambria Math" panose="02040503050406030204" pitchFamily="18" charset="0"/>
                                      </a:rPr>
                                      <m:t>2−7</m:t>
                                    </m:r>
                                  </m:e>
                                </m:d>
                              </m:e>
                              <m:sup>
                                <m:r>
                                  <a:rPr lang="en-AU" sz="2400" i="1">
                                    <a:latin typeface="Cambria Math" panose="02040503050406030204" pitchFamily="18" charset="0"/>
                                  </a:rPr>
                                  <m:t>2</m:t>
                                </m:r>
                              </m:sup>
                            </m:sSup>
                            <m:r>
                              <a:rPr lang="en-AU" sz="2400" i="1">
                                <a:latin typeface="Cambria Math" panose="02040503050406030204" pitchFamily="18" charset="0"/>
                              </a:rPr>
                              <m:t>+</m:t>
                            </m:r>
                            <m:sSup>
                              <m:sSupPr>
                                <m:ctrlPr>
                                  <a:rPr lang="en-AU" sz="2400" i="1">
                                    <a:latin typeface="Cambria Math" panose="02040503050406030204" pitchFamily="18" charset="0"/>
                                  </a:rPr>
                                </m:ctrlPr>
                              </m:sSupPr>
                              <m:e>
                                <m:d>
                                  <m:dPr>
                                    <m:ctrlPr>
                                      <a:rPr lang="en-AU" sz="2400" i="1">
                                        <a:latin typeface="Cambria Math" panose="02040503050406030204" pitchFamily="18" charset="0"/>
                                      </a:rPr>
                                    </m:ctrlPr>
                                  </m:dPr>
                                  <m:e>
                                    <m:r>
                                      <a:rPr lang="en-AU" sz="2400" i="1">
                                        <a:latin typeface="Cambria Math" panose="02040503050406030204" pitchFamily="18" charset="0"/>
                                      </a:rPr>
                                      <m:t>4−7</m:t>
                                    </m:r>
                                  </m:e>
                                </m:d>
                              </m:e>
                              <m:sup>
                                <m:r>
                                  <a:rPr lang="en-AU" sz="2400" i="1">
                                    <a:latin typeface="Cambria Math" panose="02040503050406030204" pitchFamily="18" charset="0"/>
                                  </a:rPr>
                                  <m:t>2</m:t>
                                </m:r>
                              </m:sup>
                            </m:sSup>
                            <m:r>
                              <a:rPr lang="en-AU" sz="2400" i="1">
                                <a:latin typeface="Cambria Math" panose="02040503050406030204" pitchFamily="18" charset="0"/>
                              </a:rPr>
                              <m:t>+…+</m:t>
                            </m:r>
                            <m:sSup>
                              <m:sSupPr>
                                <m:ctrlPr>
                                  <a:rPr lang="en-AU" sz="2400" i="1">
                                    <a:latin typeface="Cambria Math" panose="02040503050406030204" pitchFamily="18" charset="0"/>
                                  </a:rPr>
                                </m:ctrlPr>
                              </m:sSupPr>
                              <m:e>
                                <m:d>
                                  <m:dPr>
                                    <m:ctrlPr>
                                      <a:rPr lang="en-AU" sz="2400" i="1">
                                        <a:latin typeface="Cambria Math" panose="02040503050406030204" pitchFamily="18" charset="0"/>
                                      </a:rPr>
                                    </m:ctrlPr>
                                  </m:dPr>
                                  <m:e>
                                    <m:r>
                                      <a:rPr lang="en-AU" sz="2400" i="1">
                                        <a:latin typeface="Cambria Math" panose="02040503050406030204" pitchFamily="18" charset="0"/>
                                      </a:rPr>
                                      <m:t>12−7</m:t>
                                    </m:r>
                                  </m:e>
                                </m:d>
                              </m:e>
                              <m:sup>
                                <m:r>
                                  <a:rPr lang="en-AU" sz="2400" i="1">
                                    <a:latin typeface="Cambria Math" panose="02040503050406030204" pitchFamily="18" charset="0"/>
                                  </a:rPr>
                                  <m:t>2</m:t>
                                </m:r>
                              </m:sup>
                            </m:sSup>
                          </m:num>
                          <m:den>
                            <m:r>
                              <a:rPr lang="en-AU" sz="2400" i="1">
                                <a:latin typeface="Cambria Math" panose="02040503050406030204" pitchFamily="18" charset="0"/>
                              </a:rPr>
                              <m:t>8−1</m:t>
                            </m:r>
                          </m:den>
                        </m:f>
                      </m:e>
                    </m:rad>
                    <m:r>
                      <a:rPr lang="en-AU" sz="2400" b="0" i="1" smtClean="0">
                        <a:latin typeface="Cambria Math" panose="02040503050406030204" pitchFamily="18" charset="0"/>
                      </a:rPr>
                      <m:t>=</m:t>
                    </m:r>
                  </m:oMath>
                </a14:m>
                <a:r>
                  <a:rPr lang="en-US" sz="2400" dirty="0">
                    <a:latin typeface="Arial Narrow" panose="020B0606020202030204" pitchFamily="34" charset="0"/>
                  </a:rPr>
                  <a:t> 3.3 marks</a:t>
                </a:r>
                <a:endParaRPr lang="en-US" sz="2400" baseline="30000" dirty="0">
                  <a:latin typeface="Arial Narrow" panose="020B0606020202030204" pitchFamily="34" charset="0"/>
                </a:endParaRPr>
              </a:p>
            </p:txBody>
          </p:sp>
        </mc:Choice>
        <mc:Fallback>
          <p:sp>
            <p:nvSpPr>
              <p:cNvPr id="75" name="TextBox 74">
                <a:extLst>
                  <a:ext uri="{FF2B5EF4-FFF2-40B4-BE49-F238E27FC236}">
                    <a16:creationId xmlns:a16="http://schemas.microsoft.com/office/drawing/2014/main" id="{49DF9D2F-8E65-4D63-82C3-27F8FA7882BF}"/>
                  </a:ext>
                </a:extLst>
              </p:cNvPr>
              <p:cNvSpPr txBox="1">
                <a:spLocks noRot="1" noChangeAspect="1" noMove="1" noResize="1" noEditPoints="1" noAdjustHandles="1" noChangeArrowheads="1" noChangeShapeType="1" noTextEdit="1"/>
              </p:cNvSpPr>
              <p:nvPr/>
            </p:nvSpPr>
            <p:spPr>
              <a:xfrm>
                <a:off x="180753" y="1118530"/>
                <a:ext cx="7528782" cy="4697825"/>
              </a:xfrm>
              <a:prstGeom prst="rect">
                <a:avLst/>
              </a:prstGeom>
              <a:blipFill>
                <a:blip r:embed="rId3"/>
                <a:stretch>
                  <a:fillRect l="-1134" t="-1038"/>
                </a:stretch>
              </a:blipFill>
            </p:spPr>
            <p:txBody>
              <a:bodyPr/>
              <a:lstStyle/>
              <a:p>
                <a:r>
                  <a:rPr lang="en-AU">
                    <a:noFill/>
                  </a:rPr>
                  <a:t> </a:t>
                </a:r>
              </a:p>
            </p:txBody>
          </p:sp>
        </mc:Fallback>
      </mc:AlternateContent>
      <p:sp>
        <p:nvSpPr>
          <p:cNvPr id="80" name="Visual card">
            <a:extLst>
              <a:ext uri="{FF2B5EF4-FFF2-40B4-BE49-F238E27FC236}">
                <a16:creationId xmlns:a16="http://schemas.microsoft.com/office/drawing/2014/main" id="{CEE9F308-9C88-4767-BF59-94E0E170FD9F}"/>
              </a:ext>
            </a:extLst>
          </p:cNvPr>
          <p:cNvSpPr/>
          <p:nvPr/>
        </p:nvSpPr>
        <p:spPr>
          <a:xfrm>
            <a:off x="8399367" y="1097280"/>
            <a:ext cx="3611880" cy="3566160"/>
          </a:xfrm>
          <a:prstGeom prst="roundRect">
            <a:avLst>
              <a:gd name="adj" fmla="val 3077"/>
            </a:avLst>
          </a:prstGeom>
          <a:solidFill>
            <a:srgbClr val="EAF4F5"/>
          </a:solidFill>
          <a:ln/>
        </p:spPr>
      </p:sp>
      <p:sp>
        <p:nvSpPr>
          <p:cNvPr id="81" name="Text 3">
            <a:extLst>
              <a:ext uri="{FF2B5EF4-FFF2-40B4-BE49-F238E27FC236}">
                <a16:creationId xmlns:a16="http://schemas.microsoft.com/office/drawing/2014/main" id="{8FD1ED4D-249D-4DB7-AEAE-FF0118BDF3FC}"/>
              </a:ext>
            </a:extLst>
          </p:cNvPr>
          <p:cNvSpPr txBox="1"/>
          <p:nvPr/>
        </p:nvSpPr>
        <p:spPr>
          <a:xfrm>
            <a:off x="8536527" y="1234440"/>
            <a:ext cx="3337560" cy="2743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55616B"/>
                </a:solidFill>
                <a:effectLst/>
                <a:uLnTx/>
                <a:uFillTx/>
              </a:rPr>
              <a:t>Quiz score by student (out of 12)</a:t>
            </a:r>
            <a:endParaRPr kumimoji="0" lang="en-US" sz="1100" b="0" i="0" u="none" strike="noStrike" kern="0" cap="none" spc="0" normalizeH="0" baseline="0" noProof="0" dirty="0">
              <a:ln>
                <a:noFill/>
              </a:ln>
              <a:solidFill>
                <a:srgbClr val="1B2A41"/>
              </a:solidFill>
              <a:effectLst/>
              <a:uLnTx/>
              <a:uFillTx/>
            </a:endParaRPr>
          </a:p>
        </p:txBody>
      </p:sp>
      <p:sp>
        <p:nvSpPr>
          <p:cNvPr id="82" name="Line">
            <a:extLst>
              <a:ext uri="{FF2B5EF4-FFF2-40B4-BE49-F238E27FC236}">
                <a16:creationId xmlns:a16="http://schemas.microsoft.com/office/drawing/2014/main" id="{26B6592C-6A4F-4B6E-BE7C-D2CC943185E7}"/>
              </a:ext>
            </a:extLst>
          </p:cNvPr>
          <p:cNvSpPr/>
          <p:nvPr/>
        </p:nvSpPr>
        <p:spPr>
          <a:xfrm>
            <a:off x="8810847" y="1783043"/>
            <a:ext cx="0" cy="2103157"/>
          </a:xfrm>
          <a:prstGeom prst="line">
            <a:avLst/>
          </a:prstGeom>
          <a:noFill/>
          <a:ln w="19050">
            <a:solidFill>
              <a:srgbClr val="55616B"/>
            </a:solidFill>
            <a:prstDash val="solid"/>
          </a:ln>
        </p:spPr>
      </p:sp>
      <p:sp>
        <p:nvSpPr>
          <p:cNvPr id="83" name="Line">
            <a:extLst>
              <a:ext uri="{FF2B5EF4-FFF2-40B4-BE49-F238E27FC236}">
                <a16:creationId xmlns:a16="http://schemas.microsoft.com/office/drawing/2014/main" id="{002EFBA7-9647-4B78-9C42-134F81FCCB4E}"/>
              </a:ext>
            </a:extLst>
          </p:cNvPr>
          <p:cNvSpPr/>
          <p:nvPr/>
        </p:nvSpPr>
        <p:spPr>
          <a:xfrm>
            <a:off x="8810847" y="3886200"/>
            <a:ext cx="2606040" cy="0"/>
          </a:xfrm>
          <a:prstGeom prst="line">
            <a:avLst/>
          </a:prstGeom>
          <a:noFill/>
          <a:ln w="12700">
            <a:solidFill>
              <a:srgbClr val="55616B"/>
            </a:solidFill>
            <a:prstDash val="solid"/>
          </a:ln>
        </p:spPr>
      </p:sp>
      <p:sp>
        <p:nvSpPr>
          <p:cNvPr id="84" name="Text 6">
            <a:extLst>
              <a:ext uri="{FF2B5EF4-FFF2-40B4-BE49-F238E27FC236}">
                <a16:creationId xmlns:a16="http://schemas.microsoft.com/office/drawing/2014/main" id="{D6BEC4FF-41F5-4F72-BE0F-3BB2B3C956D4}"/>
              </a:ext>
            </a:extLst>
          </p:cNvPr>
          <p:cNvSpPr txBox="1"/>
          <p:nvPr/>
        </p:nvSpPr>
        <p:spPr>
          <a:xfrm>
            <a:off x="8399367" y="3794760"/>
            <a:ext cx="292608" cy="182880"/>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0</a:t>
            </a:r>
          </a:p>
        </p:txBody>
      </p:sp>
      <p:sp>
        <p:nvSpPr>
          <p:cNvPr id="85" name="Text 7">
            <a:extLst>
              <a:ext uri="{FF2B5EF4-FFF2-40B4-BE49-F238E27FC236}">
                <a16:creationId xmlns:a16="http://schemas.microsoft.com/office/drawing/2014/main" id="{7788472F-4A55-4BB7-8E7C-C1DEB43EBE50}"/>
              </a:ext>
            </a:extLst>
          </p:cNvPr>
          <p:cNvSpPr txBox="1"/>
          <p:nvPr/>
        </p:nvSpPr>
        <p:spPr>
          <a:xfrm>
            <a:off x="8399367" y="3093708"/>
            <a:ext cx="292608" cy="182880"/>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4</a:t>
            </a:r>
          </a:p>
        </p:txBody>
      </p:sp>
      <p:sp>
        <p:nvSpPr>
          <p:cNvPr id="86" name="Text 8">
            <a:extLst>
              <a:ext uri="{FF2B5EF4-FFF2-40B4-BE49-F238E27FC236}">
                <a16:creationId xmlns:a16="http://schemas.microsoft.com/office/drawing/2014/main" id="{8A8E4DE9-499B-4A49-97D4-C23912E91760}"/>
              </a:ext>
            </a:extLst>
          </p:cNvPr>
          <p:cNvSpPr txBox="1"/>
          <p:nvPr/>
        </p:nvSpPr>
        <p:spPr>
          <a:xfrm>
            <a:off x="8399367" y="2392656"/>
            <a:ext cx="292608" cy="182880"/>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8</a:t>
            </a:r>
          </a:p>
        </p:txBody>
      </p:sp>
      <p:sp>
        <p:nvSpPr>
          <p:cNvPr id="87" name="Text 9">
            <a:extLst>
              <a:ext uri="{FF2B5EF4-FFF2-40B4-BE49-F238E27FC236}">
                <a16:creationId xmlns:a16="http://schemas.microsoft.com/office/drawing/2014/main" id="{7DB7774F-5DA3-4524-ABD4-0306EACADA66}"/>
              </a:ext>
            </a:extLst>
          </p:cNvPr>
          <p:cNvSpPr txBox="1"/>
          <p:nvPr/>
        </p:nvSpPr>
        <p:spPr>
          <a:xfrm>
            <a:off x="8399367" y="1691603"/>
            <a:ext cx="292608" cy="182880"/>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12</a:t>
            </a:r>
          </a:p>
        </p:txBody>
      </p:sp>
      <p:sp>
        <p:nvSpPr>
          <p:cNvPr id="109" name="Text 10">
            <a:extLst>
              <a:ext uri="{FF2B5EF4-FFF2-40B4-BE49-F238E27FC236}">
                <a16:creationId xmlns:a16="http://schemas.microsoft.com/office/drawing/2014/main" id="{70E29BDE-D582-44E9-A981-A922657C9737}"/>
              </a:ext>
            </a:extLst>
          </p:cNvPr>
          <p:cNvSpPr txBox="1"/>
          <p:nvPr/>
        </p:nvSpPr>
        <p:spPr>
          <a:xfrm>
            <a:off x="8948007"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1</a:t>
            </a:r>
          </a:p>
        </p:txBody>
      </p:sp>
      <p:sp>
        <p:nvSpPr>
          <p:cNvPr id="110" name="Text 11">
            <a:extLst>
              <a:ext uri="{FF2B5EF4-FFF2-40B4-BE49-F238E27FC236}">
                <a16:creationId xmlns:a16="http://schemas.microsoft.com/office/drawing/2014/main" id="{C84A6944-673D-40A5-8054-D4A16C4F12F0}"/>
              </a:ext>
            </a:extLst>
          </p:cNvPr>
          <p:cNvSpPr txBox="1"/>
          <p:nvPr/>
        </p:nvSpPr>
        <p:spPr>
          <a:xfrm>
            <a:off x="9258903"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2</a:t>
            </a:r>
          </a:p>
        </p:txBody>
      </p:sp>
      <p:sp>
        <p:nvSpPr>
          <p:cNvPr id="111" name="Text 12">
            <a:extLst>
              <a:ext uri="{FF2B5EF4-FFF2-40B4-BE49-F238E27FC236}">
                <a16:creationId xmlns:a16="http://schemas.microsoft.com/office/drawing/2014/main" id="{A3211B5B-E568-4BCD-AFD2-F7D4F1FA6F6B}"/>
              </a:ext>
            </a:extLst>
          </p:cNvPr>
          <p:cNvSpPr txBox="1"/>
          <p:nvPr/>
        </p:nvSpPr>
        <p:spPr>
          <a:xfrm>
            <a:off x="9569799"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3</a:t>
            </a:r>
          </a:p>
        </p:txBody>
      </p:sp>
      <p:sp>
        <p:nvSpPr>
          <p:cNvPr id="112" name="Text 13">
            <a:extLst>
              <a:ext uri="{FF2B5EF4-FFF2-40B4-BE49-F238E27FC236}">
                <a16:creationId xmlns:a16="http://schemas.microsoft.com/office/drawing/2014/main" id="{6AE57762-497E-4CB6-933E-224650C85615}"/>
              </a:ext>
            </a:extLst>
          </p:cNvPr>
          <p:cNvSpPr txBox="1"/>
          <p:nvPr/>
        </p:nvSpPr>
        <p:spPr>
          <a:xfrm>
            <a:off x="9880695"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4</a:t>
            </a:r>
          </a:p>
        </p:txBody>
      </p:sp>
      <p:sp>
        <p:nvSpPr>
          <p:cNvPr id="113" name="Text 14">
            <a:extLst>
              <a:ext uri="{FF2B5EF4-FFF2-40B4-BE49-F238E27FC236}">
                <a16:creationId xmlns:a16="http://schemas.microsoft.com/office/drawing/2014/main" id="{22AC1789-9CDA-4576-BE0B-2EA3F94D1B29}"/>
              </a:ext>
            </a:extLst>
          </p:cNvPr>
          <p:cNvSpPr txBox="1"/>
          <p:nvPr/>
        </p:nvSpPr>
        <p:spPr>
          <a:xfrm>
            <a:off x="10191591"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5</a:t>
            </a:r>
          </a:p>
        </p:txBody>
      </p:sp>
      <p:sp>
        <p:nvSpPr>
          <p:cNvPr id="114" name="Text 15">
            <a:extLst>
              <a:ext uri="{FF2B5EF4-FFF2-40B4-BE49-F238E27FC236}">
                <a16:creationId xmlns:a16="http://schemas.microsoft.com/office/drawing/2014/main" id="{1D15B502-FBD0-4D52-9373-9E8C3C5E6C6E}"/>
              </a:ext>
            </a:extLst>
          </p:cNvPr>
          <p:cNvSpPr txBox="1"/>
          <p:nvPr/>
        </p:nvSpPr>
        <p:spPr>
          <a:xfrm>
            <a:off x="10502487"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6</a:t>
            </a:r>
          </a:p>
        </p:txBody>
      </p:sp>
      <p:sp>
        <p:nvSpPr>
          <p:cNvPr id="115" name="Text 16">
            <a:extLst>
              <a:ext uri="{FF2B5EF4-FFF2-40B4-BE49-F238E27FC236}">
                <a16:creationId xmlns:a16="http://schemas.microsoft.com/office/drawing/2014/main" id="{5C482160-BFF2-46FA-A335-C33D27054EB2}"/>
              </a:ext>
            </a:extLst>
          </p:cNvPr>
          <p:cNvSpPr txBox="1"/>
          <p:nvPr/>
        </p:nvSpPr>
        <p:spPr>
          <a:xfrm>
            <a:off x="10813383"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7</a:t>
            </a:r>
          </a:p>
        </p:txBody>
      </p:sp>
      <p:sp>
        <p:nvSpPr>
          <p:cNvPr id="116" name="Text 17">
            <a:extLst>
              <a:ext uri="{FF2B5EF4-FFF2-40B4-BE49-F238E27FC236}">
                <a16:creationId xmlns:a16="http://schemas.microsoft.com/office/drawing/2014/main" id="{BE32DE41-260C-4BDD-9995-B5E7CE4AE13B}"/>
              </a:ext>
            </a:extLst>
          </p:cNvPr>
          <p:cNvSpPr txBox="1"/>
          <p:nvPr/>
        </p:nvSpPr>
        <p:spPr>
          <a:xfrm>
            <a:off x="11124279" y="3922776"/>
            <a:ext cx="27432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8</a:t>
            </a:r>
          </a:p>
        </p:txBody>
      </p:sp>
      <p:sp>
        <p:nvSpPr>
          <p:cNvPr id="117" name="One SD band">
            <a:extLst>
              <a:ext uri="{FF2B5EF4-FFF2-40B4-BE49-F238E27FC236}">
                <a16:creationId xmlns:a16="http://schemas.microsoft.com/office/drawing/2014/main" id="{3923A32C-8BB8-422A-9C5B-425274790048}"/>
              </a:ext>
            </a:extLst>
          </p:cNvPr>
          <p:cNvSpPr/>
          <p:nvPr/>
        </p:nvSpPr>
        <p:spPr>
          <a:xfrm>
            <a:off x="8810847" y="2074315"/>
            <a:ext cx="2606040" cy="1170088"/>
          </a:xfrm>
          <a:prstGeom prst="rect">
            <a:avLst/>
          </a:prstGeom>
          <a:solidFill>
            <a:srgbClr val="0F7C8A">
              <a:alpha val="20000"/>
            </a:srgbClr>
          </a:solidFill>
          <a:ln/>
        </p:spPr>
      </p:sp>
      <p:sp>
        <p:nvSpPr>
          <p:cNvPr id="118" name="Line">
            <a:extLst>
              <a:ext uri="{FF2B5EF4-FFF2-40B4-BE49-F238E27FC236}">
                <a16:creationId xmlns:a16="http://schemas.microsoft.com/office/drawing/2014/main" id="{97D0E181-35A6-4620-AB7C-D7E5C0456EE6}"/>
              </a:ext>
            </a:extLst>
          </p:cNvPr>
          <p:cNvSpPr/>
          <p:nvPr/>
        </p:nvSpPr>
        <p:spPr>
          <a:xfrm>
            <a:off x="8810847" y="2074315"/>
            <a:ext cx="2606040" cy="0"/>
          </a:xfrm>
          <a:prstGeom prst="line">
            <a:avLst/>
          </a:prstGeom>
          <a:noFill/>
          <a:ln w="15875">
            <a:solidFill>
              <a:srgbClr val="0F7C8A"/>
            </a:solidFill>
            <a:prstDash val="dash"/>
          </a:ln>
        </p:spPr>
      </p:sp>
      <p:sp>
        <p:nvSpPr>
          <p:cNvPr id="119" name="Line">
            <a:extLst>
              <a:ext uri="{FF2B5EF4-FFF2-40B4-BE49-F238E27FC236}">
                <a16:creationId xmlns:a16="http://schemas.microsoft.com/office/drawing/2014/main" id="{CA00CEB9-7A7D-41C6-B0D7-3D7A51935ACD}"/>
              </a:ext>
            </a:extLst>
          </p:cNvPr>
          <p:cNvSpPr/>
          <p:nvPr/>
        </p:nvSpPr>
        <p:spPr>
          <a:xfrm>
            <a:off x="8810847" y="3244403"/>
            <a:ext cx="2606040" cy="0"/>
          </a:xfrm>
          <a:prstGeom prst="line">
            <a:avLst/>
          </a:prstGeom>
          <a:noFill/>
          <a:ln w="15875">
            <a:solidFill>
              <a:srgbClr val="0F7C8A"/>
            </a:solidFill>
            <a:prstDash val="dash"/>
          </a:ln>
        </p:spPr>
      </p:sp>
      <p:sp>
        <p:nvSpPr>
          <p:cNvPr id="120" name="Line">
            <a:extLst>
              <a:ext uri="{FF2B5EF4-FFF2-40B4-BE49-F238E27FC236}">
                <a16:creationId xmlns:a16="http://schemas.microsoft.com/office/drawing/2014/main" id="{CC2D1360-1673-4D92-B422-6748B526114A}"/>
              </a:ext>
            </a:extLst>
          </p:cNvPr>
          <p:cNvSpPr/>
          <p:nvPr/>
        </p:nvSpPr>
        <p:spPr>
          <a:xfrm>
            <a:off x="8810847" y="2659359"/>
            <a:ext cx="2606040" cy="0"/>
          </a:xfrm>
          <a:prstGeom prst="line">
            <a:avLst/>
          </a:prstGeom>
          <a:noFill/>
          <a:ln w="25400">
            <a:solidFill>
              <a:srgbClr val="1B2A41"/>
            </a:solidFill>
            <a:prstDash val="dash"/>
          </a:ln>
        </p:spPr>
      </p:sp>
      <p:sp>
        <p:nvSpPr>
          <p:cNvPr id="121" name="Student 1">
            <a:extLst>
              <a:ext uri="{FF2B5EF4-FFF2-40B4-BE49-F238E27FC236}">
                <a16:creationId xmlns:a16="http://schemas.microsoft.com/office/drawing/2014/main" id="{1CBDF342-4891-4AAD-A4AA-A80D531935B7}"/>
              </a:ext>
            </a:extLst>
          </p:cNvPr>
          <p:cNvSpPr/>
          <p:nvPr/>
        </p:nvSpPr>
        <p:spPr>
          <a:xfrm>
            <a:off x="9002871" y="3453378"/>
            <a:ext cx="164592" cy="164592"/>
          </a:xfrm>
          <a:prstGeom prst="ellipse">
            <a:avLst/>
          </a:prstGeom>
          <a:solidFill>
            <a:srgbClr val="E8590C"/>
          </a:solidFill>
          <a:ln w="12700">
            <a:solidFill>
              <a:srgbClr val="FFFFFF"/>
            </a:solidFill>
            <a:prstDash val="solid"/>
          </a:ln>
        </p:spPr>
      </p:sp>
      <p:sp>
        <p:nvSpPr>
          <p:cNvPr id="122" name="Student 2">
            <a:extLst>
              <a:ext uri="{FF2B5EF4-FFF2-40B4-BE49-F238E27FC236}">
                <a16:creationId xmlns:a16="http://schemas.microsoft.com/office/drawing/2014/main" id="{BA41133E-FC1A-46BE-A12E-701B621316C2}"/>
              </a:ext>
            </a:extLst>
          </p:cNvPr>
          <p:cNvSpPr/>
          <p:nvPr/>
        </p:nvSpPr>
        <p:spPr>
          <a:xfrm>
            <a:off x="9313767" y="3102852"/>
            <a:ext cx="164592" cy="164592"/>
          </a:xfrm>
          <a:prstGeom prst="ellipse">
            <a:avLst/>
          </a:prstGeom>
          <a:solidFill>
            <a:srgbClr val="0F7C8A"/>
          </a:solidFill>
          <a:ln w="12700">
            <a:solidFill>
              <a:srgbClr val="FFFFFF"/>
            </a:solidFill>
            <a:prstDash val="solid"/>
          </a:ln>
        </p:spPr>
      </p:sp>
      <p:sp>
        <p:nvSpPr>
          <p:cNvPr id="123" name="Student 3">
            <a:extLst>
              <a:ext uri="{FF2B5EF4-FFF2-40B4-BE49-F238E27FC236}">
                <a16:creationId xmlns:a16="http://schemas.microsoft.com/office/drawing/2014/main" id="{19CA7375-E97A-4DB4-A23B-2CB2E1370747}"/>
              </a:ext>
            </a:extLst>
          </p:cNvPr>
          <p:cNvSpPr/>
          <p:nvPr/>
        </p:nvSpPr>
        <p:spPr>
          <a:xfrm>
            <a:off x="9624663" y="2927589"/>
            <a:ext cx="164592" cy="164592"/>
          </a:xfrm>
          <a:prstGeom prst="ellipse">
            <a:avLst/>
          </a:prstGeom>
          <a:solidFill>
            <a:srgbClr val="0F7C8A"/>
          </a:solidFill>
          <a:ln w="12700">
            <a:solidFill>
              <a:srgbClr val="FFFFFF"/>
            </a:solidFill>
            <a:prstDash val="solid"/>
          </a:ln>
        </p:spPr>
      </p:sp>
      <p:sp>
        <p:nvSpPr>
          <p:cNvPr id="124" name="Student 4">
            <a:extLst>
              <a:ext uri="{FF2B5EF4-FFF2-40B4-BE49-F238E27FC236}">
                <a16:creationId xmlns:a16="http://schemas.microsoft.com/office/drawing/2014/main" id="{956C46C7-24AB-4D9B-8904-EE60CFACC0C6}"/>
              </a:ext>
            </a:extLst>
          </p:cNvPr>
          <p:cNvSpPr/>
          <p:nvPr/>
        </p:nvSpPr>
        <p:spPr>
          <a:xfrm>
            <a:off x="9935559" y="2752326"/>
            <a:ext cx="164592" cy="164592"/>
          </a:xfrm>
          <a:prstGeom prst="ellipse">
            <a:avLst/>
          </a:prstGeom>
          <a:solidFill>
            <a:srgbClr val="0F7C8A"/>
          </a:solidFill>
          <a:ln w="12700">
            <a:solidFill>
              <a:srgbClr val="FFFFFF"/>
            </a:solidFill>
            <a:prstDash val="solid"/>
          </a:ln>
        </p:spPr>
      </p:sp>
      <p:sp>
        <p:nvSpPr>
          <p:cNvPr id="125" name="Student 5">
            <a:extLst>
              <a:ext uri="{FF2B5EF4-FFF2-40B4-BE49-F238E27FC236}">
                <a16:creationId xmlns:a16="http://schemas.microsoft.com/office/drawing/2014/main" id="{C70FC9DB-627A-4C73-A98E-F101407A2A4E}"/>
              </a:ext>
            </a:extLst>
          </p:cNvPr>
          <p:cNvSpPr/>
          <p:nvPr/>
        </p:nvSpPr>
        <p:spPr>
          <a:xfrm>
            <a:off x="10246455" y="2401800"/>
            <a:ext cx="164592" cy="164592"/>
          </a:xfrm>
          <a:prstGeom prst="ellipse">
            <a:avLst/>
          </a:prstGeom>
          <a:solidFill>
            <a:srgbClr val="0F7C8A"/>
          </a:solidFill>
          <a:ln w="12700">
            <a:solidFill>
              <a:srgbClr val="FFFFFF"/>
            </a:solidFill>
            <a:prstDash val="solid"/>
          </a:ln>
        </p:spPr>
      </p:sp>
      <p:sp>
        <p:nvSpPr>
          <p:cNvPr id="126" name="Student 6">
            <a:extLst>
              <a:ext uri="{FF2B5EF4-FFF2-40B4-BE49-F238E27FC236}">
                <a16:creationId xmlns:a16="http://schemas.microsoft.com/office/drawing/2014/main" id="{C209B7AC-2022-4EFA-BAE5-3578AB6F8C62}"/>
              </a:ext>
            </a:extLst>
          </p:cNvPr>
          <p:cNvSpPr/>
          <p:nvPr/>
        </p:nvSpPr>
        <p:spPr>
          <a:xfrm>
            <a:off x="10557351" y="2226537"/>
            <a:ext cx="164592" cy="164592"/>
          </a:xfrm>
          <a:prstGeom prst="ellipse">
            <a:avLst/>
          </a:prstGeom>
          <a:solidFill>
            <a:srgbClr val="0F7C8A"/>
          </a:solidFill>
          <a:ln w="12700">
            <a:solidFill>
              <a:srgbClr val="FFFFFF"/>
            </a:solidFill>
            <a:prstDash val="solid"/>
          </a:ln>
        </p:spPr>
      </p:sp>
      <p:sp>
        <p:nvSpPr>
          <p:cNvPr id="127" name="Student 7">
            <a:extLst>
              <a:ext uri="{FF2B5EF4-FFF2-40B4-BE49-F238E27FC236}">
                <a16:creationId xmlns:a16="http://schemas.microsoft.com/office/drawing/2014/main" id="{A3D722CA-4697-4C49-81D8-CCB269685479}"/>
              </a:ext>
            </a:extLst>
          </p:cNvPr>
          <p:cNvSpPr/>
          <p:nvPr/>
        </p:nvSpPr>
        <p:spPr>
          <a:xfrm>
            <a:off x="10868247" y="2051274"/>
            <a:ext cx="164592" cy="164592"/>
          </a:xfrm>
          <a:prstGeom prst="ellipse">
            <a:avLst/>
          </a:prstGeom>
          <a:solidFill>
            <a:srgbClr val="0F7C8A"/>
          </a:solidFill>
          <a:ln w="12700">
            <a:solidFill>
              <a:srgbClr val="FFFFFF"/>
            </a:solidFill>
            <a:prstDash val="solid"/>
          </a:ln>
        </p:spPr>
      </p:sp>
      <p:sp>
        <p:nvSpPr>
          <p:cNvPr id="128" name="Student 8">
            <a:extLst>
              <a:ext uri="{FF2B5EF4-FFF2-40B4-BE49-F238E27FC236}">
                <a16:creationId xmlns:a16="http://schemas.microsoft.com/office/drawing/2014/main" id="{90C02011-FD70-4FC2-8A42-4EA647BB5C97}"/>
              </a:ext>
            </a:extLst>
          </p:cNvPr>
          <p:cNvSpPr/>
          <p:nvPr/>
        </p:nvSpPr>
        <p:spPr>
          <a:xfrm>
            <a:off x="11179143" y="1700747"/>
            <a:ext cx="164592" cy="164592"/>
          </a:xfrm>
          <a:prstGeom prst="ellipse">
            <a:avLst/>
          </a:prstGeom>
          <a:solidFill>
            <a:srgbClr val="E8590C"/>
          </a:solidFill>
          <a:ln w="12700">
            <a:solidFill>
              <a:srgbClr val="FFFFFF"/>
            </a:solidFill>
            <a:prstDash val="solid"/>
          </a:ln>
        </p:spPr>
      </p:sp>
      <p:sp>
        <p:nvSpPr>
          <p:cNvPr id="129" name="Text 30">
            <a:extLst>
              <a:ext uri="{FF2B5EF4-FFF2-40B4-BE49-F238E27FC236}">
                <a16:creationId xmlns:a16="http://schemas.microsoft.com/office/drawing/2014/main" id="{CCC6A48B-32D9-47A5-B49D-4E8A82FC0D93}"/>
              </a:ext>
            </a:extLst>
          </p:cNvPr>
          <p:cNvSpPr txBox="1"/>
          <p:nvPr/>
        </p:nvSpPr>
        <p:spPr>
          <a:xfrm>
            <a:off x="11444319" y="1891435"/>
            <a:ext cx="566928" cy="36576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1B2A41"/>
                </a:solidFill>
                <a:effectLst/>
                <a:uLnTx/>
                <a:uFillTx/>
              </a:rPr>
              <a:t>mean + s</a:t>
            </a:r>
            <a:endParaRPr kumimoji="0" lang="en-US" sz="1000" b="0" i="0" u="none" strike="noStrike" kern="0" cap="none" spc="0" normalizeH="0" baseline="0" noProof="0" dirty="0">
              <a:ln>
                <a:noFill/>
              </a:ln>
              <a:solidFill>
                <a:srgbClr val="1B2A4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 10.3</a:t>
            </a:r>
          </a:p>
        </p:txBody>
      </p:sp>
      <p:sp>
        <p:nvSpPr>
          <p:cNvPr id="130" name="Text 31">
            <a:extLst>
              <a:ext uri="{FF2B5EF4-FFF2-40B4-BE49-F238E27FC236}">
                <a16:creationId xmlns:a16="http://schemas.microsoft.com/office/drawing/2014/main" id="{09B8E903-5294-4D19-B51B-70020377B7A8}"/>
              </a:ext>
            </a:extLst>
          </p:cNvPr>
          <p:cNvSpPr txBox="1"/>
          <p:nvPr/>
        </p:nvSpPr>
        <p:spPr>
          <a:xfrm>
            <a:off x="11444319" y="2476479"/>
            <a:ext cx="566928" cy="36576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1B2A41"/>
                </a:solidFill>
                <a:effectLst/>
                <a:uLnTx/>
                <a:uFillTx/>
              </a:rPr>
              <a:t>mean</a:t>
            </a:r>
            <a:endParaRPr kumimoji="0" lang="en-US" sz="1000" b="0" i="0" u="none" strike="noStrike" kern="0" cap="none" spc="0" normalizeH="0" baseline="0" noProof="0" dirty="0">
              <a:ln>
                <a:noFill/>
              </a:ln>
              <a:solidFill>
                <a:srgbClr val="1B2A4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 7</a:t>
            </a:r>
          </a:p>
        </p:txBody>
      </p:sp>
      <p:sp>
        <p:nvSpPr>
          <p:cNvPr id="131" name="Text 32">
            <a:extLst>
              <a:ext uri="{FF2B5EF4-FFF2-40B4-BE49-F238E27FC236}">
                <a16:creationId xmlns:a16="http://schemas.microsoft.com/office/drawing/2014/main" id="{6766EA1A-5560-4A9D-8492-7A266BF81F00}"/>
              </a:ext>
            </a:extLst>
          </p:cNvPr>
          <p:cNvSpPr txBox="1"/>
          <p:nvPr/>
        </p:nvSpPr>
        <p:spPr>
          <a:xfrm>
            <a:off x="11444319" y="3061523"/>
            <a:ext cx="566928" cy="36576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1B2A41"/>
                </a:solidFill>
                <a:effectLst/>
                <a:uLnTx/>
                <a:uFillTx/>
              </a:rPr>
              <a:t>mean − s</a:t>
            </a:r>
            <a:endParaRPr kumimoji="0" lang="en-US" sz="1000" b="0" i="0" u="none" strike="noStrike" kern="0" cap="none" spc="0" normalizeH="0" baseline="0" noProof="0" dirty="0">
              <a:ln>
                <a:noFill/>
              </a:ln>
              <a:solidFill>
                <a:srgbClr val="1B2A4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B2A41"/>
                </a:solidFill>
                <a:effectLst/>
                <a:uLnTx/>
                <a:uFillTx/>
              </a:rPr>
              <a:t>≈ 3.7</a:t>
            </a:r>
          </a:p>
        </p:txBody>
      </p:sp>
      <p:sp>
        <p:nvSpPr>
          <p:cNvPr id="132" name="Text 33">
            <a:extLst>
              <a:ext uri="{FF2B5EF4-FFF2-40B4-BE49-F238E27FC236}">
                <a16:creationId xmlns:a16="http://schemas.microsoft.com/office/drawing/2014/main" id="{E4130D3F-8F23-423F-ABE1-9E13C1E0581A}"/>
              </a:ext>
            </a:extLst>
          </p:cNvPr>
          <p:cNvSpPr txBox="1"/>
          <p:nvPr/>
        </p:nvSpPr>
        <p:spPr>
          <a:xfrm>
            <a:off x="8582247" y="4187952"/>
            <a:ext cx="3246120" cy="36576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dirty="0">
                <a:ln>
                  <a:noFill/>
                </a:ln>
                <a:solidFill>
                  <a:srgbClr val="55616B"/>
                </a:solidFill>
                <a:effectLst/>
                <a:uLnTx/>
                <a:uFillTx/>
              </a:rPr>
              <a:t>The shaded band is one SD either side of the mean; 6 of 8 scores fall inside it.</a:t>
            </a:r>
            <a:endParaRPr kumimoji="0" lang="en-US" sz="1100" b="0" i="0" u="none" strike="noStrike" kern="0" cap="none" spc="0" normalizeH="0" baseline="0" noProof="0" dirty="0">
              <a:ln>
                <a:noFill/>
              </a:ln>
              <a:solidFill>
                <a:srgbClr val="1B2A41"/>
              </a:solidFill>
              <a:effectLst/>
              <a:uLnTx/>
              <a:uFillTx/>
            </a:endParaRPr>
          </a:p>
        </p:txBody>
      </p:sp>
    </p:spTree>
    <p:extLst>
      <p:ext uri="{BB962C8B-B14F-4D97-AF65-F5344CB8AC3E}">
        <p14:creationId xmlns:p14="http://schemas.microsoft.com/office/powerpoint/2010/main" val="2329706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Visualising Numerical Data: Boxplots</a:t>
            </a:r>
          </a:p>
        </p:txBody>
      </p:sp>
      <p:sp>
        <p:nvSpPr>
          <p:cNvPr id="75" name="TextBox 74">
            <a:extLst>
              <a:ext uri="{FF2B5EF4-FFF2-40B4-BE49-F238E27FC236}">
                <a16:creationId xmlns:a16="http://schemas.microsoft.com/office/drawing/2014/main" id="{49DF9D2F-8E65-4D63-82C3-27F8FA7882BF}"/>
              </a:ext>
            </a:extLst>
          </p:cNvPr>
          <p:cNvSpPr txBox="1"/>
          <p:nvPr/>
        </p:nvSpPr>
        <p:spPr>
          <a:xfrm>
            <a:off x="180753" y="1118530"/>
            <a:ext cx="6856158" cy="5036250"/>
          </a:xfrm>
          <a:prstGeom prst="rect">
            <a:avLst/>
          </a:prstGeom>
          <a:noFill/>
        </p:spPr>
        <p:txBody>
          <a:bodyPr wrap="square" bIns="0" rtlCol="0">
            <a:spAutoFit/>
          </a:bodyPr>
          <a:lstStyle/>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Description: </a:t>
            </a:r>
            <a:r>
              <a:rPr kumimoji="0" lang="en-US" sz="2400" i="0" u="none" strike="noStrike" kern="1200" cap="none" spc="0" normalizeH="0" baseline="0" noProof="0" dirty="0">
                <a:ln>
                  <a:noFill/>
                </a:ln>
                <a:effectLst/>
                <a:uLnTx/>
                <a:uFillTx/>
                <a:latin typeface="Arial Narrow" panose="020B0606020202030204" pitchFamily="34" charset="0"/>
              </a:rPr>
              <a:t>A boxplot </a:t>
            </a:r>
            <a:r>
              <a:rPr kumimoji="0" lang="en-US" sz="2400" i="0" u="none" strike="noStrike" kern="1200" cap="none" spc="0" normalizeH="0" baseline="0" noProof="0" dirty="0" err="1">
                <a:ln>
                  <a:noFill/>
                </a:ln>
                <a:effectLst/>
                <a:uLnTx/>
                <a:uFillTx/>
                <a:latin typeface="Arial Narrow" panose="020B0606020202030204" pitchFamily="34" charset="0"/>
              </a:rPr>
              <a:t>summarises</a:t>
            </a:r>
            <a:r>
              <a:rPr kumimoji="0" lang="en-US" sz="2400" i="0" u="none" strike="noStrike" kern="1200" cap="none" spc="0" normalizeH="0" baseline="0" noProof="0" dirty="0">
                <a:ln>
                  <a:noFill/>
                </a:ln>
                <a:effectLst/>
                <a:uLnTx/>
                <a:uFillTx/>
                <a:latin typeface="Arial Narrow" panose="020B0606020202030204" pitchFamily="34" charset="0"/>
              </a:rPr>
              <a:t> the distribution using five numbers: minimum, Q1, median, Q3 and maximum. The box holds the middle 50% of the data, and points far from the box are flagged as outliers.</a:t>
            </a:r>
          </a:p>
          <a:p>
            <a:pPr marL="228600" lvl="0" indent="-228600">
              <a:spcBef>
                <a:spcPct val="20000"/>
              </a:spcBef>
              <a:spcAft>
                <a:spcPts val="1600"/>
              </a:spcAft>
              <a:buSzPct val="100000"/>
              <a:buFont typeface="Arial" pitchFamily="34" charset="0"/>
              <a:buChar char="•"/>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Rule:</a:t>
            </a:r>
            <a:r>
              <a:rPr kumimoji="0" lang="en-US" sz="2400" b="1" i="0" u="none" strike="noStrike" kern="1200" cap="none" spc="0" normalizeH="0" noProof="0" dirty="0">
                <a:ln>
                  <a:noFill/>
                </a:ln>
                <a:solidFill>
                  <a:srgbClr val="0F7C8A"/>
                </a:solidFill>
                <a:effectLst/>
                <a:uLnTx/>
                <a:uFillTx/>
                <a:latin typeface="Arial Narrow" panose="020B0606020202030204" pitchFamily="34" charset="0"/>
              </a:rPr>
              <a:t> </a:t>
            </a:r>
            <a:r>
              <a:rPr kumimoji="0" lang="en-US" sz="2400" i="0" u="none" strike="noStrike" kern="1200" cap="none" spc="0" normalizeH="0" noProof="0" dirty="0">
                <a:ln>
                  <a:noFill/>
                </a:ln>
                <a:effectLst/>
                <a:uLnTx/>
                <a:uFillTx/>
                <a:latin typeface="Arial Narrow" panose="020B0606020202030204" pitchFamily="34" charset="0"/>
              </a:rPr>
              <a:t>Fences = Q1 − 1.5 × IQR and Q3 + 1.5 × IQR. Whiskers extend to the most extreme values inside the fences; anything beyond them is plotted as a separate point.</a:t>
            </a:r>
            <a:endParaRPr kumimoji="0" lang="en-US" sz="2400" i="0" u="none" strike="noStrike" kern="1200" cap="none" spc="0" normalizeH="0" baseline="0" noProof="0" dirty="0">
              <a:ln>
                <a:noFill/>
              </a:ln>
              <a:effectLst/>
              <a:uLnTx/>
              <a:uFillTx/>
              <a:latin typeface="Arial Narrow" panose="020B0606020202030204" pitchFamily="34" charset="0"/>
            </a:endParaRPr>
          </a:p>
          <a:p>
            <a:pPr marL="228600" marR="0" lvl="0" indent="-228600" algn="l" defTabSz="914400" rtl="0" eaLnBrk="1" fontAlgn="auto" latinLnBrk="0" hangingPunct="1">
              <a:lnSpc>
                <a:spcPct val="100000"/>
              </a:lnSpc>
              <a:spcBef>
                <a:spcPct val="20000"/>
              </a:spcBef>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Example: </a:t>
            </a:r>
            <a:r>
              <a:rPr kumimoji="0" lang="en-US" sz="2400" i="0" u="none" strike="noStrike" kern="1200" cap="none" spc="0" normalizeH="0" baseline="0" noProof="0" dirty="0">
                <a:ln>
                  <a:noFill/>
                </a:ln>
                <a:effectLst/>
                <a:uLnTx/>
                <a:uFillTx/>
                <a:latin typeface="Arial Narrow" panose="020B0606020202030204" pitchFamily="34" charset="0"/>
              </a:rPr>
              <a:t>Twelve commute times (minutes) give Q1 = 12, median = 15.5 and Q3 = 20, so IQR = 8 and the fences are 0 and 32. The 45-minute trip is an outlier, and the whiskers end at 8 and 24.</a:t>
            </a:r>
          </a:p>
        </p:txBody>
      </p:sp>
      <p:pic>
        <p:nvPicPr>
          <p:cNvPr id="3" name="Picture 2">
            <a:extLst>
              <a:ext uri="{FF2B5EF4-FFF2-40B4-BE49-F238E27FC236}">
                <a16:creationId xmlns:a16="http://schemas.microsoft.com/office/drawing/2014/main" id="{FF9598AB-0C4F-493D-A633-16BD9A5A5B00}"/>
              </a:ext>
            </a:extLst>
          </p:cNvPr>
          <p:cNvPicPr>
            <a:picLocks noChangeAspect="1"/>
          </p:cNvPicPr>
          <p:nvPr/>
        </p:nvPicPr>
        <p:blipFill rotWithShape="1">
          <a:blip r:embed="rId3"/>
          <a:srcRect l="58750" t="16250" r="10235" b="29861"/>
          <a:stretch/>
        </p:blipFill>
        <p:spPr>
          <a:xfrm>
            <a:off x="7162800" y="1114424"/>
            <a:ext cx="4848447" cy="4738534"/>
          </a:xfrm>
          <a:prstGeom prst="rect">
            <a:avLst/>
          </a:prstGeom>
        </p:spPr>
      </p:pic>
    </p:spTree>
    <p:extLst>
      <p:ext uri="{BB962C8B-B14F-4D97-AF65-F5344CB8AC3E}">
        <p14:creationId xmlns:p14="http://schemas.microsoft.com/office/powerpoint/2010/main" val="2487047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Visualising Numerical Data: Histogram</a:t>
            </a:r>
          </a:p>
        </p:txBody>
      </p:sp>
      <p:sp>
        <p:nvSpPr>
          <p:cNvPr id="75" name="TextBox 74">
            <a:extLst>
              <a:ext uri="{FF2B5EF4-FFF2-40B4-BE49-F238E27FC236}">
                <a16:creationId xmlns:a16="http://schemas.microsoft.com/office/drawing/2014/main" id="{49DF9D2F-8E65-4D63-82C3-27F8FA7882BF}"/>
              </a:ext>
            </a:extLst>
          </p:cNvPr>
          <p:cNvSpPr txBox="1"/>
          <p:nvPr/>
        </p:nvSpPr>
        <p:spPr>
          <a:xfrm>
            <a:off x="180753" y="1118530"/>
            <a:ext cx="6856158" cy="3279872"/>
          </a:xfrm>
          <a:prstGeom prst="rect">
            <a:avLst/>
          </a:prstGeom>
          <a:noFill/>
        </p:spPr>
        <p:txBody>
          <a:bodyPr wrap="square" bIns="0" rtlCol="0">
            <a:spAutoFit/>
          </a:bodyPr>
          <a:lstStyle/>
          <a:p>
            <a:pPr marL="228600" marR="0" lvl="0" indent="-228600" algn="l" defTabSz="914400" rtl="0" eaLnBrk="1" fontAlgn="auto" latinLnBrk="0" hangingPunct="1">
              <a:lnSpc>
                <a:spcPct val="100000"/>
              </a:lnSpc>
              <a:spcBef>
                <a:spcPct val="20000"/>
              </a:spcBef>
              <a:spcAft>
                <a:spcPts val="1600"/>
              </a:spcAft>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Description: </a:t>
            </a:r>
            <a:r>
              <a:rPr kumimoji="0" lang="en-US" sz="2400" i="0" u="none" strike="noStrike" kern="1200" cap="none" spc="0" normalizeH="0" baseline="0" noProof="0" dirty="0">
                <a:ln>
                  <a:noFill/>
                </a:ln>
                <a:effectLst/>
                <a:uLnTx/>
                <a:uFillTx/>
                <a:latin typeface="Arial Narrow" panose="020B0606020202030204" pitchFamily="34" charset="0"/>
              </a:rPr>
              <a:t>A histogram splits numerical data into equal-width bins and draws a bar for each one. The bar height is the count of values in that bin, so the shape shows the </a:t>
            </a:r>
            <a:r>
              <a:rPr kumimoji="0" lang="en-US" sz="2400" i="0" u="none" strike="noStrike" kern="1200" cap="none" spc="0" normalizeH="0" baseline="0" noProof="0" dirty="0" err="1">
                <a:ln>
                  <a:noFill/>
                </a:ln>
                <a:effectLst/>
                <a:uLnTx/>
                <a:uFillTx/>
                <a:latin typeface="Arial Narrow" panose="020B0606020202030204" pitchFamily="34" charset="0"/>
              </a:rPr>
              <a:t>centre</a:t>
            </a:r>
            <a:r>
              <a:rPr kumimoji="0" lang="en-US" sz="2400" i="0" u="none" strike="noStrike" kern="1200" cap="none" spc="0" normalizeH="0" baseline="0" noProof="0" dirty="0">
                <a:ln>
                  <a:noFill/>
                </a:ln>
                <a:effectLst/>
                <a:uLnTx/>
                <a:uFillTx/>
                <a:latin typeface="Arial Narrow" panose="020B0606020202030204" pitchFamily="34" charset="0"/>
              </a:rPr>
              <a:t>, spread and skewness.</a:t>
            </a:r>
          </a:p>
          <a:p>
            <a:pPr marL="228600" marR="0" lvl="0" indent="-228600" algn="l" defTabSz="914400" rtl="0" eaLnBrk="1" fontAlgn="auto" latinLnBrk="0" hangingPunct="1">
              <a:lnSpc>
                <a:spcPct val="100000"/>
              </a:lnSpc>
              <a:spcBef>
                <a:spcPct val="20000"/>
              </a:spcBef>
              <a:buClrTx/>
              <a:buSzPct val="100000"/>
              <a:buFont typeface="Arial" pitchFamily="34" charset="0"/>
              <a:buChar char="•"/>
              <a:tabLst/>
              <a:defRPr/>
            </a:pPr>
            <a:r>
              <a:rPr kumimoji="0" lang="en-US" sz="2400" b="1" i="0" u="none" strike="noStrike" kern="1200" cap="none" spc="0" normalizeH="0" baseline="0" noProof="0" dirty="0">
                <a:ln>
                  <a:noFill/>
                </a:ln>
                <a:solidFill>
                  <a:srgbClr val="0F7C8A"/>
                </a:solidFill>
                <a:effectLst/>
                <a:uLnTx/>
                <a:uFillTx/>
                <a:latin typeface="Arial Narrow" panose="020B0606020202030204" pitchFamily="34" charset="0"/>
              </a:rPr>
              <a:t>Example: </a:t>
            </a:r>
            <a:r>
              <a:rPr kumimoji="0" lang="en-US" sz="2400" i="0" u="none" strike="noStrike" kern="1200" cap="none" spc="0" normalizeH="0" baseline="0" noProof="0" dirty="0">
                <a:ln>
                  <a:noFill/>
                </a:ln>
                <a:effectLst/>
                <a:uLnTx/>
                <a:uFillTx/>
                <a:latin typeface="Arial Narrow" panose="020B0606020202030204" pitchFamily="34" charset="0"/>
              </a:rPr>
              <a:t>The same commute times with bins (from the boxplot) of width 5 give counts of 2, 4, 3, 2, 0, 0, 0 and 1. The data are right-skewed, with the 45-minute trip alone in the far-right bin.</a:t>
            </a:r>
          </a:p>
        </p:txBody>
      </p:sp>
      <p:pic>
        <p:nvPicPr>
          <p:cNvPr id="2" name="Picture 1">
            <a:extLst>
              <a:ext uri="{FF2B5EF4-FFF2-40B4-BE49-F238E27FC236}">
                <a16:creationId xmlns:a16="http://schemas.microsoft.com/office/drawing/2014/main" id="{6FCA070F-4587-4399-9BD6-75A05A565D03}"/>
              </a:ext>
            </a:extLst>
          </p:cNvPr>
          <p:cNvPicPr>
            <a:picLocks noChangeAspect="1"/>
          </p:cNvPicPr>
          <p:nvPr/>
        </p:nvPicPr>
        <p:blipFill>
          <a:blip r:embed="rId3"/>
          <a:stretch>
            <a:fillRect/>
          </a:stretch>
        </p:blipFill>
        <p:spPr>
          <a:xfrm>
            <a:off x="7072727" y="1112365"/>
            <a:ext cx="4852573" cy="4795194"/>
          </a:xfrm>
          <a:prstGeom prst="rect">
            <a:avLst/>
          </a:prstGeom>
        </p:spPr>
      </p:pic>
    </p:spTree>
    <p:extLst>
      <p:ext uri="{BB962C8B-B14F-4D97-AF65-F5344CB8AC3E}">
        <p14:creationId xmlns:p14="http://schemas.microsoft.com/office/powerpoint/2010/main" val="4071866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Histograms and Probability Distributions</a:t>
            </a:r>
          </a:p>
        </p:txBody>
      </p:sp>
      <mc:AlternateContent xmlns:mc="http://schemas.openxmlformats.org/markup-compatibility/2006">
        <mc:Choice xmlns:cx1="http://schemas.microsoft.com/office/drawing/2015/9/8/chartex" Requires="cx1">
          <p:graphicFrame>
            <p:nvGraphicFramePr>
              <p:cNvPr id="5" name="Chart 4">
                <a:extLst>
                  <a:ext uri="{FF2B5EF4-FFF2-40B4-BE49-F238E27FC236}">
                    <a16:creationId xmlns:a16="http://schemas.microsoft.com/office/drawing/2014/main" id="{ED8765C3-613A-4F4C-A180-3299951757A9}"/>
                  </a:ext>
                </a:extLst>
              </p:cNvPr>
              <p:cNvGraphicFramePr/>
              <p:nvPr/>
            </p:nvGraphicFramePr>
            <p:xfrm>
              <a:off x="233916" y="1204829"/>
              <a:ext cx="5688420" cy="4632228"/>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5" name="Chart 4">
                <a:extLst>
                  <a:ext uri="{FF2B5EF4-FFF2-40B4-BE49-F238E27FC236}">
                    <a16:creationId xmlns:a16="http://schemas.microsoft.com/office/drawing/2014/main" id="{ED8765C3-613A-4F4C-A180-3299951757A9}"/>
                  </a:ext>
                </a:extLst>
              </p:cNvPr>
              <p:cNvPicPr>
                <a:picLocks noGrp="1" noRot="1" noChangeAspect="1" noMove="1" noResize="1" noEditPoints="1" noAdjustHandles="1" noChangeArrowheads="1" noChangeShapeType="1"/>
              </p:cNvPicPr>
              <p:nvPr/>
            </p:nvPicPr>
            <p:blipFill>
              <a:blip r:embed="rId4"/>
              <a:stretch>
                <a:fillRect/>
              </a:stretch>
            </p:blipFill>
            <p:spPr>
              <a:xfrm>
                <a:off x="233916" y="1204829"/>
                <a:ext cx="5688420" cy="4632228"/>
              </a:xfrm>
              <a:prstGeom prst="rect">
                <a:avLst/>
              </a:prstGeom>
            </p:spPr>
          </p:pic>
        </mc:Fallback>
      </mc:AlternateContent>
      <p:graphicFrame>
        <p:nvGraphicFramePr>
          <p:cNvPr id="6" name="Table 2">
            <a:extLst>
              <a:ext uri="{FF2B5EF4-FFF2-40B4-BE49-F238E27FC236}">
                <a16:creationId xmlns:a16="http://schemas.microsoft.com/office/drawing/2014/main" id="{1E019121-932F-4197-9A42-61D4D5DF8D3E}"/>
              </a:ext>
            </a:extLst>
          </p:cNvPr>
          <p:cNvGraphicFramePr>
            <a:graphicFrameLocks noGrp="1"/>
          </p:cNvGraphicFramePr>
          <p:nvPr/>
        </p:nvGraphicFramePr>
        <p:xfrm>
          <a:off x="6757257" y="1945640"/>
          <a:ext cx="4956612" cy="2966720"/>
        </p:xfrm>
        <a:graphic>
          <a:graphicData uri="http://schemas.openxmlformats.org/drawingml/2006/table">
            <a:tbl>
              <a:tblPr firstRow="1" bandRow="1">
                <a:tableStyleId>{5C22544A-7EE6-4342-B048-85BDC9FD1C3A}</a:tableStyleId>
              </a:tblPr>
              <a:tblGrid>
                <a:gridCol w="1652204">
                  <a:extLst>
                    <a:ext uri="{9D8B030D-6E8A-4147-A177-3AD203B41FA5}">
                      <a16:colId xmlns:a16="http://schemas.microsoft.com/office/drawing/2014/main" val="2495750990"/>
                    </a:ext>
                  </a:extLst>
                </a:gridCol>
                <a:gridCol w="1652204">
                  <a:extLst>
                    <a:ext uri="{9D8B030D-6E8A-4147-A177-3AD203B41FA5}">
                      <a16:colId xmlns:a16="http://schemas.microsoft.com/office/drawing/2014/main" val="2994133767"/>
                    </a:ext>
                  </a:extLst>
                </a:gridCol>
                <a:gridCol w="1652204">
                  <a:extLst>
                    <a:ext uri="{9D8B030D-6E8A-4147-A177-3AD203B41FA5}">
                      <a16:colId xmlns:a16="http://schemas.microsoft.com/office/drawing/2014/main" val="515920500"/>
                    </a:ext>
                  </a:extLst>
                </a:gridCol>
              </a:tblGrid>
              <a:tr h="370840">
                <a:tc>
                  <a:txBody>
                    <a:bodyPr/>
                    <a:lstStyle/>
                    <a:p>
                      <a:pPr algn="ctr"/>
                      <a:r>
                        <a:rPr lang="en-AU" sz="1400" dirty="0">
                          <a:latin typeface="Arial Narrow" panose="020B0606020202030204" pitchFamily="34" charset="0"/>
                        </a:rPr>
                        <a:t>Income Range</a:t>
                      </a:r>
                    </a:p>
                  </a:txBody>
                  <a:tcPr/>
                </a:tc>
                <a:tc>
                  <a:txBody>
                    <a:bodyPr/>
                    <a:lstStyle/>
                    <a:p>
                      <a:pPr algn="ctr"/>
                      <a:r>
                        <a:rPr lang="en-AU" sz="1400" dirty="0">
                          <a:latin typeface="Arial Narrow" panose="020B0606020202030204" pitchFamily="34" charset="0"/>
                        </a:rPr>
                        <a:t>Frequency</a:t>
                      </a:r>
                    </a:p>
                  </a:txBody>
                  <a:tcPr/>
                </a:tc>
                <a:tc>
                  <a:txBody>
                    <a:bodyPr/>
                    <a:lstStyle/>
                    <a:p>
                      <a:pPr algn="ctr"/>
                      <a:r>
                        <a:rPr lang="en-AU" sz="1400" dirty="0">
                          <a:latin typeface="Arial Narrow" panose="020B0606020202030204" pitchFamily="34" charset="0"/>
                        </a:rPr>
                        <a:t>Probability</a:t>
                      </a:r>
                    </a:p>
                  </a:txBody>
                  <a:tcPr/>
                </a:tc>
                <a:extLst>
                  <a:ext uri="{0D108BD9-81ED-4DB2-BD59-A6C34878D82A}">
                    <a16:rowId xmlns:a16="http://schemas.microsoft.com/office/drawing/2014/main" val="2308839407"/>
                  </a:ext>
                </a:extLst>
              </a:tr>
              <a:tr h="370840">
                <a:tc>
                  <a:txBody>
                    <a:bodyPr/>
                    <a:lstStyle/>
                    <a:p>
                      <a:pPr algn="ctr"/>
                      <a:r>
                        <a:rPr lang="en-AU" sz="1400" dirty="0">
                          <a:latin typeface="Arial Narrow" panose="020B0606020202030204" pitchFamily="34" charset="0"/>
                        </a:rPr>
                        <a:t>[$47992, $55617]</a:t>
                      </a:r>
                    </a:p>
                  </a:txBody>
                  <a:tcPr/>
                </a:tc>
                <a:tc>
                  <a:txBody>
                    <a:bodyPr/>
                    <a:lstStyle/>
                    <a:p>
                      <a:pPr algn="ctr"/>
                      <a:r>
                        <a:rPr lang="en-AU" sz="1400" dirty="0">
                          <a:latin typeface="Arial Narrow" panose="020B0606020202030204" pitchFamily="34" charset="0"/>
                        </a:rPr>
                        <a:t>4</a:t>
                      </a:r>
                    </a:p>
                  </a:txBody>
                  <a:tcPr/>
                </a:tc>
                <a:tc>
                  <a:txBody>
                    <a:bodyPr/>
                    <a:lstStyle/>
                    <a:p>
                      <a:pPr algn="ctr"/>
                      <a:r>
                        <a:rPr lang="en-AU" sz="1400" dirty="0">
                          <a:latin typeface="Arial Narrow" panose="020B0606020202030204" pitchFamily="34" charset="0"/>
                        </a:rPr>
                        <a:t>0.032</a:t>
                      </a:r>
                    </a:p>
                  </a:txBody>
                  <a:tcPr/>
                </a:tc>
                <a:extLst>
                  <a:ext uri="{0D108BD9-81ED-4DB2-BD59-A6C34878D82A}">
                    <a16:rowId xmlns:a16="http://schemas.microsoft.com/office/drawing/2014/main" val="1664215054"/>
                  </a:ext>
                </a:extLst>
              </a:tr>
              <a:tr h="370840">
                <a:tc>
                  <a:txBody>
                    <a:bodyPr/>
                    <a:lstStyle/>
                    <a:p>
                      <a:pPr algn="ctr"/>
                      <a:r>
                        <a:rPr lang="en-AU" sz="1400" dirty="0">
                          <a:latin typeface="Arial Narrow" panose="020B0606020202030204" pitchFamily="34" charset="0"/>
                        </a:rPr>
                        <a:t>($55617, $63243]</a:t>
                      </a:r>
                    </a:p>
                  </a:txBody>
                  <a:tcPr/>
                </a:tc>
                <a:tc>
                  <a:txBody>
                    <a:bodyPr/>
                    <a:lstStyle/>
                    <a:p>
                      <a:pPr algn="ctr"/>
                      <a:r>
                        <a:rPr lang="en-AU" sz="1400" dirty="0">
                          <a:latin typeface="Arial Narrow" panose="020B0606020202030204" pitchFamily="34" charset="0"/>
                        </a:rPr>
                        <a:t>10</a:t>
                      </a:r>
                    </a:p>
                  </a:txBody>
                  <a:tcPr/>
                </a:tc>
                <a:tc>
                  <a:txBody>
                    <a:bodyPr/>
                    <a:lstStyle/>
                    <a:p>
                      <a:pPr algn="ctr"/>
                      <a:r>
                        <a:rPr lang="en-AU" sz="1400" dirty="0">
                          <a:latin typeface="Arial Narrow" panose="020B0606020202030204" pitchFamily="34" charset="0"/>
                        </a:rPr>
                        <a:t>0.080</a:t>
                      </a:r>
                    </a:p>
                  </a:txBody>
                  <a:tcPr/>
                </a:tc>
                <a:extLst>
                  <a:ext uri="{0D108BD9-81ED-4DB2-BD59-A6C34878D82A}">
                    <a16:rowId xmlns:a16="http://schemas.microsoft.com/office/drawing/2014/main" val="1763314188"/>
                  </a:ext>
                </a:extLst>
              </a:tr>
              <a:tr h="370840">
                <a:tc>
                  <a:txBody>
                    <a:bodyPr/>
                    <a:lstStyle/>
                    <a:p>
                      <a:pPr algn="ctr"/>
                      <a:r>
                        <a:rPr lang="en-AU" sz="1400" dirty="0">
                          <a:latin typeface="Arial Narrow" panose="020B0606020202030204" pitchFamily="34" charset="0"/>
                        </a:rPr>
                        <a:t>($63243, $70869] </a:t>
                      </a:r>
                    </a:p>
                  </a:txBody>
                  <a:tcPr/>
                </a:tc>
                <a:tc>
                  <a:txBody>
                    <a:bodyPr/>
                    <a:lstStyle/>
                    <a:p>
                      <a:pPr algn="ctr"/>
                      <a:r>
                        <a:rPr lang="en-AU" sz="1400" dirty="0">
                          <a:latin typeface="Arial Narrow" panose="020B0606020202030204" pitchFamily="34" charset="0"/>
                        </a:rPr>
                        <a:t>24</a:t>
                      </a:r>
                    </a:p>
                  </a:txBody>
                  <a:tcPr/>
                </a:tc>
                <a:tc>
                  <a:txBody>
                    <a:bodyPr/>
                    <a:lstStyle/>
                    <a:p>
                      <a:pPr algn="ctr"/>
                      <a:r>
                        <a:rPr lang="en-AU" sz="1400" dirty="0">
                          <a:latin typeface="Arial Narrow" panose="020B0606020202030204" pitchFamily="34" charset="0"/>
                        </a:rPr>
                        <a:t>0.192</a:t>
                      </a:r>
                    </a:p>
                  </a:txBody>
                  <a:tcPr/>
                </a:tc>
                <a:extLst>
                  <a:ext uri="{0D108BD9-81ED-4DB2-BD59-A6C34878D82A}">
                    <a16:rowId xmlns:a16="http://schemas.microsoft.com/office/drawing/2014/main" val="1110373401"/>
                  </a:ext>
                </a:extLst>
              </a:tr>
              <a:tr h="370840">
                <a:tc>
                  <a:txBody>
                    <a:bodyPr/>
                    <a:lstStyle/>
                    <a:p>
                      <a:pPr algn="ctr"/>
                      <a:r>
                        <a:rPr lang="en-AU" sz="1400" dirty="0">
                          <a:latin typeface="Arial Narrow" panose="020B0606020202030204" pitchFamily="34" charset="0"/>
                        </a:rPr>
                        <a:t>($70869, $78495]</a:t>
                      </a:r>
                    </a:p>
                  </a:txBody>
                  <a:tcPr/>
                </a:tc>
                <a:tc>
                  <a:txBody>
                    <a:bodyPr/>
                    <a:lstStyle/>
                    <a:p>
                      <a:pPr algn="ctr"/>
                      <a:r>
                        <a:rPr lang="en-AU" sz="1400" dirty="0">
                          <a:latin typeface="Arial Narrow" panose="020B0606020202030204" pitchFamily="34" charset="0"/>
                        </a:rPr>
                        <a:t>42</a:t>
                      </a:r>
                    </a:p>
                  </a:txBody>
                  <a:tcPr/>
                </a:tc>
                <a:tc>
                  <a:txBody>
                    <a:bodyPr/>
                    <a:lstStyle/>
                    <a:p>
                      <a:pPr algn="ctr"/>
                      <a:r>
                        <a:rPr lang="en-AU" sz="1400" dirty="0">
                          <a:latin typeface="Arial Narrow" panose="020B0606020202030204" pitchFamily="34" charset="0"/>
                        </a:rPr>
                        <a:t>0.336</a:t>
                      </a:r>
                    </a:p>
                  </a:txBody>
                  <a:tcPr/>
                </a:tc>
                <a:extLst>
                  <a:ext uri="{0D108BD9-81ED-4DB2-BD59-A6C34878D82A}">
                    <a16:rowId xmlns:a16="http://schemas.microsoft.com/office/drawing/2014/main" val="1469852500"/>
                  </a:ext>
                </a:extLst>
              </a:tr>
              <a:tr h="370840">
                <a:tc>
                  <a:txBody>
                    <a:bodyPr/>
                    <a:lstStyle/>
                    <a:p>
                      <a:pPr algn="ctr"/>
                      <a:r>
                        <a:rPr lang="en-AU" sz="1400" dirty="0">
                          <a:latin typeface="Arial Narrow" panose="020B0606020202030204" pitchFamily="34" charset="0"/>
                        </a:rPr>
                        <a:t>($78495, $86121]</a:t>
                      </a:r>
                    </a:p>
                  </a:txBody>
                  <a:tcPr/>
                </a:tc>
                <a:tc>
                  <a:txBody>
                    <a:bodyPr/>
                    <a:lstStyle/>
                    <a:p>
                      <a:pPr algn="ctr"/>
                      <a:r>
                        <a:rPr lang="en-AU" sz="1400" dirty="0">
                          <a:latin typeface="Arial Narrow" panose="020B0606020202030204" pitchFamily="34" charset="0"/>
                        </a:rPr>
                        <a:t>33</a:t>
                      </a:r>
                    </a:p>
                  </a:txBody>
                  <a:tcPr/>
                </a:tc>
                <a:tc>
                  <a:txBody>
                    <a:bodyPr/>
                    <a:lstStyle/>
                    <a:p>
                      <a:pPr algn="ctr"/>
                      <a:r>
                        <a:rPr lang="en-AU" sz="1400" dirty="0">
                          <a:latin typeface="Arial Narrow" panose="020B0606020202030204" pitchFamily="34" charset="0"/>
                        </a:rPr>
                        <a:t>0.264</a:t>
                      </a:r>
                    </a:p>
                  </a:txBody>
                  <a:tcPr/>
                </a:tc>
                <a:extLst>
                  <a:ext uri="{0D108BD9-81ED-4DB2-BD59-A6C34878D82A}">
                    <a16:rowId xmlns:a16="http://schemas.microsoft.com/office/drawing/2014/main" val="2890049415"/>
                  </a:ext>
                </a:extLst>
              </a:tr>
              <a:tr h="370840">
                <a:tc>
                  <a:txBody>
                    <a:bodyPr/>
                    <a:lstStyle/>
                    <a:p>
                      <a:pPr algn="ctr"/>
                      <a:r>
                        <a:rPr lang="en-AU" sz="1400" dirty="0">
                          <a:latin typeface="Arial Narrow" panose="020B0606020202030204" pitchFamily="34" charset="0"/>
                        </a:rPr>
                        <a:t>($86121, $93747]</a:t>
                      </a:r>
                    </a:p>
                  </a:txBody>
                  <a:tcPr/>
                </a:tc>
                <a:tc>
                  <a:txBody>
                    <a:bodyPr/>
                    <a:lstStyle/>
                    <a:p>
                      <a:pPr algn="ctr"/>
                      <a:r>
                        <a:rPr lang="en-AU" sz="1400" dirty="0">
                          <a:latin typeface="Arial Narrow" panose="020B0606020202030204" pitchFamily="34" charset="0"/>
                        </a:rPr>
                        <a:t>9</a:t>
                      </a:r>
                    </a:p>
                  </a:txBody>
                  <a:tcPr/>
                </a:tc>
                <a:tc>
                  <a:txBody>
                    <a:bodyPr/>
                    <a:lstStyle/>
                    <a:p>
                      <a:pPr algn="ctr"/>
                      <a:r>
                        <a:rPr lang="en-AU" sz="1400" dirty="0">
                          <a:latin typeface="Arial Narrow" panose="020B0606020202030204" pitchFamily="34" charset="0"/>
                        </a:rPr>
                        <a:t>0.072</a:t>
                      </a:r>
                    </a:p>
                  </a:txBody>
                  <a:tcPr/>
                </a:tc>
                <a:extLst>
                  <a:ext uri="{0D108BD9-81ED-4DB2-BD59-A6C34878D82A}">
                    <a16:rowId xmlns:a16="http://schemas.microsoft.com/office/drawing/2014/main" val="3613329656"/>
                  </a:ext>
                </a:extLst>
              </a:tr>
              <a:tr h="370840">
                <a:tc>
                  <a:txBody>
                    <a:bodyPr/>
                    <a:lstStyle/>
                    <a:p>
                      <a:pPr algn="ctr"/>
                      <a:r>
                        <a:rPr lang="en-AU" sz="1400" dirty="0">
                          <a:latin typeface="Arial Narrow" panose="020B0606020202030204" pitchFamily="34" charset="0"/>
                        </a:rPr>
                        <a:t>($93747, $101373]</a:t>
                      </a:r>
                    </a:p>
                  </a:txBody>
                  <a:tcPr/>
                </a:tc>
                <a:tc>
                  <a:txBody>
                    <a:bodyPr/>
                    <a:lstStyle/>
                    <a:p>
                      <a:pPr algn="ctr"/>
                      <a:r>
                        <a:rPr lang="en-AU" sz="1400" dirty="0">
                          <a:latin typeface="Arial Narrow" panose="020B0606020202030204" pitchFamily="34" charset="0"/>
                        </a:rPr>
                        <a:t>3</a:t>
                      </a:r>
                    </a:p>
                  </a:txBody>
                  <a:tcPr/>
                </a:tc>
                <a:tc>
                  <a:txBody>
                    <a:bodyPr/>
                    <a:lstStyle/>
                    <a:p>
                      <a:pPr algn="ctr"/>
                      <a:r>
                        <a:rPr lang="en-AU" sz="1400" dirty="0">
                          <a:latin typeface="Arial Narrow" panose="020B0606020202030204" pitchFamily="34" charset="0"/>
                        </a:rPr>
                        <a:t>0.024</a:t>
                      </a:r>
                    </a:p>
                  </a:txBody>
                  <a:tcPr/>
                </a:tc>
                <a:extLst>
                  <a:ext uri="{0D108BD9-81ED-4DB2-BD59-A6C34878D82A}">
                    <a16:rowId xmlns:a16="http://schemas.microsoft.com/office/drawing/2014/main" val="1090298936"/>
                  </a:ext>
                </a:extLst>
              </a:tr>
            </a:tbl>
          </a:graphicData>
        </a:graphic>
      </p:graphicFrame>
    </p:spTree>
    <p:extLst>
      <p:ext uri="{BB962C8B-B14F-4D97-AF65-F5344CB8AC3E}">
        <p14:creationId xmlns:p14="http://schemas.microsoft.com/office/powerpoint/2010/main" val="1787648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Properties of the Normal Distribution</a:t>
            </a:r>
          </a:p>
        </p:txBody>
      </p:sp>
      <p:pic>
        <p:nvPicPr>
          <p:cNvPr id="3" name="Picture 2">
            <a:extLst>
              <a:ext uri="{FF2B5EF4-FFF2-40B4-BE49-F238E27FC236}">
                <a16:creationId xmlns:a16="http://schemas.microsoft.com/office/drawing/2014/main" id="{408C6312-FD8B-4CBC-B76D-19D9F5BFB69F}"/>
              </a:ext>
            </a:extLst>
          </p:cNvPr>
          <p:cNvPicPr>
            <a:picLocks noChangeAspect="1"/>
          </p:cNvPicPr>
          <p:nvPr/>
        </p:nvPicPr>
        <p:blipFill rotWithShape="1">
          <a:blip r:embed="rId3"/>
          <a:srcRect t="15139"/>
          <a:stretch/>
        </p:blipFill>
        <p:spPr>
          <a:xfrm>
            <a:off x="768382" y="962025"/>
            <a:ext cx="10655236" cy="5088914"/>
          </a:xfrm>
          <a:prstGeom prst="rect">
            <a:avLst/>
          </a:prstGeom>
        </p:spPr>
      </p:pic>
    </p:spTree>
    <p:extLst>
      <p:ext uri="{BB962C8B-B14F-4D97-AF65-F5344CB8AC3E}">
        <p14:creationId xmlns:p14="http://schemas.microsoft.com/office/powerpoint/2010/main" val="10454223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Common Probability Questions for the Standard Normal Distribution</a:t>
            </a:r>
          </a:p>
        </p:txBody>
      </p:sp>
      <p:pic>
        <p:nvPicPr>
          <p:cNvPr id="5" name="Picture 4">
            <a:extLst>
              <a:ext uri="{FF2B5EF4-FFF2-40B4-BE49-F238E27FC236}">
                <a16:creationId xmlns:a16="http://schemas.microsoft.com/office/drawing/2014/main" id="{A8AC5D9D-3B8D-4A6F-B0B8-5820DD3642C6}"/>
              </a:ext>
            </a:extLst>
          </p:cNvPr>
          <p:cNvPicPr>
            <a:picLocks noChangeAspect="1"/>
          </p:cNvPicPr>
          <p:nvPr/>
        </p:nvPicPr>
        <p:blipFill rotWithShape="1">
          <a:blip r:embed="rId3"/>
          <a:srcRect t="8889"/>
          <a:stretch/>
        </p:blipFill>
        <p:spPr>
          <a:xfrm>
            <a:off x="1085850" y="868188"/>
            <a:ext cx="10083736" cy="5170662"/>
          </a:xfrm>
          <a:prstGeom prst="rect">
            <a:avLst/>
          </a:prstGeom>
        </p:spPr>
      </p:pic>
    </p:spTree>
    <p:extLst>
      <p:ext uri="{BB962C8B-B14F-4D97-AF65-F5344CB8AC3E}">
        <p14:creationId xmlns:p14="http://schemas.microsoft.com/office/powerpoint/2010/main" val="4258506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1001</TotalTime>
  <Words>2398</Words>
  <Application>Microsoft Office PowerPoint</Application>
  <PresentationFormat>Widescreen</PresentationFormat>
  <Paragraphs>768</Paragraphs>
  <Slides>25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Agency FB</vt:lpstr>
      <vt:lpstr>Aptos Narrow</vt:lpstr>
      <vt:lpstr>Arial</vt:lpstr>
      <vt:lpstr>Arial Narrow</vt:lpstr>
      <vt:lpstr>Calibri</vt:lpstr>
      <vt:lpstr>Calibri Light</vt:lpstr>
      <vt:lpstr>Cambria Math</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Huynh</dc:creator>
  <cp:lastModifiedBy>Minh Huynh</cp:lastModifiedBy>
  <cp:revision>18</cp:revision>
  <dcterms:created xsi:type="dcterms:W3CDTF">2026-10-12T10:11:40Z</dcterms:created>
  <dcterms:modified xsi:type="dcterms:W3CDTF">2026-10-13T03:02:36Z</dcterms:modified>
</cp:coreProperties>
</file>