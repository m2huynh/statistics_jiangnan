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4.xml" ContentType="application/inkml+xml"/>
  <Override PartName="/ppt/ink/ink5.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4679" r:id="rId3"/>
    <p:sldId id="4837" r:id="rId4"/>
    <p:sldId id="4684" r:id="rId5"/>
    <p:sldId id="4687" r:id="rId6"/>
    <p:sldId id="4698" r:id="rId7"/>
    <p:sldId id="4701" r:id="rId8"/>
    <p:sldId id="4709" r:id="rId9"/>
    <p:sldId id="4710" r:id="rId10"/>
    <p:sldId id="4719" r:id="rId11"/>
    <p:sldId id="4753" r:id="rId12"/>
    <p:sldId id="4748" r:id="rId13"/>
    <p:sldId id="4744" r:id="rId14"/>
    <p:sldId id="4758" r:id="rId15"/>
    <p:sldId id="4759" r:id="rId16"/>
    <p:sldId id="4767" r:id="rId17"/>
    <p:sldId id="4768" r:id="rId18"/>
    <p:sldId id="4769" r:id="rId19"/>
    <p:sldId id="4774" r:id="rId20"/>
    <p:sldId id="4775" r:id="rId21"/>
    <p:sldId id="4780" r:id="rId22"/>
    <p:sldId id="4786" r:id="rId23"/>
    <p:sldId id="4787" r:id="rId24"/>
    <p:sldId id="4793" r:id="rId25"/>
    <p:sldId id="4801" r:id="rId26"/>
    <p:sldId id="4802" r:id="rId27"/>
    <p:sldId id="4813" r:id="rId28"/>
    <p:sldId id="4814" r:id="rId29"/>
    <p:sldId id="4815" r:id="rId30"/>
    <p:sldId id="4833" r:id="rId31"/>
    <p:sldId id="4834" r:id="rId32"/>
    <p:sldId id="4835" r:id="rId33"/>
    <p:sldId id="483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p:scale>
          <a:sx n="90" d="100"/>
          <a:sy n="90" d="100"/>
        </p:scale>
        <p:origin x="1308" y="516"/>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Huynh" userId="01a137d4-0d81-46e0-aca6-c9185b391828" providerId="ADAL" clId="{812CCF7A-788B-4227-A920-48EDF3D1C151}"/>
    <pc:docChg chg="undo custSel addSld delSld modSld">
      <pc:chgData name="Minh Huynh" userId="01a137d4-0d81-46e0-aca6-c9185b391828" providerId="ADAL" clId="{812CCF7A-788B-4227-A920-48EDF3D1C151}" dt="2026-10-14T11:23:08.010" v="928" actId="20577"/>
      <pc:docMkLst>
        <pc:docMk/>
      </pc:docMkLst>
      <pc:sldChg chg="modSp mod">
        <pc:chgData name="Minh Huynh" userId="01a137d4-0d81-46e0-aca6-c9185b391828" providerId="ADAL" clId="{812CCF7A-788B-4227-A920-48EDF3D1C151}" dt="2026-10-13T10:25:42.665" v="10" actId="20577"/>
        <pc:sldMkLst>
          <pc:docMk/>
          <pc:sldMk cId="1972624584" sldId="257"/>
        </pc:sldMkLst>
        <pc:spChg chg="mod">
          <ac:chgData name="Minh Huynh" userId="01a137d4-0d81-46e0-aca6-c9185b391828" providerId="ADAL" clId="{812CCF7A-788B-4227-A920-48EDF3D1C151}" dt="2026-10-13T10:25:42.665" v="10" actId="20577"/>
          <ac:spMkLst>
            <pc:docMk/>
            <pc:sldMk cId="1972624584" sldId="257"/>
            <ac:spMk id="13" creationId="{F11B6F01-F247-4E5E-AC9E-2D11F2681474}"/>
          </ac:spMkLst>
        </pc:spChg>
      </pc:sldChg>
      <pc:sldChg chg="delSp del">
        <pc:chgData name="Minh Huynh" userId="01a137d4-0d81-46e0-aca6-c9185b391828" providerId="ADAL" clId="{812CCF7A-788B-4227-A920-48EDF3D1C151}" dt="2026-10-13T10:26:46.525" v="49" actId="47"/>
        <pc:sldMkLst>
          <pc:docMk/>
          <pc:sldMk cId="1166963934" sldId="883"/>
        </pc:sldMkLst>
        <pc:spChg chg="del">
          <ac:chgData name="Minh Huynh" userId="01a137d4-0d81-46e0-aca6-c9185b391828" providerId="ADAL" clId="{812CCF7A-788B-4227-A920-48EDF3D1C151}" dt="2026-10-13T10:26:02.224" v="12" actId="478"/>
          <ac:spMkLst>
            <pc:docMk/>
            <pc:sldMk cId="1166963934" sldId="883"/>
            <ac:spMk id="5" creationId="{3BBBF4A9-1FF9-45CB-8257-FB748ECAEB1A}"/>
          </ac:spMkLst>
        </pc:spChg>
        <pc:picChg chg="del">
          <ac:chgData name="Minh Huynh" userId="01a137d4-0d81-46e0-aca6-c9185b391828" providerId="ADAL" clId="{812CCF7A-788B-4227-A920-48EDF3D1C151}" dt="2026-10-13T10:26:02.224" v="12" actId="478"/>
          <ac:picMkLst>
            <pc:docMk/>
            <pc:sldMk cId="1166963934" sldId="883"/>
            <ac:picMk id="6" creationId="{AE84BA3B-1BB1-4423-ABB5-6ACA17848C9D}"/>
          </ac:picMkLst>
        </pc:picChg>
      </pc:sldChg>
      <pc:sldChg chg="del">
        <pc:chgData name="Minh Huynh" userId="01a137d4-0d81-46e0-aca6-c9185b391828" providerId="ADAL" clId="{812CCF7A-788B-4227-A920-48EDF3D1C151}" dt="2026-10-13T10:25:50.240" v="11" actId="47"/>
        <pc:sldMkLst>
          <pc:docMk/>
          <pc:sldMk cId="4161395220" sldId="884"/>
        </pc:sldMkLst>
      </pc:sldChg>
      <pc:sldChg chg="del">
        <pc:chgData name="Minh Huynh" userId="01a137d4-0d81-46e0-aca6-c9185b391828" providerId="ADAL" clId="{812CCF7A-788B-4227-A920-48EDF3D1C151}" dt="2026-10-13T10:25:50.240" v="11" actId="47"/>
        <pc:sldMkLst>
          <pc:docMk/>
          <pc:sldMk cId="3990577403" sldId="885"/>
        </pc:sldMkLst>
      </pc:sldChg>
      <pc:sldChg chg="del">
        <pc:chgData name="Minh Huynh" userId="01a137d4-0d81-46e0-aca6-c9185b391828" providerId="ADAL" clId="{812CCF7A-788B-4227-A920-48EDF3D1C151}" dt="2026-10-13T10:25:50.240" v="11" actId="47"/>
        <pc:sldMkLst>
          <pc:docMk/>
          <pc:sldMk cId="4248706899" sldId="886"/>
        </pc:sldMkLst>
      </pc:sldChg>
      <pc:sldChg chg="del">
        <pc:chgData name="Minh Huynh" userId="01a137d4-0d81-46e0-aca6-c9185b391828" providerId="ADAL" clId="{812CCF7A-788B-4227-A920-48EDF3D1C151}" dt="2026-10-13T10:25:50.240" v="11" actId="47"/>
        <pc:sldMkLst>
          <pc:docMk/>
          <pc:sldMk cId="948970440" sldId="4402"/>
        </pc:sldMkLst>
      </pc:sldChg>
      <pc:sldChg chg="del">
        <pc:chgData name="Minh Huynh" userId="01a137d4-0d81-46e0-aca6-c9185b391828" providerId="ADAL" clId="{812CCF7A-788B-4227-A920-48EDF3D1C151}" dt="2026-10-13T10:25:50.240" v="11" actId="47"/>
        <pc:sldMkLst>
          <pc:docMk/>
          <pc:sldMk cId="3972383475" sldId="4435"/>
        </pc:sldMkLst>
      </pc:sldChg>
      <pc:sldChg chg="del">
        <pc:chgData name="Minh Huynh" userId="01a137d4-0d81-46e0-aca6-c9185b391828" providerId="ADAL" clId="{812CCF7A-788B-4227-A920-48EDF3D1C151}" dt="2026-10-13T10:25:50.240" v="11" actId="47"/>
        <pc:sldMkLst>
          <pc:docMk/>
          <pc:sldMk cId="2977395832" sldId="4469"/>
        </pc:sldMkLst>
      </pc:sldChg>
      <pc:sldChg chg="del">
        <pc:chgData name="Minh Huynh" userId="01a137d4-0d81-46e0-aca6-c9185b391828" providerId="ADAL" clId="{812CCF7A-788B-4227-A920-48EDF3D1C151}" dt="2026-10-13T10:25:50.240" v="11" actId="47"/>
        <pc:sldMkLst>
          <pc:docMk/>
          <pc:sldMk cId="815801266" sldId="4471"/>
        </pc:sldMkLst>
      </pc:sldChg>
      <pc:sldChg chg="del">
        <pc:chgData name="Minh Huynh" userId="01a137d4-0d81-46e0-aca6-c9185b391828" providerId="ADAL" clId="{812CCF7A-788B-4227-A920-48EDF3D1C151}" dt="2026-10-13T10:25:50.240" v="11" actId="47"/>
        <pc:sldMkLst>
          <pc:docMk/>
          <pc:sldMk cId="2580079608" sldId="4473"/>
        </pc:sldMkLst>
      </pc:sldChg>
      <pc:sldChg chg="del">
        <pc:chgData name="Minh Huynh" userId="01a137d4-0d81-46e0-aca6-c9185b391828" providerId="ADAL" clId="{812CCF7A-788B-4227-A920-48EDF3D1C151}" dt="2026-10-13T10:25:50.240" v="11" actId="47"/>
        <pc:sldMkLst>
          <pc:docMk/>
          <pc:sldMk cId="3163652992" sldId="4496"/>
        </pc:sldMkLst>
      </pc:sldChg>
      <pc:sldChg chg="del">
        <pc:chgData name="Minh Huynh" userId="01a137d4-0d81-46e0-aca6-c9185b391828" providerId="ADAL" clId="{812CCF7A-788B-4227-A920-48EDF3D1C151}" dt="2026-10-13T10:25:50.240" v="11" actId="47"/>
        <pc:sldMkLst>
          <pc:docMk/>
          <pc:sldMk cId="1980768888" sldId="4518"/>
        </pc:sldMkLst>
      </pc:sldChg>
      <pc:sldChg chg="del">
        <pc:chgData name="Minh Huynh" userId="01a137d4-0d81-46e0-aca6-c9185b391828" providerId="ADAL" clId="{812CCF7A-788B-4227-A920-48EDF3D1C151}" dt="2026-10-13T10:25:50.240" v="11" actId="47"/>
        <pc:sldMkLst>
          <pc:docMk/>
          <pc:sldMk cId="639961980" sldId="4521"/>
        </pc:sldMkLst>
      </pc:sldChg>
      <pc:sldChg chg="del">
        <pc:chgData name="Minh Huynh" userId="01a137d4-0d81-46e0-aca6-c9185b391828" providerId="ADAL" clId="{812CCF7A-788B-4227-A920-48EDF3D1C151}" dt="2026-10-13T10:25:50.240" v="11" actId="47"/>
        <pc:sldMkLst>
          <pc:docMk/>
          <pc:sldMk cId="3641909128" sldId="4535"/>
        </pc:sldMkLst>
      </pc:sldChg>
      <pc:sldChg chg="del">
        <pc:chgData name="Minh Huynh" userId="01a137d4-0d81-46e0-aca6-c9185b391828" providerId="ADAL" clId="{812CCF7A-788B-4227-A920-48EDF3D1C151}" dt="2026-10-13T10:25:50.240" v="11" actId="47"/>
        <pc:sldMkLst>
          <pc:docMk/>
          <pc:sldMk cId="4168383365" sldId="4546"/>
        </pc:sldMkLst>
      </pc:sldChg>
      <pc:sldChg chg="del">
        <pc:chgData name="Minh Huynh" userId="01a137d4-0d81-46e0-aca6-c9185b391828" providerId="ADAL" clId="{812CCF7A-788B-4227-A920-48EDF3D1C151}" dt="2026-10-13T10:25:50.240" v="11" actId="47"/>
        <pc:sldMkLst>
          <pc:docMk/>
          <pc:sldMk cId="1679278438" sldId="4554"/>
        </pc:sldMkLst>
      </pc:sldChg>
      <pc:sldChg chg="del">
        <pc:chgData name="Minh Huynh" userId="01a137d4-0d81-46e0-aca6-c9185b391828" providerId="ADAL" clId="{812CCF7A-788B-4227-A920-48EDF3D1C151}" dt="2026-10-13T10:25:50.240" v="11" actId="47"/>
        <pc:sldMkLst>
          <pc:docMk/>
          <pc:sldMk cId="448916496" sldId="4563"/>
        </pc:sldMkLst>
      </pc:sldChg>
      <pc:sldChg chg="del">
        <pc:chgData name="Minh Huynh" userId="01a137d4-0d81-46e0-aca6-c9185b391828" providerId="ADAL" clId="{812CCF7A-788B-4227-A920-48EDF3D1C151}" dt="2026-10-13T10:25:50.240" v="11" actId="47"/>
        <pc:sldMkLst>
          <pc:docMk/>
          <pc:sldMk cId="2393629656" sldId="4568"/>
        </pc:sldMkLst>
      </pc:sldChg>
      <pc:sldChg chg="del">
        <pc:chgData name="Minh Huynh" userId="01a137d4-0d81-46e0-aca6-c9185b391828" providerId="ADAL" clId="{812CCF7A-788B-4227-A920-48EDF3D1C151}" dt="2026-10-13T10:25:50.240" v="11" actId="47"/>
        <pc:sldMkLst>
          <pc:docMk/>
          <pc:sldMk cId="1075985313" sldId="4578"/>
        </pc:sldMkLst>
      </pc:sldChg>
      <pc:sldChg chg="del">
        <pc:chgData name="Minh Huynh" userId="01a137d4-0d81-46e0-aca6-c9185b391828" providerId="ADAL" clId="{812CCF7A-788B-4227-A920-48EDF3D1C151}" dt="2026-10-13T10:25:50.240" v="11" actId="47"/>
        <pc:sldMkLst>
          <pc:docMk/>
          <pc:sldMk cId="2040598794" sldId="4593"/>
        </pc:sldMkLst>
      </pc:sldChg>
      <pc:sldChg chg="del">
        <pc:chgData name="Minh Huynh" userId="01a137d4-0d81-46e0-aca6-c9185b391828" providerId="ADAL" clId="{812CCF7A-788B-4227-A920-48EDF3D1C151}" dt="2026-10-13T10:25:50.240" v="11" actId="47"/>
        <pc:sldMkLst>
          <pc:docMk/>
          <pc:sldMk cId="414797386" sldId="4594"/>
        </pc:sldMkLst>
      </pc:sldChg>
      <pc:sldChg chg="addSp delSp modSp add mod">
        <pc:chgData name="Minh Huynh" userId="01a137d4-0d81-46e0-aca6-c9185b391828" providerId="ADAL" clId="{812CCF7A-788B-4227-A920-48EDF3D1C151}" dt="2026-10-14T11:20:38.171" v="817" actId="20577"/>
        <pc:sldMkLst>
          <pc:docMk/>
          <pc:sldMk cId="6395444" sldId="4679"/>
        </pc:sldMkLst>
        <pc:spChg chg="mod">
          <ac:chgData name="Minh Huynh" userId="01a137d4-0d81-46e0-aca6-c9185b391828" providerId="ADAL" clId="{812CCF7A-788B-4227-A920-48EDF3D1C151}" dt="2026-10-14T11:20:38.171" v="817" actId="20577"/>
          <ac:spMkLst>
            <pc:docMk/>
            <pc:sldMk cId="6395444" sldId="4679"/>
            <ac:spMk id="116" creationId="{1CDC1971-0928-4CA5-887B-104E4F76CB7A}"/>
          </ac:spMkLst>
        </pc:spChg>
        <pc:spChg chg="del">
          <ac:chgData name="Minh Huynh" userId="01a137d4-0d81-46e0-aca6-c9185b391828" providerId="ADAL" clId="{812CCF7A-788B-4227-A920-48EDF3D1C151}" dt="2026-10-13T10:26:25.059" v="14" actId="478"/>
          <ac:spMkLst>
            <pc:docMk/>
            <pc:sldMk cId="6395444" sldId="4679"/>
            <ac:spMk id="117" creationId="{1830C243-6984-4677-B671-1A4B87C722DF}"/>
          </ac:spMkLst>
        </pc:spChg>
        <pc:spChg chg="del">
          <ac:chgData name="Minh Huynh" userId="01a137d4-0d81-46e0-aca6-c9185b391828" providerId="ADAL" clId="{812CCF7A-788B-4227-A920-48EDF3D1C151}" dt="2026-10-13T10:26:25.059" v="14" actId="478"/>
          <ac:spMkLst>
            <pc:docMk/>
            <pc:sldMk cId="6395444" sldId="4679"/>
            <ac:spMk id="118" creationId="{58FC1621-0EE4-4D29-A103-916BDD91128A}"/>
          </ac:spMkLst>
        </pc:spChg>
        <pc:spChg chg="del">
          <ac:chgData name="Minh Huynh" userId="01a137d4-0d81-46e0-aca6-c9185b391828" providerId="ADAL" clId="{812CCF7A-788B-4227-A920-48EDF3D1C151}" dt="2026-10-13T10:26:25.059" v="14" actId="478"/>
          <ac:spMkLst>
            <pc:docMk/>
            <pc:sldMk cId="6395444" sldId="4679"/>
            <ac:spMk id="119" creationId="{DF94CEE9-43A1-4CE2-A708-9525E3D27949}"/>
          </ac:spMkLst>
        </pc:spChg>
        <pc:spChg chg="del">
          <ac:chgData name="Minh Huynh" userId="01a137d4-0d81-46e0-aca6-c9185b391828" providerId="ADAL" clId="{812CCF7A-788B-4227-A920-48EDF3D1C151}" dt="2026-10-13T10:26:25.059" v="14" actId="478"/>
          <ac:spMkLst>
            <pc:docMk/>
            <pc:sldMk cId="6395444" sldId="4679"/>
            <ac:spMk id="120" creationId="{3D693FCC-B6E8-4847-88F8-2C4753565F3E}"/>
          </ac:spMkLst>
        </pc:spChg>
        <pc:spChg chg="del">
          <ac:chgData name="Minh Huynh" userId="01a137d4-0d81-46e0-aca6-c9185b391828" providerId="ADAL" clId="{812CCF7A-788B-4227-A920-48EDF3D1C151}" dt="2026-10-13T10:26:25.059" v="14" actId="478"/>
          <ac:spMkLst>
            <pc:docMk/>
            <pc:sldMk cId="6395444" sldId="4679"/>
            <ac:spMk id="121" creationId="{715AE03E-D0D9-44B3-B1FC-4ABFCFD526CA}"/>
          </ac:spMkLst>
        </pc:spChg>
        <pc:spChg chg="del">
          <ac:chgData name="Minh Huynh" userId="01a137d4-0d81-46e0-aca6-c9185b391828" providerId="ADAL" clId="{812CCF7A-788B-4227-A920-48EDF3D1C151}" dt="2026-10-13T10:26:25.059" v="14" actId="478"/>
          <ac:spMkLst>
            <pc:docMk/>
            <pc:sldMk cId="6395444" sldId="4679"/>
            <ac:spMk id="122" creationId="{16A171F9-7DC5-4EB5-825C-7C79CC912ED4}"/>
          </ac:spMkLst>
        </pc:spChg>
        <pc:spChg chg="del">
          <ac:chgData name="Minh Huynh" userId="01a137d4-0d81-46e0-aca6-c9185b391828" providerId="ADAL" clId="{812CCF7A-788B-4227-A920-48EDF3D1C151}" dt="2026-10-13T10:26:25.059" v="14" actId="478"/>
          <ac:spMkLst>
            <pc:docMk/>
            <pc:sldMk cId="6395444" sldId="4679"/>
            <ac:spMk id="123" creationId="{2141C46F-ACC2-40EB-8F0A-E38E0EFCCE31}"/>
          </ac:spMkLst>
        </pc:spChg>
        <pc:spChg chg="del">
          <ac:chgData name="Minh Huynh" userId="01a137d4-0d81-46e0-aca6-c9185b391828" providerId="ADAL" clId="{812CCF7A-788B-4227-A920-48EDF3D1C151}" dt="2026-10-13T10:26:25.059" v="14" actId="478"/>
          <ac:spMkLst>
            <pc:docMk/>
            <pc:sldMk cId="6395444" sldId="4679"/>
            <ac:spMk id="124" creationId="{AC5C5854-C930-4E3A-8DD1-B99762A626C1}"/>
          </ac:spMkLst>
        </pc:spChg>
        <pc:spChg chg="del">
          <ac:chgData name="Minh Huynh" userId="01a137d4-0d81-46e0-aca6-c9185b391828" providerId="ADAL" clId="{812CCF7A-788B-4227-A920-48EDF3D1C151}" dt="2026-10-13T10:26:25.059" v="14" actId="478"/>
          <ac:spMkLst>
            <pc:docMk/>
            <pc:sldMk cId="6395444" sldId="4679"/>
            <ac:spMk id="125" creationId="{12CB51CF-BAA3-47E3-8360-D980BA59721D}"/>
          </ac:spMkLst>
        </pc:spChg>
        <pc:spChg chg="del">
          <ac:chgData name="Minh Huynh" userId="01a137d4-0d81-46e0-aca6-c9185b391828" providerId="ADAL" clId="{812CCF7A-788B-4227-A920-48EDF3D1C151}" dt="2026-10-13T10:26:25.059" v="14" actId="478"/>
          <ac:spMkLst>
            <pc:docMk/>
            <pc:sldMk cId="6395444" sldId="4679"/>
            <ac:spMk id="126" creationId="{6019EB5C-AA81-486C-B680-1D2AB02C0C82}"/>
          </ac:spMkLst>
        </pc:spChg>
        <pc:spChg chg="del">
          <ac:chgData name="Minh Huynh" userId="01a137d4-0d81-46e0-aca6-c9185b391828" providerId="ADAL" clId="{812CCF7A-788B-4227-A920-48EDF3D1C151}" dt="2026-10-13T10:26:25.059" v="14" actId="478"/>
          <ac:spMkLst>
            <pc:docMk/>
            <pc:sldMk cId="6395444" sldId="4679"/>
            <ac:spMk id="127" creationId="{8B58F5E8-E228-4018-93F8-A4DDB6CC4C2A}"/>
          </ac:spMkLst>
        </pc:spChg>
        <pc:spChg chg="del">
          <ac:chgData name="Minh Huynh" userId="01a137d4-0d81-46e0-aca6-c9185b391828" providerId="ADAL" clId="{812CCF7A-788B-4227-A920-48EDF3D1C151}" dt="2026-10-13T10:26:25.059" v="14" actId="478"/>
          <ac:spMkLst>
            <pc:docMk/>
            <pc:sldMk cId="6395444" sldId="4679"/>
            <ac:spMk id="128" creationId="{AA503E18-3B7E-452D-AD77-AD730ED86242}"/>
          </ac:spMkLst>
        </pc:spChg>
        <pc:spChg chg="add mod">
          <ac:chgData name="Minh Huynh" userId="01a137d4-0d81-46e0-aca6-c9185b391828" providerId="ADAL" clId="{812CCF7A-788B-4227-A920-48EDF3D1C151}" dt="2026-10-13T10:26:36.060" v="48" actId="20577"/>
          <ac:spMkLst>
            <pc:docMk/>
            <pc:sldMk cId="6395444" sldId="4679"/>
            <ac:spMk id="129" creationId="{BAF0ED66-576B-47C3-8D44-7090A2F53881}"/>
          </ac:spMkLst>
        </pc:spChg>
      </pc:sldChg>
      <pc:sldChg chg="addSp delSp modSp add mod">
        <pc:chgData name="Minh Huynh" userId="01a137d4-0d81-46e0-aca6-c9185b391828" providerId="ADAL" clId="{812CCF7A-788B-4227-A920-48EDF3D1C151}" dt="2026-10-13T10:27:11.609" v="53"/>
        <pc:sldMkLst>
          <pc:docMk/>
          <pc:sldMk cId="1640958863" sldId="4684"/>
        </pc:sldMkLst>
        <pc:spChg chg="del">
          <ac:chgData name="Minh Huynh" userId="01a137d4-0d81-46e0-aca6-c9185b391828" providerId="ADAL" clId="{812CCF7A-788B-4227-A920-48EDF3D1C151}" dt="2026-10-13T10:27:04.904" v="51" actId="478"/>
          <ac:spMkLst>
            <pc:docMk/>
            <pc:sldMk cId="1640958863" sldId="4684"/>
            <ac:spMk id="5" creationId="{BB6FB3AD-9B3F-426D-A397-125FFD25361E}"/>
          </ac:spMkLst>
        </pc:spChg>
        <pc:spChg chg="del">
          <ac:chgData name="Minh Huynh" userId="01a137d4-0d81-46e0-aca6-c9185b391828" providerId="ADAL" clId="{812CCF7A-788B-4227-A920-48EDF3D1C151}" dt="2026-10-13T10:27:04.904" v="51" actId="478"/>
          <ac:spMkLst>
            <pc:docMk/>
            <pc:sldMk cId="1640958863" sldId="4684"/>
            <ac:spMk id="6" creationId="{62E7D3CD-72FA-4CC0-A66D-E2046C5FF35F}"/>
          </ac:spMkLst>
        </pc:spChg>
        <pc:spChg chg="del">
          <ac:chgData name="Minh Huynh" userId="01a137d4-0d81-46e0-aca6-c9185b391828" providerId="ADAL" clId="{812CCF7A-788B-4227-A920-48EDF3D1C151}" dt="2026-10-13T10:27:04.904" v="51" actId="478"/>
          <ac:spMkLst>
            <pc:docMk/>
            <pc:sldMk cId="1640958863" sldId="4684"/>
            <ac:spMk id="7" creationId="{3AA7391C-CC2B-4355-8E77-A62008B649AA}"/>
          </ac:spMkLst>
        </pc:spChg>
        <pc:spChg chg="del">
          <ac:chgData name="Minh Huynh" userId="01a137d4-0d81-46e0-aca6-c9185b391828" providerId="ADAL" clId="{812CCF7A-788B-4227-A920-48EDF3D1C151}" dt="2026-10-13T10:27:04.904" v="51" actId="478"/>
          <ac:spMkLst>
            <pc:docMk/>
            <pc:sldMk cId="1640958863" sldId="4684"/>
            <ac:spMk id="8" creationId="{288FE779-74A1-4B7C-8EE8-577498DAEEB6}"/>
          </ac:spMkLst>
        </pc:spChg>
        <pc:spChg chg="del">
          <ac:chgData name="Minh Huynh" userId="01a137d4-0d81-46e0-aca6-c9185b391828" providerId="ADAL" clId="{812CCF7A-788B-4227-A920-48EDF3D1C151}" dt="2026-10-13T10:27:04.904" v="51" actId="478"/>
          <ac:spMkLst>
            <pc:docMk/>
            <pc:sldMk cId="1640958863" sldId="4684"/>
            <ac:spMk id="9" creationId="{FEB9BDC3-F9F6-474F-8ADE-0E8098081AAA}"/>
          </ac:spMkLst>
        </pc:spChg>
        <pc:spChg chg="del">
          <ac:chgData name="Minh Huynh" userId="01a137d4-0d81-46e0-aca6-c9185b391828" providerId="ADAL" clId="{812CCF7A-788B-4227-A920-48EDF3D1C151}" dt="2026-10-13T10:27:04.904" v="51" actId="478"/>
          <ac:spMkLst>
            <pc:docMk/>
            <pc:sldMk cId="1640958863" sldId="4684"/>
            <ac:spMk id="10" creationId="{94D4D0B3-ADFC-41D3-9506-52DFD022EAFC}"/>
          </ac:spMkLst>
        </pc:spChg>
        <pc:spChg chg="del">
          <ac:chgData name="Minh Huynh" userId="01a137d4-0d81-46e0-aca6-c9185b391828" providerId="ADAL" clId="{812CCF7A-788B-4227-A920-48EDF3D1C151}" dt="2026-10-13T10:27:04.904" v="51" actId="478"/>
          <ac:spMkLst>
            <pc:docMk/>
            <pc:sldMk cId="1640958863" sldId="4684"/>
            <ac:spMk id="11" creationId="{C776545E-AD17-4DB5-AD2D-5F45D0DF1BD1}"/>
          </ac:spMkLst>
        </pc:spChg>
        <pc:spChg chg="del">
          <ac:chgData name="Minh Huynh" userId="01a137d4-0d81-46e0-aca6-c9185b391828" providerId="ADAL" clId="{812CCF7A-788B-4227-A920-48EDF3D1C151}" dt="2026-10-13T10:27:04.904" v="51" actId="478"/>
          <ac:spMkLst>
            <pc:docMk/>
            <pc:sldMk cId="1640958863" sldId="4684"/>
            <ac:spMk id="12" creationId="{DC9876D6-385C-44E3-A8A5-7E6B81BC6BDE}"/>
          </ac:spMkLst>
        </pc:spChg>
        <pc:spChg chg="del">
          <ac:chgData name="Minh Huynh" userId="01a137d4-0d81-46e0-aca6-c9185b391828" providerId="ADAL" clId="{812CCF7A-788B-4227-A920-48EDF3D1C151}" dt="2026-10-13T10:27:04.904" v="51" actId="478"/>
          <ac:spMkLst>
            <pc:docMk/>
            <pc:sldMk cId="1640958863" sldId="4684"/>
            <ac:spMk id="13" creationId="{8587BE1F-2632-4863-B3D7-DC455F5494F2}"/>
          </ac:spMkLst>
        </pc:spChg>
        <pc:spChg chg="del">
          <ac:chgData name="Minh Huynh" userId="01a137d4-0d81-46e0-aca6-c9185b391828" providerId="ADAL" clId="{812CCF7A-788B-4227-A920-48EDF3D1C151}" dt="2026-10-13T10:27:04.904" v="51" actId="478"/>
          <ac:spMkLst>
            <pc:docMk/>
            <pc:sldMk cId="1640958863" sldId="4684"/>
            <ac:spMk id="14" creationId="{18D5E149-1605-425A-A8A6-69BD03842F81}"/>
          </ac:spMkLst>
        </pc:spChg>
        <pc:spChg chg="del">
          <ac:chgData name="Minh Huynh" userId="01a137d4-0d81-46e0-aca6-c9185b391828" providerId="ADAL" clId="{812CCF7A-788B-4227-A920-48EDF3D1C151}" dt="2026-10-13T10:27:04.904" v="51" actId="478"/>
          <ac:spMkLst>
            <pc:docMk/>
            <pc:sldMk cId="1640958863" sldId="4684"/>
            <ac:spMk id="15" creationId="{DE8929D8-9CFD-4ABD-81E2-D47DF0A1D945}"/>
          </ac:spMkLst>
        </pc:spChg>
        <pc:spChg chg="del">
          <ac:chgData name="Minh Huynh" userId="01a137d4-0d81-46e0-aca6-c9185b391828" providerId="ADAL" clId="{812CCF7A-788B-4227-A920-48EDF3D1C151}" dt="2026-10-13T10:27:04.904" v="51" actId="478"/>
          <ac:spMkLst>
            <pc:docMk/>
            <pc:sldMk cId="1640958863" sldId="4684"/>
            <ac:spMk id="16" creationId="{B2A05DB9-AEAD-4A48-A19B-4179B909D2B1}"/>
          </ac:spMkLst>
        </pc:spChg>
        <pc:spChg chg="add mod">
          <ac:chgData name="Minh Huynh" userId="01a137d4-0d81-46e0-aca6-c9185b391828" providerId="ADAL" clId="{812CCF7A-788B-4227-A920-48EDF3D1C151}" dt="2026-10-13T10:27:11.609" v="53"/>
          <ac:spMkLst>
            <pc:docMk/>
            <pc:sldMk cId="1640958863" sldId="4684"/>
            <ac:spMk id="17" creationId="{0D50A0A5-C334-44BA-B963-A16C66AFAE62}"/>
          </ac:spMkLst>
        </pc:spChg>
        <pc:spChg chg="del">
          <ac:chgData name="Minh Huynh" userId="01a137d4-0d81-46e0-aca6-c9185b391828" providerId="ADAL" clId="{812CCF7A-788B-4227-A920-48EDF3D1C151}" dt="2026-10-13T10:27:06.845" v="52" actId="478"/>
          <ac:spMkLst>
            <pc:docMk/>
            <pc:sldMk cId="1640958863" sldId="4684"/>
            <ac:spMk id="210" creationId="{20AD8A44-4C66-46C5-93EA-7C73F151BD6E}"/>
          </ac:spMkLst>
        </pc:spChg>
      </pc:sldChg>
      <pc:sldChg chg="addSp delSp modSp add mod">
        <pc:chgData name="Minh Huynh" userId="01a137d4-0d81-46e0-aca6-c9185b391828" providerId="ADAL" clId="{812CCF7A-788B-4227-A920-48EDF3D1C151}" dt="2026-10-13T10:28:03.973" v="86" actId="20577"/>
        <pc:sldMkLst>
          <pc:docMk/>
          <pc:sldMk cId="18605224" sldId="4687"/>
        </pc:sldMkLst>
        <pc:spChg chg="del">
          <ac:chgData name="Minh Huynh" userId="01a137d4-0d81-46e0-aca6-c9185b391828" providerId="ADAL" clId="{812CCF7A-788B-4227-A920-48EDF3D1C151}" dt="2026-10-13T10:27:22.333" v="55" actId="478"/>
          <ac:spMkLst>
            <pc:docMk/>
            <pc:sldMk cId="18605224" sldId="4687"/>
            <ac:spMk id="5" creationId="{C4EE2355-7BDE-400B-94ED-4B66841A990F}"/>
          </ac:spMkLst>
        </pc:spChg>
        <pc:spChg chg="del">
          <ac:chgData name="Minh Huynh" userId="01a137d4-0d81-46e0-aca6-c9185b391828" providerId="ADAL" clId="{812CCF7A-788B-4227-A920-48EDF3D1C151}" dt="2026-10-13T10:27:22.333" v="55" actId="478"/>
          <ac:spMkLst>
            <pc:docMk/>
            <pc:sldMk cId="18605224" sldId="4687"/>
            <ac:spMk id="6" creationId="{376B53A2-3E7E-4EBE-BD98-6FEF9A0EC946}"/>
          </ac:spMkLst>
        </pc:spChg>
        <pc:spChg chg="del">
          <ac:chgData name="Minh Huynh" userId="01a137d4-0d81-46e0-aca6-c9185b391828" providerId="ADAL" clId="{812CCF7A-788B-4227-A920-48EDF3D1C151}" dt="2026-10-13T10:27:22.333" v="55" actId="478"/>
          <ac:spMkLst>
            <pc:docMk/>
            <pc:sldMk cId="18605224" sldId="4687"/>
            <ac:spMk id="7" creationId="{ED020373-5F7D-4A11-BA37-CEF987685145}"/>
          </ac:spMkLst>
        </pc:spChg>
        <pc:spChg chg="del">
          <ac:chgData name="Minh Huynh" userId="01a137d4-0d81-46e0-aca6-c9185b391828" providerId="ADAL" clId="{812CCF7A-788B-4227-A920-48EDF3D1C151}" dt="2026-10-13T10:27:22.333" v="55" actId="478"/>
          <ac:spMkLst>
            <pc:docMk/>
            <pc:sldMk cId="18605224" sldId="4687"/>
            <ac:spMk id="8" creationId="{DE1960A6-609E-41AD-A07A-978F36B03595}"/>
          </ac:spMkLst>
        </pc:spChg>
        <pc:spChg chg="del">
          <ac:chgData name="Minh Huynh" userId="01a137d4-0d81-46e0-aca6-c9185b391828" providerId="ADAL" clId="{812CCF7A-788B-4227-A920-48EDF3D1C151}" dt="2026-10-13T10:27:22.333" v="55" actId="478"/>
          <ac:spMkLst>
            <pc:docMk/>
            <pc:sldMk cId="18605224" sldId="4687"/>
            <ac:spMk id="9" creationId="{6C6EDA92-7465-4DC8-8EC3-795D90035B88}"/>
          </ac:spMkLst>
        </pc:spChg>
        <pc:spChg chg="del">
          <ac:chgData name="Minh Huynh" userId="01a137d4-0d81-46e0-aca6-c9185b391828" providerId="ADAL" clId="{812CCF7A-788B-4227-A920-48EDF3D1C151}" dt="2026-10-13T10:27:22.333" v="55" actId="478"/>
          <ac:spMkLst>
            <pc:docMk/>
            <pc:sldMk cId="18605224" sldId="4687"/>
            <ac:spMk id="10" creationId="{BEC86863-11A0-412A-BB53-DFBFEDFA5325}"/>
          </ac:spMkLst>
        </pc:spChg>
        <pc:spChg chg="del">
          <ac:chgData name="Minh Huynh" userId="01a137d4-0d81-46e0-aca6-c9185b391828" providerId="ADAL" clId="{812CCF7A-788B-4227-A920-48EDF3D1C151}" dt="2026-10-13T10:27:22.333" v="55" actId="478"/>
          <ac:spMkLst>
            <pc:docMk/>
            <pc:sldMk cId="18605224" sldId="4687"/>
            <ac:spMk id="11" creationId="{3C8A0C50-7A4F-47DA-BB14-6D754AD5DF39}"/>
          </ac:spMkLst>
        </pc:spChg>
        <pc:spChg chg="del">
          <ac:chgData name="Minh Huynh" userId="01a137d4-0d81-46e0-aca6-c9185b391828" providerId="ADAL" clId="{812CCF7A-788B-4227-A920-48EDF3D1C151}" dt="2026-10-13T10:27:22.333" v="55" actId="478"/>
          <ac:spMkLst>
            <pc:docMk/>
            <pc:sldMk cId="18605224" sldId="4687"/>
            <ac:spMk id="12" creationId="{49AEEC1D-5C63-4883-80D3-25D24365316F}"/>
          </ac:spMkLst>
        </pc:spChg>
        <pc:spChg chg="del">
          <ac:chgData name="Minh Huynh" userId="01a137d4-0d81-46e0-aca6-c9185b391828" providerId="ADAL" clId="{812CCF7A-788B-4227-A920-48EDF3D1C151}" dt="2026-10-13T10:27:22.333" v="55" actId="478"/>
          <ac:spMkLst>
            <pc:docMk/>
            <pc:sldMk cId="18605224" sldId="4687"/>
            <ac:spMk id="13" creationId="{ECF39721-693B-44A5-BA3A-F17FC793B699}"/>
          </ac:spMkLst>
        </pc:spChg>
        <pc:spChg chg="del">
          <ac:chgData name="Minh Huynh" userId="01a137d4-0d81-46e0-aca6-c9185b391828" providerId="ADAL" clId="{812CCF7A-788B-4227-A920-48EDF3D1C151}" dt="2026-10-13T10:27:22.333" v="55" actId="478"/>
          <ac:spMkLst>
            <pc:docMk/>
            <pc:sldMk cId="18605224" sldId="4687"/>
            <ac:spMk id="14" creationId="{F8478901-0CF0-46D7-AB7F-A3C98CFA7F45}"/>
          </ac:spMkLst>
        </pc:spChg>
        <pc:spChg chg="del">
          <ac:chgData name="Minh Huynh" userId="01a137d4-0d81-46e0-aca6-c9185b391828" providerId="ADAL" clId="{812CCF7A-788B-4227-A920-48EDF3D1C151}" dt="2026-10-13T10:27:22.333" v="55" actId="478"/>
          <ac:spMkLst>
            <pc:docMk/>
            <pc:sldMk cId="18605224" sldId="4687"/>
            <ac:spMk id="15" creationId="{E93D89B0-74F9-4A35-A20A-A57B8757CF4F}"/>
          </ac:spMkLst>
        </pc:spChg>
        <pc:spChg chg="del">
          <ac:chgData name="Minh Huynh" userId="01a137d4-0d81-46e0-aca6-c9185b391828" providerId="ADAL" clId="{812CCF7A-788B-4227-A920-48EDF3D1C151}" dt="2026-10-13T10:27:22.333" v="55" actId="478"/>
          <ac:spMkLst>
            <pc:docMk/>
            <pc:sldMk cId="18605224" sldId="4687"/>
            <ac:spMk id="16" creationId="{E1942511-9FB8-4EE3-9823-16EB404484F7}"/>
          </ac:spMkLst>
        </pc:spChg>
        <pc:spChg chg="add mod">
          <ac:chgData name="Minh Huynh" userId="01a137d4-0d81-46e0-aca6-c9185b391828" providerId="ADAL" clId="{812CCF7A-788B-4227-A920-48EDF3D1C151}" dt="2026-10-13T10:28:03.973" v="86" actId="20577"/>
          <ac:spMkLst>
            <pc:docMk/>
            <pc:sldMk cId="18605224" sldId="4687"/>
            <ac:spMk id="17" creationId="{415CEBBE-642B-4BD9-8718-9A2B38495E5C}"/>
          </ac:spMkLst>
        </pc:spChg>
        <pc:spChg chg="add del mod">
          <ac:chgData name="Minh Huynh" userId="01a137d4-0d81-46e0-aca6-c9185b391828" providerId="ADAL" clId="{812CCF7A-788B-4227-A920-48EDF3D1C151}" dt="2026-10-13T10:27:46.664" v="58"/>
          <ac:spMkLst>
            <pc:docMk/>
            <pc:sldMk cId="18605224" sldId="4687"/>
            <ac:spMk id="18" creationId="{21FF6ACD-4C13-4E8B-A329-A62912732495}"/>
          </ac:spMkLst>
        </pc:spChg>
      </pc:sldChg>
      <pc:sldChg chg="addSp delSp modSp add mod">
        <pc:chgData name="Minh Huynh" userId="01a137d4-0d81-46e0-aca6-c9185b391828" providerId="ADAL" clId="{812CCF7A-788B-4227-A920-48EDF3D1C151}" dt="2026-10-13T10:28:24.693" v="91" actId="478"/>
        <pc:sldMkLst>
          <pc:docMk/>
          <pc:sldMk cId="4041757128" sldId="4698"/>
        </pc:sldMkLst>
        <pc:spChg chg="del">
          <ac:chgData name="Minh Huynh" userId="01a137d4-0d81-46e0-aca6-c9185b391828" providerId="ADAL" clId="{812CCF7A-788B-4227-A920-48EDF3D1C151}" dt="2026-10-13T10:27:53.210" v="60" actId="478"/>
          <ac:spMkLst>
            <pc:docMk/>
            <pc:sldMk cId="4041757128" sldId="4698"/>
            <ac:spMk id="128" creationId="{514E7BF7-A621-43AF-9637-19A42F398DEB}"/>
          </ac:spMkLst>
        </pc:spChg>
        <pc:spChg chg="del">
          <ac:chgData name="Minh Huynh" userId="01a137d4-0d81-46e0-aca6-c9185b391828" providerId="ADAL" clId="{812CCF7A-788B-4227-A920-48EDF3D1C151}" dt="2026-10-13T10:27:53.210" v="60" actId="478"/>
          <ac:spMkLst>
            <pc:docMk/>
            <pc:sldMk cId="4041757128" sldId="4698"/>
            <ac:spMk id="129" creationId="{792440A8-00FF-4A44-963C-51BEE684CBE8}"/>
          </ac:spMkLst>
        </pc:spChg>
        <pc:spChg chg="del">
          <ac:chgData name="Minh Huynh" userId="01a137d4-0d81-46e0-aca6-c9185b391828" providerId="ADAL" clId="{812CCF7A-788B-4227-A920-48EDF3D1C151}" dt="2026-10-13T10:27:53.210" v="60" actId="478"/>
          <ac:spMkLst>
            <pc:docMk/>
            <pc:sldMk cId="4041757128" sldId="4698"/>
            <ac:spMk id="130" creationId="{40532AEE-4006-4EE4-AB56-323B9264012F}"/>
          </ac:spMkLst>
        </pc:spChg>
        <pc:spChg chg="del">
          <ac:chgData name="Minh Huynh" userId="01a137d4-0d81-46e0-aca6-c9185b391828" providerId="ADAL" clId="{812CCF7A-788B-4227-A920-48EDF3D1C151}" dt="2026-10-13T10:27:53.210" v="60" actId="478"/>
          <ac:spMkLst>
            <pc:docMk/>
            <pc:sldMk cId="4041757128" sldId="4698"/>
            <ac:spMk id="131" creationId="{CFDA7073-DBB7-4C02-B57C-92D06B45A857}"/>
          </ac:spMkLst>
        </pc:spChg>
        <pc:spChg chg="del">
          <ac:chgData name="Minh Huynh" userId="01a137d4-0d81-46e0-aca6-c9185b391828" providerId="ADAL" clId="{812CCF7A-788B-4227-A920-48EDF3D1C151}" dt="2026-10-13T10:27:53.210" v="60" actId="478"/>
          <ac:spMkLst>
            <pc:docMk/>
            <pc:sldMk cId="4041757128" sldId="4698"/>
            <ac:spMk id="132" creationId="{5DD12503-4FFC-469E-9389-CA90C755862E}"/>
          </ac:spMkLst>
        </pc:spChg>
        <pc:spChg chg="del">
          <ac:chgData name="Minh Huynh" userId="01a137d4-0d81-46e0-aca6-c9185b391828" providerId="ADAL" clId="{812CCF7A-788B-4227-A920-48EDF3D1C151}" dt="2026-10-13T10:27:53.210" v="60" actId="478"/>
          <ac:spMkLst>
            <pc:docMk/>
            <pc:sldMk cId="4041757128" sldId="4698"/>
            <ac:spMk id="133" creationId="{1527238F-0B8C-4EB9-868F-AE7F058A4100}"/>
          </ac:spMkLst>
        </pc:spChg>
        <pc:spChg chg="del">
          <ac:chgData name="Minh Huynh" userId="01a137d4-0d81-46e0-aca6-c9185b391828" providerId="ADAL" clId="{812CCF7A-788B-4227-A920-48EDF3D1C151}" dt="2026-10-13T10:27:53.210" v="60" actId="478"/>
          <ac:spMkLst>
            <pc:docMk/>
            <pc:sldMk cId="4041757128" sldId="4698"/>
            <ac:spMk id="134" creationId="{5DD38C5B-7061-4740-A37D-2192455860B3}"/>
          </ac:spMkLst>
        </pc:spChg>
        <pc:spChg chg="del">
          <ac:chgData name="Minh Huynh" userId="01a137d4-0d81-46e0-aca6-c9185b391828" providerId="ADAL" clId="{812CCF7A-788B-4227-A920-48EDF3D1C151}" dt="2026-10-13T10:27:53.210" v="60" actId="478"/>
          <ac:spMkLst>
            <pc:docMk/>
            <pc:sldMk cId="4041757128" sldId="4698"/>
            <ac:spMk id="135" creationId="{6C4DCC1D-1416-468A-802B-A8664ACB917B}"/>
          </ac:spMkLst>
        </pc:spChg>
        <pc:spChg chg="del">
          <ac:chgData name="Minh Huynh" userId="01a137d4-0d81-46e0-aca6-c9185b391828" providerId="ADAL" clId="{812CCF7A-788B-4227-A920-48EDF3D1C151}" dt="2026-10-13T10:27:53.210" v="60" actId="478"/>
          <ac:spMkLst>
            <pc:docMk/>
            <pc:sldMk cId="4041757128" sldId="4698"/>
            <ac:spMk id="136" creationId="{BD740F45-7851-4CCE-B853-7D55EC915709}"/>
          </ac:spMkLst>
        </pc:spChg>
        <pc:spChg chg="del">
          <ac:chgData name="Minh Huynh" userId="01a137d4-0d81-46e0-aca6-c9185b391828" providerId="ADAL" clId="{812CCF7A-788B-4227-A920-48EDF3D1C151}" dt="2026-10-13T10:27:53.210" v="60" actId="478"/>
          <ac:spMkLst>
            <pc:docMk/>
            <pc:sldMk cId="4041757128" sldId="4698"/>
            <ac:spMk id="137" creationId="{107BCCEB-58F5-447E-97C0-F3DFA5937DD9}"/>
          </ac:spMkLst>
        </pc:spChg>
        <pc:spChg chg="del">
          <ac:chgData name="Minh Huynh" userId="01a137d4-0d81-46e0-aca6-c9185b391828" providerId="ADAL" clId="{812CCF7A-788B-4227-A920-48EDF3D1C151}" dt="2026-10-13T10:27:53.210" v="60" actId="478"/>
          <ac:spMkLst>
            <pc:docMk/>
            <pc:sldMk cId="4041757128" sldId="4698"/>
            <ac:spMk id="138" creationId="{208D162D-3BEA-4AD8-A6BC-39F435124B56}"/>
          </ac:spMkLst>
        </pc:spChg>
        <pc:spChg chg="del">
          <ac:chgData name="Minh Huynh" userId="01a137d4-0d81-46e0-aca6-c9185b391828" providerId="ADAL" clId="{812CCF7A-788B-4227-A920-48EDF3D1C151}" dt="2026-10-13T10:27:53.210" v="60" actId="478"/>
          <ac:spMkLst>
            <pc:docMk/>
            <pc:sldMk cId="4041757128" sldId="4698"/>
            <ac:spMk id="139" creationId="{883F19A1-9B07-4512-8654-2493FADAA0FD}"/>
          </ac:spMkLst>
        </pc:spChg>
        <pc:spChg chg="add mod">
          <ac:chgData name="Minh Huynh" userId="01a137d4-0d81-46e0-aca6-c9185b391828" providerId="ADAL" clId="{812CCF7A-788B-4227-A920-48EDF3D1C151}" dt="2026-10-13T10:28:06.913" v="87"/>
          <ac:spMkLst>
            <pc:docMk/>
            <pc:sldMk cId="4041757128" sldId="4698"/>
            <ac:spMk id="140" creationId="{383460A1-66C5-43AF-8C7E-639F7093A500}"/>
          </ac:spMkLst>
        </pc:spChg>
        <pc:spChg chg="del">
          <ac:chgData name="Minh Huynh" userId="01a137d4-0d81-46e0-aca6-c9185b391828" providerId="ADAL" clId="{812CCF7A-788B-4227-A920-48EDF3D1C151}" dt="2026-10-13T10:28:24.693" v="91" actId="478"/>
          <ac:spMkLst>
            <pc:docMk/>
            <pc:sldMk cId="4041757128" sldId="4698"/>
            <ac:spMk id="210" creationId="{20AD8A44-4C66-46C5-93EA-7C73F151BD6E}"/>
          </ac:spMkLst>
        </pc:spChg>
      </pc:sldChg>
      <pc:sldChg chg="addSp delSp modSp add mod">
        <pc:chgData name="Minh Huynh" userId="01a137d4-0d81-46e0-aca6-c9185b391828" providerId="ADAL" clId="{812CCF7A-788B-4227-A920-48EDF3D1C151}" dt="2026-10-13T10:28:23.158" v="90"/>
        <pc:sldMkLst>
          <pc:docMk/>
          <pc:sldMk cId="3354271723" sldId="4701"/>
        </pc:sldMkLst>
        <pc:spChg chg="del">
          <ac:chgData name="Minh Huynh" userId="01a137d4-0d81-46e0-aca6-c9185b391828" providerId="ADAL" clId="{812CCF7A-788B-4227-A920-48EDF3D1C151}" dt="2026-10-13T10:28:19.399" v="89" actId="478"/>
          <ac:spMkLst>
            <pc:docMk/>
            <pc:sldMk cId="3354271723" sldId="4701"/>
            <ac:spMk id="11" creationId="{CB890124-BFEF-45A6-AB40-636B8623AEF3}"/>
          </ac:spMkLst>
        </pc:spChg>
        <pc:spChg chg="del">
          <ac:chgData name="Minh Huynh" userId="01a137d4-0d81-46e0-aca6-c9185b391828" providerId="ADAL" clId="{812CCF7A-788B-4227-A920-48EDF3D1C151}" dt="2026-10-13T10:28:19.399" v="89" actId="478"/>
          <ac:spMkLst>
            <pc:docMk/>
            <pc:sldMk cId="3354271723" sldId="4701"/>
            <ac:spMk id="12" creationId="{5ED36AE8-EAD8-46AE-9FCF-A65A0CAA46D6}"/>
          </ac:spMkLst>
        </pc:spChg>
        <pc:spChg chg="del">
          <ac:chgData name="Minh Huynh" userId="01a137d4-0d81-46e0-aca6-c9185b391828" providerId="ADAL" clId="{812CCF7A-788B-4227-A920-48EDF3D1C151}" dt="2026-10-13T10:28:19.399" v="89" actId="478"/>
          <ac:spMkLst>
            <pc:docMk/>
            <pc:sldMk cId="3354271723" sldId="4701"/>
            <ac:spMk id="13" creationId="{8A249B36-7A1A-4FA7-9B3D-8732D2ECB87C}"/>
          </ac:spMkLst>
        </pc:spChg>
        <pc:spChg chg="del">
          <ac:chgData name="Minh Huynh" userId="01a137d4-0d81-46e0-aca6-c9185b391828" providerId="ADAL" clId="{812CCF7A-788B-4227-A920-48EDF3D1C151}" dt="2026-10-13T10:28:19.399" v="89" actId="478"/>
          <ac:spMkLst>
            <pc:docMk/>
            <pc:sldMk cId="3354271723" sldId="4701"/>
            <ac:spMk id="14" creationId="{4252F4BD-4787-4931-ABA4-FB48EB569BFB}"/>
          </ac:spMkLst>
        </pc:spChg>
        <pc:spChg chg="del">
          <ac:chgData name="Minh Huynh" userId="01a137d4-0d81-46e0-aca6-c9185b391828" providerId="ADAL" clId="{812CCF7A-788B-4227-A920-48EDF3D1C151}" dt="2026-10-13T10:28:19.399" v="89" actId="478"/>
          <ac:spMkLst>
            <pc:docMk/>
            <pc:sldMk cId="3354271723" sldId="4701"/>
            <ac:spMk id="15" creationId="{0800E30A-F6A0-46FB-BB67-8CA85AC27E74}"/>
          </ac:spMkLst>
        </pc:spChg>
        <pc:spChg chg="del">
          <ac:chgData name="Minh Huynh" userId="01a137d4-0d81-46e0-aca6-c9185b391828" providerId="ADAL" clId="{812CCF7A-788B-4227-A920-48EDF3D1C151}" dt="2026-10-13T10:28:19.399" v="89" actId="478"/>
          <ac:spMkLst>
            <pc:docMk/>
            <pc:sldMk cId="3354271723" sldId="4701"/>
            <ac:spMk id="16" creationId="{3E7A0AB5-C19F-4DCB-89B3-CA92A9E60FF2}"/>
          </ac:spMkLst>
        </pc:spChg>
        <pc:spChg chg="del">
          <ac:chgData name="Minh Huynh" userId="01a137d4-0d81-46e0-aca6-c9185b391828" providerId="ADAL" clId="{812CCF7A-788B-4227-A920-48EDF3D1C151}" dt="2026-10-13T10:28:19.399" v="89" actId="478"/>
          <ac:spMkLst>
            <pc:docMk/>
            <pc:sldMk cId="3354271723" sldId="4701"/>
            <ac:spMk id="17" creationId="{C348213D-C24C-4E0B-8FF7-3765B33E3E8D}"/>
          </ac:spMkLst>
        </pc:spChg>
        <pc:spChg chg="del">
          <ac:chgData name="Minh Huynh" userId="01a137d4-0d81-46e0-aca6-c9185b391828" providerId="ADAL" clId="{812CCF7A-788B-4227-A920-48EDF3D1C151}" dt="2026-10-13T10:28:19.399" v="89" actId="478"/>
          <ac:spMkLst>
            <pc:docMk/>
            <pc:sldMk cId="3354271723" sldId="4701"/>
            <ac:spMk id="18" creationId="{A8904754-CC01-4CB0-B93B-452D84825598}"/>
          </ac:spMkLst>
        </pc:spChg>
        <pc:spChg chg="del">
          <ac:chgData name="Minh Huynh" userId="01a137d4-0d81-46e0-aca6-c9185b391828" providerId="ADAL" clId="{812CCF7A-788B-4227-A920-48EDF3D1C151}" dt="2026-10-13T10:28:19.399" v="89" actId="478"/>
          <ac:spMkLst>
            <pc:docMk/>
            <pc:sldMk cId="3354271723" sldId="4701"/>
            <ac:spMk id="19" creationId="{79F0E077-6791-4D13-8D7C-881B60B9B220}"/>
          </ac:spMkLst>
        </pc:spChg>
        <pc:spChg chg="del">
          <ac:chgData name="Minh Huynh" userId="01a137d4-0d81-46e0-aca6-c9185b391828" providerId="ADAL" clId="{812CCF7A-788B-4227-A920-48EDF3D1C151}" dt="2026-10-13T10:28:19.399" v="89" actId="478"/>
          <ac:spMkLst>
            <pc:docMk/>
            <pc:sldMk cId="3354271723" sldId="4701"/>
            <ac:spMk id="20" creationId="{8BB5D31D-DAB8-473A-B39A-057DAF59FCE2}"/>
          </ac:spMkLst>
        </pc:spChg>
        <pc:spChg chg="del">
          <ac:chgData name="Minh Huynh" userId="01a137d4-0d81-46e0-aca6-c9185b391828" providerId="ADAL" clId="{812CCF7A-788B-4227-A920-48EDF3D1C151}" dt="2026-10-13T10:28:19.399" v="89" actId="478"/>
          <ac:spMkLst>
            <pc:docMk/>
            <pc:sldMk cId="3354271723" sldId="4701"/>
            <ac:spMk id="21" creationId="{AA4F5008-DDEB-4283-A55F-7474EC8F0F1A}"/>
          </ac:spMkLst>
        </pc:spChg>
        <pc:spChg chg="del">
          <ac:chgData name="Minh Huynh" userId="01a137d4-0d81-46e0-aca6-c9185b391828" providerId="ADAL" clId="{812CCF7A-788B-4227-A920-48EDF3D1C151}" dt="2026-10-13T10:28:19.399" v="89" actId="478"/>
          <ac:spMkLst>
            <pc:docMk/>
            <pc:sldMk cId="3354271723" sldId="4701"/>
            <ac:spMk id="22" creationId="{59978E84-4811-4B1D-8E5B-B9CE09B133E0}"/>
          </ac:spMkLst>
        </pc:spChg>
        <pc:spChg chg="add mod">
          <ac:chgData name="Minh Huynh" userId="01a137d4-0d81-46e0-aca6-c9185b391828" providerId="ADAL" clId="{812CCF7A-788B-4227-A920-48EDF3D1C151}" dt="2026-10-13T10:28:23.158" v="90"/>
          <ac:spMkLst>
            <pc:docMk/>
            <pc:sldMk cId="3354271723" sldId="4701"/>
            <ac:spMk id="23" creationId="{A5396F7F-FEF4-4FD9-AD8B-1EA317296367}"/>
          </ac:spMkLst>
        </pc:spChg>
      </pc:sldChg>
      <pc:sldChg chg="addSp delSp modSp add mod">
        <pc:chgData name="Minh Huynh" userId="01a137d4-0d81-46e0-aca6-c9185b391828" providerId="ADAL" clId="{812CCF7A-788B-4227-A920-48EDF3D1C151}" dt="2026-10-13T10:28:52.387" v="111" actId="20577"/>
        <pc:sldMkLst>
          <pc:docMk/>
          <pc:sldMk cId="3316471389" sldId="4709"/>
        </pc:sldMkLst>
        <pc:spChg chg="del">
          <ac:chgData name="Minh Huynh" userId="01a137d4-0d81-46e0-aca6-c9185b391828" providerId="ADAL" clId="{812CCF7A-788B-4227-A920-48EDF3D1C151}" dt="2026-10-13T10:28:42.496" v="93" actId="478"/>
          <ac:spMkLst>
            <pc:docMk/>
            <pc:sldMk cId="3316471389" sldId="4709"/>
            <ac:spMk id="104" creationId="{1A1737B4-5C22-48C0-A017-BE9CFEF00550}"/>
          </ac:spMkLst>
        </pc:spChg>
        <pc:spChg chg="del">
          <ac:chgData name="Minh Huynh" userId="01a137d4-0d81-46e0-aca6-c9185b391828" providerId="ADAL" clId="{812CCF7A-788B-4227-A920-48EDF3D1C151}" dt="2026-10-13T10:28:44.112" v="94" actId="478"/>
          <ac:spMkLst>
            <pc:docMk/>
            <pc:sldMk cId="3316471389" sldId="4709"/>
            <ac:spMk id="170" creationId="{6A308258-D81A-4D4B-8C30-56C33313C346}"/>
          </ac:spMkLst>
        </pc:spChg>
        <pc:spChg chg="del">
          <ac:chgData name="Minh Huynh" userId="01a137d4-0d81-46e0-aca6-c9185b391828" providerId="ADAL" clId="{812CCF7A-788B-4227-A920-48EDF3D1C151}" dt="2026-10-13T10:28:44.112" v="94" actId="478"/>
          <ac:spMkLst>
            <pc:docMk/>
            <pc:sldMk cId="3316471389" sldId="4709"/>
            <ac:spMk id="171" creationId="{24165785-AD1D-4952-8D8F-196323983427}"/>
          </ac:spMkLst>
        </pc:spChg>
        <pc:spChg chg="del">
          <ac:chgData name="Minh Huynh" userId="01a137d4-0d81-46e0-aca6-c9185b391828" providerId="ADAL" clId="{812CCF7A-788B-4227-A920-48EDF3D1C151}" dt="2026-10-13T10:28:44.112" v="94" actId="478"/>
          <ac:spMkLst>
            <pc:docMk/>
            <pc:sldMk cId="3316471389" sldId="4709"/>
            <ac:spMk id="172" creationId="{760A92AF-5377-4DBD-89E9-CC5722C0D08D}"/>
          </ac:spMkLst>
        </pc:spChg>
        <pc:spChg chg="del">
          <ac:chgData name="Minh Huynh" userId="01a137d4-0d81-46e0-aca6-c9185b391828" providerId="ADAL" clId="{812CCF7A-788B-4227-A920-48EDF3D1C151}" dt="2026-10-13T10:28:44.112" v="94" actId="478"/>
          <ac:spMkLst>
            <pc:docMk/>
            <pc:sldMk cId="3316471389" sldId="4709"/>
            <ac:spMk id="173" creationId="{634ED529-9A1B-40D3-BF18-0AAE352D59C4}"/>
          </ac:spMkLst>
        </pc:spChg>
        <pc:spChg chg="del">
          <ac:chgData name="Minh Huynh" userId="01a137d4-0d81-46e0-aca6-c9185b391828" providerId="ADAL" clId="{812CCF7A-788B-4227-A920-48EDF3D1C151}" dt="2026-10-13T10:28:44.112" v="94" actId="478"/>
          <ac:spMkLst>
            <pc:docMk/>
            <pc:sldMk cId="3316471389" sldId="4709"/>
            <ac:spMk id="174" creationId="{2C28A77C-9578-4A7F-A99C-186D4D086970}"/>
          </ac:spMkLst>
        </pc:spChg>
        <pc:spChg chg="del">
          <ac:chgData name="Minh Huynh" userId="01a137d4-0d81-46e0-aca6-c9185b391828" providerId="ADAL" clId="{812CCF7A-788B-4227-A920-48EDF3D1C151}" dt="2026-10-13T10:28:44.112" v="94" actId="478"/>
          <ac:spMkLst>
            <pc:docMk/>
            <pc:sldMk cId="3316471389" sldId="4709"/>
            <ac:spMk id="175" creationId="{2034A334-C612-4E52-A2F0-DA82CABCF2E3}"/>
          </ac:spMkLst>
        </pc:spChg>
        <pc:spChg chg="del">
          <ac:chgData name="Minh Huynh" userId="01a137d4-0d81-46e0-aca6-c9185b391828" providerId="ADAL" clId="{812CCF7A-788B-4227-A920-48EDF3D1C151}" dt="2026-10-13T10:28:44.112" v="94" actId="478"/>
          <ac:spMkLst>
            <pc:docMk/>
            <pc:sldMk cId="3316471389" sldId="4709"/>
            <ac:spMk id="176" creationId="{0E5719DD-AEA6-40E3-88E8-4B7C05B3BD7C}"/>
          </ac:spMkLst>
        </pc:spChg>
        <pc:spChg chg="del">
          <ac:chgData name="Minh Huynh" userId="01a137d4-0d81-46e0-aca6-c9185b391828" providerId="ADAL" clId="{812CCF7A-788B-4227-A920-48EDF3D1C151}" dt="2026-10-13T10:28:44.112" v="94" actId="478"/>
          <ac:spMkLst>
            <pc:docMk/>
            <pc:sldMk cId="3316471389" sldId="4709"/>
            <ac:spMk id="177" creationId="{967B2BD9-EF88-4065-9D0A-475255115074}"/>
          </ac:spMkLst>
        </pc:spChg>
        <pc:spChg chg="del">
          <ac:chgData name="Minh Huynh" userId="01a137d4-0d81-46e0-aca6-c9185b391828" providerId="ADAL" clId="{812CCF7A-788B-4227-A920-48EDF3D1C151}" dt="2026-10-13T10:28:44.112" v="94" actId="478"/>
          <ac:spMkLst>
            <pc:docMk/>
            <pc:sldMk cId="3316471389" sldId="4709"/>
            <ac:spMk id="178" creationId="{D983B421-C5A7-4806-8295-3321E5D094A8}"/>
          </ac:spMkLst>
        </pc:spChg>
        <pc:spChg chg="del">
          <ac:chgData name="Minh Huynh" userId="01a137d4-0d81-46e0-aca6-c9185b391828" providerId="ADAL" clId="{812CCF7A-788B-4227-A920-48EDF3D1C151}" dt="2026-10-13T10:28:44.112" v="94" actId="478"/>
          <ac:spMkLst>
            <pc:docMk/>
            <pc:sldMk cId="3316471389" sldId="4709"/>
            <ac:spMk id="179" creationId="{506F8D42-8988-4F2E-9FB2-94E9881F1A44}"/>
          </ac:spMkLst>
        </pc:spChg>
        <pc:spChg chg="del">
          <ac:chgData name="Minh Huynh" userId="01a137d4-0d81-46e0-aca6-c9185b391828" providerId="ADAL" clId="{812CCF7A-788B-4227-A920-48EDF3D1C151}" dt="2026-10-13T10:28:44.112" v="94" actId="478"/>
          <ac:spMkLst>
            <pc:docMk/>
            <pc:sldMk cId="3316471389" sldId="4709"/>
            <ac:spMk id="180" creationId="{C502E07B-7961-41A3-AD6B-BA1FC6391DDD}"/>
          </ac:spMkLst>
        </pc:spChg>
        <pc:spChg chg="del">
          <ac:chgData name="Minh Huynh" userId="01a137d4-0d81-46e0-aca6-c9185b391828" providerId="ADAL" clId="{812CCF7A-788B-4227-A920-48EDF3D1C151}" dt="2026-10-13T10:28:44.112" v="94" actId="478"/>
          <ac:spMkLst>
            <pc:docMk/>
            <pc:sldMk cId="3316471389" sldId="4709"/>
            <ac:spMk id="181" creationId="{A0A6F842-8BAF-4C2B-B844-0596BB53E854}"/>
          </ac:spMkLst>
        </pc:spChg>
        <pc:spChg chg="add mod">
          <ac:chgData name="Minh Huynh" userId="01a137d4-0d81-46e0-aca6-c9185b391828" providerId="ADAL" clId="{812CCF7A-788B-4227-A920-48EDF3D1C151}" dt="2026-10-13T10:28:52.387" v="111" actId="20577"/>
          <ac:spMkLst>
            <pc:docMk/>
            <pc:sldMk cId="3316471389" sldId="4709"/>
            <ac:spMk id="182" creationId="{A73C37B4-055E-4FCB-AB19-A7F99B5E848B}"/>
          </ac:spMkLst>
        </pc:spChg>
      </pc:sldChg>
      <pc:sldChg chg="addSp delSp modSp add mod">
        <pc:chgData name="Minh Huynh" userId="01a137d4-0d81-46e0-aca6-c9185b391828" providerId="ADAL" clId="{812CCF7A-788B-4227-A920-48EDF3D1C151}" dt="2026-10-13T10:29:07.746" v="115"/>
        <pc:sldMkLst>
          <pc:docMk/>
          <pc:sldMk cId="3631795223" sldId="4710"/>
        </pc:sldMkLst>
        <pc:spChg chg="add mod">
          <ac:chgData name="Minh Huynh" userId="01a137d4-0d81-46e0-aca6-c9185b391828" providerId="ADAL" clId="{812CCF7A-788B-4227-A920-48EDF3D1C151}" dt="2026-10-13T10:29:07.746" v="115"/>
          <ac:spMkLst>
            <pc:docMk/>
            <pc:sldMk cId="3631795223" sldId="4710"/>
            <ac:spMk id="19" creationId="{0EAE8E6F-7766-4A9E-9F18-265130F8222C}"/>
          </ac:spMkLst>
        </pc:spChg>
        <pc:spChg chg="del">
          <ac:chgData name="Minh Huynh" userId="01a137d4-0d81-46e0-aca6-c9185b391828" providerId="ADAL" clId="{812CCF7A-788B-4227-A920-48EDF3D1C151}" dt="2026-10-13T10:29:05.670" v="114" actId="478"/>
          <ac:spMkLst>
            <pc:docMk/>
            <pc:sldMk cId="3631795223" sldId="4710"/>
            <ac:spMk id="172" creationId="{31CAEA48-CC79-412E-A5AA-FCFD2BDEBFFD}"/>
          </ac:spMkLst>
        </pc:spChg>
        <pc:spChg chg="del">
          <ac:chgData name="Minh Huynh" userId="01a137d4-0d81-46e0-aca6-c9185b391828" providerId="ADAL" clId="{812CCF7A-788B-4227-A920-48EDF3D1C151}" dt="2026-10-13T10:29:03.910" v="113" actId="478"/>
          <ac:spMkLst>
            <pc:docMk/>
            <pc:sldMk cId="3631795223" sldId="4710"/>
            <ac:spMk id="173" creationId="{652C352C-6857-4D6A-825E-D07EE305CE9D}"/>
          </ac:spMkLst>
        </pc:spChg>
        <pc:spChg chg="del">
          <ac:chgData name="Minh Huynh" userId="01a137d4-0d81-46e0-aca6-c9185b391828" providerId="ADAL" clId="{812CCF7A-788B-4227-A920-48EDF3D1C151}" dt="2026-10-13T10:29:03.910" v="113" actId="478"/>
          <ac:spMkLst>
            <pc:docMk/>
            <pc:sldMk cId="3631795223" sldId="4710"/>
            <ac:spMk id="174" creationId="{D76F475C-A338-4A17-A0F8-09D2086D9289}"/>
          </ac:spMkLst>
        </pc:spChg>
        <pc:spChg chg="del">
          <ac:chgData name="Minh Huynh" userId="01a137d4-0d81-46e0-aca6-c9185b391828" providerId="ADAL" clId="{812CCF7A-788B-4227-A920-48EDF3D1C151}" dt="2026-10-13T10:29:03.910" v="113" actId="478"/>
          <ac:spMkLst>
            <pc:docMk/>
            <pc:sldMk cId="3631795223" sldId="4710"/>
            <ac:spMk id="175" creationId="{60374BCF-1E61-4FE3-B190-C697E8ADE312}"/>
          </ac:spMkLst>
        </pc:spChg>
        <pc:spChg chg="del">
          <ac:chgData name="Minh Huynh" userId="01a137d4-0d81-46e0-aca6-c9185b391828" providerId="ADAL" clId="{812CCF7A-788B-4227-A920-48EDF3D1C151}" dt="2026-10-13T10:29:03.910" v="113" actId="478"/>
          <ac:spMkLst>
            <pc:docMk/>
            <pc:sldMk cId="3631795223" sldId="4710"/>
            <ac:spMk id="176" creationId="{0A854E64-3670-4FBE-B25A-2BE5FB06D705}"/>
          </ac:spMkLst>
        </pc:spChg>
        <pc:spChg chg="del">
          <ac:chgData name="Minh Huynh" userId="01a137d4-0d81-46e0-aca6-c9185b391828" providerId="ADAL" clId="{812CCF7A-788B-4227-A920-48EDF3D1C151}" dt="2026-10-13T10:29:03.910" v="113" actId="478"/>
          <ac:spMkLst>
            <pc:docMk/>
            <pc:sldMk cId="3631795223" sldId="4710"/>
            <ac:spMk id="177" creationId="{A42B9444-F0B3-4386-BD9E-017466136CEA}"/>
          </ac:spMkLst>
        </pc:spChg>
        <pc:spChg chg="del">
          <ac:chgData name="Minh Huynh" userId="01a137d4-0d81-46e0-aca6-c9185b391828" providerId="ADAL" clId="{812CCF7A-788B-4227-A920-48EDF3D1C151}" dt="2026-10-13T10:29:03.910" v="113" actId="478"/>
          <ac:spMkLst>
            <pc:docMk/>
            <pc:sldMk cId="3631795223" sldId="4710"/>
            <ac:spMk id="178" creationId="{630DC5AB-CA6E-44F0-B389-BB34046961BF}"/>
          </ac:spMkLst>
        </pc:spChg>
        <pc:spChg chg="del">
          <ac:chgData name="Minh Huynh" userId="01a137d4-0d81-46e0-aca6-c9185b391828" providerId="ADAL" clId="{812CCF7A-788B-4227-A920-48EDF3D1C151}" dt="2026-10-13T10:29:03.910" v="113" actId="478"/>
          <ac:spMkLst>
            <pc:docMk/>
            <pc:sldMk cId="3631795223" sldId="4710"/>
            <ac:spMk id="179" creationId="{DE2E3826-F211-4113-BA8D-A0395DDAB933}"/>
          </ac:spMkLst>
        </pc:spChg>
        <pc:spChg chg="del">
          <ac:chgData name="Minh Huynh" userId="01a137d4-0d81-46e0-aca6-c9185b391828" providerId="ADAL" clId="{812CCF7A-788B-4227-A920-48EDF3D1C151}" dt="2026-10-13T10:29:03.910" v="113" actId="478"/>
          <ac:spMkLst>
            <pc:docMk/>
            <pc:sldMk cId="3631795223" sldId="4710"/>
            <ac:spMk id="180" creationId="{E17E7327-9938-4444-93D9-4B209797EBE6}"/>
          </ac:spMkLst>
        </pc:spChg>
        <pc:spChg chg="del">
          <ac:chgData name="Minh Huynh" userId="01a137d4-0d81-46e0-aca6-c9185b391828" providerId="ADAL" clId="{812CCF7A-788B-4227-A920-48EDF3D1C151}" dt="2026-10-13T10:29:03.910" v="113" actId="478"/>
          <ac:spMkLst>
            <pc:docMk/>
            <pc:sldMk cId="3631795223" sldId="4710"/>
            <ac:spMk id="181" creationId="{3A6F460E-F951-4FA5-B528-6AFD1BC1294A}"/>
          </ac:spMkLst>
        </pc:spChg>
        <pc:spChg chg="del">
          <ac:chgData name="Minh Huynh" userId="01a137d4-0d81-46e0-aca6-c9185b391828" providerId="ADAL" clId="{812CCF7A-788B-4227-A920-48EDF3D1C151}" dt="2026-10-13T10:29:03.910" v="113" actId="478"/>
          <ac:spMkLst>
            <pc:docMk/>
            <pc:sldMk cId="3631795223" sldId="4710"/>
            <ac:spMk id="182" creationId="{CE7160D6-C9BF-4C77-A780-F9B3D5131FFF}"/>
          </ac:spMkLst>
        </pc:spChg>
        <pc:spChg chg="del">
          <ac:chgData name="Minh Huynh" userId="01a137d4-0d81-46e0-aca6-c9185b391828" providerId="ADAL" clId="{812CCF7A-788B-4227-A920-48EDF3D1C151}" dt="2026-10-13T10:29:03.910" v="113" actId="478"/>
          <ac:spMkLst>
            <pc:docMk/>
            <pc:sldMk cId="3631795223" sldId="4710"/>
            <ac:spMk id="183" creationId="{C0837CCE-A522-49D4-8374-CCA0A74C6B7B}"/>
          </ac:spMkLst>
        </pc:spChg>
        <pc:spChg chg="del">
          <ac:chgData name="Minh Huynh" userId="01a137d4-0d81-46e0-aca6-c9185b391828" providerId="ADAL" clId="{812CCF7A-788B-4227-A920-48EDF3D1C151}" dt="2026-10-13T10:29:03.910" v="113" actId="478"/>
          <ac:spMkLst>
            <pc:docMk/>
            <pc:sldMk cId="3631795223" sldId="4710"/>
            <ac:spMk id="184" creationId="{BB6A2A15-19D5-4012-8D2C-3C92E58606CC}"/>
          </ac:spMkLst>
        </pc:spChg>
      </pc:sldChg>
      <pc:sldChg chg="addSp delSp modSp add mod">
        <pc:chgData name="Minh Huynh" userId="01a137d4-0d81-46e0-aca6-c9185b391828" providerId="ADAL" clId="{812CCF7A-788B-4227-A920-48EDF3D1C151}" dt="2026-10-13T10:29:31.046" v="145" actId="20577"/>
        <pc:sldMkLst>
          <pc:docMk/>
          <pc:sldMk cId="2529583106" sldId="4719"/>
        </pc:sldMkLst>
        <pc:spChg chg="add mod">
          <ac:chgData name="Minh Huynh" userId="01a137d4-0d81-46e0-aca6-c9185b391828" providerId="ADAL" clId="{812CCF7A-788B-4227-A920-48EDF3D1C151}" dt="2026-10-13T10:29:31.046" v="145" actId="20577"/>
          <ac:spMkLst>
            <pc:docMk/>
            <pc:sldMk cId="2529583106" sldId="4719"/>
            <ac:spMk id="16" creationId="{604AFD16-A113-4672-B3EC-A9A94129F4E6}"/>
          </ac:spMkLst>
        </pc:spChg>
        <pc:spChg chg="del">
          <ac:chgData name="Minh Huynh" userId="01a137d4-0d81-46e0-aca6-c9185b391828" providerId="ADAL" clId="{812CCF7A-788B-4227-A920-48EDF3D1C151}" dt="2026-10-13T10:29:20.731" v="117" actId="478"/>
          <ac:spMkLst>
            <pc:docMk/>
            <pc:sldMk cId="2529583106" sldId="4719"/>
            <ac:spMk id="39" creationId="{9A22203D-7E5B-4087-9644-58371EA50BF9}"/>
          </ac:spMkLst>
        </pc:spChg>
        <pc:spChg chg="del">
          <ac:chgData name="Minh Huynh" userId="01a137d4-0d81-46e0-aca6-c9185b391828" providerId="ADAL" clId="{812CCF7A-788B-4227-A920-48EDF3D1C151}" dt="2026-10-13T10:29:20.731" v="117" actId="478"/>
          <ac:spMkLst>
            <pc:docMk/>
            <pc:sldMk cId="2529583106" sldId="4719"/>
            <ac:spMk id="40" creationId="{30133CDE-2C45-4D8F-A3ED-234850C2C930}"/>
          </ac:spMkLst>
        </pc:spChg>
        <pc:spChg chg="del">
          <ac:chgData name="Minh Huynh" userId="01a137d4-0d81-46e0-aca6-c9185b391828" providerId="ADAL" clId="{812CCF7A-788B-4227-A920-48EDF3D1C151}" dt="2026-10-13T10:29:20.731" v="117" actId="478"/>
          <ac:spMkLst>
            <pc:docMk/>
            <pc:sldMk cId="2529583106" sldId="4719"/>
            <ac:spMk id="41" creationId="{D16414C3-7359-4F2F-B916-783E378FD4A1}"/>
          </ac:spMkLst>
        </pc:spChg>
        <pc:spChg chg="del">
          <ac:chgData name="Minh Huynh" userId="01a137d4-0d81-46e0-aca6-c9185b391828" providerId="ADAL" clId="{812CCF7A-788B-4227-A920-48EDF3D1C151}" dt="2026-10-13T10:29:20.731" v="117" actId="478"/>
          <ac:spMkLst>
            <pc:docMk/>
            <pc:sldMk cId="2529583106" sldId="4719"/>
            <ac:spMk id="42" creationId="{2452D2E5-413E-4F0E-BA0E-BBD423C3A88A}"/>
          </ac:spMkLst>
        </pc:spChg>
        <pc:spChg chg="del">
          <ac:chgData name="Minh Huynh" userId="01a137d4-0d81-46e0-aca6-c9185b391828" providerId="ADAL" clId="{812CCF7A-788B-4227-A920-48EDF3D1C151}" dt="2026-10-13T10:29:20.731" v="117" actId="478"/>
          <ac:spMkLst>
            <pc:docMk/>
            <pc:sldMk cId="2529583106" sldId="4719"/>
            <ac:spMk id="43" creationId="{71424DDE-BEA2-4C1A-A6C7-0BE70983F0D4}"/>
          </ac:spMkLst>
        </pc:spChg>
        <pc:spChg chg="del">
          <ac:chgData name="Minh Huynh" userId="01a137d4-0d81-46e0-aca6-c9185b391828" providerId="ADAL" clId="{812CCF7A-788B-4227-A920-48EDF3D1C151}" dt="2026-10-13T10:29:20.731" v="117" actId="478"/>
          <ac:spMkLst>
            <pc:docMk/>
            <pc:sldMk cId="2529583106" sldId="4719"/>
            <ac:spMk id="44" creationId="{CA1C6FEB-DE00-461A-B43E-5C270ADD406E}"/>
          </ac:spMkLst>
        </pc:spChg>
        <pc:spChg chg="del">
          <ac:chgData name="Minh Huynh" userId="01a137d4-0d81-46e0-aca6-c9185b391828" providerId="ADAL" clId="{812CCF7A-788B-4227-A920-48EDF3D1C151}" dt="2026-10-13T10:29:20.731" v="117" actId="478"/>
          <ac:spMkLst>
            <pc:docMk/>
            <pc:sldMk cId="2529583106" sldId="4719"/>
            <ac:spMk id="45" creationId="{E5BC40E3-5764-4408-B8CF-2A4520E70586}"/>
          </ac:spMkLst>
        </pc:spChg>
        <pc:spChg chg="del">
          <ac:chgData name="Minh Huynh" userId="01a137d4-0d81-46e0-aca6-c9185b391828" providerId="ADAL" clId="{812CCF7A-788B-4227-A920-48EDF3D1C151}" dt="2026-10-13T10:29:20.731" v="117" actId="478"/>
          <ac:spMkLst>
            <pc:docMk/>
            <pc:sldMk cId="2529583106" sldId="4719"/>
            <ac:spMk id="46" creationId="{47AEBAF0-59B0-46DD-9976-306020FCD3E6}"/>
          </ac:spMkLst>
        </pc:spChg>
        <pc:spChg chg="del">
          <ac:chgData name="Minh Huynh" userId="01a137d4-0d81-46e0-aca6-c9185b391828" providerId="ADAL" clId="{812CCF7A-788B-4227-A920-48EDF3D1C151}" dt="2026-10-13T10:29:22.045" v="118" actId="478"/>
          <ac:spMkLst>
            <pc:docMk/>
            <pc:sldMk cId="2529583106" sldId="4719"/>
            <ac:spMk id="104" creationId="{1A1737B4-5C22-48C0-A017-BE9CFEF00550}"/>
          </ac:spMkLst>
        </pc:spChg>
      </pc:sldChg>
      <pc:sldChg chg="addSp delSp modSp add mod">
        <pc:chgData name="Minh Huynh" userId="01a137d4-0d81-46e0-aca6-c9185b391828" providerId="ADAL" clId="{812CCF7A-788B-4227-A920-48EDF3D1C151}" dt="2026-10-13T10:32:25.430" v="222"/>
        <pc:sldMkLst>
          <pc:docMk/>
          <pc:sldMk cId="3165192111" sldId="4744"/>
        </pc:sldMkLst>
        <pc:spChg chg="del">
          <ac:chgData name="Minh Huynh" userId="01a137d4-0d81-46e0-aca6-c9185b391828" providerId="ADAL" clId="{812CCF7A-788B-4227-A920-48EDF3D1C151}" dt="2026-10-13T10:32:22.292" v="221" actId="478"/>
          <ac:spMkLst>
            <pc:docMk/>
            <pc:sldMk cId="3165192111" sldId="4744"/>
            <ac:spMk id="5" creationId="{B4803EC5-B3A7-4EF9-8D0B-53E223FDA9DF}"/>
          </ac:spMkLst>
        </pc:spChg>
        <pc:spChg chg="del">
          <ac:chgData name="Minh Huynh" userId="01a137d4-0d81-46e0-aca6-c9185b391828" providerId="ADAL" clId="{812CCF7A-788B-4227-A920-48EDF3D1C151}" dt="2026-10-13T10:32:22.292" v="221" actId="478"/>
          <ac:spMkLst>
            <pc:docMk/>
            <pc:sldMk cId="3165192111" sldId="4744"/>
            <ac:spMk id="6" creationId="{6E09091C-8773-48BF-83C7-FE82DB12D0CC}"/>
          </ac:spMkLst>
        </pc:spChg>
        <pc:spChg chg="del">
          <ac:chgData name="Minh Huynh" userId="01a137d4-0d81-46e0-aca6-c9185b391828" providerId="ADAL" clId="{812CCF7A-788B-4227-A920-48EDF3D1C151}" dt="2026-10-13T10:32:22.292" v="221" actId="478"/>
          <ac:spMkLst>
            <pc:docMk/>
            <pc:sldMk cId="3165192111" sldId="4744"/>
            <ac:spMk id="8" creationId="{78C2343E-1C64-44F4-9F23-0B0D7170941A}"/>
          </ac:spMkLst>
        </pc:spChg>
        <pc:spChg chg="del">
          <ac:chgData name="Minh Huynh" userId="01a137d4-0d81-46e0-aca6-c9185b391828" providerId="ADAL" clId="{812CCF7A-788B-4227-A920-48EDF3D1C151}" dt="2026-10-13T10:32:22.292" v="221" actId="478"/>
          <ac:spMkLst>
            <pc:docMk/>
            <pc:sldMk cId="3165192111" sldId="4744"/>
            <ac:spMk id="9" creationId="{3C7EDC09-FAAF-4FE6-B84E-2E1F814A9AA8}"/>
          </ac:spMkLst>
        </pc:spChg>
        <pc:spChg chg="del">
          <ac:chgData name="Minh Huynh" userId="01a137d4-0d81-46e0-aca6-c9185b391828" providerId="ADAL" clId="{812CCF7A-788B-4227-A920-48EDF3D1C151}" dt="2026-10-13T10:32:22.292" v="221" actId="478"/>
          <ac:spMkLst>
            <pc:docMk/>
            <pc:sldMk cId="3165192111" sldId="4744"/>
            <ac:spMk id="10" creationId="{132FA63F-89AB-47F7-A9FC-383E52B91237}"/>
          </ac:spMkLst>
        </pc:spChg>
        <pc:spChg chg="del">
          <ac:chgData name="Minh Huynh" userId="01a137d4-0d81-46e0-aca6-c9185b391828" providerId="ADAL" clId="{812CCF7A-788B-4227-A920-48EDF3D1C151}" dt="2026-10-13T10:32:22.292" v="221" actId="478"/>
          <ac:spMkLst>
            <pc:docMk/>
            <pc:sldMk cId="3165192111" sldId="4744"/>
            <ac:spMk id="11" creationId="{504C46E9-6E0F-4B37-800F-5A63516E7EEC}"/>
          </ac:spMkLst>
        </pc:spChg>
        <pc:spChg chg="del">
          <ac:chgData name="Minh Huynh" userId="01a137d4-0d81-46e0-aca6-c9185b391828" providerId="ADAL" clId="{812CCF7A-788B-4227-A920-48EDF3D1C151}" dt="2026-10-13T10:32:22.292" v="221" actId="478"/>
          <ac:spMkLst>
            <pc:docMk/>
            <pc:sldMk cId="3165192111" sldId="4744"/>
            <ac:spMk id="12" creationId="{8A69BD9B-6B47-476B-846B-347CFD2EE45F}"/>
          </ac:spMkLst>
        </pc:spChg>
        <pc:spChg chg="del">
          <ac:chgData name="Minh Huynh" userId="01a137d4-0d81-46e0-aca6-c9185b391828" providerId="ADAL" clId="{812CCF7A-788B-4227-A920-48EDF3D1C151}" dt="2026-10-13T10:32:22.292" v="221" actId="478"/>
          <ac:spMkLst>
            <pc:docMk/>
            <pc:sldMk cId="3165192111" sldId="4744"/>
            <ac:spMk id="13" creationId="{FCDC71BF-3761-4298-BEF7-BC85BA36E309}"/>
          </ac:spMkLst>
        </pc:spChg>
        <pc:spChg chg="add mod">
          <ac:chgData name="Minh Huynh" userId="01a137d4-0d81-46e0-aca6-c9185b391828" providerId="ADAL" clId="{812CCF7A-788B-4227-A920-48EDF3D1C151}" dt="2026-10-13T10:32:25.430" v="222"/>
          <ac:spMkLst>
            <pc:docMk/>
            <pc:sldMk cId="3165192111" sldId="4744"/>
            <ac:spMk id="14" creationId="{CAB75EA3-2A7D-4D52-A844-A617D172FB6F}"/>
          </ac:spMkLst>
        </pc:spChg>
        <pc:spChg chg="del">
          <ac:chgData name="Minh Huynh" userId="01a137d4-0d81-46e0-aca6-c9185b391828" providerId="ADAL" clId="{812CCF7A-788B-4227-A920-48EDF3D1C151}" dt="2026-10-13T10:32:20.742" v="220" actId="478"/>
          <ac:spMkLst>
            <pc:docMk/>
            <pc:sldMk cId="3165192111" sldId="4744"/>
            <ac:spMk id="104" creationId="{1A1737B4-5C22-48C0-A017-BE9CFEF00550}"/>
          </ac:spMkLst>
        </pc:spChg>
      </pc:sldChg>
      <pc:sldChg chg="addSp delSp modSp add mod">
        <pc:chgData name="Minh Huynh" userId="01a137d4-0d81-46e0-aca6-c9185b391828" providerId="ADAL" clId="{812CCF7A-788B-4227-A920-48EDF3D1C151}" dt="2026-10-13T10:32:11.835" v="218" actId="20577"/>
        <pc:sldMkLst>
          <pc:docMk/>
          <pc:sldMk cId="1725421263" sldId="4748"/>
        </pc:sldMkLst>
        <pc:spChg chg="mod">
          <ac:chgData name="Minh Huynh" userId="01a137d4-0d81-46e0-aca6-c9185b391828" providerId="ADAL" clId="{812CCF7A-788B-4227-A920-48EDF3D1C151}" dt="2026-10-13T10:32:03.710" v="205" actId="207"/>
          <ac:spMkLst>
            <pc:docMk/>
            <pc:sldMk cId="1725421263" sldId="4748"/>
            <ac:spMk id="13" creationId="{3DAB12F8-5F85-4DD1-8F87-465102CB55E0}"/>
          </ac:spMkLst>
        </pc:spChg>
        <pc:spChg chg="del">
          <ac:chgData name="Minh Huynh" userId="01a137d4-0d81-46e0-aca6-c9185b391828" providerId="ADAL" clId="{812CCF7A-788B-4227-A920-48EDF3D1C151}" dt="2026-10-13T10:32:00.461" v="204" actId="478"/>
          <ac:spMkLst>
            <pc:docMk/>
            <pc:sldMk cId="1725421263" sldId="4748"/>
            <ac:spMk id="22" creationId="{4629AF66-E2C0-4A21-85BC-FB7D17C1F25B}"/>
          </ac:spMkLst>
        </pc:spChg>
        <pc:spChg chg="del">
          <ac:chgData name="Minh Huynh" userId="01a137d4-0d81-46e0-aca6-c9185b391828" providerId="ADAL" clId="{812CCF7A-788B-4227-A920-48EDF3D1C151}" dt="2026-10-13T10:32:04.899" v="206" actId="478"/>
          <ac:spMkLst>
            <pc:docMk/>
            <pc:sldMk cId="1725421263" sldId="4748"/>
            <ac:spMk id="23" creationId="{FA99FA35-6575-412A-A8BE-6A0F626C5D75}"/>
          </ac:spMkLst>
        </pc:spChg>
        <pc:spChg chg="del">
          <ac:chgData name="Minh Huynh" userId="01a137d4-0d81-46e0-aca6-c9185b391828" providerId="ADAL" clId="{812CCF7A-788B-4227-A920-48EDF3D1C151}" dt="2026-10-13T10:32:04.899" v="206" actId="478"/>
          <ac:spMkLst>
            <pc:docMk/>
            <pc:sldMk cId="1725421263" sldId="4748"/>
            <ac:spMk id="24" creationId="{79D0D813-B9B4-4C95-B6D2-5FB48C6D2E72}"/>
          </ac:spMkLst>
        </pc:spChg>
        <pc:spChg chg="del">
          <ac:chgData name="Minh Huynh" userId="01a137d4-0d81-46e0-aca6-c9185b391828" providerId="ADAL" clId="{812CCF7A-788B-4227-A920-48EDF3D1C151}" dt="2026-10-13T10:32:04.899" v="206" actId="478"/>
          <ac:spMkLst>
            <pc:docMk/>
            <pc:sldMk cId="1725421263" sldId="4748"/>
            <ac:spMk id="25" creationId="{AA6C1B35-B958-4DC0-96CD-A3391F995488}"/>
          </ac:spMkLst>
        </pc:spChg>
        <pc:spChg chg="del">
          <ac:chgData name="Minh Huynh" userId="01a137d4-0d81-46e0-aca6-c9185b391828" providerId="ADAL" clId="{812CCF7A-788B-4227-A920-48EDF3D1C151}" dt="2026-10-13T10:32:04.899" v="206" actId="478"/>
          <ac:spMkLst>
            <pc:docMk/>
            <pc:sldMk cId="1725421263" sldId="4748"/>
            <ac:spMk id="26" creationId="{72111184-E7E2-494F-925E-E52C1E9B978C}"/>
          </ac:spMkLst>
        </pc:spChg>
        <pc:spChg chg="del">
          <ac:chgData name="Minh Huynh" userId="01a137d4-0d81-46e0-aca6-c9185b391828" providerId="ADAL" clId="{812CCF7A-788B-4227-A920-48EDF3D1C151}" dt="2026-10-13T10:32:04.899" v="206" actId="478"/>
          <ac:spMkLst>
            <pc:docMk/>
            <pc:sldMk cId="1725421263" sldId="4748"/>
            <ac:spMk id="27" creationId="{15AA3D9B-8B6A-4B4A-ACB2-EF0CE2A1AA86}"/>
          </ac:spMkLst>
        </pc:spChg>
        <pc:spChg chg="del">
          <ac:chgData name="Minh Huynh" userId="01a137d4-0d81-46e0-aca6-c9185b391828" providerId="ADAL" clId="{812CCF7A-788B-4227-A920-48EDF3D1C151}" dt="2026-10-13T10:32:04.899" v="206" actId="478"/>
          <ac:spMkLst>
            <pc:docMk/>
            <pc:sldMk cId="1725421263" sldId="4748"/>
            <ac:spMk id="28" creationId="{B38A76F6-B884-4E2F-B05E-BC80D56096D9}"/>
          </ac:spMkLst>
        </pc:spChg>
        <pc:spChg chg="del">
          <ac:chgData name="Minh Huynh" userId="01a137d4-0d81-46e0-aca6-c9185b391828" providerId="ADAL" clId="{812CCF7A-788B-4227-A920-48EDF3D1C151}" dt="2026-10-13T10:32:04.899" v="206" actId="478"/>
          <ac:spMkLst>
            <pc:docMk/>
            <pc:sldMk cId="1725421263" sldId="4748"/>
            <ac:spMk id="29" creationId="{3C9243DE-4DBF-4395-81D0-31AE68D3ED07}"/>
          </ac:spMkLst>
        </pc:spChg>
        <pc:spChg chg="add mod">
          <ac:chgData name="Minh Huynh" userId="01a137d4-0d81-46e0-aca6-c9185b391828" providerId="ADAL" clId="{812CCF7A-788B-4227-A920-48EDF3D1C151}" dt="2026-10-13T10:32:11.835" v="218" actId="20577"/>
          <ac:spMkLst>
            <pc:docMk/>
            <pc:sldMk cId="1725421263" sldId="4748"/>
            <ac:spMk id="30" creationId="{48CD2C01-15B2-4A9C-B366-F492D4252639}"/>
          </ac:spMkLst>
        </pc:spChg>
        <pc:spChg chg="del">
          <ac:chgData name="Minh Huynh" userId="01a137d4-0d81-46e0-aca6-c9185b391828" providerId="ADAL" clId="{812CCF7A-788B-4227-A920-48EDF3D1C151}" dt="2026-10-13T10:32:06.090" v="207" actId="478"/>
          <ac:spMkLst>
            <pc:docMk/>
            <pc:sldMk cId="1725421263" sldId="4748"/>
            <ac:spMk id="104" creationId="{1A1737B4-5C22-48C0-A017-BE9CFEF00550}"/>
          </ac:spMkLst>
        </pc:spChg>
      </pc:sldChg>
      <pc:sldChg chg="addSp delSp modSp add mod">
        <pc:chgData name="Minh Huynh" userId="01a137d4-0d81-46e0-aca6-c9185b391828" providerId="ADAL" clId="{812CCF7A-788B-4227-A920-48EDF3D1C151}" dt="2026-10-13T10:31:45.343" v="202" actId="1076"/>
        <pc:sldMkLst>
          <pc:docMk/>
          <pc:sldMk cId="245211579" sldId="4753"/>
        </pc:sldMkLst>
        <pc:spChg chg="del">
          <ac:chgData name="Minh Huynh" userId="01a137d4-0d81-46e0-aca6-c9185b391828" providerId="ADAL" clId="{812CCF7A-788B-4227-A920-48EDF3D1C151}" dt="2026-10-13T10:30:17.796" v="162" actId="478"/>
          <ac:spMkLst>
            <pc:docMk/>
            <pc:sldMk cId="245211579" sldId="4753"/>
            <ac:spMk id="29" creationId="{3D31BDBD-1A62-44D5-A585-9D182C21B149}"/>
          </ac:spMkLst>
        </pc:spChg>
        <pc:spChg chg="del">
          <ac:chgData name="Minh Huynh" userId="01a137d4-0d81-46e0-aca6-c9185b391828" providerId="ADAL" clId="{812CCF7A-788B-4227-A920-48EDF3D1C151}" dt="2026-10-13T10:30:17.796" v="162" actId="478"/>
          <ac:spMkLst>
            <pc:docMk/>
            <pc:sldMk cId="245211579" sldId="4753"/>
            <ac:spMk id="36" creationId="{5C9878CE-3582-4A93-AC27-385083882758}"/>
          </ac:spMkLst>
        </pc:spChg>
        <pc:spChg chg="del">
          <ac:chgData name="Minh Huynh" userId="01a137d4-0d81-46e0-aca6-c9185b391828" providerId="ADAL" clId="{812CCF7A-788B-4227-A920-48EDF3D1C151}" dt="2026-10-13T10:30:17.796" v="162" actId="478"/>
          <ac:spMkLst>
            <pc:docMk/>
            <pc:sldMk cId="245211579" sldId="4753"/>
            <ac:spMk id="37" creationId="{9105F189-AF27-4C3F-9F46-D7B617860FDE}"/>
          </ac:spMkLst>
        </pc:spChg>
        <pc:spChg chg="del">
          <ac:chgData name="Minh Huynh" userId="01a137d4-0d81-46e0-aca6-c9185b391828" providerId="ADAL" clId="{812CCF7A-788B-4227-A920-48EDF3D1C151}" dt="2026-10-13T10:30:17.796" v="162" actId="478"/>
          <ac:spMkLst>
            <pc:docMk/>
            <pc:sldMk cId="245211579" sldId="4753"/>
            <ac:spMk id="38" creationId="{B58CD47A-9C47-4D42-A666-09CBBA19471E}"/>
          </ac:spMkLst>
        </pc:spChg>
        <pc:spChg chg="del">
          <ac:chgData name="Minh Huynh" userId="01a137d4-0d81-46e0-aca6-c9185b391828" providerId="ADAL" clId="{812CCF7A-788B-4227-A920-48EDF3D1C151}" dt="2026-10-13T10:30:17.796" v="162" actId="478"/>
          <ac:spMkLst>
            <pc:docMk/>
            <pc:sldMk cId="245211579" sldId="4753"/>
            <ac:spMk id="39" creationId="{7ABBBEDB-5EF8-4904-AE11-9A1C89C9D47C}"/>
          </ac:spMkLst>
        </pc:spChg>
        <pc:spChg chg="del">
          <ac:chgData name="Minh Huynh" userId="01a137d4-0d81-46e0-aca6-c9185b391828" providerId="ADAL" clId="{812CCF7A-788B-4227-A920-48EDF3D1C151}" dt="2026-10-13T10:30:17.796" v="162" actId="478"/>
          <ac:spMkLst>
            <pc:docMk/>
            <pc:sldMk cId="245211579" sldId="4753"/>
            <ac:spMk id="40" creationId="{80BE49DA-D21A-4883-9047-AD08AE3EBE8D}"/>
          </ac:spMkLst>
        </pc:spChg>
        <pc:spChg chg="del">
          <ac:chgData name="Minh Huynh" userId="01a137d4-0d81-46e0-aca6-c9185b391828" providerId="ADAL" clId="{812CCF7A-788B-4227-A920-48EDF3D1C151}" dt="2026-10-13T10:30:17.796" v="162" actId="478"/>
          <ac:spMkLst>
            <pc:docMk/>
            <pc:sldMk cId="245211579" sldId="4753"/>
            <ac:spMk id="41" creationId="{18E57653-0B80-4ABD-AD09-64E4798ABF8F}"/>
          </ac:spMkLst>
        </pc:spChg>
        <pc:spChg chg="del">
          <ac:chgData name="Minh Huynh" userId="01a137d4-0d81-46e0-aca6-c9185b391828" providerId="ADAL" clId="{812CCF7A-788B-4227-A920-48EDF3D1C151}" dt="2026-10-13T10:30:17.796" v="162" actId="478"/>
          <ac:spMkLst>
            <pc:docMk/>
            <pc:sldMk cId="245211579" sldId="4753"/>
            <ac:spMk id="42" creationId="{92E126E2-576E-4D2B-BFA2-49D206BB5B9C}"/>
          </ac:spMkLst>
        </pc:spChg>
        <pc:spChg chg="del">
          <ac:chgData name="Minh Huynh" userId="01a137d4-0d81-46e0-aca6-c9185b391828" providerId="ADAL" clId="{812CCF7A-788B-4227-A920-48EDF3D1C151}" dt="2026-10-13T10:30:17.796" v="162" actId="478"/>
          <ac:spMkLst>
            <pc:docMk/>
            <pc:sldMk cId="245211579" sldId="4753"/>
            <ac:spMk id="43" creationId="{F56D7F12-3BB7-4FDC-A974-02C39AB953C0}"/>
          </ac:spMkLst>
        </pc:spChg>
        <pc:spChg chg="del">
          <ac:chgData name="Minh Huynh" userId="01a137d4-0d81-46e0-aca6-c9185b391828" providerId="ADAL" clId="{812CCF7A-788B-4227-A920-48EDF3D1C151}" dt="2026-10-13T10:30:17.796" v="162" actId="478"/>
          <ac:spMkLst>
            <pc:docMk/>
            <pc:sldMk cId="245211579" sldId="4753"/>
            <ac:spMk id="44" creationId="{8ECDE53B-3FCB-44D6-98E5-E7F6CF61DDF7}"/>
          </ac:spMkLst>
        </pc:spChg>
        <pc:spChg chg="del">
          <ac:chgData name="Minh Huynh" userId="01a137d4-0d81-46e0-aca6-c9185b391828" providerId="ADAL" clId="{812CCF7A-788B-4227-A920-48EDF3D1C151}" dt="2026-10-13T10:30:17.796" v="162" actId="478"/>
          <ac:spMkLst>
            <pc:docMk/>
            <pc:sldMk cId="245211579" sldId="4753"/>
            <ac:spMk id="45" creationId="{CA2D9C2F-2119-4B83-967B-A08422ACF0E7}"/>
          </ac:spMkLst>
        </pc:spChg>
        <pc:spChg chg="add mod">
          <ac:chgData name="Minh Huynh" userId="01a137d4-0d81-46e0-aca6-c9185b391828" providerId="ADAL" clId="{812CCF7A-788B-4227-A920-48EDF3D1C151}" dt="2026-10-13T10:29:55.096" v="160" actId="20577"/>
          <ac:spMkLst>
            <pc:docMk/>
            <pc:sldMk cId="245211579" sldId="4753"/>
            <ac:spMk id="46" creationId="{EEEA7F73-AEE2-4E3A-B209-DE3FEB4F5875}"/>
          </ac:spMkLst>
        </pc:spChg>
        <pc:spChg chg="add del mod">
          <ac:chgData name="Minh Huynh" userId="01a137d4-0d81-46e0-aca6-c9185b391828" providerId="ADAL" clId="{812CCF7A-788B-4227-A920-48EDF3D1C151}" dt="2026-10-13T10:30:24.095" v="168"/>
          <ac:spMkLst>
            <pc:docMk/>
            <pc:sldMk cId="245211579" sldId="4753"/>
            <ac:spMk id="49" creationId="{7A23DC4A-364F-4596-8734-5B6CD63E996E}"/>
          </ac:spMkLst>
        </pc:spChg>
        <pc:spChg chg="add del mod">
          <ac:chgData name="Minh Huynh" userId="01a137d4-0d81-46e0-aca6-c9185b391828" providerId="ADAL" clId="{812CCF7A-788B-4227-A920-48EDF3D1C151}" dt="2026-10-13T10:30:24.095" v="168"/>
          <ac:spMkLst>
            <pc:docMk/>
            <pc:sldMk cId="245211579" sldId="4753"/>
            <ac:spMk id="50" creationId="{7F05A278-3680-41CB-BCB6-8C887C9C614F}"/>
          </ac:spMkLst>
        </pc:spChg>
        <pc:spChg chg="add del mod">
          <ac:chgData name="Minh Huynh" userId="01a137d4-0d81-46e0-aca6-c9185b391828" providerId="ADAL" clId="{812CCF7A-788B-4227-A920-48EDF3D1C151}" dt="2026-10-13T10:30:24.095" v="168"/>
          <ac:spMkLst>
            <pc:docMk/>
            <pc:sldMk cId="245211579" sldId="4753"/>
            <ac:spMk id="51" creationId="{98A0608D-2940-4351-9150-3E516235CDD7}"/>
          </ac:spMkLst>
        </pc:spChg>
        <pc:spChg chg="add del mod">
          <ac:chgData name="Minh Huynh" userId="01a137d4-0d81-46e0-aca6-c9185b391828" providerId="ADAL" clId="{812CCF7A-788B-4227-A920-48EDF3D1C151}" dt="2026-10-13T10:30:24.095" v="168"/>
          <ac:spMkLst>
            <pc:docMk/>
            <pc:sldMk cId="245211579" sldId="4753"/>
            <ac:spMk id="52" creationId="{188B50C4-AD67-490A-B289-14A1B5914B2E}"/>
          </ac:spMkLst>
        </pc:spChg>
        <pc:spChg chg="add del mod">
          <ac:chgData name="Minh Huynh" userId="01a137d4-0d81-46e0-aca6-c9185b391828" providerId="ADAL" clId="{812CCF7A-788B-4227-A920-48EDF3D1C151}" dt="2026-10-13T10:30:24.095" v="168"/>
          <ac:spMkLst>
            <pc:docMk/>
            <pc:sldMk cId="245211579" sldId="4753"/>
            <ac:spMk id="53" creationId="{85C35792-1B51-4BB8-9BF4-0F405236D9E2}"/>
          </ac:spMkLst>
        </pc:spChg>
        <pc:spChg chg="add del mod">
          <ac:chgData name="Minh Huynh" userId="01a137d4-0d81-46e0-aca6-c9185b391828" providerId="ADAL" clId="{812CCF7A-788B-4227-A920-48EDF3D1C151}" dt="2026-10-13T10:30:24.095" v="168"/>
          <ac:spMkLst>
            <pc:docMk/>
            <pc:sldMk cId="245211579" sldId="4753"/>
            <ac:spMk id="54" creationId="{18098853-57B0-4F95-9649-125FD3AD3A75}"/>
          </ac:spMkLst>
        </pc:spChg>
        <pc:spChg chg="del">
          <ac:chgData name="Minh Huynh" userId="01a137d4-0d81-46e0-aca6-c9185b391828" providerId="ADAL" clId="{812CCF7A-788B-4227-A920-48EDF3D1C151}" dt="2026-10-13T10:29:47.921" v="148" actId="478"/>
          <ac:spMkLst>
            <pc:docMk/>
            <pc:sldMk cId="245211579" sldId="4753"/>
            <ac:spMk id="55" creationId="{A99E64E9-7508-48B5-82E4-8683650AFF30}"/>
          </ac:spMkLst>
        </pc:spChg>
        <pc:spChg chg="del">
          <ac:chgData name="Minh Huynh" userId="01a137d4-0d81-46e0-aca6-c9185b391828" providerId="ADAL" clId="{812CCF7A-788B-4227-A920-48EDF3D1C151}" dt="2026-10-13T10:29:47.921" v="148" actId="478"/>
          <ac:spMkLst>
            <pc:docMk/>
            <pc:sldMk cId="245211579" sldId="4753"/>
            <ac:spMk id="56" creationId="{36A88835-8DE0-4BAA-B91C-DD1944FF7778}"/>
          </ac:spMkLst>
        </pc:spChg>
        <pc:spChg chg="del">
          <ac:chgData name="Minh Huynh" userId="01a137d4-0d81-46e0-aca6-c9185b391828" providerId="ADAL" clId="{812CCF7A-788B-4227-A920-48EDF3D1C151}" dt="2026-10-13T10:29:47.921" v="148" actId="478"/>
          <ac:spMkLst>
            <pc:docMk/>
            <pc:sldMk cId="245211579" sldId="4753"/>
            <ac:spMk id="57" creationId="{E170E8C0-74C9-4562-A886-DADD08307CB4}"/>
          </ac:spMkLst>
        </pc:spChg>
        <pc:spChg chg="del">
          <ac:chgData name="Minh Huynh" userId="01a137d4-0d81-46e0-aca6-c9185b391828" providerId="ADAL" clId="{812CCF7A-788B-4227-A920-48EDF3D1C151}" dt="2026-10-13T10:29:47.921" v="148" actId="478"/>
          <ac:spMkLst>
            <pc:docMk/>
            <pc:sldMk cId="245211579" sldId="4753"/>
            <ac:spMk id="58" creationId="{1765C29C-D4B0-4CFD-A146-145C5AD26A97}"/>
          </ac:spMkLst>
        </pc:spChg>
        <pc:spChg chg="del">
          <ac:chgData name="Minh Huynh" userId="01a137d4-0d81-46e0-aca6-c9185b391828" providerId="ADAL" clId="{812CCF7A-788B-4227-A920-48EDF3D1C151}" dt="2026-10-13T10:29:47.921" v="148" actId="478"/>
          <ac:spMkLst>
            <pc:docMk/>
            <pc:sldMk cId="245211579" sldId="4753"/>
            <ac:spMk id="59" creationId="{62707C4B-7BA3-4D47-983F-21A3020FCA8F}"/>
          </ac:spMkLst>
        </pc:spChg>
        <pc:spChg chg="del">
          <ac:chgData name="Minh Huynh" userId="01a137d4-0d81-46e0-aca6-c9185b391828" providerId="ADAL" clId="{812CCF7A-788B-4227-A920-48EDF3D1C151}" dt="2026-10-13T10:29:47.921" v="148" actId="478"/>
          <ac:spMkLst>
            <pc:docMk/>
            <pc:sldMk cId="245211579" sldId="4753"/>
            <ac:spMk id="60" creationId="{AD9E65B4-2DB8-4314-A67D-9E087EF7768E}"/>
          </ac:spMkLst>
        </pc:spChg>
        <pc:spChg chg="del">
          <ac:chgData name="Minh Huynh" userId="01a137d4-0d81-46e0-aca6-c9185b391828" providerId="ADAL" clId="{812CCF7A-788B-4227-A920-48EDF3D1C151}" dt="2026-10-13T10:29:47.921" v="148" actId="478"/>
          <ac:spMkLst>
            <pc:docMk/>
            <pc:sldMk cId="245211579" sldId="4753"/>
            <ac:spMk id="61" creationId="{C3DBAF80-D61C-4098-A7B3-323EB3810EE6}"/>
          </ac:spMkLst>
        </pc:spChg>
        <pc:spChg chg="del">
          <ac:chgData name="Minh Huynh" userId="01a137d4-0d81-46e0-aca6-c9185b391828" providerId="ADAL" clId="{812CCF7A-788B-4227-A920-48EDF3D1C151}" dt="2026-10-13T10:29:47.921" v="148" actId="478"/>
          <ac:spMkLst>
            <pc:docMk/>
            <pc:sldMk cId="245211579" sldId="4753"/>
            <ac:spMk id="62" creationId="{4EB89286-874D-4669-AE63-36705CE3DD41}"/>
          </ac:spMkLst>
        </pc:spChg>
        <pc:spChg chg="add del mod">
          <ac:chgData name="Minh Huynh" userId="01a137d4-0d81-46e0-aca6-c9185b391828" providerId="ADAL" clId="{812CCF7A-788B-4227-A920-48EDF3D1C151}" dt="2026-10-13T10:30:24.095" v="168"/>
          <ac:spMkLst>
            <pc:docMk/>
            <pc:sldMk cId="245211579" sldId="4753"/>
            <ac:spMk id="63" creationId="{90E28A04-2451-4908-9937-F0CD18235DC8}"/>
          </ac:spMkLst>
        </pc:spChg>
        <pc:spChg chg="add del mod">
          <ac:chgData name="Minh Huynh" userId="01a137d4-0d81-46e0-aca6-c9185b391828" providerId="ADAL" clId="{812CCF7A-788B-4227-A920-48EDF3D1C151}" dt="2026-10-13T10:30:24.095" v="168"/>
          <ac:spMkLst>
            <pc:docMk/>
            <pc:sldMk cId="245211579" sldId="4753"/>
            <ac:spMk id="64" creationId="{0A725159-A838-4289-A294-3DC893A17091}"/>
          </ac:spMkLst>
        </pc:spChg>
        <pc:spChg chg="add del mod">
          <ac:chgData name="Minh Huynh" userId="01a137d4-0d81-46e0-aca6-c9185b391828" providerId="ADAL" clId="{812CCF7A-788B-4227-A920-48EDF3D1C151}" dt="2026-10-13T10:30:24.095" v="168"/>
          <ac:spMkLst>
            <pc:docMk/>
            <pc:sldMk cId="245211579" sldId="4753"/>
            <ac:spMk id="65" creationId="{DBA92CC5-8A24-4E62-99F8-0D0A4CE659E2}"/>
          </ac:spMkLst>
        </pc:spChg>
        <pc:spChg chg="add del mod">
          <ac:chgData name="Minh Huynh" userId="01a137d4-0d81-46e0-aca6-c9185b391828" providerId="ADAL" clId="{812CCF7A-788B-4227-A920-48EDF3D1C151}" dt="2026-10-13T10:30:24.095" v="168"/>
          <ac:spMkLst>
            <pc:docMk/>
            <pc:sldMk cId="245211579" sldId="4753"/>
            <ac:spMk id="66" creationId="{AFCDB983-CDA4-45AE-BBF9-739838FFA1C1}"/>
          </ac:spMkLst>
        </pc:spChg>
        <pc:spChg chg="add del mod">
          <ac:chgData name="Minh Huynh" userId="01a137d4-0d81-46e0-aca6-c9185b391828" providerId="ADAL" clId="{812CCF7A-788B-4227-A920-48EDF3D1C151}" dt="2026-10-13T10:30:24.095" v="168"/>
          <ac:spMkLst>
            <pc:docMk/>
            <pc:sldMk cId="245211579" sldId="4753"/>
            <ac:spMk id="67" creationId="{0E648845-434D-46AE-BBA7-BDBDF4EB987E}"/>
          </ac:spMkLst>
        </pc:spChg>
        <pc:spChg chg="add del mod">
          <ac:chgData name="Minh Huynh" userId="01a137d4-0d81-46e0-aca6-c9185b391828" providerId="ADAL" clId="{812CCF7A-788B-4227-A920-48EDF3D1C151}" dt="2026-10-13T10:30:24.095" v="168"/>
          <ac:spMkLst>
            <pc:docMk/>
            <pc:sldMk cId="245211579" sldId="4753"/>
            <ac:spMk id="68" creationId="{D8C89365-F80F-4696-AC98-CC25C4F99135}"/>
          </ac:spMkLst>
        </pc:spChg>
        <pc:spChg chg="add del mod">
          <ac:chgData name="Minh Huynh" userId="01a137d4-0d81-46e0-aca6-c9185b391828" providerId="ADAL" clId="{812CCF7A-788B-4227-A920-48EDF3D1C151}" dt="2026-10-13T10:30:24.095" v="168"/>
          <ac:spMkLst>
            <pc:docMk/>
            <pc:sldMk cId="245211579" sldId="4753"/>
            <ac:spMk id="69" creationId="{74F91575-C146-4E19-8DC7-7A7FD179A64F}"/>
          </ac:spMkLst>
        </pc:spChg>
        <pc:spChg chg="add del mod">
          <ac:chgData name="Minh Huynh" userId="01a137d4-0d81-46e0-aca6-c9185b391828" providerId="ADAL" clId="{812CCF7A-788B-4227-A920-48EDF3D1C151}" dt="2026-10-13T10:30:24.095" v="168"/>
          <ac:spMkLst>
            <pc:docMk/>
            <pc:sldMk cId="245211579" sldId="4753"/>
            <ac:spMk id="70" creationId="{05CCBEE9-FE18-4C08-B253-3F3D0EDA381E}"/>
          </ac:spMkLst>
        </pc:spChg>
        <pc:spChg chg="add del mod">
          <ac:chgData name="Minh Huynh" userId="01a137d4-0d81-46e0-aca6-c9185b391828" providerId="ADAL" clId="{812CCF7A-788B-4227-A920-48EDF3D1C151}" dt="2026-10-13T10:30:24.095" v="168"/>
          <ac:spMkLst>
            <pc:docMk/>
            <pc:sldMk cId="245211579" sldId="4753"/>
            <ac:spMk id="71" creationId="{05345FEC-C6B5-4190-9224-B1B4E8D2B268}"/>
          </ac:spMkLst>
        </pc:spChg>
        <pc:spChg chg="add del mod">
          <ac:chgData name="Minh Huynh" userId="01a137d4-0d81-46e0-aca6-c9185b391828" providerId="ADAL" clId="{812CCF7A-788B-4227-A920-48EDF3D1C151}" dt="2026-10-13T10:30:24.095" v="168"/>
          <ac:spMkLst>
            <pc:docMk/>
            <pc:sldMk cId="245211579" sldId="4753"/>
            <ac:spMk id="72" creationId="{A8BD0625-E653-48B3-B396-5932B08CFB4A}"/>
          </ac:spMkLst>
        </pc:spChg>
        <pc:spChg chg="add del mod">
          <ac:chgData name="Minh Huynh" userId="01a137d4-0d81-46e0-aca6-c9185b391828" providerId="ADAL" clId="{812CCF7A-788B-4227-A920-48EDF3D1C151}" dt="2026-10-13T10:30:24.095" v="168"/>
          <ac:spMkLst>
            <pc:docMk/>
            <pc:sldMk cId="245211579" sldId="4753"/>
            <ac:spMk id="73" creationId="{F2DBD958-F8B0-410B-A056-684EF35AD9FD}"/>
          </ac:spMkLst>
        </pc:spChg>
        <pc:spChg chg="add del mod">
          <ac:chgData name="Minh Huynh" userId="01a137d4-0d81-46e0-aca6-c9185b391828" providerId="ADAL" clId="{812CCF7A-788B-4227-A920-48EDF3D1C151}" dt="2026-10-13T10:30:24.095" v="168"/>
          <ac:spMkLst>
            <pc:docMk/>
            <pc:sldMk cId="245211579" sldId="4753"/>
            <ac:spMk id="74" creationId="{610854EE-B60B-4C71-A55F-7A12803C2E31}"/>
          </ac:spMkLst>
        </pc:spChg>
        <pc:spChg chg="add del mod">
          <ac:chgData name="Minh Huynh" userId="01a137d4-0d81-46e0-aca6-c9185b391828" providerId="ADAL" clId="{812CCF7A-788B-4227-A920-48EDF3D1C151}" dt="2026-10-13T10:30:24.095" v="168"/>
          <ac:spMkLst>
            <pc:docMk/>
            <pc:sldMk cId="245211579" sldId="4753"/>
            <ac:spMk id="75" creationId="{367D9200-5341-45BD-9FC1-0CDD13E6088F}"/>
          </ac:spMkLst>
        </pc:spChg>
        <pc:spChg chg="add del mod">
          <ac:chgData name="Minh Huynh" userId="01a137d4-0d81-46e0-aca6-c9185b391828" providerId="ADAL" clId="{812CCF7A-788B-4227-A920-48EDF3D1C151}" dt="2026-10-13T10:30:24.095" v="168"/>
          <ac:spMkLst>
            <pc:docMk/>
            <pc:sldMk cId="245211579" sldId="4753"/>
            <ac:spMk id="76" creationId="{2FFC0C35-8669-47C2-8787-B6A42070EBCD}"/>
          </ac:spMkLst>
        </pc:spChg>
        <pc:spChg chg="add del mod">
          <ac:chgData name="Minh Huynh" userId="01a137d4-0d81-46e0-aca6-c9185b391828" providerId="ADAL" clId="{812CCF7A-788B-4227-A920-48EDF3D1C151}" dt="2026-10-13T10:30:24.095" v="168"/>
          <ac:spMkLst>
            <pc:docMk/>
            <pc:sldMk cId="245211579" sldId="4753"/>
            <ac:spMk id="77" creationId="{3A16ECA9-B233-47B8-8BE5-D174AEC4D9ED}"/>
          </ac:spMkLst>
        </pc:spChg>
        <pc:spChg chg="add del mod">
          <ac:chgData name="Minh Huynh" userId="01a137d4-0d81-46e0-aca6-c9185b391828" providerId="ADAL" clId="{812CCF7A-788B-4227-A920-48EDF3D1C151}" dt="2026-10-13T10:30:24.095" v="168"/>
          <ac:spMkLst>
            <pc:docMk/>
            <pc:sldMk cId="245211579" sldId="4753"/>
            <ac:spMk id="78" creationId="{DA04DF21-FEAE-4495-9AB6-CB6ACA199078}"/>
          </ac:spMkLst>
        </pc:spChg>
        <pc:spChg chg="add del mod">
          <ac:chgData name="Minh Huynh" userId="01a137d4-0d81-46e0-aca6-c9185b391828" providerId="ADAL" clId="{812CCF7A-788B-4227-A920-48EDF3D1C151}" dt="2026-10-13T10:30:24.095" v="168"/>
          <ac:spMkLst>
            <pc:docMk/>
            <pc:sldMk cId="245211579" sldId="4753"/>
            <ac:spMk id="79" creationId="{90DE48BB-CDAF-44BF-A0B4-4DAF64847CAE}"/>
          </ac:spMkLst>
        </pc:spChg>
        <pc:spChg chg="add del mod">
          <ac:chgData name="Minh Huynh" userId="01a137d4-0d81-46e0-aca6-c9185b391828" providerId="ADAL" clId="{812CCF7A-788B-4227-A920-48EDF3D1C151}" dt="2026-10-13T10:30:26.119" v="172"/>
          <ac:spMkLst>
            <pc:docMk/>
            <pc:sldMk cId="245211579" sldId="4753"/>
            <ac:spMk id="82" creationId="{83D9D205-AE08-4F18-B3B0-43EAE17C4859}"/>
          </ac:spMkLst>
        </pc:spChg>
        <pc:spChg chg="add del mod">
          <ac:chgData name="Minh Huynh" userId="01a137d4-0d81-46e0-aca6-c9185b391828" providerId="ADAL" clId="{812CCF7A-788B-4227-A920-48EDF3D1C151}" dt="2026-10-13T10:30:26.119" v="172"/>
          <ac:spMkLst>
            <pc:docMk/>
            <pc:sldMk cId="245211579" sldId="4753"/>
            <ac:spMk id="83" creationId="{5A784279-1886-4E65-ACB4-FFC44F138B2E}"/>
          </ac:spMkLst>
        </pc:spChg>
        <pc:spChg chg="add del mod">
          <ac:chgData name="Minh Huynh" userId="01a137d4-0d81-46e0-aca6-c9185b391828" providerId="ADAL" clId="{812CCF7A-788B-4227-A920-48EDF3D1C151}" dt="2026-10-13T10:30:26.119" v="172"/>
          <ac:spMkLst>
            <pc:docMk/>
            <pc:sldMk cId="245211579" sldId="4753"/>
            <ac:spMk id="84" creationId="{066962F6-EB96-4974-8EDD-AF7963607DA9}"/>
          </ac:spMkLst>
        </pc:spChg>
        <pc:spChg chg="add del mod">
          <ac:chgData name="Minh Huynh" userId="01a137d4-0d81-46e0-aca6-c9185b391828" providerId="ADAL" clId="{812CCF7A-788B-4227-A920-48EDF3D1C151}" dt="2026-10-13T10:30:26.119" v="172"/>
          <ac:spMkLst>
            <pc:docMk/>
            <pc:sldMk cId="245211579" sldId="4753"/>
            <ac:spMk id="85" creationId="{D373C87C-5EBF-435F-906F-FEEE0EAF0605}"/>
          </ac:spMkLst>
        </pc:spChg>
        <pc:spChg chg="add del mod">
          <ac:chgData name="Minh Huynh" userId="01a137d4-0d81-46e0-aca6-c9185b391828" providerId="ADAL" clId="{812CCF7A-788B-4227-A920-48EDF3D1C151}" dt="2026-10-13T10:30:26.119" v="172"/>
          <ac:spMkLst>
            <pc:docMk/>
            <pc:sldMk cId="245211579" sldId="4753"/>
            <ac:spMk id="86" creationId="{44D809A9-123B-48A7-BD70-DC9FDA97F52E}"/>
          </ac:spMkLst>
        </pc:spChg>
        <pc:spChg chg="add del mod">
          <ac:chgData name="Minh Huynh" userId="01a137d4-0d81-46e0-aca6-c9185b391828" providerId="ADAL" clId="{812CCF7A-788B-4227-A920-48EDF3D1C151}" dt="2026-10-13T10:30:26.119" v="172"/>
          <ac:spMkLst>
            <pc:docMk/>
            <pc:sldMk cId="245211579" sldId="4753"/>
            <ac:spMk id="87" creationId="{183D5D5A-5A07-4D8E-994C-9DB3459F31E0}"/>
          </ac:spMkLst>
        </pc:spChg>
        <pc:spChg chg="add del mod">
          <ac:chgData name="Minh Huynh" userId="01a137d4-0d81-46e0-aca6-c9185b391828" providerId="ADAL" clId="{812CCF7A-788B-4227-A920-48EDF3D1C151}" dt="2026-10-13T10:30:26.119" v="172"/>
          <ac:spMkLst>
            <pc:docMk/>
            <pc:sldMk cId="245211579" sldId="4753"/>
            <ac:spMk id="88" creationId="{24222036-5973-4CB3-BB91-99A184CB39C0}"/>
          </ac:spMkLst>
        </pc:spChg>
        <pc:spChg chg="add del mod">
          <ac:chgData name="Minh Huynh" userId="01a137d4-0d81-46e0-aca6-c9185b391828" providerId="ADAL" clId="{812CCF7A-788B-4227-A920-48EDF3D1C151}" dt="2026-10-13T10:30:26.119" v="172"/>
          <ac:spMkLst>
            <pc:docMk/>
            <pc:sldMk cId="245211579" sldId="4753"/>
            <ac:spMk id="89" creationId="{BAC974A9-B27A-43F4-81DA-D02460B1A26C}"/>
          </ac:spMkLst>
        </pc:spChg>
        <pc:spChg chg="add del mod">
          <ac:chgData name="Minh Huynh" userId="01a137d4-0d81-46e0-aca6-c9185b391828" providerId="ADAL" clId="{812CCF7A-788B-4227-A920-48EDF3D1C151}" dt="2026-10-13T10:30:26.119" v="172"/>
          <ac:spMkLst>
            <pc:docMk/>
            <pc:sldMk cId="245211579" sldId="4753"/>
            <ac:spMk id="90" creationId="{4E20836D-90A2-420E-B028-61660D00BFEE}"/>
          </ac:spMkLst>
        </pc:spChg>
        <pc:spChg chg="add del mod">
          <ac:chgData name="Minh Huynh" userId="01a137d4-0d81-46e0-aca6-c9185b391828" providerId="ADAL" clId="{812CCF7A-788B-4227-A920-48EDF3D1C151}" dt="2026-10-13T10:30:26.119" v="172"/>
          <ac:spMkLst>
            <pc:docMk/>
            <pc:sldMk cId="245211579" sldId="4753"/>
            <ac:spMk id="91" creationId="{7A913333-E960-41D2-B1A3-1BF1D6C2D0AD}"/>
          </ac:spMkLst>
        </pc:spChg>
        <pc:spChg chg="add del mod">
          <ac:chgData name="Minh Huynh" userId="01a137d4-0d81-46e0-aca6-c9185b391828" providerId="ADAL" clId="{812CCF7A-788B-4227-A920-48EDF3D1C151}" dt="2026-10-13T10:30:26.119" v="172"/>
          <ac:spMkLst>
            <pc:docMk/>
            <pc:sldMk cId="245211579" sldId="4753"/>
            <ac:spMk id="92" creationId="{DB11222C-A714-403D-82A6-8D6999124A60}"/>
          </ac:spMkLst>
        </pc:spChg>
        <pc:spChg chg="add del mod">
          <ac:chgData name="Minh Huynh" userId="01a137d4-0d81-46e0-aca6-c9185b391828" providerId="ADAL" clId="{812CCF7A-788B-4227-A920-48EDF3D1C151}" dt="2026-10-13T10:30:26.119" v="172"/>
          <ac:spMkLst>
            <pc:docMk/>
            <pc:sldMk cId="245211579" sldId="4753"/>
            <ac:spMk id="93" creationId="{3F2A6B92-C2DC-40D8-BBC0-DEF23B2EA795}"/>
          </ac:spMkLst>
        </pc:spChg>
        <pc:spChg chg="add del mod">
          <ac:chgData name="Minh Huynh" userId="01a137d4-0d81-46e0-aca6-c9185b391828" providerId="ADAL" clId="{812CCF7A-788B-4227-A920-48EDF3D1C151}" dt="2026-10-13T10:30:26.119" v="172"/>
          <ac:spMkLst>
            <pc:docMk/>
            <pc:sldMk cId="245211579" sldId="4753"/>
            <ac:spMk id="94" creationId="{B85C018C-1324-4C7B-877F-FBC3CD48F0C1}"/>
          </ac:spMkLst>
        </pc:spChg>
        <pc:spChg chg="add del mod">
          <ac:chgData name="Minh Huynh" userId="01a137d4-0d81-46e0-aca6-c9185b391828" providerId="ADAL" clId="{812CCF7A-788B-4227-A920-48EDF3D1C151}" dt="2026-10-13T10:30:26.119" v="172"/>
          <ac:spMkLst>
            <pc:docMk/>
            <pc:sldMk cId="245211579" sldId="4753"/>
            <ac:spMk id="95" creationId="{CA6CDA84-04F3-4B17-9D2A-CC144C90F2C1}"/>
          </ac:spMkLst>
        </pc:spChg>
        <pc:spChg chg="add del mod">
          <ac:chgData name="Minh Huynh" userId="01a137d4-0d81-46e0-aca6-c9185b391828" providerId="ADAL" clId="{812CCF7A-788B-4227-A920-48EDF3D1C151}" dt="2026-10-13T10:30:26.119" v="172"/>
          <ac:spMkLst>
            <pc:docMk/>
            <pc:sldMk cId="245211579" sldId="4753"/>
            <ac:spMk id="96" creationId="{C70288C9-4FCA-42DE-ACE7-841D9FE288E6}"/>
          </ac:spMkLst>
        </pc:spChg>
        <pc:spChg chg="add del mod">
          <ac:chgData name="Minh Huynh" userId="01a137d4-0d81-46e0-aca6-c9185b391828" providerId="ADAL" clId="{812CCF7A-788B-4227-A920-48EDF3D1C151}" dt="2026-10-13T10:30:26.119" v="172"/>
          <ac:spMkLst>
            <pc:docMk/>
            <pc:sldMk cId="245211579" sldId="4753"/>
            <ac:spMk id="97" creationId="{F82C54C2-DA45-4C21-BDB9-4401554DACE6}"/>
          </ac:spMkLst>
        </pc:spChg>
        <pc:spChg chg="add del mod">
          <ac:chgData name="Minh Huynh" userId="01a137d4-0d81-46e0-aca6-c9185b391828" providerId="ADAL" clId="{812CCF7A-788B-4227-A920-48EDF3D1C151}" dt="2026-10-13T10:30:26.119" v="172"/>
          <ac:spMkLst>
            <pc:docMk/>
            <pc:sldMk cId="245211579" sldId="4753"/>
            <ac:spMk id="98" creationId="{F0538EF6-F1BE-47F8-9A40-818C061F46F5}"/>
          </ac:spMkLst>
        </pc:spChg>
        <pc:spChg chg="add del mod">
          <ac:chgData name="Minh Huynh" userId="01a137d4-0d81-46e0-aca6-c9185b391828" providerId="ADAL" clId="{812CCF7A-788B-4227-A920-48EDF3D1C151}" dt="2026-10-13T10:30:26.119" v="172"/>
          <ac:spMkLst>
            <pc:docMk/>
            <pc:sldMk cId="245211579" sldId="4753"/>
            <ac:spMk id="99" creationId="{26B4D003-C4BA-4BCC-B0A4-D3EBA599381E}"/>
          </ac:spMkLst>
        </pc:spChg>
        <pc:spChg chg="add del mod">
          <ac:chgData name="Minh Huynh" userId="01a137d4-0d81-46e0-aca6-c9185b391828" providerId="ADAL" clId="{812CCF7A-788B-4227-A920-48EDF3D1C151}" dt="2026-10-13T10:30:26.119" v="172"/>
          <ac:spMkLst>
            <pc:docMk/>
            <pc:sldMk cId="245211579" sldId="4753"/>
            <ac:spMk id="100" creationId="{A031F696-DF19-446C-8ABF-FCDBE8233902}"/>
          </ac:spMkLst>
        </pc:spChg>
        <pc:spChg chg="add del mod">
          <ac:chgData name="Minh Huynh" userId="01a137d4-0d81-46e0-aca6-c9185b391828" providerId="ADAL" clId="{812CCF7A-788B-4227-A920-48EDF3D1C151}" dt="2026-10-13T10:30:26.119" v="172"/>
          <ac:spMkLst>
            <pc:docMk/>
            <pc:sldMk cId="245211579" sldId="4753"/>
            <ac:spMk id="101" creationId="{543C7C73-899F-4DF7-9943-48BE05B46CA4}"/>
          </ac:spMkLst>
        </pc:spChg>
        <pc:spChg chg="add del mod">
          <ac:chgData name="Minh Huynh" userId="01a137d4-0d81-46e0-aca6-c9185b391828" providerId="ADAL" clId="{812CCF7A-788B-4227-A920-48EDF3D1C151}" dt="2026-10-13T10:30:26.119" v="172"/>
          <ac:spMkLst>
            <pc:docMk/>
            <pc:sldMk cId="245211579" sldId="4753"/>
            <ac:spMk id="102" creationId="{7FBA932C-73E6-44D5-8DFF-25A10EAA0640}"/>
          </ac:spMkLst>
        </pc:spChg>
        <pc:spChg chg="add del mod">
          <ac:chgData name="Minh Huynh" userId="01a137d4-0d81-46e0-aca6-c9185b391828" providerId="ADAL" clId="{812CCF7A-788B-4227-A920-48EDF3D1C151}" dt="2026-10-13T10:30:26.119" v="172"/>
          <ac:spMkLst>
            <pc:docMk/>
            <pc:sldMk cId="245211579" sldId="4753"/>
            <ac:spMk id="103" creationId="{CBFD9CBB-F31A-46B5-AA7E-197524966C55}"/>
          </ac:spMkLst>
        </pc:spChg>
        <pc:spChg chg="del">
          <ac:chgData name="Minh Huynh" userId="01a137d4-0d81-46e0-aca6-c9185b391828" providerId="ADAL" clId="{812CCF7A-788B-4227-A920-48EDF3D1C151}" dt="2026-10-13T10:29:45.922" v="147" actId="478"/>
          <ac:spMkLst>
            <pc:docMk/>
            <pc:sldMk cId="245211579" sldId="4753"/>
            <ac:spMk id="104" creationId="{1A1737B4-5C22-48C0-A017-BE9CFEF00550}"/>
          </ac:spMkLst>
        </pc:spChg>
        <pc:spChg chg="add del mod">
          <ac:chgData name="Minh Huynh" userId="01a137d4-0d81-46e0-aca6-c9185b391828" providerId="ADAL" clId="{812CCF7A-788B-4227-A920-48EDF3D1C151}" dt="2026-10-13T10:30:26.119" v="172"/>
          <ac:spMkLst>
            <pc:docMk/>
            <pc:sldMk cId="245211579" sldId="4753"/>
            <ac:spMk id="105" creationId="{46C04ED7-6DE0-4143-9FDA-39E716FF62E6}"/>
          </ac:spMkLst>
        </pc:spChg>
        <pc:spChg chg="add del mod">
          <ac:chgData name="Minh Huynh" userId="01a137d4-0d81-46e0-aca6-c9185b391828" providerId="ADAL" clId="{812CCF7A-788B-4227-A920-48EDF3D1C151}" dt="2026-10-13T10:30:38.553" v="178"/>
          <ac:spMkLst>
            <pc:docMk/>
            <pc:sldMk cId="245211579" sldId="4753"/>
            <ac:spMk id="108" creationId="{7BF23E04-1EF6-4C97-AF84-97BB599050C5}"/>
          </ac:spMkLst>
        </pc:spChg>
        <pc:spChg chg="add del mod">
          <ac:chgData name="Minh Huynh" userId="01a137d4-0d81-46e0-aca6-c9185b391828" providerId="ADAL" clId="{812CCF7A-788B-4227-A920-48EDF3D1C151}" dt="2026-10-13T10:30:38.553" v="178"/>
          <ac:spMkLst>
            <pc:docMk/>
            <pc:sldMk cId="245211579" sldId="4753"/>
            <ac:spMk id="109" creationId="{90DF36AA-3FC6-41C1-A8EC-A746B5DC0CD7}"/>
          </ac:spMkLst>
        </pc:spChg>
        <pc:spChg chg="add del mod">
          <ac:chgData name="Minh Huynh" userId="01a137d4-0d81-46e0-aca6-c9185b391828" providerId="ADAL" clId="{812CCF7A-788B-4227-A920-48EDF3D1C151}" dt="2026-10-13T10:30:38.553" v="178"/>
          <ac:spMkLst>
            <pc:docMk/>
            <pc:sldMk cId="245211579" sldId="4753"/>
            <ac:spMk id="110" creationId="{EF1813DF-9C64-4A6C-8467-9D52C1E2F502}"/>
          </ac:spMkLst>
        </pc:spChg>
        <pc:spChg chg="add del mod">
          <ac:chgData name="Minh Huynh" userId="01a137d4-0d81-46e0-aca6-c9185b391828" providerId="ADAL" clId="{812CCF7A-788B-4227-A920-48EDF3D1C151}" dt="2026-10-13T10:30:38.553" v="178"/>
          <ac:spMkLst>
            <pc:docMk/>
            <pc:sldMk cId="245211579" sldId="4753"/>
            <ac:spMk id="111" creationId="{476C49B7-08BB-482A-8075-9BB5B8DA5EC0}"/>
          </ac:spMkLst>
        </pc:spChg>
        <pc:spChg chg="add del mod">
          <ac:chgData name="Minh Huynh" userId="01a137d4-0d81-46e0-aca6-c9185b391828" providerId="ADAL" clId="{812CCF7A-788B-4227-A920-48EDF3D1C151}" dt="2026-10-13T10:30:38.553" v="178"/>
          <ac:spMkLst>
            <pc:docMk/>
            <pc:sldMk cId="245211579" sldId="4753"/>
            <ac:spMk id="112" creationId="{FE51A73B-B9A4-479A-B393-68D7E3FD6162}"/>
          </ac:spMkLst>
        </pc:spChg>
        <pc:spChg chg="add del mod">
          <ac:chgData name="Minh Huynh" userId="01a137d4-0d81-46e0-aca6-c9185b391828" providerId="ADAL" clId="{812CCF7A-788B-4227-A920-48EDF3D1C151}" dt="2026-10-13T10:30:38.553" v="178"/>
          <ac:spMkLst>
            <pc:docMk/>
            <pc:sldMk cId="245211579" sldId="4753"/>
            <ac:spMk id="113" creationId="{58D6830C-F663-480D-BFA4-332C50271950}"/>
          </ac:spMkLst>
        </pc:spChg>
        <pc:spChg chg="add del mod">
          <ac:chgData name="Minh Huynh" userId="01a137d4-0d81-46e0-aca6-c9185b391828" providerId="ADAL" clId="{812CCF7A-788B-4227-A920-48EDF3D1C151}" dt="2026-10-13T10:30:38.553" v="178"/>
          <ac:spMkLst>
            <pc:docMk/>
            <pc:sldMk cId="245211579" sldId="4753"/>
            <ac:spMk id="114" creationId="{FE293FDA-B9C2-4548-ABD4-16B4BB65042A}"/>
          </ac:spMkLst>
        </pc:spChg>
        <pc:spChg chg="add del mod">
          <ac:chgData name="Minh Huynh" userId="01a137d4-0d81-46e0-aca6-c9185b391828" providerId="ADAL" clId="{812CCF7A-788B-4227-A920-48EDF3D1C151}" dt="2026-10-13T10:30:38.553" v="178"/>
          <ac:spMkLst>
            <pc:docMk/>
            <pc:sldMk cId="245211579" sldId="4753"/>
            <ac:spMk id="115" creationId="{A8A16CB4-BE8A-4B0F-8A32-66F80F8F1D51}"/>
          </ac:spMkLst>
        </pc:spChg>
        <pc:spChg chg="add del mod">
          <ac:chgData name="Minh Huynh" userId="01a137d4-0d81-46e0-aca6-c9185b391828" providerId="ADAL" clId="{812CCF7A-788B-4227-A920-48EDF3D1C151}" dt="2026-10-13T10:30:38.553" v="178"/>
          <ac:spMkLst>
            <pc:docMk/>
            <pc:sldMk cId="245211579" sldId="4753"/>
            <ac:spMk id="116" creationId="{5A7D97C1-21B3-45A7-9789-EA04344E8F60}"/>
          </ac:spMkLst>
        </pc:spChg>
        <pc:spChg chg="add del mod">
          <ac:chgData name="Minh Huynh" userId="01a137d4-0d81-46e0-aca6-c9185b391828" providerId="ADAL" clId="{812CCF7A-788B-4227-A920-48EDF3D1C151}" dt="2026-10-13T10:30:38.553" v="178"/>
          <ac:spMkLst>
            <pc:docMk/>
            <pc:sldMk cId="245211579" sldId="4753"/>
            <ac:spMk id="117" creationId="{E8590E5B-3005-4B81-9322-D91E79AFA7C8}"/>
          </ac:spMkLst>
        </pc:spChg>
        <pc:spChg chg="add del mod">
          <ac:chgData name="Minh Huynh" userId="01a137d4-0d81-46e0-aca6-c9185b391828" providerId="ADAL" clId="{812CCF7A-788B-4227-A920-48EDF3D1C151}" dt="2026-10-13T10:30:38.553" v="178"/>
          <ac:spMkLst>
            <pc:docMk/>
            <pc:sldMk cId="245211579" sldId="4753"/>
            <ac:spMk id="118" creationId="{2DFB951B-9784-4C91-8816-5491A6B1928D}"/>
          </ac:spMkLst>
        </pc:spChg>
        <pc:spChg chg="add del mod">
          <ac:chgData name="Minh Huynh" userId="01a137d4-0d81-46e0-aca6-c9185b391828" providerId="ADAL" clId="{812CCF7A-788B-4227-A920-48EDF3D1C151}" dt="2026-10-13T10:30:38.553" v="178"/>
          <ac:spMkLst>
            <pc:docMk/>
            <pc:sldMk cId="245211579" sldId="4753"/>
            <ac:spMk id="119" creationId="{63CED688-994E-4EFD-9FA5-CEA4853EDBB6}"/>
          </ac:spMkLst>
        </pc:spChg>
        <pc:spChg chg="add del mod">
          <ac:chgData name="Minh Huynh" userId="01a137d4-0d81-46e0-aca6-c9185b391828" providerId="ADAL" clId="{812CCF7A-788B-4227-A920-48EDF3D1C151}" dt="2026-10-13T10:30:38.553" v="178"/>
          <ac:spMkLst>
            <pc:docMk/>
            <pc:sldMk cId="245211579" sldId="4753"/>
            <ac:spMk id="120" creationId="{CE408CAF-E3C6-44CE-A19B-DFF0A108578C}"/>
          </ac:spMkLst>
        </pc:spChg>
        <pc:spChg chg="add del mod">
          <ac:chgData name="Minh Huynh" userId="01a137d4-0d81-46e0-aca6-c9185b391828" providerId="ADAL" clId="{812CCF7A-788B-4227-A920-48EDF3D1C151}" dt="2026-10-13T10:30:38.553" v="178"/>
          <ac:spMkLst>
            <pc:docMk/>
            <pc:sldMk cId="245211579" sldId="4753"/>
            <ac:spMk id="121" creationId="{6210E569-CD44-48A4-AEA9-A2852FCB679F}"/>
          </ac:spMkLst>
        </pc:spChg>
        <pc:spChg chg="add del mod">
          <ac:chgData name="Minh Huynh" userId="01a137d4-0d81-46e0-aca6-c9185b391828" providerId="ADAL" clId="{812CCF7A-788B-4227-A920-48EDF3D1C151}" dt="2026-10-13T10:30:38.553" v="178"/>
          <ac:spMkLst>
            <pc:docMk/>
            <pc:sldMk cId="245211579" sldId="4753"/>
            <ac:spMk id="122" creationId="{31C20AB7-78E2-4BC5-9077-CF1320D5BCF3}"/>
          </ac:spMkLst>
        </pc:spChg>
        <pc:spChg chg="add del mod">
          <ac:chgData name="Minh Huynh" userId="01a137d4-0d81-46e0-aca6-c9185b391828" providerId="ADAL" clId="{812CCF7A-788B-4227-A920-48EDF3D1C151}" dt="2026-10-13T10:30:38.553" v="178"/>
          <ac:spMkLst>
            <pc:docMk/>
            <pc:sldMk cId="245211579" sldId="4753"/>
            <ac:spMk id="123" creationId="{0DD2AD70-EE67-4EA4-AD98-DEB070C8FF46}"/>
          </ac:spMkLst>
        </pc:spChg>
        <pc:spChg chg="add del mod">
          <ac:chgData name="Minh Huynh" userId="01a137d4-0d81-46e0-aca6-c9185b391828" providerId="ADAL" clId="{812CCF7A-788B-4227-A920-48EDF3D1C151}" dt="2026-10-13T10:30:38.553" v="178"/>
          <ac:spMkLst>
            <pc:docMk/>
            <pc:sldMk cId="245211579" sldId="4753"/>
            <ac:spMk id="124" creationId="{0017CC08-7D2D-4090-959B-80910830E39D}"/>
          </ac:spMkLst>
        </pc:spChg>
        <pc:spChg chg="add del mod">
          <ac:chgData name="Minh Huynh" userId="01a137d4-0d81-46e0-aca6-c9185b391828" providerId="ADAL" clId="{812CCF7A-788B-4227-A920-48EDF3D1C151}" dt="2026-10-13T10:30:38.553" v="178"/>
          <ac:spMkLst>
            <pc:docMk/>
            <pc:sldMk cId="245211579" sldId="4753"/>
            <ac:spMk id="125" creationId="{215494BB-B0D6-4468-A042-6E3814E0632B}"/>
          </ac:spMkLst>
        </pc:spChg>
        <pc:spChg chg="add del mod">
          <ac:chgData name="Minh Huynh" userId="01a137d4-0d81-46e0-aca6-c9185b391828" providerId="ADAL" clId="{812CCF7A-788B-4227-A920-48EDF3D1C151}" dt="2026-10-13T10:30:38.553" v="178"/>
          <ac:spMkLst>
            <pc:docMk/>
            <pc:sldMk cId="245211579" sldId="4753"/>
            <ac:spMk id="126" creationId="{971AD5D5-F184-4CD4-9282-0F3D0C006FA9}"/>
          </ac:spMkLst>
        </pc:spChg>
        <pc:spChg chg="add del mod">
          <ac:chgData name="Minh Huynh" userId="01a137d4-0d81-46e0-aca6-c9185b391828" providerId="ADAL" clId="{812CCF7A-788B-4227-A920-48EDF3D1C151}" dt="2026-10-13T10:30:38.553" v="178"/>
          <ac:spMkLst>
            <pc:docMk/>
            <pc:sldMk cId="245211579" sldId="4753"/>
            <ac:spMk id="127" creationId="{994925DC-85FE-4B57-B22E-A3E1B51680B2}"/>
          </ac:spMkLst>
        </pc:spChg>
        <pc:spChg chg="add del mod">
          <ac:chgData name="Minh Huynh" userId="01a137d4-0d81-46e0-aca6-c9185b391828" providerId="ADAL" clId="{812CCF7A-788B-4227-A920-48EDF3D1C151}" dt="2026-10-13T10:30:38.553" v="178"/>
          <ac:spMkLst>
            <pc:docMk/>
            <pc:sldMk cId="245211579" sldId="4753"/>
            <ac:spMk id="128" creationId="{23D5D059-16E4-489E-AEEA-5496731A9C31}"/>
          </ac:spMkLst>
        </pc:spChg>
        <pc:spChg chg="add del mod">
          <ac:chgData name="Minh Huynh" userId="01a137d4-0d81-46e0-aca6-c9185b391828" providerId="ADAL" clId="{812CCF7A-788B-4227-A920-48EDF3D1C151}" dt="2026-10-13T10:30:38.553" v="178"/>
          <ac:spMkLst>
            <pc:docMk/>
            <pc:sldMk cId="245211579" sldId="4753"/>
            <ac:spMk id="129" creationId="{5E47B17E-7113-42E7-9929-520119471D56}"/>
          </ac:spMkLst>
        </pc:spChg>
        <pc:spChg chg="add del mod">
          <ac:chgData name="Minh Huynh" userId="01a137d4-0d81-46e0-aca6-c9185b391828" providerId="ADAL" clId="{812CCF7A-788B-4227-A920-48EDF3D1C151}" dt="2026-10-13T10:30:38.553" v="178"/>
          <ac:spMkLst>
            <pc:docMk/>
            <pc:sldMk cId="245211579" sldId="4753"/>
            <ac:spMk id="130" creationId="{E019AE4E-5E86-4E64-9BAB-671B771885D1}"/>
          </ac:spMkLst>
        </pc:spChg>
        <pc:spChg chg="add del mod">
          <ac:chgData name="Minh Huynh" userId="01a137d4-0d81-46e0-aca6-c9185b391828" providerId="ADAL" clId="{812CCF7A-788B-4227-A920-48EDF3D1C151}" dt="2026-10-13T10:31:08.097" v="187"/>
          <ac:spMkLst>
            <pc:docMk/>
            <pc:sldMk cId="245211579" sldId="4753"/>
            <ac:spMk id="133" creationId="{78DC5BC5-5514-4425-BC8F-4972BC1EE1FF}"/>
          </ac:spMkLst>
        </pc:spChg>
        <pc:spChg chg="add del mod">
          <ac:chgData name="Minh Huynh" userId="01a137d4-0d81-46e0-aca6-c9185b391828" providerId="ADAL" clId="{812CCF7A-788B-4227-A920-48EDF3D1C151}" dt="2026-10-13T10:31:08.097" v="187"/>
          <ac:spMkLst>
            <pc:docMk/>
            <pc:sldMk cId="245211579" sldId="4753"/>
            <ac:spMk id="134" creationId="{A89BA648-A4A2-49F8-B902-C868FF1C725A}"/>
          </ac:spMkLst>
        </pc:spChg>
        <pc:spChg chg="add del mod">
          <ac:chgData name="Minh Huynh" userId="01a137d4-0d81-46e0-aca6-c9185b391828" providerId="ADAL" clId="{812CCF7A-788B-4227-A920-48EDF3D1C151}" dt="2026-10-13T10:31:08.097" v="187"/>
          <ac:spMkLst>
            <pc:docMk/>
            <pc:sldMk cId="245211579" sldId="4753"/>
            <ac:spMk id="135" creationId="{7DD96C95-B311-4365-8A6C-9EBCB68536C1}"/>
          </ac:spMkLst>
        </pc:spChg>
        <pc:spChg chg="add del mod">
          <ac:chgData name="Minh Huynh" userId="01a137d4-0d81-46e0-aca6-c9185b391828" providerId="ADAL" clId="{812CCF7A-788B-4227-A920-48EDF3D1C151}" dt="2026-10-13T10:31:08.097" v="187"/>
          <ac:spMkLst>
            <pc:docMk/>
            <pc:sldMk cId="245211579" sldId="4753"/>
            <ac:spMk id="136" creationId="{C57A6F46-ECC0-4CAC-B0DD-5B38EC794F00}"/>
          </ac:spMkLst>
        </pc:spChg>
        <pc:spChg chg="add del mod">
          <ac:chgData name="Minh Huynh" userId="01a137d4-0d81-46e0-aca6-c9185b391828" providerId="ADAL" clId="{812CCF7A-788B-4227-A920-48EDF3D1C151}" dt="2026-10-13T10:31:08.097" v="187"/>
          <ac:spMkLst>
            <pc:docMk/>
            <pc:sldMk cId="245211579" sldId="4753"/>
            <ac:spMk id="137" creationId="{F9EDB010-F744-4498-B153-6134145FE15B}"/>
          </ac:spMkLst>
        </pc:spChg>
        <pc:spChg chg="add del mod">
          <ac:chgData name="Minh Huynh" userId="01a137d4-0d81-46e0-aca6-c9185b391828" providerId="ADAL" clId="{812CCF7A-788B-4227-A920-48EDF3D1C151}" dt="2026-10-13T10:31:08.097" v="187"/>
          <ac:spMkLst>
            <pc:docMk/>
            <pc:sldMk cId="245211579" sldId="4753"/>
            <ac:spMk id="138" creationId="{C675C446-18DF-49E2-B223-0C386E7F64A3}"/>
          </ac:spMkLst>
        </pc:spChg>
        <pc:spChg chg="add del mod">
          <ac:chgData name="Minh Huynh" userId="01a137d4-0d81-46e0-aca6-c9185b391828" providerId="ADAL" clId="{812CCF7A-788B-4227-A920-48EDF3D1C151}" dt="2026-10-13T10:31:08.097" v="187"/>
          <ac:spMkLst>
            <pc:docMk/>
            <pc:sldMk cId="245211579" sldId="4753"/>
            <ac:spMk id="139" creationId="{C87F0DEE-4E28-41AC-AA5A-B281F5E062D8}"/>
          </ac:spMkLst>
        </pc:spChg>
        <pc:spChg chg="add del mod">
          <ac:chgData name="Minh Huynh" userId="01a137d4-0d81-46e0-aca6-c9185b391828" providerId="ADAL" clId="{812CCF7A-788B-4227-A920-48EDF3D1C151}" dt="2026-10-13T10:31:08.097" v="187"/>
          <ac:spMkLst>
            <pc:docMk/>
            <pc:sldMk cId="245211579" sldId="4753"/>
            <ac:spMk id="140" creationId="{7D30A4D2-612C-4268-94E5-A8F4753A9B16}"/>
          </ac:spMkLst>
        </pc:spChg>
        <pc:spChg chg="add del mod">
          <ac:chgData name="Minh Huynh" userId="01a137d4-0d81-46e0-aca6-c9185b391828" providerId="ADAL" clId="{812CCF7A-788B-4227-A920-48EDF3D1C151}" dt="2026-10-13T10:31:08.097" v="187"/>
          <ac:spMkLst>
            <pc:docMk/>
            <pc:sldMk cId="245211579" sldId="4753"/>
            <ac:spMk id="141" creationId="{A8C99F28-59B4-4BD8-B7B2-71AE00A56ADF}"/>
          </ac:spMkLst>
        </pc:spChg>
        <pc:spChg chg="add del mod">
          <ac:chgData name="Minh Huynh" userId="01a137d4-0d81-46e0-aca6-c9185b391828" providerId="ADAL" clId="{812CCF7A-788B-4227-A920-48EDF3D1C151}" dt="2026-10-13T10:31:08.097" v="187"/>
          <ac:spMkLst>
            <pc:docMk/>
            <pc:sldMk cId="245211579" sldId="4753"/>
            <ac:spMk id="142" creationId="{C82F5BF3-7BAC-4655-B9F6-483D4DBB1A2F}"/>
          </ac:spMkLst>
        </pc:spChg>
        <pc:spChg chg="add del mod">
          <ac:chgData name="Minh Huynh" userId="01a137d4-0d81-46e0-aca6-c9185b391828" providerId="ADAL" clId="{812CCF7A-788B-4227-A920-48EDF3D1C151}" dt="2026-10-13T10:31:08.097" v="187"/>
          <ac:spMkLst>
            <pc:docMk/>
            <pc:sldMk cId="245211579" sldId="4753"/>
            <ac:spMk id="143" creationId="{0D8C884E-AF2E-46B9-B728-24F92EF1CF6D}"/>
          </ac:spMkLst>
        </pc:spChg>
        <pc:spChg chg="add del mod">
          <ac:chgData name="Minh Huynh" userId="01a137d4-0d81-46e0-aca6-c9185b391828" providerId="ADAL" clId="{812CCF7A-788B-4227-A920-48EDF3D1C151}" dt="2026-10-13T10:31:08.097" v="187"/>
          <ac:spMkLst>
            <pc:docMk/>
            <pc:sldMk cId="245211579" sldId="4753"/>
            <ac:spMk id="144" creationId="{DAE2BC61-5D06-4949-817A-3D1BD0848AAF}"/>
          </ac:spMkLst>
        </pc:spChg>
        <pc:spChg chg="add del mod">
          <ac:chgData name="Minh Huynh" userId="01a137d4-0d81-46e0-aca6-c9185b391828" providerId="ADAL" clId="{812CCF7A-788B-4227-A920-48EDF3D1C151}" dt="2026-10-13T10:31:08.097" v="187"/>
          <ac:spMkLst>
            <pc:docMk/>
            <pc:sldMk cId="245211579" sldId="4753"/>
            <ac:spMk id="145" creationId="{94ECCE78-CDBA-4FAC-8D8F-0E0F1E1F8487}"/>
          </ac:spMkLst>
        </pc:spChg>
        <pc:spChg chg="add del mod">
          <ac:chgData name="Minh Huynh" userId="01a137d4-0d81-46e0-aca6-c9185b391828" providerId="ADAL" clId="{812CCF7A-788B-4227-A920-48EDF3D1C151}" dt="2026-10-13T10:31:08.097" v="187"/>
          <ac:spMkLst>
            <pc:docMk/>
            <pc:sldMk cId="245211579" sldId="4753"/>
            <ac:spMk id="146" creationId="{2F50A582-4756-4B16-AC65-746D1A47E77C}"/>
          </ac:spMkLst>
        </pc:spChg>
        <pc:spChg chg="add del mod">
          <ac:chgData name="Minh Huynh" userId="01a137d4-0d81-46e0-aca6-c9185b391828" providerId="ADAL" clId="{812CCF7A-788B-4227-A920-48EDF3D1C151}" dt="2026-10-13T10:31:08.097" v="187"/>
          <ac:spMkLst>
            <pc:docMk/>
            <pc:sldMk cId="245211579" sldId="4753"/>
            <ac:spMk id="147" creationId="{4B900801-A273-4388-B3AF-C1DC500F75EA}"/>
          </ac:spMkLst>
        </pc:spChg>
        <pc:spChg chg="add del mod">
          <ac:chgData name="Minh Huynh" userId="01a137d4-0d81-46e0-aca6-c9185b391828" providerId="ADAL" clId="{812CCF7A-788B-4227-A920-48EDF3D1C151}" dt="2026-10-13T10:31:08.097" v="187"/>
          <ac:spMkLst>
            <pc:docMk/>
            <pc:sldMk cId="245211579" sldId="4753"/>
            <ac:spMk id="148" creationId="{12AA1EBB-6F85-46AF-BDA4-377A81B01404}"/>
          </ac:spMkLst>
        </pc:spChg>
        <pc:spChg chg="add del mod">
          <ac:chgData name="Minh Huynh" userId="01a137d4-0d81-46e0-aca6-c9185b391828" providerId="ADAL" clId="{812CCF7A-788B-4227-A920-48EDF3D1C151}" dt="2026-10-13T10:31:08.097" v="187"/>
          <ac:spMkLst>
            <pc:docMk/>
            <pc:sldMk cId="245211579" sldId="4753"/>
            <ac:spMk id="149" creationId="{6A82C732-4A12-4495-8731-F882B39E53BE}"/>
          </ac:spMkLst>
        </pc:spChg>
        <pc:spChg chg="add del mod">
          <ac:chgData name="Minh Huynh" userId="01a137d4-0d81-46e0-aca6-c9185b391828" providerId="ADAL" clId="{812CCF7A-788B-4227-A920-48EDF3D1C151}" dt="2026-10-13T10:31:08.097" v="187"/>
          <ac:spMkLst>
            <pc:docMk/>
            <pc:sldMk cId="245211579" sldId="4753"/>
            <ac:spMk id="150" creationId="{CCC9931C-C758-4E42-84BE-8C85819E44B1}"/>
          </ac:spMkLst>
        </pc:spChg>
        <pc:spChg chg="add del mod">
          <ac:chgData name="Minh Huynh" userId="01a137d4-0d81-46e0-aca6-c9185b391828" providerId="ADAL" clId="{812CCF7A-788B-4227-A920-48EDF3D1C151}" dt="2026-10-13T10:31:08.097" v="187"/>
          <ac:spMkLst>
            <pc:docMk/>
            <pc:sldMk cId="245211579" sldId="4753"/>
            <ac:spMk id="151" creationId="{06C1131B-8BF4-4658-AA3C-549383C57CA7}"/>
          </ac:spMkLst>
        </pc:spChg>
        <pc:spChg chg="add del mod">
          <ac:chgData name="Minh Huynh" userId="01a137d4-0d81-46e0-aca6-c9185b391828" providerId="ADAL" clId="{812CCF7A-788B-4227-A920-48EDF3D1C151}" dt="2026-10-13T10:31:08.097" v="187"/>
          <ac:spMkLst>
            <pc:docMk/>
            <pc:sldMk cId="245211579" sldId="4753"/>
            <ac:spMk id="152" creationId="{8C234D24-F2E0-4FB5-B092-C77BF1C7624B}"/>
          </ac:spMkLst>
        </pc:spChg>
        <pc:spChg chg="add del mod">
          <ac:chgData name="Minh Huynh" userId="01a137d4-0d81-46e0-aca6-c9185b391828" providerId="ADAL" clId="{812CCF7A-788B-4227-A920-48EDF3D1C151}" dt="2026-10-13T10:31:08.097" v="187"/>
          <ac:spMkLst>
            <pc:docMk/>
            <pc:sldMk cId="245211579" sldId="4753"/>
            <ac:spMk id="153" creationId="{90C08C82-3950-4ED6-9FB1-CA32D31E6B6F}"/>
          </ac:spMkLst>
        </pc:spChg>
        <pc:spChg chg="add del mod">
          <ac:chgData name="Minh Huynh" userId="01a137d4-0d81-46e0-aca6-c9185b391828" providerId="ADAL" clId="{812CCF7A-788B-4227-A920-48EDF3D1C151}" dt="2026-10-13T10:31:08.097" v="187"/>
          <ac:spMkLst>
            <pc:docMk/>
            <pc:sldMk cId="245211579" sldId="4753"/>
            <ac:spMk id="154" creationId="{36647CD8-3C9C-45DF-AB9A-9E6EEB913FCC}"/>
          </ac:spMkLst>
        </pc:spChg>
        <pc:spChg chg="add del mod">
          <ac:chgData name="Minh Huynh" userId="01a137d4-0d81-46e0-aca6-c9185b391828" providerId="ADAL" clId="{812CCF7A-788B-4227-A920-48EDF3D1C151}" dt="2026-10-13T10:31:08.097" v="187"/>
          <ac:spMkLst>
            <pc:docMk/>
            <pc:sldMk cId="245211579" sldId="4753"/>
            <ac:spMk id="155" creationId="{5EAD1EBB-DF49-4BE2-8C99-0288129FB9EE}"/>
          </ac:spMkLst>
        </pc:spChg>
        <pc:spChg chg="add del mod">
          <ac:chgData name="Minh Huynh" userId="01a137d4-0d81-46e0-aca6-c9185b391828" providerId="ADAL" clId="{812CCF7A-788B-4227-A920-48EDF3D1C151}" dt="2026-10-13T10:31:26.475" v="195"/>
          <ac:spMkLst>
            <pc:docMk/>
            <pc:sldMk cId="245211579" sldId="4753"/>
            <ac:spMk id="158" creationId="{6D2C3EF0-34F9-4420-B621-1510089C1E61}"/>
          </ac:spMkLst>
        </pc:spChg>
        <pc:spChg chg="add del mod">
          <ac:chgData name="Minh Huynh" userId="01a137d4-0d81-46e0-aca6-c9185b391828" providerId="ADAL" clId="{812CCF7A-788B-4227-A920-48EDF3D1C151}" dt="2026-10-13T10:31:26.475" v="195"/>
          <ac:spMkLst>
            <pc:docMk/>
            <pc:sldMk cId="245211579" sldId="4753"/>
            <ac:spMk id="159" creationId="{CF0CC50D-C4B7-4CE9-9B27-8BB5C75012B6}"/>
          </ac:spMkLst>
        </pc:spChg>
        <pc:spChg chg="add del mod">
          <ac:chgData name="Minh Huynh" userId="01a137d4-0d81-46e0-aca6-c9185b391828" providerId="ADAL" clId="{812CCF7A-788B-4227-A920-48EDF3D1C151}" dt="2026-10-13T10:31:26.475" v="195"/>
          <ac:spMkLst>
            <pc:docMk/>
            <pc:sldMk cId="245211579" sldId="4753"/>
            <ac:spMk id="160" creationId="{82EE747F-C478-4D3F-8046-E002BC753C60}"/>
          </ac:spMkLst>
        </pc:spChg>
        <pc:spChg chg="add del mod">
          <ac:chgData name="Minh Huynh" userId="01a137d4-0d81-46e0-aca6-c9185b391828" providerId="ADAL" clId="{812CCF7A-788B-4227-A920-48EDF3D1C151}" dt="2026-10-13T10:31:26.475" v="195"/>
          <ac:spMkLst>
            <pc:docMk/>
            <pc:sldMk cId="245211579" sldId="4753"/>
            <ac:spMk id="161" creationId="{861B984B-0904-4490-9C78-84A6FE870D93}"/>
          </ac:spMkLst>
        </pc:spChg>
        <pc:spChg chg="add del mod">
          <ac:chgData name="Minh Huynh" userId="01a137d4-0d81-46e0-aca6-c9185b391828" providerId="ADAL" clId="{812CCF7A-788B-4227-A920-48EDF3D1C151}" dt="2026-10-13T10:31:26.475" v="195"/>
          <ac:spMkLst>
            <pc:docMk/>
            <pc:sldMk cId="245211579" sldId="4753"/>
            <ac:spMk id="162" creationId="{0392F1C0-8AA4-4A53-A708-84CA1BBE3901}"/>
          </ac:spMkLst>
        </pc:spChg>
        <pc:spChg chg="add del mod">
          <ac:chgData name="Minh Huynh" userId="01a137d4-0d81-46e0-aca6-c9185b391828" providerId="ADAL" clId="{812CCF7A-788B-4227-A920-48EDF3D1C151}" dt="2026-10-13T10:31:26.475" v="195"/>
          <ac:spMkLst>
            <pc:docMk/>
            <pc:sldMk cId="245211579" sldId="4753"/>
            <ac:spMk id="163" creationId="{E3D6FE3F-162C-4ADC-A860-38CAC3FE6CE9}"/>
          </ac:spMkLst>
        </pc:spChg>
        <pc:spChg chg="add del mod">
          <ac:chgData name="Minh Huynh" userId="01a137d4-0d81-46e0-aca6-c9185b391828" providerId="ADAL" clId="{812CCF7A-788B-4227-A920-48EDF3D1C151}" dt="2026-10-13T10:31:26.475" v="195"/>
          <ac:spMkLst>
            <pc:docMk/>
            <pc:sldMk cId="245211579" sldId="4753"/>
            <ac:spMk id="164" creationId="{963174A2-7E86-4520-A10E-5AFA32AD08FB}"/>
          </ac:spMkLst>
        </pc:spChg>
        <pc:spChg chg="add del mod">
          <ac:chgData name="Minh Huynh" userId="01a137d4-0d81-46e0-aca6-c9185b391828" providerId="ADAL" clId="{812CCF7A-788B-4227-A920-48EDF3D1C151}" dt="2026-10-13T10:31:26.475" v="195"/>
          <ac:spMkLst>
            <pc:docMk/>
            <pc:sldMk cId="245211579" sldId="4753"/>
            <ac:spMk id="165" creationId="{02814850-A054-4518-90F0-7A5A4DA5DA8A}"/>
          </ac:spMkLst>
        </pc:spChg>
        <pc:spChg chg="add del mod">
          <ac:chgData name="Minh Huynh" userId="01a137d4-0d81-46e0-aca6-c9185b391828" providerId="ADAL" clId="{812CCF7A-788B-4227-A920-48EDF3D1C151}" dt="2026-10-13T10:31:26.475" v="195"/>
          <ac:spMkLst>
            <pc:docMk/>
            <pc:sldMk cId="245211579" sldId="4753"/>
            <ac:spMk id="166" creationId="{A7B85A28-0F8F-4C29-8E25-54FBC8BDE255}"/>
          </ac:spMkLst>
        </pc:spChg>
        <pc:spChg chg="add del mod">
          <ac:chgData name="Minh Huynh" userId="01a137d4-0d81-46e0-aca6-c9185b391828" providerId="ADAL" clId="{812CCF7A-788B-4227-A920-48EDF3D1C151}" dt="2026-10-13T10:31:26.475" v="195"/>
          <ac:spMkLst>
            <pc:docMk/>
            <pc:sldMk cId="245211579" sldId="4753"/>
            <ac:spMk id="167" creationId="{AD3AFCA8-5179-4995-A92B-84343B289002}"/>
          </ac:spMkLst>
        </pc:spChg>
        <pc:spChg chg="add del mod">
          <ac:chgData name="Minh Huynh" userId="01a137d4-0d81-46e0-aca6-c9185b391828" providerId="ADAL" clId="{812CCF7A-788B-4227-A920-48EDF3D1C151}" dt="2026-10-13T10:31:26.475" v="195"/>
          <ac:spMkLst>
            <pc:docMk/>
            <pc:sldMk cId="245211579" sldId="4753"/>
            <ac:spMk id="168" creationId="{124E63CA-DDDE-4CF4-891B-B8C7EE68D526}"/>
          </ac:spMkLst>
        </pc:spChg>
        <pc:spChg chg="add del mod">
          <ac:chgData name="Minh Huynh" userId="01a137d4-0d81-46e0-aca6-c9185b391828" providerId="ADAL" clId="{812CCF7A-788B-4227-A920-48EDF3D1C151}" dt="2026-10-13T10:31:26.475" v="195"/>
          <ac:spMkLst>
            <pc:docMk/>
            <pc:sldMk cId="245211579" sldId="4753"/>
            <ac:spMk id="169" creationId="{B24754ED-741E-4BDE-BCBF-35B18B6ECEDF}"/>
          </ac:spMkLst>
        </pc:spChg>
        <pc:spChg chg="add del mod">
          <ac:chgData name="Minh Huynh" userId="01a137d4-0d81-46e0-aca6-c9185b391828" providerId="ADAL" clId="{812CCF7A-788B-4227-A920-48EDF3D1C151}" dt="2026-10-13T10:31:26.475" v="195"/>
          <ac:spMkLst>
            <pc:docMk/>
            <pc:sldMk cId="245211579" sldId="4753"/>
            <ac:spMk id="170" creationId="{58C18DE9-D275-4CEF-8C54-F1C8721A6000}"/>
          </ac:spMkLst>
        </pc:spChg>
        <pc:spChg chg="add del mod">
          <ac:chgData name="Minh Huynh" userId="01a137d4-0d81-46e0-aca6-c9185b391828" providerId="ADAL" clId="{812CCF7A-788B-4227-A920-48EDF3D1C151}" dt="2026-10-13T10:31:26.475" v="195"/>
          <ac:spMkLst>
            <pc:docMk/>
            <pc:sldMk cId="245211579" sldId="4753"/>
            <ac:spMk id="171" creationId="{D04BCBD9-62D5-4BEB-B000-DF17D162ABB7}"/>
          </ac:spMkLst>
        </pc:spChg>
        <pc:spChg chg="add del mod">
          <ac:chgData name="Minh Huynh" userId="01a137d4-0d81-46e0-aca6-c9185b391828" providerId="ADAL" clId="{812CCF7A-788B-4227-A920-48EDF3D1C151}" dt="2026-10-13T10:31:26.475" v="195"/>
          <ac:spMkLst>
            <pc:docMk/>
            <pc:sldMk cId="245211579" sldId="4753"/>
            <ac:spMk id="172" creationId="{8AF3FAEF-FCFA-4C43-A06A-49C21182B6BA}"/>
          </ac:spMkLst>
        </pc:spChg>
        <pc:spChg chg="add del mod">
          <ac:chgData name="Minh Huynh" userId="01a137d4-0d81-46e0-aca6-c9185b391828" providerId="ADAL" clId="{812CCF7A-788B-4227-A920-48EDF3D1C151}" dt="2026-10-13T10:31:26.475" v="195"/>
          <ac:spMkLst>
            <pc:docMk/>
            <pc:sldMk cId="245211579" sldId="4753"/>
            <ac:spMk id="173" creationId="{17CC2E5D-2429-44CA-8AB1-7BCE663CA729}"/>
          </ac:spMkLst>
        </pc:spChg>
        <pc:spChg chg="add del mod">
          <ac:chgData name="Minh Huynh" userId="01a137d4-0d81-46e0-aca6-c9185b391828" providerId="ADAL" clId="{812CCF7A-788B-4227-A920-48EDF3D1C151}" dt="2026-10-13T10:31:26.475" v="195"/>
          <ac:spMkLst>
            <pc:docMk/>
            <pc:sldMk cId="245211579" sldId="4753"/>
            <ac:spMk id="174" creationId="{2890634E-0E92-4D16-9D94-F9C8345CB105}"/>
          </ac:spMkLst>
        </pc:spChg>
        <pc:spChg chg="add del mod">
          <ac:chgData name="Minh Huynh" userId="01a137d4-0d81-46e0-aca6-c9185b391828" providerId="ADAL" clId="{812CCF7A-788B-4227-A920-48EDF3D1C151}" dt="2026-10-13T10:31:26.475" v="195"/>
          <ac:spMkLst>
            <pc:docMk/>
            <pc:sldMk cId="245211579" sldId="4753"/>
            <ac:spMk id="175" creationId="{79CB851E-6056-470B-9078-63A57158E97D}"/>
          </ac:spMkLst>
        </pc:spChg>
        <pc:spChg chg="add del mod">
          <ac:chgData name="Minh Huynh" userId="01a137d4-0d81-46e0-aca6-c9185b391828" providerId="ADAL" clId="{812CCF7A-788B-4227-A920-48EDF3D1C151}" dt="2026-10-13T10:31:26.475" v="195"/>
          <ac:spMkLst>
            <pc:docMk/>
            <pc:sldMk cId="245211579" sldId="4753"/>
            <ac:spMk id="176" creationId="{8B5DAAC1-CBE7-487D-8027-111562E71997}"/>
          </ac:spMkLst>
        </pc:spChg>
        <pc:spChg chg="add del mod">
          <ac:chgData name="Minh Huynh" userId="01a137d4-0d81-46e0-aca6-c9185b391828" providerId="ADAL" clId="{812CCF7A-788B-4227-A920-48EDF3D1C151}" dt="2026-10-13T10:31:26.475" v="195"/>
          <ac:spMkLst>
            <pc:docMk/>
            <pc:sldMk cId="245211579" sldId="4753"/>
            <ac:spMk id="177" creationId="{2F07DC51-5EDB-4592-B48A-4FCCFB7A5B1E}"/>
          </ac:spMkLst>
        </pc:spChg>
        <pc:spChg chg="add del mod">
          <ac:chgData name="Minh Huynh" userId="01a137d4-0d81-46e0-aca6-c9185b391828" providerId="ADAL" clId="{812CCF7A-788B-4227-A920-48EDF3D1C151}" dt="2026-10-13T10:31:26.475" v="195"/>
          <ac:spMkLst>
            <pc:docMk/>
            <pc:sldMk cId="245211579" sldId="4753"/>
            <ac:spMk id="178" creationId="{73D6209E-8021-4670-842E-8079C7962359}"/>
          </ac:spMkLst>
        </pc:spChg>
        <pc:spChg chg="add del mod">
          <ac:chgData name="Minh Huynh" userId="01a137d4-0d81-46e0-aca6-c9185b391828" providerId="ADAL" clId="{812CCF7A-788B-4227-A920-48EDF3D1C151}" dt="2026-10-13T10:31:26.475" v="195"/>
          <ac:spMkLst>
            <pc:docMk/>
            <pc:sldMk cId="245211579" sldId="4753"/>
            <ac:spMk id="179" creationId="{BE2D5BFA-A459-454D-8E29-20479A927FCD}"/>
          </ac:spMkLst>
        </pc:spChg>
        <pc:spChg chg="add del mod">
          <ac:chgData name="Minh Huynh" userId="01a137d4-0d81-46e0-aca6-c9185b391828" providerId="ADAL" clId="{812CCF7A-788B-4227-A920-48EDF3D1C151}" dt="2026-10-13T10:31:26.475" v="195"/>
          <ac:spMkLst>
            <pc:docMk/>
            <pc:sldMk cId="245211579" sldId="4753"/>
            <ac:spMk id="180" creationId="{C1D6FA65-E8AF-4239-A5EB-1738BDDE4949}"/>
          </ac:spMkLst>
        </pc:spChg>
        <pc:graphicFrameChg chg="del">
          <ac:chgData name="Minh Huynh" userId="01a137d4-0d81-46e0-aca6-c9185b391828" providerId="ADAL" clId="{812CCF7A-788B-4227-A920-48EDF3D1C151}" dt="2026-10-13T10:30:15.030" v="161" actId="478"/>
          <ac:graphicFrameMkLst>
            <pc:docMk/>
            <pc:sldMk cId="245211579" sldId="4753"/>
            <ac:graphicFrameMk id="28" creationId="{0F47B227-DF62-44AE-9469-FEDFFDADB90A}"/>
          </ac:graphicFrameMkLst>
        </pc:graphicFrameChg>
        <pc:graphicFrameChg chg="add del mod">
          <ac:chgData name="Minh Huynh" userId="01a137d4-0d81-46e0-aca6-c9185b391828" providerId="ADAL" clId="{812CCF7A-788B-4227-A920-48EDF3D1C151}" dt="2026-10-13T10:30:24.095" v="168"/>
          <ac:graphicFrameMkLst>
            <pc:docMk/>
            <pc:sldMk cId="245211579" sldId="4753"/>
            <ac:graphicFrameMk id="47" creationId="{D43BFCB9-4FF8-45EB-918D-04721DA6789B}"/>
          </ac:graphicFrameMkLst>
        </pc:graphicFrameChg>
        <pc:graphicFrameChg chg="add del mod">
          <ac:chgData name="Minh Huynh" userId="01a137d4-0d81-46e0-aca6-c9185b391828" providerId="ADAL" clId="{812CCF7A-788B-4227-A920-48EDF3D1C151}" dt="2026-10-13T10:30:24.095" v="168"/>
          <ac:graphicFrameMkLst>
            <pc:docMk/>
            <pc:sldMk cId="245211579" sldId="4753"/>
            <ac:graphicFrameMk id="48" creationId="{A1BAE7CB-3290-49B0-91B6-C2E66CBF7821}"/>
          </ac:graphicFrameMkLst>
        </pc:graphicFrameChg>
        <pc:graphicFrameChg chg="add del mod">
          <ac:chgData name="Minh Huynh" userId="01a137d4-0d81-46e0-aca6-c9185b391828" providerId="ADAL" clId="{812CCF7A-788B-4227-A920-48EDF3D1C151}" dt="2026-10-13T10:30:26.119" v="172"/>
          <ac:graphicFrameMkLst>
            <pc:docMk/>
            <pc:sldMk cId="245211579" sldId="4753"/>
            <ac:graphicFrameMk id="80" creationId="{8A546491-9FFD-4740-845D-34A59665A523}"/>
          </ac:graphicFrameMkLst>
        </pc:graphicFrameChg>
        <pc:graphicFrameChg chg="add del mod">
          <ac:chgData name="Minh Huynh" userId="01a137d4-0d81-46e0-aca6-c9185b391828" providerId="ADAL" clId="{812CCF7A-788B-4227-A920-48EDF3D1C151}" dt="2026-10-13T10:30:26.119" v="172"/>
          <ac:graphicFrameMkLst>
            <pc:docMk/>
            <pc:sldMk cId="245211579" sldId="4753"/>
            <ac:graphicFrameMk id="81" creationId="{3103B76D-4043-4094-9D05-194761A7B2A0}"/>
          </ac:graphicFrameMkLst>
        </pc:graphicFrameChg>
        <pc:graphicFrameChg chg="add del mod">
          <ac:chgData name="Minh Huynh" userId="01a137d4-0d81-46e0-aca6-c9185b391828" providerId="ADAL" clId="{812CCF7A-788B-4227-A920-48EDF3D1C151}" dt="2026-10-13T10:30:38.553" v="178"/>
          <ac:graphicFrameMkLst>
            <pc:docMk/>
            <pc:sldMk cId="245211579" sldId="4753"/>
            <ac:graphicFrameMk id="106" creationId="{0D5AA54C-D4CF-4E39-B3DB-28CE86F18956}"/>
          </ac:graphicFrameMkLst>
        </pc:graphicFrameChg>
        <pc:graphicFrameChg chg="add del mod">
          <ac:chgData name="Minh Huynh" userId="01a137d4-0d81-46e0-aca6-c9185b391828" providerId="ADAL" clId="{812CCF7A-788B-4227-A920-48EDF3D1C151}" dt="2026-10-13T10:30:38.553" v="178"/>
          <ac:graphicFrameMkLst>
            <pc:docMk/>
            <pc:sldMk cId="245211579" sldId="4753"/>
            <ac:graphicFrameMk id="107" creationId="{CCD08B93-9161-488D-B1B8-92CEF262AC82}"/>
          </ac:graphicFrameMkLst>
        </pc:graphicFrameChg>
        <pc:graphicFrameChg chg="add del mod">
          <ac:chgData name="Minh Huynh" userId="01a137d4-0d81-46e0-aca6-c9185b391828" providerId="ADAL" clId="{812CCF7A-788B-4227-A920-48EDF3D1C151}" dt="2026-10-13T10:31:08.097" v="187"/>
          <ac:graphicFrameMkLst>
            <pc:docMk/>
            <pc:sldMk cId="245211579" sldId="4753"/>
            <ac:graphicFrameMk id="131" creationId="{25B5942E-EF5F-4E34-9588-3DA17BD65DFE}"/>
          </ac:graphicFrameMkLst>
        </pc:graphicFrameChg>
        <pc:graphicFrameChg chg="add del mod">
          <ac:chgData name="Minh Huynh" userId="01a137d4-0d81-46e0-aca6-c9185b391828" providerId="ADAL" clId="{812CCF7A-788B-4227-A920-48EDF3D1C151}" dt="2026-10-13T10:31:08.097" v="187"/>
          <ac:graphicFrameMkLst>
            <pc:docMk/>
            <pc:sldMk cId="245211579" sldId="4753"/>
            <ac:graphicFrameMk id="132" creationId="{0F59E5A9-3634-4D39-B3BB-51B13E9B107E}"/>
          </ac:graphicFrameMkLst>
        </pc:graphicFrameChg>
        <pc:graphicFrameChg chg="add del mod">
          <ac:chgData name="Minh Huynh" userId="01a137d4-0d81-46e0-aca6-c9185b391828" providerId="ADAL" clId="{812CCF7A-788B-4227-A920-48EDF3D1C151}" dt="2026-10-13T10:31:26.475" v="195"/>
          <ac:graphicFrameMkLst>
            <pc:docMk/>
            <pc:sldMk cId="245211579" sldId="4753"/>
            <ac:graphicFrameMk id="156" creationId="{CC4EECAA-3871-4FA5-AB61-7F425D121294}"/>
          </ac:graphicFrameMkLst>
        </pc:graphicFrameChg>
        <pc:graphicFrameChg chg="add del mod">
          <ac:chgData name="Minh Huynh" userId="01a137d4-0d81-46e0-aca6-c9185b391828" providerId="ADAL" clId="{812CCF7A-788B-4227-A920-48EDF3D1C151}" dt="2026-10-13T10:31:26.475" v="195"/>
          <ac:graphicFrameMkLst>
            <pc:docMk/>
            <pc:sldMk cId="245211579" sldId="4753"/>
            <ac:graphicFrameMk id="157" creationId="{78DEA587-0273-4C31-AE5E-2BB2F95B901B}"/>
          </ac:graphicFrameMkLst>
        </pc:graphicFrameChg>
        <pc:picChg chg="add del">
          <ac:chgData name="Minh Huynh" userId="01a137d4-0d81-46e0-aca6-c9185b391828" providerId="ADAL" clId="{812CCF7A-788B-4227-A920-48EDF3D1C151}" dt="2026-10-13T10:30:27.241" v="174"/>
          <ac:picMkLst>
            <pc:docMk/>
            <pc:sldMk cId="245211579" sldId="4753"/>
            <ac:picMk id="2" creationId="{F07BA816-C94C-4BE3-9555-C73FFD74A3E0}"/>
          </ac:picMkLst>
        </pc:picChg>
        <pc:picChg chg="add del mod">
          <ac:chgData name="Minh Huynh" userId="01a137d4-0d81-46e0-aca6-c9185b391828" providerId="ADAL" clId="{812CCF7A-788B-4227-A920-48EDF3D1C151}" dt="2026-10-13T10:31:05.102" v="183" actId="478"/>
          <ac:picMkLst>
            <pc:docMk/>
            <pc:sldMk cId="245211579" sldId="4753"/>
            <ac:picMk id="3" creationId="{52920795-5B3D-41B6-B774-AA1762D2E081}"/>
          </ac:picMkLst>
        </pc:picChg>
        <pc:picChg chg="add del">
          <ac:chgData name="Minh Huynh" userId="01a137d4-0d81-46e0-aca6-c9185b391828" providerId="ADAL" clId="{812CCF7A-788B-4227-A920-48EDF3D1C151}" dt="2026-10-13T10:31:09.185" v="189"/>
          <ac:picMkLst>
            <pc:docMk/>
            <pc:sldMk cId="245211579" sldId="4753"/>
            <ac:picMk id="5" creationId="{50F8B47E-6BD1-4536-AF85-C3FD2E972DA9}"/>
          </ac:picMkLst>
        </pc:picChg>
        <pc:picChg chg="add mod modCrop">
          <ac:chgData name="Minh Huynh" userId="01a137d4-0d81-46e0-aca6-c9185b391828" providerId="ADAL" clId="{812CCF7A-788B-4227-A920-48EDF3D1C151}" dt="2026-10-13T10:31:45.343" v="202" actId="1076"/>
          <ac:picMkLst>
            <pc:docMk/>
            <pc:sldMk cId="245211579" sldId="4753"/>
            <ac:picMk id="7" creationId="{984C8693-0CCD-4CE4-9CFD-C175A12F64AE}"/>
          </ac:picMkLst>
        </pc:picChg>
      </pc:sldChg>
      <pc:sldChg chg="addSp delSp modSp add mod">
        <pc:chgData name="Minh Huynh" userId="01a137d4-0d81-46e0-aca6-c9185b391828" providerId="ADAL" clId="{812CCF7A-788B-4227-A920-48EDF3D1C151}" dt="2026-10-13T10:33:02.351" v="275" actId="20577"/>
        <pc:sldMkLst>
          <pc:docMk/>
          <pc:sldMk cId="2913342039" sldId="4758"/>
        </pc:sldMkLst>
        <pc:spChg chg="del">
          <ac:chgData name="Minh Huynh" userId="01a137d4-0d81-46e0-aca6-c9185b391828" providerId="ADAL" clId="{812CCF7A-788B-4227-A920-48EDF3D1C151}" dt="2026-10-13T10:32:44.722" v="224" actId="478"/>
          <ac:spMkLst>
            <pc:docMk/>
            <pc:sldMk cId="2913342039" sldId="4758"/>
            <ac:spMk id="7" creationId="{F18CEDC3-64F5-418C-9BF2-3A9BFB8C3203}"/>
          </ac:spMkLst>
        </pc:spChg>
        <pc:spChg chg="del">
          <ac:chgData name="Minh Huynh" userId="01a137d4-0d81-46e0-aca6-c9185b391828" providerId="ADAL" clId="{812CCF7A-788B-4227-A920-48EDF3D1C151}" dt="2026-10-13T10:32:44.722" v="224" actId="478"/>
          <ac:spMkLst>
            <pc:docMk/>
            <pc:sldMk cId="2913342039" sldId="4758"/>
            <ac:spMk id="8" creationId="{F0364128-A654-4EFD-A803-F5C09E9246F1}"/>
          </ac:spMkLst>
        </pc:spChg>
        <pc:spChg chg="del">
          <ac:chgData name="Minh Huynh" userId="01a137d4-0d81-46e0-aca6-c9185b391828" providerId="ADAL" clId="{812CCF7A-788B-4227-A920-48EDF3D1C151}" dt="2026-10-13T10:32:44.722" v="224" actId="478"/>
          <ac:spMkLst>
            <pc:docMk/>
            <pc:sldMk cId="2913342039" sldId="4758"/>
            <ac:spMk id="9" creationId="{9283AA77-AB83-4D45-8F5C-3207C0CD7853}"/>
          </ac:spMkLst>
        </pc:spChg>
        <pc:spChg chg="del">
          <ac:chgData name="Minh Huynh" userId="01a137d4-0d81-46e0-aca6-c9185b391828" providerId="ADAL" clId="{812CCF7A-788B-4227-A920-48EDF3D1C151}" dt="2026-10-13T10:32:44.722" v="224" actId="478"/>
          <ac:spMkLst>
            <pc:docMk/>
            <pc:sldMk cId="2913342039" sldId="4758"/>
            <ac:spMk id="10" creationId="{1A7C83A2-F185-4A53-99B1-3F53E4C76D23}"/>
          </ac:spMkLst>
        </pc:spChg>
        <pc:spChg chg="del">
          <ac:chgData name="Minh Huynh" userId="01a137d4-0d81-46e0-aca6-c9185b391828" providerId="ADAL" clId="{812CCF7A-788B-4227-A920-48EDF3D1C151}" dt="2026-10-13T10:32:44.722" v="224" actId="478"/>
          <ac:spMkLst>
            <pc:docMk/>
            <pc:sldMk cId="2913342039" sldId="4758"/>
            <ac:spMk id="11" creationId="{D65A98EC-45A8-43FE-8C70-6EE2967A86F9}"/>
          </ac:spMkLst>
        </pc:spChg>
        <pc:spChg chg="del">
          <ac:chgData name="Minh Huynh" userId="01a137d4-0d81-46e0-aca6-c9185b391828" providerId="ADAL" clId="{812CCF7A-788B-4227-A920-48EDF3D1C151}" dt="2026-10-13T10:32:44.722" v="224" actId="478"/>
          <ac:spMkLst>
            <pc:docMk/>
            <pc:sldMk cId="2913342039" sldId="4758"/>
            <ac:spMk id="12" creationId="{6A9C53F2-461A-44F5-8AEB-14837470310B}"/>
          </ac:spMkLst>
        </pc:spChg>
        <pc:spChg chg="del">
          <ac:chgData name="Minh Huynh" userId="01a137d4-0d81-46e0-aca6-c9185b391828" providerId="ADAL" clId="{812CCF7A-788B-4227-A920-48EDF3D1C151}" dt="2026-10-13T10:32:44.722" v="224" actId="478"/>
          <ac:spMkLst>
            <pc:docMk/>
            <pc:sldMk cId="2913342039" sldId="4758"/>
            <ac:spMk id="13" creationId="{B0E61D84-71FD-4606-B06C-F8074132F961}"/>
          </ac:spMkLst>
        </pc:spChg>
        <pc:spChg chg="del">
          <ac:chgData name="Minh Huynh" userId="01a137d4-0d81-46e0-aca6-c9185b391828" providerId="ADAL" clId="{812CCF7A-788B-4227-A920-48EDF3D1C151}" dt="2026-10-13T10:32:44.722" v="224" actId="478"/>
          <ac:spMkLst>
            <pc:docMk/>
            <pc:sldMk cId="2913342039" sldId="4758"/>
            <ac:spMk id="14" creationId="{5D152412-8918-49A0-99B5-198F00E9D11F}"/>
          </ac:spMkLst>
        </pc:spChg>
        <pc:spChg chg="add mod">
          <ac:chgData name="Minh Huynh" userId="01a137d4-0d81-46e0-aca6-c9185b391828" providerId="ADAL" clId="{812CCF7A-788B-4227-A920-48EDF3D1C151}" dt="2026-10-13T10:33:02.351" v="275" actId="20577"/>
          <ac:spMkLst>
            <pc:docMk/>
            <pc:sldMk cId="2913342039" sldId="4758"/>
            <ac:spMk id="15" creationId="{930A1FD4-0A70-47C7-B154-33E18688E30E}"/>
          </ac:spMkLst>
        </pc:spChg>
        <pc:spChg chg="del">
          <ac:chgData name="Minh Huynh" userId="01a137d4-0d81-46e0-aca6-c9185b391828" providerId="ADAL" clId="{812CCF7A-788B-4227-A920-48EDF3D1C151}" dt="2026-10-13T10:32:46.830" v="225" actId="478"/>
          <ac:spMkLst>
            <pc:docMk/>
            <pc:sldMk cId="2913342039" sldId="4758"/>
            <ac:spMk id="104" creationId="{1A1737B4-5C22-48C0-A017-BE9CFEF00550}"/>
          </ac:spMkLst>
        </pc:spChg>
      </pc:sldChg>
      <pc:sldChg chg="addSp delSp modSp add mod">
        <pc:chgData name="Minh Huynh" userId="01a137d4-0d81-46e0-aca6-c9185b391828" providerId="ADAL" clId="{812CCF7A-788B-4227-A920-48EDF3D1C151}" dt="2026-10-13T10:33:20.034" v="278"/>
        <pc:sldMkLst>
          <pc:docMk/>
          <pc:sldMk cId="3998043843" sldId="4759"/>
        </pc:sldMkLst>
        <pc:picChg chg="del">
          <ac:chgData name="Minh Huynh" userId="01a137d4-0d81-46e0-aca6-c9185b391828" providerId="ADAL" clId="{812CCF7A-788B-4227-A920-48EDF3D1C151}" dt="2026-10-13T10:33:16.673" v="277" actId="478"/>
          <ac:picMkLst>
            <pc:docMk/>
            <pc:sldMk cId="3998043843" sldId="4759"/>
            <ac:picMk id="4" creationId="{46BE953A-F0F0-4446-BA76-B54DD54821CD}"/>
          </ac:picMkLst>
        </pc:picChg>
        <pc:picChg chg="add mod">
          <ac:chgData name="Minh Huynh" userId="01a137d4-0d81-46e0-aca6-c9185b391828" providerId="ADAL" clId="{812CCF7A-788B-4227-A920-48EDF3D1C151}" dt="2026-10-13T10:33:20.034" v="278"/>
          <ac:picMkLst>
            <pc:docMk/>
            <pc:sldMk cId="3998043843" sldId="4759"/>
            <ac:picMk id="5" creationId="{292BC49B-3DBB-433C-9874-B3C2554DE2F5}"/>
          </ac:picMkLst>
        </pc:picChg>
      </pc:sldChg>
      <pc:sldChg chg="addSp delSp modSp add mod">
        <pc:chgData name="Minh Huynh" userId="01a137d4-0d81-46e0-aca6-c9185b391828" providerId="ADAL" clId="{812CCF7A-788B-4227-A920-48EDF3D1C151}" dt="2026-10-13T10:34:09.962" v="309" actId="9405"/>
        <pc:sldMkLst>
          <pc:docMk/>
          <pc:sldMk cId="770848168" sldId="4767"/>
        </pc:sldMkLst>
        <pc:spChg chg="del">
          <ac:chgData name="Minh Huynh" userId="01a137d4-0d81-46e0-aca6-c9185b391828" providerId="ADAL" clId="{812CCF7A-788B-4227-A920-48EDF3D1C151}" dt="2026-10-13T10:33:43.028" v="280" actId="478"/>
          <ac:spMkLst>
            <pc:docMk/>
            <pc:sldMk cId="770848168" sldId="4767"/>
            <ac:spMk id="5" creationId="{486D3D40-6840-44D3-A243-64E83BF88E7A}"/>
          </ac:spMkLst>
        </pc:spChg>
        <pc:spChg chg="del">
          <ac:chgData name="Minh Huynh" userId="01a137d4-0d81-46e0-aca6-c9185b391828" providerId="ADAL" clId="{812CCF7A-788B-4227-A920-48EDF3D1C151}" dt="2026-10-13T10:33:43.028" v="280" actId="478"/>
          <ac:spMkLst>
            <pc:docMk/>
            <pc:sldMk cId="770848168" sldId="4767"/>
            <ac:spMk id="6" creationId="{24A95B49-43A1-4589-AB8E-5D04D1F09A2B}"/>
          </ac:spMkLst>
        </pc:spChg>
        <pc:spChg chg="del">
          <ac:chgData name="Minh Huynh" userId="01a137d4-0d81-46e0-aca6-c9185b391828" providerId="ADAL" clId="{812CCF7A-788B-4227-A920-48EDF3D1C151}" dt="2026-10-13T10:33:43.028" v="280" actId="478"/>
          <ac:spMkLst>
            <pc:docMk/>
            <pc:sldMk cId="770848168" sldId="4767"/>
            <ac:spMk id="7" creationId="{9666C070-66F4-483C-897B-4D964ADB578A}"/>
          </ac:spMkLst>
        </pc:spChg>
        <pc:spChg chg="del">
          <ac:chgData name="Minh Huynh" userId="01a137d4-0d81-46e0-aca6-c9185b391828" providerId="ADAL" clId="{812CCF7A-788B-4227-A920-48EDF3D1C151}" dt="2026-10-13T10:33:43.028" v="280" actId="478"/>
          <ac:spMkLst>
            <pc:docMk/>
            <pc:sldMk cId="770848168" sldId="4767"/>
            <ac:spMk id="8" creationId="{495CDA34-D85F-49E3-A4A3-FE52B22B7E1B}"/>
          </ac:spMkLst>
        </pc:spChg>
        <pc:spChg chg="del">
          <ac:chgData name="Minh Huynh" userId="01a137d4-0d81-46e0-aca6-c9185b391828" providerId="ADAL" clId="{812CCF7A-788B-4227-A920-48EDF3D1C151}" dt="2026-10-13T10:33:43.028" v="280" actId="478"/>
          <ac:spMkLst>
            <pc:docMk/>
            <pc:sldMk cId="770848168" sldId="4767"/>
            <ac:spMk id="9" creationId="{1B1A1B69-1CCB-4054-9047-4B5279B6245B}"/>
          </ac:spMkLst>
        </pc:spChg>
        <pc:spChg chg="del">
          <ac:chgData name="Minh Huynh" userId="01a137d4-0d81-46e0-aca6-c9185b391828" providerId="ADAL" clId="{812CCF7A-788B-4227-A920-48EDF3D1C151}" dt="2026-10-13T10:33:43.028" v="280" actId="478"/>
          <ac:spMkLst>
            <pc:docMk/>
            <pc:sldMk cId="770848168" sldId="4767"/>
            <ac:spMk id="10" creationId="{7868F1AE-41FF-4B2E-A384-72D4C06FF785}"/>
          </ac:spMkLst>
        </pc:spChg>
        <pc:spChg chg="del">
          <ac:chgData name="Minh Huynh" userId="01a137d4-0d81-46e0-aca6-c9185b391828" providerId="ADAL" clId="{812CCF7A-788B-4227-A920-48EDF3D1C151}" dt="2026-10-13T10:33:43.028" v="280" actId="478"/>
          <ac:spMkLst>
            <pc:docMk/>
            <pc:sldMk cId="770848168" sldId="4767"/>
            <ac:spMk id="11" creationId="{9D7F352B-50DF-4201-A735-909C747690F3}"/>
          </ac:spMkLst>
        </pc:spChg>
        <pc:spChg chg="del">
          <ac:chgData name="Minh Huynh" userId="01a137d4-0d81-46e0-aca6-c9185b391828" providerId="ADAL" clId="{812CCF7A-788B-4227-A920-48EDF3D1C151}" dt="2026-10-13T10:33:43.028" v="280" actId="478"/>
          <ac:spMkLst>
            <pc:docMk/>
            <pc:sldMk cId="770848168" sldId="4767"/>
            <ac:spMk id="12" creationId="{E0F3A9BA-1FAE-48AE-ADDE-7C1B44F77B4F}"/>
          </ac:spMkLst>
        </pc:spChg>
        <pc:spChg chg="add mod">
          <ac:chgData name="Minh Huynh" userId="01a137d4-0d81-46e0-aca6-c9185b391828" providerId="ADAL" clId="{812CCF7A-788B-4227-A920-48EDF3D1C151}" dt="2026-10-13T10:33:50.077" v="302" actId="20577"/>
          <ac:spMkLst>
            <pc:docMk/>
            <pc:sldMk cId="770848168" sldId="4767"/>
            <ac:spMk id="13" creationId="{F762A9B3-8EC1-449E-AFB4-E42420BA8488}"/>
          </ac:spMkLst>
        </pc:spChg>
        <pc:spChg chg="add del mod">
          <ac:chgData name="Minh Huynh" userId="01a137d4-0d81-46e0-aca6-c9185b391828" providerId="ADAL" clId="{812CCF7A-788B-4227-A920-48EDF3D1C151}" dt="2026-10-13T10:33:59.953" v="305" actId="478"/>
          <ac:spMkLst>
            <pc:docMk/>
            <pc:sldMk cId="770848168" sldId="4767"/>
            <ac:spMk id="14" creationId="{252C8D4E-086C-4F87-AADB-27FFD6DEB6B5}"/>
          </ac:spMkLst>
        </pc:spChg>
        <pc:spChg chg="add mod">
          <ac:chgData name="Minh Huynh" userId="01a137d4-0d81-46e0-aca6-c9185b391828" providerId="ADAL" clId="{812CCF7A-788B-4227-A920-48EDF3D1C151}" dt="2026-10-13T10:34:02.740" v="307" actId="1076"/>
          <ac:spMkLst>
            <pc:docMk/>
            <pc:sldMk cId="770848168" sldId="4767"/>
            <ac:spMk id="16" creationId="{AAD3E40B-A72B-4BDF-BB0F-97B3F51DE7F7}"/>
          </ac:spMkLst>
        </pc:spChg>
        <pc:inkChg chg="add">
          <ac:chgData name="Minh Huynh" userId="01a137d4-0d81-46e0-aca6-c9185b391828" providerId="ADAL" clId="{812CCF7A-788B-4227-A920-48EDF3D1C151}" dt="2026-10-13T10:34:09.962" v="309" actId="9405"/>
          <ac:inkMkLst>
            <pc:docMk/>
            <pc:sldMk cId="770848168" sldId="4767"/>
            <ac:inkMk id="3" creationId="{BD221C97-1AE9-475D-B581-EE14AD3BD834}"/>
          </ac:inkMkLst>
        </pc:inkChg>
        <pc:inkChg chg="add del mod">
          <ac:chgData name="Minh Huynh" userId="01a137d4-0d81-46e0-aca6-c9185b391828" providerId="ADAL" clId="{812CCF7A-788B-4227-A920-48EDF3D1C151}" dt="2026-10-13T10:33:59.953" v="305" actId="478"/>
          <ac:inkMkLst>
            <pc:docMk/>
            <pc:sldMk cId="770848168" sldId="4767"/>
            <ac:inkMk id="15" creationId="{F76506BD-82DD-4304-973E-797B0BB7D1ED}"/>
          </ac:inkMkLst>
        </pc:inkChg>
        <pc:inkChg chg="add del mod">
          <ac:chgData name="Minh Huynh" userId="01a137d4-0d81-46e0-aca6-c9185b391828" providerId="ADAL" clId="{812CCF7A-788B-4227-A920-48EDF3D1C151}" dt="2026-10-13T10:34:04.243" v="308" actId="478"/>
          <ac:inkMkLst>
            <pc:docMk/>
            <pc:sldMk cId="770848168" sldId="4767"/>
            <ac:inkMk id="17" creationId="{7972D1D3-2865-44EA-8E16-3BB3ED1C1223}"/>
          </ac:inkMkLst>
        </pc:inkChg>
      </pc:sldChg>
      <pc:sldChg chg="addSp delSp modSp add mod">
        <pc:chgData name="Minh Huynh" userId="01a137d4-0d81-46e0-aca6-c9185b391828" providerId="ADAL" clId="{812CCF7A-788B-4227-A920-48EDF3D1C151}" dt="2026-10-13T10:35:24.312" v="351" actId="14100"/>
        <pc:sldMkLst>
          <pc:docMk/>
          <pc:sldMk cId="886846188" sldId="4768"/>
        </pc:sldMkLst>
        <pc:spChg chg="del">
          <ac:chgData name="Minh Huynh" userId="01a137d4-0d81-46e0-aca6-c9185b391828" providerId="ADAL" clId="{812CCF7A-788B-4227-A920-48EDF3D1C151}" dt="2026-10-13T10:34:51.818" v="335" actId="478"/>
          <ac:spMkLst>
            <pc:docMk/>
            <pc:sldMk cId="886846188" sldId="4768"/>
            <ac:spMk id="5" creationId="{5CC2B7D4-F956-48D8-B585-222BC9D2AFA5}"/>
          </ac:spMkLst>
        </pc:spChg>
        <pc:spChg chg="mod">
          <ac:chgData name="Minh Huynh" userId="01a137d4-0d81-46e0-aca6-c9185b391828" providerId="ADAL" clId="{812CCF7A-788B-4227-A920-48EDF3D1C151}" dt="2026-10-13T10:35:24.312" v="351" actId="14100"/>
          <ac:spMkLst>
            <pc:docMk/>
            <pc:sldMk cId="886846188" sldId="4768"/>
            <ac:spMk id="7" creationId="{0397E87C-8814-4E1F-AFD0-C50947C36BDC}"/>
          </ac:spMkLst>
        </pc:spChg>
        <pc:spChg chg="del">
          <ac:chgData name="Minh Huynh" userId="01a137d4-0d81-46e0-aca6-c9185b391828" providerId="ADAL" clId="{812CCF7A-788B-4227-A920-48EDF3D1C151}" dt="2026-10-13T10:34:24.181" v="312" actId="478"/>
          <ac:spMkLst>
            <pc:docMk/>
            <pc:sldMk cId="886846188" sldId="4768"/>
            <ac:spMk id="8" creationId="{C5CEA50C-7524-4502-BA9B-68FD93595173}"/>
          </ac:spMkLst>
        </pc:spChg>
        <pc:spChg chg="del">
          <ac:chgData name="Minh Huynh" userId="01a137d4-0d81-46e0-aca6-c9185b391828" providerId="ADAL" clId="{812CCF7A-788B-4227-A920-48EDF3D1C151}" dt="2026-10-13T10:34:24.181" v="312" actId="478"/>
          <ac:spMkLst>
            <pc:docMk/>
            <pc:sldMk cId="886846188" sldId="4768"/>
            <ac:spMk id="9" creationId="{5AF92854-A259-4531-856E-3098C8DF91DA}"/>
          </ac:spMkLst>
        </pc:spChg>
        <pc:spChg chg="del">
          <ac:chgData name="Minh Huynh" userId="01a137d4-0d81-46e0-aca6-c9185b391828" providerId="ADAL" clId="{812CCF7A-788B-4227-A920-48EDF3D1C151}" dt="2026-10-13T10:34:24.181" v="312" actId="478"/>
          <ac:spMkLst>
            <pc:docMk/>
            <pc:sldMk cId="886846188" sldId="4768"/>
            <ac:spMk id="10" creationId="{29329AA9-3360-4B82-9B31-7748B49380AF}"/>
          </ac:spMkLst>
        </pc:spChg>
        <pc:spChg chg="del">
          <ac:chgData name="Minh Huynh" userId="01a137d4-0d81-46e0-aca6-c9185b391828" providerId="ADAL" clId="{812CCF7A-788B-4227-A920-48EDF3D1C151}" dt="2026-10-13T10:34:24.181" v="312" actId="478"/>
          <ac:spMkLst>
            <pc:docMk/>
            <pc:sldMk cId="886846188" sldId="4768"/>
            <ac:spMk id="11" creationId="{623974A1-1E40-4E5E-B071-80877BA9C0EB}"/>
          </ac:spMkLst>
        </pc:spChg>
        <pc:spChg chg="del">
          <ac:chgData name="Minh Huynh" userId="01a137d4-0d81-46e0-aca6-c9185b391828" providerId="ADAL" clId="{812CCF7A-788B-4227-A920-48EDF3D1C151}" dt="2026-10-13T10:34:24.181" v="312" actId="478"/>
          <ac:spMkLst>
            <pc:docMk/>
            <pc:sldMk cId="886846188" sldId="4768"/>
            <ac:spMk id="12" creationId="{438C3E2E-314F-4FFB-B51E-D3223EFAC17E}"/>
          </ac:spMkLst>
        </pc:spChg>
        <pc:spChg chg="del">
          <ac:chgData name="Minh Huynh" userId="01a137d4-0d81-46e0-aca6-c9185b391828" providerId="ADAL" clId="{812CCF7A-788B-4227-A920-48EDF3D1C151}" dt="2026-10-13T10:34:24.181" v="312" actId="478"/>
          <ac:spMkLst>
            <pc:docMk/>
            <pc:sldMk cId="886846188" sldId="4768"/>
            <ac:spMk id="13" creationId="{A6097481-21C0-4B26-89FB-6DEDC9E3699F}"/>
          </ac:spMkLst>
        </pc:spChg>
        <pc:spChg chg="del">
          <ac:chgData name="Minh Huynh" userId="01a137d4-0d81-46e0-aca6-c9185b391828" providerId="ADAL" clId="{812CCF7A-788B-4227-A920-48EDF3D1C151}" dt="2026-10-13T10:34:24.181" v="312" actId="478"/>
          <ac:spMkLst>
            <pc:docMk/>
            <pc:sldMk cId="886846188" sldId="4768"/>
            <ac:spMk id="14" creationId="{1BE46AF5-B38A-45FB-8067-BCB4B6D989E2}"/>
          </ac:spMkLst>
        </pc:spChg>
        <pc:spChg chg="del">
          <ac:chgData name="Minh Huynh" userId="01a137d4-0d81-46e0-aca6-c9185b391828" providerId="ADAL" clId="{812CCF7A-788B-4227-A920-48EDF3D1C151}" dt="2026-10-13T10:34:24.181" v="312" actId="478"/>
          <ac:spMkLst>
            <pc:docMk/>
            <pc:sldMk cId="886846188" sldId="4768"/>
            <ac:spMk id="15" creationId="{3A680872-7D1B-45B5-8FEE-20A21E91A167}"/>
          </ac:spMkLst>
        </pc:spChg>
        <pc:spChg chg="add mod">
          <ac:chgData name="Minh Huynh" userId="01a137d4-0d81-46e0-aca6-c9185b391828" providerId="ADAL" clId="{812CCF7A-788B-4227-A920-48EDF3D1C151}" dt="2026-10-13T10:34:33.311" v="334" actId="20577"/>
          <ac:spMkLst>
            <pc:docMk/>
            <pc:sldMk cId="886846188" sldId="4768"/>
            <ac:spMk id="16" creationId="{87908748-A430-4936-9F3F-5A0521221A2C}"/>
          </ac:spMkLst>
        </pc:spChg>
        <pc:spChg chg="add del mod">
          <ac:chgData name="Minh Huynh" userId="01a137d4-0d81-46e0-aca6-c9185b391828" providerId="ADAL" clId="{812CCF7A-788B-4227-A920-48EDF3D1C151}" dt="2026-10-13T10:35:02.338" v="341"/>
          <ac:spMkLst>
            <pc:docMk/>
            <pc:sldMk cId="886846188" sldId="4768"/>
            <ac:spMk id="18" creationId="{5FFAE935-23CB-477C-A6A5-639C5036001A}"/>
          </ac:spMkLst>
        </pc:spChg>
        <pc:spChg chg="add del mod">
          <ac:chgData name="Minh Huynh" userId="01a137d4-0d81-46e0-aca6-c9185b391828" providerId="ADAL" clId="{812CCF7A-788B-4227-A920-48EDF3D1C151}" dt="2026-10-13T10:35:02.338" v="341"/>
          <ac:spMkLst>
            <pc:docMk/>
            <pc:sldMk cId="886846188" sldId="4768"/>
            <ac:spMk id="19" creationId="{5EB98CE7-1ADF-4257-A0B3-82FAC85FB014}"/>
          </ac:spMkLst>
        </pc:spChg>
        <pc:spChg chg="del">
          <ac:chgData name="Minh Huynh" userId="01a137d4-0d81-46e0-aca6-c9185b391828" providerId="ADAL" clId="{812CCF7A-788B-4227-A920-48EDF3D1C151}" dt="2026-10-13T10:34:23.147" v="311" actId="478"/>
          <ac:spMkLst>
            <pc:docMk/>
            <pc:sldMk cId="886846188" sldId="4768"/>
            <ac:spMk id="104" creationId="{1A1737B4-5C22-48C0-A017-BE9CFEF00550}"/>
          </ac:spMkLst>
        </pc:spChg>
        <pc:picChg chg="add mod">
          <ac:chgData name="Minh Huynh" userId="01a137d4-0d81-46e0-aca6-c9185b391828" providerId="ADAL" clId="{812CCF7A-788B-4227-A920-48EDF3D1C151}" dt="2026-10-13T10:35:06.819" v="345" actId="14100"/>
          <ac:picMkLst>
            <pc:docMk/>
            <pc:sldMk cId="886846188" sldId="4768"/>
            <ac:picMk id="2" creationId="{99E4D3C5-C757-4043-B54F-BAA284E57B9E}"/>
          </ac:picMkLst>
        </pc:picChg>
        <pc:picChg chg="add del mod">
          <ac:chgData name="Minh Huynh" userId="01a137d4-0d81-46e0-aca6-c9185b391828" providerId="ADAL" clId="{812CCF7A-788B-4227-A920-48EDF3D1C151}" dt="2026-10-13T10:35:02.338" v="341"/>
          <ac:picMkLst>
            <pc:docMk/>
            <pc:sldMk cId="886846188" sldId="4768"/>
            <ac:picMk id="17" creationId="{946C78AE-7337-4A0A-B986-5662D2B9B558}"/>
          </ac:picMkLst>
        </pc:picChg>
        <pc:cxnChg chg="del">
          <ac:chgData name="Minh Huynh" userId="01a137d4-0d81-46e0-aca6-c9185b391828" providerId="ADAL" clId="{812CCF7A-788B-4227-A920-48EDF3D1C151}" dt="2026-10-13T10:34:52.419" v="336" actId="478"/>
          <ac:cxnSpMkLst>
            <pc:docMk/>
            <pc:sldMk cId="886846188" sldId="4768"/>
            <ac:cxnSpMk id="3" creationId="{146FBE09-6E02-4CF8-A191-34F15659CCD7}"/>
          </ac:cxnSpMkLst>
        </pc:cxnChg>
      </pc:sldChg>
      <pc:sldChg chg="add">
        <pc:chgData name="Minh Huynh" userId="01a137d4-0d81-46e0-aca6-c9185b391828" providerId="ADAL" clId="{812CCF7A-788B-4227-A920-48EDF3D1C151}" dt="2026-10-13T10:35:43.977" v="352" actId="2890"/>
        <pc:sldMkLst>
          <pc:docMk/>
          <pc:sldMk cId="1950456884" sldId="4769"/>
        </pc:sldMkLst>
      </pc:sldChg>
      <pc:sldChg chg="addSp delSp modSp add mod">
        <pc:chgData name="Minh Huynh" userId="01a137d4-0d81-46e0-aca6-c9185b391828" providerId="ADAL" clId="{812CCF7A-788B-4227-A920-48EDF3D1C151}" dt="2026-10-13T10:36:08.708" v="379" actId="20577"/>
        <pc:sldMkLst>
          <pc:docMk/>
          <pc:sldMk cId="1420647700" sldId="4774"/>
        </pc:sldMkLst>
        <pc:spChg chg="del">
          <ac:chgData name="Minh Huynh" userId="01a137d4-0d81-46e0-aca6-c9185b391828" providerId="ADAL" clId="{812CCF7A-788B-4227-A920-48EDF3D1C151}" dt="2026-10-13T10:36:00.167" v="355" actId="478"/>
          <ac:spMkLst>
            <pc:docMk/>
            <pc:sldMk cId="1420647700" sldId="4774"/>
            <ac:spMk id="104" creationId="{1A1737B4-5C22-48C0-A017-BE9CFEF00550}"/>
          </ac:spMkLst>
        </pc:spChg>
        <pc:spChg chg="del">
          <ac:chgData name="Minh Huynh" userId="01a137d4-0d81-46e0-aca6-c9185b391828" providerId="ADAL" clId="{812CCF7A-788B-4227-A920-48EDF3D1C151}" dt="2026-10-13T10:35:59.047" v="354" actId="478"/>
          <ac:spMkLst>
            <pc:docMk/>
            <pc:sldMk cId="1420647700" sldId="4774"/>
            <ac:spMk id="160" creationId="{3A72F6CC-D1D8-487E-A693-DC1D18BD4EE5}"/>
          </ac:spMkLst>
        </pc:spChg>
        <pc:spChg chg="del">
          <ac:chgData name="Minh Huynh" userId="01a137d4-0d81-46e0-aca6-c9185b391828" providerId="ADAL" clId="{812CCF7A-788B-4227-A920-48EDF3D1C151}" dt="2026-10-13T10:35:59.047" v="354" actId="478"/>
          <ac:spMkLst>
            <pc:docMk/>
            <pc:sldMk cId="1420647700" sldId="4774"/>
            <ac:spMk id="161" creationId="{1A2F8E81-118B-4D42-A7D1-3B585DEE3AAC}"/>
          </ac:spMkLst>
        </pc:spChg>
        <pc:spChg chg="del">
          <ac:chgData name="Minh Huynh" userId="01a137d4-0d81-46e0-aca6-c9185b391828" providerId="ADAL" clId="{812CCF7A-788B-4227-A920-48EDF3D1C151}" dt="2026-10-13T10:35:59.047" v="354" actId="478"/>
          <ac:spMkLst>
            <pc:docMk/>
            <pc:sldMk cId="1420647700" sldId="4774"/>
            <ac:spMk id="162" creationId="{2857AB75-9ACA-4932-A258-50BC2C7EAD55}"/>
          </ac:spMkLst>
        </pc:spChg>
        <pc:spChg chg="del">
          <ac:chgData name="Minh Huynh" userId="01a137d4-0d81-46e0-aca6-c9185b391828" providerId="ADAL" clId="{812CCF7A-788B-4227-A920-48EDF3D1C151}" dt="2026-10-13T10:35:59.047" v="354" actId="478"/>
          <ac:spMkLst>
            <pc:docMk/>
            <pc:sldMk cId="1420647700" sldId="4774"/>
            <ac:spMk id="163" creationId="{94181C66-D37B-4447-B292-CBCDD6524A3A}"/>
          </ac:spMkLst>
        </pc:spChg>
        <pc:spChg chg="del">
          <ac:chgData name="Minh Huynh" userId="01a137d4-0d81-46e0-aca6-c9185b391828" providerId="ADAL" clId="{812CCF7A-788B-4227-A920-48EDF3D1C151}" dt="2026-10-13T10:35:59.047" v="354" actId="478"/>
          <ac:spMkLst>
            <pc:docMk/>
            <pc:sldMk cId="1420647700" sldId="4774"/>
            <ac:spMk id="164" creationId="{FCC386F2-C905-4A6F-B391-E6E2EB8926A0}"/>
          </ac:spMkLst>
        </pc:spChg>
        <pc:spChg chg="del">
          <ac:chgData name="Minh Huynh" userId="01a137d4-0d81-46e0-aca6-c9185b391828" providerId="ADAL" clId="{812CCF7A-788B-4227-A920-48EDF3D1C151}" dt="2026-10-13T10:35:59.047" v="354" actId="478"/>
          <ac:spMkLst>
            <pc:docMk/>
            <pc:sldMk cId="1420647700" sldId="4774"/>
            <ac:spMk id="165" creationId="{0B2FBCFB-C709-4FD9-B91D-7652CBD9F463}"/>
          </ac:spMkLst>
        </pc:spChg>
        <pc:spChg chg="del">
          <ac:chgData name="Minh Huynh" userId="01a137d4-0d81-46e0-aca6-c9185b391828" providerId="ADAL" clId="{812CCF7A-788B-4227-A920-48EDF3D1C151}" dt="2026-10-13T10:35:59.047" v="354" actId="478"/>
          <ac:spMkLst>
            <pc:docMk/>
            <pc:sldMk cId="1420647700" sldId="4774"/>
            <ac:spMk id="166" creationId="{9A9C2C51-E0BD-458F-9B86-167A3B87263E}"/>
          </ac:spMkLst>
        </pc:spChg>
        <pc:spChg chg="del">
          <ac:chgData name="Minh Huynh" userId="01a137d4-0d81-46e0-aca6-c9185b391828" providerId="ADAL" clId="{812CCF7A-788B-4227-A920-48EDF3D1C151}" dt="2026-10-13T10:35:59.047" v="354" actId="478"/>
          <ac:spMkLst>
            <pc:docMk/>
            <pc:sldMk cId="1420647700" sldId="4774"/>
            <ac:spMk id="167" creationId="{C8528776-D5BD-44CF-84A0-6A129A64D94B}"/>
          </ac:spMkLst>
        </pc:spChg>
        <pc:spChg chg="add mod">
          <ac:chgData name="Minh Huynh" userId="01a137d4-0d81-46e0-aca6-c9185b391828" providerId="ADAL" clId="{812CCF7A-788B-4227-A920-48EDF3D1C151}" dt="2026-10-13T10:36:08.708" v="379" actId="20577"/>
          <ac:spMkLst>
            <pc:docMk/>
            <pc:sldMk cId="1420647700" sldId="4774"/>
            <ac:spMk id="168" creationId="{8C7846FD-7030-4316-804F-1FC4EC8AED82}"/>
          </ac:spMkLst>
        </pc:spChg>
      </pc:sldChg>
      <pc:sldChg chg="addSp delSp modSp add mod">
        <pc:chgData name="Minh Huynh" userId="01a137d4-0d81-46e0-aca6-c9185b391828" providerId="ADAL" clId="{812CCF7A-788B-4227-A920-48EDF3D1C151}" dt="2026-10-13T10:36:41.591" v="400" actId="1076"/>
        <pc:sldMkLst>
          <pc:docMk/>
          <pc:sldMk cId="3451213382" sldId="4775"/>
        </pc:sldMkLst>
        <pc:spChg chg="mod">
          <ac:chgData name="Minh Huynh" userId="01a137d4-0d81-46e0-aca6-c9185b391828" providerId="ADAL" clId="{812CCF7A-788B-4227-A920-48EDF3D1C151}" dt="2026-10-13T10:36:28.109" v="398" actId="1076"/>
          <ac:spMkLst>
            <pc:docMk/>
            <pc:sldMk cId="3451213382" sldId="4775"/>
            <ac:spMk id="5" creationId="{5CC2B7D4-F956-48D8-B585-222BC9D2AFA5}"/>
          </ac:spMkLst>
        </pc:spChg>
        <pc:spChg chg="del">
          <ac:chgData name="Minh Huynh" userId="01a137d4-0d81-46e0-aca6-c9185b391828" providerId="ADAL" clId="{812CCF7A-788B-4227-A920-48EDF3D1C151}" dt="2026-10-13T10:36:19.196" v="382" actId="478"/>
          <ac:spMkLst>
            <pc:docMk/>
            <pc:sldMk cId="3451213382" sldId="4775"/>
            <ac:spMk id="6" creationId="{D258787C-78D9-4110-A421-ADCF64BBD128}"/>
          </ac:spMkLst>
        </pc:spChg>
        <pc:spChg chg="mod">
          <ac:chgData name="Minh Huynh" userId="01a137d4-0d81-46e0-aca6-c9185b391828" providerId="ADAL" clId="{812CCF7A-788B-4227-A920-48EDF3D1C151}" dt="2026-10-13T10:36:28.109" v="398" actId="1076"/>
          <ac:spMkLst>
            <pc:docMk/>
            <pc:sldMk cId="3451213382" sldId="4775"/>
            <ac:spMk id="7" creationId="{0397E87C-8814-4E1F-AFD0-C50947C36BDC}"/>
          </ac:spMkLst>
        </pc:spChg>
        <pc:spChg chg="del">
          <ac:chgData name="Minh Huynh" userId="01a137d4-0d81-46e0-aca6-c9185b391828" providerId="ADAL" clId="{812CCF7A-788B-4227-A920-48EDF3D1C151}" dt="2026-10-13T10:36:19.196" v="382" actId="478"/>
          <ac:spMkLst>
            <pc:docMk/>
            <pc:sldMk cId="3451213382" sldId="4775"/>
            <ac:spMk id="8" creationId="{3BF1407D-71CC-40ED-AD73-6F18266F3592}"/>
          </ac:spMkLst>
        </pc:spChg>
        <pc:spChg chg="del">
          <ac:chgData name="Minh Huynh" userId="01a137d4-0d81-46e0-aca6-c9185b391828" providerId="ADAL" clId="{812CCF7A-788B-4227-A920-48EDF3D1C151}" dt="2026-10-13T10:36:19.196" v="382" actId="478"/>
          <ac:spMkLst>
            <pc:docMk/>
            <pc:sldMk cId="3451213382" sldId="4775"/>
            <ac:spMk id="9" creationId="{D1C2B71B-BA6E-4F58-9E78-E5574A4DFC0A}"/>
          </ac:spMkLst>
        </pc:spChg>
        <pc:spChg chg="del">
          <ac:chgData name="Minh Huynh" userId="01a137d4-0d81-46e0-aca6-c9185b391828" providerId="ADAL" clId="{812CCF7A-788B-4227-A920-48EDF3D1C151}" dt="2026-10-13T10:36:19.196" v="382" actId="478"/>
          <ac:spMkLst>
            <pc:docMk/>
            <pc:sldMk cId="3451213382" sldId="4775"/>
            <ac:spMk id="10" creationId="{B06E328B-0E6F-4CD2-96FF-FCA5A0A44198}"/>
          </ac:spMkLst>
        </pc:spChg>
        <pc:spChg chg="del">
          <ac:chgData name="Minh Huynh" userId="01a137d4-0d81-46e0-aca6-c9185b391828" providerId="ADAL" clId="{812CCF7A-788B-4227-A920-48EDF3D1C151}" dt="2026-10-13T10:36:19.196" v="382" actId="478"/>
          <ac:spMkLst>
            <pc:docMk/>
            <pc:sldMk cId="3451213382" sldId="4775"/>
            <ac:spMk id="11" creationId="{78F28E78-2B18-4F4C-BE46-FF1A8A73B19A}"/>
          </ac:spMkLst>
        </pc:spChg>
        <pc:spChg chg="del">
          <ac:chgData name="Minh Huynh" userId="01a137d4-0d81-46e0-aca6-c9185b391828" providerId="ADAL" clId="{812CCF7A-788B-4227-A920-48EDF3D1C151}" dt="2026-10-13T10:36:19.196" v="382" actId="478"/>
          <ac:spMkLst>
            <pc:docMk/>
            <pc:sldMk cId="3451213382" sldId="4775"/>
            <ac:spMk id="12" creationId="{B341BC3A-AA78-4E84-AF27-D90F6C273F55}"/>
          </ac:spMkLst>
        </pc:spChg>
        <pc:spChg chg="del">
          <ac:chgData name="Minh Huynh" userId="01a137d4-0d81-46e0-aca6-c9185b391828" providerId="ADAL" clId="{812CCF7A-788B-4227-A920-48EDF3D1C151}" dt="2026-10-13T10:36:19.196" v="382" actId="478"/>
          <ac:spMkLst>
            <pc:docMk/>
            <pc:sldMk cId="3451213382" sldId="4775"/>
            <ac:spMk id="13" creationId="{A04A491D-6615-4B23-8B02-8365F6046661}"/>
          </ac:spMkLst>
        </pc:spChg>
        <pc:spChg chg="del">
          <ac:chgData name="Minh Huynh" userId="01a137d4-0d81-46e0-aca6-c9185b391828" providerId="ADAL" clId="{812CCF7A-788B-4227-A920-48EDF3D1C151}" dt="2026-10-13T10:36:19.196" v="382" actId="478"/>
          <ac:spMkLst>
            <pc:docMk/>
            <pc:sldMk cId="3451213382" sldId="4775"/>
            <ac:spMk id="14" creationId="{6FC5DBB2-7A11-4CC9-B6EE-28BCB1968459}"/>
          </ac:spMkLst>
        </pc:spChg>
        <pc:spChg chg="add mod">
          <ac:chgData name="Minh Huynh" userId="01a137d4-0d81-46e0-aca6-c9185b391828" providerId="ADAL" clId="{812CCF7A-788B-4227-A920-48EDF3D1C151}" dt="2026-10-13T10:36:24.372" v="397" actId="20577"/>
          <ac:spMkLst>
            <pc:docMk/>
            <pc:sldMk cId="3451213382" sldId="4775"/>
            <ac:spMk id="15" creationId="{F4E1A7B1-D250-4A04-BB3D-7DB95E804943}"/>
          </ac:spMkLst>
        </pc:spChg>
        <pc:spChg chg="add mod">
          <ac:chgData name="Minh Huynh" userId="01a137d4-0d81-46e0-aca6-c9185b391828" providerId="ADAL" clId="{812CCF7A-788B-4227-A920-48EDF3D1C151}" dt="2026-10-13T10:36:41.591" v="400" actId="1076"/>
          <ac:spMkLst>
            <pc:docMk/>
            <pc:sldMk cId="3451213382" sldId="4775"/>
            <ac:spMk id="16" creationId="{0E660A3F-3098-44EC-87A2-B7134FF5F769}"/>
          </ac:spMkLst>
        </pc:spChg>
        <pc:spChg chg="add mod">
          <ac:chgData name="Minh Huynh" userId="01a137d4-0d81-46e0-aca6-c9185b391828" providerId="ADAL" clId="{812CCF7A-788B-4227-A920-48EDF3D1C151}" dt="2026-10-13T10:36:41.591" v="400" actId="1076"/>
          <ac:spMkLst>
            <pc:docMk/>
            <pc:sldMk cId="3451213382" sldId="4775"/>
            <ac:spMk id="18" creationId="{E031129A-315F-4411-9564-E3F4ED9BED6A}"/>
          </ac:spMkLst>
        </pc:spChg>
        <pc:spChg chg="del">
          <ac:chgData name="Minh Huynh" userId="01a137d4-0d81-46e0-aca6-c9185b391828" providerId="ADAL" clId="{812CCF7A-788B-4227-A920-48EDF3D1C151}" dt="2026-10-13T10:36:17.961" v="381" actId="478"/>
          <ac:spMkLst>
            <pc:docMk/>
            <pc:sldMk cId="3451213382" sldId="4775"/>
            <ac:spMk id="104" creationId="{1A1737B4-5C22-48C0-A017-BE9CFEF00550}"/>
          </ac:spMkLst>
        </pc:spChg>
        <pc:cxnChg chg="mod">
          <ac:chgData name="Minh Huynh" userId="01a137d4-0d81-46e0-aca6-c9185b391828" providerId="ADAL" clId="{812CCF7A-788B-4227-A920-48EDF3D1C151}" dt="2026-10-13T10:36:28.109" v="398" actId="1076"/>
          <ac:cxnSpMkLst>
            <pc:docMk/>
            <pc:sldMk cId="3451213382" sldId="4775"/>
            <ac:cxnSpMk id="3" creationId="{146FBE09-6E02-4CF8-A191-34F15659CCD7}"/>
          </ac:cxnSpMkLst>
        </pc:cxnChg>
        <pc:cxnChg chg="add mod">
          <ac:chgData name="Minh Huynh" userId="01a137d4-0d81-46e0-aca6-c9185b391828" providerId="ADAL" clId="{812CCF7A-788B-4227-A920-48EDF3D1C151}" dt="2026-10-13T10:36:41.591" v="400" actId="1076"/>
          <ac:cxnSpMkLst>
            <pc:docMk/>
            <pc:sldMk cId="3451213382" sldId="4775"/>
            <ac:cxnSpMk id="17" creationId="{6E2DB33A-9307-4DEC-8114-F62016BC8A25}"/>
          </ac:cxnSpMkLst>
        </pc:cxnChg>
      </pc:sldChg>
      <pc:sldChg chg="addSp delSp modSp add mod">
        <pc:chgData name="Minh Huynh" userId="01a137d4-0d81-46e0-aca6-c9185b391828" providerId="ADAL" clId="{812CCF7A-788B-4227-A920-48EDF3D1C151}" dt="2026-10-13T10:37:21.131" v="423" actId="20577"/>
        <pc:sldMkLst>
          <pc:docMk/>
          <pc:sldMk cId="1533414274" sldId="4780"/>
        </pc:sldMkLst>
        <pc:spChg chg="del">
          <ac:chgData name="Minh Huynh" userId="01a137d4-0d81-46e0-aca6-c9185b391828" providerId="ADAL" clId="{812CCF7A-788B-4227-A920-48EDF3D1C151}" dt="2026-10-13T10:37:06.068" v="403" actId="478"/>
          <ac:spMkLst>
            <pc:docMk/>
            <pc:sldMk cId="1533414274" sldId="4780"/>
            <ac:spMk id="104" creationId="{1A1737B4-5C22-48C0-A017-BE9CFEF00550}"/>
          </ac:spMkLst>
        </pc:spChg>
        <pc:spChg chg="add mod">
          <ac:chgData name="Minh Huynh" userId="01a137d4-0d81-46e0-aca6-c9185b391828" providerId="ADAL" clId="{812CCF7A-788B-4227-A920-48EDF3D1C151}" dt="2026-10-13T10:37:21.131" v="423" actId="20577"/>
          <ac:spMkLst>
            <pc:docMk/>
            <pc:sldMk cId="1533414274" sldId="4780"/>
            <ac:spMk id="169" creationId="{E5C01FC4-2B18-4605-A772-201EBA6D71CC}"/>
          </ac:spMkLst>
        </pc:spChg>
        <pc:spChg chg="del">
          <ac:chgData name="Minh Huynh" userId="01a137d4-0d81-46e0-aca6-c9185b391828" providerId="ADAL" clId="{812CCF7A-788B-4227-A920-48EDF3D1C151}" dt="2026-10-13T10:37:04.368" v="402" actId="478"/>
          <ac:spMkLst>
            <pc:docMk/>
            <pc:sldMk cId="1533414274" sldId="4780"/>
            <ac:spMk id="172" creationId="{54ABE81D-EB7D-4B16-A032-72508FDBBA80}"/>
          </ac:spMkLst>
        </pc:spChg>
        <pc:spChg chg="del">
          <ac:chgData name="Minh Huynh" userId="01a137d4-0d81-46e0-aca6-c9185b391828" providerId="ADAL" clId="{812CCF7A-788B-4227-A920-48EDF3D1C151}" dt="2026-10-13T10:37:04.368" v="402" actId="478"/>
          <ac:spMkLst>
            <pc:docMk/>
            <pc:sldMk cId="1533414274" sldId="4780"/>
            <ac:spMk id="173" creationId="{B5B46048-9456-46E0-9DE1-B315F3DE1B09}"/>
          </ac:spMkLst>
        </pc:spChg>
        <pc:spChg chg="del">
          <ac:chgData name="Minh Huynh" userId="01a137d4-0d81-46e0-aca6-c9185b391828" providerId="ADAL" clId="{812CCF7A-788B-4227-A920-48EDF3D1C151}" dt="2026-10-13T10:37:04.368" v="402" actId="478"/>
          <ac:spMkLst>
            <pc:docMk/>
            <pc:sldMk cId="1533414274" sldId="4780"/>
            <ac:spMk id="174" creationId="{1922FC63-0E04-4107-AFD7-C40CE59AAD90}"/>
          </ac:spMkLst>
        </pc:spChg>
        <pc:spChg chg="del">
          <ac:chgData name="Minh Huynh" userId="01a137d4-0d81-46e0-aca6-c9185b391828" providerId="ADAL" clId="{812CCF7A-788B-4227-A920-48EDF3D1C151}" dt="2026-10-13T10:37:04.368" v="402" actId="478"/>
          <ac:spMkLst>
            <pc:docMk/>
            <pc:sldMk cId="1533414274" sldId="4780"/>
            <ac:spMk id="175" creationId="{E221CFD5-1399-4C84-AB49-86DA18E925EF}"/>
          </ac:spMkLst>
        </pc:spChg>
        <pc:spChg chg="del">
          <ac:chgData name="Minh Huynh" userId="01a137d4-0d81-46e0-aca6-c9185b391828" providerId="ADAL" clId="{812CCF7A-788B-4227-A920-48EDF3D1C151}" dt="2026-10-13T10:37:04.368" v="402" actId="478"/>
          <ac:spMkLst>
            <pc:docMk/>
            <pc:sldMk cId="1533414274" sldId="4780"/>
            <ac:spMk id="176" creationId="{2DA5C0C0-848F-4F4E-916B-427A9ACDE66D}"/>
          </ac:spMkLst>
        </pc:spChg>
        <pc:spChg chg="del">
          <ac:chgData name="Minh Huynh" userId="01a137d4-0d81-46e0-aca6-c9185b391828" providerId="ADAL" clId="{812CCF7A-788B-4227-A920-48EDF3D1C151}" dt="2026-10-13T10:37:04.368" v="402" actId="478"/>
          <ac:spMkLst>
            <pc:docMk/>
            <pc:sldMk cId="1533414274" sldId="4780"/>
            <ac:spMk id="177" creationId="{62C6E032-82C0-4FA8-B535-BF7AB8C1880D}"/>
          </ac:spMkLst>
        </pc:spChg>
        <pc:spChg chg="del">
          <ac:chgData name="Minh Huynh" userId="01a137d4-0d81-46e0-aca6-c9185b391828" providerId="ADAL" clId="{812CCF7A-788B-4227-A920-48EDF3D1C151}" dt="2026-10-13T10:37:04.368" v="402" actId="478"/>
          <ac:spMkLst>
            <pc:docMk/>
            <pc:sldMk cId="1533414274" sldId="4780"/>
            <ac:spMk id="178" creationId="{4F7BD366-9AD4-42E9-BE26-FC420AEC4329}"/>
          </ac:spMkLst>
        </pc:spChg>
        <pc:spChg chg="del">
          <ac:chgData name="Minh Huynh" userId="01a137d4-0d81-46e0-aca6-c9185b391828" providerId="ADAL" clId="{812CCF7A-788B-4227-A920-48EDF3D1C151}" dt="2026-10-13T10:37:04.368" v="402" actId="478"/>
          <ac:spMkLst>
            <pc:docMk/>
            <pc:sldMk cId="1533414274" sldId="4780"/>
            <ac:spMk id="179" creationId="{55D87B03-34C3-4A74-B1C2-D5702955448E}"/>
          </ac:spMkLst>
        </pc:spChg>
      </pc:sldChg>
      <pc:sldChg chg="addSp delSp modSp add mod">
        <pc:chgData name="Minh Huynh" userId="01a137d4-0d81-46e0-aca6-c9185b391828" providerId="ADAL" clId="{812CCF7A-788B-4227-A920-48EDF3D1C151}" dt="2026-10-13T10:37:41.529" v="430" actId="20577"/>
        <pc:sldMkLst>
          <pc:docMk/>
          <pc:sldMk cId="563493262" sldId="4786"/>
        </pc:sldMkLst>
        <pc:spChg chg="del">
          <ac:chgData name="Minh Huynh" userId="01a137d4-0d81-46e0-aca6-c9185b391828" providerId="ADAL" clId="{812CCF7A-788B-4227-A920-48EDF3D1C151}" dt="2026-10-13T10:37:32.624" v="425" actId="478"/>
          <ac:spMkLst>
            <pc:docMk/>
            <pc:sldMk cId="563493262" sldId="4786"/>
            <ac:spMk id="104" creationId="{1A1737B4-5C22-48C0-A017-BE9CFEF00550}"/>
          </ac:spMkLst>
        </pc:spChg>
        <pc:spChg chg="del">
          <ac:chgData name="Minh Huynh" userId="01a137d4-0d81-46e0-aca6-c9185b391828" providerId="ADAL" clId="{812CCF7A-788B-4227-A920-48EDF3D1C151}" dt="2026-10-13T10:37:34.132" v="426" actId="478"/>
          <ac:spMkLst>
            <pc:docMk/>
            <pc:sldMk cId="563493262" sldId="4786"/>
            <ac:spMk id="165" creationId="{DFBBD551-05C4-450B-9B24-3C5C8B8537EE}"/>
          </ac:spMkLst>
        </pc:spChg>
        <pc:spChg chg="del">
          <ac:chgData name="Minh Huynh" userId="01a137d4-0d81-46e0-aca6-c9185b391828" providerId="ADAL" clId="{812CCF7A-788B-4227-A920-48EDF3D1C151}" dt="2026-10-13T10:37:35.955" v="427" actId="478"/>
          <ac:spMkLst>
            <pc:docMk/>
            <pc:sldMk cId="563493262" sldId="4786"/>
            <ac:spMk id="169" creationId="{F7184FC7-AD6B-40E3-86C6-657DEEAD16C5}"/>
          </ac:spMkLst>
        </pc:spChg>
        <pc:spChg chg="del">
          <ac:chgData name="Minh Huynh" userId="01a137d4-0d81-46e0-aca6-c9185b391828" providerId="ADAL" clId="{812CCF7A-788B-4227-A920-48EDF3D1C151}" dt="2026-10-13T10:37:35.955" v="427" actId="478"/>
          <ac:spMkLst>
            <pc:docMk/>
            <pc:sldMk cId="563493262" sldId="4786"/>
            <ac:spMk id="171" creationId="{E55AEF3B-A94A-499C-8BD9-209C523080E7}"/>
          </ac:spMkLst>
        </pc:spChg>
        <pc:spChg chg="del">
          <ac:chgData name="Minh Huynh" userId="01a137d4-0d81-46e0-aca6-c9185b391828" providerId="ADAL" clId="{812CCF7A-788B-4227-A920-48EDF3D1C151}" dt="2026-10-13T10:37:35.955" v="427" actId="478"/>
          <ac:spMkLst>
            <pc:docMk/>
            <pc:sldMk cId="563493262" sldId="4786"/>
            <ac:spMk id="172" creationId="{D158FBF7-5C47-4BB6-9B6B-77E92BB06259}"/>
          </ac:spMkLst>
        </pc:spChg>
        <pc:spChg chg="del">
          <ac:chgData name="Minh Huynh" userId="01a137d4-0d81-46e0-aca6-c9185b391828" providerId="ADAL" clId="{812CCF7A-788B-4227-A920-48EDF3D1C151}" dt="2026-10-13T10:37:35.955" v="427" actId="478"/>
          <ac:spMkLst>
            <pc:docMk/>
            <pc:sldMk cId="563493262" sldId="4786"/>
            <ac:spMk id="173" creationId="{4AF1CD8C-09CF-4FF3-9DAE-4B01CCB7947B}"/>
          </ac:spMkLst>
        </pc:spChg>
        <pc:spChg chg="del">
          <ac:chgData name="Minh Huynh" userId="01a137d4-0d81-46e0-aca6-c9185b391828" providerId="ADAL" clId="{812CCF7A-788B-4227-A920-48EDF3D1C151}" dt="2026-10-13T10:37:35.955" v="427" actId="478"/>
          <ac:spMkLst>
            <pc:docMk/>
            <pc:sldMk cId="563493262" sldId="4786"/>
            <ac:spMk id="174" creationId="{961634D5-758D-4D8E-9AEB-3B53B83A3427}"/>
          </ac:spMkLst>
        </pc:spChg>
        <pc:spChg chg="del">
          <ac:chgData name="Minh Huynh" userId="01a137d4-0d81-46e0-aca6-c9185b391828" providerId="ADAL" clId="{812CCF7A-788B-4227-A920-48EDF3D1C151}" dt="2026-10-13T10:37:35.955" v="427" actId="478"/>
          <ac:spMkLst>
            <pc:docMk/>
            <pc:sldMk cId="563493262" sldId="4786"/>
            <ac:spMk id="175" creationId="{DFDDE98C-5897-4AE8-AE30-DE12D1BC9D31}"/>
          </ac:spMkLst>
        </pc:spChg>
        <pc:spChg chg="del">
          <ac:chgData name="Minh Huynh" userId="01a137d4-0d81-46e0-aca6-c9185b391828" providerId="ADAL" clId="{812CCF7A-788B-4227-A920-48EDF3D1C151}" dt="2026-10-13T10:37:35.955" v="427" actId="478"/>
          <ac:spMkLst>
            <pc:docMk/>
            <pc:sldMk cId="563493262" sldId="4786"/>
            <ac:spMk id="176" creationId="{E760A95F-CF1E-45B8-966B-92D6326443C6}"/>
          </ac:spMkLst>
        </pc:spChg>
        <pc:spChg chg="add mod">
          <ac:chgData name="Minh Huynh" userId="01a137d4-0d81-46e0-aca6-c9185b391828" providerId="ADAL" clId="{812CCF7A-788B-4227-A920-48EDF3D1C151}" dt="2026-10-13T10:37:41.529" v="430" actId="20577"/>
          <ac:spMkLst>
            <pc:docMk/>
            <pc:sldMk cId="563493262" sldId="4786"/>
            <ac:spMk id="177" creationId="{E0679C0D-3850-40C1-AC5A-E5052D411D8D}"/>
          </ac:spMkLst>
        </pc:spChg>
      </pc:sldChg>
      <pc:sldChg chg="addSp delSp modSp add mod">
        <pc:chgData name="Minh Huynh" userId="01a137d4-0d81-46e0-aca6-c9185b391828" providerId="ADAL" clId="{812CCF7A-788B-4227-A920-48EDF3D1C151}" dt="2026-10-13T10:39:08.006" v="470" actId="1076"/>
        <pc:sldMkLst>
          <pc:docMk/>
          <pc:sldMk cId="1490207672" sldId="4787"/>
        </pc:sldMkLst>
        <pc:spChg chg="add mod">
          <ac:chgData name="Minh Huynh" userId="01a137d4-0d81-46e0-aca6-c9185b391828" providerId="ADAL" clId="{812CCF7A-788B-4227-A920-48EDF3D1C151}" dt="2026-10-13T10:38:19.313" v="461" actId="20577"/>
          <ac:spMkLst>
            <pc:docMk/>
            <pc:sldMk cId="1490207672" sldId="4787"/>
            <ac:spMk id="14" creationId="{46D2DFE4-35C0-4B1F-9FC7-4C8A98562B91}"/>
          </ac:spMkLst>
        </pc:spChg>
        <pc:spChg chg="add del mod">
          <ac:chgData name="Minh Huynh" userId="01a137d4-0d81-46e0-aca6-c9185b391828" providerId="ADAL" clId="{812CCF7A-788B-4227-A920-48EDF3D1C151}" dt="2026-10-13T10:38:46.065" v="467"/>
          <ac:spMkLst>
            <pc:docMk/>
            <pc:sldMk cId="1490207672" sldId="4787"/>
            <ac:spMk id="15" creationId="{372090B6-696A-47FA-A916-36689C23FDCF}"/>
          </ac:spMkLst>
        </pc:spChg>
        <pc:spChg chg="add del mod">
          <ac:chgData name="Minh Huynh" userId="01a137d4-0d81-46e0-aca6-c9185b391828" providerId="ADAL" clId="{812CCF7A-788B-4227-A920-48EDF3D1C151}" dt="2026-10-13T10:38:46.065" v="467"/>
          <ac:spMkLst>
            <pc:docMk/>
            <pc:sldMk cId="1490207672" sldId="4787"/>
            <ac:spMk id="18" creationId="{C9FEB9F2-9DCE-4433-BF3A-9EDB07129DBC}"/>
          </ac:spMkLst>
        </pc:spChg>
        <pc:spChg chg="add del mod">
          <ac:chgData name="Minh Huynh" userId="01a137d4-0d81-46e0-aca6-c9185b391828" providerId="ADAL" clId="{812CCF7A-788B-4227-A920-48EDF3D1C151}" dt="2026-10-13T10:38:46.065" v="467"/>
          <ac:spMkLst>
            <pc:docMk/>
            <pc:sldMk cId="1490207672" sldId="4787"/>
            <ac:spMk id="19" creationId="{0F2A0FEF-6F40-4546-ADC3-5D5E954CFD76}"/>
          </ac:spMkLst>
        </pc:spChg>
        <pc:spChg chg="add del mod">
          <ac:chgData name="Minh Huynh" userId="01a137d4-0d81-46e0-aca6-c9185b391828" providerId="ADAL" clId="{812CCF7A-788B-4227-A920-48EDF3D1C151}" dt="2026-10-13T10:38:46.065" v="467"/>
          <ac:spMkLst>
            <pc:docMk/>
            <pc:sldMk cId="1490207672" sldId="4787"/>
            <ac:spMk id="29" creationId="{789BDFF6-87B1-45FB-B13C-76722F4D5D20}"/>
          </ac:spMkLst>
        </pc:spChg>
        <pc:spChg chg="add del mod">
          <ac:chgData name="Minh Huynh" userId="01a137d4-0d81-46e0-aca6-c9185b391828" providerId="ADAL" clId="{812CCF7A-788B-4227-A920-48EDF3D1C151}" dt="2026-10-13T10:38:46.065" v="467"/>
          <ac:spMkLst>
            <pc:docMk/>
            <pc:sldMk cId="1490207672" sldId="4787"/>
            <ac:spMk id="30" creationId="{0061F2F2-B401-46A4-9534-B9857D9A2243}"/>
          </ac:spMkLst>
        </pc:spChg>
        <pc:spChg chg="add del mod">
          <ac:chgData name="Minh Huynh" userId="01a137d4-0d81-46e0-aca6-c9185b391828" providerId="ADAL" clId="{812CCF7A-788B-4227-A920-48EDF3D1C151}" dt="2026-10-13T10:38:46.065" v="467"/>
          <ac:spMkLst>
            <pc:docMk/>
            <pc:sldMk cId="1490207672" sldId="4787"/>
            <ac:spMk id="31" creationId="{486F1C8B-52C9-4775-8F6F-764E8FBDC9D8}"/>
          </ac:spMkLst>
        </pc:spChg>
        <pc:spChg chg="add del mod">
          <ac:chgData name="Minh Huynh" userId="01a137d4-0d81-46e0-aca6-c9185b391828" providerId="ADAL" clId="{812CCF7A-788B-4227-A920-48EDF3D1C151}" dt="2026-10-13T10:38:46.065" v="467"/>
          <ac:spMkLst>
            <pc:docMk/>
            <pc:sldMk cId="1490207672" sldId="4787"/>
            <ac:spMk id="32" creationId="{485ED6CB-2BE8-4DDC-9948-0E9D9E0DD59A}"/>
          </ac:spMkLst>
        </pc:spChg>
        <pc:spChg chg="add del mod">
          <ac:chgData name="Minh Huynh" userId="01a137d4-0d81-46e0-aca6-c9185b391828" providerId="ADAL" clId="{812CCF7A-788B-4227-A920-48EDF3D1C151}" dt="2026-10-13T10:38:46.065" v="467"/>
          <ac:spMkLst>
            <pc:docMk/>
            <pc:sldMk cId="1490207672" sldId="4787"/>
            <ac:spMk id="33" creationId="{D8E0D454-CFEC-4F4F-9453-335B34A08BA1}"/>
          </ac:spMkLst>
        </pc:spChg>
        <pc:spChg chg="add del mod">
          <ac:chgData name="Minh Huynh" userId="01a137d4-0d81-46e0-aca6-c9185b391828" providerId="ADAL" clId="{812CCF7A-788B-4227-A920-48EDF3D1C151}" dt="2026-10-13T10:38:46.065" v="467"/>
          <ac:spMkLst>
            <pc:docMk/>
            <pc:sldMk cId="1490207672" sldId="4787"/>
            <ac:spMk id="34" creationId="{623BDB67-0D4B-4781-8037-4D90629F8D65}"/>
          </ac:spMkLst>
        </pc:spChg>
        <pc:spChg chg="add del mod">
          <ac:chgData name="Minh Huynh" userId="01a137d4-0d81-46e0-aca6-c9185b391828" providerId="ADAL" clId="{812CCF7A-788B-4227-A920-48EDF3D1C151}" dt="2026-10-13T10:38:46.065" v="467"/>
          <ac:spMkLst>
            <pc:docMk/>
            <pc:sldMk cId="1490207672" sldId="4787"/>
            <ac:spMk id="44" creationId="{6A9B33DF-8486-4CC1-99EB-FE2A21CD6EFD}"/>
          </ac:spMkLst>
        </pc:spChg>
        <pc:spChg chg="add del mod">
          <ac:chgData name="Minh Huynh" userId="01a137d4-0d81-46e0-aca6-c9185b391828" providerId="ADAL" clId="{812CCF7A-788B-4227-A920-48EDF3D1C151}" dt="2026-10-13T10:38:46.065" v="467"/>
          <ac:spMkLst>
            <pc:docMk/>
            <pc:sldMk cId="1490207672" sldId="4787"/>
            <ac:spMk id="45" creationId="{C17B8D5B-C7DD-43A8-9172-523CA3D63144}"/>
          </ac:spMkLst>
        </pc:spChg>
        <pc:spChg chg="add del mod">
          <ac:chgData name="Minh Huynh" userId="01a137d4-0d81-46e0-aca6-c9185b391828" providerId="ADAL" clId="{812CCF7A-788B-4227-A920-48EDF3D1C151}" dt="2026-10-13T10:38:46.065" v="467"/>
          <ac:spMkLst>
            <pc:docMk/>
            <pc:sldMk cId="1490207672" sldId="4787"/>
            <ac:spMk id="46" creationId="{6CE2CF07-2D96-4256-8B6F-3E5F26C84EFF}"/>
          </ac:spMkLst>
        </pc:spChg>
        <pc:spChg chg="add del mod">
          <ac:chgData name="Minh Huynh" userId="01a137d4-0d81-46e0-aca6-c9185b391828" providerId="ADAL" clId="{812CCF7A-788B-4227-A920-48EDF3D1C151}" dt="2026-10-13T10:38:46.065" v="467"/>
          <ac:spMkLst>
            <pc:docMk/>
            <pc:sldMk cId="1490207672" sldId="4787"/>
            <ac:spMk id="47" creationId="{7C147E4A-CCC5-4611-B30F-1FFD3204A0C8}"/>
          </ac:spMkLst>
        </pc:spChg>
        <pc:spChg chg="add del mod">
          <ac:chgData name="Minh Huynh" userId="01a137d4-0d81-46e0-aca6-c9185b391828" providerId="ADAL" clId="{812CCF7A-788B-4227-A920-48EDF3D1C151}" dt="2026-10-13T10:38:46.065" v="467"/>
          <ac:spMkLst>
            <pc:docMk/>
            <pc:sldMk cId="1490207672" sldId="4787"/>
            <ac:spMk id="48" creationId="{E992D0EA-D767-415C-BA9E-56A10450099C}"/>
          </ac:spMkLst>
        </pc:spChg>
        <pc:spChg chg="add del mod">
          <ac:chgData name="Minh Huynh" userId="01a137d4-0d81-46e0-aca6-c9185b391828" providerId="ADAL" clId="{812CCF7A-788B-4227-A920-48EDF3D1C151}" dt="2026-10-13T10:38:46.065" v="467"/>
          <ac:spMkLst>
            <pc:docMk/>
            <pc:sldMk cId="1490207672" sldId="4787"/>
            <ac:spMk id="49" creationId="{A254ADCA-4834-4634-BC52-273707567D02}"/>
          </ac:spMkLst>
        </pc:spChg>
        <pc:spChg chg="add del mod">
          <ac:chgData name="Minh Huynh" userId="01a137d4-0d81-46e0-aca6-c9185b391828" providerId="ADAL" clId="{812CCF7A-788B-4227-A920-48EDF3D1C151}" dt="2026-10-13T10:38:46.065" v="467"/>
          <ac:spMkLst>
            <pc:docMk/>
            <pc:sldMk cId="1490207672" sldId="4787"/>
            <ac:spMk id="52" creationId="{0D1322DB-1450-41D7-9313-21E4106772D7}"/>
          </ac:spMkLst>
        </pc:spChg>
        <pc:spChg chg="add del mod">
          <ac:chgData name="Minh Huynh" userId="01a137d4-0d81-46e0-aca6-c9185b391828" providerId="ADAL" clId="{812CCF7A-788B-4227-A920-48EDF3D1C151}" dt="2026-10-13T10:38:46.065" v="467"/>
          <ac:spMkLst>
            <pc:docMk/>
            <pc:sldMk cId="1490207672" sldId="4787"/>
            <ac:spMk id="53" creationId="{619D421B-B51A-4DAE-9987-0442C0E8767D}"/>
          </ac:spMkLst>
        </pc:spChg>
        <pc:spChg chg="add mod">
          <ac:chgData name="Minh Huynh" userId="01a137d4-0d81-46e0-aca6-c9185b391828" providerId="ADAL" clId="{812CCF7A-788B-4227-A920-48EDF3D1C151}" dt="2026-10-13T10:39:05.893" v="469" actId="1076"/>
          <ac:spMkLst>
            <pc:docMk/>
            <pc:sldMk cId="1490207672" sldId="4787"/>
            <ac:spMk id="61" creationId="{5E6FD445-D1D2-4818-99A2-708E045A4A82}"/>
          </ac:spMkLst>
        </pc:spChg>
        <pc:spChg chg="add mod">
          <ac:chgData name="Minh Huynh" userId="01a137d4-0d81-46e0-aca6-c9185b391828" providerId="ADAL" clId="{812CCF7A-788B-4227-A920-48EDF3D1C151}" dt="2026-10-13T10:39:05.893" v="469" actId="1076"/>
          <ac:spMkLst>
            <pc:docMk/>
            <pc:sldMk cId="1490207672" sldId="4787"/>
            <ac:spMk id="62" creationId="{3A0859E0-2669-4A7E-B67C-1AE70D637FD2}"/>
          </ac:spMkLst>
        </pc:spChg>
        <pc:spChg chg="add mod">
          <ac:chgData name="Minh Huynh" userId="01a137d4-0d81-46e0-aca6-c9185b391828" providerId="ADAL" clId="{812CCF7A-788B-4227-A920-48EDF3D1C151}" dt="2026-10-13T10:39:05.893" v="469" actId="1076"/>
          <ac:spMkLst>
            <pc:docMk/>
            <pc:sldMk cId="1490207672" sldId="4787"/>
            <ac:spMk id="65" creationId="{D31487E0-9D5F-440B-9CC5-F36022108EAE}"/>
          </ac:spMkLst>
        </pc:spChg>
        <pc:spChg chg="add mod">
          <ac:chgData name="Minh Huynh" userId="01a137d4-0d81-46e0-aca6-c9185b391828" providerId="ADAL" clId="{812CCF7A-788B-4227-A920-48EDF3D1C151}" dt="2026-10-13T10:39:05.893" v="469" actId="1076"/>
          <ac:spMkLst>
            <pc:docMk/>
            <pc:sldMk cId="1490207672" sldId="4787"/>
            <ac:spMk id="66" creationId="{ABD77957-7505-4936-A729-A957DCA006CD}"/>
          </ac:spMkLst>
        </pc:spChg>
        <pc:spChg chg="add mod">
          <ac:chgData name="Minh Huynh" userId="01a137d4-0d81-46e0-aca6-c9185b391828" providerId="ADAL" clId="{812CCF7A-788B-4227-A920-48EDF3D1C151}" dt="2026-10-13T10:39:05.893" v="469" actId="1076"/>
          <ac:spMkLst>
            <pc:docMk/>
            <pc:sldMk cId="1490207672" sldId="4787"/>
            <ac:spMk id="76" creationId="{BEC7FDDA-2B13-4445-A32D-B954D23F45AD}"/>
          </ac:spMkLst>
        </pc:spChg>
        <pc:spChg chg="add mod">
          <ac:chgData name="Minh Huynh" userId="01a137d4-0d81-46e0-aca6-c9185b391828" providerId="ADAL" clId="{812CCF7A-788B-4227-A920-48EDF3D1C151}" dt="2026-10-13T10:39:05.893" v="469" actId="1076"/>
          <ac:spMkLst>
            <pc:docMk/>
            <pc:sldMk cId="1490207672" sldId="4787"/>
            <ac:spMk id="77" creationId="{2DDC897C-D586-4C08-BE4B-CA3478802C0E}"/>
          </ac:spMkLst>
        </pc:spChg>
        <pc:spChg chg="add mod">
          <ac:chgData name="Minh Huynh" userId="01a137d4-0d81-46e0-aca6-c9185b391828" providerId="ADAL" clId="{812CCF7A-788B-4227-A920-48EDF3D1C151}" dt="2026-10-13T10:39:05.893" v="469" actId="1076"/>
          <ac:spMkLst>
            <pc:docMk/>
            <pc:sldMk cId="1490207672" sldId="4787"/>
            <ac:spMk id="78" creationId="{812094DE-1EBC-4042-BA03-C10278C00A14}"/>
          </ac:spMkLst>
        </pc:spChg>
        <pc:spChg chg="add mod">
          <ac:chgData name="Minh Huynh" userId="01a137d4-0d81-46e0-aca6-c9185b391828" providerId="ADAL" clId="{812CCF7A-788B-4227-A920-48EDF3D1C151}" dt="2026-10-13T10:39:05.893" v="469" actId="1076"/>
          <ac:spMkLst>
            <pc:docMk/>
            <pc:sldMk cId="1490207672" sldId="4787"/>
            <ac:spMk id="79" creationId="{560B5842-55F9-41F1-8AEB-BEE5A8226C30}"/>
          </ac:spMkLst>
        </pc:spChg>
        <pc:spChg chg="add mod">
          <ac:chgData name="Minh Huynh" userId="01a137d4-0d81-46e0-aca6-c9185b391828" providerId="ADAL" clId="{812CCF7A-788B-4227-A920-48EDF3D1C151}" dt="2026-10-13T10:39:05.893" v="469" actId="1076"/>
          <ac:spMkLst>
            <pc:docMk/>
            <pc:sldMk cId="1490207672" sldId="4787"/>
            <ac:spMk id="80" creationId="{0FEB81CF-2843-4BB8-B94A-F42762F0D1F0}"/>
          </ac:spMkLst>
        </pc:spChg>
        <pc:spChg chg="add mod">
          <ac:chgData name="Minh Huynh" userId="01a137d4-0d81-46e0-aca6-c9185b391828" providerId="ADAL" clId="{812CCF7A-788B-4227-A920-48EDF3D1C151}" dt="2026-10-13T10:39:05.893" v="469" actId="1076"/>
          <ac:spMkLst>
            <pc:docMk/>
            <pc:sldMk cId="1490207672" sldId="4787"/>
            <ac:spMk id="81" creationId="{66110300-611D-4AF0-828A-9402A6E6728B}"/>
          </ac:spMkLst>
        </pc:spChg>
        <pc:spChg chg="add mod">
          <ac:chgData name="Minh Huynh" userId="01a137d4-0d81-46e0-aca6-c9185b391828" providerId="ADAL" clId="{812CCF7A-788B-4227-A920-48EDF3D1C151}" dt="2026-10-13T10:39:05.893" v="469" actId="1076"/>
          <ac:spMkLst>
            <pc:docMk/>
            <pc:sldMk cId="1490207672" sldId="4787"/>
            <ac:spMk id="82" creationId="{DACB9FCB-234F-468F-9CED-C53256C469C6}"/>
          </ac:spMkLst>
        </pc:spChg>
        <pc:spChg chg="add mod">
          <ac:chgData name="Minh Huynh" userId="01a137d4-0d81-46e0-aca6-c9185b391828" providerId="ADAL" clId="{812CCF7A-788B-4227-A920-48EDF3D1C151}" dt="2026-10-13T10:39:05.893" v="469" actId="1076"/>
          <ac:spMkLst>
            <pc:docMk/>
            <pc:sldMk cId="1490207672" sldId="4787"/>
            <ac:spMk id="92" creationId="{A205B1E6-29C0-4C0F-ABC8-EE0A9CAD16A9}"/>
          </ac:spMkLst>
        </pc:spChg>
        <pc:spChg chg="add mod">
          <ac:chgData name="Minh Huynh" userId="01a137d4-0d81-46e0-aca6-c9185b391828" providerId="ADAL" clId="{812CCF7A-788B-4227-A920-48EDF3D1C151}" dt="2026-10-13T10:39:05.893" v="469" actId="1076"/>
          <ac:spMkLst>
            <pc:docMk/>
            <pc:sldMk cId="1490207672" sldId="4787"/>
            <ac:spMk id="93" creationId="{DB2EC244-A70F-4F75-BF5E-818A7FC2BC05}"/>
          </ac:spMkLst>
        </pc:spChg>
        <pc:spChg chg="add mod">
          <ac:chgData name="Minh Huynh" userId="01a137d4-0d81-46e0-aca6-c9185b391828" providerId="ADAL" clId="{812CCF7A-788B-4227-A920-48EDF3D1C151}" dt="2026-10-13T10:39:05.893" v="469" actId="1076"/>
          <ac:spMkLst>
            <pc:docMk/>
            <pc:sldMk cId="1490207672" sldId="4787"/>
            <ac:spMk id="94" creationId="{AAFF56BD-3FA4-4BED-A9CC-34617C14D7B6}"/>
          </ac:spMkLst>
        </pc:spChg>
        <pc:spChg chg="add mod">
          <ac:chgData name="Minh Huynh" userId="01a137d4-0d81-46e0-aca6-c9185b391828" providerId="ADAL" clId="{812CCF7A-788B-4227-A920-48EDF3D1C151}" dt="2026-10-13T10:39:05.893" v="469" actId="1076"/>
          <ac:spMkLst>
            <pc:docMk/>
            <pc:sldMk cId="1490207672" sldId="4787"/>
            <ac:spMk id="95" creationId="{E4F328D1-9708-482B-BD64-388F057D5973}"/>
          </ac:spMkLst>
        </pc:spChg>
        <pc:spChg chg="add mod">
          <ac:chgData name="Minh Huynh" userId="01a137d4-0d81-46e0-aca6-c9185b391828" providerId="ADAL" clId="{812CCF7A-788B-4227-A920-48EDF3D1C151}" dt="2026-10-13T10:39:05.893" v="469" actId="1076"/>
          <ac:spMkLst>
            <pc:docMk/>
            <pc:sldMk cId="1490207672" sldId="4787"/>
            <ac:spMk id="96" creationId="{A4ABB8EE-FD59-4308-959A-D18B9CA74EB9}"/>
          </ac:spMkLst>
        </pc:spChg>
        <pc:spChg chg="add mod">
          <ac:chgData name="Minh Huynh" userId="01a137d4-0d81-46e0-aca6-c9185b391828" providerId="ADAL" clId="{812CCF7A-788B-4227-A920-48EDF3D1C151}" dt="2026-10-13T10:39:05.893" v="469" actId="1076"/>
          <ac:spMkLst>
            <pc:docMk/>
            <pc:sldMk cId="1490207672" sldId="4787"/>
            <ac:spMk id="97" creationId="{D03A0347-3146-478E-A29B-5A5AB0144517}"/>
          </ac:spMkLst>
        </pc:spChg>
        <pc:spChg chg="add mod">
          <ac:chgData name="Minh Huynh" userId="01a137d4-0d81-46e0-aca6-c9185b391828" providerId="ADAL" clId="{812CCF7A-788B-4227-A920-48EDF3D1C151}" dt="2026-10-13T10:39:05.893" v="469" actId="1076"/>
          <ac:spMkLst>
            <pc:docMk/>
            <pc:sldMk cId="1490207672" sldId="4787"/>
            <ac:spMk id="98" creationId="{017B8BD5-0BE1-4AA0-AF69-C14F72B302DA}"/>
          </ac:spMkLst>
        </pc:spChg>
        <pc:spChg chg="add mod">
          <ac:chgData name="Minh Huynh" userId="01a137d4-0d81-46e0-aca6-c9185b391828" providerId="ADAL" clId="{812CCF7A-788B-4227-A920-48EDF3D1C151}" dt="2026-10-13T10:39:05.893" v="469" actId="1076"/>
          <ac:spMkLst>
            <pc:docMk/>
            <pc:sldMk cId="1490207672" sldId="4787"/>
            <ac:spMk id="101" creationId="{C8AF8A30-44F9-46BA-850A-47AF25D69806}"/>
          </ac:spMkLst>
        </pc:spChg>
        <pc:spChg chg="add mod">
          <ac:chgData name="Minh Huynh" userId="01a137d4-0d81-46e0-aca6-c9185b391828" providerId="ADAL" clId="{812CCF7A-788B-4227-A920-48EDF3D1C151}" dt="2026-10-13T10:39:05.893" v="469" actId="1076"/>
          <ac:spMkLst>
            <pc:docMk/>
            <pc:sldMk cId="1490207672" sldId="4787"/>
            <ac:spMk id="102" creationId="{88462784-783B-45F0-9722-DC3F6A30D357}"/>
          </ac:spMkLst>
        </pc:spChg>
        <pc:spChg chg="del">
          <ac:chgData name="Minh Huynh" userId="01a137d4-0d81-46e0-aca6-c9185b391828" providerId="ADAL" clId="{812CCF7A-788B-4227-A920-48EDF3D1C151}" dt="2026-10-13T10:38:37.963" v="463" actId="478"/>
          <ac:spMkLst>
            <pc:docMk/>
            <pc:sldMk cId="1490207672" sldId="4787"/>
            <ac:spMk id="104" creationId="{1A1737B4-5C22-48C0-A017-BE9CFEF00550}"/>
          </ac:spMkLst>
        </pc:spChg>
        <pc:spChg chg="mod">
          <ac:chgData name="Minh Huynh" userId="01a137d4-0d81-46e0-aca6-c9185b391828" providerId="ADAL" clId="{812CCF7A-788B-4227-A920-48EDF3D1C151}" dt="2026-10-13T10:39:08.006" v="470" actId="1076"/>
          <ac:spMkLst>
            <pc:docMk/>
            <pc:sldMk cId="1490207672" sldId="4787"/>
            <ac:spMk id="165" creationId="{B9627C39-A439-4D37-B5D8-FA4D73D2995C}"/>
          </ac:spMkLst>
        </pc:spChg>
        <pc:spChg chg="del">
          <ac:chgData name="Minh Huynh" userId="01a137d4-0d81-46e0-aca6-c9185b391828" providerId="ADAL" clId="{812CCF7A-788B-4227-A920-48EDF3D1C151}" dt="2026-10-13T10:38:00.842" v="433" actId="478"/>
          <ac:spMkLst>
            <pc:docMk/>
            <pc:sldMk cId="1490207672" sldId="4787"/>
            <ac:spMk id="171" creationId="{F731D1D3-5200-4FB6-AA84-CB5272B4355E}"/>
          </ac:spMkLst>
        </pc:spChg>
        <pc:spChg chg="del">
          <ac:chgData name="Minh Huynh" userId="01a137d4-0d81-46e0-aca6-c9185b391828" providerId="ADAL" clId="{812CCF7A-788B-4227-A920-48EDF3D1C151}" dt="2026-10-13T10:37:57.204" v="432" actId="478"/>
          <ac:spMkLst>
            <pc:docMk/>
            <pc:sldMk cId="1490207672" sldId="4787"/>
            <ac:spMk id="172" creationId="{BFF97C65-2992-457B-96D5-8B32D72EFCA8}"/>
          </ac:spMkLst>
        </pc:spChg>
        <pc:spChg chg="del">
          <ac:chgData name="Minh Huynh" userId="01a137d4-0d81-46e0-aca6-c9185b391828" providerId="ADAL" clId="{812CCF7A-788B-4227-A920-48EDF3D1C151}" dt="2026-10-13T10:37:57.204" v="432" actId="478"/>
          <ac:spMkLst>
            <pc:docMk/>
            <pc:sldMk cId="1490207672" sldId="4787"/>
            <ac:spMk id="173" creationId="{62834AFA-64B4-42C8-972A-0C5C4CB2616A}"/>
          </ac:spMkLst>
        </pc:spChg>
        <pc:spChg chg="del">
          <ac:chgData name="Minh Huynh" userId="01a137d4-0d81-46e0-aca6-c9185b391828" providerId="ADAL" clId="{812CCF7A-788B-4227-A920-48EDF3D1C151}" dt="2026-10-13T10:37:57.204" v="432" actId="478"/>
          <ac:spMkLst>
            <pc:docMk/>
            <pc:sldMk cId="1490207672" sldId="4787"/>
            <ac:spMk id="174" creationId="{00EC96C2-EE20-4222-8315-9415AFE09930}"/>
          </ac:spMkLst>
        </pc:spChg>
        <pc:spChg chg="del">
          <ac:chgData name="Minh Huynh" userId="01a137d4-0d81-46e0-aca6-c9185b391828" providerId="ADAL" clId="{812CCF7A-788B-4227-A920-48EDF3D1C151}" dt="2026-10-13T10:37:57.204" v="432" actId="478"/>
          <ac:spMkLst>
            <pc:docMk/>
            <pc:sldMk cId="1490207672" sldId="4787"/>
            <ac:spMk id="175" creationId="{94337D01-A54B-4DE5-9DFA-B71FAA475002}"/>
          </ac:spMkLst>
        </pc:spChg>
        <pc:spChg chg="del">
          <ac:chgData name="Minh Huynh" userId="01a137d4-0d81-46e0-aca6-c9185b391828" providerId="ADAL" clId="{812CCF7A-788B-4227-A920-48EDF3D1C151}" dt="2026-10-13T10:37:57.204" v="432" actId="478"/>
          <ac:spMkLst>
            <pc:docMk/>
            <pc:sldMk cId="1490207672" sldId="4787"/>
            <ac:spMk id="176" creationId="{617360B3-AAB6-4CEB-A2A5-BAD01084DA7D}"/>
          </ac:spMkLst>
        </pc:spChg>
        <pc:spChg chg="del">
          <ac:chgData name="Minh Huynh" userId="01a137d4-0d81-46e0-aca6-c9185b391828" providerId="ADAL" clId="{812CCF7A-788B-4227-A920-48EDF3D1C151}" dt="2026-10-13T10:37:57.204" v="432" actId="478"/>
          <ac:spMkLst>
            <pc:docMk/>
            <pc:sldMk cId="1490207672" sldId="4787"/>
            <ac:spMk id="177" creationId="{214B9D8F-59F0-44E1-95E9-3DF558278FBE}"/>
          </ac:spMkLst>
        </pc:spChg>
        <pc:spChg chg="del">
          <ac:chgData name="Minh Huynh" userId="01a137d4-0d81-46e0-aca6-c9185b391828" providerId="ADAL" clId="{812CCF7A-788B-4227-A920-48EDF3D1C151}" dt="2026-10-13T10:37:57.204" v="432" actId="478"/>
          <ac:spMkLst>
            <pc:docMk/>
            <pc:sldMk cId="1490207672" sldId="4787"/>
            <ac:spMk id="178" creationId="{EB89D9A4-5C1B-48DC-B13C-D7867700AFAD}"/>
          </ac:spMkLst>
        </pc:spChg>
        <pc:spChg chg="del">
          <ac:chgData name="Minh Huynh" userId="01a137d4-0d81-46e0-aca6-c9185b391828" providerId="ADAL" clId="{812CCF7A-788B-4227-A920-48EDF3D1C151}" dt="2026-10-13T10:37:57.204" v="432" actId="478"/>
          <ac:spMkLst>
            <pc:docMk/>
            <pc:sldMk cId="1490207672" sldId="4787"/>
            <ac:spMk id="179" creationId="{9BFF5666-04F3-4C74-8308-DE6B9A77BF3B}"/>
          </ac:spMkLst>
        </pc:spChg>
        <pc:cxnChg chg="add del mod">
          <ac:chgData name="Minh Huynh" userId="01a137d4-0d81-46e0-aca6-c9185b391828" providerId="ADAL" clId="{812CCF7A-788B-4227-A920-48EDF3D1C151}" dt="2026-10-13T10:38:46.065" v="467"/>
          <ac:cxnSpMkLst>
            <pc:docMk/>
            <pc:sldMk cId="1490207672" sldId="4787"/>
            <ac:cxnSpMk id="16" creationId="{60446F12-702A-4D30-844E-224B4C48E065}"/>
          </ac:cxnSpMkLst>
        </pc:cxnChg>
        <pc:cxnChg chg="add del mod">
          <ac:chgData name="Minh Huynh" userId="01a137d4-0d81-46e0-aca6-c9185b391828" providerId="ADAL" clId="{812CCF7A-788B-4227-A920-48EDF3D1C151}" dt="2026-10-13T10:38:46.065" v="467"/>
          <ac:cxnSpMkLst>
            <pc:docMk/>
            <pc:sldMk cId="1490207672" sldId="4787"/>
            <ac:cxnSpMk id="17" creationId="{81CE1332-DBCD-48B2-9150-819E28C6DCE0}"/>
          </ac:cxnSpMkLst>
        </pc:cxnChg>
        <pc:cxnChg chg="add del mod">
          <ac:chgData name="Minh Huynh" userId="01a137d4-0d81-46e0-aca6-c9185b391828" providerId="ADAL" clId="{812CCF7A-788B-4227-A920-48EDF3D1C151}" dt="2026-10-13T10:38:46.065" v="467"/>
          <ac:cxnSpMkLst>
            <pc:docMk/>
            <pc:sldMk cId="1490207672" sldId="4787"/>
            <ac:cxnSpMk id="20" creationId="{05BA8D71-49DF-4B4F-B363-6198B451195F}"/>
          </ac:cxnSpMkLst>
        </pc:cxnChg>
        <pc:cxnChg chg="add del mod">
          <ac:chgData name="Minh Huynh" userId="01a137d4-0d81-46e0-aca6-c9185b391828" providerId="ADAL" clId="{812CCF7A-788B-4227-A920-48EDF3D1C151}" dt="2026-10-13T10:38:46.065" v="467"/>
          <ac:cxnSpMkLst>
            <pc:docMk/>
            <pc:sldMk cId="1490207672" sldId="4787"/>
            <ac:cxnSpMk id="21" creationId="{0BD126E7-81A1-45A8-8E8E-01395858FDD3}"/>
          </ac:cxnSpMkLst>
        </pc:cxnChg>
        <pc:cxnChg chg="add del mod">
          <ac:chgData name="Minh Huynh" userId="01a137d4-0d81-46e0-aca6-c9185b391828" providerId="ADAL" clId="{812CCF7A-788B-4227-A920-48EDF3D1C151}" dt="2026-10-13T10:38:46.065" v="467"/>
          <ac:cxnSpMkLst>
            <pc:docMk/>
            <pc:sldMk cId="1490207672" sldId="4787"/>
            <ac:cxnSpMk id="22" creationId="{9EB178BF-1EE9-41AB-A912-0DEE46BA2BBD}"/>
          </ac:cxnSpMkLst>
        </pc:cxnChg>
        <pc:cxnChg chg="add del mod">
          <ac:chgData name="Minh Huynh" userId="01a137d4-0d81-46e0-aca6-c9185b391828" providerId="ADAL" clId="{812CCF7A-788B-4227-A920-48EDF3D1C151}" dt="2026-10-13T10:38:46.065" v="467"/>
          <ac:cxnSpMkLst>
            <pc:docMk/>
            <pc:sldMk cId="1490207672" sldId="4787"/>
            <ac:cxnSpMk id="23" creationId="{77A155AA-F162-4F70-BA67-A4934153BF7F}"/>
          </ac:cxnSpMkLst>
        </pc:cxnChg>
        <pc:cxnChg chg="add del mod">
          <ac:chgData name="Minh Huynh" userId="01a137d4-0d81-46e0-aca6-c9185b391828" providerId="ADAL" clId="{812CCF7A-788B-4227-A920-48EDF3D1C151}" dt="2026-10-13T10:38:46.065" v="467"/>
          <ac:cxnSpMkLst>
            <pc:docMk/>
            <pc:sldMk cId="1490207672" sldId="4787"/>
            <ac:cxnSpMk id="24" creationId="{8FF1067C-9F67-472B-8523-0CEB3AED9922}"/>
          </ac:cxnSpMkLst>
        </pc:cxnChg>
        <pc:cxnChg chg="add del mod">
          <ac:chgData name="Minh Huynh" userId="01a137d4-0d81-46e0-aca6-c9185b391828" providerId="ADAL" clId="{812CCF7A-788B-4227-A920-48EDF3D1C151}" dt="2026-10-13T10:38:46.065" v="467"/>
          <ac:cxnSpMkLst>
            <pc:docMk/>
            <pc:sldMk cId="1490207672" sldId="4787"/>
            <ac:cxnSpMk id="25" creationId="{473BEC74-A8F3-4B3C-A97F-B713FADAF4BA}"/>
          </ac:cxnSpMkLst>
        </pc:cxnChg>
        <pc:cxnChg chg="add del mod">
          <ac:chgData name="Minh Huynh" userId="01a137d4-0d81-46e0-aca6-c9185b391828" providerId="ADAL" clId="{812CCF7A-788B-4227-A920-48EDF3D1C151}" dt="2026-10-13T10:38:46.065" v="467"/>
          <ac:cxnSpMkLst>
            <pc:docMk/>
            <pc:sldMk cId="1490207672" sldId="4787"/>
            <ac:cxnSpMk id="26" creationId="{24FED8C7-330F-491E-BA9D-2F6F97020895}"/>
          </ac:cxnSpMkLst>
        </pc:cxnChg>
        <pc:cxnChg chg="add del mod">
          <ac:chgData name="Minh Huynh" userId="01a137d4-0d81-46e0-aca6-c9185b391828" providerId="ADAL" clId="{812CCF7A-788B-4227-A920-48EDF3D1C151}" dt="2026-10-13T10:38:46.065" v="467"/>
          <ac:cxnSpMkLst>
            <pc:docMk/>
            <pc:sldMk cId="1490207672" sldId="4787"/>
            <ac:cxnSpMk id="27" creationId="{AD3E556F-66DA-4A2A-9DE9-DECD0F685522}"/>
          </ac:cxnSpMkLst>
        </pc:cxnChg>
        <pc:cxnChg chg="add del mod">
          <ac:chgData name="Minh Huynh" userId="01a137d4-0d81-46e0-aca6-c9185b391828" providerId="ADAL" clId="{812CCF7A-788B-4227-A920-48EDF3D1C151}" dt="2026-10-13T10:38:46.065" v="467"/>
          <ac:cxnSpMkLst>
            <pc:docMk/>
            <pc:sldMk cId="1490207672" sldId="4787"/>
            <ac:cxnSpMk id="28" creationId="{076D03AF-2B1D-48B2-9693-264EE0A52949}"/>
          </ac:cxnSpMkLst>
        </pc:cxnChg>
        <pc:cxnChg chg="add del mod">
          <ac:chgData name="Minh Huynh" userId="01a137d4-0d81-46e0-aca6-c9185b391828" providerId="ADAL" clId="{812CCF7A-788B-4227-A920-48EDF3D1C151}" dt="2026-10-13T10:38:46.065" v="467"/>
          <ac:cxnSpMkLst>
            <pc:docMk/>
            <pc:sldMk cId="1490207672" sldId="4787"/>
            <ac:cxnSpMk id="35" creationId="{12F0EE7E-A459-4788-AF54-EDDB8E73BA52}"/>
          </ac:cxnSpMkLst>
        </pc:cxnChg>
        <pc:cxnChg chg="add del mod">
          <ac:chgData name="Minh Huynh" userId="01a137d4-0d81-46e0-aca6-c9185b391828" providerId="ADAL" clId="{812CCF7A-788B-4227-A920-48EDF3D1C151}" dt="2026-10-13T10:38:46.065" v="467"/>
          <ac:cxnSpMkLst>
            <pc:docMk/>
            <pc:sldMk cId="1490207672" sldId="4787"/>
            <ac:cxnSpMk id="36" creationId="{B3E3A52A-86B2-4C4B-8216-40996A7CB5CB}"/>
          </ac:cxnSpMkLst>
        </pc:cxnChg>
        <pc:cxnChg chg="add del mod">
          <ac:chgData name="Minh Huynh" userId="01a137d4-0d81-46e0-aca6-c9185b391828" providerId="ADAL" clId="{812CCF7A-788B-4227-A920-48EDF3D1C151}" dt="2026-10-13T10:38:46.065" v="467"/>
          <ac:cxnSpMkLst>
            <pc:docMk/>
            <pc:sldMk cId="1490207672" sldId="4787"/>
            <ac:cxnSpMk id="37" creationId="{AA1CC3FD-7412-4A9C-93DF-E596B8398824}"/>
          </ac:cxnSpMkLst>
        </pc:cxnChg>
        <pc:cxnChg chg="add del mod">
          <ac:chgData name="Minh Huynh" userId="01a137d4-0d81-46e0-aca6-c9185b391828" providerId="ADAL" clId="{812CCF7A-788B-4227-A920-48EDF3D1C151}" dt="2026-10-13T10:38:46.065" v="467"/>
          <ac:cxnSpMkLst>
            <pc:docMk/>
            <pc:sldMk cId="1490207672" sldId="4787"/>
            <ac:cxnSpMk id="38" creationId="{7CDFF860-E811-49C3-ADDF-AF2B81AEE648}"/>
          </ac:cxnSpMkLst>
        </pc:cxnChg>
        <pc:cxnChg chg="add del mod">
          <ac:chgData name="Minh Huynh" userId="01a137d4-0d81-46e0-aca6-c9185b391828" providerId="ADAL" clId="{812CCF7A-788B-4227-A920-48EDF3D1C151}" dt="2026-10-13T10:38:46.065" v="467"/>
          <ac:cxnSpMkLst>
            <pc:docMk/>
            <pc:sldMk cId="1490207672" sldId="4787"/>
            <ac:cxnSpMk id="39" creationId="{8A4D4CAE-93BD-4A33-AF30-B61896A92EA1}"/>
          </ac:cxnSpMkLst>
        </pc:cxnChg>
        <pc:cxnChg chg="add del mod">
          <ac:chgData name="Minh Huynh" userId="01a137d4-0d81-46e0-aca6-c9185b391828" providerId="ADAL" clId="{812CCF7A-788B-4227-A920-48EDF3D1C151}" dt="2026-10-13T10:38:46.065" v="467"/>
          <ac:cxnSpMkLst>
            <pc:docMk/>
            <pc:sldMk cId="1490207672" sldId="4787"/>
            <ac:cxnSpMk id="40" creationId="{4BC86F27-CB70-4864-A508-88D9E98E51D1}"/>
          </ac:cxnSpMkLst>
        </pc:cxnChg>
        <pc:cxnChg chg="add del mod">
          <ac:chgData name="Minh Huynh" userId="01a137d4-0d81-46e0-aca6-c9185b391828" providerId="ADAL" clId="{812CCF7A-788B-4227-A920-48EDF3D1C151}" dt="2026-10-13T10:38:46.065" v="467"/>
          <ac:cxnSpMkLst>
            <pc:docMk/>
            <pc:sldMk cId="1490207672" sldId="4787"/>
            <ac:cxnSpMk id="41" creationId="{B59D524D-7773-47CF-9FE7-3F4B2094DAD8}"/>
          </ac:cxnSpMkLst>
        </pc:cxnChg>
        <pc:cxnChg chg="add del mod">
          <ac:chgData name="Minh Huynh" userId="01a137d4-0d81-46e0-aca6-c9185b391828" providerId="ADAL" clId="{812CCF7A-788B-4227-A920-48EDF3D1C151}" dt="2026-10-13T10:38:46.065" v="467"/>
          <ac:cxnSpMkLst>
            <pc:docMk/>
            <pc:sldMk cId="1490207672" sldId="4787"/>
            <ac:cxnSpMk id="42" creationId="{516983A3-E955-4909-9D7C-259323631A6D}"/>
          </ac:cxnSpMkLst>
        </pc:cxnChg>
        <pc:cxnChg chg="add del mod">
          <ac:chgData name="Minh Huynh" userId="01a137d4-0d81-46e0-aca6-c9185b391828" providerId="ADAL" clId="{812CCF7A-788B-4227-A920-48EDF3D1C151}" dt="2026-10-13T10:38:46.065" v="467"/>
          <ac:cxnSpMkLst>
            <pc:docMk/>
            <pc:sldMk cId="1490207672" sldId="4787"/>
            <ac:cxnSpMk id="43" creationId="{82B5D170-AECB-40C7-93A0-6085999164DF}"/>
          </ac:cxnSpMkLst>
        </pc:cxnChg>
        <pc:cxnChg chg="add del mod">
          <ac:chgData name="Minh Huynh" userId="01a137d4-0d81-46e0-aca6-c9185b391828" providerId="ADAL" clId="{812CCF7A-788B-4227-A920-48EDF3D1C151}" dt="2026-10-13T10:38:46.065" v="467"/>
          <ac:cxnSpMkLst>
            <pc:docMk/>
            <pc:sldMk cId="1490207672" sldId="4787"/>
            <ac:cxnSpMk id="50" creationId="{2E0C7990-F558-4075-B169-28AEEC474968}"/>
          </ac:cxnSpMkLst>
        </pc:cxnChg>
        <pc:cxnChg chg="add del mod">
          <ac:chgData name="Minh Huynh" userId="01a137d4-0d81-46e0-aca6-c9185b391828" providerId="ADAL" clId="{812CCF7A-788B-4227-A920-48EDF3D1C151}" dt="2026-10-13T10:38:46.065" v="467"/>
          <ac:cxnSpMkLst>
            <pc:docMk/>
            <pc:sldMk cId="1490207672" sldId="4787"/>
            <ac:cxnSpMk id="51" creationId="{9962A9E5-D475-4CBA-A4C5-38004AD63500}"/>
          </ac:cxnSpMkLst>
        </pc:cxnChg>
        <pc:cxnChg chg="add del mod">
          <ac:chgData name="Minh Huynh" userId="01a137d4-0d81-46e0-aca6-c9185b391828" providerId="ADAL" clId="{812CCF7A-788B-4227-A920-48EDF3D1C151}" dt="2026-10-13T10:38:46.065" v="467"/>
          <ac:cxnSpMkLst>
            <pc:docMk/>
            <pc:sldMk cId="1490207672" sldId="4787"/>
            <ac:cxnSpMk id="54" creationId="{11876DFE-224A-48F5-B717-03886AB3D602}"/>
          </ac:cxnSpMkLst>
        </pc:cxnChg>
        <pc:cxnChg chg="add del mod">
          <ac:chgData name="Minh Huynh" userId="01a137d4-0d81-46e0-aca6-c9185b391828" providerId="ADAL" clId="{812CCF7A-788B-4227-A920-48EDF3D1C151}" dt="2026-10-13T10:38:46.065" v="467"/>
          <ac:cxnSpMkLst>
            <pc:docMk/>
            <pc:sldMk cId="1490207672" sldId="4787"/>
            <ac:cxnSpMk id="55" creationId="{AEEE35AC-D7CA-441F-8869-C21BAA14BE48}"/>
          </ac:cxnSpMkLst>
        </pc:cxnChg>
        <pc:cxnChg chg="add del mod">
          <ac:chgData name="Minh Huynh" userId="01a137d4-0d81-46e0-aca6-c9185b391828" providerId="ADAL" clId="{812CCF7A-788B-4227-A920-48EDF3D1C151}" dt="2026-10-13T10:38:46.065" v="467"/>
          <ac:cxnSpMkLst>
            <pc:docMk/>
            <pc:sldMk cId="1490207672" sldId="4787"/>
            <ac:cxnSpMk id="56" creationId="{D28C5952-9929-4F04-A9D9-829B33D7C52F}"/>
          </ac:cxnSpMkLst>
        </pc:cxnChg>
        <pc:cxnChg chg="add del mod">
          <ac:chgData name="Minh Huynh" userId="01a137d4-0d81-46e0-aca6-c9185b391828" providerId="ADAL" clId="{812CCF7A-788B-4227-A920-48EDF3D1C151}" dt="2026-10-13T10:38:46.065" v="467"/>
          <ac:cxnSpMkLst>
            <pc:docMk/>
            <pc:sldMk cId="1490207672" sldId="4787"/>
            <ac:cxnSpMk id="57" creationId="{E2BF3BF6-82D6-4D79-893F-4BF604BD4B4C}"/>
          </ac:cxnSpMkLst>
        </pc:cxnChg>
        <pc:cxnChg chg="add del mod">
          <ac:chgData name="Minh Huynh" userId="01a137d4-0d81-46e0-aca6-c9185b391828" providerId="ADAL" clId="{812CCF7A-788B-4227-A920-48EDF3D1C151}" dt="2026-10-13T10:38:46.065" v="467"/>
          <ac:cxnSpMkLst>
            <pc:docMk/>
            <pc:sldMk cId="1490207672" sldId="4787"/>
            <ac:cxnSpMk id="58" creationId="{10726CEA-50EA-4D82-B376-511145306546}"/>
          </ac:cxnSpMkLst>
        </pc:cxnChg>
        <pc:cxnChg chg="add del mod">
          <ac:chgData name="Minh Huynh" userId="01a137d4-0d81-46e0-aca6-c9185b391828" providerId="ADAL" clId="{812CCF7A-788B-4227-A920-48EDF3D1C151}" dt="2026-10-13T10:38:46.065" v="467"/>
          <ac:cxnSpMkLst>
            <pc:docMk/>
            <pc:sldMk cId="1490207672" sldId="4787"/>
            <ac:cxnSpMk id="59" creationId="{99A1928F-3778-45BB-8269-03F3277BA00E}"/>
          </ac:cxnSpMkLst>
        </pc:cxnChg>
        <pc:cxnChg chg="add mod">
          <ac:chgData name="Minh Huynh" userId="01a137d4-0d81-46e0-aca6-c9185b391828" providerId="ADAL" clId="{812CCF7A-788B-4227-A920-48EDF3D1C151}" dt="2026-10-13T10:39:05.893" v="469" actId="1076"/>
          <ac:cxnSpMkLst>
            <pc:docMk/>
            <pc:sldMk cId="1490207672" sldId="4787"/>
            <ac:cxnSpMk id="60" creationId="{A7FCE216-586B-4391-9D3B-1EB6EE1F18C7}"/>
          </ac:cxnSpMkLst>
        </pc:cxnChg>
        <pc:cxnChg chg="add mod">
          <ac:chgData name="Minh Huynh" userId="01a137d4-0d81-46e0-aca6-c9185b391828" providerId="ADAL" clId="{812CCF7A-788B-4227-A920-48EDF3D1C151}" dt="2026-10-13T10:39:05.893" v="469" actId="1076"/>
          <ac:cxnSpMkLst>
            <pc:docMk/>
            <pc:sldMk cId="1490207672" sldId="4787"/>
            <ac:cxnSpMk id="63" creationId="{DA0542BC-E675-4449-835F-9AD049CFFD3A}"/>
          </ac:cxnSpMkLst>
        </pc:cxnChg>
        <pc:cxnChg chg="add mod">
          <ac:chgData name="Minh Huynh" userId="01a137d4-0d81-46e0-aca6-c9185b391828" providerId="ADAL" clId="{812CCF7A-788B-4227-A920-48EDF3D1C151}" dt="2026-10-13T10:39:05.893" v="469" actId="1076"/>
          <ac:cxnSpMkLst>
            <pc:docMk/>
            <pc:sldMk cId="1490207672" sldId="4787"/>
            <ac:cxnSpMk id="64" creationId="{F47B1674-8C11-4805-9630-10949423437D}"/>
          </ac:cxnSpMkLst>
        </pc:cxnChg>
        <pc:cxnChg chg="add mod">
          <ac:chgData name="Minh Huynh" userId="01a137d4-0d81-46e0-aca6-c9185b391828" providerId="ADAL" clId="{812CCF7A-788B-4227-A920-48EDF3D1C151}" dt="2026-10-13T10:39:05.893" v="469" actId="1076"/>
          <ac:cxnSpMkLst>
            <pc:docMk/>
            <pc:sldMk cId="1490207672" sldId="4787"/>
            <ac:cxnSpMk id="67" creationId="{9EFF8686-9EEB-4A49-8ABD-4CF7DA4D43BF}"/>
          </ac:cxnSpMkLst>
        </pc:cxnChg>
        <pc:cxnChg chg="add mod">
          <ac:chgData name="Minh Huynh" userId="01a137d4-0d81-46e0-aca6-c9185b391828" providerId="ADAL" clId="{812CCF7A-788B-4227-A920-48EDF3D1C151}" dt="2026-10-13T10:39:05.893" v="469" actId="1076"/>
          <ac:cxnSpMkLst>
            <pc:docMk/>
            <pc:sldMk cId="1490207672" sldId="4787"/>
            <ac:cxnSpMk id="68" creationId="{8B09B961-D200-4E71-B84A-5A661629CE93}"/>
          </ac:cxnSpMkLst>
        </pc:cxnChg>
        <pc:cxnChg chg="add mod">
          <ac:chgData name="Minh Huynh" userId="01a137d4-0d81-46e0-aca6-c9185b391828" providerId="ADAL" clId="{812CCF7A-788B-4227-A920-48EDF3D1C151}" dt="2026-10-13T10:39:05.893" v="469" actId="1076"/>
          <ac:cxnSpMkLst>
            <pc:docMk/>
            <pc:sldMk cId="1490207672" sldId="4787"/>
            <ac:cxnSpMk id="69" creationId="{BB3969DB-2B0B-4FF1-B711-06AC46D52453}"/>
          </ac:cxnSpMkLst>
        </pc:cxnChg>
        <pc:cxnChg chg="add mod">
          <ac:chgData name="Minh Huynh" userId="01a137d4-0d81-46e0-aca6-c9185b391828" providerId="ADAL" clId="{812CCF7A-788B-4227-A920-48EDF3D1C151}" dt="2026-10-13T10:39:05.893" v="469" actId="1076"/>
          <ac:cxnSpMkLst>
            <pc:docMk/>
            <pc:sldMk cId="1490207672" sldId="4787"/>
            <ac:cxnSpMk id="70" creationId="{DCAAB327-9ED0-4F33-9994-B32764656F02}"/>
          </ac:cxnSpMkLst>
        </pc:cxnChg>
        <pc:cxnChg chg="add mod">
          <ac:chgData name="Minh Huynh" userId="01a137d4-0d81-46e0-aca6-c9185b391828" providerId="ADAL" clId="{812CCF7A-788B-4227-A920-48EDF3D1C151}" dt="2026-10-13T10:39:05.893" v="469" actId="1076"/>
          <ac:cxnSpMkLst>
            <pc:docMk/>
            <pc:sldMk cId="1490207672" sldId="4787"/>
            <ac:cxnSpMk id="71" creationId="{2C977B9E-9E16-4191-88FD-38A9151FDF3D}"/>
          </ac:cxnSpMkLst>
        </pc:cxnChg>
        <pc:cxnChg chg="add mod">
          <ac:chgData name="Minh Huynh" userId="01a137d4-0d81-46e0-aca6-c9185b391828" providerId="ADAL" clId="{812CCF7A-788B-4227-A920-48EDF3D1C151}" dt="2026-10-13T10:39:05.893" v="469" actId="1076"/>
          <ac:cxnSpMkLst>
            <pc:docMk/>
            <pc:sldMk cId="1490207672" sldId="4787"/>
            <ac:cxnSpMk id="72" creationId="{8417CDA8-FF06-4803-B48B-446A8AB76ECD}"/>
          </ac:cxnSpMkLst>
        </pc:cxnChg>
        <pc:cxnChg chg="add mod">
          <ac:chgData name="Minh Huynh" userId="01a137d4-0d81-46e0-aca6-c9185b391828" providerId="ADAL" clId="{812CCF7A-788B-4227-A920-48EDF3D1C151}" dt="2026-10-13T10:39:05.893" v="469" actId="1076"/>
          <ac:cxnSpMkLst>
            <pc:docMk/>
            <pc:sldMk cId="1490207672" sldId="4787"/>
            <ac:cxnSpMk id="73" creationId="{816E0A85-A47A-4326-8CD7-E206DB1EA906}"/>
          </ac:cxnSpMkLst>
        </pc:cxnChg>
        <pc:cxnChg chg="add mod">
          <ac:chgData name="Minh Huynh" userId="01a137d4-0d81-46e0-aca6-c9185b391828" providerId="ADAL" clId="{812CCF7A-788B-4227-A920-48EDF3D1C151}" dt="2026-10-13T10:39:05.893" v="469" actId="1076"/>
          <ac:cxnSpMkLst>
            <pc:docMk/>
            <pc:sldMk cId="1490207672" sldId="4787"/>
            <ac:cxnSpMk id="74" creationId="{06B93F36-0898-491E-BC10-348B2450773C}"/>
          </ac:cxnSpMkLst>
        </pc:cxnChg>
        <pc:cxnChg chg="add mod">
          <ac:chgData name="Minh Huynh" userId="01a137d4-0d81-46e0-aca6-c9185b391828" providerId="ADAL" clId="{812CCF7A-788B-4227-A920-48EDF3D1C151}" dt="2026-10-13T10:39:05.893" v="469" actId="1076"/>
          <ac:cxnSpMkLst>
            <pc:docMk/>
            <pc:sldMk cId="1490207672" sldId="4787"/>
            <ac:cxnSpMk id="75" creationId="{4BDBB5A1-94D0-4D84-85ED-DFFAFCB7C34E}"/>
          </ac:cxnSpMkLst>
        </pc:cxnChg>
        <pc:cxnChg chg="add mod">
          <ac:chgData name="Minh Huynh" userId="01a137d4-0d81-46e0-aca6-c9185b391828" providerId="ADAL" clId="{812CCF7A-788B-4227-A920-48EDF3D1C151}" dt="2026-10-13T10:39:05.893" v="469" actId="1076"/>
          <ac:cxnSpMkLst>
            <pc:docMk/>
            <pc:sldMk cId="1490207672" sldId="4787"/>
            <ac:cxnSpMk id="83" creationId="{72F1D704-F778-42C0-AEE2-F607C70A1611}"/>
          </ac:cxnSpMkLst>
        </pc:cxnChg>
        <pc:cxnChg chg="add mod">
          <ac:chgData name="Minh Huynh" userId="01a137d4-0d81-46e0-aca6-c9185b391828" providerId="ADAL" clId="{812CCF7A-788B-4227-A920-48EDF3D1C151}" dt="2026-10-13T10:39:05.893" v="469" actId="1076"/>
          <ac:cxnSpMkLst>
            <pc:docMk/>
            <pc:sldMk cId="1490207672" sldId="4787"/>
            <ac:cxnSpMk id="84" creationId="{7C40BEF1-4313-447E-A3FA-EA23487AD09B}"/>
          </ac:cxnSpMkLst>
        </pc:cxnChg>
        <pc:cxnChg chg="add mod">
          <ac:chgData name="Minh Huynh" userId="01a137d4-0d81-46e0-aca6-c9185b391828" providerId="ADAL" clId="{812CCF7A-788B-4227-A920-48EDF3D1C151}" dt="2026-10-13T10:39:05.893" v="469" actId="1076"/>
          <ac:cxnSpMkLst>
            <pc:docMk/>
            <pc:sldMk cId="1490207672" sldId="4787"/>
            <ac:cxnSpMk id="85" creationId="{EB312DE7-9BF7-4263-85B3-8CA98DC743C0}"/>
          </ac:cxnSpMkLst>
        </pc:cxnChg>
        <pc:cxnChg chg="add mod">
          <ac:chgData name="Minh Huynh" userId="01a137d4-0d81-46e0-aca6-c9185b391828" providerId="ADAL" clId="{812CCF7A-788B-4227-A920-48EDF3D1C151}" dt="2026-10-13T10:39:05.893" v="469" actId="1076"/>
          <ac:cxnSpMkLst>
            <pc:docMk/>
            <pc:sldMk cId="1490207672" sldId="4787"/>
            <ac:cxnSpMk id="86" creationId="{327EACBA-68E8-458A-BB38-0E14D9A03C9F}"/>
          </ac:cxnSpMkLst>
        </pc:cxnChg>
        <pc:cxnChg chg="add mod">
          <ac:chgData name="Minh Huynh" userId="01a137d4-0d81-46e0-aca6-c9185b391828" providerId="ADAL" clId="{812CCF7A-788B-4227-A920-48EDF3D1C151}" dt="2026-10-13T10:39:05.893" v="469" actId="1076"/>
          <ac:cxnSpMkLst>
            <pc:docMk/>
            <pc:sldMk cId="1490207672" sldId="4787"/>
            <ac:cxnSpMk id="87" creationId="{47C97822-D62C-4182-99A6-3EDC0233866B}"/>
          </ac:cxnSpMkLst>
        </pc:cxnChg>
        <pc:cxnChg chg="add mod">
          <ac:chgData name="Minh Huynh" userId="01a137d4-0d81-46e0-aca6-c9185b391828" providerId="ADAL" clId="{812CCF7A-788B-4227-A920-48EDF3D1C151}" dt="2026-10-13T10:39:05.893" v="469" actId="1076"/>
          <ac:cxnSpMkLst>
            <pc:docMk/>
            <pc:sldMk cId="1490207672" sldId="4787"/>
            <ac:cxnSpMk id="88" creationId="{2FD3A33B-90D9-4759-9F77-80A3EB69AA92}"/>
          </ac:cxnSpMkLst>
        </pc:cxnChg>
        <pc:cxnChg chg="add mod">
          <ac:chgData name="Minh Huynh" userId="01a137d4-0d81-46e0-aca6-c9185b391828" providerId="ADAL" clId="{812CCF7A-788B-4227-A920-48EDF3D1C151}" dt="2026-10-13T10:39:05.893" v="469" actId="1076"/>
          <ac:cxnSpMkLst>
            <pc:docMk/>
            <pc:sldMk cId="1490207672" sldId="4787"/>
            <ac:cxnSpMk id="89" creationId="{71468522-3BD9-400A-960F-40682CE47AA0}"/>
          </ac:cxnSpMkLst>
        </pc:cxnChg>
        <pc:cxnChg chg="add mod">
          <ac:chgData name="Minh Huynh" userId="01a137d4-0d81-46e0-aca6-c9185b391828" providerId="ADAL" clId="{812CCF7A-788B-4227-A920-48EDF3D1C151}" dt="2026-10-13T10:39:05.893" v="469" actId="1076"/>
          <ac:cxnSpMkLst>
            <pc:docMk/>
            <pc:sldMk cId="1490207672" sldId="4787"/>
            <ac:cxnSpMk id="90" creationId="{2CA11033-355D-4577-B1E1-D77BB5244310}"/>
          </ac:cxnSpMkLst>
        </pc:cxnChg>
        <pc:cxnChg chg="add mod">
          <ac:chgData name="Minh Huynh" userId="01a137d4-0d81-46e0-aca6-c9185b391828" providerId="ADAL" clId="{812CCF7A-788B-4227-A920-48EDF3D1C151}" dt="2026-10-13T10:39:05.893" v="469" actId="1076"/>
          <ac:cxnSpMkLst>
            <pc:docMk/>
            <pc:sldMk cId="1490207672" sldId="4787"/>
            <ac:cxnSpMk id="91" creationId="{1382BE81-0ECA-4C46-B38C-95DAE0C315AC}"/>
          </ac:cxnSpMkLst>
        </pc:cxnChg>
        <pc:cxnChg chg="add mod">
          <ac:chgData name="Minh Huynh" userId="01a137d4-0d81-46e0-aca6-c9185b391828" providerId="ADAL" clId="{812CCF7A-788B-4227-A920-48EDF3D1C151}" dt="2026-10-13T10:39:05.893" v="469" actId="1076"/>
          <ac:cxnSpMkLst>
            <pc:docMk/>
            <pc:sldMk cId="1490207672" sldId="4787"/>
            <ac:cxnSpMk id="99" creationId="{0554457F-3523-4647-8410-CA86330C9449}"/>
          </ac:cxnSpMkLst>
        </pc:cxnChg>
        <pc:cxnChg chg="add mod">
          <ac:chgData name="Minh Huynh" userId="01a137d4-0d81-46e0-aca6-c9185b391828" providerId="ADAL" clId="{812CCF7A-788B-4227-A920-48EDF3D1C151}" dt="2026-10-13T10:39:05.893" v="469" actId="1076"/>
          <ac:cxnSpMkLst>
            <pc:docMk/>
            <pc:sldMk cId="1490207672" sldId="4787"/>
            <ac:cxnSpMk id="100" creationId="{0ACACFC0-8FC1-489D-8FA9-610D782CCA29}"/>
          </ac:cxnSpMkLst>
        </pc:cxnChg>
        <pc:cxnChg chg="add mod">
          <ac:chgData name="Minh Huynh" userId="01a137d4-0d81-46e0-aca6-c9185b391828" providerId="ADAL" clId="{812CCF7A-788B-4227-A920-48EDF3D1C151}" dt="2026-10-13T10:39:05.893" v="469" actId="1076"/>
          <ac:cxnSpMkLst>
            <pc:docMk/>
            <pc:sldMk cId="1490207672" sldId="4787"/>
            <ac:cxnSpMk id="103" creationId="{4A602B0C-350D-421B-96EF-AA9A234EC1CC}"/>
          </ac:cxnSpMkLst>
        </pc:cxnChg>
        <pc:cxnChg chg="add mod">
          <ac:chgData name="Minh Huynh" userId="01a137d4-0d81-46e0-aca6-c9185b391828" providerId="ADAL" clId="{812CCF7A-788B-4227-A920-48EDF3D1C151}" dt="2026-10-13T10:39:05.893" v="469" actId="1076"/>
          <ac:cxnSpMkLst>
            <pc:docMk/>
            <pc:sldMk cId="1490207672" sldId="4787"/>
            <ac:cxnSpMk id="105" creationId="{B44B191C-5E2C-4523-B726-A631DABE5B97}"/>
          </ac:cxnSpMkLst>
        </pc:cxnChg>
        <pc:cxnChg chg="add mod">
          <ac:chgData name="Minh Huynh" userId="01a137d4-0d81-46e0-aca6-c9185b391828" providerId="ADAL" clId="{812CCF7A-788B-4227-A920-48EDF3D1C151}" dt="2026-10-13T10:39:05.893" v="469" actId="1076"/>
          <ac:cxnSpMkLst>
            <pc:docMk/>
            <pc:sldMk cId="1490207672" sldId="4787"/>
            <ac:cxnSpMk id="106" creationId="{0A879C5C-3349-4C15-BC9C-1B2E82C2D848}"/>
          </ac:cxnSpMkLst>
        </pc:cxnChg>
        <pc:cxnChg chg="add mod">
          <ac:chgData name="Minh Huynh" userId="01a137d4-0d81-46e0-aca6-c9185b391828" providerId="ADAL" clId="{812CCF7A-788B-4227-A920-48EDF3D1C151}" dt="2026-10-13T10:39:05.893" v="469" actId="1076"/>
          <ac:cxnSpMkLst>
            <pc:docMk/>
            <pc:sldMk cId="1490207672" sldId="4787"/>
            <ac:cxnSpMk id="107" creationId="{D6C88C31-C98D-4A18-B366-DD0218578046}"/>
          </ac:cxnSpMkLst>
        </pc:cxnChg>
        <pc:cxnChg chg="add mod">
          <ac:chgData name="Minh Huynh" userId="01a137d4-0d81-46e0-aca6-c9185b391828" providerId="ADAL" clId="{812CCF7A-788B-4227-A920-48EDF3D1C151}" dt="2026-10-13T10:39:05.893" v="469" actId="1076"/>
          <ac:cxnSpMkLst>
            <pc:docMk/>
            <pc:sldMk cId="1490207672" sldId="4787"/>
            <ac:cxnSpMk id="108" creationId="{1852786F-3A0B-47D8-929B-3CCE20DF062D}"/>
          </ac:cxnSpMkLst>
        </pc:cxnChg>
        <pc:cxnChg chg="add mod">
          <ac:chgData name="Minh Huynh" userId="01a137d4-0d81-46e0-aca6-c9185b391828" providerId="ADAL" clId="{812CCF7A-788B-4227-A920-48EDF3D1C151}" dt="2026-10-13T10:39:05.893" v="469" actId="1076"/>
          <ac:cxnSpMkLst>
            <pc:docMk/>
            <pc:sldMk cId="1490207672" sldId="4787"/>
            <ac:cxnSpMk id="109" creationId="{C010F3CA-4BD4-4758-8D0A-2CF50E165F69}"/>
          </ac:cxnSpMkLst>
        </pc:cxnChg>
        <pc:cxnChg chg="del">
          <ac:chgData name="Minh Huynh" userId="01a137d4-0d81-46e0-aca6-c9185b391828" providerId="ADAL" clId="{812CCF7A-788B-4227-A920-48EDF3D1C151}" dt="2026-10-13T10:38:00.842" v="433" actId="478"/>
          <ac:cxnSpMkLst>
            <pc:docMk/>
            <pc:sldMk cId="1490207672" sldId="4787"/>
            <ac:cxnSpMk id="169" creationId="{57222EC7-0876-4877-92FA-89777C2E7A67}"/>
          </ac:cxnSpMkLst>
        </pc:cxnChg>
      </pc:sldChg>
      <pc:sldChg chg="addSp delSp modSp add mod">
        <pc:chgData name="Minh Huynh" userId="01a137d4-0d81-46e0-aca6-c9185b391828" providerId="ADAL" clId="{812CCF7A-788B-4227-A920-48EDF3D1C151}" dt="2026-10-13T10:40:36.577" v="520" actId="122"/>
        <pc:sldMkLst>
          <pc:docMk/>
          <pc:sldMk cId="1043102066" sldId="4793"/>
        </pc:sldMkLst>
        <pc:spChg chg="add mod">
          <ac:chgData name="Minh Huynh" userId="01a137d4-0d81-46e0-aca6-c9185b391828" providerId="ADAL" clId="{812CCF7A-788B-4227-A920-48EDF3D1C151}" dt="2026-10-13T10:39:37.532" v="504" actId="20577"/>
          <ac:spMkLst>
            <pc:docMk/>
            <pc:sldMk cId="1043102066" sldId="4793"/>
            <ac:spMk id="12" creationId="{26342D36-664D-469D-A75B-AE1FE51C8A32}"/>
          </ac:spMkLst>
        </pc:spChg>
        <pc:spChg chg="add mod">
          <ac:chgData name="Minh Huynh" userId="01a137d4-0d81-46e0-aca6-c9185b391828" providerId="ADAL" clId="{812CCF7A-788B-4227-A920-48EDF3D1C151}" dt="2026-10-13T10:40:36.577" v="520" actId="122"/>
          <ac:spMkLst>
            <pc:docMk/>
            <pc:sldMk cId="1043102066" sldId="4793"/>
            <ac:spMk id="14" creationId="{0B9A5F48-42A4-430A-B86F-5A762F4F89C3}"/>
          </ac:spMkLst>
        </pc:spChg>
        <pc:spChg chg="del">
          <ac:chgData name="Minh Huynh" userId="01a137d4-0d81-46e0-aca6-c9185b391828" providerId="ADAL" clId="{812CCF7A-788B-4227-A920-48EDF3D1C151}" dt="2026-10-13T10:39:26.348" v="473" actId="478"/>
          <ac:spMkLst>
            <pc:docMk/>
            <pc:sldMk cId="1043102066" sldId="4793"/>
            <ac:spMk id="56" creationId="{49E3A979-FE35-411E-BFB4-5B95166F8964}"/>
          </ac:spMkLst>
        </pc:spChg>
        <pc:spChg chg="del">
          <ac:chgData name="Minh Huynh" userId="01a137d4-0d81-46e0-aca6-c9185b391828" providerId="ADAL" clId="{812CCF7A-788B-4227-A920-48EDF3D1C151}" dt="2026-10-13T10:39:26.348" v="473" actId="478"/>
          <ac:spMkLst>
            <pc:docMk/>
            <pc:sldMk cId="1043102066" sldId="4793"/>
            <ac:spMk id="59" creationId="{735779E9-1AD8-4BD8-B5D2-CED193CC67AD}"/>
          </ac:spMkLst>
        </pc:spChg>
        <pc:spChg chg="del">
          <ac:chgData name="Minh Huynh" userId="01a137d4-0d81-46e0-aca6-c9185b391828" providerId="ADAL" clId="{812CCF7A-788B-4227-A920-48EDF3D1C151}" dt="2026-10-13T10:39:26.348" v="473" actId="478"/>
          <ac:spMkLst>
            <pc:docMk/>
            <pc:sldMk cId="1043102066" sldId="4793"/>
            <ac:spMk id="61" creationId="{1D4E5F5B-4A07-4765-A626-8E86AFF548B3}"/>
          </ac:spMkLst>
        </pc:spChg>
        <pc:spChg chg="del">
          <ac:chgData name="Minh Huynh" userId="01a137d4-0d81-46e0-aca6-c9185b391828" providerId="ADAL" clId="{812CCF7A-788B-4227-A920-48EDF3D1C151}" dt="2026-10-13T10:39:26.348" v="473" actId="478"/>
          <ac:spMkLst>
            <pc:docMk/>
            <pc:sldMk cId="1043102066" sldId="4793"/>
            <ac:spMk id="62" creationId="{E24FB618-F4CA-4389-8D7F-32CAEE22F870}"/>
          </ac:spMkLst>
        </pc:spChg>
        <pc:spChg chg="del">
          <ac:chgData name="Minh Huynh" userId="01a137d4-0d81-46e0-aca6-c9185b391828" providerId="ADAL" clId="{812CCF7A-788B-4227-A920-48EDF3D1C151}" dt="2026-10-13T10:39:26.348" v="473" actId="478"/>
          <ac:spMkLst>
            <pc:docMk/>
            <pc:sldMk cId="1043102066" sldId="4793"/>
            <ac:spMk id="63" creationId="{29601DA7-FE35-4218-9A0F-8FE47CF20FA5}"/>
          </ac:spMkLst>
        </pc:spChg>
        <pc:spChg chg="del">
          <ac:chgData name="Minh Huynh" userId="01a137d4-0d81-46e0-aca6-c9185b391828" providerId="ADAL" clId="{812CCF7A-788B-4227-A920-48EDF3D1C151}" dt="2026-10-13T10:39:26.348" v="473" actId="478"/>
          <ac:spMkLst>
            <pc:docMk/>
            <pc:sldMk cId="1043102066" sldId="4793"/>
            <ac:spMk id="64" creationId="{0D1E4DAE-92C6-4F86-AC95-D6C23B7B40E4}"/>
          </ac:spMkLst>
        </pc:spChg>
        <pc:spChg chg="del">
          <ac:chgData name="Minh Huynh" userId="01a137d4-0d81-46e0-aca6-c9185b391828" providerId="ADAL" clId="{812CCF7A-788B-4227-A920-48EDF3D1C151}" dt="2026-10-13T10:39:26.348" v="473" actId="478"/>
          <ac:spMkLst>
            <pc:docMk/>
            <pc:sldMk cId="1043102066" sldId="4793"/>
            <ac:spMk id="65" creationId="{3CB81CA1-906C-4082-9F64-0040863BB58B}"/>
          </ac:spMkLst>
        </pc:spChg>
        <pc:spChg chg="del">
          <ac:chgData name="Minh Huynh" userId="01a137d4-0d81-46e0-aca6-c9185b391828" providerId="ADAL" clId="{812CCF7A-788B-4227-A920-48EDF3D1C151}" dt="2026-10-13T10:39:26.348" v="473" actId="478"/>
          <ac:spMkLst>
            <pc:docMk/>
            <pc:sldMk cId="1043102066" sldId="4793"/>
            <ac:spMk id="66" creationId="{A766A180-4040-453B-9EC7-AEEBC7E42108}"/>
          </ac:spMkLst>
        </pc:spChg>
        <pc:spChg chg="del">
          <ac:chgData name="Minh Huynh" userId="01a137d4-0d81-46e0-aca6-c9185b391828" providerId="ADAL" clId="{812CCF7A-788B-4227-A920-48EDF3D1C151}" dt="2026-10-13T10:39:25.015" v="472" actId="478"/>
          <ac:spMkLst>
            <pc:docMk/>
            <pc:sldMk cId="1043102066" sldId="4793"/>
            <ac:spMk id="104" creationId="{1A1737B4-5C22-48C0-A017-BE9CFEF00550}"/>
          </ac:spMkLst>
        </pc:spChg>
        <pc:graphicFrameChg chg="mod">
          <ac:chgData name="Minh Huynh" userId="01a137d4-0d81-46e0-aca6-c9185b391828" providerId="ADAL" clId="{812CCF7A-788B-4227-A920-48EDF3D1C151}" dt="2026-10-13T10:40:03.157" v="508" actId="1076"/>
          <ac:graphicFrameMkLst>
            <pc:docMk/>
            <pc:sldMk cId="1043102066" sldId="4793"/>
            <ac:graphicFrameMk id="2" creationId="{F23E192C-3D8E-44D8-A788-9896B651C77F}"/>
          </ac:graphicFrameMkLst>
        </pc:graphicFrameChg>
        <pc:picChg chg="add mod">
          <ac:chgData name="Minh Huynh" userId="01a137d4-0d81-46e0-aca6-c9185b391828" providerId="ADAL" clId="{812CCF7A-788B-4227-A920-48EDF3D1C151}" dt="2026-10-13T10:40:10.742" v="512" actId="1076"/>
          <ac:picMkLst>
            <pc:docMk/>
            <pc:sldMk cId="1043102066" sldId="4793"/>
            <ac:picMk id="13" creationId="{D927D5D3-F7C0-4453-8A30-308E3A31BDC5}"/>
          </ac:picMkLst>
        </pc:picChg>
      </pc:sldChg>
      <pc:sldChg chg="delSp add del mod">
        <pc:chgData name="Minh Huynh" userId="01a137d4-0d81-46e0-aca6-c9185b391828" providerId="ADAL" clId="{812CCF7A-788B-4227-A920-48EDF3D1C151}" dt="2026-10-13T10:41:02.983" v="522" actId="47"/>
        <pc:sldMkLst>
          <pc:docMk/>
          <pc:sldMk cId="696001688" sldId="4794"/>
        </pc:sldMkLst>
        <pc:spChg chg="del">
          <ac:chgData name="Minh Huynh" userId="01a137d4-0d81-46e0-aca6-c9185b391828" providerId="ADAL" clId="{812CCF7A-788B-4227-A920-48EDF3D1C151}" dt="2026-10-13T10:39:57.630" v="506" actId="478"/>
          <ac:spMkLst>
            <pc:docMk/>
            <pc:sldMk cId="696001688" sldId="4794"/>
            <ac:spMk id="5" creationId="{6BDEF0B6-EE95-491D-8168-E5F344F5A110}"/>
          </ac:spMkLst>
        </pc:spChg>
        <pc:spChg chg="del">
          <ac:chgData name="Minh Huynh" userId="01a137d4-0d81-46e0-aca6-c9185b391828" providerId="ADAL" clId="{812CCF7A-788B-4227-A920-48EDF3D1C151}" dt="2026-10-13T10:39:57.630" v="506" actId="478"/>
          <ac:spMkLst>
            <pc:docMk/>
            <pc:sldMk cId="696001688" sldId="4794"/>
            <ac:spMk id="6" creationId="{129EBDA5-527F-4D1C-BA5F-98103659311E}"/>
          </ac:spMkLst>
        </pc:spChg>
        <pc:spChg chg="del">
          <ac:chgData name="Minh Huynh" userId="01a137d4-0d81-46e0-aca6-c9185b391828" providerId="ADAL" clId="{812CCF7A-788B-4227-A920-48EDF3D1C151}" dt="2026-10-13T10:39:57.630" v="506" actId="478"/>
          <ac:spMkLst>
            <pc:docMk/>
            <pc:sldMk cId="696001688" sldId="4794"/>
            <ac:spMk id="7" creationId="{D8F09DAA-678E-4719-8A0A-AB2FF378BDA2}"/>
          </ac:spMkLst>
        </pc:spChg>
        <pc:spChg chg="del">
          <ac:chgData name="Minh Huynh" userId="01a137d4-0d81-46e0-aca6-c9185b391828" providerId="ADAL" clId="{812CCF7A-788B-4227-A920-48EDF3D1C151}" dt="2026-10-13T10:39:57.630" v="506" actId="478"/>
          <ac:spMkLst>
            <pc:docMk/>
            <pc:sldMk cId="696001688" sldId="4794"/>
            <ac:spMk id="8" creationId="{B6207CFF-A9AC-4316-908F-1CE31D2D5A8F}"/>
          </ac:spMkLst>
        </pc:spChg>
        <pc:spChg chg="del">
          <ac:chgData name="Minh Huynh" userId="01a137d4-0d81-46e0-aca6-c9185b391828" providerId="ADAL" clId="{812CCF7A-788B-4227-A920-48EDF3D1C151}" dt="2026-10-13T10:39:57.630" v="506" actId="478"/>
          <ac:spMkLst>
            <pc:docMk/>
            <pc:sldMk cId="696001688" sldId="4794"/>
            <ac:spMk id="9" creationId="{FFEFC281-A6AB-4A62-A73A-52C396EB3892}"/>
          </ac:spMkLst>
        </pc:spChg>
        <pc:spChg chg="del">
          <ac:chgData name="Minh Huynh" userId="01a137d4-0d81-46e0-aca6-c9185b391828" providerId="ADAL" clId="{812CCF7A-788B-4227-A920-48EDF3D1C151}" dt="2026-10-13T10:39:57.630" v="506" actId="478"/>
          <ac:spMkLst>
            <pc:docMk/>
            <pc:sldMk cId="696001688" sldId="4794"/>
            <ac:spMk id="10" creationId="{D6297C3E-7357-483C-AEBE-08D9986B46D6}"/>
          </ac:spMkLst>
        </pc:spChg>
        <pc:spChg chg="del">
          <ac:chgData name="Minh Huynh" userId="01a137d4-0d81-46e0-aca6-c9185b391828" providerId="ADAL" clId="{812CCF7A-788B-4227-A920-48EDF3D1C151}" dt="2026-10-13T10:39:57.630" v="506" actId="478"/>
          <ac:spMkLst>
            <pc:docMk/>
            <pc:sldMk cId="696001688" sldId="4794"/>
            <ac:spMk id="11" creationId="{E3F13645-66B5-4F37-8262-867ACCA3D164}"/>
          </ac:spMkLst>
        </pc:spChg>
        <pc:spChg chg="del">
          <ac:chgData name="Minh Huynh" userId="01a137d4-0d81-46e0-aca6-c9185b391828" providerId="ADAL" clId="{812CCF7A-788B-4227-A920-48EDF3D1C151}" dt="2026-10-13T10:39:57.630" v="506" actId="478"/>
          <ac:spMkLst>
            <pc:docMk/>
            <pc:sldMk cId="696001688" sldId="4794"/>
            <ac:spMk id="12" creationId="{AC52B803-5B6B-4358-9988-7355189510ED}"/>
          </ac:spMkLst>
        </pc:spChg>
        <pc:spChg chg="del">
          <ac:chgData name="Minh Huynh" userId="01a137d4-0d81-46e0-aca6-c9185b391828" providerId="ADAL" clId="{812CCF7A-788B-4227-A920-48EDF3D1C151}" dt="2026-10-13T10:39:58.707" v="507" actId="478"/>
          <ac:spMkLst>
            <pc:docMk/>
            <pc:sldMk cId="696001688" sldId="4794"/>
            <ac:spMk id="104" creationId="{1A1737B4-5C22-48C0-A017-BE9CFEF00550}"/>
          </ac:spMkLst>
        </pc:spChg>
      </pc:sldChg>
      <pc:sldChg chg="addSp delSp modSp add mod">
        <pc:chgData name="Minh Huynh" userId="01a137d4-0d81-46e0-aca6-c9185b391828" providerId="ADAL" clId="{812CCF7A-788B-4227-A920-48EDF3D1C151}" dt="2026-10-13T10:41:27.466" v="558" actId="14100"/>
        <pc:sldMkLst>
          <pc:docMk/>
          <pc:sldMk cId="2556514774" sldId="4801"/>
        </pc:sldMkLst>
        <pc:spChg chg="del">
          <ac:chgData name="Minh Huynh" userId="01a137d4-0d81-46e0-aca6-c9185b391828" providerId="ADAL" clId="{812CCF7A-788B-4227-A920-48EDF3D1C151}" dt="2026-10-13T10:41:04.294" v="523" actId="478"/>
          <ac:spMkLst>
            <pc:docMk/>
            <pc:sldMk cId="2556514774" sldId="4801"/>
            <ac:spMk id="9" creationId="{A18ABAA9-0AA1-4F09-8A8A-EAB272404D41}"/>
          </ac:spMkLst>
        </pc:spChg>
        <pc:spChg chg="del">
          <ac:chgData name="Minh Huynh" userId="01a137d4-0d81-46e0-aca6-c9185b391828" providerId="ADAL" clId="{812CCF7A-788B-4227-A920-48EDF3D1C151}" dt="2026-10-13T10:41:04.294" v="523" actId="478"/>
          <ac:spMkLst>
            <pc:docMk/>
            <pc:sldMk cId="2556514774" sldId="4801"/>
            <ac:spMk id="12" creationId="{3F8392B4-1B48-4BB8-8AD8-25F2E9D5C592}"/>
          </ac:spMkLst>
        </pc:spChg>
        <pc:spChg chg="del">
          <ac:chgData name="Minh Huynh" userId="01a137d4-0d81-46e0-aca6-c9185b391828" providerId="ADAL" clId="{812CCF7A-788B-4227-A920-48EDF3D1C151}" dt="2026-10-13T10:41:04.294" v="523" actId="478"/>
          <ac:spMkLst>
            <pc:docMk/>
            <pc:sldMk cId="2556514774" sldId="4801"/>
            <ac:spMk id="13" creationId="{7204C4A7-120B-4B10-8425-DB8B87AF2756}"/>
          </ac:spMkLst>
        </pc:spChg>
        <pc:spChg chg="del">
          <ac:chgData name="Minh Huynh" userId="01a137d4-0d81-46e0-aca6-c9185b391828" providerId="ADAL" clId="{812CCF7A-788B-4227-A920-48EDF3D1C151}" dt="2026-10-13T10:41:04.294" v="523" actId="478"/>
          <ac:spMkLst>
            <pc:docMk/>
            <pc:sldMk cId="2556514774" sldId="4801"/>
            <ac:spMk id="14" creationId="{15120398-2E65-4756-B0E7-44F9980F52A8}"/>
          </ac:spMkLst>
        </pc:spChg>
        <pc:spChg chg="del">
          <ac:chgData name="Minh Huynh" userId="01a137d4-0d81-46e0-aca6-c9185b391828" providerId="ADAL" clId="{812CCF7A-788B-4227-A920-48EDF3D1C151}" dt="2026-10-13T10:41:04.294" v="523" actId="478"/>
          <ac:spMkLst>
            <pc:docMk/>
            <pc:sldMk cId="2556514774" sldId="4801"/>
            <ac:spMk id="15" creationId="{99D7AD66-E9E4-4730-8A43-844B009FCF23}"/>
          </ac:spMkLst>
        </pc:spChg>
        <pc:spChg chg="del">
          <ac:chgData name="Minh Huynh" userId="01a137d4-0d81-46e0-aca6-c9185b391828" providerId="ADAL" clId="{812CCF7A-788B-4227-A920-48EDF3D1C151}" dt="2026-10-13T10:41:04.294" v="523" actId="478"/>
          <ac:spMkLst>
            <pc:docMk/>
            <pc:sldMk cId="2556514774" sldId="4801"/>
            <ac:spMk id="17" creationId="{DDA83F08-F3CB-49A8-BDDD-5C3DABDA65DC}"/>
          </ac:spMkLst>
        </pc:spChg>
        <pc:spChg chg="del">
          <ac:chgData name="Minh Huynh" userId="01a137d4-0d81-46e0-aca6-c9185b391828" providerId="ADAL" clId="{812CCF7A-788B-4227-A920-48EDF3D1C151}" dt="2026-10-13T10:41:04.294" v="523" actId="478"/>
          <ac:spMkLst>
            <pc:docMk/>
            <pc:sldMk cId="2556514774" sldId="4801"/>
            <ac:spMk id="18" creationId="{8BFAF54C-00B4-4F1B-B680-8B8BF4F01A7C}"/>
          </ac:spMkLst>
        </pc:spChg>
        <pc:spChg chg="del">
          <ac:chgData name="Minh Huynh" userId="01a137d4-0d81-46e0-aca6-c9185b391828" providerId="ADAL" clId="{812CCF7A-788B-4227-A920-48EDF3D1C151}" dt="2026-10-13T10:41:04.294" v="523" actId="478"/>
          <ac:spMkLst>
            <pc:docMk/>
            <pc:sldMk cId="2556514774" sldId="4801"/>
            <ac:spMk id="19" creationId="{C8D5C466-CC9D-4A99-B644-DAA8E30FDFA1}"/>
          </ac:spMkLst>
        </pc:spChg>
        <pc:spChg chg="add mod">
          <ac:chgData name="Minh Huynh" userId="01a137d4-0d81-46e0-aca6-c9185b391828" providerId="ADAL" clId="{812CCF7A-788B-4227-A920-48EDF3D1C151}" dt="2026-10-13T10:41:12.151" v="551" actId="20577"/>
          <ac:spMkLst>
            <pc:docMk/>
            <pc:sldMk cId="2556514774" sldId="4801"/>
            <ac:spMk id="20" creationId="{48F3A856-B73D-403A-A767-E9A661E160A6}"/>
          </ac:spMkLst>
        </pc:spChg>
        <pc:spChg chg="add mod">
          <ac:chgData name="Minh Huynh" userId="01a137d4-0d81-46e0-aca6-c9185b391828" providerId="ADAL" clId="{812CCF7A-788B-4227-A920-48EDF3D1C151}" dt="2026-10-13T10:41:19.453" v="552"/>
          <ac:spMkLst>
            <pc:docMk/>
            <pc:sldMk cId="2556514774" sldId="4801"/>
            <ac:spMk id="30" creationId="{CD3FC03A-1136-4AAD-B377-80DBF68240E1}"/>
          </ac:spMkLst>
        </pc:spChg>
        <pc:spChg chg="add mod">
          <ac:chgData name="Minh Huynh" userId="01a137d4-0d81-46e0-aca6-c9185b391828" providerId="ADAL" clId="{812CCF7A-788B-4227-A920-48EDF3D1C151}" dt="2026-10-13T10:41:19.453" v="552"/>
          <ac:spMkLst>
            <pc:docMk/>
            <pc:sldMk cId="2556514774" sldId="4801"/>
            <ac:spMk id="31" creationId="{239D0DDF-C367-44FE-8111-C86DC70E3A30}"/>
          </ac:spMkLst>
        </pc:spChg>
        <pc:spChg chg="add mod">
          <ac:chgData name="Minh Huynh" userId="01a137d4-0d81-46e0-aca6-c9185b391828" providerId="ADAL" clId="{812CCF7A-788B-4227-A920-48EDF3D1C151}" dt="2026-10-13T10:41:19.453" v="552"/>
          <ac:spMkLst>
            <pc:docMk/>
            <pc:sldMk cId="2556514774" sldId="4801"/>
            <ac:spMk id="32" creationId="{95CAEC10-D3D8-4649-9DDE-223211C916E3}"/>
          </ac:spMkLst>
        </pc:spChg>
        <pc:spChg chg="add mod">
          <ac:chgData name="Minh Huynh" userId="01a137d4-0d81-46e0-aca6-c9185b391828" providerId="ADAL" clId="{812CCF7A-788B-4227-A920-48EDF3D1C151}" dt="2026-10-13T10:41:19.453" v="552"/>
          <ac:spMkLst>
            <pc:docMk/>
            <pc:sldMk cId="2556514774" sldId="4801"/>
            <ac:spMk id="33" creationId="{069B9FFB-ED8F-4CA3-B420-34C3BD49C627}"/>
          </ac:spMkLst>
        </pc:spChg>
        <pc:spChg chg="add mod">
          <ac:chgData name="Minh Huynh" userId="01a137d4-0d81-46e0-aca6-c9185b391828" providerId="ADAL" clId="{812CCF7A-788B-4227-A920-48EDF3D1C151}" dt="2026-10-13T10:41:19.453" v="552"/>
          <ac:spMkLst>
            <pc:docMk/>
            <pc:sldMk cId="2556514774" sldId="4801"/>
            <ac:spMk id="34" creationId="{EA55F190-4AB0-4669-8F83-14113C44EF71}"/>
          </ac:spMkLst>
        </pc:spChg>
        <pc:spChg chg="add mod">
          <ac:chgData name="Minh Huynh" userId="01a137d4-0d81-46e0-aca6-c9185b391828" providerId="ADAL" clId="{812CCF7A-788B-4227-A920-48EDF3D1C151}" dt="2026-10-13T10:41:19.453" v="552"/>
          <ac:spMkLst>
            <pc:docMk/>
            <pc:sldMk cId="2556514774" sldId="4801"/>
            <ac:spMk id="35" creationId="{996E08D3-BC0F-4938-8BBC-8D9C258ABF65}"/>
          </ac:spMkLst>
        </pc:spChg>
        <pc:spChg chg="add mod">
          <ac:chgData name="Minh Huynh" userId="01a137d4-0d81-46e0-aca6-c9185b391828" providerId="ADAL" clId="{812CCF7A-788B-4227-A920-48EDF3D1C151}" dt="2026-10-13T10:41:19.453" v="552"/>
          <ac:spMkLst>
            <pc:docMk/>
            <pc:sldMk cId="2556514774" sldId="4801"/>
            <ac:spMk id="45" creationId="{4A7FEA37-24D6-4511-AB30-5954DD293E2D}"/>
          </ac:spMkLst>
        </pc:spChg>
        <pc:spChg chg="add mod">
          <ac:chgData name="Minh Huynh" userId="01a137d4-0d81-46e0-aca6-c9185b391828" providerId="ADAL" clId="{812CCF7A-788B-4227-A920-48EDF3D1C151}" dt="2026-10-13T10:41:19.453" v="552"/>
          <ac:spMkLst>
            <pc:docMk/>
            <pc:sldMk cId="2556514774" sldId="4801"/>
            <ac:spMk id="46" creationId="{B0B24506-DD1B-4F5D-A428-084BB9BD2B0F}"/>
          </ac:spMkLst>
        </pc:spChg>
        <pc:spChg chg="add mod">
          <ac:chgData name="Minh Huynh" userId="01a137d4-0d81-46e0-aca6-c9185b391828" providerId="ADAL" clId="{812CCF7A-788B-4227-A920-48EDF3D1C151}" dt="2026-10-13T10:41:19.453" v="552"/>
          <ac:spMkLst>
            <pc:docMk/>
            <pc:sldMk cId="2556514774" sldId="4801"/>
            <ac:spMk id="47" creationId="{42AFEC68-663C-492F-9471-5C0324910B7E}"/>
          </ac:spMkLst>
        </pc:spChg>
        <pc:spChg chg="add mod">
          <ac:chgData name="Minh Huynh" userId="01a137d4-0d81-46e0-aca6-c9185b391828" providerId="ADAL" clId="{812CCF7A-788B-4227-A920-48EDF3D1C151}" dt="2026-10-13T10:41:19.453" v="552"/>
          <ac:spMkLst>
            <pc:docMk/>
            <pc:sldMk cId="2556514774" sldId="4801"/>
            <ac:spMk id="48" creationId="{EA874D29-121B-45DD-8D2E-E0C7A48B8269}"/>
          </ac:spMkLst>
        </pc:spChg>
        <pc:spChg chg="add mod">
          <ac:chgData name="Minh Huynh" userId="01a137d4-0d81-46e0-aca6-c9185b391828" providerId="ADAL" clId="{812CCF7A-788B-4227-A920-48EDF3D1C151}" dt="2026-10-13T10:41:19.453" v="552"/>
          <ac:spMkLst>
            <pc:docMk/>
            <pc:sldMk cId="2556514774" sldId="4801"/>
            <ac:spMk id="49" creationId="{8459C470-7313-41A4-A325-5E431D1ABBA2}"/>
          </ac:spMkLst>
        </pc:spChg>
        <pc:spChg chg="add del mod">
          <ac:chgData name="Minh Huynh" userId="01a137d4-0d81-46e0-aca6-c9185b391828" providerId="ADAL" clId="{812CCF7A-788B-4227-A920-48EDF3D1C151}" dt="2026-10-13T10:41:22.464" v="553" actId="478"/>
          <ac:spMkLst>
            <pc:docMk/>
            <pc:sldMk cId="2556514774" sldId="4801"/>
            <ac:spMk id="50" creationId="{648084FF-2FB9-4968-9361-50DB2330D728}"/>
          </ac:spMkLst>
        </pc:spChg>
        <pc:cxnChg chg="add mod">
          <ac:chgData name="Minh Huynh" userId="01a137d4-0d81-46e0-aca6-c9185b391828" providerId="ADAL" clId="{812CCF7A-788B-4227-A920-48EDF3D1C151}" dt="2026-10-13T10:41:19.453" v="552"/>
          <ac:cxnSpMkLst>
            <pc:docMk/>
            <pc:sldMk cId="2556514774" sldId="4801"/>
            <ac:cxnSpMk id="21" creationId="{F6DB8FA0-AB21-45EE-99FE-D5BEA13DF069}"/>
          </ac:cxnSpMkLst>
        </pc:cxnChg>
        <pc:cxnChg chg="add mod">
          <ac:chgData name="Minh Huynh" userId="01a137d4-0d81-46e0-aca6-c9185b391828" providerId="ADAL" clId="{812CCF7A-788B-4227-A920-48EDF3D1C151}" dt="2026-10-13T10:41:19.453" v="552"/>
          <ac:cxnSpMkLst>
            <pc:docMk/>
            <pc:sldMk cId="2556514774" sldId="4801"/>
            <ac:cxnSpMk id="22" creationId="{38AD309C-DB6A-4B51-9099-B465A906810C}"/>
          </ac:cxnSpMkLst>
        </pc:cxnChg>
        <pc:cxnChg chg="add mod">
          <ac:chgData name="Minh Huynh" userId="01a137d4-0d81-46e0-aca6-c9185b391828" providerId="ADAL" clId="{812CCF7A-788B-4227-A920-48EDF3D1C151}" dt="2026-10-13T10:41:19.453" v="552"/>
          <ac:cxnSpMkLst>
            <pc:docMk/>
            <pc:sldMk cId="2556514774" sldId="4801"/>
            <ac:cxnSpMk id="23" creationId="{24F175D3-87CA-4B8C-AB35-D0554066B6F8}"/>
          </ac:cxnSpMkLst>
        </pc:cxnChg>
        <pc:cxnChg chg="add mod">
          <ac:chgData name="Minh Huynh" userId="01a137d4-0d81-46e0-aca6-c9185b391828" providerId="ADAL" clId="{812CCF7A-788B-4227-A920-48EDF3D1C151}" dt="2026-10-13T10:41:19.453" v="552"/>
          <ac:cxnSpMkLst>
            <pc:docMk/>
            <pc:sldMk cId="2556514774" sldId="4801"/>
            <ac:cxnSpMk id="24" creationId="{986DFB84-909E-40B8-AE11-4F1DD7215B43}"/>
          </ac:cxnSpMkLst>
        </pc:cxnChg>
        <pc:cxnChg chg="add mod">
          <ac:chgData name="Minh Huynh" userId="01a137d4-0d81-46e0-aca6-c9185b391828" providerId="ADAL" clId="{812CCF7A-788B-4227-A920-48EDF3D1C151}" dt="2026-10-13T10:41:19.453" v="552"/>
          <ac:cxnSpMkLst>
            <pc:docMk/>
            <pc:sldMk cId="2556514774" sldId="4801"/>
            <ac:cxnSpMk id="25" creationId="{B3778FCC-5B3B-402E-8980-AC493C951F1C}"/>
          </ac:cxnSpMkLst>
        </pc:cxnChg>
        <pc:cxnChg chg="add mod">
          <ac:chgData name="Minh Huynh" userId="01a137d4-0d81-46e0-aca6-c9185b391828" providerId="ADAL" clId="{812CCF7A-788B-4227-A920-48EDF3D1C151}" dt="2026-10-13T10:41:19.453" v="552"/>
          <ac:cxnSpMkLst>
            <pc:docMk/>
            <pc:sldMk cId="2556514774" sldId="4801"/>
            <ac:cxnSpMk id="26" creationId="{CFB03665-057D-46C9-B6E9-5467AEA78AE1}"/>
          </ac:cxnSpMkLst>
        </pc:cxnChg>
        <pc:cxnChg chg="add mod">
          <ac:chgData name="Minh Huynh" userId="01a137d4-0d81-46e0-aca6-c9185b391828" providerId="ADAL" clId="{812CCF7A-788B-4227-A920-48EDF3D1C151}" dt="2026-10-13T10:41:19.453" v="552"/>
          <ac:cxnSpMkLst>
            <pc:docMk/>
            <pc:sldMk cId="2556514774" sldId="4801"/>
            <ac:cxnSpMk id="27" creationId="{4A9E8B99-BED2-4D26-8D51-F9456DD31406}"/>
          </ac:cxnSpMkLst>
        </pc:cxnChg>
        <pc:cxnChg chg="add mod">
          <ac:chgData name="Minh Huynh" userId="01a137d4-0d81-46e0-aca6-c9185b391828" providerId="ADAL" clId="{812CCF7A-788B-4227-A920-48EDF3D1C151}" dt="2026-10-13T10:41:19.453" v="552"/>
          <ac:cxnSpMkLst>
            <pc:docMk/>
            <pc:sldMk cId="2556514774" sldId="4801"/>
            <ac:cxnSpMk id="28" creationId="{9CBF334D-1208-46F0-867B-3EB662DFAE11}"/>
          </ac:cxnSpMkLst>
        </pc:cxnChg>
        <pc:cxnChg chg="add mod">
          <ac:chgData name="Minh Huynh" userId="01a137d4-0d81-46e0-aca6-c9185b391828" providerId="ADAL" clId="{812CCF7A-788B-4227-A920-48EDF3D1C151}" dt="2026-10-13T10:41:19.453" v="552"/>
          <ac:cxnSpMkLst>
            <pc:docMk/>
            <pc:sldMk cId="2556514774" sldId="4801"/>
            <ac:cxnSpMk id="29" creationId="{116C6B36-E693-406C-BB62-963F7F28B9DD}"/>
          </ac:cxnSpMkLst>
        </pc:cxnChg>
        <pc:cxnChg chg="add mod">
          <ac:chgData name="Minh Huynh" userId="01a137d4-0d81-46e0-aca6-c9185b391828" providerId="ADAL" clId="{812CCF7A-788B-4227-A920-48EDF3D1C151}" dt="2026-10-13T10:41:19.453" v="552"/>
          <ac:cxnSpMkLst>
            <pc:docMk/>
            <pc:sldMk cId="2556514774" sldId="4801"/>
            <ac:cxnSpMk id="36" creationId="{62837DEE-DA5C-4D4B-816F-9BE88D95A656}"/>
          </ac:cxnSpMkLst>
        </pc:cxnChg>
        <pc:cxnChg chg="add mod">
          <ac:chgData name="Minh Huynh" userId="01a137d4-0d81-46e0-aca6-c9185b391828" providerId="ADAL" clId="{812CCF7A-788B-4227-A920-48EDF3D1C151}" dt="2026-10-13T10:41:19.453" v="552"/>
          <ac:cxnSpMkLst>
            <pc:docMk/>
            <pc:sldMk cId="2556514774" sldId="4801"/>
            <ac:cxnSpMk id="37" creationId="{7A018315-D4FF-4BE8-85A4-60B520F12563}"/>
          </ac:cxnSpMkLst>
        </pc:cxnChg>
        <pc:cxnChg chg="add mod">
          <ac:chgData name="Minh Huynh" userId="01a137d4-0d81-46e0-aca6-c9185b391828" providerId="ADAL" clId="{812CCF7A-788B-4227-A920-48EDF3D1C151}" dt="2026-10-13T10:41:19.453" v="552"/>
          <ac:cxnSpMkLst>
            <pc:docMk/>
            <pc:sldMk cId="2556514774" sldId="4801"/>
            <ac:cxnSpMk id="38" creationId="{F4FF8232-9C1F-4A7F-B057-5B63777EA921}"/>
          </ac:cxnSpMkLst>
        </pc:cxnChg>
        <pc:cxnChg chg="add mod">
          <ac:chgData name="Minh Huynh" userId="01a137d4-0d81-46e0-aca6-c9185b391828" providerId="ADAL" clId="{812CCF7A-788B-4227-A920-48EDF3D1C151}" dt="2026-10-13T10:41:19.453" v="552"/>
          <ac:cxnSpMkLst>
            <pc:docMk/>
            <pc:sldMk cId="2556514774" sldId="4801"/>
            <ac:cxnSpMk id="39" creationId="{67AFB6AC-E805-46D0-9E3A-59474E3CEA55}"/>
          </ac:cxnSpMkLst>
        </pc:cxnChg>
        <pc:cxnChg chg="add mod">
          <ac:chgData name="Minh Huynh" userId="01a137d4-0d81-46e0-aca6-c9185b391828" providerId="ADAL" clId="{812CCF7A-788B-4227-A920-48EDF3D1C151}" dt="2026-10-13T10:41:19.453" v="552"/>
          <ac:cxnSpMkLst>
            <pc:docMk/>
            <pc:sldMk cId="2556514774" sldId="4801"/>
            <ac:cxnSpMk id="40" creationId="{BDBEA395-03FA-41EE-A1F2-5DB44FBFEE3D}"/>
          </ac:cxnSpMkLst>
        </pc:cxnChg>
        <pc:cxnChg chg="add mod">
          <ac:chgData name="Minh Huynh" userId="01a137d4-0d81-46e0-aca6-c9185b391828" providerId="ADAL" clId="{812CCF7A-788B-4227-A920-48EDF3D1C151}" dt="2026-10-13T10:41:19.453" v="552"/>
          <ac:cxnSpMkLst>
            <pc:docMk/>
            <pc:sldMk cId="2556514774" sldId="4801"/>
            <ac:cxnSpMk id="41" creationId="{2232882A-27D6-4C26-B822-59C3CD3582D5}"/>
          </ac:cxnSpMkLst>
        </pc:cxnChg>
        <pc:cxnChg chg="add mod">
          <ac:chgData name="Minh Huynh" userId="01a137d4-0d81-46e0-aca6-c9185b391828" providerId="ADAL" clId="{812CCF7A-788B-4227-A920-48EDF3D1C151}" dt="2026-10-13T10:41:19.453" v="552"/>
          <ac:cxnSpMkLst>
            <pc:docMk/>
            <pc:sldMk cId="2556514774" sldId="4801"/>
            <ac:cxnSpMk id="42" creationId="{8111C66D-EBF3-481E-A654-BE8476EB1C25}"/>
          </ac:cxnSpMkLst>
        </pc:cxnChg>
        <pc:cxnChg chg="add mod">
          <ac:chgData name="Minh Huynh" userId="01a137d4-0d81-46e0-aca6-c9185b391828" providerId="ADAL" clId="{812CCF7A-788B-4227-A920-48EDF3D1C151}" dt="2026-10-13T10:41:19.453" v="552"/>
          <ac:cxnSpMkLst>
            <pc:docMk/>
            <pc:sldMk cId="2556514774" sldId="4801"/>
            <ac:cxnSpMk id="43" creationId="{5757B23B-9E8C-4C58-AA1D-B8A802B1F8B9}"/>
          </ac:cxnSpMkLst>
        </pc:cxnChg>
        <pc:cxnChg chg="add mod">
          <ac:chgData name="Minh Huynh" userId="01a137d4-0d81-46e0-aca6-c9185b391828" providerId="ADAL" clId="{812CCF7A-788B-4227-A920-48EDF3D1C151}" dt="2026-10-13T10:41:19.453" v="552"/>
          <ac:cxnSpMkLst>
            <pc:docMk/>
            <pc:sldMk cId="2556514774" sldId="4801"/>
            <ac:cxnSpMk id="44" creationId="{6C2385FD-78DB-4345-8425-9188D506DC0E}"/>
          </ac:cxnSpMkLst>
        </pc:cxnChg>
        <pc:cxnChg chg="add del mod">
          <ac:chgData name="Minh Huynh" userId="01a137d4-0d81-46e0-aca6-c9185b391828" providerId="ADAL" clId="{812CCF7A-788B-4227-A920-48EDF3D1C151}" dt="2026-10-13T10:41:24.956" v="556" actId="478"/>
          <ac:cxnSpMkLst>
            <pc:docMk/>
            <pc:sldMk cId="2556514774" sldId="4801"/>
            <ac:cxnSpMk id="51" creationId="{52AC1855-53B6-45C9-8A4C-5EC924105135}"/>
          </ac:cxnSpMkLst>
        </pc:cxnChg>
        <pc:cxnChg chg="add del mod">
          <ac:chgData name="Minh Huynh" userId="01a137d4-0d81-46e0-aca6-c9185b391828" providerId="ADAL" clId="{812CCF7A-788B-4227-A920-48EDF3D1C151}" dt="2026-10-13T10:41:23.227" v="554" actId="478"/>
          <ac:cxnSpMkLst>
            <pc:docMk/>
            <pc:sldMk cId="2556514774" sldId="4801"/>
            <ac:cxnSpMk id="52" creationId="{B11EB356-8009-411E-ACC0-539989711126}"/>
          </ac:cxnSpMkLst>
        </pc:cxnChg>
        <pc:cxnChg chg="add mod">
          <ac:chgData name="Minh Huynh" userId="01a137d4-0d81-46e0-aca6-c9185b391828" providerId="ADAL" clId="{812CCF7A-788B-4227-A920-48EDF3D1C151}" dt="2026-10-13T10:41:19.453" v="552"/>
          <ac:cxnSpMkLst>
            <pc:docMk/>
            <pc:sldMk cId="2556514774" sldId="4801"/>
            <ac:cxnSpMk id="53" creationId="{43340205-3DBD-455A-805E-2A7BD2E56C85}"/>
          </ac:cxnSpMkLst>
        </pc:cxnChg>
        <pc:cxnChg chg="add mod">
          <ac:chgData name="Minh Huynh" userId="01a137d4-0d81-46e0-aca6-c9185b391828" providerId="ADAL" clId="{812CCF7A-788B-4227-A920-48EDF3D1C151}" dt="2026-10-13T10:41:27.466" v="558" actId="14100"/>
          <ac:cxnSpMkLst>
            <pc:docMk/>
            <pc:sldMk cId="2556514774" sldId="4801"/>
            <ac:cxnSpMk id="54" creationId="{BD8135F7-C739-4D6F-A433-54DAF8464FF3}"/>
          </ac:cxnSpMkLst>
        </pc:cxnChg>
        <pc:cxnChg chg="add del mod">
          <ac:chgData name="Minh Huynh" userId="01a137d4-0d81-46e0-aca6-c9185b391828" providerId="ADAL" clId="{812CCF7A-788B-4227-A920-48EDF3D1C151}" dt="2026-10-13T10:41:23.815" v="555" actId="478"/>
          <ac:cxnSpMkLst>
            <pc:docMk/>
            <pc:sldMk cId="2556514774" sldId="4801"/>
            <ac:cxnSpMk id="55" creationId="{EA077628-A0A8-4581-AF99-EA0F9D54A37A}"/>
          </ac:cxnSpMkLst>
        </pc:cxnChg>
        <pc:cxnChg chg="add del mod">
          <ac:chgData name="Minh Huynh" userId="01a137d4-0d81-46e0-aca6-c9185b391828" providerId="ADAL" clId="{812CCF7A-788B-4227-A920-48EDF3D1C151}" dt="2026-10-13T10:41:25.543" v="557" actId="478"/>
          <ac:cxnSpMkLst>
            <pc:docMk/>
            <pc:sldMk cId="2556514774" sldId="4801"/>
            <ac:cxnSpMk id="56" creationId="{7BD74116-D1D7-4F1A-8FC7-491B40C83DB7}"/>
          </ac:cxnSpMkLst>
        </pc:cxnChg>
        <pc:cxnChg chg="add mod">
          <ac:chgData name="Minh Huynh" userId="01a137d4-0d81-46e0-aca6-c9185b391828" providerId="ADAL" clId="{812CCF7A-788B-4227-A920-48EDF3D1C151}" dt="2026-10-13T10:41:19.453" v="552"/>
          <ac:cxnSpMkLst>
            <pc:docMk/>
            <pc:sldMk cId="2556514774" sldId="4801"/>
            <ac:cxnSpMk id="57" creationId="{5909801D-DFFE-4009-9957-97DAD151B155}"/>
          </ac:cxnSpMkLst>
        </pc:cxnChg>
        <pc:cxnChg chg="add mod">
          <ac:chgData name="Minh Huynh" userId="01a137d4-0d81-46e0-aca6-c9185b391828" providerId="ADAL" clId="{812CCF7A-788B-4227-A920-48EDF3D1C151}" dt="2026-10-13T10:41:19.453" v="552"/>
          <ac:cxnSpMkLst>
            <pc:docMk/>
            <pc:sldMk cId="2556514774" sldId="4801"/>
            <ac:cxnSpMk id="58" creationId="{55540DE5-3853-412C-AB52-A5E5594FF8C2}"/>
          </ac:cxnSpMkLst>
        </pc:cxnChg>
      </pc:sldChg>
      <pc:sldChg chg="addSp delSp modSp add mod">
        <pc:chgData name="Minh Huynh" userId="01a137d4-0d81-46e0-aca6-c9185b391828" providerId="ADAL" clId="{812CCF7A-788B-4227-A920-48EDF3D1C151}" dt="2026-10-13T10:42:43.567" v="631" actId="1076"/>
        <pc:sldMkLst>
          <pc:docMk/>
          <pc:sldMk cId="3706069344" sldId="4802"/>
        </pc:sldMkLst>
        <pc:spChg chg="del">
          <ac:chgData name="Minh Huynh" userId="01a137d4-0d81-46e0-aca6-c9185b391828" providerId="ADAL" clId="{812CCF7A-788B-4227-A920-48EDF3D1C151}" dt="2026-10-13T10:41:44.363" v="560" actId="478"/>
          <ac:spMkLst>
            <pc:docMk/>
            <pc:sldMk cId="3706069344" sldId="4802"/>
            <ac:spMk id="5" creationId="{69FF2367-A01A-450B-A882-18FFA0FA2DE8}"/>
          </ac:spMkLst>
        </pc:spChg>
        <pc:spChg chg="del">
          <ac:chgData name="Minh Huynh" userId="01a137d4-0d81-46e0-aca6-c9185b391828" providerId="ADAL" clId="{812CCF7A-788B-4227-A920-48EDF3D1C151}" dt="2026-10-13T10:41:44.363" v="560" actId="478"/>
          <ac:spMkLst>
            <pc:docMk/>
            <pc:sldMk cId="3706069344" sldId="4802"/>
            <ac:spMk id="8" creationId="{0D4FD8EA-4493-4C2C-9215-26863E3A59FF}"/>
          </ac:spMkLst>
        </pc:spChg>
        <pc:spChg chg="del">
          <ac:chgData name="Minh Huynh" userId="01a137d4-0d81-46e0-aca6-c9185b391828" providerId="ADAL" clId="{812CCF7A-788B-4227-A920-48EDF3D1C151}" dt="2026-10-13T10:41:44.363" v="560" actId="478"/>
          <ac:spMkLst>
            <pc:docMk/>
            <pc:sldMk cId="3706069344" sldId="4802"/>
            <ac:spMk id="10" creationId="{143C635D-01D6-4B58-B503-832E31270B59}"/>
          </ac:spMkLst>
        </pc:spChg>
        <pc:spChg chg="del">
          <ac:chgData name="Minh Huynh" userId="01a137d4-0d81-46e0-aca6-c9185b391828" providerId="ADAL" clId="{812CCF7A-788B-4227-A920-48EDF3D1C151}" dt="2026-10-13T10:41:44.363" v="560" actId="478"/>
          <ac:spMkLst>
            <pc:docMk/>
            <pc:sldMk cId="3706069344" sldId="4802"/>
            <ac:spMk id="11" creationId="{D08306FE-5BF1-46BB-90D4-9941B2BF2828}"/>
          </ac:spMkLst>
        </pc:spChg>
        <pc:spChg chg="mod">
          <ac:chgData name="Minh Huynh" userId="01a137d4-0d81-46e0-aca6-c9185b391828" providerId="ADAL" clId="{812CCF7A-788B-4227-A920-48EDF3D1C151}" dt="2026-10-13T10:41:49.350" v="579" actId="20577"/>
          <ac:spMkLst>
            <pc:docMk/>
            <pc:sldMk cId="3706069344" sldId="4802"/>
            <ac:spMk id="20" creationId="{48F3A856-B73D-403A-A767-E9A661E160A6}"/>
          </ac:spMkLst>
        </pc:spChg>
        <pc:spChg chg="del">
          <ac:chgData name="Minh Huynh" userId="01a137d4-0d81-46e0-aca6-c9185b391828" providerId="ADAL" clId="{812CCF7A-788B-4227-A920-48EDF3D1C151}" dt="2026-10-13T10:41:44.363" v="560" actId="478"/>
          <ac:spMkLst>
            <pc:docMk/>
            <pc:sldMk cId="3706069344" sldId="4802"/>
            <ac:spMk id="30" creationId="{CD3FC03A-1136-4AAD-B377-80DBF68240E1}"/>
          </ac:spMkLst>
        </pc:spChg>
        <pc:spChg chg="del">
          <ac:chgData name="Minh Huynh" userId="01a137d4-0d81-46e0-aca6-c9185b391828" providerId="ADAL" clId="{812CCF7A-788B-4227-A920-48EDF3D1C151}" dt="2026-10-13T10:41:44.363" v="560" actId="478"/>
          <ac:spMkLst>
            <pc:docMk/>
            <pc:sldMk cId="3706069344" sldId="4802"/>
            <ac:spMk id="31" creationId="{239D0DDF-C367-44FE-8111-C86DC70E3A30}"/>
          </ac:spMkLst>
        </pc:spChg>
        <pc:spChg chg="del">
          <ac:chgData name="Minh Huynh" userId="01a137d4-0d81-46e0-aca6-c9185b391828" providerId="ADAL" clId="{812CCF7A-788B-4227-A920-48EDF3D1C151}" dt="2026-10-13T10:41:44.363" v="560" actId="478"/>
          <ac:spMkLst>
            <pc:docMk/>
            <pc:sldMk cId="3706069344" sldId="4802"/>
            <ac:spMk id="32" creationId="{95CAEC10-D3D8-4649-9DDE-223211C916E3}"/>
          </ac:spMkLst>
        </pc:spChg>
        <pc:spChg chg="del">
          <ac:chgData name="Minh Huynh" userId="01a137d4-0d81-46e0-aca6-c9185b391828" providerId="ADAL" clId="{812CCF7A-788B-4227-A920-48EDF3D1C151}" dt="2026-10-13T10:41:44.363" v="560" actId="478"/>
          <ac:spMkLst>
            <pc:docMk/>
            <pc:sldMk cId="3706069344" sldId="4802"/>
            <ac:spMk id="33" creationId="{069B9FFB-ED8F-4CA3-B420-34C3BD49C627}"/>
          </ac:spMkLst>
        </pc:spChg>
        <pc:spChg chg="del">
          <ac:chgData name="Minh Huynh" userId="01a137d4-0d81-46e0-aca6-c9185b391828" providerId="ADAL" clId="{812CCF7A-788B-4227-A920-48EDF3D1C151}" dt="2026-10-13T10:41:44.363" v="560" actId="478"/>
          <ac:spMkLst>
            <pc:docMk/>
            <pc:sldMk cId="3706069344" sldId="4802"/>
            <ac:spMk id="34" creationId="{EA55F190-4AB0-4669-8F83-14113C44EF71}"/>
          </ac:spMkLst>
        </pc:spChg>
        <pc:spChg chg="del">
          <ac:chgData name="Minh Huynh" userId="01a137d4-0d81-46e0-aca6-c9185b391828" providerId="ADAL" clId="{812CCF7A-788B-4227-A920-48EDF3D1C151}" dt="2026-10-13T10:41:44.363" v="560" actId="478"/>
          <ac:spMkLst>
            <pc:docMk/>
            <pc:sldMk cId="3706069344" sldId="4802"/>
            <ac:spMk id="35" creationId="{996E08D3-BC0F-4938-8BBC-8D9C258ABF65}"/>
          </ac:spMkLst>
        </pc:spChg>
        <pc:spChg chg="del">
          <ac:chgData name="Minh Huynh" userId="01a137d4-0d81-46e0-aca6-c9185b391828" providerId="ADAL" clId="{812CCF7A-788B-4227-A920-48EDF3D1C151}" dt="2026-10-13T10:41:44.363" v="560" actId="478"/>
          <ac:spMkLst>
            <pc:docMk/>
            <pc:sldMk cId="3706069344" sldId="4802"/>
            <ac:spMk id="45" creationId="{4A7FEA37-24D6-4511-AB30-5954DD293E2D}"/>
          </ac:spMkLst>
        </pc:spChg>
        <pc:spChg chg="del">
          <ac:chgData name="Minh Huynh" userId="01a137d4-0d81-46e0-aca6-c9185b391828" providerId="ADAL" clId="{812CCF7A-788B-4227-A920-48EDF3D1C151}" dt="2026-10-13T10:41:44.363" v="560" actId="478"/>
          <ac:spMkLst>
            <pc:docMk/>
            <pc:sldMk cId="3706069344" sldId="4802"/>
            <ac:spMk id="46" creationId="{B0B24506-DD1B-4F5D-A428-084BB9BD2B0F}"/>
          </ac:spMkLst>
        </pc:spChg>
        <pc:spChg chg="del">
          <ac:chgData name="Minh Huynh" userId="01a137d4-0d81-46e0-aca6-c9185b391828" providerId="ADAL" clId="{812CCF7A-788B-4227-A920-48EDF3D1C151}" dt="2026-10-13T10:41:44.363" v="560" actId="478"/>
          <ac:spMkLst>
            <pc:docMk/>
            <pc:sldMk cId="3706069344" sldId="4802"/>
            <ac:spMk id="47" creationId="{42AFEC68-663C-492F-9471-5C0324910B7E}"/>
          </ac:spMkLst>
        </pc:spChg>
        <pc:spChg chg="del">
          <ac:chgData name="Minh Huynh" userId="01a137d4-0d81-46e0-aca6-c9185b391828" providerId="ADAL" clId="{812CCF7A-788B-4227-A920-48EDF3D1C151}" dt="2026-10-13T10:41:44.363" v="560" actId="478"/>
          <ac:spMkLst>
            <pc:docMk/>
            <pc:sldMk cId="3706069344" sldId="4802"/>
            <ac:spMk id="48" creationId="{EA874D29-121B-45DD-8D2E-E0C7A48B8269}"/>
          </ac:spMkLst>
        </pc:spChg>
        <pc:spChg chg="del">
          <ac:chgData name="Minh Huynh" userId="01a137d4-0d81-46e0-aca6-c9185b391828" providerId="ADAL" clId="{812CCF7A-788B-4227-A920-48EDF3D1C151}" dt="2026-10-13T10:41:44.363" v="560" actId="478"/>
          <ac:spMkLst>
            <pc:docMk/>
            <pc:sldMk cId="3706069344" sldId="4802"/>
            <ac:spMk id="49" creationId="{8459C470-7313-41A4-A325-5E431D1ABBA2}"/>
          </ac:spMkLst>
        </pc:spChg>
        <pc:spChg chg="add mod">
          <ac:chgData name="Minh Huynh" userId="01a137d4-0d81-46e0-aca6-c9185b391828" providerId="ADAL" clId="{812CCF7A-788B-4227-A920-48EDF3D1C151}" dt="2026-10-13T10:42:16.640" v="625" actId="14100"/>
          <ac:spMkLst>
            <pc:docMk/>
            <pc:sldMk cId="3706069344" sldId="4802"/>
            <ac:spMk id="50" creationId="{451E4F64-D8A8-4893-ACA7-1D867B63B23B}"/>
          </ac:spMkLst>
        </pc:spChg>
        <pc:spChg chg="add del mod">
          <ac:chgData name="Minh Huynh" userId="01a137d4-0d81-46e0-aca6-c9185b391828" providerId="ADAL" clId="{812CCF7A-788B-4227-A920-48EDF3D1C151}" dt="2026-10-13T10:42:38.635" v="627"/>
          <ac:spMkLst>
            <pc:docMk/>
            <pc:sldMk cId="3706069344" sldId="4802"/>
            <ac:spMk id="51" creationId="{7C90D667-39FB-482F-BEC7-27E16394DC6A}"/>
          </ac:spMkLst>
        </pc:spChg>
        <pc:spChg chg="add del mod">
          <ac:chgData name="Minh Huynh" userId="01a137d4-0d81-46e0-aca6-c9185b391828" providerId="ADAL" clId="{812CCF7A-788B-4227-A920-48EDF3D1C151}" dt="2026-10-13T10:42:38.635" v="627"/>
          <ac:spMkLst>
            <pc:docMk/>
            <pc:sldMk cId="3706069344" sldId="4802"/>
            <ac:spMk id="55" creationId="{A309C29F-A37F-4D28-A6D2-782605688295}"/>
          </ac:spMkLst>
        </pc:spChg>
        <pc:spChg chg="add del mod">
          <ac:chgData name="Minh Huynh" userId="01a137d4-0d81-46e0-aca6-c9185b391828" providerId="ADAL" clId="{812CCF7A-788B-4227-A920-48EDF3D1C151}" dt="2026-10-13T10:42:38.635" v="627"/>
          <ac:spMkLst>
            <pc:docMk/>
            <pc:sldMk cId="3706069344" sldId="4802"/>
            <ac:spMk id="56" creationId="{B447DDBB-DA02-41F3-B9B2-DB7B9D787356}"/>
          </ac:spMkLst>
        </pc:spChg>
        <pc:spChg chg="add del mod">
          <ac:chgData name="Minh Huynh" userId="01a137d4-0d81-46e0-aca6-c9185b391828" providerId="ADAL" clId="{812CCF7A-788B-4227-A920-48EDF3D1C151}" dt="2026-10-13T10:42:38.635" v="627"/>
          <ac:spMkLst>
            <pc:docMk/>
            <pc:sldMk cId="3706069344" sldId="4802"/>
            <ac:spMk id="59" creationId="{1137197F-F47B-42C7-BA6C-01D04693849B}"/>
          </ac:spMkLst>
        </pc:spChg>
        <pc:spChg chg="add del mod">
          <ac:chgData name="Minh Huynh" userId="01a137d4-0d81-46e0-aca6-c9185b391828" providerId="ADAL" clId="{812CCF7A-788B-4227-A920-48EDF3D1C151}" dt="2026-10-13T10:42:38.635" v="627"/>
          <ac:spMkLst>
            <pc:docMk/>
            <pc:sldMk cId="3706069344" sldId="4802"/>
            <ac:spMk id="160" creationId="{BD9FBA6C-A4BB-45E1-86B2-D2496B5677A8}"/>
          </ac:spMkLst>
        </pc:spChg>
        <pc:spChg chg="add del mod">
          <ac:chgData name="Minh Huynh" userId="01a137d4-0d81-46e0-aca6-c9185b391828" providerId="ADAL" clId="{812CCF7A-788B-4227-A920-48EDF3D1C151}" dt="2026-10-13T10:42:38.635" v="627"/>
          <ac:spMkLst>
            <pc:docMk/>
            <pc:sldMk cId="3706069344" sldId="4802"/>
            <ac:spMk id="161" creationId="{6BF093CA-D625-46DA-A76E-8C812824736D}"/>
          </ac:spMkLst>
        </pc:spChg>
        <pc:spChg chg="add del mod">
          <ac:chgData name="Minh Huynh" userId="01a137d4-0d81-46e0-aca6-c9185b391828" providerId="ADAL" clId="{812CCF7A-788B-4227-A920-48EDF3D1C151}" dt="2026-10-13T10:42:38.635" v="627"/>
          <ac:spMkLst>
            <pc:docMk/>
            <pc:sldMk cId="3706069344" sldId="4802"/>
            <ac:spMk id="162" creationId="{D0038E9B-F4F8-4B6C-A009-2F8CA7D05223}"/>
          </ac:spMkLst>
        </pc:spChg>
        <pc:spChg chg="add del mod">
          <ac:chgData name="Minh Huynh" userId="01a137d4-0d81-46e0-aca6-c9185b391828" providerId="ADAL" clId="{812CCF7A-788B-4227-A920-48EDF3D1C151}" dt="2026-10-13T10:42:38.635" v="627"/>
          <ac:spMkLst>
            <pc:docMk/>
            <pc:sldMk cId="3706069344" sldId="4802"/>
            <ac:spMk id="163" creationId="{DE0536AF-ABD3-4D9A-8B5C-1FF0137ECCB3}"/>
          </ac:spMkLst>
        </pc:spChg>
        <pc:spChg chg="add del mod">
          <ac:chgData name="Minh Huynh" userId="01a137d4-0d81-46e0-aca6-c9185b391828" providerId="ADAL" clId="{812CCF7A-788B-4227-A920-48EDF3D1C151}" dt="2026-10-13T10:42:38.635" v="627"/>
          <ac:spMkLst>
            <pc:docMk/>
            <pc:sldMk cId="3706069344" sldId="4802"/>
            <ac:spMk id="164" creationId="{B9BC6ED0-ED69-4B31-A5B0-55F3CB67BEFC}"/>
          </ac:spMkLst>
        </pc:spChg>
        <pc:spChg chg="add del mod">
          <ac:chgData name="Minh Huynh" userId="01a137d4-0d81-46e0-aca6-c9185b391828" providerId="ADAL" clId="{812CCF7A-788B-4227-A920-48EDF3D1C151}" dt="2026-10-13T10:42:38.635" v="627"/>
          <ac:spMkLst>
            <pc:docMk/>
            <pc:sldMk cId="3706069344" sldId="4802"/>
            <ac:spMk id="165" creationId="{0C72A8EC-D2F9-4900-B2CA-2DD637F77A35}"/>
          </ac:spMkLst>
        </pc:spChg>
        <pc:spChg chg="add del mod">
          <ac:chgData name="Minh Huynh" userId="01a137d4-0d81-46e0-aca6-c9185b391828" providerId="ADAL" clId="{812CCF7A-788B-4227-A920-48EDF3D1C151}" dt="2026-10-13T10:42:38.635" v="627"/>
          <ac:spMkLst>
            <pc:docMk/>
            <pc:sldMk cId="3706069344" sldId="4802"/>
            <ac:spMk id="166" creationId="{D8097631-E652-4C72-B313-7F4C997DE713}"/>
          </ac:spMkLst>
        </pc:spChg>
        <pc:spChg chg="add del mod">
          <ac:chgData name="Minh Huynh" userId="01a137d4-0d81-46e0-aca6-c9185b391828" providerId="ADAL" clId="{812CCF7A-788B-4227-A920-48EDF3D1C151}" dt="2026-10-13T10:42:38.635" v="627"/>
          <ac:spMkLst>
            <pc:docMk/>
            <pc:sldMk cId="3706069344" sldId="4802"/>
            <ac:spMk id="167" creationId="{E1C77C20-6E1E-469B-86CF-2091A8F403AE}"/>
          </ac:spMkLst>
        </pc:spChg>
        <pc:spChg chg="add del mod">
          <ac:chgData name="Minh Huynh" userId="01a137d4-0d81-46e0-aca6-c9185b391828" providerId="ADAL" clId="{812CCF7A-788B-4227-A920-48EDF3D1C151}" dt="2026-10-13T10:42:38.635" v="627"/>
          <ac:spMkLst>
            <pc:docMk/>
            <pc:sldMk cId="3706069344" sldId="4802"/>
            <ac:spMk id="168" creationId="{41B962BC-624A-4235-B8D2-8852758BBF3F}"/>
          </ac:spMkLst>
        </pc:spChg>
        <pc:spChg chg="add del mod">
          <ac:chgData name="Minh Huynh" userId="01a137d4-0d81-46e0-aca6-c9185b391828" providerId="ADAL" clId="{812CCF7A-788B-4227-A920-48EDF3D1C151}" dt="2026-10-13T10:42:38.635" v="627"/>
          <ac:spMkLst>
            <pc:docMk/>
            <pc:sldMk cId="3706069344" sldId="4802"/>
            <ac:spMk id="169" creationId="{D2E499AA-0800-4C22-9771-8F9A76796ED9}"/>
          </ac:spMkLst>
        </pc:spChg>
        <pc:spChg chg="add del mod">
          <ac:chgData name="Minh Huynh" userId="01a137d4-0d81-46e0-aca6-c9185b391828" providerId="ADAL" clId="{812CCF7A-788B-4227-A920-48EDF3D1C151}" dt="2026-10-13T10:42:38.635" v="627"/>
          <ac:spMkLst>
            <pc:docMk/>
            <pc:sldMk cId="3706069344" sldId="4802"/>
            <ac:spMk id="170" creationId="{F12BE621-D824-400D-B097-597930A541C6}"/>
          </ac:spMkLst>
        </pc:spChg>
        <pc:spChg chg="add del mod">
          <ac:chgData name="Minh Huynh" userId="01a137d4-0d81-46e0-aca6-c9185b391828" providerId="ADAL" clId="{812CCF7A-788B-4227-A920-48EDF3D1C151}" dt="2026-10-13T10:42:38.635" v="627"/>
          <ac:spMkLst>
            <pc:docMk/>
            <pc:sldMk cId="3706069344" sldId="4802"/>
            <ac:spMk id="171" creationId="{6D99BDB1-3AF0-44DB-929B-691825483B54}"/>
          </ac:spMkLst>
        </pc:spChg>
        <pc:spChg chg="add del mod">
          <ac:chgData name="Minh Huynh" userId="01a137d4-0d81-46e0-aca6-c9185b391828" providerId="ADAL" clId="{812CCF7A-788B-4227-A920-48EDF3D1C151}" dt="2026-10-13T10:42:38.635" v="627"/>
          <ac:spMkLst>
            <pc:docMk/>
            <pc:sldMk cId="3706069344" sldId="4802"/>
            <ac:spMk id="182" creationId="{4EF95CB2-67C0-4C44-AE98-9FC1BB5846FC}"/>
          </ac:spMkLst>
        </pc:spChg>
        <pc:spChg chg="add del mod">
          <ac:chgData name="Minh Huynh" userId="01a137d4-0d81-46e0-aca6-c9185b391828" providerId="ADAL" clId="{812CCF7A-788B-4227-A920-48EDF3D1C151}" dt="2026-10-13T10:42:38.635" v="627"/>
          <ac:spMkLst>
            <pc:docMk/>
            <pc:sldMk cId="3706069344" sldId="4802"/>
            <ac:spMk id="193" creationId="{E435B250-8936-4060-83CC-91DB6FAAD7BD}"/>
          </ac:spMkLst>
        </pc:spChg>
        <pc:spChg chg="add del mod">
          <ac:chgData name="Minh Huynh" userId="01a137d4-0d81-46e0-aca6-c9185b391828" providerId="ADAL" clId="{812CCF7A-788B-4227-A920-48EDF3D1C151}" dt="2026-10-13T10:42:38.635" v="627"/>
          <ac:spMkLst>
            <pc:docMk/>
            <pc:sldMk cId="3706069344" sldId="4802"/>
            <ac:spMk id="205" creationId="{262DDC77-522D-473D-BC76-AEACA3FCB94F}"/>
          </ac:spMkLst>
        </pc:spChg>
        <pc:spChg chg="add del mod">
          <ac:chgData name="Minh Huynh" userId="01a137d4-0d81-46e0-aca6-c9185b391828" providerId="ADAL" clId="{812CCF7A-788B-4227-A920-48EDF3D1C151}" dt="2026-10-13T10:42:38.635" v="627"/>
          <ac:spMkLst>
            <pc:docMk/>
            <pc:sldMk cId="3706069344" sldId="4802"/>
            <ac:spMk id="206" creationId="{4C81D8ED-BE24-4BAC-8B1A-81B3C0F948BC}"/>
          </ac:spMkLst>
        </pc:spChg>
        <pc:spChg chg="add del mod">
          <ac:chgData name="Minh Huynh" userId="01a137d4-0d81-46e0-aca6-c9185b391828" providerId="ADAL" clId="{812CCF7A-788B-4227-A920-48EDF3D1C151}" dt="2026-10-13T10:42:38.635" v="627"/>
          <ac:spMkLst>
            <pc:docMk/>
            <pc:sldMk cId="3706069344" sldId="4802"/>
            <ac:spMk id="207" creationId="{9011334D-3D71-47E3-8D14-E959F9623B65}"/>
          </ac:spMkLst>
        </pc:spChg>
        <pc:spChg chg="add del mod">
          <ac:chgData name="Minh Huynh" userId="01a137d4-0d81-46e0-aca6-c9185b391828" providerId="ADAL" clId="{812CCF7A-788B-4227-A920-48EDF3D1C151}" dt="2026-10-13T10:42:38.635" v="627"/>
          <ac:spMkLst>
            <pc:docMk/>
            <pc:sldMk cId="3706069344" sldId="4802"/>
            <ac:spMk id="208" creationId="{9978D7EB-F6C4-4306-81B2-B6E5414255CE}"/>
          </ac:spMkLst>
        </pc:spChg>
        <pc:spChg chg="add del mod">
          <ac:chgData name="Minh Huynh" userId="01a137d4-0d81-46e0-aca6-c9185b391828" providerId="ADAL" clId="{812CCF7A-788B-4227-A920-48EDF3D1C151}" dt="2026-10-13T10:42:38.635" v="627"/>
          <ac:spMkLst>
            <pc:docMk/>
            <pc:sldMk cId="3706069344" sldId="4802"/>
            <ac:spMk id="209" creationId="{D179D46B-E760-460F-A708-4438EA96FB01}"/>
          </ac:spMkLst>
        </pc:spChg>
        <pc:spChg chg="add del mod">
          <ac:chgData name="Minh Huynh" userId="01a137d4-0d81-46e0-aca6-c9185b391828" providerId="ADAL" clId="{812CCF7A-788B-4227-A920-48EDF3D1C151}" dt="2026-10-13T10:42:38.635" v="627"/>
          <ac:spMkLst>
            <pc:docMk/>
            <pc:sldMk cId="3706069344" sldId="4802"/>
            <ac:spMk id="210" creationId="{C577588F-B2E6-4154-8D80-A041F5F5B815}"/>
          </ac:spMkLst>
        </pc:spChg>
        <pc:picChg chg="add mod">
          <ac:chgData name="Minh Huynh" userId="01a137d4-0d81-46e0-aca6-c9185b391828" providerId="ADAL" clId="{812CCF7A-788B-4227-A920-48EDF3D1C151}" dt="2026-10-13T10:42:43.567" v="631" actId="1076"/>
          <ac:picMkLst>
            <pc:docMk/>
            <pc:sldMk cId="3706069344" sldId="4802"/>
            <ac:picMk id="2" creationId="{E1E12451-8AFD-4554-AC1C-94204E6BB9E5}"/>
          </ac:picMkLst>
        </pc:picChg>
        <pc:picChg chg="add del mod">
          <ac:chgData name="Minh Huynh" userId="01a137d4-0d81-46e0-aca6-c9185b391828" providerId="ADAL" clId="{812CCF7A-788B-4227-A920-48EDF3D1C151}" dt="2026-10-13T10:42:38.635" v="627"/>
          <ac:picMkLst>
            <pc:docMk/>
            <pc:sldMk cId="3706069344" sldId="4802"/>
            <ac:picMk id="60" creationId="{37CA8403-7B47-4FFD-A2D3-F88E6900423E}"/>
          </ac:picMkLst>
        </pc:picChg>
        <pc:picChg chg="add del mod">
          <ac:chgData name="Minh Huynh" userId="01a137d4-0d81-46e0-aca6-c9185b391828" providerId="ADAL" clId="{812CCF7A-788B-4227-A920-48EDF3D1C151}" dt="2026-10-13T10:42:38.635" v="627"/>
          <ac:picMkLst>
            <pc:docMk/>
            <pc:sldMk cId="3706069344" sldId="4802"/>
            <ac:picMk id="61" creationId="{175699C7-F06B-405C-816E-76CED0B18C97}"/>
          </ac:picMkLst>
        </pc:picChg>
        <pc:picChg chg="add del mod">
          <ac:chgData name="Minh Huynh" userId="01a137d4-0d81-46e0-aca6-c9185b391828" providerId="ADAL" clId="{812CCF7A-788B-4227-A920-48EDF3D1C151}" dt="2026-10-13T10:42:38.635" v="627"/>
          <ac:picMkLst>
            <pc:docMk/>
            <pc:sldMk cId="3706069344" sldId="4802"/>
            <ac:picMk id="62" creationId="{E466DE48-1B07-4951-88DF-69AC59A213D2}"/>
          </ac:picMkLst>
        </pc:picChg>
        <pc:picChg chg="add del mod">
          <ac:chgData name="Minh Huynh" userId="01a137d4-0d81-46e0-aca6-c9185b391828" providerId="ADAL" clId="{812CCF7A-788B-4227-A920-48EDF3D1C151}" dt="2026-10-13T10:42:38.635" v="627"/>
          <ac:picMkLst>
            <pc:docMk/>
            <pc:sldMk cId="3706069344" sldId="4802"/>
            <ac:picMk id="63" creationId="{C2B8597B-3E2C-4B0F-8DE5-CEFAD65C2438}"/>
          </ac:picMkLst>
        </pc:picChg>
        <pc:picChg chg="add del mod">
          <ac:chgData name="Minh Huynh" userId="01a137d4-0d81-46e0-aca6-c9185b391828" providerId="ADAL" clId="{812CCF7A-788B-4227-A920-48EDF3D1C151}" dt="2026-10-13T10:42:38.635" v="627"/>
          <ac:picMkLst>
            <pc:docMk/>
            <pc:sldMk cId="3706069344" sldId="4802"/>
            <ac:picMk id="64" creationId="{B1992E39-F55B-42FE-86C8-DB5C49652806}"/>
          </ac:picMkLst>
        </pc:picChg>
        <pc:picChg chg="add del mod">
          <ac:chgData name="Minh Huynh" userId="01a137d4-0d81-46e0-aca6-c9185b391828" providerId="ADAL" clId="{812CCF7A-788B-4227-A920-48EDF3D1C151}" dt="2026-10-13T10:42:38.635" v="627"/>
          <ac:picMkLst>
            <pc:docMk/>
            <pc:sldMk cId="3706069344" sldId="4802"/>
            <ac:picMk id="65" creationId="{4A65EA07-A615-4BE0-8826-3DEC3BAFE73C}"/>
          </ac:picMkLst>
        </pc:picChg>
        <pc:picChg chg="add del mod">
          <ac:chgData name="Minh Huynh" userId="01a137d4-0d81-46e0-aca6-c9185b391828" providerId="ADAL" clId="{812CCF7A-788B-4227-A920-48EDF3D1C151}" dt="2026-10-13T10:42:38.635" v="627"/>
          <ac:picMkLst>
            <pc:docMk/>
            <pc:sldMk cId="3706069344" sldId="4802"/>
            <ac:picMk id="66" creationId="{ABDFDD28-F4DB-4452-8B51-64C1010B458C}"/>
          </ac:picMkLst>
        </pc:picChg>
        <pc:picChg chg="add del mod">
          <ac:chgData name="Minh Huynh" userId="01a137d4-0d81-46e0-aca6-c9185b391828" providerId="ADAL" clId="{812CCF7A-788B-4227-A920-48EDF3D1C151}" dt="2026-10-13T10:42:38.635" v="627"/>
          <ac:picMkLst>
            <pc:docMk/>
            <pc:sldMk cId="3706069344" sldId="4802"/>
            <ac:picMk id="67" creationId="{98C1D399-4DC2-4050-8B99-4CE5C6B25195}"/>
          </ac:picMkLst>
        </pc:picChg>
        <pc:picChg chg="add del mod">
          <ac:chgData name="Minh Huynh" userId="01a137d4-0d81-46e0-aca6-c9185b391828" providerId="ADAL" clId="{812CCF7A-788B-4227-A920-48EDF3D1C151}" dt="2026-10-13T10:42:38.635" v="627"/>
          <ac:picMkLst>
            <pc:docMk/>
            <pc:sldMk cId="3706069344" sldId="4802"/>
            <ac:picMk id="68" creationId="{7B8A3D6A-2F1A-417D-A8AD-C9A3EA308F21}"/>
          </ac:picMkLst>
        </pc:picChg>
        <pc:picChg chg="add del mod">
          <ac:chgData name="Minh Huynh" userId="01a137d4-0d81-46e0-aca6-c9185b391828" providerId="ADAL" clId="{812CCF7A-788B-4227-A920-48EDF3D1C151}" dt="2026-10-13T10:42:38.635" v="627"/>
          <ac:picMkLst>
            <pc:docMk/>
            <pc:sldMk cId="3706069344" sldId="4802"/>
            <ac:picMk id="69" creationId="{F49E02FA-15FB-4AA0-9510-06C65BF576F4}"/>
          </ac:picMkLst>
        </pc:picChg>
        <pc:picChg chg="add del mod">
          <ac:chgData name="Minh Huynh" userId="01a137d4-0d81-46e0-aca6-c9185b391828" providerId="ADAL" clId="{812CCF7A-788B-4227-A920-48EDF3D1C151}" dt="2026-10-13T10:42:38.635" v="627"/>
          <ac:picMkLst>
            <pc:docMk/>
            <pc:sldMk cId="3706069344" sldId="4802"/>
            <ac:picMk id="70" creationId="{763CFB98-4743-483F-A7B1-37EA758AE8FE}"/>
          </ac:picMkLst>
        </pc:picChg>
        <pc:picChg chg="add del mod">
          <ac:chgData name="Minh Huynh" userId="01a137d4-0d81-46e0-aca6-c9185b391828" providerId="ADAL" clId="{812CCF7A-788B-4227-A920-48EDF3D1C151}" dt="2026-10-13T10:42:38.635" v="627"/>
          <ac:picMkLst>
            <pc:docMk/>
            <pc:sldMk cId="3706069344" sldId="4802"/>
            <ac:picMk id="71" creationId="{33B2880C-199B-4894-9057-106E1A29F4CE}"/>
          </ac:picMkLst>
        </pc:picChg>
        <pc:picChg chg="add del mod">
          <ac:chgData name="Minh Huynh" userId="01a137d4-0d81-46e0-aca6-c9185b391828" providerId="ADAL" clId="{812CCF7A-788B-4227-A920-48EDF3D1C151}" dt="2026-10-13T10:42:38.635" v="627"/>
          <ac:picMkLst>
            <pc:docMk/>
            <pc:sldMk cId="3706069344" sldId="4802"/>
            <ac:picMk id="72" creationId="{957C92D3-5688-48D9-9FDE-0808C5175BD6}"/>
          </ac:picMkLst>
        </pc:picChg>
        <pc:picChg chg="add del mod">
          <ac:chgData name="Minh Huynh" userId="01a137d4-0d81-46e0-aca6-c9185b391828" providerId="ADAL" clId="{812CCF7A-788B-4227-A920-48EDF3D1C151}" dt="2026-10-13T10:42:38.635" v="627"/>
          <ac:picMkLst>
            <pc:docMk/>
            <pc:sldMk cId="3706069344" sldId="4802"/>
            <ac:picMk id="73" creationId="{73925821-D5E3-481D-9B5C-56DA7C2AAF4E}"/>
          </ac:picMkLst>
        </pc:picChg>
        <pc:picChg chg="add del mod">
          <ac:chgData name="Minh Huynh" userId="01a137d4-0d81-46e0-aca6-c9185b391828" providerId="ADAL" clId="{812CCF7A-788B-4227-A920-48EDF3D1C151}" dt="2026-10-13T10:42:38.635" v="627"/>
          <ac:picMkLst>
            <pc:docMk/>
            <pc:sldMk cId="3706069344" sldId="4802"/>
            <ac:picMk id="74" creationId="{84C1DB4C-6E89-42BE-B843-6175E2D97C2B}"/>
          </ac:picMkLst>
        </pc:picChg>
        <pc:picChg chg="add del mod">
          <ac:chgData name="Minh Huynh" userId="01a137d4-0d81-46e0-aca6-c9185b391828" providerId="ADAL" clId="{812CCF7A-788B-4227-A920-48EDF3D1C151}" dt="2026-10-13T10:42:38.635" v="627"/>
          <ac:picMkLst>
            <pc:docMk/>
            <pc:sldMk cId="3706069344" sldId="4802"/>
            <ac:picMk id="75" creationId="{A8719D47-ADAC-47F4-9B4C-F24BDEA6DCC7}"/>
          </ac:picMkLst>
        </pc:picChg>
        <pc:picChg chg="add del mod">
          <ac:chgData name="Minh Huynh" userId="01a137d4-0d81-46e0-aca6-c9185b391828" providerId="ADAL" clId="{812CCF7A-788B-4227-A920-48EDF3D1C151}" dt="2026-10-13T10:42:38.635" v="627"/>
          <ac:picMkLst>
            <pc:docMk/>
            <pc:sldMk cId="3706069344" sldId="4802"/>
            <ac:picMk id="76" creationId="{D7608217-15EE-40AE-9433-265C017274FA}"/>
          </ac:picMkLst>
        </pc:picChg>
        <pc:picChg chg="add del mod">
          <ac:chgData name="Minh Huynh" userId="01a137d4-0d81-46e0-aca6-c9185b391828" providerId="ADAL" clId="{812CCF7A-788B-4227-A920-48EDF3D1C151}" dt="2026-10-13T10:42:38.635" v="627"/>
          <ac:picMkLst>
            <pc:docMk/>
            <pc:sldMk cId="3706069344" sldId="4802"/>
            <ac:picMk id="77" creationId="{70386855-A768-4F21-9470-D2025ADF1EFB}"/>
          </ac:picMkLst>
        </pc:picChg>
        <pc:picChg chg="add del mod">
          <ac:chgData name="Minh Huynh" userId="01a137d4-0d81-46e0-aca6-c9185b391828" providerId="ADAL" clId="{812CCF7A-788B-4227-A920-48EDF3D1C151}" dt="2026-10-13T10:42:38.635" v="627"/>
          <ac:picMkLst>
            <pc:docMk/>
            <pc:sldMk cId="3706069344" sldId="4802"/>
            <ac:picMk id="78" creationId="{9E69FD29-25DE-49D1-A1D4-D39A0E62BD39}"/>
          </ac:picMkLst>
        </pc:picChg>
        <pc:picChg chg="add del mod">
          <ac:chgData name="Minh Huynh" userId="01a137d4-0d81-46e0-aca6-c9185b391828" providerId="ADAL" clId="{812CCF7A-788B-4227-A920-48EDF3D1C151}" dt="2026-10-13T10:42:38.635" v="627"/>
          <ac:picMkLst>
            <pc:docMk/>
            <pc:sldMk cId="3706069344" sldId="4802"/>
            <ac:picMk id="79" creationId="{005A3AC6-A650-4C24-8036-F57E207736DE}"/>
          </ac:picMkLst>
        </pc:picChg>
        <pc:picChg chg="add del mod">
          <ac:chgData name="Minh Huynh" userId="01a137d4-0d81-46e0-aca6-c9185b391828" providerId="ADAL" clId="{812CCF7A-788B-4227-A920-48EDF3D1C151}" dt="2026-10-13T10:42:38.635" v="627"/>
          <ac:picMkLst>
            <pc:docMk/>
            <pc:sldMk cId="3706069344" sldId="4802"/>
            <ac:picMk id="80" creationId="{6A7D9A2A-9D2B-453C-BCA1-AD0CCAD80887}"/>
          </ac:picMkLst>
        </pc:picChg>
        <pc:picChg chg="add del mod">
          <ac:chgData name="Minh Huynh" userId="01a137d4-0d81-46e0-aca6-c9185b391828" providerId="ADAL" clId="{812CCF7A-788B-4227-A920-48EDF3D1C151}" dt="2026-10-13T10:42:38.635" v="627"/>
          <ac:picMkLst>
            <pc:docMk/>
            <pc:sldMk cId="3706069344" sldId="4802"/>
            <ac:picMk id="81" creationId="{025E3BC2-9E7B-4F61-883C-B806F198A977}"/>
          </ac:picMkLst>
        </pc:picChg>
        <pc:picChg chg="add del mod">
          <ac:chgData name="Minh Huynh" userId="01a137d4-0d81-46e0-aca6-c9185b391828" providerId="ADAL" clId="{812CCF7A-788B-4227-A920-48EDF3D1C151}" dt="2026-10-13T10:42:38.635" v="627"/>
          <ac:picMkLst>
            <pc:docMk/>
            <pc:sldMk cId="3706069344" sldId="4802"/>
            <ac:picMk id="82" creationId="{88EEDFA7-A73F-43C4-968D-D237F7953917}"/>
          </ac:picMkLst>
        </pc:picChg>
        <pc:picChg chg="add del mod">
          <ac:chgData name="Minh Huynh" userId="01a137d4-0d81-46e0-aca6-c9185b391828" providerId="ADAL" clId="{812CCF7A-788B-4227-A920-48EDF3D1C151}" dt="2026-10-13T10:42:38.635" v="627"/>
          <ac:picMkLst>
            <pc:docMk/>
            <pc:sldMk cId="3706069344" sldId="4802"/>
            <ac:picMk id="83" creationId="{02B377E9-C9EE-4059-AE66-0A3D83102FF6}"/>
          </ac:picMkLst>
        </pc:picChg>
        <pc:picChg chg="add del mod">
          <ac:chgData name="Minh Huynh" userId="01a137d4-0d81-46e0-aca6-c9185b391828" providerId="ADAL" clId="{812CCF7A-788B-4227-A920-48EDF3D1C151}" dt="2026-10-13T10:42:38.635" v="627"/>
          <ac:picMkLst>
            <pc:docMk/>
            <pc:sldMk cId="3706069344" sldId="4802"/>
            <ac:picMk id="84" creationId="{4A40B53F-5F65-4CA0-B50E-4E063A63C633}"/>
          </ac:picMkLst>
        </pc:picChg>
        <pc:picChg chg="add del mod">
          <ac:chgData name="Minh Huynh" userId="01a137d4-0d81-46e0-aca6-c9185b391828" providerId="ADAL" clId="{812CCF7A-788B-4227-A920-48EDF3D1C151}" dt="2026-10-13T10:42:38.635" v="627"/>
          <ac:picMkLst>
            <pc:docMk/>
            <pc:sldMk cId="3706069344" sldId="4802"/>
            <ac:picMk id="85" creationId="{5710E856-30B9-4101-9891-5A5E6C848933}"/>
          </ac:picMkLst>
        </pc:picChg>
        <pc:picChg chg="add del mod">
          <ac:chgData name="Minh Huynh" userId="01a137d4-0d81-46e0-aca6-c9185b391828" providerId="ADAL" clId="{812CCF7A-788B-4227-A920-48EDF3D1C151}" dt="2026-10-13T10:42:38.635" v="627"/>
          <ac:picMkLst>
            <pc:docMk/>
            <pc:sldMk cId="3706069344" sldId="4802"/>
            <ac:picMk id="86" creationId="{F1064919-269B-40CA-995B-96E7870F19E1}"/>
          </ac:picMkLst>
        </pc:picChg>
        <pc:picChg chg="add del mod">
          <ac:chgData name="Minh Huynh" userId="01a137d4-0d81-46e0-aca6-c9185b391828" providerId="ADAL" clId="{812CCF7A-788B-4227-A920-48EDF3D1C151}" dt="2026-10-13T10:42:38.635" v="627"/>
          <ac:picMkLst>
            <pc:docMk/>
            <pc:sldMk cId="3706069344" sldId="4802"/>
            <ac:picMk id="87" creationId="{124E762F-EB2A-4DCD-9227-B70C46871FBA}"/>
          </ac:picMkLst>
        </pc:picChg>
        <pc:picChg chg="add del mod">
          <ac:chgData name="Minh Huynh" userId="01a137d4-0d81-46e0-aca6-c9185b391828" providerId="ADAL" clId="{812CCF7A-788B-4227-A920-48EDF3D1C151}" dt="2026-10-13T10:42:38.635" v="627"/>
          <ac:picMkLst>
            <pc:docMk/>
            <pc:sldMk cId="3706069344" sldId="4802"/>
            <ac:picMk id="88" creationId="{44E289F2-EC89-4695-89CC-A33C54923CD3}"/>
          </ac:picMkLst>
        </pc:picChg>
        <pc:picChg chg="add del mod">
          <ac:chgData name="Minh Huynh" userId="01a137d4-0d81-46e0-aca6-c9185b391828" providerId="ADAL" clId="{812CCF7A-788B-4227-A920-48EDF3D1C151}" dt="2026-10-13T10:42:38.635" v="627"/>
          <ac:picMkLst>
            <pc:docMk/>
            <pc:sldMk cId="3706069344" sldId="4802"/>
            <ac:picMk id="89" creationId="{20F3DBDF-DC42-4A35-A042-06AFD52B4C3D}"/>
          </ac:picMkLst>
        </pc:picChg>
        <pc:picChg chg="add del mod">
          <ac:chgData name="Minh Huynh" userId="01a137d4-0d81-46e0-aca6-c9185b391828" providerId="ADAL" clId="{812CCF7A-788B-4227-A920-48EDF3D1C151}" dt="2026-10-13T10:42:38.635" v="627"/>
          <ac:picMkLst>
            <pc:docMk/>
            <pc:sldMk cId="3706069344" sldId="4802"/>
            <ac:picMk id="90" creationId="{3BDF1F39-DC17-46CD-995F-979D1C864EC0}"/>
          </ac:picMkLst>
        </pc:picChg>
        <pc:picChg chg="add del mod">
          <ac:chgData name="Minh Huynh" userId="01a137d4-0d81-46e0-aca6-c9185b391828" providerId="ADAL" clId="{812CCF7A-788B-4227-A920-48EDF3D1C151}" dt="2026-10-13T10:42:38.635" v="627"/>
          <ac:picMkLst>
            <pc:docMk/>
            <pc:sldMk cId="3706069344" sldId="4802"/>
            <ac:picMk id="91" creationId="{AC5C111E-7C38-4E6D-853B-8806E6A2665E}"/>
          </ac:picMkLst>
        </pc:picChg>
        <pc:picChg chg="add del mod">
          <ac:chgData name="Minh Huynh" userId="01a137d4-0d81-46e0-aca6-c9185b391828" providerId="ADAL" clId="{812CCF7A-788B-4227-A920-48EDF3D1C151}" dt="2026-10-13T10:42:38.635" v="627"/>
          <ac:picMkLst>
            <pc:docMk/>
            <pc:sldMk cId="3706069344" sldId="4802"/>
            <ac:picMk id="92" creationId="{13D0825C-A454-44F2-BDD3-78EE6E23D1B4}"/>
          </ac:picMkLst>
        </pc:picChg>
        <pc:picChg chg="add del mod">
          <ac:chgData name="Minh Huynh" userId="01a137d4-0d81-46e0-aca6-c9185b391828" providerId="ADAL" clId="{812CCF7A-788B-4227-A920-48EDF3D1C151}" dt="2026-10-13T10:42:38.635" v="627"/>
          <ac:picMkLst>
            <pc:docMk/>
            <pc:sldMk cId="3706069344" sldId="4802"/>
            <ac:picMk id="93" creationId="{9F3C3572-BC2A-4B4F-B21A-189BE434677B}"/>
          </ac:picMkLst>
        </pc:picChg>
        <pc:picChg chg="add del mod">
          <ac:chgData name="Minh Huynh" userId="01a137d4-0d81-46e0-aca6-c9185b391828" providerId="ADAL" clId="{812CCF7A-788B-4227-A920-48EDF3D1C151}" dt="2026-10-13T10:42:38.635" v="627"/>
          <ac:picMkLst>
            <pc:docMk/>
            <pc:sldMk cId="3706069344" sldId="4802"/>
            <ac:picMk id="94" creationId="{4F39D652-B6A3-4B01-88DF-4F911F61FB70}"/>
          </ac:picMkLst>
        </pc:picChg>
        <pc:picChg chg="add del mod">
          <ac:chgData name="Minh Huynh" userId="01a137d4-0d81-46e0-aca6-c9185b391828" providerId="ADAL" clId="{812CCF7A-788B-4227-A920-48EDF3D1C151}" dt="2026-10-13T10:42:38.635" v="627"/>
          <ac:picMkLst>
            <pc:docMk/>
            <pc:sldMk cId="3706069344" sldId="4802"/>
            <ac:picMk id="95" creationId="{B66A7025-E4F1-469A-B916-BFE589251F4E}"/>
          </ac:picMkLst>
        </pc:picChg>
        <pc:picChg chg="add del mod">
          <ac:chgData name="Minh Huynh" userId="01a137d4-0d81-46e0-aca6-c9185b391828" providerId="ADAL" clId="{812CCF7A-788B-4227-A920-48EDF3D1C151}" dt="2026-10-13T10:42:38.635" v="627"/>
          <ac:picMkLst>
            <pc:docMk/>
            <pc:sldMk cId="3706069344" sldId="4802"/>
            <ac:picMk id="96" creationId="{2F13F34E-4D80-41AA-97BC-6846D41322B8}"/>
          </ac:picMkLst>
        </pc:picChg>
        <pc:picChg chg="add del mod">
          <ac:chgData name="Minh Huynh" userId="01a137d4-0d81-46e0-aca6-c9185b391828" providerId="ADAL" clId="{812CCF7A-788B-4227-A920-48EDF3D1C151}" dt="2026-10-13T10:42:38.635" v="627"/>
          <ac:picMkLst>
            <pc:docMk/>
            <pc:sldMk cId="3706069344" sldId="4802"/>
            <ac:picMk id="97" creationId="{3965F4D6-9978-4227-9F67-AC4115D274A5}"/>
          </ac:picMkLst>
        </pc:picChg>
        <pc:picChg chg="add del mod">
          <ac:chgData name="Minh Huynh" userId="01a137d4-0d81-46e0-aca6-c9185b391828" providerId="ADAL" clId="{812CCF7A-788B-4227-A920-48EDF3D1C151}" dt="2026-10-13T10:42:38.635" v="627"/>
          <ac:picMkLst>
            <pc:docMk/>
            <pc:sldMk cId="3706069344" sldId="4802"/>
            <ac:picMk id="98" creationId="{DB24326D-4BD0-48C2-8A3A-E48A4C218EB0}"/>
          </ac:picMkLst>
        </pc:picChg>
        <pc:picChg chg="add del mod">
          <ac:chgData name="Minh Huynh" userId="01a137d4-0d81-46e0-aca6-c9185b391828" providerId="ADAL" clId="{812CCF7A-788B-4227-A920-48EDF3D1C151}" dt="2026-10-13T10:42:38.635" v="627"/>
          <ac:picMkLst>
            <pc:docMk/>
            <pc:sldMk cId="3706069344" sldId="4802"/>
            <ac:picMk id="99" creationId="{6E357A06-4968-436C-8A37-F8FCA4CBE642}"/>
          </ac:picMkLst>
        </pc:picChg>
        <pc:picChg chg="add del mod">
          <ac:chgData name="Minh Huynh" userId="01a137d4-0d81-46e0-aca6-c9185b391828" providerId="ADAL" clId="{812CCF7A-788B-4227-A920-48EDF3D1C151}" dt="2026-10-13T10:42:38.635" v="627"/>
          <ac:picMkLst>
            <pc:docMk/>
            <pc:sldMk cId="3706069344" sldId="4802"/>
            <ac:picMk id="100" creationId="{911D47DE-437D-405C-BBC8-885F515A1594}"/>
          </ac:picMkLst>
        </pc:picChg>
        <pc:picChg chg="add del mod">
          <ac:chgData name="Minh Huynh" userId="01a137d4-0d81-46e0-aca6-c9185b391828" providerId="ADAL" clId="{812CCF7A-788B-4227-A920-48EDF3D1C151}" dt="2026-10-13T10:42:38.635" v="627"/>
          <ac:picMkLst>
            <pc:docMk/>
            <pc:sldMk cId="3706069344" sldId="4802"/>
            <ac:picMk id="101" creationId="{0F513246-0764-4EF6-978D-9FF7D492A5EA}"/>
          </ac:picMkLst>
        </pc:picChg>
        <pc:picChg chg="add del mod">
          <ac:chgData name="Minh Huynh" userId="01a137d4-0d81-46e0-aca6-c9185b391828" providerId="ADAL" clId="{812CCF7A-788B-4227-A920-48EDF3D1C151}" dt="2026-10-13T10:42:38.635" v="627"/>
          <ac:picMkLst>
            <pc:docMk/>
            <pc:sldMk cId="3706069344" sldId="4802"/>
            <ac:picMk id="102" creationId="{CB941998-F43E-499E-A1E7-211E836FCD44}"/>
          </ac:picMkLst>
        </pc:picChg>
        <pc:picChg chg="add del mod">
          <ac:chgData name="Minh Huynh" userId="01a137d4-0d81-46e0-aca6-c9185b391828" providerId="ADAL" clId="{812CCF7A-788B-4227-A920-48EDF3D1C151}" dt="2026-10-13T10:42:38.635" v="627"/>
          <ac:picMkLst>
            <pc:docMk/>
            <pc:sldMk cId="3706069344" sldId="4802"/>
            <ac:picMk id="103" creationId="{4B0E3A8F-0DA3-4643-9FDB-51B8396A74D9}"/>
          </ac:picMkLst>
        </pc:picChg>
        <pc:picChg chg="add del mod">
          <ac:chgData name="Minh Huynh" userId="01a137d4-0d81-46e0-aca6-c9185b391828" providerId="ADAL" clId="{812CCF7A-788B-4227-A920-48EDF3D1C151}" dt="2026-10-13T10:42:38.635" v="627"/>
          <ac:picMkLst>
            <pc:docMk/>
            <pc:sldMk cId="3706069344" sldId="4802"/>
            <ac:picMk id="104" creationId="{5EA746DC-CCBE-4EBF-A586-67633052237C}"/>
          </ac:picMkLst>
        </pc:picChg>
        <pc:picChg chg="add del mod">
          <ac:chgData name="Minh Huynh" userId="01a137d4-0d81-46e0-aca6-c9185b391828" providerId="ADAL" clId="{812CCF7A-788B-4227-A920-48EDF3D1C151}" dt="2026-10-13T10:42:38.635" v="627"/>
          <ac:picMkLst>
            <pc:docMk/>
            <pc:sldMk cId="3706069344" sldId="4802"/>
            <ac:picMk id="105" creationId="{04BD9DF0-F853-4700-8A27-E398FE8666AD}"/>
          </ac:picMkLst>
        </pc:picChg>
        <pc:picChg chg="add del mod">
          <ac:chgData name="Minh Huynh" userId="01a137d4-0d81-46e0-aca6-c9185b391828" providerId="ADAL" clId="{812CCF7A-788B-4227-A920-48EDF3D1C151}" dt="2026-10-13T10:42:38.635" v="627"/>
          <ac:picMkLst>
            <pc:docMk/>
            <pc:sldMk cId="3706069344" sldId="4802"/>
            <ac:picMk id="106" creationId="{6F2A5F82-7D9C-4B3B-8995-39844E388205}"/>
          </ac:picMkLst>
        </pc:picChg>
        <pc:picChg chg="add del mod">
          <ac:chgData name="Minh Huynh" userId="01a137d4-0d81-46e0-aca6-c9185b391828" providerId="ADAL" clId="{812CCF7A-788B-4227-A920-48EDF3D1C151}" dt="2026-10-13T10:42:38.635" v="627"/>
          <ac:picMkLst>
            <pc:docMk/>
            <pc:sldMk cId="3706069344" sldId="4802"/>
            <ac:picMk id="107" creationId="{D867E215-5EEE-4211-938E-43E7349341A5}"/>
          </ac:picMkLst>
        </pc:picChg>
        <pc:picChg chg="add del mod">
          <ac:chgData name="Minh Huynh" userId="01a137d4-0d81-46e0-aca6-c9185b391828" providerId="ADAL" clId="{812CCF7A-788B-4227-A920-48EDF3D1C151}" dt="2026-10-13T10:42:38.635" v="627"/>
          <ac:picMkLst>
            <pc:docMk/>
            <pc:sldMk cId="3706069344" sldId="4802"/>
            <ac:picMk id="108" creationId="{19612129-7DB3-471C-8829-F83509F3F8A5}"/>
          </ac:picMkLst>
        </pc:picChg>
        <pc:picChg chg="add del mod">
          <ac:chgData name="Minh Huynh" userId="01a137d4-0d81-46e0-aca6-c9185b391828" providerId="ADAL" clId="{812CCF7A-788B-4227-A920-48EDF3D1C151}" dt="2026-10-13T10:42:38.635" v="627"/>
          <ac:picMkLst>
            <pc:docMk/>
            <pc:sldMk cId="3706069344" sldId="4802"/>
            <ac:picMk id="109" creationId="{C0C0D2FB-0314-4871-B56D-C60EC9CB2D6C}"/>
          </ac:picMkLst>
        </pc:picChg>
        <pc:picChg chg="add del mod">
          <ac:chgData name="Minh Huynh" userId="01a137d4-0d81-46e0-aca6-c9185b391828" providerId="ADAL" clId="{812CCF7A-788B-4227-A920-48EDF3D1C151}" dt="2026-10-13T10:42:38.635" v="627"/>
          <ac:picMkLst>
            <pc:docMk/>
            <pc:sldMk cId="3706069344" sldId="4802"/>
            <ac:picMk id="110" creationId="{CAA08606-6ADD-496A-AFB2-A26CC1142006}"/>
          </ac:picMkLst>
        </pc:picChg>
        <pc:picChg chg="add del mod">
          <ac:chgData name="Minh Huynh" userId="01a137d4-0d81-46e0-aca6-c9185b391828" providerId="ADAL" clId="{812CCF7A-788B-4227-A920-48EDF3D1C151}" dt="2026-10-13T10:42:38.635" v="627"/>
          <ac:picMkLst>
            <pc:docMk/>
            <pc:sldMk cId="3706069344" sldId="4802"/>
            <ac:picMk id="111" creationId="{F9F9494A-8D31-4D01-9481-30081D71F101}"/>
          </ac:picMkLst>
        </pc:picChg>
        <pc:picChg chg="add del mod">
          <ac:chgData name="Minh Huynh" userId="01a137d4-0d81-46e0-aca6-c9185b391828" providerId="ADAL" clId="{812CCF7A-788B-4227-A920-48EDF3D1C151}" dt="2026-10-13T10:42:38.635" v="627"/>
          <ac:picMkLst>
            <pc:docMk/>
            <pc:sldMk cId="3706069344" sldId="4802"/>
            <ac:picMk id="112" creationId="{A02DE4B3-E846-41F7-BF19-CC95829E5985}"/>
          </ac:picMkLst>
        </pc:picChg>
        <pc:picChg chg="add del mod">
          <ac:chgData name="Minh Huynh" userId="01a137d4-0d81-46e0-aca6-c9185b391828" providerId="ADAL" clId="{812CCF7A-788B-4227-A920-48EDF3D1C151}" dt="2026-10-13T10:42:38.635" v="627"/>
          <ac:picMkLst>
            <pc:docMk/>
            <pc:sldMk cId="3706069344" sldId="4802"/>
            <ac:picMk id="113" creationId="{EF5A6A5A-C78C-4032-8351-5B8D1E77A838}"/>
          </ac:picMkLst>
        </pc:picChg>
        <pc:picChg chg="add del mod">
          <ac:chgData name="Minh Huynh" userId="01a137d4-0d81-46e0-aca6-c9185b391828" providerId="ADAL" clId="{812CCF7A-788B-4227-A920-48EDF3D1C151}" dt="2026-10-13T10:42:38.635" v="627"/>
          <ac:picMkLst>
            <pc:docMk/>
            <pc:sldMk cId="3706069344" sldId="4802"/>
            <ac:picMk id="114" creationId="{1531F6D5-6922-48AC-ACF7-16D338306BAA}"/>
          </ac:picMkLst>
        </pc:picChg>
        <pc:picChg chg="add del mod">
          <ac:chgData name="Minh Huynh" userId="01a137d4-0d81-46e0-aca6-c9185b391828" providerId="ADAL" clId="{812CCF7A-788B-4227-A920-48EDF3D1C151}" dt="2026-10-13T10:42:38.635" v="627"/>
          <ac:picMkLst>
            <pc:docMk/>
            <pc:sldMk cId="3706069344" sldId="4802"/>
            <ac:picMk id="115" creationId="{F39DE5B1-A4B1-4F2B-8781-B930A43CFD9C}"/>
          </ac:picMkLst>
        </pc:picChg>
        <pc:picChg chg="add del mod">
          <ac:chgData name="Minh Huynh" userId="01a137d4-0d81-46e0-aca6-c9185b391828" providerId="ADAL" clId="{812CCF7A-788B-4227-A920-48EDF3D1C151}" dt="2026-10-13T10:42:38.635" v="627"/>
          <ac:picMkLst>
            <pc:docMk/>
            <pc:sldMk cId="3706069344" sldId="4802"/>
            <ac:picMk id="116" creationId="{0DEB4D7E-A22D-4C4B-A8F2-ED731C113883}"/>
          </ac:picMkLst>
        </pc:picChg>
        <pc:picChg chg="add del mod">
          <ac:chgData name="Minh Huynh" userId="01a137d4-0d81-46e0-aca6-c9185b391828" providerId="ADAL" clId="{812CCF7A-788B-4227-A920-48EDF3D1C151}" dt="2026-10-13T10:42:38.635" v="627"/>
          <ac:picMkLst>
            <pc:docMk/>
            <pc:sldMk cId="3706069344" sldId="4802"/>
            <ac:picMk id="117" creationId="{A07AF929-30C4-4037-9F79-84BD68559024}"/>
          </ac:picMkLst>
        </pc:picChg>
        <pc:picChg chg="add del mod">
          <ac:chgData name="Minh Huynh" userId="01a137d4-0d81-46e0-aca6-c9185b391828" providerId="ADAL" clId="{812CCF7A-788B-4227-A920-48EDF3D1C151}" dt="2026-10-13T10:42:38.635" v="627"/>
          <ac:picMkLst>
            <pc:docMk/>
            <pc:sldMk cId="3706069344" sldId="4802"/>
            <ac:picMk id="118" creationId="{24A30C8D-97BF-4132-8684-1B2F42DE93A9}"/>
          </ac:picMkLst>
        </pc:picChg>
        <pc:picChg chg="add del mod">
          <ac:chgData name="Minh Huynh" userId="01a137d4-0d81-46e0-aca6-c9185b391828" providerId="ADAL" clId="{812CCF7A-788B-4227-A920-48EDF3D1C151}" dt="2026-10-13T10:42:38.635" v="627"/>
          <ac:picMkLst>
            <pc:docMk/>
            <pc:sldMk cId="3706069344" sldId="4802"/>
            <ac:picMk id="119" creationId="{5BCCF1A1-62D2-4E4D-A155-C8CE4A061901}"/>
          </ac:picMkLst>
        </pc:picChg>
        <pc:picChg chg="add del mod">
          <ac:chgData name="Minh Huynh" userId="01a137d4-0d81-46e0-aca6-c9185b391828" providerId="ADAL" clId="{812CCF7A-788B-4227-A920-48EDF3D1C151}" dt="2026-10-13T10:42:38.635" v="627"/>
          <ac:picMkLst>
            <pc:docMk/>
            <pc:sldMk cId="3706069344" sldId="4802"/>
            <ac:picMk id="120" creationId="{B62CBA2A-6734-4752-BE5F-AD212A321B50}"/>
          </ac:picMkLst>
        </pc:picChg>
        <pc:picChg chg="add del mod">
          <ac:chgData name="Minh Huynh" userId="01a137d4-0d81-46e0-aca6-c9185b391828" providerId="ADAL" clId="{812CCF7A-788B-4227-A920-48EDF3D1C151}" dt="2026-10-13T10:42:38.635" v="627"/>
          <ac:picMkLst>
            <pc:docMk/>
            <pc:sldMk cId="3706069344" sldId="4802"/>
            <ac:picMk id="121" creationId="{47F5EB01-FCE7-461D-924A-8E23585F4834}"/>
          </ac:picMkLst>
        </pc:picChg>
        <pc:picChg chg="add del mod">
          <ac:chgData name="Minh Huynh" userId="01a137d4-0d81-46e0-aca6-c9185b391828" providerId="ADAL" clId="{812CCF7A-788B-4227-A920-48EDF3D1C151}" dt="2026-10-13T10:42:38.635" v="627"/>
          <ac:picMkLst>
            <pc:docMk/>
            <pc:sldMk cId="3706069344" sldId="4802"/>
            <ac:picMk id="122" creationId="{037D294F-3528-4DD1-88E4-F44125825AF5}"/>
          </ac:picMkLst>
        </pc:picChg>
        <pc:picChg chg="add del mod">
          <ac:chgData name="Minh Huynh" userId="01a137d4-0d81-46e0-aca6-c9185b391828" providerId="ADAL" clId="{812CCF7A-788B-4227-A920-48EDF3D1C151}" dt="2026-10-13T10:42:38.635" v="627"/>
          <ac:picMkLst>
            <pc:docMk/>
            <pc:sldMk cId="3706069344" sldId="4802"/>
            <ac:picMk id="123" creationId="{81849239-4159-44A6-A864-419E6FF82BEB}"/>
          </ac:picMkLst>
        </pc:picChg>
        <pc:picChg chg="add del mod">
          <ac:chgData name="Minh Huynh" userId="01a137d4-0d81-46e0-aca6-c9185b391828" providerId="ADAL" clId="{812CCF7A-788B-4227-A920-48EDF3D1C151}" dt="2026-10-13T10:42:38.635" v="627"/>
          <ac:picMkLst>
            <pc:docMk/>
            <pc:sldMk cId="3706069344" sldId="4802"/>
            <ac:picMk id="124" creationId="{023C26F8-B6D4-41C8-ACCE-40AC709D2DD4}"/>
          </ac:picMkLst>
        </pc:picChg>
        <pc:picChg chg="add del mod">
          <ac:chgData name="Minh Huynh" userId="01a137d4-0d81-46e0-aca6-c9185b391828" providerId="ADAL" clId="{812CCF7A-788B-4227-A920-48EDF3D1C151}" dt="2026-10-13T10:42:38.635" v="627"/>
          <ac:picMkLst>
            <pc:docMk/>
            <pc:sldMk cId="3706069344" sldId="4802"/>
            <ac:picMk id="125" creationId="{F9CB25A0-FB61-4B8B-A7D3-189E084E1F4A}"/>
          </ac:picMkLst>
        </pc:picChg>
        <pc:picChg chg="add del mod">
          <ac:chgData name="Minh Huynh" userId="01a137d4-0d81-46e0-aca6-c9185b391828" providerId="ADAL" clId="{812CCF7A-788B-4227-A920-48EDF3D1C151}" dt="2026-10-13T10:42:38.635" v="627"/>
          <ac:picMkLst>
            <pc:docMk/>
            <pc:sldMk cId="3706069344" sldId="4802"/>
            <ac:picMk id="126" creationId="{AA09F039-4FAA-4649-8A2C-10B70C6E5829}"/>
          </ac:picMkLst>
        </pc:picChg>
        <pc:picChg chg="add del mod">
          <ac:chgData name="Minh Huynh" userId="01a137d4-0d81-46e0-aca6-c9185b391828" providerId="ADAL" clId="{812CCF7A-788B-4227-A920-48EDF3D1C151}" dt="2026-10-13T10:42:38.635" v="627"/>
          <ac:picMkLst>
            <pc:docMk/>
            <pc:sldMk cId="3706069344" sldId="4802"/>
            <ac:picMk id="127" creationId="{8F606DAD-A661-44FB-95BA-A074D2250603}"/>
          </ac:picMkLst>
        </pc:picChg>
        <pc:picChg chg="add del mod">
          <ac:chgData name="Minh Huynh" userId="01a137d4-0d81-46e0-aca6-c9185b391828" providerId="ADAL" clId="{812CCF7A-788B-4227-A920-48EDF3D1C151}" dt="2026-10-13T10:42:38.635" v="627"/>
          <ac:picMkLst>
            <pc:docMk/>
            <pc:sldMk cId="3706069344" sldId="4802"/>
            <ac:picMk id="128" creationId="{0C04EEB0-B8FB-428F-AC8A-2DF5C8E030DE}"/>
          </ac:picMkLst>
        </pc:picChg>
        <pc:picChg chg="add del mod">
          <ac:chgData name="Minh Huynh" userId="01a137d4-0d81-46e0-aca6-c9185b391828" providerId="ADAL" clId="{812CCF7A-788B-4227-A920-48EDF3D1C151}" dt="2026-10-13T10:42:38.635" v="627"/>
          <ac:picMkLst>
            <pc:docMk/>
            <pc:sldMk cId="3706069344" sldId="4802"/>
            <ac:picMk id="129" creationId="{EDC0FCA1-FA6F-41F4-ACAD-69BC7546D75D}"/>
          </ac:picMkLst>
        </pc:picChg>
        <pc:picChg chg="add del mod">
          <ac:chgData name="Minh Huynh" userId="01a137d4-0d81-46e0-aca6-c9185b391828" providerId="ADAL" clId="{812CCF7A-788B-4227-A920-48EDF3D1C151}" dt="2026-10-13T10:42:38.635" v="627"/>
          <ac:picMkLst>
            <pc:docMk/>
            <pc:sldMk cId="3706069344" sldId="4802"/>
            <ac:picMk id="130" creationId="{BF28AF54-2B67-4BD9-8E22-29640517ED7F}"/>
          </ac:picMkLst>
        </pc:picChg>
        <pc:picChg chg="add del mod">
          <ac:chgData name="Minh Huynh" userId="01a137d4-0d81-46e0-aca6-c9185b391828" providerId="ADAL" clId="{812CCF7A-788B-4227-A920-48EDF3D1C151}" dt="2026-10-13T10:42:38.635" v="627"/>
          <ac:picMkLst>
            <pc:docMk/>
            <pc:sldMk cId="3706069344" sldId="4802"/>
            <ac:picMk id="131" creationId="{3459C42E-2D8E-4DF2-AB9B-A6C6A8593A77}"/>
          </ac:picMkLst>
        </pc:picChg>
        <pc:picChg chg="add del mod">
          <ac:chgData name="Minh Huynh" userId="01a137d4-0d81-46e0-aca6-c9185b391828" providerId="ADAL" clId="{812CCF7A-788B-4227-A920-48EDF3D1C151}" dt="2026-10-13T10:42:38.635" v="627"/>
          <ac:picMkLst>
            <pc:docMk/>
            <pc:sldMk cId="3706069344" sldId="4802"/>
            <ac:picMk id="132" creationId="{802B6780-73ED-4566-AEB9-5E592B1A5F26}"/>
          </ac:picMkLst>
        </pc:picChg>
        <pc:picChg chg="add del mod">
          <ac:chgData name="Minh Huynh" userId="01a137d4-0d81-46e0-aca6-c9185b391828" providerId="ADAL" clId="{812CCF7A-788B-4227-A920-48EDF3D1C151}" dt="2026-10-13T10:42:38.635" v="627"/>
          <ac:picMkLst>
            <pc:docMk/>
            <pc:sldMk cId="3706069344" sldId="4802"/>
            <ac:picMk id="133" creationId="{3B7AC2A0-5743-4788-9E3D-F0A2F9465594}"/>
          </ac:picMkLst>
        </pc:picChg>
        <pc:picChg chg="add del mod">
          <ac:chgData name="Minh Huynh" userId="01a137d4-0d81-46e0-aca6-c9185b391828" providerId="ADAL" clId="{812CCF7A-788B-4227-A920-48EDF3D1C151}" dt="2026-10-13T10:42:38.635" v="627"/>
          <ac:picMkLst>
            <pc:docMk/>
            <pc:sldMk cId="3706069344" sldId="4802"/>
            <ac:picMk id="134" creationId="{C246233A-089E-41A7-A7FC-F3D83745242C}"/>
          </ac:picMkLst>
        </pc:picChg>
        <pc:picChg chg="add del mod">
          <ac:chgData name="Minh Huynh" userId="01a137d4-0d81-46e0-aca6-c9185b391828" providerId="ADAL" clId="{812CCF7A-788B-4227-A920-48EDF3D1C151}" dt="2026-10-13T10:42:38.635" v="627"/>
          <ac:picMkLst>
            <pc:docMk/>
            <pc:sldMk cId="3706069344" sldId="4802"/>
            <ac:picMk id="135" creationId="{CEC3FA06-8659-48AC-93A9-8335E8C13EF2}"/>
          </ac:picMkLst>
        </pc:picChg>
        <pc:picChg chg="add del mod">
          <ac:chgData name="Minh Huynh" userId="01a137d4-0d81-46e0-aca6-c9185b391828" providerId="ADAL" clId="{812CCF7A-788B-4227-A920-48EDF3D1C151}" dt="2026-10-13T10:42:38.635" v="627"/>
          <ac:picMkLst>
            <pc:docMk/>
            <pc:sldMk cId="3706069344" sldId="4802"/>
            <ac:picMk id="136" creationId="{E469BA88-75FD-421A-A810-61D7094B9BC2}"/>
          </ac:picMkLst>
        </pc:picChg>
        <pc:picChg chg="add del mod">
          <ac:chgData name="Minh Huynh" userId="01a137d4-0d81-46e0-aca6-c9185b391828" providerId="ADAL" clId="{812CCF7A-788B-4227-A920-48EDF3D1C151}" dt="2026-10-13T10:42:38.635" v="627"/>
          <ac:picMkLst>
            <pc:docMk/>
            <pc:sldMk cId="3706069344" sldId="4802"/>
            <ac:picMk id="137" creationId="{D48C8109-854D-4753-B35D-A68AACA4B6C9}"/>
          </ac:picMkLst>
        </pc:picChg>
        <pc:picChg chg="add del mod">
          <ac:chgData name="Minh Huynh" userId="01a137d4-0d81-46e0-aca6-c9185b391828" providerId="ADAL" clId="{812CCF7A-788B-4227-A920-48EDF3D1C151}" dt="2026-10-13T10:42:38.635" v="627"/>
          <ac:picMkLst>
            <pc:docMk/>
            <pc:sldMk cId="3706069344" sldId="4802"/>
            <ac:picMk id="138" creationId="{2DC8540F-0DD2-4B27-8543-E7C5D478B6E1}"/>
          </ac:picMkLst>
        </pc:picChg>
        <pc:picChg chg="add del mod">
          <ac:chgData name="Minh Huynh" userId="01a137d4-0d81-46e0-aca6-c9185b391828" providerId="ADAL" clId="{812CCF7A-788B-4227-A920-48EDF3D1C151}" dt="2026-10-13T10:42:38.635" v="627"/>
          <ac:picMkLst>
            <pc:docMk/>
            <pc:sldMk cId="3706069344" sldId="4802"/>
            <ac:picMk id="139" creationId="{CFF55DF3-FF9E-4ADA-87D8-D90F40B20887}"/>
          </ac:picMkLst>
        </pc:picChg>
        <pc:picChg chg="add del mod">
          <ac:chgData name="Minh Huynh" userId="01a137d4-0d81-46e0-aca6-c9185b391828" providerId="ADAL" clId="{812CCF7A-788B-4227-A920-48EDF3D1C151}" dt="2026-10-13T10:42:38.635" v="627"/>
          <ac:picMkLst>
            <pc:docMk/>
            <pc:sldMk cId="3706069344" sldId="4802"/>
            <ac:picMk id="140" creationId="{365F2EDC-3AC5-4490-933F-5BBE9C515AF4}"/>
          </ac:picMkLst>
        </pc:picChg>
        <pc:picChg chg="add del mod">
          <ac:chgData name="Minh Huynh" userId="01a137d4-0d81-46e0-aca6-c9185b391828" providerId="ADAL" clId="{812CCF7A-788B-4227-A920-48EDF3D1C151}" dt="2026-10-13T10:42:38.635" v="627"/>
          <ac:picMkLst>
            <pc:docMk/>
            <pc:sldMk cId="3706069344" sldId="4802"/>
            <ac:picMk id="141" creationId="{1559AF4F-2D68-4D9A-A6DD-F1E406B6AED8}"/>
          </ac:picMkLst>
        </pc:picChg>
        <pc:picChg chg="add del mod">
          <ac:chgData name="Minh Huynh" userId="01a137d4-0d81-46e0-aca6-c9185b391828" providerId="ADAL" clId="{812CCF7A-788B-4227-A920-48EDF3D1C151}" dt="2026-10-13T10:42:38.635" v="627"/>
          <ac:picMkLst>
            <pc:docMk/>
            <pc:sldMk cId="3706069344" sldId="4802"/>
            <ac:picMk id="142" creationId="{07F9ECDF-155E-42E4-A3BD-74FD38786666}"/>
          </ac:picMkLst>
        </pc:picChg>
        <pc:picChg chg="add del mod">
          <ac:chgData name="Minh Huynh" userId="01a137d4-0d81-46e0-aca6-c9185b391828" providerId="ADAL" clId="{812CCF7A-788B-4227-A920-48EDF3D1C151}" dt="2026-10-13T10:42:38.635" v="627"/>
          <ac:picMkLst>
            <pc:docMk/>
            <pc:sldMk cId="3706069344" sldId="4802"/>
            <ac:picMk id="143" creationId="{6E82A44D-E567-4EBE-A655-F047B006FD7B}"/>
          </ac:picMkLst>
        </pc:picChg>
        <pc:picChg chg="add del mod">
          <ac:chgData name="Minh Huynh" userId="01a137d4-0d81-46e0-aca6-c9185b391828" providerId="ADAL" clId="{812CCF7A-788B-4227-A920-48EDF3D1C151}" dt="2026-10-13T10:42:38.635" v="627"/>
          <ac:picMkLst>
            <pc:docMk/>
            <pc:sldMk cId="3706069344" sldId="4802"/>
            <ac:picMk id="144" creationId="{8B678827-143A-4BFF-B8C5-1030247C8BEC}"/>
          </ac:picMkLst>
        </pc:picChg>
        <pc:picChg chg="add del mod">
          <ac:chgData name="Minh Huynh" userId="01a137d4-0d81-46e0-aca6-c9185b391828" providerId="ADAL" clId="{812CCF7A-788B-4227-A920-48EDF3D1C151}" dt="2026-10-13T10:42:38.635" v="627"/>
          <ac:picMkLst>
            <pc:docMk/>
            <pc:sldMk cId="3706069344" sldId="4802"/>
            <ac:picMk id="145" creationId="{450267A0-3C94-4EF4-9B8F-8845C74A81C7}"/>
          </ac:picMkLst>
        </pc:picChg>
        <pc:picChg chg="add del mod">
          <ac:chgData name="Minh Huynh" userId="01a137d4-0d81-46e0-aca6-c9185b391828" providerId="ADAL" clId="{812CCF7A-788B-4227-A920-48EDF3D1C151}" dt="2026-10-13T10:42:38.635" v="627"/>
          <ac:picMkLst>
            <pc:docMk/>
            <pc:sldMk cId="3706069344" sldId="4802"/>
            <ac:picMk id="146" creationId="{2288A0A1-C419-4040-A208-30C5F91F7488}"/>
          </ac:picMkLst>
        </pc:picChg>
        <pc:picChg chg="add del mod">
          <ac:chgData name="Minh Huynh" userId="01a137d4-0d81-46e0-aca6-c9185b391828" providerId="ADAL" clId="{812CCF7A-788B-4227-A920-48EDF3D1C151}" dt="2026-10-13T10:42:38.635" v="627"/>
          <ac:picMkLst>
            <pc:docMk/>
            <pc:sldMk cId="3706069344" sldId="4802"/>
            <ac:picMk id="147" creationId="{7D9C32EC-D9F0-4A83-A04C-0318D05B9844}"/>
          </ac:picMkLst>
        </pc:picChg>
        <pc:picChg chg="add del mod">
          <ac:chgData name="Minh Huynh" userId="01a137d4-0d81-46e0-aca6-c9185b391828" providerId="ADAL" clId="{812CCF7A-788B-4227-A920-48EDF3D1C151}" dt="2026-10-13T10:42:38.635" v="627"/>
          <ac:picMkLst>
            <pc:docMk/>
            <pc:sldMk cId="3706069344" sldId="4802"/>
            <ac:picMk id="148" creationId="{86E2473E-A497-45A3-93B1-3FA6E1677FC4}"/>
          </ac:picMkLst>
        </pc:picChg>
        <pc:picChg chg="add del mod">
          <ac:chgData name="Minh Huynh" userId="01a137d4-0d81-46e0-aca6-c9185b391828" providerId="ADAL" clId="{812CCF7A-788B-4227-A920-48EDF3D1C151}" dt="2026-10-13T10:42:38.635" v="627"/>
          <ac:picMkLst>
            <pc:docMk/>
            <pc:sldMk cId="3706069344" sldId="4802"/>
            <ac:picMk id="149" creationId="{B469D90A-67CB-4280-8D04-32452E7936AC}"/>
          </ac:picMkLst>
        </pc:picChg>
        <pc:picChg chg="add del mod">
          <ac:chgData name="Minh Huynh" userId="01a137d4-0d81-46e0-aca6-c9185b391828" providerId="ADAL" clId="{812CCF7A-788B-4227-A920-48EDF3D1C151}" dt="2026-10-13T10:42:38.635" v="627"/>
          <ac:picMkLst>
            <pc:docMk/>
            <pc:sldMk cId="3706069344" sldId="4802"/>
            <ac:picMk id="150" creationId="{ECCDF89D-6D90-4139-9B81-6DC62A4CCF42}"/>
          </ac:picMkLst>
        </pc:picChg>
        <pc:picChg chg="add del mod">
          <ac:chgData name="Minh Huynh" userId="01a137d4-0d81-46e0-aca6-c9185b391828" providerId="ADAL" clId="{812CCF7A-788B-4227-A920-48EDF3D1C151}" dt="2026-10-13T10:42:38.635" v="627"/>
          <ac:picMkLst>
            <pc:docMk/>
            <pc:sldMk cId="3706069344" sldId="4802"/>
            <ac:picMk id="151" creationId="{0498CEAF-5648-4B14-BBD4-875865F1BCAB}"/>
          </ac:picMkLst>
        </pc:picChg>
        <pc:picChg chg="add del mod">
          <ac:chgData name="Minh Huynh" userId="01a137d4-0d81-46e0-aca6-c9185b391828" providerId="ADAL" clId="{812CCF7A-788B-4227-A920-48EDF3D1C151}" dt="2026-10-13T10:42:38.635" v="627"/>
          <ac:picMkLst>
            <pc:docMk/>
            <pc:sldMk cId="3706069344" sldId="4802"/>
            <ac:picMk id="152" creationId="{DAD0C932-5926-41C3-B5B4-C74E63C1484E}"/>
          </ac:picMkLst>
        </pc:picChg>
        <pc:picChg chg="add del mod">
          <ac:chgData name="Minh Huynh" userId="01a137d4-0d81-46e0-aca6-c9185b391828" providerId="ADAL" clId="{812CCF7A-788B-4227-A920-48EDF3D1C151}" dt="2026-10-13T10:42:38.635" v="627"/>
          <ac:picMkLst>
            <pc:docMk/>
            <pc:sldMk cId="3706069344" sldId="4802"/>
            <ac:picMk id="153" creationId="{212795DB-8AF8-490C-A524-AF1E33692533}"/>
          </ac:picMkLst>
        </pc:picChg>
        <pc:picChg chg="add del mod">
          <ac:chgData name="Minh Huynh" userId="01a137d4-0d81-46e0-aca6-c9185b391828" providerId="ADAL" clId="{812CCF7A-788B-4227-A920-48EDF3D1C151}" dt="2026-10-13T10:42:38.635" v="627"/>
          <ac:picMkLst>
            <pc:docMk/>
            <pc:sldMk cId="3706069344" sldId="4802"/>
            <ac:picMk id="154" creationId="{2AC2E6CD-959C-46E0-B463-1D74075883FC}"/>
          </ac:picMkLst>
        </pc:picChg>
        <pc:picChg chg="add del mod">
          <ac:chgData name="Minh Huynh" userId="01a137d4-0d81-46e0-aca6-c9185b391828" providerId="ADAL" clId="{812CCF7A-788B-4227-A920-48EDF3D1C151}" dt="2026-10-13T10:42:38.635" v="627"/>
          <ac:picMkLst>
            <pc:docMk/>
            <pc:sldMk cId="3706069344" sldId="4802"/>
            <ac:picMk id="155" creationId="{7AD34A8D-F92F-49C3-AC22-0C43BAC11375}"/>
          </ac:picMkLst>
        </pc:picChg>
        <pc:picChg chg="add del mod">
          <ac:chgData name="Minh Huynh" userId="01a137d4-0d81-46e0-aca6-c9185b391828" providerId="ADAL" clId="{812CCF7A-788B-4227-A920-48EDF3D1C151}" dt="2026-10-13T10:42:38.635" v="627"/>
          <ac:picMkLst>
            <pc:docMk/>
            <pc:sldMk cId="3706069344" sldId="4802"/>
            <ac:picMk id="156" creationId="{360ED3D5-EF36-4215-8FE4-7D0AB749962C}"/>
          </ac:picMkLst>
        </pc:picChg>
        <pc:picChg chg="add del mod">
          <ac:chgData name="Minh Huynh" userId="01a137d4-0d81-46e0-aca6-c9185b391828" providerId="ADAL" clId="{812CCF7A-788B-4227-A920-48EDF3D1C151}" dt="2026-10-13T10:42:38.635" v="627"/>
          <ac:picMkLst>
            <pc:docMk/>
            <pc:sldMk cId="3706069344" sldId="4802"/>
            <ac:picMk id="157" creationId="{4B5685A6-7CB0-46D0-86C2-26834561073F}"/>
          </ac:picMkLst>
        </pc:picChg>
        <pc:picChg chg="add del mod">
          <ac:chgData name="Minh Huynh" userId="01a137d4-0d81-46e0-aca6-c9185b391828" providerId="ADAL" clId="{812CCF7A-788B-4227-A920-48EDF3D1C151}" dt="2026-10-13T10:42:38.635" v="627"/>
          <ac:picMkLst>
            <pc:docMk/>
            <pc:sldMk cId="3706069344" sldId="4802"/>
            <ac:picMk id="158" creationId="{60471D4B-B222-4865-B0B9-05EFC1FA10BC}"/>
          </ac:picMkLst>
        </pc:picChg>
        <pc:picChg chg="add del mod">
          <ac:chgData name="Minh Huynh" userId="01a137d4-0d81-46e0-aca6-c9185b391828" providerId="ADAL" clId="{812CCF7A-788B-4227-A920-48EDF3D1C151}" dt="2026-10-13T10:42:38.635" v="627"/>
          <ac:picMkLst>
            <pc:docMk/>
            <pc:sldMk cId="3706069344" sldId="4802"/>
            <ac:picMk id="159" creationId="{7B198F52-1741-498F-96C7-0B312DD01691}"/>
          </ac:picMkLst>
        </pc:picChg>
        <pc:picChg chg="add del mod">
          <ac:chgData name="Minh Huynh" userId="01a137d4-0d81-46e0-aca6-c9185b391828" providerId="ADAL" clId="{812CCF7A-788B-4227-A920-48EDF3D1C151}" dt="2026-10-13T10:42:38.635" v="627"/>
          <ac:picMkLst>
            <pc:docMk/>
            <pc:sldMk cId="3706069344" sldId="4802"/>
            <ac:picMk id="172" creationId="{E5DD7B13-8F94-46F3-AA7C-53C04C5FADBA}"/>
          </ac:picMkLst>
        </pc:picChg>
        <pc:picChg chg="add del mod">
          <ac:chgData name="Minh Huynh" userId="01a137d4-0d81-46e0-aca6-c9185b391828" providerId="ADAL" clId="{812CCF7A-788B-4227-A920-48EDF3D1C151}" dt="2026-10-13T10:42:38.635" v="627"/>
          <ac:picMkLst>
            <pc:docMk/>
            <pc:sldMk cId="3706069344" sldId="4802"/>
            <ac:picMk id="173" creationId="{88BC2972-534B-495B-BD65-C453754A22C9}"/>
          </ac:picMkLst>
        </pc:picChg>
        <pc:picChg chg="add del mod">
          <ac:chgData name="Minh Huynh" userId="01a137d4-0d81-46e0-aca6-c9185b391828" providerId="ADAL" clId="{812CCF7A-788B-4227-A920-48EDF3D1C151}" dt="2026-10-13T10:42:38.635" v="627"/>
          <ac:picMkLst>
            <pc:docMk/>
            <pc:sldMk cId="3706069344" sldId="4802"/>
            <ac:picMk id="174" creationId="{5E624774-A788-48B3-B97A-A57409D804B5}"/>
          </ac:picMkLst>
        </pc:picChg>
        <pc:picChg chg="add del mod">
          <ac:chgData name="Minh Huynh" userId="01a137d4-0d81-46e0-aca6-c9185b391828" providerId="ADAL" clId="{812CCF7A-788B-4227-A920-48EDF3D1C151}" dt="2026-10-13T10:42:38.635" v="627"/>
          <ac:picMkLst>
            <pc:docMk/>
            <pc:sldMk cId="3706069344" sldId="4802"/>
            <ac:picMk id="175" creationId="{3E13BAA0-3EE1-4463-B720-C122F524B9A6}"/>
          </ac:picMkLst>
        </pc:picChg>
        <pc:picChg chg="add del mod">
          <ac:chgData name="Minh Huynh" userId="01a137d4-0d81-46e0-aca6-c9185b391828" providerId="ADAL" clId="{812CCF7A-788B-4227-A920-48EDF3D1C151}" dt="2026-10-13T10:42:38.635" v="627"/>
          <ac:picMkLst>
            <pc:docMk/>
            <pc:sldMk cId="3706069344" sldId="4802"/>
            <ac:picMk id="176" creationId="{9915D1D9-A7F7-4A6A-B5C0-5C5C654F99AA}"/>
          </ac:picMkLst>
        </pc:picChg>
        <pc:picChg chg="add del mod">
          <ac:chgData name="Minh Huynh" userId="01a137d4-0d81-46e0-aca6-c9185b391828" providerId="ADAL" clId="{812CCF7A-788B-4227-A920-48EDF3D1C151}" dt="2026-10-13T10:42:38.635" v="627"/>
          <ac:picMkLst>
            <pc:docMk/>
            <pc:sldMk cId="3706069344" sldId="4802"/>
            <ac:picMk id="177" creationId="{4B542AA1-63BE-410F-AE96-9E60AB9A3912}"/>
          </ac:picMkLst>
        </pc:picChg>
        <pc:picChg chg="add del mod">
          <ac:chgData name="Minh Huynh" userId="01a137d4-0d81-46e0-aca6-c9185b391828" providerId="ADAL" clId="{812CCF7A-788B-4227-A920-48EDF3D1C151}" dt="2026-10-13T10:42:38.635" v="627"/>
          <ac:picMkLst>
            <pc:docMk/>
            <pc:sldMk cId="3706069344" sldId="4802"/>
            <ac:picMk id="178" creationId="{20819B63-E754-40C0-8F76-B841E8594DEB}"/>
          </ac:picMkLst>
        </pc:picChg>
        <pc:picChg chg="add del mod">
          <ac:chgData name="Minh Huynh" userId="01a137d4-0d81-46e0-aca6-c9185b391828" providerId="ADAL" clId="{812CCF7A-788B-4227-A920-48EDF3D1C151}" dt="2026-10-13T10:42:38.635" v="627"/>
          <ac:picMkLst>
            <pc:docMk/>
            <pc:sldMk cId="3706069344" sldId="4802"/>
            <ac:picMk id="179" creationId="{53BA8D47-7637-4854-91C1-420788D9075C}"/>
          </ac:picMkLst>
        </pc:picChg>
        <pc:picChg chg="add del mod">
          <ac:chgData name="Minh Huynh" userId="01a137d4-0d81-46e0-aca6-c9185b391828" providerId="ADAL" clId="{812CCF7A-788B-4227-A920-48EDF3D1C151}" dt="2026-10-13T10:42:38.635" v="627"/>
          <ac:picMkLst>
            <pc:docMk/>
            <pc:sldMk cId="3706069344" sldId="4802"/>
            <ac:picMk id="180" creationId="{B114C453-3717-4ADD-BAC1-583D83900340}"/>
          </ac:picMkLst>
        </pc:picChg>
        <pc:picChg chg="add del mod">
          <ac:chgData name="Minh Huynh" userId="01a137d4-0d81-46e0-aca6-c9185b391828" providerId="ADAL" clId="{812CCF7A-788B-4227-A920-48EDF3D1C151}" dt="2026-10-13T10:42:38.635" v="627"/>
          <ac:picMkLst>
            <pc:docMk/>
            <pc:sldMk cId="3706069344" sldId="4802"/>
            <ac:picMk id="181" creationId="{5080F13D-E345-4B2F-A683-5D40DEA32B25}"/>
          </ac:picMkLst>
        </pc:picChg>
        <pc:picChg chg="add del mod">
          <ac:chgData name="Minh Huynh" userId="01a137d4-0d81-46e0-aca6-c9185b391828" providerId="ADAL" clId="{812CCF7A-788B-4227-A920-48EDF3D1C151}" dt="2026-10-13T10:42:38.635" v="627"/>
          <ac:picMkLst>
            <pc:docMk/>
            <pc:sldMk cId="3706069344" sldId="4802"/>
            <ac:picMk id="183" creationId="{B8D29E24-7CBE-4CF9-A5FD-8ECD5E5A7049}"/>
          </ac:picMkLst>
        </pc:picChg>
        <pc:picChg chg="add del mod">
          <ac:chgData name="Minh Huynh" userId="01a137d4-0d81-46e0-aca6-c9185b391828" providerId="ADAL" clId="{812CCF7A-788B-4227-A920-48EDF3D1C151}" dt="2026-10-13T10:42:38.635" v="627"/>
          <ac:picMkLst>
            <pc:docMk/>
            <pc:sldMk cId="3706069344" sldId="4802"/>
            <ac:picMk id="184" creationId="{D4BF9728-F229-45C6-8BFF-83848AFECCA3}"/>
          </ac:picMkLst>
        </pc:picChg>
        <pc:picChg chg="add del mod">
          <ac:chgData name="Minh Huynh" userId="01a137d4-0d81-46e0-aca6-c9185b391828" providerId="ADAL" clId="{812CCF7A-788B-4227-A920-48EDF3D1C151}" dt="2026-10-13T10:42:38.635" v="627"/>
          <ac:picMkLst>
            <pc:docMk/>
            <pc:sldMk cId="3706069344" sldId="4802"/>
            <ac:picMk id="185" creationId="{F7496584-8EDF-4359-81E5-C464EE16BA48}"/>
          </ac:picMkLst>
        </pc:picChg>
        <pc:picChg chg="add del mod">
          <ac:chgData name="Minh Huynh" userId="01a137d4-0d81-46e0-aca6-c9185b391828" providerId="ADAL" clId="{812CCF7A-788B-4227-A920-48EDF3D1C151}" dt="2026-10-13T10:42:38.635" v="627"/>
          <ac:picMkLst>
            <pc:docMk/>
            <pc:sldMk cId="3706069344" sldId="4802"/>
            <ac:picMk id="186" creationId="{814EC9FF-19D6-45ED-A301-1E9DE1991C43}"/>
          </ac:picMkLst>
        </pc:picChg>
        <pc:picChg chg="add del mod">
          <ac:chgData name="Minh Huynh" userId="01a137d4-0d81-46e0-aca6-c9185b391828" providerId="ADAL" clId="{812CCF7A-788B-4227-A920-48EDF3D1C151}" dt="2026-10-13T10:42:38.635" v="627"/>
          <ac:picMkLst>
            <pc:docMk/>
            <pc:sldMk cId="3706069344" sldId="4802"/>
            <ac:picMk id="187" creationId="{416D823E-F9E1-4756-95FC-20BE5D164856}"/>
          </ac:picMkLst>
        </pc:picChg>
        <pc:picChg chg="add del mod">
          <ac:chgData name="Minh Huynh" userId="01a137d4-0d81-46e0-aca6-c9185b391828" providerId="ADAL" clId="{812CCF7A-788B-4227-A920-48EDF3D1C151}" dt="2026-10-13T10:42:38.635" v="627"/>
          <ac:picMkLst>
            <pc:docMk/>
            <pc:sldMk cId="3706069344" sldId="4802"/>
            <ac:picMk id="188" creationId="{B02D07F6-77CA-4886-BC70-A07192BF6D33}"/>
          </ac:picMkLst>
        </pc:picChg>
        <pc:picChg chg="add del mod">
          <ac:chgData name="Minh Huynh" userId="01a137d4-0d81-46e0-aca6-c9185b391828" providerId="ADAL" clId="{812CCF7A-788B-4227-A920-48EDF3D1C151}" dt="2026-10-13T10:42:38.635" v="627"/>
          <ac:picMkLst>
            <pc:docMk/>
            <pc:sldMk cId="3706069344" sldId="4802"/>
            <ac:picMk id="189" creationId="{936DB819-DFD2-4AE1-B6B0-AE45DE4E2295}"/>
          </ac:picMkLst>
        </pc:picChg>
        <pc:picChg chg="add del mod">
          <ac:chgData name="Minh Huynh" userId="01a137d4-0d81-46e0-aca6-c9185b391828" providerId="ADAL" clId="{812CCF7A-788B-4227-A920-48EDF3D1C151}" dt="2026-10-13T10:42:38.635" v="627"/>
          <ac:picMkLst>
            <pc:docMk/>
            <pc:sldMk cId="3706069344" sldId="4802"/>
            <ac:picMk id="190" creationId="{9B95BBD2-4846-4D09-898E-21DDFFA701D4}"/>
          </ac:picMkLst>
        </pc:picChg>
        <pc:picChg chg="add del mod">
          <ac:chgData name="Minh Huynh" userId="01a137d4-0d81-46e0-aca6-c9185b391828" providerId="ADAL" clId="{812CCF7A-788B-4227-A920-48EDF3D1C151}" dt="2026-10-13T10:42:38.635" v="627"/>
          <ac:picMkLst>
            <pc:docMk/>
            <pc:sldMk cId="3706069344" sldId="4802"/>
            <ac:picMk id="191" creationId="{4A5616A3-C15A-4540-8040-44A5F3A5FD75}"/>
          </ac:picMkLst>
        </pc:picChg>
        <pc:picChg chg="add del mod">
          <ac:chgData name="Minh Huynh" userId="01a137d4-0d81-46e0-aca6-c9185b391828" providerId="ADAL" clId="{812CCF7A-788B-4227-A920-48EDF3D1C151}" dt="2026-10-13T10:42:38.635" v="627"/>
          <ac:picMkLst>
            <pc:docMk/>
            <pc:sldMk cId="3706069344" sldId="4802"/>
            <ac:picMk id="192" creationId="{2C0AACBC-BD9B-4FF6-8F32-C44D8F417AB1}"/>
          </ac:picMkLst>
        </pc:picChg>
        <pc:picChg chg="add del mod">
          <ac:chgData name="Minh Huynh" userId="01a137d4-0d81-46e0-aca6-c9185b391828" providerId="ADAL" clId="{812CCF7A-788B-4227-A920-48EDF3D1C151}" dt="2026-10-13T10:42:38.635" v="627"/>
          <ac:picMkLst>
            <pc:docMk/>
            <pc:sldMk cId="3706069344" sldId="4802"/>
            <ac:picMk id="194" creationId="{81715AAB-F50A-4880-B6A2-F134B61DF048}"/>
          </ac:picMkLst>
        </pc:picChg>
        <pc:picChg chg="add del mod">
          <ac:chgData name="Minh Huynh" userId="01a137d4-0d81-46e0-aca6-c9185b391828" providerId="ADAL" clId="{812CCF7A-788B-4227-A920-48EDF3D1C151}" dt="2026-10-13T10:42:38.635" v="627"/>
          <ac:picMkLst>
            <pc:docMk/>
            <pc:sldMk cId="3706069344" sldId="4802"/>
            <ac:picMk id="195" creationId="{2F65D919-4D64-4060-AF6D-DF6FA66FBB63}"/>
          </ac:picMkLst>
        </pc:picChg>
        <pc:picChg chg="add del mod">
          <ac:chgData name="Minh Huynh" userId="01a137d4-0d81-46e0-aca6-c9185b391828" providerId="ADAL" clId="{812CCF7A-788B-4227-A920-48EDF3D1C151}" dt="2026-10-13T10:42:38.635" v="627"/>
          <ac:picMkLst>
            <pc:docMk/>
            <pc:sldMk cId="3706069344" sldId="4802"/>
            <ac:picMk id="196" creationId="{70F57C5E-1AC1-4038-88DC-E7C03801939B}"/>
          </ac:picMkLst>
        </pc:picChg>
        <pc:picChg chg="add del mod">
          <ac:chgData name="Minh Huynh" userId="01a137d4-0d81-46e0-aca6-c9185b391828" providerId="ADAL" clId="{812CCF7A-788B-4227-A920-48EDF3D1C151}" dt="2026-10-13T10:42:38.635" v="627"/>
          <ac:picMkLst>
            <pc:docMk/>
            <pc:sldMk cId="3706069344" sldId="4802"/>
            <ac:picMk id="197" creationId="{F2BEBA7D-3B26-4274-A952-92715D97E4E8}"/>
          </ac:picMkLst>
        </pc:picChg>
        <pc:picChg chg="add del mod">
          <ac:chgData name="Minh Huynh" userId="01a137d4-0d81-46e0-aca6-c9185b391828" providerId="ADAL" clId="{812CCF7A-788B-4227-A920-48EDF3D1C151}" dt="2026-10-13T10:42:38.635" v="627"/>
          <ac:picMkLst>
            <pc:docMk/>
            <pc:sldMk cId="3706069344" sldId="4802"/>
            <ac:picMk id="198" creationId="{308AD575-B96F-4C38-BF7A-F85F478D5106}"/>
          </ac:picMkLst>
        </pc:picChg>
        <pc:picChg chg="add del mod">
          <ac:chgData name="Minh Huynh" userId="01a137d4-0d81-46e0-aca6-c9185b391828" providerId="ADAL" clId="{812CCF7A-788B-4227-A920-48EDF3D1C151}" dt="2026-10-13T10:42:38.635" v="627"/>
          <ac:picMkLst>
            <pc:docMk/>
            <pc:sldMk cId="3706069344" sldId="4802"/>
            <ac:picMk id="199" creationId="{7C1580B4-882C-4D09-86AA-F76D0D319201}"/>
          </ac:picMkLst>
        </pc:picChg>
        <pc:picChg chg="add del mod">
          <ac:chgData name="Minh Huynh" userId="01a137d4-0d81-46e0-aca6-c9185b391828" providerId="ADAL" clId="{812CCF7A-788B-4227-A920-48EDF3D1C151}" dt="2026-10-13T10:42:38.635" v="627"/>
          <ac:picMkLst>
            <pc:docMk/>
            <pc:sldMk cId="3706069344" sldId="4802"/>
            <ac:picMk id="200" creationId="{908028E4-FC53-4683-92E7-210476AC90E6}"/>
          </ac:picMkLst>
        </pc:picChg>
        <pc:picChg chg="add del mod">
          <ac:chgData name="Minh Huynh" userId="01a137d4-0d81-46e0-aca6-c9185b391828" providerId="ADAL" clId="{812CCF7A-788B-4227-A920-48EDF3D1C151}" dt="2026-10-13T10:42:38.635" v="627"/>
          <ac:picMkLst>
            <pc:docMk/>
            <pc:sldMk cId="3706069344" sldId="4802"/>
            <ac:picMk id="201" creationId="{A0F73F2E-8768-42DD-ABA0-28244C49D26C}"/>
          </ac:picMkLst>
        </pc:picChg>
        <pc:picChg chg="add del mod">
          <ac:chgData name="Minh Huynh" userId="01a137d4-0d81-46e0-aca6-c9185b391828" providerId="ADAL" clId="{812CCF7A-788B-4227-A920-48EDF3D1C151}" dt="2026-10-13T10:42:38.635" v="627"/>
          <ac:picMkLst>
            <pc:docMk/>
            <pc:sldMk cId="3706069344" sldId="4802"/>
            <ac:picMk id="202" creationId="{A0A33CB3-A1E9-4ACE-9913-8B6FE9381ABE}"/>
          </ac:picMkLst>
        </pc:picChg>
        <pc:picChg chg="add del mod">
          <ac:chgData name="Minh Huynh" userId="01a137d4-0d81-46e0-aca6-c9185b391828" providerId="ADAL" clId="{812CCF7A-788B-4227-A920-48EDF3D1C151}" dt="2026-10-13T10:42:38.635" v="627"/>
          <ac:picMkLst>
            <pc:docMk/>
            <pc:sldMk cId="3706069344" sldId="4802"/>
            <ac:picMk id="203" creationId="{703A6240-30EE-4498-9189-497C451A30E9}"/>
          </ac:picMkLst>
        </pc:picChg>
        <pc:cxnChg chg="del">
          <ac:chgData name="Minh Huynh" userId="01a137d4-0d81-46e0-aca6-c9185b391828" providerId="ADAL" clId="{812CCF7A-788B-4227-A920-48EDF3D1C151}" dt="2026-10-13T10:41:44.363" v="560" actId="478"/>
          <ac:cxnSpMkLst>
            <pc:docMk/>
            <pc:sldMk cId="3706069344" sldId="4802"/>
            <ac:cxnSpMk id="3" creationId="{4C95EA29-C425-40C4-BBD9-16D35E04C446}"/>
          </ac:cxnSpMkLst>
        </pc:cxnChg>
        <pc:cxnChg chg="del">
          <ac:chgData name="Minh Huynh" userId="01a137d4-0d81-46e0-aca6-c9185b391828" providerId="ADAL" clId="{812CCF7A-788B-4227-A920-48EDF3D1C151}" dt="2026-10-13T10:41:44.363" v="560" actId="478"/>
          <ac:cxnSpMkLst>
            <pc:docMk/>
            <pc:sldMk cId="3706069344" sldId="4802"/>
            <ac:cxnSpMk id="7" creationId="{D2403CF3-924E-44D1-9B8E-5369DA0A6271}"/>
          </ac:cxnSpMkLst>
        </pc:cxnChg>
        <pc:cxnChg chg="del">
          <ac:chgData name="Minh Huynh" userId="01a137d4-0d81-46e0-aca6-c9185b391828" providerId="ADAL" clId="{812CCF7A-788B-4227-A920-48EDF3D1C151}" dt="2026-10-13T10:41:44.363" v="560" actId="478"/>
          <ac:cxnSpMkLst>
            <pc:docMk/>
            <pc:sldMk cId="3706069344" sldId="4802"/>
            <ac:cxnSpMk id="16" creationId="{65FBF1B0-AE42-4848-8BA2-7E5DCD5A1424}"/>
          </ac:cxnSpMkLst>
        </pc:cxnChg>
        <pc:cxnChg chg="del">
          <ac:chgData name="Minh Huynh" userId="01a137d4-0d81-46e0-aca6-c9185b391828" providerId="ADAL" clId="{812CCF7A-788B-4227-A920-48EDF3D1C151}" dt="2026-10-13T10:41:44.363" v="560" actId="478"/>
          <ac:cxnSpMkLst>
            <pc:docMk/>
            <pc:sldMk cId="3706069344" sldId="4802"/>
            <ac:cxnSpMk id="21" creationId="{F6DB8FA0-AB21-45EE-99FE-D5BEA13DF069}"/>
          </ac:cxnSpMkLst>
        </pc:cxnChg>
        <pc:cxnChg chg="del">
          <ac:chgData name="Minh Huynh" userId="01a137d4-0d81-46e0-aca6-c9185b391828" providerId="ADAL" clId="{812CCF7A-788B-4227-A920-48EDF3D1C151}" dt="2026-10-13T10:41:44.363" v="560" actId="478"/>
          <ac:cxnSpMkLst>
            <pc:docMk/>
            <pc:sldMk cId="3706069344" sldId="4802"/>
            <ac:cxnSpMk id="22" creationId="{38AD309C-DB6A-4B51-9099-B465A906810C}"/>
          </ac:cxnSpMkLst>
        </pc:cxnChg>
        <pc:cxnChg chg="del">
          <ac:chgData name="Minh Huynh" userId="01a137d4-0d81-46e0-aca6-c9185b391828" providerId="ADAL" clId="{812CCF7A-788B-4227-A920-48EDF3D1C151}" dt="2026-10-13T10:41:44.363" v="560" actId="478"/>
          <ac:cxnSpMkLst>
            <pc:docMk/>
            <pc:sldMk cId="3706069344" sldId="4802"/>
            <ac:cxnSpMk id="23" creationId="{24F175D3-87CA-4B8C-AB35-D0554066B6F8}"/>
          </ac:cxnSpMkLst>
        </pc:cxnChg>
        <pc:cxnChg chg="del">
          <ac:chgData name="Minh Huynh" userId="01a137d4-0d81-46e0-aca6-c9185b391828" providerId="ADAL" clId="{812CCF7A-788B-4227-A920-48EDF3D1C151}" dt="2026-10-13T10:41:44.363" v="560" actId="478"/>
          <ac:cxnSpMkLst>
            <pc:docMk/>
            <pc:sldMk cId="3706069344" sldId="4802"/>
            <ac:cxnSpMk id="24" creationId="{986DFB84-909E-40B8-AE11-4F1DD7215B43}"/>
          </ac:cxnSpMkLst>
        </pc:cxnChg>
        <pc:cxnChg chg="del">
          <ac:chgData name="Minh Huynh" userId="01a137d4-0d81-46e0-aca6-c9185b391828" providerId="ADAL" clId="{812CCF7A-788B-4227-A920-48EDF3D1C151}" dt="2026-10-13T10:41:44.363" v="560" actId="478"/>
          <ac:cxnSpMkLst>
            <pc:docMk/>
            <pc:sldMk cId="3706069344" sldId="4802"/>
            <ac:cxnSpMk id="25" creationId="{B3778FCC-5B3B-402E-8980-AC493C951F1C}"/>
          </ac:cxnSpMkLst>
        </pc:cxnChg>
        <pc:cxnChg chg="del">
          <ac:chgData name="Minh Huynh" userId="01a137d4-0d81-46e0-aca6-c9185b391828" providerId="ADAL" clId="{812CCF7A-788B-4227-A920-48EDF3D1C151}" dt="2026-10-13T10:41:44.363" v="560" actId="478"/>
          <ac:cxnSpMkLst>
            <pc:docMk/>
            <pc:sldMk cId="3706069344" sldId="4802"/>
            <ac:cxnSpMk id="26" creationId="{CFB03665-057D-46C9-B6E9-5467AEA78AE1}"/>
          </ac:cxnSpMkLst>
        </pc:cxnChg>
        <pc:cxnChg chg="del">
          <ac:chgData name="Minh Huynh" userId="01a137d4-0d81-46e0-aca6-c9185b391828" providerId="ADAL" clId="{812CCF7A-788B-4227-A920-48EDF3D1C151}" dt="2026-10-13T10:41:44.363" v="560" actId="478"/>
          <ac:cxnSpMkLst>
            <pc:docMk/>
            <pc:sldMk cId="3706069344" sldId="4802"/>
            <ac:cxnSpMk id="27" creationId="{4A9E8B99-BED2-4D26-8D51-F9456DD31406}"/>
          </ac:cxnSpMkLst>
        </pc:cxnChg>
        <pc:cxnChg chg="del">
          <ac:chgData name="Minh Huynh" userId="01a137d4-0d81-46e0-aca6-c9185b391828" providerId="ADAL" clId="{812CCF7A-788B-4227-A920-48EDF3D1C151}" dt="2026-10-13T10:41:44.363" v="560" actId="478"/>
          <ac:cxnSpMkLst>
            <pc:docMk/>
            <pc:sldMk cId="3706069344" sldId="4802"/>
            <ac:cxnSpMk id="28" creationId="{9CBF334D-1208-46F0-867B-3EB662DFAE11}"/>
          </ac:cxnSpMkLst>
        </pc:cxnChg>
        <pc:cxnChg chg="del">
          <ac:chgData name="Minh Huynh" userId="01a137d4-0d81-46e0-aca6-c9185b391828" providerId="ADAL" clId="{812CCF7A-788B-4227-A920-48EDF3D1C151}" dt="2026-10-13T10:41:44.363" v="560" actId="478"/>
          <ac:cxnSpMkLst>
            <pc:docMk/>
            <pc:sldMk cId="3706069344" sldId="4802"/>
            <ac:cxnSpMk id="29" creationId="{116C6B36-E693-406C-BB62-963F7F28B9DD}"/>
          </ac:cxnSpMkLst>
        </pc:cxnChg>
        <pc:cxnChg chg="del">
          <ac:chgData name="Minh Huynh" userId="01a137d4-0d81-46e0-aca6-c9185b391828" providerId="ADAL" clId="{812CCF7A-788B-4227-A920-48EDF3D1C151}" dt="2026-10-13T10:41:44.363" v="560" actId="478"/>
          <ac:cxnSpMkLst>
            <pc:docMk/>
            <pc:sldMk cId="3706069344" sldId="4802"/>
            <ac:cxnSpMk id="36" creationId="{62837DEE-DA5C-4D4B-816F-9BE88D95A656}"/>
          </ac:cxnSpMkLst>
        </pc:cxnChg>
        <pc:cxnChg chg="del">
          <ac:chgData name="Minh Huynh" userId="01a137d4-0d81-46e0-aca6-c9185b391828" providerId="ADAL" clId="{812CCF7A-788B-4227-A920-48EDF3D1C151}" dt="2026-10-13T10:41:44.363" v="560" actId="478"/>
          <ac:cxnSpMkLst>
            <pc:docMk/>
            <pc:sldMk cId="3706069344" sldId="4802"/>
            <ac:cxnSpMk id="37" creationId="{7A018315-D4FF-4BE8-85A4-60B520F12563}"/>
          </ac:cxnSpMkLst>
        </pc:cxnChg>
        <pc:cxnChg chg="del">
          <ac:chgData name="Minh Huynh" userId="01a137d4-0d81-46e0-aca6-c9185b391828" providerId="ADAL" clId="{812CCF7A-788B-4227-A920-48EDF3D1C151}" dt="2026-10-13T10:41:44.363" v="560" actId="478"/>
          <ac:cxnSpMkLst>
            <pc:docMk/>
            <pc:sldMk cId="3706069344" sldId="4802"/>
            <ac:cxnSpMk id="38" creationId="{F4FF8232-9C1F-4A7F-B057-5B63777EA921}"/>
          </ac:cxnSpMkLst>
        </pc:cxnChg>
        <pc:cxnChg chg="del">
          <ac:chgData name="Minh Huynh" userId="01a137d4-0d81-46e0-aca6-c9185b391828" providerId="ADAL" clId="{812CCF7A-788B-4227-A920-48EDF3D1C151}" dt="2026-10-13T10:41:44.363" v="560" actId="478"/>
          <ac:cxnSpMkLst>
            <pc:docMk/>
            <pc:sldMk cId="3706069344" sldId="4802"/>
            <ac:cxnSpMk id="39" creationId="{67AFB6AC-E805-46D0-9E3A-59474E3CEA55}"/>
          </ac:cxnSpMkLst>
        </pc:cxnChg>
        <pc:cxnChg chg="del">
          <ac:chgData name="Minh Huynh" userId="01a137d4-0d81-46e0-aca6-c9185b391828" providerId="ADAL" clId="{812CCF7A-788B-4227-A920-48EDF3D1C151}" dt="2026-10-13T10:41:44.363" v="560" actId="478"/>
          <ac:cxnSpMkLst>
            <pc:docMk/>
            <pc:sldMk cId="3706069344" sldId="4802"/>
            <ac:cxnSpMk id="40" creationId="{BDBEA395-03FA-41EE-A1F2-5DB44FBFEE3D}"/>
          </ac:cxnSpMkLst>
        </pc:cxnChg>
        <pc:cxnChg chg="del">
          <ac:chgData name="Minh Huynh" userId="01a137d4-0d81-46e0-aca6-c9185b391828" providerId="ADAL" clId="{812CCF7A-788B-4227-A920-48EDF3D1C151}" dt="2026-10-13T10:41:44.363" v="560" actId="478"/>
          <ac:cxnSpMkLst>
            <pc:docMk/>
            <pc:sldMk cId="3706069344" sldId="4802"/>
            <ac:cxnSpMk id="41" creationId="{2232882A-27D6-4C26-B822-59C3CD3582D5}"/>
          </ac:cxnSpMkLst>
        </pc:cxnChg>
        <pc:cxnChg chg="del">
          <ac:chgData name="Minh Huynh" userId="01a137d4-0d81-46e0-aca6-c9185b391828" providerId="ADAL" clId="{812CCF7A-788B-4227-A920-48EDF3D1C151}" dt="2026-10-13T10:41:44.363" v="560" actId="478"/>
          <ac:cxnSpMkLst>
            <pc:docMk/>
            <pc:sldMk cId="3706069344" sldId="4802"/>
            <ac:cxnSpMk id="42" creationId="{8111C66D-EBF3-481E-A654-BE8476EB1C25}"/>
          </ac:cxnSpMkLst>
        </pc:cxnChg>
        <pc:cxnChg chg="del">
          <ac:chgData name="Minh Huynh" userId="01a137d4-0d81-46e0-aca6-c9185b391828" providerId="ADAL" clId="{812CCF7A-788B-4227-A920-48EDF3D1C151}" dt="2026-10-13T10:41:44.363" v="560" actId="478"/>
          <ac:cxnSpMkLst>
            <pc:docMk/>
            <pc:sldMk cId="3706069344" sldId="4802"/>
            <ac:cxnSpMk id="43" creationId="{5757B23B-9E8C-4C58-AA1D-B8A802B1F8B9}"/>
          </ac:cxnSpMkLst>
        </pc:cxnChg>
        <pc:cxnChg chg="del">
          <ac:chgData name="Minh Huynh" userId="01a137d4-0d81-46e0-aca6-c9185b391828" providerId="ADAL" clId="{812CCF7A-788B-4227-A920-48EDF3D1C151}" dt="2026-10-13T10:41:44.363" v="560" actId="478"/>
          <ac:cxnSpMkLst>
            <pc:docMk/>
            <pc:sldMk cId="3706069344" sldId="4802"/>
            <ac:cxnSpMk id="44" creationId="{6C2385FD-78DB-4345-8425-9188D506DC0E}"/>
          </ac:cxnSpMkLst>
        </pc:cxnChg>
        <pc:cxnChg chg="add del mod">
          <ac:chgData name="Minh Huynh" userId="01a137d4-0d81-46e0-aca6-c9185b391828" providerId="ADAL" clId="{812CCF7A-788B-4227-A920-48EDF3D1C151}" dt="2026-10-13T10:42:38.635" v="627"/>
          <ac:cxnSpMkLst>
            <pc:docMk/>
            <pc:sldMk cId="3706069344" sldId="4802"/>
            <ac:cxnSpMk id="52" creationId="{CEB2E7EC-1603-44A3-AA68-3EDE8A44C738}"/>
          </ac:cxnSpMkLst>
        </pc:cxnChg>
        <pc:cxnChg chg="del">
          <ac:chgData name="Minh Huynh" userId="01a137d4-0d81-46e0-aca6-c9185b391828" providerId="ADAL" clId="{812CCF7A-788B-4227-A920-48EDF3D1C151}" dt="2026-10-13T10:41:44.363" v="560" actId="478"/>
          <ac:cxnSpMkLst>
            <pc:docMk/>
            <pc:sldMk cId="3706069344" sldId="4802"/>
            <ac:cxnSpMk id="53" creationId="{43340205-3DBD-455A-805E-2A7BD2E56C85}"/>
          </ac:cxnSpMkLst>
        </pc:cxnChg>
        <pc:cxnChg chg="del">
          <ac:chgData name="Minh Huynh" userId="01a137d4-0d81-46e0-aca6-c9185b391828" providerId="ADAL" clId="{812CCF7A-788B-4227-A920-48EDF3D1C151}" dt="2026-10-13T10:41:44.363" v="560" actId="478"/>
          <ac:cxnSpMkLst>
            <pc:docMk/>
            <pc:sldMk cId="3706069344" sldId="4802"/>
            <ac:cxnSpMk id="54" creationId="{BD8135F7-C739-4D6F-A433-54DAF8464FF3}"/>
          </ac:cxnSpMkLst>
        </pc:cxnChg>
        <pc:cxnChg chg="del">
          <ac:chgData name="Minh Huynh" userId="01a137d4-0d81-46e0-aca6-c9185b391828" providerId="ADAL" clId="{812CCF7A-788B-4227-A920-48EDF3D1C151}" dt="2026-10-13T10:41:44.363" v="560" actId="478"/>
          <ac:cxnSpMkLst>
            <pc:docMk/>
            <pc:sldMk cId="3706069344" sldId="4802"/>
            <ac:cxnSpMk id="57" creationId="{5909801D-DFFE-4009-9957-97DAD151B155}"/>
          </ac:cxnSpMkLst>
        </pc:cxnChg>
        <pc:cxnChg chg="del">
          <ac:chgData name="Minh Huynh" userId="01a137d4-0d81-46e0-aca6-c9185b391828" providerId="ADAL" clId="{812CCF7A-788B-4227-A920-48EDF3D1C151}" dt="2026-10-13T10:41:44.363" v="560" actId="478"/>
          <ac:cxnSpMkLst>
            <pc:docMk/>
            <pc:sldMk cId="3706069344" sldId="4802"/>
            <ac:cxnSpMk id="58" creationId="{55540DE5-3853-412C-AB52-A5E5594FF8C2}"/>
          </ac:cxnSpMkLst>
        </pc:cxnChg>
        <pc:cxnChg chg="add del mod">
          <ac:chgData name="Minh Huynh" userId="01a137d4-0d81-46e0-aca6-c9185b391828" providerId="ADAL" clId="{812CCF7A-788B-4227-A920-48EDF3D1C151}" dt="2026-10-13T10:42:38.635" v="627"/>
          <ac:cxnSpMkLst>
            <pc:docMk/>
            <pc:sldMk cId="3706069344" sldId="4802"/>
            <ac:cxnSpMk id="204" creationId="{25E38C54-7664-4609-AE02-F15F6881DFE4}"/>
          </ac:cxnSpMkLst>
        </pc:cxnChg>
      </pc:sldChg>
      <pc:sldChg chg="addSp delSp modSp add mod">
        <pc:chgData name="Minh Huynh" userId="01a137d4-0d81-46e0-aca6-c9185b391828" providerId="ADAL" clId="{812CCF7A-788B-4227-A920-48EDF3D1C151}" dt="2026-10-13T10:43:26.262" v="635"/>
        <pc:sldMkLst>
          <pc:docMk/>
          <pc:sldMk cId="3961048316" sldId="4813"/>
        </pc:sldMkLst>
        <pc:spChg chg="add mod">
          <ac:chgData name="Minh Huynh" userId="01a137d4-0d81-46e0-aca6-c9185b391828" providerId="ADAL" clId="{812CCF7A-788B-4227-A920-48EDF3D1C151}" dt="2026-10-13T10:43:26.262" v="635"/>
          <ac:spMkLst>
            <pc:docMk/>
            <pc:sldMk cId="3961048316" sldId="4813"/>
            <ac:spMk id="60" creationId="{F8A064F4-E073-4B0B-AEAA-8A52A038BA45}"/>
          </ac:spMkLst>
        </pc:spChg>
        <pc:spChg chg="del">
          <ac:chgData name="Minh Huynh" userId="01a137d4-0d81-46e0-aca6-c9185b391828" providerId="ADAL" clId="{812CCF7A-788B-4227-A920-48EDF3D1C151}" dt="2026-10-13T10:43:24.065" v="634" actId="478"/>
          <ac:spMkLst>
            <pc:docMk/>
            <pc:sldMk cId="3961048316" sldId="4813"/>
            <ac:spMk id="104" creationId="{1A1737B4-5C22-48C0-A017-BE9CFEF00550}"/>
          </ac:spMkLst>
        </pc:spChg>
        <pc:spChg chg="del">
          <ac:chgData name="Minh Huynh" userId="01a137d4-0d81-46e0-aca6-c9185b391828" providerId="ADAL" clId="{812CCF7A-788B-4227-A920-48EDF3D1C151}" dt="2026-10-13T10:43:23.083" v="633" actId="478"/>
          <ac:spMkLst>
            <pc:docMk/>
            <pc:sldMk cId="3961048316" sldId="4813"/>
            <ac:spMk id="215" creationId="{E679E44F-EC3C-4AA5-BE72-22C4668BD233}"/>
          </ac:spMkLst>
        </pc:spChg>
        <pc:spChg chg="del">
          <ac:chgData name="Minh Huynh" userId="01a137d4-0d81-46e0-aca6-c9185b391828" providerId="ADAL" clId="{812CCF7A-788B-4227-A920-48EDF3D1C151}" dt="2026-10-13T10:43:23.083" v="633" actId="478"/>
          <ac:spMkLst>
            <pc:docMk/>
            <pc:sldMk cId="3961048316" sldId="4813"/>
            <ac:spMk id="216" creationId="{C9E69370-A1E1-4934-A675-084BCBCAF085}"/>
          </ac:spMkLst>
        </pc:spChg>
        <pc:spChg chg="del">
          <ac:chgData name="Minh Huynh" userId="01a137d4-0d81-46e0-aca6-c9185b391828" providerId="ADAL" clId="{812CCF7A-788B-4227-A920-48EDF3D1C151}" dt="2026-10-13T10:43:23.083" v="633" actId="478"/>
          <ac:spMkLst>
            <pc:docMk/>
            <pc:sldMk cId="3961048316" sldId="4813"/>
            <ac:spMk id="217" creationId="{169DA4F9-760C-4D0B-B345-6B65D73D090D}"/>
          </ac:spMkLst>
        </pc:spChg>
        <pc:spChg chg="del">
          <ac:chgData name="Minh Huynh" userId="01a137d4-0d81-46e0-aca6-c9185b391828" providerId="ADAL" clId="{812CCF7A-788B-4227-A920-48EDF3D1C151}" dt="2026-10-13T10:43:23.083" v="633" actId="478"/>
          <ac:spMkLst>
            <pc:docMk/>
            <pc:sldMk cId="3961048316" sldId="4813"/>
            <ac:spMk id="218" creationId="{2152FEE7-E433-4F20-9BF8-EA90D32354EE}"/>
          </ac:spMkLst>
        </pc:spChg>
        <pc:spChg chg="del">
          <ac:chgData name="Minh Huynh" userId="01a137d4-0d81-46e0-aca6-c9185b391828" providerId="ADAL" clId="{812CCF7A-788B-4227-A920-48EDF3D1C151}" dt="2026-10-13T10:43:23.083" v="633" actId="478"/>
          <ac:spMkLst>
            <pc:docMk/>
            <pc:sldMk cId="3961048316" sldId="4813"/>
            <ac:spMk id="219" creationId="{BB70F05D-586C-432E-818C-510C1A70B0A8}"/>
          </ac:spMkLst>
        </pc:spChg>
        <pc:spChg chg="del">
          <ac:chgData name="Minh Huynh" userId="01a137d4-0d81-46e0-aca6-c9185b391828" providerId="ADAL" clId="{812CCF7A-788B-4227-A920-48EDF3D1C151}" dt="2026-10-13T10:43:23.083" v="633" actId="478"/>
          <ac:spMkLst>
            <pc:docMk/>
            <pc:sldMk cId="3961048316" sldId="4813"/>
            <ac:spMk id="220" creationId="{4BA2381D-C7EA-4D04-9660-EB17663D4E34}"/>
          </ac:spMkLst>
        </pc:spChg>
        <pc:spChg chg="del">
          <ac:chgData name="Minh Huynh" userId="01a137d4-0d81-46e0-aca6-c9185b391828" providerId="ADAL" clId="{812CCF7A-788B-4227-A920-48EDF3D1C151}" dt="2026-10-13T10:43:23.083" v="633" actId="478"/>
          <ac:spMkLst>
            <pc:docMk/>
            <pc:sldMk cId="3961048316" sldId="4813"/>
            <ac:spMk id="221" creationId="{A682FD9C-C437-4F4D-A0C7-2C2A1C00510A}"/>
          </ac:spMkLst>
        </pc:spChg>
        <pc:spChg chg="del">
          <ac:chgData name="Minh Huynh" userId="01a137d4-0d81-46e0-aca6-c9185b391828" providerId="ADAL" clId="{812CCF7A-788B-4227-A920-48EDF3D1C151}" dt="2026-10-13T10:43:23.083" v="633" actId="478"/>
          <ac:spMkLst>
            <pc:docMk/>
            <pc:sldMk cId="3961048316" sldId="4813"/>
            <ac:spMk id="222" creationId="{A102D8FA-33B7-4B65-B2AB-87BBB135B50B}"/>
          </ac:spMkLst>
        </pc:spChg>
      </pc:sldChg>
      <pc:sldChg chg="addSp delSp modSp add mod">
        <pc:chgData name="Minh Huynh" userId="01a137d4-0d81-46e0-aca6-c9185b391828" providerId="ADAL" clId="{812CCF7A-788B-4227-A920-48EDF3D1C151}" dt="2026-10-13T10:44:13.027" v="656" actId="1076"/>
        <pc:sldMkLst>
          <pc:docMk/>
          <pc:sldMk cId="993633514" sldId="4814"/>
        </pc:sldMkLst>
        <pc:spChg chg="add mod">
          <ac:chgData name="Minh Huynh" userId="01a137d4-0d81-46e0-aca6-c9185b391828" providerId="ADAL" clId="{812CCF7A-788B-4227-A920-48EDF3D1C151}" dt="2026-10-13T10:43:46.914" v="639"/>
          <ac:spMkLst>
            <pc:docMk/>
            <pc:sldMk cId="993633514" sldId="4814"/>
            <ac:spMk id="54" creationId="{9AD6A4CC-856E-4DB5-8266-7BCAD8E89E62}"/>
          </ac:spMkLst>
        </pc:spChg>
        <pc:spChg chg="add mod">
          <ac:chgData name="Minh Huynh" userId="01a137d4-0d81-46e0-aca6-c9185b391828" providerId="ADAL" clId="{812CCF7A-788B-4227-A920-48EDF3D1C151}" dt="2026-10-13T10:43:46.914" v="639"/>
          <ac:spMkLst>
            <pc:docMk/>
            <pc:sldMk cId="993633514" sldId="4814"/>
            <ac:spMk id="56" creationId="{4906B376-A927-4C25-AB41-E9ED71AD5C83}"/>
          </ac:spMkLst>
        </pc:spChg>
        <pc:spChg chg="add mod">
          <ac:chgData name="Minh Huynh" userId="01a137d4-0d81-46e0-aca6-c9185b391828" providerId="ADAL" clId="{812CCF7A-788B-4227-A920-48EDF3D1C151}" dt="2026-10-13T10:43:46.914" v="639"/>
          <ac:spMkLst>
            <pc:docMk/>
            <pc:sldMk cId="993633514" sldId="4814"/>
            <ac:spMk id="58" creationId="{78D68C79-5E4F-4DD2-A830-BF04624B27F3}"/>
          </ac:spMkLst>
        </pc:spChg>
        <pc:spChg chg="mod">
          <ac:chgData name="Minh Huynh" userId="01a137d4-0d81-46e0-aca6-c9185b391828" providerId="ADAL" clId="{812CCF7A-788B-4227-A920-48EDF3D1C151}" dt="2026-10-13T10:43:57.174" v="653" actId="20577"/>
          <ac:spMkLst>
            <pc:docMk/>
            <pc:sldMk cId="993633514" sldId="4814"/>
            <ac:spMk id="60" creationId="{F8A064F4-E073-4B0B-AEAA-8A52A038BA45}"/>
          </ac:spMkLst>
        </pc:spChg>
        <pc:spChg chg="add mod">
          <ac:chgData name="Minh Huynh" userId="01a137d4-0d81-46e0-aca6-c9185b391828" providerId="ADAL" clId="{812CCF7A-788B-4227-A920-48EDF3D1C151}" dt="2026-10-13T10:44:13.027" v="656" actId="1076"/>
          <ac:spMkLst>
            <pc:docMk/>
            <pc:sldMk cId="993633514" sldId="4814"/>
            <ac:spMk id="62" creationId="{30882BDD-5D9C-420E-90CE-68F22177EC86}"/>
          </ac:spMkLst>
        </pc:spChg>
        <pc:spChg chg="del">
          <ac:chgData name="Minh Huynh" userId="01a137d4-0d81-46e0-aca6-c9185b391828" providerId="ADAL" clId="{812CCF7A-788B-4227-A920-48EDF3D1C151}" dt="2026-10-13T10:43:31.369" v="638" actId="478"/>
          <ac:spMkLst>
            <pc:docMk/>
            <pc:sldMk cId="993633514" sldId="4814"/>
            <ac:spMk id="193" creationId="{4EF2CC1A-801E-4C0A-A608-08426FF60E54}"/>
          </ac:spMkLst>
        </pc:spChg>
        <pc:spChg chg="del">
          <ac:chgData name="Minh Huynh" userId="01a137d4-0d81-46e0-aca6-c9185b391828" providerId="ADAL" clId="{812CCF7A-788B-4227-A920-48EDF3D1C151}" dt="2026-10-13T10:43:31.369" v="638" actId="478"/>
          <ac:spMkLst>
            <pc:docMk/>
            <pc:sldMk cId="993633514" sldId="4814"/>
            <ac:spMk id="194" creationId="{BBA227B9-459F-4108-BA39-7EDA4470F20B}"/>
          </ac:spMkLst>
        </pc:spChg>
        <pc:spChg chg="del">
          <ac:chgData name="Minh Huynh" userId="01a137d4-0d81-46e0-aca6-c9185b391828" providerId="ADAL" clId="{812CCF7A-788B-4227-A920-48EDF3D1C151}" dt="2026-10-13T10:43:31.369" v="638" actId="478"/>
          <ac:spMkLst>
            <pc:docMk/>
            <pc:sldMk cId="993633514" sldId="4814"/>
            <ac:spMk id="195" creationId="{5FD8892F-AE40-46E7-8091-377BD9203D7B}"/>
          </ac:spMkLst>
        </pc:spChg>
        <pc:spChg chg="del">
          <ac:chgData name="Minh Huynh" userId="01a137d4-0d81-46e0-aca6-c9185b391828" providerId="ADAL" clId="{812CCF7A-788B-4227-A920-48EDF3D1C151}" dt="2026-10-13T10:43:31.369" v="638" actId="478"/>
          <ac:spMkLst>
            <pc:docMk/>
            <pc:sldMk cId="993633514" sldId="4814"/>
            <ac:spMk id="198" creationId="{309FF030-77CE-4D0A-9D5C-25FB37F19E44}"/>
          </ac:spMkLst>
        </pc:spChg>
        <pc:spChg chg="del">
          <ac:chgData name="Minh Huynh" userId="01a137d4-0d81-46e0-aca6-c9185b391828" providerId="ADAL" clId="{812CCF7A-788B-4227-A920-48EDF3D1C151}" dt="2026-10-13T10:43:31.369" v="638" actId="478"/>
          <ac:spMkLst>
            <pc:docMk/>
            <pc:sldMk cId="993633514" sldId="4814"/>
            <ac:spMk id="199" creationId="{7F49A5FF-8BD0-408E-A871-D687E8FAD9C6}"/>
          </ac:spMkLst>
        </pc:spChg>
        <pc:spChg chg="del">
          <ac:chgData name="Minh Huynh" userId="01a137d4-0d81-46e0-aca6-c9185b391828" providerId="ADAL" clId="{812CCF7A-788B-4227-A920-48EDF3D1C151}" dt="2026-10-13T10:43:31.369" v="638" actId="478"/>
          <ac:spMkLst>
            <pc:docMk/>
            <pc:sldMk cId="993633514" sldId="4814"/>
            <ac:spMk id="200" creationId="{A0E136C3-DC41-4D6E-89A9-C19488C8D276}"/>
          </ac:spMkLst>
        </pc:spChg>
        <pc:spChg chg="del">
          <ac:chgData name="Minh Huynh" userId="01a137d4-0d81-46e0-aca6-c9185b391828" providerId="ADAL" clId="{812CCF7A-788B-4227-A920-48EDF3D1C151}" dt="2026-10-13T10:43:31.369" v="638" actId="478"/>
          <ac:spMkLst>
            <pc:docMk/>
            <pc:sldMk cId="993633514" sldId="4814"/>
            <ac:spMk id="201" creationId="{D9BF5287-C238-4A2C-A97D-21F59C00B709}"/>
          </ac:spMkLst>
        </pc:spChg>
        <pc:spChg chg="del">
          <ac:chgData name="Minh Huynh" userId="01a137d4-0d81-46e0-aca6-c9185b391828" providerId="ADAL" clId="{812CCF7A-788B-4227-A920-48EDF3D1C151}" dt="2026-10-13T10:43:31.369" v="638" actId="478"/>
          <ac:spMkLst>
            <pc:docMk/>
            <pc:sldMk cId="993633514" sldId="4814"/>
            <ac:spMk id="204" creationId="{582A91A7-476D-48E7-AE32-65A18113DAEE}"/>
          </ac:spMkLst>
        </pc:spChg>
        <pc:spChg chg="del">
          <ac:chgData name="Minh Huynh" userId="01a137d4-0d81-46e0-aca6-c9185b391828" providerId="ADAL" clId="{812CCF7A-788B-4227-A920-48EDF3D1C151}" dt="2026-10-13T10:43:31.369" v="638" actId="478"/>
          <ac:spMkLst>
            <pc:docMk/>
            <pc:sldMk cId="993633514" sldId="4814"/>
            <ac:spMk id="205" creationId="{7024A900-62F2-4670-A411-E97243603144}"/>
          </ac:spMkLst>
        </pc:spChg>
        <pc:spChg chg="del">
          <ac:chgData name="Minh Huynh" userId="01a137d4-0d81-46e0-aca6-c9185b391828" providerId="ADAL" clId="{812CCF7A-788B-4227-A920-48EDF3D1C151}" dt="2026-10-13T10:43:31.369" v="638" actId="478"/>
          <ac:spMkLst>
            <pc:docMk/>
            <pc:sldMk cId="993633514" sldId="4814"/>
            <ac:spMk id="212" creationId="{9A3F8D1A-2C8F-412E-9638-A26F4F5A4240}"/>
          </ac:spMkLst>
        </pc:spChg>
        <pc:spChg chg="del">
          <ac:chgData name="Minh Huynh" userId="01a137d4-0d81-46e0-aca6-c9185b391828" providerId="ADAL" clId="{812CCF7A-788B-4227-A920-48EDF3D1C151}" dt="2026-10-13T10:43:31.369" v="638" actId="478"/>
          <ac:spMkLst>
            <pc:docMk/>
            <pc:sldMk cId="993633514" sldId="4814"/>
            <ac:spMk id="213" creationId="{AFE2BB87-5EDF-4815-BEBF-37C2640D34C2}"/>
          </ac:spMkLst>
        </pc:spChg>
        <pc:spChg chg="del mod">
          <ac:chgData name="Minh Huynh" userId="01a137d4-0d81-46e0-aca6-c9185b391828" providerId="ADAL" clId="{812CCF7A-788B-4227-A920-48EDF3D1C151}" dt="2026-10-13T10:43:31.369" v="638" actId="478"/>
          <ac:spMkLst>
            <pc:docMk/>
            <pc:sldMk cId="993633514" sldId="4814"/>
            <ac:spMk id="214" creationId="{75AD82F7-C36E-44C6-86BC-F37BBFD74F1B}"/>
          </ac:spMkLst>
        </pc:spChg>
        <pc:picChg chg="add mod">
          <ac:chgData name="Minh Huynh" userId="01a137d4-0d81-46e0-aca6-c9185b391828" providerId="ADAL" clId="{812CCF7A-788B-4227-A920-48EDF3D1C151}" dt="2026-10-13T10:43:46.914" v="639"/>
          <ac:picMkLst>
            <pc:docMk/>
            <pc:sldMk cId="993633514" sldId="4814"/>
            <ac:picMk id="52" creationId="{5B138590-4773-4DD0-8B3F-815EB1951147}"/>
          </ac:picMkLst>
        </pc:picChg>
        <pc:picChg chg="add mod">
          <ac:chgData name="Minh Huynh" userId="01a137d4-0d81-46e0-aca6-c9185b391828" providerId="ADAL" clId="{812CCF7A-788B-4227-A920-48EDF3D1C151}" dt="2026-10-13T10:43:46.914" v="639"/>
          <ac:picMkLst>
            <pc:docMk/>
            <pc:sldMk cId="993633514" sldId="4814"/>
            <ac:picMk id="57" creationId="{93A65CC8-929C-4548-BA1B-62732C13FE44}"/>
          </ac:picMkLst>
        </pc:picChg>
        <pc:picChg chg="del">
          <ac:chgData name="Minh Huynh" userId="01a137d4-0d81-46e0-aca6-c9185b391828" providerId="ADAL" clId="{812CCF7A-788B-4227-A920-48EDF3D1C151}" dt="2026-10-13T10:43:31.369" v="638" actId="478"/>
          <ac:picMkLst>
            <pc:docMk/>
            <pc:sldMk cId="993633514" sldId="4814"/>
            <ac:picMk id="171" creationId="{ED47B042-1E96-4426-8D3B-9C63AE767F4A}"/>
          </ac:picMkLst>
        </pc:picChg>
        <pc:picChg chg="del">
          <ac:chgData name="Minh Huynh" userId="01a137d4-0d81-46e0-aca6-c9185b391828" providerId="ADAL" clId="{812CCF7A-788B-4227-A920-48EDF3D1C151}" dt="2026-10-13T10:43:31.369" v="638" actId="478"/>
          <ac:picMkLst>
            <pc:docMk/>
            <pc:sldMk cId="993633514" sldId="4814"/>
            <ac:picMk id="180" creationId="{C88FF5A3-9FF5-49B3-B10C-798B253AD942}"/>
          </ac:picMkLst>
        </pc:picChg>
        <pc:picChg chg="del">
          <ac:chgData name="Minh Huynh" userId="01a137d4-0d81-46e0-aca6-c9185b391828" providerId="ADAL" clId="{812CCF7A-788B-4227-A920-48EDF3D1C151}" dt="2026-10-13T10:43:31.369" v="638" actId="478"/>
          <ac:picMkLst>
            <pc:docMk/>
            <pc:sldMk cId="993633514" sldId="4814"/>
            <ac:picMk id="189" creationId="{B6E74D3E-C5DB-4592-8054-0849F0580F4D}"/>
          </ac:picMkLst>
        </pc:picChg>
        <pc:picChg chg="del">
          <ac:chgData name="Minh Huynh" userId="01a137d4-0d81-46e0-aca6-c9185b391828" providerId="ADAL" clId="{812CCF7A-788B-4227-A920-48EDF3D1C151}" dt="2026-10-13T10:43:31.369" v="638" actId="478"/>
          <ac:picMkLst>
            <pc:docMk/>
            <pc:sldMk cId="993633514" sldId="4814"/>
            <ac:picMk id="208" creationId="{27246CBE-8D51-47E6-8973-FBD4A62E8F4E}"/>
          </ac:picMkLst>
        </pc:picChg>
        <pc:cxnChg chg="add mod">
          <ac:chgData name="Minh Huynh" userId="01a137d4-0d81-46e0-aca6-c9185b391828" providerId="ADAL" clId="{812CCF7A-788B-4227-A920-48EDF3D1C151}" dt="2026-10-13T10:43:46.914" v="639"/>
          <ac:cxnSpMkLst>
            <pc:docMk/>
            <pc:sldMk cId="993633514" sldId="4814"/>
            <ac:cxnSpMk id="53" creationId="{EA2BB7C7-C17E-4ABB-871E-DF09215398F2}"/>
          </ac:cxnSpMkLst>
        </pc:cxnChg>
        <pc:cxnChg chg="add mod">
          <ac:chgData name="Minh Huynh" userId="01a137d4-0d81-46e0-aca6-c9185b391828" providerId="ADAL" clId="{812CCF7A-788B-4227-A920-48EDF3D1C151}" dt="2026-10-13T10:43:46.914" v="639"/>
          <ac:cxnSpMkLst>
            <pc:docMk/>
            <pc:sldMk cId="993633514" sldId="4814"/>
            <ac:cxnSpMk id="55" creationId="{5B101C5F-7E02-4452-BAE6-2EE785325222}"/>
          </ac:cxnSpMkLst>
        </pc:cxnChg>
        <pc:cxnChg chg="add mod">
          <ac:chgData name="Minh Huynh" userId="01a137d4-0d81-46e0-aca6-c9185b391828" providerId="ADAL" clId="{812CCF7A-788B-4227-A920-48EDF3D1C151}" dt="2026-10-13T10:43:46.914" v="639"/>
          <ac:cxnSpMkLst>
            <pc:docMk/>
            <pc:sldMk cId="993633514" sldId="4814"/>
            <ac:cxnSpMk id="59" creationId="{67F841F8-0A66-4050-A714-ADE400DA9CB0}"/>
          </ac:cxnSpMkLst>
        </pc:cxnChg>
        <pc:cxnChg chg="add mod">
          <ac:chgData name="Minh Huynh" userId="01a137d4-0d81-46e0-aca6-c9185b391828" providerId="ADAL" clId="{812CCF7A-788B-4227-A920-48EDF3D1C151}" dt="2026-10-13T10:43:46.914" v="639"/>
          <ac:cxnSpMkLst>
            <pc:docMk/>
            <pc:sldMk cId="993633514" sldId="4814"/>
            <ac:cxnSpMk id="61" creationId="{6B0BC018-5E9A-475E-A2AA-5E076D3F7142}"/>
          </ac:cxnSpMkLst>
        </pc:cxnChg>
        <pc:cxnChg chg="del">
          <ac:chgData name="Minh Huynh" userId="01a137d4-0d81-46e0-aca6-c9185b391828" providerId="ADAL" clId="{812CCF7A-788B-4227-A920-48EDF3D1C151}" dt="2026-10-13T10:43:31.369" v="638" actId="478"/>
          <ac:cxnSpMkLst>
            <pc:docMk/>
            <pc:sldMk cId="993633514" sldId="4814"/>
            <ac:cxnSpMk id="163" creationId="{D92FC8C5-7759-4FDA-A681-B967509AE197}"/>
          </ac:cxnSpMkLst>
        </pc:cxnChg>
        <pc:cxnChg chg="del">
          <ac:chgData name="Minh Huynh" userId="01a137d4-0d81-46e0-aca6-c9185b391828" providerId="ADAL" clId="{812CCF7A-788B-4227-A920-48EDF3D1C151}" dt="2026-10-13T10:43:31.369" v="638" actId="478"/>
          <ac:cxnSpMkLst>
            <pc:docMk/>
            <pc:sldMk cId="993633514" sldId="4814"/>
            <ac:cxnSpMk id="165" creationId="{32BBD9E3-203C-4F60-AACE-7D8A6B080CFF}"/>
          </ac:cxnSpMkLst>
        </pc:cxnChg>
        <pc:cxnChg chg="del">
          <ac:chgData name="Minh Huynh" userId="01a137d4-0d81-46e0-aca6-c9185b391828" providerId="ADAL" clId="{812CCF7A-788B-4227-A920-48EDF3D1C151}" dt="2026-10-13T10:43:31.369" v="638" actId="478"/>
          <ac:cxnSpMkLst>
            <pc:docMk/>
            <pc:sldMk cId="993633514" sldId="4814"/>
            <ac:cxnSpMk id="167" creationId="{06C878E2-28E2-4497-A525-71017733E457}"/>
          </ac:cxnSpMkLst>
        </pc:cxnChg>
        <pc:cxnChg chg="del">
          <ac:chgData name="Minh Huynh" userId="01a137d4-0d81-46e0-aca6-c9185b391828" providerId="ADAL" clId="{812CCF7A-788B-4227-A920-48EDF3D1C151}" dt="2026-10-13T10:43:31.369" v="638" actId="478"/>
          <ac:cxnSpMkLst>
            <pc:docMk/>
            <pc:sldMk cId="993633514" sldId="4814"/>
            <ac:cxnSpMk id="168" creationId="{6BF267D7-3B17-468E-AAC6-A1B416127C1F}"/>
          </ac:cxnSpMkLst>
        </pc:cxnChg>
        <pc:cxnChg chg="del">
          <ac:chgData name="Minh Huynh" userId="01a137d4-0d81-46e0-aca6-c9185b391828" providerId="ADAL" clId="{812CCF7A-788B-4227-A920-48EDF3D1C151}" dt="2026-10-13T10:43:31.369" v="638" actId="478"/>
          <ac:cxnSpMkLst>
            <pc:docMk/>
            <pc:sldMk cId="993633514" sldId="4814"/>
            <ac:cxnSpMk id="169" creationId="{04018FBE-7D8A-4CD6-A608-B972B68309B6}"/>
          </ac:cxnSpMkLst>
        </pc:cxnChg>
        <pc:cxnChg chg="del">
          <ac:chgData name="Minh Huynh" userId="01a137d4-0d81-46e0-aca6-c9185b391828" providerId="ADAL" clId="{812CCF7A-788B-4227-A920-48EDF3D1C151}" dt="2026-10-13T10:43:31.369" v="638" actId="478"/>
          <ac:cxnSpMkLst>
            <pc:docMk/>
            <pc:sldMk cId="993633514" sldId="4814"/>
            <ac:cxnSpMk id="172" creationId="{AB663A28-D36E-4EF5-859D-21C1111CBF15}"/>
          </ac:cxnSpMkLst>
        </pc:cxnChg>
        <pc:cxnChg chg="del">
          <ac:chgData name="Minh Huynh" userId="01a137d4-0d81-46e0-aca6-c9185b391828" providerId="ADAL" clId="{812CCF7A-788B-4227-A920-48EDF3D1C151}" dt="2026-10-13T10:43:31.369" v="638" actId="478"/>
          <ac:cxnSpMkLst>
            <pc:docMk/>
            <pc:sldMk cId="993633514" sldId="4814"/>
            <ac:cxnSpMk id="173" creationId="{DA54FDDD-C0B9-4475-A6E6-AA5908426F82}"/>
          </ac:cxnSpMkLst>
        </pc:cxnChg>
        <pc:cxnChg chg="del">
          <ac:chgData name="Minh Huynh" userId="01a137d4-0d81-46e0-aca6-c9185b391828" providerId="ADAL" clId="{812CCF7A-788B-4227-A920-48EDF3D1C151}" dt="2026-10-13T10:43:31.369" v="638" actId="478"/>
          <ac:cxnSpMkLst>
            <pc:docMk/>
            <pc:sldMk cId="993633514" sldId="4814"/>
            <ac:cxnSpMk id="174" creationId="{48C0A655-C62B-4BA9-92F3-EE8DB9FC4766}"/>
          </ac:cxnSpMkLst>
        </pc:cxnChg>
        <pc:cxnChg chg="del">
          <ac:chgData name="Minh Huynh" userId="01a137d4-0d81-46e0-aca6-c9185b391828" providerId="ADAL" clId="{812CCF7A-788B-4227-A920-48EDF3D1C151}" dt="2026-10-13T10:43:31.369" v="638" actId="478"/>
          <ac:cxnSpMkLst>
            <pc:docMk/>
            <pc:sldMk cId="993633514" sldId="4814"/>
            <ac:cxnSpMk id="175" creationId="{61FF8C48-9DE1-4BA8-8A0D-3DA249A96056}"/>
          </ac:cxnSpMkLst>
        </pc:cxnChg>
        <pc:cxnChg chg="del">
          <ac:chgData name="Minh Huynh" userId="01a137d4-0d81-46e0-aca6-c9185b391828" providerId="ADAL" clId="{812CCF7A-788B-4227-A920-48EDF3D1C151}" dt="2026-10-13T10:43:31.369" v="638" actId="478"/>
          <ac:cxnSpMkLst>
            <pc:docMk/>
            <pc:sldMk cId="993633514" sldId="4814"/>
            <ac:cxnSpMk id="176" creationId="{0EAD0717-ADBD-4EBC-8467-80F73DA82A49}"/>
          </ac:cxnSpMkLst>
        </pc:cxnChg>
        <pc:cxnChg chg="del">
          <ac:chgData name="Minh Huynh" userId="01a137d4-0d81-46e0-aca6-c9185b391828" providerId="ADAL" clId="{812CCF7A-788B-4227-A920-48EDF3D1C151}" dt="2026-10-13T10:43:31.369" v="638" actId="478"/>
          <ac:cxnSpMkLst>
            <pc:docMk/>
            <pc:sldMk cId="993633514" sldId="4814"/>
            <ac:cxnSpMk id="177" creationId="{DDCE0C36-BDA5-48F8-85B5-8CB2494EA256}"/>
          </ac:cxnSpMkLst>
        </pc:cxnChg>
        <pc:cxnChg chg="del">
          <ac:chgData name="Minh Huynh" userId="01a137d4-0d81-46e0-aca6-c9185b391828" providerId="ADAL" clId="{812CCF7A-788B-4227-A920-48EDF3D1C151}" dt="2026-10-13T10:43:31.369" v="638" actId="478"/>
          <ac:cxnSpMkLst>
            <pc:docMk/>
            <pc:sldMk cId="993633514" sldId="4814"/>
            <ac:cxnSpMk id="178" creationId="{5EA9CAC6-0BBF-469A-804C-23F21DD983B2}"/>
          </ac:cxnSpMkLst>
        </pc:cxnChg>
        <pc:cxnChg chg="del">
          <ac:chgData name="Minh Huynh" userId="01a137d4-0d81-46e0-aca6-c9185b391828" providerId="ADAL" clId="{812CCF7A-788B-4227-A920-48EDF3D1C151}" dt="2026-10-13T10:43:31.369" v="638" actId="478"/>
          <ac:cxnSpMkLst>
            <pc:docMk/>
            <pc:sldMk cId="993633514" sldId="4814"/>
            <ac:cxnSpMk id="179" creationId="{B5F9A1D7-1650-4E32-9471-4258B36F9C5C}"/>
          </ac:cxnSpMkLst>
        </pc:cxnChg>
        <pc:cxnChg chg="del">
          <ac:chgData name="Minh Huynh" userId="01a137d4-0d81-46e0-aca6-c9185b391828" providerId="ADAL" clId="{812CCF7A-788B-4227-A920-48EDF3D1C151}" dt="2026-10-13T10:43:31.369" v="638" actId="478"/>
          <ac:cxnSpMkLst>
            <pc:docMk/>
            <pc:sldMk cId="993633514" sldId="4814"/>
            <ac:cxnSpMk id="181" creationId="{5F8B99A2-F135-4796-86C8-9B8C608A1625}"/>
          </ac:cxnSpMkLst>
        </pc:cxnChg>
        <pc:cxnChg chg="del">
          <ac:chgData name="Minh Huynh" userId="01a137d4-0d81-46e0-aca6-c9185b391828" providerId="ADAL" clId="{812CCF7A-788B-4227-A920-48EDF3D1C151}" dt="2026-10-13T10:43:31.369" v="638" actId="478"/>
          <ac:cxnSpMkLst>
            <pc:docMk/>
            <pc:sldMk cId="993633514" sldId="4814"/>
            <ac:cxnSpMk id="182" creationId="{B62EA46D-C11A-4052-9EFC-81D3C8614AD6}"/>
          </ac:cxnSpMkLst>
        </pc:cxnChg>
        <pc:cxnChg chg="del">
          <ac:chgData name="Minh Huynh" userId="01a137d4-0d81-46e0-aca6-c9185b391828" providerId="ADAL" clId="{812CCF7A-788B-4227-A920-48EDF3D1C151}" dt="2026-10-13T10:43:31.369" v="638" actId="478"/>
          <ac:cxnSpMkLst>
            <pc:docMk/>
            <pc:sldMk cId="993633514" sldId="4814"/>
            <ac:cxnSpMk id="183" creationId="{8953B3DD-27A1-40C8-90AF-237C4127A2D5}"/>
          </ac:cxnSpMkLst>
        </pc:cxnChg>
        <pc:cxnChg chg="del">
          <ac:chgData name="Minh Huynh" userId="01a137d4-0d81-46e0-aca6-c9185b391828" providerId="ADAL" clId="{812CCF7A-788B-4227-A920-48EDF3D1C151}" dt="2026-10-13T10:43:31.369" v="638" actId="478"/>
          <ac:cxnSpMkLst>
            <pc:docMk/>
            <pc:sldMk cId="993633514" sldId="4814"/>
            <ac:cxnSpMk id="184" creationId="{AD8D913F-961F-4A64-8022-005229B789AF}"/>
          </ac:cxnSpMkLst>
        </pc:cxnChg>
        <pc:cxnChg chg="del">
          <ac:chgData name="Minh Huynh" userId="01a137d4-0d81-46e0-aca6-c9185b391828" providerId="ADAL" clId="{812CCF7A-788B-4227-A920-48EDF3D1C151}" dt="2026-10-13T10:43:31.369" v="638" actId="478"/>
          <ac:cxnSpMkLst>
            <pc:docMk/>
            <pc:sldMk cId="993633514" sldId="4814"/>
            <ac:cxnSpMk id="185" creationId="{C06104FB-E8EA-4AF0-8425-927F1409B832}"/>
          </ac:cxnSpMkLst>
        </pc:cxnChg>
        <pc:cxnChg chg="del">
          <ac:chgData name="Minh Huynh" userId="01a137d4-0d81-46e0-aca6-c9185b391828" providerId="ADAL" clId="{812CCF7A-788B-4227-A920-48EDF3D1C151}" dt="2026-10-13T10:43:31.369" v="638" actId="478"/>
          <ac:cxnSpMkLst>
            <pc:docMk/>
            <pc:sldMk cId="993633514" sldId="4814"/>
            <ac:cxnSpMk id="186" creationId="{A4A24293-7530-4AEC-B7BB-746751196C42}"/>
          </ac:cxnSpMkLst>
        </pc:cxnChg>
        <pc:cxnChg chg="del">
          <ac:chgData name="Minh Huynh" userId="01a137d4-0d81-46e0-aca6-c9185b391828" providerId="ADAL" clId="{812CCF7A-788B-4227-A920-48EDF3D1C151}" dt="2026-10-13T10:43:31.369" v="638" actId="478"/>
          <ac:cxnSpMkLst>
            <pc:docMk/>
            <pc:sldMk cId="993633514" sldId="4814"/>
            <ac:cxnSpMk id="187" creationId="{CF20D57B-0053-4D5F-861A-A3F0E03EB025}"/>
          </ac:cxnSpMkLst>
        </pc:cxnChg>
        <pc:cxnChg chg="del">
          <ac:chgData name="Minh Huynh" userId="01a137d4-0d81-46e0-aca6-c9185b391828" providerId="ADAL" clId="{812CCF7A-788B-4227-A920-48EDF3D1C151}" dt="2026-10-13T10:43:31.369" v="638" actId="478"/>
          <ac:cxnSpMkLst>
            <pc:docMk/>
            <pc:sldMk cId="993633514" sldId="4814"/>
            <ac:cxnSpMk id="188" creationId="{45F3E622-F3FC-4BA6-B8E8-2716C19C1CC1}"/>
          </ac:cxnSpMkLst>
        </pc:cxnChg>
        <pc:cxnChg chg="del">
          <ac:chgData name="Minh Huynh" userId="01a137d4-0d81-46e0-aca6-c9185b391828" providerId="ADAL" clId="{812CCF7A-788B-4227-A920-48EDF3D1C151}" dt="2026-10-13T10:43:31.369" v="638" actId="478"/>
          <ac:cxnSpMkLst>
            <pc:docMk/>
            <pc:sldMk cId="993633514" sldId="4814"/>
            <ac:cxnSpMk id="190" creationId="{3E9DBE3D-A533-4926-9404-FCE68F2963E7}"/>
          </ac:cxnSpMkLst>
        </pc:cxnChg>
        <pc:cxnChg chg="del">
          <ac:chgData name="Minh Huynh" userId="01a137d4-0d81-46e0-aca6-c9185b391828" providerId="ADAL" clId="{812CCF7A-788B-4227-A920-48EDF3D1C151}" dt="2026-10-13T10:43:31.369" v="638" actId="478"/>
          <ac:cxnSpMkLst>
            <pc:docMk/>
            <pc:sldMk cId="993633514" sldId="4814"/>
            <ac:cxnSpMk id="191" creationId="{1851177C-EDB7-4F46-8B2F-EA5624E5CAD2}"/>
          </ac:cxnSpMkLst>
        </pc:cxnChg>
        <pc:cxnChg chg="del">
          <ac:chgData name="Minh Huynh" userId="01a137d4-0d81-46e0-aca6-c9185b391828" providerId="ADAL" clId="{812CCF7A-788B-4227-A920-48EDF3D1C151}" dt="2026-10-13T10:43:31.369" v="638" actId="478"/>
          <ac:cxnSpMkLst>
            <pc:docMk/>
            <pc:sldMk cId="993633514" sldId="4814"/>
            <ac:cxnSpMk id="192" creationId="{86F41C2F-E1BD-464A-A788-1A9C07A6C80B}"/>
          </ac:cxnSpMkLst>
        </pc:cxnChg>
        <pc:cxnChg chg="del">
          <ac:chgData name="Minh Huynh" userId="01a137d4-0d81-46e0-aca6-c9185b391828" providerId="ADAL" clId="{812CCF7A-788B-4227-A920-48EDF3D1C151}" dt="2026-10-13T10:43:31.369" v="638" actId="478"/>
          <ac:cxnSpMkLst>
            <pc:docMk/>
            <pc:sldMk cId="993633514" sldId="4814"/>
            <ac:cxnSpMk id="196" creationId="{5369791C-56D3-4E33-ABB0-5688EB710222}"/>
          </ac:cxnSpMkLst>
        </pc:cxnChg>
        <pc:cxnChg chg="del">
          <ac:chgData name="Minh Huynh" userId="01a137d4-0d81-46e0-aca6-c9185b391828" providerId="ADAL" clId="{812CCF7A-788B-4227-A920-48EDF3D1C151}" dt="2026-10-13T10:43:31.369" v="638" actId="478"/>
          <ac:cxnSpMkLst>
            <pc:docMk/>
            <pc:sldMk cId="993633514" sldId="4814"/>
            <ac:cxnSpMk id="197" creationId="{4329289D-99F7-49B0-A719-CD40A7766A35}"/>
          </ac:cxnSpMkLst>
        </pc:cxnChg>
        <pc:cxnChg chg="del">
          <ac:chgData name="Minh Huynh" userId="01a137d4-0d81-46e0-aca6-c9185b391828" providerId="ADAL" clId="{812CCF7A-788B-4227-A920-48EDF3D1C151}" dt="2026-10-13T10:43:31.369" v="638" actId="478"/>
          <ac:cxnSpMkLst>
            <pc:docMk/>
            <pc:sldMk cId="993633514" sldId="4814"/>
            <ac:cxnSpMk id="202" creationId="{CB7E45F2-9C83-492C-8B24-D06A56B7BC85}"/>
          </ac:cxnSpMkLst>
        </pc:cxnChg>
        <pc:cxnChg chg="del">
          <ac:chgData name="Minh Huynh" userId="01a137d4-0d81-46e0-aca6-c9185b391828" providerId="ADAL" clId="{812CCF7A-788B-4227-A920-48EDF3D1C151}" dt="2026-10-13T10:43:31.369" v="638" actId="478"/>
          <ac:cxnSpMkLst>
            <pc:docMk/>
            <pc:sldMk cId="993633514" sldId="4814"/>
            <ac:cxnSpMk id="203" creationId="{FBA79E4C-9911-479C-9575-AC95C4F4A73E}"/>
          </ac:cxnSpMkLst>
        </pc:cxnChg>
        <pc:cxnChg chg="del">
          <ac:chgData name="Minh Huynh" userId="01a137d4-0d81-46e0-aca6-c9185b391828" providerId="ADAL" clId="{812CCF7A-788B-4227-A920-48EDF3D1C151}" dt="2026-10-13T10:43:31.369" v="638" actId="478"/>
          <ac:cxnSpMkLst>
            <pc:docMk/>
            <pc:sldMk cId="993633514" sldId="4814"/>
            <ac:cxnSpMk id="206" creationId="{5E687F8F-E372-4513-BD43-CF491D1669FF}"/>
          </ac:cxnSpMkLst>
        </pc:cxnChg>
        <pc:cxnChg chg="del">
          <ac:chgData name="Minh Huynh" userId="01a137d4-0d81-46e0-aca6-c9185b391828" providerId="ADAL" clId="{812CCF7A-788B-4227-A920-48EDF3D1C151}" dt="2026-10-13T10:43:31.369" v="638" actId="478"/>
          <ac:cxnSpMkLst>
            <pc:docMk/>
            <pc:sldMk cId="993633514" sldId="4814"/>
            <ac:cxnSpMk id="207" creationId="{453A4388-5DB6-4E65-87AD-D44967CD6B29}"/>
          </ac:cxnSpMkLst>
        </pc:cxnChg>
        <pc:cxnChg chg="del">
          <ac:chgData name="Minh Huynh" userId="01a137d4-0d81-46e0-aca6-c9185b391828" providerId="ADAL" clId="{812CCF7A-788B-4227-A920-48EDF3D1C151}" dt="2026-10-13T10:43:31.369" v="638" actId="478"/>
          <ac:cxnSpMkLst>
            <pc:docMk/>
            <pc:sldMk cId="993633514" sldId="4814"/>
            <ac:cxnSpMk id="209" creationId="{548151D5-D4E8-418F-A4B8-D4B1FCC5791F}"/>
          </ac:cxnSpMkLst>
        </pc:cxnChg>
        <pc:cxnChg chg="del">
          <ac:chgData name="Minh Huynh" userId="01a137d4-0d81-46e0-aca6-c9185b391828" providerId="ADAL" clId="{812CCF7A-788B-4227-A920-48EDF3D1C151}" dt="2026-10-13T10:43:31.369" v="638" actId="478"/>
          <ac:cxnSpMkLst>
            <pc:docMk/>
            <pc:sldMk cId="993633514" sldId="4814"/>
            <ac:cxnSpMk id="210" creationId="{63703471-0ADB-4CFC-88D1-31C5EA2BBC15}"/>
          </ac:cxnSpMkLst>
        </pc:cxnChg>
        <pc:cxnChg chg="del">
          <ac:chgData name="Minh Huynh" userId="01a137d4-0d81-46e0-aca6-c9185b391828" providerId="ADAL" clId="{812CCF7A-788B-4227-A920-48EDF3D1C151}" dt="2026-10-13T10:43:31.369" v="638" actId="478"/>
          <ac:cxnSpMkLst>
            <pc:docMk/>
            <pc:sldMk cId="993633514" sldId="4814"/>
            <ac:cxnSpMk id="211" creationId="{757129B3-51AA-4D3D-B6DC-F751B05F2C82}"/>
          </ac:cxnSpMkLst>
        </pc:cxnChg>
      </pc:sldChg>
      <pc:sldChg chg="addSp delSp modSp add mod">
        <pc:chgData name="Minh Huynh" userId="01a137d4-0d81-46e0-aca6-c9185b391828" providerId="ADAL" clId="{812CCF7A-788B-4227-A920-48EDF3D1C151}" dt="2026-10-13T10:44:36.810" v="661" actId="1076"/>
        <pc:sldMkLst>
          <pc:docMk/>
          <pc:sldMk cId="2679720689" sldId="4815"/>
        </pc:sldMkLst>
        <pc:spChg chg="add mod">
          <ac:chgData name="Minh Huynh" userId="01a137d4-0d81-46e0-aca6-c9185b391828" providerId="ADAL" clId="{812CCF7A-788B-4227-A920-48EDF3D1C151}" dt="2026-10-13T10:44:26.917" v="659"/>
          <ac:spMkLst>
            <pc:docMk/>
            <pc:sldMk cId="2679720689" sldId="4815"/>
            <ac:spMk id="15" creationId="{F6BF7A49-13A6-4945-98B3-E015CEBF08D9}"/>
          </ac:spMkLst>
        </pc:spChg>
        <pc:spChg chg="add mod">
          <ac:chgData name="Minh Huynh" userId="01a137d4-0d81-46e0-aca6-c9185b391828" providerId="ADAL" clId="{812CCF7A-788B-4227-A920-48EDF3D1C151}" dt="2026-10-13T10:44:26.917" v="659"/>
          <ac:spMkLst>
            <pc:docMk/>
            <pc:sldMk cId="2679720689" sldId="4815"/>
            <ac:spMk id="17" creationId="{99D4F3BA-C9EA-4416-9A1B-D18626D1DD5C}"/>
          </ac:spMkLst>
        </pc:spChg>
        <pc:spChg chg="add mod">
          <ac:chgData name="Minh Huynh" userId="01a137d4-0d81-46e0-aca6-c9185b391828" providerId="ADAL" clId="{812CCF7A-788B-4227-A920-48EDF3D1C151}" dt="2026-10-13T10:44:26.917" v="659"/>
          <ac:spMkLst>
            <pc:docMk/>
            <pc:sldMk cId="2679720689" sldId="4815"/>
            <ac:spMk id="19" creationId="{2C1965DE-9DC8-44F6-B4A8-A13C9A414024}"/>
          </ac:spMkLst>
        </pc:spChg>
        <pc:spChg chg="add mod">
          <ac:chgData name="Minh Huynh" userId="01a137d4-0d81-46e0-aca6-c9185b391828" providerId="ADAL" clId="{812CCF7A-788B-4227-A920-48EDF3D1C151}" dt="2026-10-13T10:44:26.917" v="659"/>
          <ac:spMkLst>
            <pc:docMk/>
            <pc:sldMk cId="2679720689" sldId="4815"/>
            <ac:spMk id="24" creationId="{C32665ED-842B-4767-B2B2-C3506EF06135}"/>
          </ac:spMkLst>
        </pc:spChg>
        <pc:spChg chg="add mod">
          <ac:chgData name="Minh Huynh" userId="01a137d4-0d81-46e0-aca6-c9185b391828" providerId="ADAL" clId="{812CCF7A-788B-4227-A920-48EDF3D1C151}" dt="2026-10-13T10:44:26.917" v="659"/>
          <ac:spMkLst>
            <pc:docMk/>
            <pc:sldMk cId="2679720689" sldId="4815"/>
            <ac:spMk id="26" creationId="{FBF810C5-6068-4BC7-B6B5-3F2A2EBBFDD0}"/>
          </ac:spMkLst>
        </pc:spChg>
        <pc:spChg chg="add mod">
          <ac:chgData name="Minh Huynh" userId="01a137d4-0d81-46e0-aca6-c9185b391828" providerId="ADAL" clId="{812CCF7A-788B-4227-A920-48EDF3D1C151}" dt="2026-10-13T10:44:36.810" v="661" actId="1076"/>
          <ac:spMkLst>
            <pc:docMk/>
            <pc:sldMk cId="2679720689" sldId="4815"/>
            <ac:spMk id="27" creationId="{7C79C35B-BF61-4381-A630-A9D1E6EC86FE}"/>
          </ac:spMkLst>
        </pc:spChg>
        <pc:spChg chg="del">
          <ac:chgData name="Minh Huynh" userId="01a137d4-0d81-46e0-aca6-c9185b391828" providerId="ADAL" clId="{812CCF7A-788B-4227-A920-48EDF3D1C151}" dt="2026-10-13T10:44:26.601" v="658" actId="478"/>
          <ac:spMkLst>
            <pc:docMk/>
            <pc:sldMk cId="2679720689" sldId="4815"/>
            <ac:spMk id="54" creationId="{9AD6A4CC-856E-4DB5-8266-7BCAD8E89E62}"/>
          </ac:spMkLst>
        </pc:spChg>
        <pc:spChg chg="del">
          <ac:chgData name="Minh Huynh" userId="01a137d4-0d81-46e0-aca6-c9185b391828" providerId="ADAL" clId="{812CCF7A-788B-4227-A920-48EDF3D1C151}" dt="2026-10-13T10:44:26.601" v="658" actId="478"/>
          <ac:spMkLst>
            <pc:docMk/>
            <pc:sldMk cId="2679720689" sldId="4815"/>
            <ac:spMk id="56" creationId="{4906B376-A927-4C25-AB41-E9ED71AD5C83}"/>
          </ac:spMkLst>
        </pc:spChg>
        <pc:spChg chg="del">
          <ac:chgData name="Minh Huynh" userId="01a137d4-0d81-46e0-aca6-c9185b391828" providerId="ADAL" clId="{812CCF7A-788B-4227-A920-48EDF3D1C151}" dt="2026-10-13T10:44:26.601" v="658" actId="478"/>
          <ac:spMkLst>
            <pc:docMk/>
            <pc:sldMk cId="2679720689" sldId="4815"/>
            <ac:spMk id="58" creationId="{78D68C79-5E4F-4DD2-A830-BF04624B27F3}"/>
          </ac:spMkLst>
        </pc:spChg>
        <pc:spChg chg="del">
          <ac:chgData name="Minh Huynh" userId="01a137d4-0d81-46e0-aca6-c9185b391828" providerId="ADAL" clId="{812CCF7A-788B-4227-A920-48EDF3D1C151}" dt="2026-10-13T10:44:26.601" v="658" actId="478"/>
          <ac:spMkLst>
            <pc:docMk/>
            <pc:sldMk cId="2679720689" sldId="4815"/>
            <ac:spMk id="62" creationId="{30882BDD-5D9C-420E-90CE-68F22177EC86}"/>
          </ac:spMkLst>
        </pc:spChg>
        <pc:picChg chg="add mod">
          <ac:chgData name="Minh Huynh" userId="01a137d4-0d81-46e0-aca6-c9185b391828" providerId="ADAL" clId="{812CCF7A-788B-4227-A920-48EDF3D1C151}" dt="2026-10-13T10:44:26.917" v="659"/>
          <ac:picMkLst>
            <pc:docMk/>
            <pc:sldMk cId="2679720689" sldId="4815"/>
            <ac:picMk id="13" creationId="{DDE08999-53AA-4C81-BC33-DE9F2BF06874}"/>
          </ac:picMkLst>
        </pc:picChg>
        <pc:picChg chg="add mod">
          <ac:chgData name="Minh Huynh" userId="01a137d4-0d81-46e0-aca6-c9185b391828" providerId="ADAL" clId="{812CCF7A-788B-4227-A920-48EDF3D1C151}" dt="2026-10-13T10:44:26.917" v="659"/>
          <ac:picMkLst>
            <pc:docMk/>
            <pc:sldMk cId="2679720689" sldId="4815"/>
            <ac:picMk id="18" creationId="{B534828D-A267-404C-BB53-94089372D47A}"/>
          </ac:picMkLst>
        </pc:picChg>
        <pc:picChg chg="add mod">
          <ac:chgData name="Minh Huynh" userId="01a137d4-0d81-46e0-aca6-c9185b391828" providerId="ADAL" clId="{812CCF7A-788B-4227-A920-48EDF3D1C151}" dt="2026-10-13T10:44:26.917" v="659"/>
          <ac:picMkLst>
            <pc:docMk/>
            <pc:sldMk cId="2679720689" sldId="4815"/>
            <ac:picMk id="22" creationId="{D58767C7-AE6C-453C-A3C7-BD62C428C92D}"/>
          </ac:picMkLst>
        </pc:picChg>
        <pc:picChg chg="del">
          <ac:chgData name="Minh Huynh" userId="01a137d4-0d81-46e0-aca6-c9185b391828" providerId="ADAL" clId="{812CCF7A-788B-4227-A920-48EDF3D1C151}" dt="2026-10-13T10:44:26.601" v="658" actId="478"/>
          <ac:picMkLst>
            <pc:docMk/>
            <pc:sldMk cId="2679720689" sldId="4815"/>
            <ac:picMk id="52" creationId="{5B138590-4773-4DD0-8B3F-815EB1951147}"/>
          </ac:picMkLst>
        </pc:picChg>
        <pc:picChg chg="del">
          <ac:chgData name="Minh Huynh" userId="01a137d4-0d81-46e0-aca6-c9185b391828" providerId="ADAL" clId="{812CCF7A-788B-4227-A920-48EDF3D1C151}" dt="2026-10-13T10:44:26.601" v="658" actId="478"/>
          <ac:picMkLst>
            <pc:docMk/>
            <pc:sldMk cId="2679720689" sldId="4815"/>
            <ac:picMk id="57" creationId="{93A65CC8-929C-4548-BA1B-62732C13FE44}"/>
          </ac:picMkLst>
        </pc:picChg>
        <pc:cxnChg chg="add mod">
          <ac:chgData name="Minh Huynh" userId="01a137d4-0d81-46e0-aca6-c9185b391828" providerId="ADAL" clId="{812CCF7A-788B-4227-A920-48EDF3D1C151}" dt="2026-10-13T10:44:26.917" v="659"/>
          <ac:cxnSpMkLst>
            <pc:docMk/>
            <pc:sldMk cId="2679720689" sldId="4815"/>
            <ac:cxnSpMk id="14" creationId="{E6316515-A7A0-41FA-A640-CD3029F39397}"/>
          </ac:cxnSpMkLst>
        </pc:cxnChg>
        <pc:cxnChg chg="add mod">
          <ac:chgData name="Minh Huynh" userId="01a137d4-0d81-46e0-aca6-c9185b391828" providerId="ADAL" clId="{812CCF7A-788B-4227-A920-48EDF3D1C151}" dt="2026-10-13T10:44:26.917" v="659"/>
          <ac:cxnSpMkLst>
            <pc:docMk/>
            <pc:sldMk cId="2679720689" sldId="4815"/>
            <ac:cxnSpMk id="16" creationId="{4E5DAEDE-51C2-4DA0-A180-B9D53C61AEF9}"/>
          </ac:cxnSpMkLst>
        </pc:cxnChg>
        <pc:cxnChg chg="add mod">
          <ac:chgData name="Minh Huynh" userId="01a137d4-0d81-46e0-aca6-c9185b391828" providerId="ADAL" clId="{812CCF7A-788B-4227-A920-48EDF3D1C151}" dt="2026-10-13T10:44:26.917" v="659"/>
          <ac:cxnSpMkLst>
            <pc:docMk/>
            <pc:sldMk cId="2679720689" sldId="4815"/>
            <ac:cxnSpMk id="20" creationId="{B2FC3A01-10F7-4246-85E7-AB38B9D941EB}"/>
          </ac:cxnSpMkLst>
        </pc:cxnChg>
        <pc:cxnChg chg="add mod">
          <ac:chgData name="Minh Huynh" userId="01a137d4-0d81-46e0-aca6-c9185b391828" providerId="ADAL" clId="{812CCF7A-788B-4227-A920-48EDF3D1C151}" dt="2026-10-13T10:44:26.917" v="659"/>
          <ac:cxnSpMkLst>
            <pc:docMk/>
            <pc:sldMk cId="2679720689" sldId="4815"/>
            <ac:cxnSpMk id="21" creationId="{8F0C1F0F-F4D2-4DA0-923B-339462FF4A11}"/>
          </ac:cxnSpMkLst>
        </pc:cxnChg>
        <pc:cxnChg chg="add mod">
          <ac:chgData name="Minh Huynh" userId="01a137d4-0d81-46e0-aca6-c9185b391828" providerId="ADAL" clId="{812CCF7A-788B-4227-A920-48EDF3D1C151}" dt="2026-10-13T10:44:26.917" v="659"/>
          <ac:cxnSpMkLst>
            <pc:docMk/>
            <pc:sldMk cId="2679720689" sldId="4815"/>
            <ac:cxnSpMk id="23" creationId="{562EE712-A3A5-48BB-A39B-B99DEC865C12}"/>
          </ac:cxnSpMkLst>
        </pc:cxnChg>
        <pc:cxnChg chg="add mod">
          <ac:chgData name="Minh Huynh" userId="01a137d4-0d81-46e0-aca6-c9185b391828" providerId="ADAL" clId="{812CCF7A-788B-4227-A920-48EDF3D1C151}" dt="2026-10-13T10:44:26.917" v="659"/>
          <ac:cxnSpMkLst>
            <pc:docMk/>
            <pc:sldMk cId="2679720689" sldId="4815"/>
            <ac:cxnSpMk id="25" creationId="{140A2C96-B242-4703-A471-F78024A29F70}"/>
          </ac:cxnSpMkLst>
        </pc:cxnChg>
        <pc:cxnChg chg="del">
          <ac:chgData name="Minh Huynh" userId="01a137d4-0d81-46e0-aca6-c9185b391828" providerId="ADAL" clId="{812CCF7A-788B-4227-A920-48EDF3D1C151}" dt="2026-10-13T10:44:26.601" v="658" actId="478"/>
          <ac:cxnSpMkLst>
            <pc:docMk/>
            <pc:sldMk cId="2679720689" sldId="4815"/>
            <ac:cxnSpMk id="53" creationId="{EA2BB7C7-C17E-4ABB-871E-DF09215398F2}"/>
          </ac:cxnSpMkLst>
        </pc:cxnChg>
        <pc:cxnChg chg="del">
          <ac:chgData name="Minh Huynh" userId="01a137d4-0d81-46e0-aca6-c9185b391828" providerId="ADAL" clId="{812CCF7A-788B-4227-A920-48EDF3D1C151}" dt="2026-10-13T10:44:26.601" v="658" actId="478"/>
          <ac:cxnSpMkLst>
            <pc:docMk/>
            <pc:sldMk cId="2679720689" sldId="4815"/>
            <ac:cxnSpMk id="55" creationId="{5B101C5F-7E02-4452-BAE6-2EE785325222}"/>
          </ac:cxnSpMkLst>
        </pc:cxnChg>
        <pc:cxnChg chg="del">
          <ac:chgData name="Minh Huynh" userId="01a137d4-0d81-46e0-aca6-c9185b391828" providerId="ADAL" clId="{812CCF7A-788B-4227-A920-48EDF3D1C151}" dt="2026-10-13T10:44:26.601" v="658" actId="478"/>
          <ac:cxnSpMkLst>
            <pc:docMk/>
            <pc:sldMk cId="2679720689" sldId="4815"/>
            <ac:cxnSpMk id="59" creationId="{67F841F8-0A66-4050-A714-ADE400DA9CB0}"/>
          </ac:cxnSpMkLst>
        </pc:cxnChg>
        <pc:cxnChg chg="del">
          <ac:chgData name="Minh Huynh" userId="01a137d4-0d81-46e0-aca6-c9185b391828" providerId="ADAL" clId="{812CCF7A-788B-4227-A920-48EDF3D1C151}" dt="2026-10-13T10:44:26.601" v="658" actId="478"/>
          <ac:cxnSpMkLst>
            <pc:docMk/>
            <pc:sldMk cId="2679720689" sldId="4815"/>
            <ac:cxnSpMk id="61" creationId="{6B0BC018-5E9A-475E-A2AA-5E076D3F7142}"/>
          </ac:cxnSpMkLst>
        </pc:cxnChg>
      </pc:sldChg>
      <pc:sldChg chg="add del">
        <pc:chgData name="Minh Huynh" userId="01a137d4-0d81-46e0-aca6-c9185b391828" providerId="ADAL" clId="{812CCF7A-788B-4227-A920-48EDF3D1C151}" dt="2026-10-13T10:44:00.776" v="654" actId="47"/>
        <pc:sldMkLst>
          <pc:docMk/>
          <pc:sldMk cId="3041242156" sldId="4815"/>
        </pc:sldMkLst>
      </pc:sldChg>
      <pc:sldChg chg="addSp delSp modSp add mod">
        <pc:chgData name="Minh Huynh" userId="01a137d4-0d81-46e0-aca6-c9185b391828" providerId="ADAL" clId="{812CCF7A-788B-4227-A920-48EDF3D1C151}" dt="2026-10-13T10:45:25.943" v="718" actId="20577"/>
        <pc:sldMkLst>
          <pc:docMk/>
          <pc:sldMk cId="1252230520" sldId="4833"/>
        </pc:sldMkLst>
        <pc:spChg chg="del">
          <ac:chgData name="Minh Huynh" userId="01a137d4-0d81-46e0-aca6-c9185b391828" providerId="ADAL" clId="{812CCF7A-788B-4227-A920-48EDF3D1C151}" dt="2026-10-13T10:45:05.465" v="663" actId="478"/>
          <ac:spMkLst>
            <pc:docMk/>
            <pc:sldMk cId="1252230520" sldId="4833"/>
            <ac:spMk id="8" creationId="{AECC146F-6891-4A45-BA31-84D4531FFB96}"/>
          </ac:spMkLst>
        </pc:spChg>
        <pc:spChg chg="del">
          <ac:chgData name="Minh Huynh" userId="01a137d4-0d81-46e0-aca6-c9185b391828" providerId="ADAL" clId="{812CCF7A-788B-4227-A920-48EDF3D1C151}" dt="2026-10-13T10:45:05.465" v="663" actId="478"/>
          <ac:spMkLst>
            <pc:docMk/>
            <pc:sldMk cId="1252230520" sldId="4833"/>
            <ac:spMk id="9" creationId="{908856B6-13F2-4B2E-9F15-77955B140C00}"/>
          </ac:spMkLst>
        </pc:spChg>
        <pc:spChg chg="del">
          <ac:chgData name="Minh Huynh" userId="01a137d4-0d81-46e0-aca6-c9185b391828" providerId="ADAL" clId="{812CCF7A-788B-4227-A920-48EDF3D1C151}" dt="2026-10-13T10:45:05.465" v="663" actId="478"/>
          <ac:spMkLst>
            <pc:docMk/>
            <pc:sldMk cId="1252230520" sldId="4833"/>
            <ac:spMk id="10" creationId="{1D876F89-6A2F-42D3-95E3-BF513D30B8AF}"/>
          </ac:spMkLst>
        </pc:spChg>
        <pc:spChg chg="del">
          <ac:chgData name="Minh Huynh" userId="01a137d4-0d81-46e0-aca6-c9185b391828" providerId="ADAL" clId="{812CCF7A-788B-4227-A920-48EDF3D1C151}" dt="2026-10-13T10:45:05.465" v="663" actId="478"/>
          <ac:spMkLst>
            <pc:docMk/>
            <pc:sldMk cId="1252230520" sldId="4833"/>
            <ac:spMk id="11" creationId="{B796E53F-A568-43C6-9ECE-46CFB38ACD16}"/>
          </ac:spMkLst>
        </pc:spChg>
        <pc:spChg chg="del">
          <ac:chgData name="Minh Huynh" userId="01a137d4-0d81-46e0-aca6-c9185b391828" providerId="ADAL" clId="{812CCF7A-788B-4227-A920-48EDF3D1C151}" dt="2026-10-13T10:45:05.465" v="663" actId="478"/>
          <ac:spMkLst>
            <pc:docMk/>
            <pc:sldMk cId="1252230520" sldId="4833"/>
            <ac:spMk id="12" creationId="{2E4FE738-C4A6-4940-8722-4B8F241CFBFA}"/>
          </ac:spMkLst>
        </pc:spChg>
        <pc:spChg chg="del">
          <ac:chgData name="Minh Huynh" userId="01a137d4-0d81-46e0-aca6-c9185b391828" providerId="ADAL" clId="{812CCF7A-788B-4227-A920-48EDF3D1C151}" dt="2026-10-13T10:45:05.465" v="663" actId="478"/>
          <ac:spMkLst>
            <pc:docMk/>
            <pc:sldMk cId="1252230520" sldId="4833"/>
            <ac:spMk id="13" creationId="{1F3E3E16-9B27-4B60-B8A1-2E88719FC479}"/>
          </ac:spMkLst>
        </pc:spChg>
        <pc:spChg chg="del">
          <ac:chgData name="Minh Huynh" userId="01a137d4-0d81-46e0-aca6-c9185b391828" providerId="ADAL" clId="{812CCF7A-788B-4227-A920-48EDF3D1C151}" dt="2026-10-13T10:45:05.465" v="663" actId="478"/>
          <ac:spMkLst>
            <pc:docMk/>
            <pc:sldMk cId="1252230520" sldId="4833"/>
            <ac:spMk id="14" creationId="{01CAC6CD-210E-4E3F-ACEE-BECAB57EF142}"/>
          </ac:spMkLst>
        </pc:spChg>
        <pc:spChg chg="del">
          <ac:chgData name="Minh Huynh" userId="01a137d4-0d81-46e0-aca6-c9185b391828" providerId="ADAL" clId="{812CCF7A-788B-4227-A920-48EDF3D1C151}" dt="2026-10-13T10:45:05.465" v="663" actId="478"/>
          <ac:spMkLst>
            <pc:docMk/>
            <pc:sldMk cId="1252230520" sldId="4833"/>
            <ac:spMk id="15" creationId="{D8124945-CE8A-4391-9323-01DB11774BC3}"/>
          </ac:spMkLst>
        </pc:spChg>
        <pc:spChg chg="add mod">
          <ac:chgData name="Minh Huynh" userId="01a137d4-0d81-46e0-aca6-c9185b391828" providerId="ADAL" clId="{812CCF7A-788B-4227-A920-48EDF3D1C151}" dt="2026-10-13T10:45:25.943" v="718" actId="20577"/>
          <ac:spMkLst>
            <pc:docMk/>
            <pc:sldMk cId="1252230520" sldId="4833"/>
            <ac:spMk id="16" creationId="{42748EB6-4DF4-4051-B580-A6B85471EB12}"/>
          </ac:spMkLst>
        </pc:spChg>
      </pc:sldChg>
      <pc:sldChg chg="addSp delSp modSp add mod">
        <pc:chgData name="Minh Huynh" userId="01a137d4-0d81-46e0-aca6-c9185b391828" providerId="ADAL" clId="{812CCF7A-788B-4227-A920-48EDF3D1C151}" dt="2026-10-13T10:46:20.690" v="758" actId="20577"/>
        <pc:sldMkLst>
          <pc:docMk/>
          <pc:sldMk cId="122048148" sldId="4834"/>
        </pc:sldMkLst>
        <pc:spChg chg="del">
          <ac:chgData name="Minh Huynh" userId="01a137d4-0d81-46e0-aca6-c9185b391828" providerId="ADAL" clId="{812CCF7A-788B-4227-A920-48EDF3D1C151}" dt="2026-10-13T10:45:45.563" v="740" actId="478"/>
          <ac:spMkLst>
            <pc:docMk/>
            <pc:sldMk cId="122048148" sldId="4834"/>
            <ac:spMk id="2" creationId="{6151E7B2-0A23-4B4B-A5C3-4DDE26F4F857}"/>
          </ac:spMkLst>
        </pc:spChg>
        <pc:spChg chg="add mod">
          <ac:chgData name="Minh Huynh" userId="01a137d4-0d81-46e0-aca6-c9185b391828" providerId="ADAL" clId="{812CCF7A-788B-4227-A920-48EDF3D1C151}" dt="2026-10-13T10:46:14.074" v="752" actId="14100"/>
          <ac:spMkLst>
            <pc:docMk/>
            <pc:sldMk cId="122048148" sldId="4834"/>
            <ac:spMk id="6" creationId="{403A7AD3-2BDE-4F31-BFA1-8AB3650F3468}"/>
          </ac:spMkLst>
        </pc:spChg>
        <pc:spChg chg="mod">
          <ac:chgData name="Minh Huynh" userId="01a137d4-0d81-46e0-aca6-c9185b391828" providerId="ADAL" clId="{812CCF7A-788B-4227-A920-48EDF3D1C151}" dt="2026-10-13T10:46:20.690" v="758" actId="20577"/>
          <ac:spMkLst>
            <pc:docMk/>
            <pc:sldMk cId="122048148" sldId="4834"/>
            <ac:spMk id="16" creationId="{42748EB6-4DF4-4051-B580-A6B85471EB12}"/>
          </ac:spMkLst>
        </pc:spChg>
        <pc:graphicFrameChg chg="add mod modGraphic">
          <ac:chgData name="Minh Huynh" userId="01a137d4-0d81-46e0-aca6-c9185b391828" providerId="ADAL" clId="{812CCF7A-788B-4227-A920-48EDF3D1C151}" dt="2026-10-13T10:46:17.241" v="753" actId="1076"/>
          <ac:graphicFrameMkLst>
            <pc:docMk/>
            <pc:sldMk cId="122048148" sldId="4834"/>
            <ac:graphicFrameMk id="5" creationId="{18CC9A46-FE68-4282-BA3E-9F63FBC2F891}"/>
          </ac:graphicFrameMkLst>
        </pc:graphicFrameChg>
        <pc:picChg chg="del">
          <ac:chgData name="Minh Huynh" userId="01a137d4-0d81-46e0-aca6-c9185b391828" providerId="ADAL" clId="{812CCF7A-788B-4227-A920-48EDF3D1C151}" dt="2026-10-13T10:45:45.563" v="740" actId="478"/>
          <ac:picMkLst>
            <pc:docMk/>
            <pc:sldMk cId="122048148" sldId="4834"/>
            <ac:picMk id="3" creationId="{ACD158A4-C352-4A3D-A91F-E403E22F05EC}"/>
          </ac:picMkLst>
        </pc:picChg>
      </pc:sldChg>
      <pc:sldChg chg="addSp delSp modSp add mod">
        <pc:chgData name="Minh Huynh" userId="01a137d4-0d81-46e0-aca6-c9185b391828" providerId="ADAL" clId="{812CCF7A-788B-4227-A920-48EDF3D1C151}" dt="2026-10-13T10:47:12.075" v="806" actId="1076"/>
        <pc:sldMkLst>
          <pc:docMk/>
          <pc:sldMk cId="3447723014" sldId="4835"/>
        </pc:sldMkLst>
        <pc:spChg chg="del">
          <ac:chgData name="Minh Huynh" userId="01a137d4-0d81-46e0-aca6-c9185b391828" providerId="ADAL" clId="{812CCF7A-788B-4227-A920-48EDF3D1C151}" dt="2026-10-13T10:46:45.494" v="760" actId="478"/>
          <ac:spMkLst>
            <pc:docMk/>
            <pc:sldMk cId="3447723014" sldId="4835"/>
            <ac:spMk id="6" creationId="{403A7AD3-2BDE-4F31-BFA1-8AB3650F3468}"/>
          </ac:spMkLst>
        </pc:spChg>
        <pc:spChg chg="add mod">
          <ac:chgData name="Minh Huynh" userId="01a137d4-0d81-46e0-aca6-c9185b391828" providerId="ADAL" clId="{812CCF7A-788B-4227-A920-48EDF3D1C151}" dt="2026-10-13T10:47:12.075" v="806" actId="1076"/>
          <ac:spMkLst>
            <pc:docMk/>
            <pc:sldMk cId="3447723014" sldId="4835"/>
            <ac:spMk id="7" creationId="{8992E338-EE64-4253-B613-963FE0DF4C56}"/>
          </ac:spMkLst>
        </pc:spChg>
        <pc:spChg chg="mod">
          <ac:chgData name="Minh Huynh" userId="01a137d4-0d81-46e0-aca6-c9185b391828" providerId="ADAL" clId="{812CCF7A-788B-4227-A920-48EDF3D1C151}" dt="2026-10-13T10:47:00.082" v="803" actId="20577"/>
          <ac:spMkLst>
            <pc:docMk/>
            <pc:sldMk cId="3447723014" sldId="4835"/>
            <ac:spMk id="16" creationId="{42748EB6-4DF4-4051-B580-A6B85471EB12}"/>
          </ac:spMkLst>
        </pc:spChg>
        <pc:graphicFrameChg chg="del">
          <ac:chgData name="Minh Huynh" userId="01a137d4-0d81-46e0-aca6-c9185b391828" providerId="ADAL" clId="{812CCF7A-788B-4227-A920-48EDF3D1C151}" dt="2026-10-13T10:46:45.494" v="760" actId="478"/>
          <ac:graphicFrameMkLst>
            <pc:docMk/>
            <pc:sldMk cId="3447723014" sldId="4835"/>
            <ac:graphicFrameMk id="5" creationId="{18CC9A46-FE68-4282-BA3E-9F63FBC2F891}"/>
          </ac:graphicFrameMkLst>
        </pc:graphicFrameChg>
      </pc:sldChg>
      <pc:sldChg chg="modSp add mod">
        <pc:chgData name="Minh Huynh" userId="01a137d4-0d81-46e0-aca6-c9185b391828" providerId="ADAL" clId="{812CCF7A-788B-4227-A920-48EDF3D1C151}" dt="2026-10-13T10:47:46.137" v="809" actId="2711"/>
        <pc:sldMkLst>
          <pc:docMk/>
          <pc:sldMk cId="895587130" sldId="4836"/>
        </pc:sldMkLst>
        <pc:spChg chg="mod">
          <ac:chgData name="Minh Huynh" userId="01a137d4-0d81-46e0-aca6-c9185b391828" providerId="ADAL" clId="{812CCF7A-788B-4227-A920-48EDF3D1C151}" dt="2026-10-13T10:47:46.137" v="809" actId="2711"/>
          <ac:spMkLst>
            <pc:docMk/>
            <pc:sldMk cId="895587130" sldId="4836"/>
            <ac:spMk id="7" creationId="{8992E338-EE64-4253-B613-963FE0DF4C56}"/>
          </ac:spMkLst>
        </pc:spChg>
      </pc:sldChg>
      <pc:sldChg chg="addSp delSp modSp add del mod">
        <pc:chgData name="Minh Huynh" userId="01a137d4-0d81-46e0-aca6-c9185b391828" providerId="ADAL" clId="{812CCF7A-788B-4227-A920-48EDF3D1C151}" dt="2026-10-13T10:47:58.765" v="814" actId="47"/>
        <pc:sldMkLst>
          <pc:docMk/>
          <pc:sldMk cId="1995580862" sldId="4837"/>
        </pc:sldMkLst>
        <pc:spChg chg="del">
          <ac:chgData name="Minh Huynh" userId="01a137d4-0d81-46e0-aca6-c9185b391828" providerId="ADAL" clId="{812CCF7A-788B-4227-A920-48EDF3D1C151}" dt="2026-10-13T10:47:53.854" v="811" actId="478"/>
          <ac:spMkLst>
            <pc:docMk/>
            <pc:sldMk cId="1995580862" sldId="4837"/>
            <ac:spMk id="7" creationId="{8992E338-EE64-4253-B613-963FE0DF4C56}"/>
          </ac:spMkLst>
        </pc:spChg>
        <pc:picChg chg="add del mod">
          <ac:chgData name="Minh Huynh" userId="01a137d4-0d81-46e0-aca6-c9185b391828" providerId="ADAL" clId="{812CCF7A-788B-4227-A920-48EDF3D1C151}" dt="2026-10-13T10:47:56.607" v="813" actId="478"/>
          <ac:picMkLst>
            <pc:docMk/>
            <pc:sldMk cId="1995580862" sldId="4837"/>
            <ac:picMk id="4" creationId="{402829D5-0383-481A-B070-2F7AE85595AE}"/>
          </ac:picMkLst>
        </pc:picChg>
      </pc:sldChg>
      <pc:sldChg chg="addSp delSp modSp add mod">
        <pc:chgData name="Minh Huynh" userId="01a137d4-0d81-46e0-aca6-c9185b391828" providerId="ADAL" clId="{812CCF7A-788B-4227-A920-48EDF3D1C151}" dt="2026-10-14T11:23:08.010" v="928" actId="20577"/>
        <pc:sldMkLst>
          <pc:docMk/>
          <pc:sldMk cId="3201508605" sldId="4837"/>
        </pc:sldMkLst>
        <pc:spChg chg="add del">
          <ac:chgData name="Minh Huynh" userId="01a137d4-0d81-46e0-aca6-c9185b391828" providerId="ADAL" clId="{812CCF7A-788B-4227-A920-48EDF3D1C151}" dt="2026-10-14T11:22:37.399" v="858"/>
          <ac:spMkLst>
            <pc:docMk/>
            <pc:sldMk cId="3201508605" sldId="4837"/>
            <ac:spMk id="2" creationId="{6E0BD2FD-A403-496E-9478-0B71A3245522}"/>
          </ac:spMkLst>
        </pc:spChg>
        <pc:spChg chg="del">
          <ac:chgData name="Minh Huynh" userId="01a137d4-0d81-46e0-aca6-c9185b391828" providerId="ADAL" clId="{812CCF7A-788B-4227-A920-48EDF3D1C151}" dt="2026-10-14T11:21:51.758" v="819" actId="478"/>
          <ac:spMkLst>
            <pc:docMk/>
            <pc:sldMk cId="3201508605" sldId="4837"/>
            <ac:spMk id="110" creationId="{4FF4E4CC-D590-4128-AD16-CBCD6513259F}"/>
          </ac:spMkLst>
        </pc:spChg>
        <pc:spChg chg="del">
          <ac:chgData name="Minh Huynh" userId="01a137d4-0d81-46e0-aca6-c9185b391828" providerId="ADAL" clId="{812CCF7A-788B-4227-A920-48EDF3D1C151}" dt="2026-10-14T11:21:51.758" v="819" actId="478"/>
          <ac:spMkLst>
            <pc:docMk/>
            <pc:sldMk cId="3201508605" sldId="4837"/>
            <ac:spMk id="111" creationId="{5148F668-4EFC-4EA6-8D86-39FF83409E48}"/>
          </ac:spMkLst>
        </pc:spChg>
        <pc:spChg chg="del">
          <ac:chgData name="Minh Huynh" userId="01a137d4-0d81-46e0-aca6-c9185b391828" providerId="ADAL" clId="{812CCF7A-788B-4227-A920-48EDF3D1C151}" dt="2026-10-14T11:21:51.758" v="819" actId="478"/>
          <ac:spMkLst>
            <pc:docMk/>
            <pc:sldMk cId="3201508605" sldId="4837"/>
            <ac:spMk id="112" creationId="{C6D995F5-5042-4841-A9EE-1ED0757DD2C1}"/>
          </ac:spMkLst>
        </pc:spChg>
        <pc:spChg chg="del">
          <ac:chgData name="Minh Huynh" userId="01a137d4-0d81-46e0-aca6-c9185b391828" providerId="ADAL" clId="{812CCF7A-788B-4227-A920-48EDF3D1C151}" dt="2026-10-14T11:21:51.758" v="819" actId="478"/>
          <ac:spMkLst>
            <pc:docMk/>
            <pc:sldMk cId="3201508605" sldId="4837"/>
            <ac:spMk id="113" creationId="{9B019923-5411-4EE6-A805-29235FB09310}"/>
          </ac:spMkLst>
        </pc:spChg>
        <pc:spChg chg="del">
          <ac:chgData name="Minh Huynh" userId="01a137d4-0d81-46e0-aca6-c9185b391828" providerId="ADAL" clId="{812CCF7A-788B-4227-A920-48EDF3D1C151}" dt="2026-10-14T11:21:51.758" v="819" actId="478"/>
          <ac:spMkLst>
            <pc:docMk/>
            <pc:sldMk cId="3201508605" sldId="4837"/>
            <ac:spMk id="114" creationId="{95EA4D1D-3EF2-4B33-96B0-86D597C635D1}"/>
          </ac:spMkLst>
        </pc:spChg>
        <pc:spChg chg="del">
          <ac:chgData name="Minh Huynh" userId="01a137d4-0d81-46e0-aca6-c9185b391828" providerId="ADAL" clId="{812CCF7A-788B-4227-A920-48EDF3D1C151}" dt="2026-10-14T11:21:51.758" v="819" actId="478"/>
          <ac:spMkLst>
            <pc:docMk/>
            <pc:sldMk cId="3201508605" sldId="4837"/>
            <ac:spMk id="115" creationId="{B8199F83-084D-4050-A30A-508DA290BD53}"/>
          </ac:spMkLst>
        </pc:spChg>
        <pc:spChg chg="del">
          <ac:chgData name="Minh Huynh" userId="01a137d4-0d81-46e0-aca6-c9185b391828" providerId="ADAL" clId="{812CCF7A-788B-4227-A920-48EDF3D1C151}" dt="2026-10-14T11:21:51.758" v="819" actId="478"/>
          <ac:spMkLst>
            <pc:docMk/>
            <pc:sldMk cId="3201508605" sldId="4837"/>
            <ac:spMk id="116" creationId="{1CDC1971-0928-4CA5-887B-104E4F76CB7A}"/>
          </ac:spMkLst>
        </pc:spChg>
        <pc:spChg chg="add mod">
          <ac:chgData name="Minh Huynh" userId="01a137d4-0d81-46e0-aca6-c9185b391828" providerId="ADAL" clId="{812CCF7A-788B-4227-A920-48EDF3D1C151}" dt="2026-10-14T11:22:51.638" v="864" actId="1076"/>
          <ac:spMkLst>
            <pc:docMk/>
            <pc:sldMk cId="3201508605" sldId="4837"/>
            <ac:spMk id="117" creationId="{8FD844A1-812F-45E4-8A7B-F6BAA1926229}"/>
          </ac:spMkLst>
        </pc:spChg>
        <pc:spChg chg="mod">
          <ac:chgData name="Minh Huynh" userId="01a137d4-0d81-46e0-aca6-c9185b391828" providerId="ADAL" clId="{812CCF7A-788B-4227-A920-48EDF3D1C151}" dt="2026-10-14T11:23:08.010" v="928" actId="20577"/>
          <ac:spMkLst>
            <pc:docMk/>
            <pc:sldMk cId="3201508605" sldId="4837"/>
            <ac:spMk id="129" creationId="{BAF0ED66-576B-47C3-8D44-7090A2F53881}"/>
          </ac:spMkLst>
        </pc:spChg>
        <pc:spChg chg="del">
          <ac:chgData name="Minh Huynh" userId="01a137d4-0d81-46e0-aca6-c9185b391828" providerId="ADAL" clId="{812CCF7A-788B-4227-A920-48EDF3D1C151}" dt="2026-10-14T11:21:51.758" v="819" actId="478"/>
          <ac:spMkLst>
            <pc:docMk/>
            <pc:sldMk cId="3201508605" sldId="4837"/>
            <ac:spMk id="212" creationId="{99909596-4106-4C2E-AEF5-D14E9DD946D3}"/>
          </ac:spMkLst>
        </pc:spChg>
        <pc:spChg chg="del">
          <ac:chgData name="Minh Huynh" userId="01a137d4-0d81-46e0-aca6-c9185b391828" providerId="ADAL" clId="{812CCF7A-788B-4227-A920-48EDF3D1C151}" dt="2026-10-14T11:21:51.758" v="819" actId="478"/>
          <ac:spMkLst>
            <pc:docMk/>
            <pc:sldMk cId="3201508605" sldId="4837"/>
            <ac:spMk id="213" creationId="{7949C2A5-CF7A-4FF1-B89B-94E67B22B181}"/>
          </ac:spMkLst>
        </pc:spChg>
        <pc:spChg chg="del">
          <ac:chgData name="Minh Huynh" userId="01a137d4-0d81-46e0-aca6-c9185b391828" providerId="ADAL" clId="{812CCF7A-788B-4227-A920-48EDF3D1C151}" dt="2026-10-14T11:21:51.758" v="819" actId="478"/>
          <ac:spMkLst>
            <pc:docMk/>
            <pc:sldMk cId="3201508605" sldId="4837"/>
            <ac:spMk id="214" creationId="{E093260A-75FA-4DBB-A69F-EEA3755183F5}"/>
          </ac:spMkLst>
        </pc:spChg>
        <pc:spChg chg="del">
          <ac:chgData name="Minh Huynh" userId="01a137d4-0d81-46e0-aca6-c9185b391828" providerId="ADAL" clId="{812CCF7A-788B-4227-A920-48EDF3D1C151}" dt="2026-10-14T11:21:51.758" v="819" actId="478"/>
          <ac:spMkLst>
            <pc:docMk/>
            <pc:sldMk cId="3201508605" sldId="4837"/>
            <ac:spMk id="315" creationId="{A67431D7-4F50-49F5-8046-611BC768D556}"/>
          </ac:spMkLst>
        </pc:spChg>
        <pc:spChg chg="del">
          <ac:chgData name="Minh Huynh" userId="01a137d4-0d81-46e0-aca6-c9185b391828" providerId="ADAL" clId="{812CCF7A-788B-4227-A920-48EDF3D1C151}" dt="2026-10-14T11:21:51.758" v="819" actId="478"/>
          <ac:spMkLst>
            <pc:docMk/>
            <pc:sldMk cId="3201508605" sldId="4837"/>
            <ac:spMk id="316" creationId="{DAAD297C-9B9B-4558-8CA3-1EEB12719B24}"/>
          </ac:spMkLst>
        </pc:spChg>
        <pc:picChg chg="add mod modCrop">
          <ac:chgData name="Minh Huynh" userId="01a137d4-0d81-46e0-aca6-c9185b391828" providerId="ADAL" clId="{812CCF7A-788B-4227-A920-48EDF3D1C151}" dt="2026-10-14T11:22:49.386" v="863" actId="1076"/>
          <ac:picMkLst>
            <pc:docMk/>
            <pc:sldMk cId="3201508605" sldId="4837"/>
            <ac:picMk id="3" creationId="{A707AD92-FF83-4BC7-A13C-2C1FCE7CB104}"/>
          </ac:picMkLst>
        </pc:picChg>
        <pc:picChg chg="del">
          <ac:chgData name="Minh Huynh" userId="01a137d4-0d81-46e0-aca6-c9185b391828" providerId="ADAL" clId="{812CCF7A-788B-4227-A920-48EDF3D1C151}" dt="2026-10-14T11:21:51.758" v="819" actId="478"/>
          <ac:picMkLst>
            <pc:docMk/>
            <pc:sldMk cId="3201508605" sldId="4837"/>
            <ac:picMk id="215" creationId="{7756684A-2B9F-4E46-9A05-C47D88A5FE9B}"/>
          </ac:picMkLst>
        </pc:picChg>
        <pc:picChg chg="del">
          <ac:chgData name="Minh Huynh" userId="01a137d4-0d81-46e0-aca6-c9185b391828" providerId="ADAL" clId="{812CCF7A-788B-4227-A920-48EDF3D1C151}" dt="2026-10-14T11:21:51.758" v="819" actId="478"/>
          <ac:picMkLst>
            <pc:docMk/>
            <pc:sldMk cId="3201508605" sldId="4837"/>
            <ac:picMk id="216" creationId="{D9F6AB59-7B34-4BDC-8654-9B4A6120BF2B}"/>
          </ac:picMkLst>
        </pc:picChg>
        <pc:picChg chg="del">
          <ac:chgData name="Minh Huynh" userId="01a137d4-0d81-46e0-aca6-c9185b391828" providerId="ADAL" clId="{812CCF7A-788B-4227-A920-48EDF3D1C151}" dt="2026-10-14T11:21:51.758" v="819" actId="478"/>
          <ac:picMkLst>
            <pc:docMk/>
            <pc:sldMk cId="3201508605" sldId="4837"/>
            <ac:picMk id="217" creationId="{950E685D-3E0D-47AA-A745-B7F5136F8022}"/>
          </ac:picMkLst>
        </pc:picChg>
        <pc:picChg chg="del">
          <ac:chgData name="Minh Huynh" userId="01a137d4-0d81-46e0-aca6-c9185b391828" providerId="ADAL" clId="{812CCF7A-788B-4227-A920-48EDF3D1C151}" dt="2026-10-14T11:21:51.758" v="819" actId="478"/>
          <ac:picMkLst>
            <pc:docMk/>
            <pc:sldMk cId="3201508605" sldId="4837"/>
            <ac:picMk id="218" creationId="{88614ED3-41F3-4F8D-96B6-7888259FC9E6}"/>
          </ac:picMkLst>
        </pc:picChg>
        <pc:picChg chg="del">
          <ac:chgData name="Minh Huynh" userId="01a137d4-0d81-46e0-aca6-c9185b391828" providerId="ADAL" clId="{812CCF7A-788B-4227-A920-48EDF3D1C151}" dt="2026-10-14T11:21:51.758" v="819" actId="478"/>
          <ac:picMkLst>
            <pc:docMk/>
            <pc:sldMk cId="3201508605" sldId="4837"/>
            <ac:picMk id="219" creationId="{562F16BC-ABB1-4BE3-BC1F-EF3B26D5FACC}"/>
          </ac:picMkLst>
        </pc:picChg>
        <pc:picChg chg="del">
          <ac:chgData name="Minh Huynh" userId="01a137d4-0d81-46e0-aca6-c9185b391828" providerId="ADAL" clId="{812CCF7A-788B-4227-A920-48EDF3D1C151}" dt="2026-10-14T11:21:51.758" v="819" actId="478"/>
          <ac:picMkLst>
            <pc:docMk/>
            <pc:sldMk cId="3201508605" sldId="4837"/>
            <ac:picMk id="220" creationId="{EDDA631D-47C2-4A0A-9006-E5FFFBEDEAB5}"/>
          </ac:picMkLst>
        </pc:picChg>
        <pc:picChg chg="del">
          <ac:chgData name="Minh Huynh" userId="01a137d4-0d81-46e0-aca6-c9185b391828" providerId="ADAL" clId="{812CCF7A-788B-4227-A920-48EDF3D1C151}" dt="2026-10-14T11:21:51.758" v="819" actId="478"/>
          <ac:picMkLst>
            <pc:docMk/>
            <pc:sldMk cId="3201508605" sldId="4837"/>
            <ac:picMk id="221" creationId="{708921B7-FF9A-4ACA-A242-09C20F0095C2}"/>
          </ac:picMkLst>
        </pc:picChg>
        <pc:picChg chg="del">
          <ac:chgData name="Minh Huynh" userId="01a137d4-0d81-46e0-aca6-c9185b391828" providerId="ADAL" clId="{812CCF7A-788B-4227-A920-48EDF3D1C151}" dt="2026-10-14T11:21:51.758" v="819" actId="478"/>
          <ac:picMkLst>
            <pc:docMk/>
            <pc:sldMk cId="3201508605" sldId="4837"/>
            <ac:picMk id="222" creationId="{25EB6B56-E516-4001-A443-E38AC87C1AA0}"/>
          </ac:picMkLst>
        </pc:picChg>
        <pc:picChg chg="del">
          <ac:chgData name="Minh Huynh" userId="01a137d4-0d81-46e0-aca6-c9185b391828" providerId="ADAL" clId="{812CCF7A-788B-4227-A920-48EDF3D1C151}" dt="2026-10-14T11:21:51.758" v="819" actId="478"/>
          <ac:picMkLst>
            <pc:docMk/>
            <pc:sldMk cId="3201508605" sldId="4837"/>
            <ac:picMk id="223" creationId="{F08C7BEF-98FD-42D8-B2DB-AE769FFCA4E9}"/>
          </ac:picMkLst>
        </pc:picChg>
        <pc:picChg chg="del">
          <ac:chgData name="Minh Huynh" userId="01a137d4-0d81-46e0-aca6-c9185b391828" providerId="ADAL" clId="{812CCF7A-788B-4227-A920-48EDF3D1C151}" dt="2026-10-14T11:21:51.758" v="819" actId="478"/>
          <ac:picMkLst>
            <pc:docMk/>
            <pc:sldMk cId="3201508605" sldId="4837"/>
            <ac:picMk id="224" creationId="{D6076394-95CF-4A44-9B6C-CB1640AFDE47}"/>
          </ac:picMkLst>
        </pc:picChg>
        <pc:picChg chg="del">
          <ac:chgData name="Minh Huynh" userId="01a137d4-0d81-46e0-aca6-c9185b391828" providerId="ADAL" clId="{812CCF7A-788B-4227-A920-48EDF3D1C151}" dt="2026-10-14T11:21:51.758" v="819" actId="478"/>
          <ac:picMkLst>
            <pc:docMk/>
            <pc:sldMk cId="3201508605" sldId="4837"/>
            <ac:picMk id="225" creationId="{6F46A4C1-AC8B-463C-AABA-49807C9BDAC1}"/>
          </ac:picMkLst>
        </pc:picChg>
        <pc:picChg chg="del">
          <ac:chgData name="Minh Huynh" userId="01a137d4-0d81-46e0-aca6-c9185b391828" providerId="ADAL" clId="{812CCF7A-788B-4227-A920-48EDF3D1C151}" dt="2026-10-14T11:21:51.758" v="819" actId="478"/>
          <ac:picMkLst>
            <pc:docMk/>
            <pc:sldMk cId="3201508605" sldId="4837"/>
            <ac:picMk id="226" creationId="{E5B67A25-2966-498F-BEC3-2C9938BC3C28}"/>
          </ac:picMkLst>
        </pc:picChg>
        <pc:picChg chg="del">
          <ac:chgData name="Minh Huynh" userId="01a137d4-0d81-46e0-aca6-c9185b391828" providerId="ADAL" clId="{812CCF7A-788B-4227-A920-48EDF3D1C151}" dt="2026-10-14T11:21:51.758" v="819" actId="478"/>
          <ac:picMkLst>
            <pc:docMk/>
            <pc:sldMk cId="3201508605" sldId="4837"/>
            <ac:picMk id="227" creationId="{992B6AD6-598B-41B8-9F47-6848C26712F0}"/>
          </ac:picMkLst>
        </pc:picChg>
        <pc:picChg chg="del">
          <ac:chgData name="Minh Huynh" userId="01a137d4-0d81-46e0-aca6-c9185b391828" providerId="ADAL" clId="{812CCF7A-788B-4227-A920-48EDF3D1C151}" dt="2026-10-14T11:21:51.758" v="819" actId="478"/>
          <ac:picMkLst>
            <pc:docMk/>
            <pc:sldMk cId="3201508605" sldId="4837"/>
            <ac:picMk id="228" creationId="{21949EE7-4D4E-4320-BD42-502483E4D9DE}"/>
          </ac:picMkLst>
        </pc:picChg>
        <pc:picChg chg="del">
          <ac:chgData name="Minh Huynh" userId="01a137d4-0d81-46e0-aca6-c9185b391828" providerId="ADAL" clId="{812CCF7A-788B-4227-A920-48EDF3D1C151}" dt="2026-10-14T11:21:51.758" v="819" actId="478"/>
          <ac:picMkLst>
            <pc:docMk/>
            <pc:sldMk cId="3201508605" sldId="4837"/>
            <ac:picMk id="229" creationId="{063A7C6E-D24D-4E9E-8313-72671E3E9E78}"/>
          </ac:picMkLst>
        </pc:picChg>
        <pc:picChg chg="del">
          <ac:chgData name="Minh Huynh" userId="01a137d4-0d81-46e0-aca6-c9185b391828" providerId="ADAL" clId="{812CCF7A-788B-4227-A920-48EDF3D1C151}" dt="2026-10-14T11:21:51.758" v="819" actId="478"/>
          <ac:picMkLst>
            <pc:docMk/>
            <pc:sldMk cId="3201508605" sldId="4837"/>
            <ac:picMk id="230" creationId="{E598B280-B405-484A-846A-4783AC264BE1}"/>
          </ac:picMkLst>
        </pc:picChg>
        <pc:picChg chg="del">
          <ac:chgData name="Minh Huynh" userId="01a137d4-0d81-46e0-aca6-c9185b391828" providerId="ADAL" clId="{812CCF7A-788B-4227-A920-48EDF3D1C151}" dt="2026-10-14T11:21:51.758" v="819" actId="478"/>
          <ac:picMkLst>
            <pc:docMk/>
            <pc:sldMk cId="3201508605" sldId="4837"/>
            <ac:picMk id="231" creationId="{3B797D35-CE18-466A-A924-46145B74C704}"/>
          </ac:picMkLst>
        </pc:picChg>
        <pc:picChg chg="del">
          <ac:chgData name="Minh Huynh" userId="01a137d4-0d81-46e0-aca6-c9185b391828" providerId="ADAL" clId="{812CCF7A-788B-4227-A920-48EDF3D1C151}" dt="2026-10-14T11:21:51.758" v="819" actId="478"/>
          <ac:picMkLst>
            <pc:docMk/>
            <pc:sldMk cId="3201508605" sldId="4837"/>
            <ac:picMk id="232" creationId="{D0F420A0-A972-45DD-B3FD-D022AAA0F971}"/>
          </ac:picMkLst>
        </pc:picChg>
        <pc:picChg chg="del">
          <ac:chgData name="Minh Huynh" userId="01a137d4-0d81-46e0-aca6-c9185b391828" providerId="ADAL" clId="{812CCF7A-788B-4227-A920-48EDF3D1C151}" dt="2026-10-14T11:21:51.758" v="819" actId="478"/>
          <ac:picMkLst>
            <pc:docMk/>
            <pc:sldMk cId="3201508605" sldId="4837"/>
            <ac:picMk id="233" creationId="{A86479E9-8FF5-4899-AABE-1B5E1DF08921}"/>
          </ac:picMkLst>
        </pc:picChg>
        <pc:picChg chg="del">
          <ac:chgData name="Minh Huynh" userId="01a137d4-0d81-46e0-aca6-c9185b391828" providerId="ADAL" clId="{812CCF7A-788B-4227-A920-48EDF3D1C151}" dt="2026-10-14T11:21:51.758" v="819" actId="478"/>
          <ac:picMkLst>
            <pc:docMk/>
            <pc:sldMk cId="3201508605" sldId="4837"/>
            <ac:picMk id="234" creationId="{9FB86DDF-2DA0-43F0-8C55-FAB877A45209}"/>
          </ac:picMkLst>
        </pc:picChg>
        <pc:picChg chg="del">
          <ac:chgData name="Minh Huynh" userId="01a137d4-0d81-46e0-aca6-c9185b391828" providerId="ADAL" clId="{812CCF7A-788B-4227-A920-48EDF3D1C151}" dt="2026-10-14T11:21:51.758" v="819" actId="478"/>
          <ac:picMkLst>
            <pc:docMk/>
            <pc:sldMk cId="3201508605" sldId="4837"/>
            <ac:picMk id="235" creationId="{82D12F7A-D1D5-428F-86A6-BA38DCD3CF8D}"/>
          </ac:picMkLst>
        </pc:picChg>
        <pc:picChg chg="del">
          <ac:chgData name="Minh Huynh" userId="01a137d4-0d81-46e0-aca6-c9185b391828" providerId="ADAL" clId="{812CCF7A-788B-4227-A920-48EDF3D1C151}" dt="2026-10-14T11:21:51.758" v="819" actId="478"/>
          <ac:picMkLst>
            <pc:docMk/>
            <pc:sldMk cId="3201508605" sldId="4837"/>
            <ac:picMk id="236" creationId="{F28220F2-1931-4823-8259-050022374CCB}"/>
          </ac:picMkLst>
        </pc:picChg>
        <pc:picChg chg="del">
          <ac:chgData name="Minh Huynh" userId="01a137d4-0d81-46e0-aca6-c9185b391828" providerId="ADAL" clId="{812CCF7A-788B-4227-A920-48EDF3D1C151}" dt="2026-10-14T11:21:51.758" v="819" actId="478"/>
          <ac:picMkLst>
            <pc:docMk/>
            <pc:sldMk cId="3201508605" sldId="4837"/>
            <ac:picMk id="237" creationId="{89B8C2DC-38AD-4E30-8E9A-1809A098996E}"/>
          </ac:picMkLst>
        </pc:picChg>
        <pc:picChg chg="del">
          <ac:chgData name="Minh Huynh" userId="01a137d4-0d81-46e0-aca6-c9185b391828" providerId="ADAL" clId="{812CCF7A-788B-4227-A920-48EDF3D1C151}" dt="2026-10-14T11:21:51.758" v="819" actId="478"/>
          <ac:picMkLst>
            <pc:docMk/>
            <pc:sldMk cId="3201508605" sldId="4837"/>
            <ac:picMk id="238" creationId="{8BD542C0-7E60-4D41-8E6B-DAD2594083C5}"/>
          </ac:picMkLst>
        </pc:picChg>
        <pc:picChg chg="del">
          <ac:chgData name="Minh Huynh" userId="01a137d4-0d81-46e0-aca6-c9185b391828" providerId="ADAL" clId="{812CCF7A-788B-4227-A920-48EDF3D1C151}" dt="2026-10-14T11:21:51.758" v="819" actId="478"/>
          <ac:picMkLst>
            <pc:docMk/>
            <pc:sldMk cId="3201508605" sldId="4837"/>
            <ac:picMk id="239" creationId="{17CCE358-3454-42AF-8D94-31172CFA958E}"/>
          </ac:picMkLst>
        </pc:picChg>
        <pc:picChg chg="del">
          <ac:chgData name="Minh Huynh" userId="01a137d4-0d81-46e0-aca6-c9185b391828" providerId="ADAL" clId="{812CCF7A-788B-4227-A920-48EDF3D1C151}" dt="2026-10-14T11:21:51.758" v="819" actId="478"/>
          <ac:picMkLst>
            <pc:docMk/>
            <pc:sldMk cId="3201508605" sldId="4837"/>
            <ac:picMk id="240" creationId="{4348E4A0-0858-4748-9596-5D368E63710B}"/>
          </ac:picMkLst>
        </pc:picChg>
        <pc:picChg chg="del">
          <ac:chgData name="Minh Huynh" userId="01a137d4-0d81-46e0-aca6-c9185b391828" providerId="ADAL" clId="{812CCF7A-788B-4227-A920-48EDF3D1C151}" dt="2026-10-14T11:21:51.758" v="819" actId="478"/>
          <ac:picMkLst>
            <pc:docMk/>
            <pc:sldMk cId="3201508605" sldId="4837"/>
            <ac:picMk id="241" creationId="{04F24B12-5F5F-49AD-A7FB-C26F2DDDFF87}"/>
          </ac:picMkLst>
        </pc:picChg>
        <pc:picChg chg="del">
          <ac:chgData name="Minh Huynh" userId="01a137d4-0d81-46e0-aca6-c9185b391828" providerId="ADAL" clId="{812CCF7A-788B-4227-A920-48EDF3D1C151}" dt="2026-10-14T11:21:51.758" v="819" actId="478"/>
          <ac:picMkLst>
            <pc:docMk/>
            <pc:sldMk cId="3201508605" sldId="4837"/>
            <ac:picMk id="242" creationId="{67EF5DE4-CE52-4631-B6E7-0DCCF5507EFB}"/>
          </ac:picMkLst>
        </pc:picChg>
        <pc:picChg chg="del">
          <ac:chgData name="Minh Huynh" userId="01a137d4-0d81-46e0-aca6-c9185b391828" providerId="ADAL" clId="{812CCF7A-788B-4227-A920-48EDF3D1C151}" dt="2026-10-14T11:21:51.758" v="819" actId="478"/>
          <ac:picMkLst>
            <pc:docMk/>
            <pc:sldMk cId="3201508605" sldId="4837"/>
            <ac:picMk id="243" creationId="{A2A37CD8-E700-43F8-ABF1-27550777244D}"/>
          </ac:picMkLst>
        </pc:picChg>
        <pc:picChg chg="del">
          <ac:chgData name="Minh Huynh" userId="01a137d4-0d81-46e0-aca6-c9185b391828" providerId="ADAL" clId="{812CCF7A-788B-4227-A920-48EDF3D1C151}" dt="2026-10-14T11:21:51.758" v="819" actId="478"/>
          <ac:picMkLst>
            <pc:docMk/>
            <pc:sldMk cId="3201508605" sldId="4837"/>
            <ac:picMk id="244" creationId="{BB0C3865-B325-4042-9E6C-8D4FB21801C3}"/>
          </ac:picMkLst>
        </pc:picChg>
        <pc:picChg chg="del">
          <ac:chgData name="Minh Huynh" userId="01a137d4-0d81-46e0-aca6-c9185b391828" providerId="ADAL" clId="{812CCF7A-788B-4227-A920-48EDF3D1C151}" dt="2026-10-14T11:21:51.758" v="819" actId="478"/>
          <ac:picMkLst>
            <pc:docMk/>
            <pc:sldMk cId="3201508605" sldId="4837"/>
            <ac:picMk id="245" creationId="{539F971F-8B29-49F7-9864-0FF4CB104D44}"/>
          </ac:picMkLst>
        </pc:picChg>
        <pc:picChg chg="del">
          <ac:chgData name="Minh Huynh" userId="01a137d4-0d81-46e0-aca6-c9185b391828" providerId="ADAL" clId="{812CCF7A-788B-4227-A920-48EDF3D1C151}" dt="2026-10-14T11:21:51.758" v="819" actId="478"/>
          <ac:picMkLst>
            <pc:docMk/>
            <pc:sldMk cId="3201508605" sldId="4837"/>
            <ac:picMk id="246" creationId="{ADC4BF6D-F25E-42A8-8B31-54A52C8A1ABA}"/>
          </ac:picMkLst>
        </pc:picChg>
        <pc:picChg chg="del">
          <ac:chgData name="Minh Huynh" userId="01a137d4-0d81-46e0-aca6-c9185b391828" providerId="ADAL" clId="{812CCF7A-788B-4227-A920-48EDF3D1C151}" dt="2026-10-14T11:21:51.758" v="819" actId="478"/>
          <ac:picMkLst>
            <pc:docMk/>
            <pc:sldMk cId="3201508605" sldId="4837"/>
            <ac:picMk id="247" creationId="{AF6A593E-CCC1-4115-AC34-7E6DC2677EA8}"/>
          </ac:picMkLst>
        </pc:picChg>
        <pc:picChg chg="del">
          <ac:chgData name="Minh Huynh" userId="01a137d4-0d81-46e0-aca6-c9185b391828" providerId="ADAL" clId="{812CCF7A-788B-4227-A920-48EDF3D1C151}" dt="2026-10-14T11:21:51.758" v="819" actId="478"/>
          <ac:picMkLst>
            <pc:docMk/>
            <pc:sldMk cId="3201508605" sldId="4837"/>
            <ac:picMk id="248" creationId="{A22A96C1-B0FD-44CF-9F59-5742A96C1A22}"/>
          </ac:picMkLst>
        </pc:picChg>
        <pc:picChg chg="del">
          <ac:chgData name="Minh Huynh" userId="01a137d4-0d81-46e0-aca6-c9185b391828" providerId="ADAL" clId="{812CCF7A-788B-4227-A920-48EDF3D1C151}" dt="2026-10-14T11:21:51.758" v="819" actId="478"/>
          <ac:picMkLst>
            <pc:docMk/>
            <pc:sldMk cId="3201508605" sldId="4837"/>
            <ac:picMk id="249" creationId="{23A68A81-B479-46C7-8685-8499DF0345D7}"/>
          </ac:picMkLst>
        </pc:picChg>
        <pc:picChg chg="del">
          <ac:chgData name="Minh Huynh" userId="01a137d4-0d81-46e0-aca6-c9185b391828" providerId="ADAL" clId="{812CCF7A-788B-4227-A920-48EDF3D1C151}" dt="2026-10-14T11:21:51.758" v="819" actId="478"/>
          <ac:picMkLst>
            <pc:docMk/>
            <pc:sldMk cId="3201508605" sldId="4837"/>
            <ac:picMk id="250" creationId="{440543E7-4FF9-41F0-B268-AF34989D90D5}"/>
          </ac:picMkLst>
        </pc:picChg>
        <pc:picChg chg="del">
          <ac:chgData name="Minh Huynh" userId="01a137d4-0d81-46e0-aca6-c9185b391828" providerId="ADAL" clId="{812CCF7A-788B-4227-A920-48EDF3D1C151}" dt="2026-10-14T11:21:51.758" v="819" actId="478"/>
          <ac:picMkLst>
            <pc:docMk/>
            <pc:sldMk cId="3201508605" sldId="4837"/>
            <ac:picMk id="251" creationId="{84EA688A-1147-4BB9-A04D-A90873E1E3C5}"/>
          </ac:picMkLst>
        </pc:picChg>
        <pc:picChg chg="del">
          <ac:chgData name="Minh Huynh" userId="01a137d4-0d81-46e0-aca6-c9185b391828" providerId="ADAL" clId="{812CCF7A-788B-4227-A920-48EDF3D1C151}" dt="2026-10-14T11:21:51.758" v="819" actId="478"/>
          <ac:picMkLst>
            <pc:docMk/>
            <pc:sldMk cId="3201508605" sldId="4837"/>
            <ac:picMk id="252" creationId="{02750E9F-31D7-4265-AAE8-8DD330DB7C90}"/>
          </ac:picMkLst>
        </pc:picChg>
        <pc:picChg chg="del">
          <ac:chgData name="Minh Huynh" userId="01a137d4-0d81-46e0-aca6-c9185b391828" providerId="ADAL" clId="{812CCF7A-788B-4227-A920-48EDF3D1C151}" dt="2026-10-14T11:21:51.758" v="819" actId="478"/>
          <ac:picMkLst>
            <pc:docMk/>
            <pc:sldMk cId="3201508605" sldId="4837"/>
            <ac:picMk id="253" creationId="{2A746F9E-DDA8-40EB-B7C3-0EABBDF6FBAC}"/>
          </ac:picMkLst>
        </pc:picChg>
        <pc:picChg chg="del">
          <ac:chgData name="Minh Huynh" userId="01a137d4-0d81-46e0-aca6-c9185b391828" providerId="ADAL" clId="{812CCF7A-788B-4227-A920-48EDF3D1C151}" dt="2026-10-14T11:21:51.758" v="819" actId="478"/>
          <ac:picMkLst>
            <pc:docMk/>
            <pc:sldMk cId="3201508605" sldId="4837"/>
            <ac:picMk id="254" creationId="{7D868936-5DC1-4AAD-8FD0-B790E9F4D92A}"/>
          </ac:picMkLst>
        </pc:picChg>
        <pc:picChg chg="del">
          <ac:chgData name="Minh Huynh" userId="01a137d4-0d81-46e0-aca6-c9185b391828" providerId="ADAL" clId="{812CCF7A-788B-4227-A920-48EDF3D1C151}" dt="2026-10-14T11:21:51.758" v="819" actId="478"/>
          <ac:picMkLst>
            <pc:docMk/>
            <pc:sldMk cId="3201508605" sldId="4837"/>
            <ac:picMk id="255" creationId="{6F29CF1C-7414-4F1C-962F-F11B03891996}"/>
          </ac:picMkLst>
        </pc:picChg>
        <pc:picChg chg="del">
          <ac:chgData name="Minh Huynh" userId="01a137d4-0d81-46e0-aca6-c9185b391828" providerId="ADAL" clId="{812CCF7A-788B-4227-A920-48EDF3D1C151}" dt="2026-10-14T11:21:51.758" v="819" actId="478"/>
          <ac:picMkLst>
            <pc:docMk/>
            <pc:sldMk cId="3201508605" sldId="4837"/>
            <ac:picMk id="256" creationId="{226F02C4-FB51-4043-8FAD-A239ABE17DD7}"/>
          </ac:picMkLst>
        </pc:picChg>
        <pc:picChg chg="del">
          <ac:chgData name="Minh Huynh" userId="01a137d4-0d81-46e0-aca6-c9185b391828" providerId="ADAL" clId="{812CCF7A-788B-4227-A920-48EDF3D1C151}" dt="2026-10-14T11:21:51.758" v="819" actId="478"/>
          <ac:picMkLst>
            <pc:docMk/>
            <pc:sldMk cId="3201508605" sldId="4837"/>
            <ac:picMk id="257" creationId="{4FCFBFDB-1E0F-4C26-A8C7-22E94B68E82D}"/>
          </ac:picMkLst>
        </pc:picChg>
        <pc:picChg chg="del">
          <ac:chgData name="Minh Huynh" userId="01a137d4-0d81-46e0-aca6-c9185b391828" providerId="ADAL" clId="{812CCF7A-788B-4227-A920-48EDF3D1C151}" dt="2026-10-14T11:21:51.758" v="819" actId="478"/>
          <ac:picMkLst>
            <pc:docMk/>
            <pc:sldMk cId="3201508605" sldId="4837"/>
            <ac:picMk id="258" creationId="{911FAE54-961F-4AB4-B66E-65E644D725CE}"/>
          </ac:picMkLst>
        </pc:picChg>
        <pc:picChg chg="del">
          <ac:chgData name="Minh Huynh" userId="01a137d4-0d81-46e0-aca6-c9185b391828" providerId="ADAL" clId="{812CCF7A-788B-4227-A920-48EDF3D1C151}" dt="2026-10-14T11:21:51.758" v="819" actId="478"/>
          <ac:picMkLst>
            <pc:docMk/>
            <pc:sldMk cId="3201508605" sldId="4837"/>
            <ac:picMk id="259" creationId="{E6E6B105-D33D-4EC1-8F65-CC148FA33C73}"/>
          </ac:picMkLst>
        </pc:picChg>
        <pc:picChg chg="del">
          <ac:chgData name="Minh Huynh" userId="01a137d4-0d81-46e0-aca6-c9185b391828" providerId="ADAL" clId="{812CCF7A-788B-4227-A920-48EDF3D1C151}" dt="2026-10-14T11:21:51.758" v="819" actId="478"/>
          <ac:picMkLst>
            <pc:docMk/>
            <pc:sldMk cId="3201508605" sldId="4837"/>
            <ac:picMk id="260" creationId="{8EEEA47D-A24D-4F6A-9384-F3A29D8E5570}"/>
          </ac:picMkLst>
        </pc:picChg>
        <pc:picChg chg="del">
          <ac:chgData name="Minh Huynh" userId="01a137d4-0d81-46e0-aca6-c9185b391828" providerId="ADAL" clId="{812CCF7A-788B-4227-A920-48EDF3D1C151}" dt="2026-10-14T11:21:51.758" v="819" actId="478"/>
          <ac:picMkLst>
            <pc:docMk/>
            <pc:sldMk cId="3201508605" sldId="4837"/>
            <ac:picMk id="261" creationId="{37C35B66-F6A2-40E3-8A5B-325253801A57}"/>
          </ac:picMkLst>
        </pc:picChg>
        <pc:picChg chg="del">
          <ac:chgData name="Minh Huynh" userId="01a137d4-0d81-46e0-aca6-c9185b391828" providerId="ADAL" clId="{812CCF7A-788B-4227-A920-48EDF3D1C151}" dt="2026-10-14T11:21:51.758" v="819" actId="478"/>
          <ac:picMkLst>
            <pc:docMk/>
            <pc:sldMk cId="3201508605" sldId="4837"/>
            <ac:picMk id="262" creationId="{42D03FBF-6E91-448A-A2BF-3120622AB697}"/>
          </ac:picMkLst>
        </pc:picChg>
        <pc:picChg chg="del">
          <ac:chgData name="Minh Huynh" userId="01a137d4-0d81-46e0-aca6-c9185b391828" providerId="ADAL" clId="{812CCF7A-788B-4227-A920-48EDF3D1C151}" dt="2026-10-14T11:21:51.758" v="819" actId="478"/>
          <ac:picMkLst>
            <pc:docMk/>
            <pc:sldMk cId="3201508605" sldId="4837"/>
            <ac:picMk id="263" creationId="{846F5D5B-3905-4522-9D01-121C3EF9C6F8}"/>
          </ac:picMkLst>
        </pc:picChg>
        <pc:picChg chg="del">
          <ac:chgData name="Minh Huynh" userId="01a137d4-0d81-46e0-aca6-c9185b391828" providerId="ADAL" clId="{812CCF7A-788B-4227-A920-48EDF3D1C151}" dt="2026-10-14T11:21:51.758" v="819" actId="478"/>
          <ac:picMkLst>
            <pc:docMk/>
            <pc:sldMk cId="3201508605" sldId="4837"/>
            <ac:picMk id="264" creationId="{5C261A35-0277-43C8-9DA5-F843B17DF90E}"/>
          </ac:picMkLst>
        </pc:picChg>
        <pc:picChg chg="del">
          <ac:chgData name="Minh Huynh" userId="01a137d4-0d81-46e0-aca6-c9185b391828" providerId="ADAL" clId="{812CCF7A-788B-4227-A920-48EDF3D1C151}" dt="2026-10-14T11:21:51.758" v="819" actId="478"/>
          <ac:picMkLst>
            <pc:docMk/>
            <pc:sldMk cId="3201508605" sldId="4837"/>
            <ac:picMk id="265" creationId="{77D01A69-EBF3-40DE-9C72-CA40D7F90DDD}"/>
          </ac:picMkLst>
        </pc:picChg>
        <pc:picChg chg="del">
          <ac:chgData name="Minh Huynh" userId="01a137d4-0d81-46e0-aca6-c9185b391828" providerId="ADAL" clId="{812CCF7A-788B-4227-A920-48EDF3D1C151}" dt="2026-10-14T11:21:51.758" v="819" actId="478"/>
          <ac:picMkLst>
            <pc:docMk/>
            <pc:sldMk cId="3201508605" sldId="4837"/>
            <ac:picMk id="266" creationId="{24318D4D-2C37-4F2B-B04D-19A7FA2041FD}"/>
          </ac:picMkLst>
        </pc:picChg>
        <pc:picChg chg="del">
          <ac:chgData name="Minh Huynh" userId="01a137d4-0d81-46e0-aca6-c9185b391828" providerId="ADAL" clId="{812CCF7A-788B-4227-A920-48EDF3D1C151}" dt="2026-10-14T11:21:51.758" v="819" actId="478"/>
          <ac:picMkLst>
            <pc:docMk/>
            <pc:sldMk cId="3201508605" sldId="4837"/>
            <ac:picMk id="267" creationId="{B6E3ACD2-6DD6-49A6-913C-7D0D150139D5}"/>
          </ac:picMkLst>
        </pc:picChg>
        <pc:picChg chg="del">
          <ac:chgData name="Minh Huynh" userId="01a137d4-0d81-46e0-aca6-c9185b391828" providerId="ADAL" clId="{812CCF7A-788B-4227-A920-48EDF3D1C151}" dt="2026-10-14T11:21:51.758" v="819" actId="478"/>
          <ac:picMkLst>
            <pc:docMk/>
            <pc:sldMk cId="3201508605" sldId="4837"/>
            <ac:picMk id="268" creationId="{A1F5DC40-FCFE-4431-A8DB-E1E5FBE733BF}"/>
          </ac:picMkLst>
        </pc:picChg>
        <pc:picChg chg="del">
          <ac:chgData name="Minh Huynh" userId="01a137d4-0d81-46e0-aca6-c9185b391828" providerId="ADAL" clId="{812CCF7A-788B-4227-A920-48EDF3D1C151}" dt="2026-10-14T11:21:51.758" v="819" actId="478"/>
          <ac:picMkLst>
            <pc:docMk/>
            <pc:sldMk cId="3201508605" sldId="4837"/>
            <ac:picMk id="269" creationId="{F4DF776D-F9E3-4AF5-9F0C-385ECE4E56AA}"/>
          </ac:picMkLst>
        </pc:picChg>
        <pc:picChg chg="del">
          <ac:chgData name="Minh Huynh" userId="01a137d4-0d81-46e0-aca6-c9185b391828" providerId="ADAL" clId="{812CCF7A-788B-4227-A920-48EDF3D1C151}" dt="2026-10-14T11:21:51.758" v="819" actId="478"/>
          <ac:picMkLst>
            <pc:docMk/>
            <pc:sldMk cId="3201508605" sldId="4837"/>
            <ac:picMk id="270" creationId="{39BF851B-9AA8-40F5-8AE8-FD30771CBAE5}"/>
          </ac:picMkLst>
        </pc:picChg>
        <pc:picChg chg="del">
          <ac:chgData name="Minh Huynh" userId="01a137d4-0d81-46e0-aca6-c9185b391828" providerId="ADAL" clId="{812CCF7A-788B-4227-A920-48EDF3D1C151}" dt="2026-10-14T11:21:51.758" v="819" actId="478"/>
          <ac:picMkLst>
            <pc:docMk/>
            <pc:sldMk cId="3201508605" sldId="4837"/>
            <ac:picMk id="271" creationId="{CDA40AE0-64EE-4A0F-AF11-DBA10E72A7A0}"/>
          </ac:picMkLst>
        </pc:picChg>
        <pc:picChg chg="del">
          <ac:chgData name="Minh Huynh" userId="01a137d4-0d81-46e0-aca6-c9185b391828" providerId="ADAL" clId="{812CCF7A-788B-4227-A920-48EDF3D1C151}" dt="2026-10-14T11:21:51.758" v="819" actId="478"/>
          <ac:picMkLst>
            <pc:docMk/>
            <pc:sldMk cId="3201508605" sldId="4837"/>
            <ac:picMk id="272" creationId="{63EEB4DE-50A3-4CC5-A00B-6CDEB6DD22D0}"/>
          </ac:picMkLst>
        </pc:picChg>
        <pc:picChg chg="del">
          <ac:chgData name="Minh Huynh" userId="01a137d4-0d81-46e0-aca6-c9185b391828" providerId="ADAL" clId="{812CCF7A-788B-4227-A920-48EDF3D1C151}" dt="2026-10-14T11:21:51.758" v="819" actId="478"/>
          <ac:picMkLst>
            <pc:docMk/>
            <pc:sldMk cId="3201508605" sldId="4837"/>
            <ac:picMk id="273" creationId="{1C146A5A-23D7-43E0-BE86-E463F6445277}"/>
          </ac:picMkLst>
        </pc:picChg>
        <pc:picChg chg="del">
          <ac:chgData name="Minh Huynh" userId="01a137d4-0d81-46e0-aca6-c9185b391828" providerId="ADAL" clId="{812CCF7A-788B-4227-A920-48EDF3D1C151}" dt="2026-10-14T11:21:51.758" v="819" actId="478"/>
          <ac:picMkLst>
            <pc:docMk/>
            <pc:sldMk cId="3201508605" sldId="4837"/>
            <ac:picMk id="274" creationId="{8B6621C6-4A55-44C4-B9F3-97B826B637F7}"/>
          </ac:picMkLst>
        </pc:picChg>
        <pc:picChg chg="del">
          <ac:chgData name="Minh Huynh" userId="01a137d4-0d81-46e0-aca6-c9185b391828" providerId="ADAL" clId="{812CCF7A-788B-4227-A920-48EDF3D1C151}" dt="2026-10-14T11:21:51.758" v="819" actId="478"/>
          <ac:picMkLst>
            <pc:docMk/>
            <pc:sldMk cId="3201508605" sldId="4837"/>
            <ac:picMk id="275" creationId="{924ABD49-80CF-492C-8869-E8280D775CE2}"/>
          </ac:picMkLst>
        </pc:picChg>
        <pc:picChg chg="del">
          <ac:chgData name="Minh Huynh" userId="01a137d4-0d81-46e0-aca6-c9185b391828" providerId="ADAL" clId="{812CCF7A-788B-4227-A920-48EDF3D1C151}" dt="2026-10-14T11:21:51.758" v="819" actId="478"/>
          <ac:picMkLst>
            <pc:docMk/>
            <pc:sldMk cId="3201508605" sldId="4837"/>
            <ac:picMk id="276" creationId="{D0716682-7F0C-4DE2-BBDD-ABE08879B823}"/>
          </ac:picMkLst>
        </pc:picChg>
        <pc:picChg chg="del">
          <ac:chgData name="Minh Huynh" userId="01a137d4-0d81-46e0-aca6-c9185b391828" providerId="ADAL" clId="{812CCF7A-788B-4227-A920-48EDF3D1C151}" dt="2026-10-14T11:21:51.758" v="819" actId="478"/>
          <ac:picMkLst>
            <pc:docMk/>
            <pc:sldMk cId="3201508605" sldId="4837"/>
            <ac:picMk id="277" creationId="{97532036-F040-4C21-8E96-A91388473A4A}"/>
          </ac:picMkLst>
        </pc:picChg>
        <pc:picChg chg="del">
          <ac:chgData name="Minh Huynh" userId="01a137d4-0d81-46e0-aca6-c9185b391828" providerId="ADAL" clId="{812CCF7A-788B-4227-A920-48EDF3D1C151}" dt="2026-10-14T11:21:51.758" v="819" actId="478"/>
          <ac:picMkLst>
            <pc:docMk/>
            <pc:sldMk cId="3201508605" sldId="4837"/>
            <ac:picMk id="278" creationId="{54FEF18B-89D9-4C3C-8450-8AD0100A118D}"/>
          </ac:picMkLst>
        </pc:picChg>
        <pc:picChg chg="del">
          <ac:chgData name="Minh Huynh" userId="01a137d4-0d81-46e0-aca6-c9185b391828" providerId="ADAL" clId="{812CCF7A-788B-4227-A920-48EDF3D1C151}" dt="2026-10-14T11:21:51.758" v="819" actId="478"/>
          <ac:picMkLst>
            <pc:docMk/>
            <pc:sldMk cId="3201508605" sldId="4837"/>
            <ac:picMk id="279" creationId="{632C5957-769C-4A28-9D89-3D96916ED916}"/>
          </ac:picMkLst>
        </pc:picChg>
        <pc:picChg chg="del">
          <ac:chgData name="Minh Huynh" userId="01a137d4-0d81-46e0-aca6-c9185b391828" providerId="ADAL" clId="{812CCF7A-788B-4227-A920-48EDF3D1C151}" dt="2026-10-14T11:21:51.758" v="819" actId="478"/>
          <ac:picMkLst>
            <pc:docMk/>
            <pc:sldMk cId="3201508605" sldId="4837"/>
            <ac:picMk id="280" creationId="{A51858FF-5D4D-4C8E-A12A-50CAB60616F0}"/>
          </ac:picMkLst>
        </pc:picChg>
        <pc:picChg chg="del">
          <ac:chgData name="Minh Huynh" userId="01a137d4-0d81-46e0-aca6-c9185b391828" providerId="ADAL" clId="{812CCF7A-788B-4227-A920-48EDF3D1C151}" dt="2026-10-14T11:21:51.758" v="819" actId="478"/>
          <ac:picMkLst>
            <pc:docMk/>
            <pc:sldMk cId="3201508605" sldId="4837"/>
            <ac:picMk id="281" creationId="{CA28ACCB-50D7-4B91-98BC-72E92C2215B1}"/>
          </ac:picMkLst>
        </pc:picChg>
        <pc:picChg chg="del">
          <ac:chgData name="Minh Huynh" userId="01a137d4-0d81-46e0-aca6-c9185b391828" providerId="ADAL" clId="{812CCF7A-788B-4227-A920-48EDF3D1C151}" dt="2026-10-14T11:21:51.758" v="819" actId="478"/>
          <ac:picMkLst>
            <pc:docMk/>
            <pc:sldMk cId="3201508605" sldId="4837"/>
            <ac:picMk id="282" creationId="{0933DA05-21F1-4406-9420-164F7DFC7827}"/>
          </ac:picMkLst>
        </pc:picChg>
        <pc:picChg chg="del">
          <ac:chgData name="Minh Huynh" userId="01a137d4-0d81-46e0-aca6-c9185b391828" providerId="ADAL" clId="{812CCF7A-788B-4227-A920-48EDF3D1C151}" dt="2026-10-14T11:21:51.758" v="819" actId="478"/>
          <ac:picMkLst>
            <pc:docMk/>
            <pc:sldMk cId="3201508605" sldId="4837"/>
            <ac:picMk id="283" creationId="{8F1A34C0-D9BE-44F9-9B99-4856D419F9CE}"/>
          </ac:picMkLst>
        </pc:picChg>
        <pc:picChg chg="del">
          <ac:chgData name="Minh Huynh" userId="01a137d4-0d81-46e0-aca6-c9185b391828" providerId="ADAL" clId="{812CCF7A-788B-4227-A920-48EDF3D1C151}" dt="2026-10-14T11:21:51.758" v="819" actId="478"/>
          <ac:picMkLst>
            <pc:docMk/>
            <pc:sldMk cId="3201508605" sldId="4837"/>
            <ac:picMk id="284" creationId="{9852588D-3421-4D35-B289-CCD3CFF87DFB}"/>
          </ac:picMkLst>
        </pc:picChg>
        <pc:picChg chg="del">
          <ac:chgData name="Minh Huynh" userId="01a137d4-0d81-46e0-aca6-c9185b391828" providerId="ADAL" clId="{812CCF7A-788B-4227-A920-48EDF3D1C151}" dt="2026-10-14T11:21:51.758" v="819" actId="478"/>
          <ac:picMkLst>
            <pc:docMk/>
            <pc:sldMk cId="3201508605" sldId="4837"/>
            <ac:picMk id="285" creationId="{2CFA9501-0D65-4F6B-A44C-549D9D677A7B}"/>
          </ac:picMkLst>
        </pc:picChg>
        <pc:picChg chg="del">
          <ac:chgData name="Minh Huynh" userId="01a137d4-0d81-46e0-aca6-c9185b391828" providerId="ADAL" clId="{812CCF7A-788B-4227-A920-48EDF3D1C151}" dt="2026-10-14T11:21:51.758" v="819" actId="478"/>
          <ac:picMkLst>
            <pc:docMk/>
            <pc:sldMk cId="3201508605" sldId="4837"/>
            <ac:picMk id="286" creationId="{988A9297-9BB3-412E-AD65-98DE82E3CB55}"/>
          </ac:picMkLst>
        </pc:picChg>
        <pc:picChg chg="del">
          <ac:chgData name="Minh Huynh" userId="01a137d4-0d81-46e0-aca6-c9185b391828" providerId="ADAL" clId="{812CCF7A-788B-4227-A920-48EDF3D1C151}" dt="2026-10-14T11:21:51.758" v="819" actId="478"/>
          <ac:picMkLst>
            <pc:docMk/>
            <pc:sldMk cId="3201508605" sldId="4837"/>
            <ac:picMk id="287" creationId="{77954C08-CF7A-4FEF-B433-C4D1D51559A8}"/>
          </ac:picMkLst>
        </pc:picChg>
        <pc:picChg chg="del">
          <ac:chgData name="Minh Huynh" userId="01a137d4-0d81-46e0-aca6-c9185b391828" providerId="ADAL" clId="{812CCF7A-788B-4227-A920-48EDF3D1C151}" dt="2026-10-14T11:21:51.758" v="819" actId="478"/>
          <ac:picMkLst>
            <pc:docMk/>
            <pc:sldMk cId="3201508605" sldId="4837"/>
            <ac:picMk id="288" creationId="{8748D23D-E73F-4408-B519-F88C48942B0D}"/>
          </ac:picMkLst>
        </pc:picChg>
        <pc:picChg chg="del">
          <ac:chgData name="Minh Huynh" userId="01a137d4-0d81-46e0-aca6-c9185b391828" providerId="ADAL" clId="{812CCF7A-788B-4227-A920-48EDF3D1C151}" dt="2026-10-14T11:21:51.758" v="819" actId="478"/>
          <ac:picMkLst>
            <pc:docMk/>
            <pc:sldMk cId="3201508605" sldId="4837"/>
            <ac:picMk id="289" creationId="{A152DE18-F19C-4588-9FC7-521B69EA9099}"/>
          </ac:picMkLst>
        </pc:picChg>
        <pc:picChg chg="del">
          <ac:chgData name="Minh Huynh" userId="01a137d4-0d81-46e0-aca6-c9185b391828" providerId="ADAL" clId="{812CCF7A-788B-4227-A920-48EDF3D1C151}" dt="2026-10-14T11:21:51.758" v="819" actId="478"/>
          <ac:picMkLst>
            <pc:docMk/>
            <pc:sldMk cId="3201508605" sldId="4837"/>
            <ac:picMk id="290" creationId="{E74F91D0-EBA2-4DD4-B24A-0DA0C0A069B6}"/>
          </ac:picMkLst>
        </pc:picChg>
        <pc:picChg chg="del">
          <ac:chgData name="Minh Huynh" userId="01a137d4-0d81-46e0-aca6-c9185b391828" providerId="ADAL" clId="{812CCF7A-788B-4227-A920-48EDF3D1C151}" dt="2026-10-14T11:21:51.758" v="819" actId="478"/>
          <ac:picMkLst>
            <pc:docMk/>
            <pc:sldMk cId="3201508605" sldId="4837"/>
            <ac:picMk id="291" creationId="{BC3EB3AA-3218-483B-8617-6C1BCC1D35BE}"/>
          </ac:picMkLst>
        </pc:picChg>
        <pc:picChg chg="del">
          <ac:chgData name="Minh Huynh" userId="01a137d4-0d81-46e0-aca6-c9185b391828" providerId="ADAL" clId="{812CCF7A-788B-4227-A920-48EDF3D1C151}" dt="2026-10-14T11:21:51.758" v="819" actId="478"/>
          <ac:picMkLst>
            <pc:docMk/>
            <pc:sldMk cId="3201508605" sldId="4837"/>
            <ac:picMk id="292" creationId="{FB4BA5AA-FE38-42D3-B55A-77AD99E21F33}"/>
          </ac:picMkLst>
        </pc:picChg>
        <pc:picChg chg="del">
          <ac:chgData name="Minh Huynh" userId="01a137d4-0d81-46e0-aca6-c9185b391828" providerId="ADAL" clId="{812CCF7A-788B-4227-A920-48EDF3D1C151}" dt="2026-10-14T11:21:51.758" v="819" actId="478"/>
          <ac:picMkLst>
            <pc:docMk/>
            <pc:sldMk cId="3201508605" sldId="4837"/>
            <ac:picMk id="293" creationId="{41B90777-CFAF-4B23-8DC8-18A7173683FD}"/>
          </ac:picMkLst>
        </pc:picChg>
        <pc:picChg chg="del">
          <ac:chgData name="Minh Huynh" userId="01a137d4-0d81-46e0-aca6-c9185b391828" providerId="ADAL" clId="{812CCF7A-788B-4227-A920-48EDF3D1C151}" dt="2026-10-14T11:21:51.758" v="819" actId="478"/>
          <ac:picMkLst>
            <pc:docMk/>
            <pc:sldMk cId="3201508605" sldId="4837"/>
            <ac:picMk id="294" creationId="{D2226242-CA2B-40AF-946E-A6EA9472BAA2}"/>
          </ac:picMkLst>
        </pc:picChg>
        <pc:picChg chg="del">
          <ac:chgData name="Minh Huynh" userId="01a137d4-0d81-46e0-aca6-c9185b391828" providerId="ADAL" clId="{812CCF7A-788B-4227-A920-48EDF3D1C151}" dt="2026-10-14T11:21:51.758" v="819" actId="478"/>
          <ac:picMkLst>
            <pc:docMk/>
            <pc:sldMk cId="3201508605" sldId="4837"/>
            <ac:picMk id="295" creationId="{75B5F2E8-3FD8-4542-932D-0BD0838E3929}"/>
          </ac:picMkLst>
        </pc:picChg>
        <pc:picChg chg="del">
          <ac:chgData name="Minh Huynh" userId="01a137d4-0d81-46e0-aca6-c9185b391828" providerId="ADAL" clId="{812CCF7A-788B-4227-A920-48EDF3D1C151}" dt="2026-10-14T11:21:51.758" v="819" actId="478"/>
          <ac:picMkLst>
            <pc:docMk/>
            <pc:sldMk cId="3201508605" sldId="4837"/>
            <ac:picMk id="296" creationId="{66F160B8-1A28-4686-8714-4E68BCAA8003}"/>
          </ac:picMkLst>
        </pc:picChg>
        <pc:picChg chg="del">
          <ac:chgData name="Minh Huynh" userId="01a137d4-0d81-46e0-aca6-c9185b391828" providerId="ADAL" clId="{812CCF7A-788B-4227-A920-48EDF3D1C151}" dt="2026-10-14T11:21:51.758" v="819" actId="478"/>
          <ac:picMkLst>
            <pc:docMk/>
            <pc:sldMk cId="3201508605" sldId="4837"/>
            <ac:picMk id="297" creationId="{AF0EAA7D-A4F3-4CDD-90AB-EC1EC3EE880F}"/>
          </ac:picMkLst>
        </pc:picChg>
        <pc:picChg chg="del">
          <ac:chgData name="Minh Huynh" userId="01a137d4-0d81-46e0-aca6-c9185b391828" providerId="ADAL" clId="{812CCF7A-788B-4227-A920-48EDF3D1C151}" dt="2026-10-14T11:21:51.758" v="819" actId="478"/>
          <ac:picMkLst>
            <pc:docMk/>
            <pc:sldMk cId="3201508605" sldId="4837"/>
            <ac:picMk id="298" creationId="{0451C325-EDCD-4951-B07E-28506C65ED9A}"/>
          </ac:picMkLst>
        </pc:picChg>
        <pc:picChg chg="del">
          <ac:chgData name="Minh Huynh" userId="01a137d4-0d81-46e0-aca6-c9185b391828" providerId="ADAL" clId="{812CCF7A-788B-4227-A920-48EDF3D1C151}" dt="2026-10-14T11:21:51.758" v="819" actId="478"/>
          <ac:picMkLst>
            <pc:docMk/>
            <pc:sldMk cId="3201508605" sldId="4837"/>
            <ac:picMk id="299" creationId="{2D8739F2-1A25-4986-B20F-D0F072B73F24}"/>
          </ac:picMkLst>
        </pc:picChg>
        <pc:picChg chg="del">
          <ac:chgData name="Minh Huynh" userId="01a137d4-0d81-46e0-aca6-c9185b391828" providerId="ADAL" clId="{812CCF7A-788B-4227-A920-48EDF3D1C151}" dt="2026-10-14T11:21:51.758" v="819" actId="478"/>
          <ac:picMkLst>
            <pc:docMk/>
            <pc:sldMk cId="3201508605" sldId="4837"/>
            <ac:picMk id="300" creationId="{C21B01AE-2104-4FCE-B891-7CDBE9B4008C}"/>
          </ac:picMkLst>
        </pc:picChg>
        <pc:picChg chg="del">
          <ac:chgData name="Minh Huynh" userId="01a137d4-0d81-46e0-aca6-c9185b391828" providerId="ADAL" clId="{812CCF7A-788B-4227-A920-48EDF3D1C151}" dt="2026-10-14T11:21:51.758" v="819" actId="478"/>
          <ac:picMkLst>
            <pc:docMk/>
            <pc:sldMk cId="3201508605" sldId="4837"/>
            <ac:picMk id="301" creationId="{9F17E115-763B-4790-8810-BB1301770C03}"/>
          </ac:picMkLst>
        </pc:picChg>
        <pc:picChg chg="del">
          <ac:chgData name="Minh Huynh" userId="01a137d4-0d81-46e0-aca6-c9185b391828" providerId="ADAL" clId="{812CCF7A-788B-4227-A920-48EDF3D1C151}" dt="2026-10-14T11:21:51.758" v="819" actId="478"/>
          <ac:picMkLst>
            <pc:docMk/>
            <pc:sldMk cId="3201508605" sldId="4837"/>
            <ac:picMk id="302" creationId="{C3AFD79B-45C3-40CB-82AA-AFC3F867942C}"/>
          </ac:picMkLst>
        </pc:picChg>
        <pc:picChg chg="del">
          <ac:chgData name="Minh Huynh" userId="01a137d4-0d81-46e0-aca6-c9185b391828" providerId="ADAL" clId="{812CCF7A-788B-4227-A920-48EDF3D1C151}" dt="2026-10-14T11:21:51.758" v="819" actId="478"/>
          <ac:picMkLst>
            <pc:docMk/>
            <pc:sldMk cId="3201508605" sldId="4837"/>
            <ac:picMk id="303" creationId="{E4A329A9-2566-4469-ADD3-91E79D624B24}"/>
          </ac:picMkLst>
        </pc:picChg>
        <pc:picChg chg="del">
          <ac:chgData name="Minh Huynh" userId="01a137d4-0d81-46e0-aca6-c9185b391828" providerId="ADAL" clId="{812CCF7A-788B-4227-A920-48EDF3D1C151}" dt="2026-10-14T11:21:51.758" v="819" actId="478"/>
          <ac:picMkLst>
            <pc:docMk/>
            <pc:sldMk cId="3201508605" sldId="4837"/>
            <ac:picMk id="304" creationId="{F1499BEF-874D-4F38-B5D3-EE9F16958A33}"/>
          </ac:picMkLst>
        </pc:picChg>
        <pc:picChg chg="del">
          <ac:chgData name="Minh Huynh" userId="01a137d4-0d81-46e0-aca6-c9185b391828" providerId="ADAL" clId="{812CCF7A-788B-4227-A920-48EDF3D1C151}" dt="2026-10-14T11:21:51.758" v="819" actId="478"/>
          <ac:picMkLst>
            <pc:docMk/>
            <pc:sldMk cId="3201508605" sldId="4837"/>
            <ac:picMk id="305" creationId="{AE8CA8E4-850C-4032-92FE-B733CB97D5AA}"/>
          </ac:picMkLst>
        </pc:picChg>
        <pc:picChg chg="del">
          <ac:chgData name="Minh Huynh" userId="01a137d4-0d81-46e0-aca6-c9185b391828" providerId="ADAL" clId="{812CCF7A-788B-4227-A920-48EDF3D1C151}" dt="2026-10-14T11:21:51.758" v="819" actId="478"/>
          <ac:picMkLst>
            <pc:docMk/>
            <pc:sldMk cId="3201508605" sldId="4837"/>
            <ac:picMk id="306" creationId="{D226CDA9-555A-4428-96D6-37E676D8D6E8}"/>
          </ac:picMkLst>
        </pc:picChg>
        <pc:picChg chg="del">
          <ac:chgData name="Minh Huynh" userId="01a137d4-0d81-46e0-aca6-c9185b391828" providerId="ADAL" clId="{812CCF7A-788B-4227-A920-48EDF3D1C151}" dt="2026-10-14T11:21:51.758" v="819" actId="478"/>
          <ac:picMkLst>
            <pc:docMk/>
            <pc:sldMk cId="3201508605" sldId="4837"/>
            <ac:picMk id="307" creationId="{B90AC48F-48DB-4ED8-97B1-FDA5689894E6}"/>
          </ac:picMkLst>
        </pc:picChg>
        <pc:picChg chg="del">
          <ac:chgData name="Minh Huynh" userId="01a137d4-0d81-46e0-aca6-c9185b391828" providerId="ADAL" clId="{812CCF7A-788B-4227-A920-48EDF3D1C151}" dt="2026-10-14T11:21:51.758" v="819" actId="478"/>
          <ac:picMkLst>
            <pc:docMk/>
            <pc:sldMk cId="3201508605" sldId="4837"/>
            <ac:picMk id="308" creationId="{330D7DB0-08B0-440B-ADA3-25372A213A85}"/>
          </ac:picMkLst>
        </pc:picChg>
        <pc:picChg chg="del">
          <ac:chgData name="Minh Huynh" userId="01a137d4-0d81-46e0-aca6-c9185b391828" providerId="ADAL" clId="{812CCF7A-788B-4227-A920-48EDF3D1C151}" dt="2026-10-14T11:21:51.758" v="819" actId="478"/>
          <ac:picMkLst>
            <pc:docMk/>
            <pc:sldMk cId="3201508605" sldId="4837"/>
            <ac:picMk id="309" creationId="{23E8F6A9-A558-43A1-AFEA-C8F85581D98A}"/>
          </ac:picMkLst>
        </pc:picChg>
        <pc:picChg chg="del">
          <ac:chgData name="Minh Huynh" userId="01a137d4-0d81-46e0-aca6-c9185b391828" providerId="ADAL" clId="{812CCF7A-788B-4227-A920-48EDF3D1C151}" dt="2026-10-14T11:21:51.758" v="819" actId="478"/>
          <ac:picMkLst>
            <pc:docMk/>
            <pc:sldMk cId="3201508605" sldId="4837"/>
            <ac:picMk id="310" creationId="{5BF0E09E-268C-4EE6-B8C2-5798B4775170}"/>
          </ac:picMkLst>
        </pc:picChg>
        <pc:picChg chg="del">
          <ac:chgData name="Minh Huynh" userId="01a137d4-0d81-46e0-aca6-c9185b391828" providerId="ADAL" clId="{812CCF7A-788B-4227-A920-48EDF3D1C151}" dt="2026-10-14T11:21:51.758" v="819" actId="478"/>
          <ac:picMkLst>
            <pc:docMk/>
            <pc:sldMk cId="3201508605" sldId="4837"/>
            <ac:picMk id="311" creationId="{691FC23B-0946-4378-86A0-31E4296338C2}"/>
          </ac:picMkLst>
        </pc:picChg>
        <pc:picChg chg="del">
          <ac:chgData name="Minh Huynh" userId="01a137d4-0d81-46e0-aca6-c9185b391828" providerId="ADAL" clId="{812CCF7A-788B-4227-A920-48EDF3D1C151}" dt="2026-10-14T11:21:51.758" v="819" actId="478"/>
          <ac:picMkLst>
            <pc:docMk/>
            <pc:sldMk cId="3201508605" sldId="4837"/>
            <ac:picMk id="312" creationId="{9D4547CC-BF39-453E-8942-6645A9D210E4}"/>
          </ac:picMkLst>
        </pc:picChg>
        <pc:picChg chg="del">
          <ac:chgData name="Minh Huynh" userId="01a137d4-0d81-46e0-aca6-c9185b391828" providerId="ADAL" clId="{812CCF7A-788B-4227-A920-48EDF3D1C151}" dt="2026-10-14T11:21:51.758" v="819" actId="478"/>
          <ac:picMkLst>
            <pc:docMk/>
            <pc:sldMk cId="3201508605" sldId="4837"/>
            <ac:picMk id="313" creationId="{8F84F358-2DFD-4CB5-80CB-F12F1512DCEC}"/>
          </ac:picMkLst>
        </pc:picChg>
        <pc:picChg chg="del">
          <ac:chgData name="Minh Huynh" userId="01a137d4-0d81-46e0-aca6-c9185b391828" providerId="ADAL" clId="{812CCF7A-788B-4227-A920-48EDF3D1C151}" dt="2026-10-14T11:21:51.758" v="819" actId="478"/>
          <ac:picMkLst>
            <pc:docMk/>
            <pc:sldMk cId="3201508605" sldId="4837"/>
            <ac:picMk id="314" creationId="{899E0586-7AE4-4B79-84DD-61953101DBCD}"/>
          </ac:picMkLst>
        </pc:picChg>
      </pc:sldChg>
    </pc:docChg>
  </pc:docChgLst>
  <pc:docChgLst>
    <pc:chgData name="Minh Huynh" userId="01a137d4-0d81-46e0-aca6-c9185b391828" providerId="ADAL" clId="{CF02122B-8685-4227-9B3E-A85B24F402DE}"/>
    <pc:docChg chg="undo redo custSel addSld delSld modSld sldOrd">
      <pc:chgData name="Minh Huynh" userId="01a137d4-0d81-46e0-aca6-c9185b391828" providerId="ADAL" clId="{CF02122B-8685-4227-9B3E-A85B24F402DE}" dt="2026-10-13T10:21:53.210" v="1500" actId="47"/>
      <pc:docMkLst>
        <pc:docMk/>
      </pc:docMkLst>
      <pc:sldChg chg="modSp mod">
        <pc:chgData name="Minh Huynh" userId="01a137d4-0d81-46e0-aca6-c9185b391828" providerId="ADAL" clId="{CF02122B-8685-4227-9B3E-A85B24F402DE}" dt="2026-10-13T09:54:45.387" v="18" actId="20577"/>
        <pc:sldMkLst>
          <pc:docMk/>
          <pc:sldMk cId="1972624584" sldId="257"/>
        </pc:sldMkLst>
        <pc:spChg chg="mod">
          <ac:chgData name="Minh Huynh" userId="01a137d4-0d81-46e0-aca6-c9185b391828" providerId="ADAL" clId="{CF02122B-8685-4227-9B3E-A85B24F402DE}" dt="2026-10-13T09:54:45.387" v="18" actId="20577"/>
          <ac:spMkLst>
            <pc:docMk/>
            <pc:sldMk cId="1972624584" sldId="257"/>
            <ac:spMk id="13" creationId="{F11B6F01-F247-4E5E-AC9E-2D11F2681474}"/>
          </ac:spMkLst>
        </pc:spChg>
      </pc:sldChg>
      <pc:sldChg chg="addSp delSp modSp mod">
        <pc:chgData name="Minh Huynh" userId="01a137d4-0d81-46e0-aca6-c9185b391828" providerId="ADAL" clId="{CF02122B-8685-4227-9B3E-A85B24F402DE}" dt="2026-10-13T09:58:50.622" v="514" actId="1076"/>
        <pc:sldMkLst>
          <pc:docMk/>
          <pc:sldMk cId="1166963934" sldId="883"/>
        </pc:sldMkLst>
        <pc:spChg chg="mod">
          <ac:chgData name="Minh Huynh" userId="01a137d4-0d81-46e0-aca6-c9185b391828" providerId="ADAL" clId="{CF02122B-8685-4227-9B3E-A85B24F402DE}" dt="2026-10-13T09:57:51.314" v="409" actId="20577"/>
          <ac:spMkLst>
            <pc:docMk/>
            <pc:sldMk cId="1166963934" sldId="883"/>
            <ac:spMk id="4" creationId="{7BC73E8E-0D58-4B4B-A5C4-A8AE38997407}"/>
          </ac:spMkLst>
        </pc:spChg>
        <pc:spChg chg="mod">
          <ac:chgData name="Minh Huynh" userId="01a137d4-0d81-46e0-aca6-c9185b391828" providerId="ADAL" clId="{CF02122B-8685-4227-9B3E-A85B24F402DE}" dt="2026-10-13T09:58:29.244" v="510" actId="14100"/>
          <ac:spMkLst>
            <pc:docMk/>
            <pc:sldMk cId="1166963934" sldId="883"/>
            <ac:spMk id="5" creationId="{3BBBF4A9-1FF9-45CB-8257-FB748ECAEB1A}"/>
          </ac:spMkLst>
        </pc:spChg>
        <pc:picChg chg="del">
          <ac:chgData name="Minh Huynh" userId="01a137d4-0d81-46e0-aca6-c9185b391828" providerId="ADAL" clId="{CF02122B-8685-4227-9B3E-A85B24F402DE}" dt="2026-10-13T09:55:52.310" v="19" actId="478"/>
          <ac:picMkLst>
            <pc:docMk/>
            <pc:sldMk cId="1166963934" sldId="883"/>
            <ac:picMk id="2" creationId="{E7851CAB-89FE-468A-8C22-3319479649C7}"/>
          </ac:picMkLst>
        </pc:picChg>
        <pc:picChg chg="add mod">
          <ac:chgData name="Minh Huynh" userId="01a137d4-0d81-46e0-aca6-c9185b391828" providerId="ADAL" clId="{CF02122B-8685-4227-9B3E-A85B24F402DE}" dt="2026-10-13T09:58:50.622" v="514" actId="1076"/>
          <ac:picMkLst>
            <pc:docMk/>
            <pc:sldMk cId="1166963934" sldId="883"/>
            <ac:picMk id="6" creationId="{AE84BA3B-1BB1-4423-ABB5-6ACA17848C9D}"/>
          </ac:picMkLst>
        </pc:picChg>
      </pc:sldChg>
      <pc:sldChg chg="addSp delSp modSp add mod">
        <pc:chgData name="Minh Huynh" userId="01a137d4-0d81-46e0-aca6-c9185b391828" providerId="ADAL" clId="{CF02122B-8685-4227-9B3E-A85B24F402DE}" dt="2026-10-13T10:01:22.670" v="625" actId="1076"/>
        <pc:sldMkLst>
          <pc:docMk/>
          <pc:sldMk cId="4161395220" sldId="884"/>
        </pc:sldMkLst>
        <pc:spChg chg="mod">
          <ac:chgData name="Minh Huynh" userId="01a137d4-0d81-46e0-aca6-c9185b391828" providerId="ADAL" clId="{CF02122B-8685-4227-9B3E-A85B24F402DE}" dt="2026-10-13T10:00:16.101" v="572" actId="20577"/>
          <ac:spMkLst>
            <pc:docMk/>
            <pc:sldMk cId="4161395220" sldId="884"/>
            <ac:spMk id="4" creationId="{7BC73E8E-0D58-4B4B-A5C4-A8AE38997407}"/>
          </ac:spMkLst>
        </pc:spChg>
        <pc:spChg chg="mod">
          <ac:chgData name="Minh Huynh" userId="01a137d4-0d81-46e0-aca6-c9185b391828" providerId="ADAL" clId="{CF02122B-8685-4227-9B3E-A85B24F402DE}" dt="2026-10-13T10:01:15.991" v="621" actId="14100"/>
          <ac:spMkLst>
            <pc:docMk/>
            <pc:sldMk cId="4161395220" sldId="884"/>
            <ac:spMk id="5" creationId="{3BBBF4A9-1FF9-45CB-8257-FB748ECAEB1A}"/>
          </ac:spMkLst>
        </pc:spChg>
        <pc:graphicFrameChg chg="add del mod">
          <ac:chgData name="Minh Huynh" userId="01a137d4-0d81-46e0-aca6-c9185b391828" providerId="ADAL" clId="{CF02122B-8685-4227-9B3E-A85B24F402DE}" dt="2026-10-13T10:00:41.391" v="583" actId="478"/>
          <ac:graphicFrameMkLst>
            <pc:docMk/>
            <pc:sldMk cId="4161395220" sldId="884"/>
            <ac:graphicFrameMk id="7" creationId="{BA943B7F-E664-46C5-8FE5-622AD8F35283}"/>
          </ac:graphicFrameMkLst>
        </pc:graphicFrameChg>
        <pc:picChg chg="del">
          <ac:chgData name="Minh Huynh" userId="01a137d4-0d81-46e0-aca6-c9185b391828" providerId="ADAL" clId="{CF02122B-8685-4227-9B3E-A85B24F402DE}" dt="2026-10-13T09:59:37.575" v="516" actId="478"/>
          <ac:picMkLst>
            <pc:docMk/>
            <pc:sldMk cId="4161395220" sldId="884"/>
            <ac:picMk id="6" creationId="{AE84BA3B-1BB1-4423-ABB5-6ACA17848C9D}"/>
          </ac:picMkLst>
        </pc:picChg>
        <pc:picChg chg="add mod">
          <ac:chgData name="Minh Huynh" userId="01a137d4-0d81-46e0-aca6-c9185b391828" providerId="ADAL" clId="{CF02122B-8685-4227-9B3E-A85B24F402DE}" dt="2026-10-13T10:01:22.670" v="625" actId="1076"/>
          <ac:picMkLst>
            <pc:docMk/>
            <pc:sldMk cId="4161395220" sldId="884"/>
            <ac:picMk id="8" creationId="{5AD9CC63-9F8E-4996-89E7-315F06303FD0}"/>
          </ac:picMkLst>
        </pc:picChg>
      </pc:sldChg>
      <pc:sldChg chg="addSp delSp modSp add mod">
        <pc:chgData name="Minh Huynh" userId="01a137d4-0d81-46e0-aca6-c9185b391828" providerId="ADAL" clId="{CF02122B-8685-4227-9B3E-A85B24F402DE}" dt="2026-10-13T10:03:07.662" v="688" actId="20577"/>
        <pc:sldMkLst>
          <pc:docMk/>
          <pc:sldMk cId="3990577403" sldId="885"/>
        </pc:sldMkLst>
        <pc:spChg chg="mod">
          <ac:chgData name="Minh Huynh" userId="01a137d4-0d81-46e0-aca6-c9185b391828" providerId="ADAL" clId="{CF02122B-8685-4227-9B3E-A85B24F402DE}" dt="2026-10-13T10:01:40.652" v="636" actId="20577"/>
          <ac:spMkLst>
            <pc:docMk/>
            <pc:sldMk cId="3990577403" sldId="885"/>
            <ac:spMk id="4" creationId="{7BC73E8E-0D58-4B4B-A5C4-A8AE38997407}"/>
          </ac:spMkLst>
        </pc:spChg>
        <pc:spChg chg="mod">
          <ac:chgData name="Minh Huynh" userId="01a137d4-0d81-46e0-aca6-c9185b391828" providerId="ADAL" clId="{CF02122B-8685-4227-9B3E-A85B24F402DE}" dt="2026-10-13T10:03:07.662" v="688" actId="20577"/>
          <ac:spMkLst>
            <pc:docMk/>
            <pc:sldMk cId="3990577403" sldId="885"/>
            <ac:spMk id="5" creationId="{3BBBF4A9-1FF9-45CB-8257-FB748ECAEB1A}"/>
          </ac:spMkLst>
        </pc:spChg>
        <pc:picChg chg="add del mod">
          <ac:chgData name="Minh Huynh" userId="01a137d4-0d81-46e0-aca6-c9185b391828" providerId="ADAL" clId="{CF02122B-8685-4227-9B3E-A85B24F402DE}" dt="2026-10-13T10:01:49.365" v="639" actId="21"/>
          <ac:picMkLst>
            <pc:docMk/>
            <pc:sldMk cId="3990577403" sldId="885"/>
            <ac:picMk id="6" creationId="{FE6C7E84-BC17-40DE-8BFE-C1A21052E418}"/>
          </ac:picMkLst>
        </pc:picChg>
        <pc:picChg chg="add mod">
          <ac:chgData name="Minh Huynh" userId="01a137d4-0d81-46e0-aca6-c9185b391828" providerId="ADAL" clId="{CF02122B-8685-4227-9B3E-A85B24F402DE}" dt="2026-10-13T10:01:58.994" v="646" actId="1076"/>
          <ac:picMkLst>
            <pc:docMk/>
            <pc:sldMk cId="3990577403" sldId="885"/>
            <ac:picMk id="7" creationId="{D72A64B2-69DE-4B19-B56E-CECBF7044AE7}"/>
          </ac:picMkLst>
        </pc:picChg>
        <pc:picChg chg="del">
          <ac:chgData name="Minh Huynh" userId="01a137d4-0d81-46e0-aca6-c9185b391828" providerId="ADAL" clId="{CF02122B-8685-4227-9B3E-A85B24F402DE}" dt="2026-10-13T10:01:47.368" v="637" actId="478"/>
          <ac:picMkLst>
            <pc:docMk/>
            <pc:sldMk cId="3990577403" sldId="885"/>
            <ac:picMk id="8" creationId="{5AD9CC63-9F8E-4996-89E7-315F06303FD0}"/>
          </ac:picMkLst>
        </pc:picChg>
      </pc:sldChg>
      <pc:sldChg chg="addSp delSp modSp add mod">
        <pc:chgData name="Minh Huynh" userId="01a137d4-0d81-46e0-aca6-c9185b391828" providerId="ADAL" clId="{CF02122B-8685-4227-9B3E-A85B24F402DE}" dt="2026-10-13T10:04:46.492" v="712" actId="255"/>
        <pc:sldMkLst>
          <pc:docMk/>
          <pc:sldMk cId="4248706899" sldId="886"/>
        </pc:sldMkLst>
        <pc:spChg chg="mod">
          <ac:chgData name="Minh Huynh" userId="01a137d4-0d81-46e0-aca6-c9185b391828" providerId="ADAL" clId="{CF02122B-8685-4227-9B3E-A85B24F402DE}" dt="2026-10-13T10:03:39.997" v="700" actId="20577"/>
          <ac:spMkLst>
            <pc:docMk/>
            <pc:sldMk cId="4248706899" sldId="886"/>
            <ac:spMk id="4" creationId="{7BC73E8E-0D58-4B4B-A5C4-A8AE38997407}"/>
          </ac:spMkLst>
        </pc:spChg>
        <pc:spChg chg="del">
          <ac:chgData name="Minh Huynh" userId="01a137d4-0d81-46e0-aca6-c9185b391828" providerId="ADAL" clId="{CF02122B-8685-4227-9B3E-A85B24F402DE}" dt="2026-10-13T10:03:53.789" v="702" actId="478"/>
          <ac:spMkLst>
            <pc:docMk/>
            <pc:sldMk cId="4248706899" sldId="886"/>
            <ac:spMk id="5" creationId="{3BBBF4A9-1FF9-45CB-8257-FB748ECAEB1A}"/>
          </ac:spMkLst>
        </pc:spChg>
        <pc:spChg chg="add mod">
          <ac:chgData name="Minh Huynh" userId="01a137d4-0d81-46e0-aca6-c9185b391828" providerId="ADAL" clId="{CF02122B-8685-4227-9B3E-A85B24F402DE}" dt="2026-10-13T10:04:42.010" v="710" actId="1076"/>
          <ac:spMkLst>
            <pc:docMk/>
            <pc:sldMk cId="4248706899" sldId="886"/>
            <ac:spMk id="6" creationId="{9A35D4F0-877C-44CB-903F-1C71A94A4C9D}"/>
          </ac:spMkLst>
        </pc:spChg>
        <pc:graphicFrameChg chg="add mod modGraphic">
          <ac:chgData name="Minh Huynh" userId="01a137d4-0d81-46e0-aca6-c9185b391828" providerId="ADAL" clId="{CF02122B-8685-4227-9B3E-A85B24F402DE}" dt="2026-10-13T10:04:46.492" v="712" actId="255"/>
          <ac:graphicFrameMkLst>
            <pc:docMk/>
            <pc:sldMk cId="4248706899" sldId="886"/>
            <ac:graphicFrameMk id="8" creationId="{0403CDC1-4B4D-4F0E-9059-FC01B9662EE9}"/>
          </ac:graphicFrameMkLst>
        </pc:graphicFrameChg>
        <pc:picChg chg="del">
          <ac:chgData name="Minh Huynh" userId="01a137d4-0d81-46e0-aca6-c9185b391828" providerId="ADAL" clId="{CF02122B-8685-4227-9B3E-A85B24F402DE}" dt="2026-10-13T10:03:41.310" v="701" actId="478"/>
          <ac:picMkLst>
            <pc:docMk/>
            <pc:sldMk cId="4248706899" sldId="886"/>
            <ac:picMk id="7" creationId="{D72A64B2-69DE-4B19-B56E-CECBF7044AE7}"/>
          </ac:picMkLst>
        </pc:picChg>
      </pc:sldChg>
      <pc:sldChg chg="del">
        <pc:chgData name="Minh Huynh" userId="01a137d4-0d81-46e0-aca6-c9185b391828" providerId="ADAL" clId="{CF02122B-8685-4227-9B3E-A85B24F402DE}" dt="2026-10-13T09:54:35.156" v="0" actId="47"/>
        <pc:sldMkLst>
          <pc:docMk/>
          <pc:sldMk cId="950690789" sldId="4365"/>
        </pc:sldMkLst>
      </pc:sldChg>
      <pc:sldChg chg="del">
        <pc:chgData name="Minh Huynh" userId="01a137d4-0d81-46e0-aca6-c9185b391828" providerId="ADAL" clId="{CF02122B-8685-4227-9B3E-A85B24F402DE}" dt="2026-10-13T09:54:35.156" v="0" actId="47"/>
        <pc:sldMkLst>
          <pc:docMk/>
          <pc:sldMk cId="3735371360" sldId="4378"/>
        </pc:sldMkLst>
      </pc:sldChg>
      <pc:sldChg chg="del">
        <pc:chgData name="Minh Huynh" userId="01a137d4-0d81-46e0-aca6-c9185b391828" providerId="ADAL" clId="{CF02122B-8685-4227-9B3E-A85B24F402DE}" dt="2026-10-13T09:54:35.156" v="0" actId="47"/>
        <pc:sldMkLst>
          <pc:docMk/>
          <pc:sldMk cId="3009185353" sldId="4379"/>
        </pc:sldMkLst>
      </pc:sldChg>
      <pc:sldChg chg="addSp delSp modSp add mod">
        <pc:chgData name="Minh Huynh" userId="01a137d4-0d81-46e0-aca6-c9185b391828" providerId="ADAL" clId="{CF02122B-8685-4227-9B3E-A85B24F402DE}" dt="2026-10-13T10:08:29.572" v="1178" actId="207"/>
        <pc:sldMkLst>
          <pc:docMk/>
          <pc:sldMk cId="948970440" sldId="4402"/>
        </pc:sldMkLst>
        <pc:spChg chg="del">
          <ac:chgData name="Minh Huynh" userId="01a137d4-0d81-46e0-aca6-c9185b391828" providerId="ADAL" clId="{CF02122B-8685-4227-9B3E-A85B24F402DE}" dt="2026-10-13T10:05:27.168" v="719" actId="478"/>
          <ac:spMkLst>
            <pc:docMk/>
            <pc:sldMk cId="948970440" sldId="4402"/>
            <ac:spMk id="9" creationId="{274AF733-5518-4709-8CB2-B899A8D12C92}"/>
          </ac:spMkLst>
        </pc:spChg>
        <pc:spChg chg="add mod">
          <ac:chgData name="Minh Huynh" userId="01a137d4-0d81-46e0-aca6-c9185b391828" providerId="ADAL" clId="{CF02122B-8685-4227-9B3E-A85B24F402DE}" dt="2026-10-13T10:05:25.264" v="718"/>
          <ac:spMkLst>
            <pc:docMk/>
            <pc:sldMk cId="948970440" sldId="4402"/>
            <ac:spMk id="15" creationId="{EC1C95F5-6A0F-455A-ABF6-EB0936A066F9}"/>
          </ac:spMkLst>
        </pc:spChg>
        <pc:spChg chg="mod">
          <ac:chgData name="Minh Huynh" userId="01a137d4-0d81-46e0-aca6-c9185b391828" providerId="ADAL" clId="{CF02122B-8685-4227-9B3E-A85B24F402DE}" dt="2026-10-13T10:08:29.572" v="1178" actId="207"/>
          <ac:spMkLst>
            <pc:docMk/>
            <pc:sldMk cId="948970440" sldId="4402"/>
            <ac:spMk id="16" creationId="{BC49603C-6AA2-457D-AF4E-8B3F785DAE1E}"/>
          </ac:spMkLst>
        </pc:spChg>
        <pc:spChg chg="del">
          <ac:chgData name="Minh Huynh" userId="01a137d4-0d81-46e0-aca6-c9185b391828" providerId="ADAL" clId="{CF02122B-8685-4227-9B3E-A85B24F402DE}" dt="2026-10-13T10:05:15.373" v="714" actId="478"/>
          <ac:spMkLst>
            <pc:docMk/>
            <pc:sldMk cId="948970440" sldId="4402"/>
            <ac:spMk id="17" creationId="{DA6AE146-654F-4033-B9AC-1E09CD292D96}"/>
          </ac:spMkLst>
        </pc:spChg>
        <pc:spChg chg="del">
          <ac:chgData name="Minh Huynh" userId="01a137d4-0d81-46e0-aca6-c9185b391828" providerId="ADAL" clId="{CF02122B-8685-4227-9B3E-A85B24F402DE}" dt="2026-10-13T10:05:15.373" v="714" actId="478"/>
          <ac:spMkLst>
            <pc:docMk/>
            <pc:sldMk cId="948970440" sldId="4402"/>
            <ac:spMk id="18" creationId="{2017006E-C48F-41C0-AD24-1C0C305C3C90}"/>
          </ac:spMkLst>
        </pc:spChg>
        <pc:spChg chg="del">
          <ac:chgData name="Minh Huynh" userId="01a137d4-0d81-46e0-aca6-c9185b391828" providerId="ADAL" clId="{CF02122B-8685-4227-9B3E-A85B24F402DE}" dt="2026-10-13T10:05:15.373" v="714" actId="478"/>
          <ac:spMkLst>
            <pc:docMk/>
            <pc:sldMk cId="948970440" sldId="4402"/>
            <ac:spMk id="19" creationId="{D025FDA7-FCCA-4855-8D96-FD15969E33F4}"/>
          </ac:spMkLst>
        </pc:spChg>
        <pc:spChg chg="del">
          <ac:chgData name="Minh Huynh" userId="01a137d4-0d81-46e0-aca6-c9185b391828" providerId="ADAL" clId="{CF02122B-8685-4227-9B3E-A85B24F402DE}" dt="2026-10-13T10:05:15.373" v="714" actId="478"/>
          <ac:spMkLst>
            <pc:docMk/>
            <pc:sldMk cId="948970440" sldId="4402"/>
            <ac:spMk id="26" creationId="{6FDBD5E1-665A-42E8-B542-A6ACE81D204F}"/>
          </ac:spMkLst>
        </pc:spChg>
        <pc:spChg chg="del">
          <ac:chgData name="Minh Huynh" userId="01a137d4-0d81-46e0-aca6-c9185b391828" providerId="ADAL" clId="{CF02122B-8685-4227-9B3E-A85B24F402DE}" dt="2026-10-13T10:05:15.373" v="714" actId="478"/>
          <ac:spMkLst>
            <pc:docMk/>
            <pc:sldMk cId="948970440" sldId="4402"/>
            <ac:spMk id="27" creationId="{957449ED-34A3-4169-B387-DC68D3871F35}"/>
          </ac:spMkLst>
        </pc:spChg>
        <pc:spChg chg="del">
          <ac:chgData name="Minh Huynh" userId="01a137d4-0d81-46e0-aca6-c9185b391828" providerId="ADAL" clId="{CF02122B-8685-4227-9B3E-A85B24F402DE}" dt="2026-10-13T10:05:15.373" v="714" actId="478"/>
          <ac:spMkLst>
            <pc:docMk/>
            <pc:sldMk cId="948970440" sldId="4402"/>
            <ac:spMk id="28" creationId="{16945115-EF21-4144-B22E-8D259E2DE49D}"/>
          </ac:spMkLst>
        </pc:spChg>
        <pc:spChg chg="del">
          <ac:chgData name="Minh Huynh" userId="01a137d4-0d81-46e0-aca6-c9185b391828" providerId="ADAL" clId="{CF02122B-8685-4227-9B3E-A85B24F402DE}" dt="2026-10-13T10:05:15.373" v="714" actId="478"/>
          <ac:spMkLst>
            <pc:docMk/>
            <pc:sldMk cId="948970440" sldId="4402"/>
            <ac:spMk id="29" creationId="{3AEE2E39-D416-4956-8AFA-443061445380}"/>
          </ac:spMkLst>
        </pc:spChg>
        <pc:spChg chg="del">
          <ac:chgData name="Minh Huynh" userId="01a137d4-0d81-46e0-aca6-c9185b391828" providerId="ADAL" clId="{CF02122B-8685-4227-9B3E-A85B24F402DE}" dt="2026-10-13T10:05:15.373" v="714" actId="478"/>
          <ac:spMkLst>
            <pc:docMk/>
            <pc:sldMk cId="948970440" sldId="4402"/>
            <ac:spMk id="30" creationId="{0DC7BE95-500E-4DA0-85DC-486CDAF4E7CC}"/>
          </ac:spMkLst>
        </pc:spChg>
        <pc:spChg chg="del">
          <ac:chgData name="Minh Huynh" userId="01a137d4-0d81-46e0-aca6-c9185b391828" providerId="ADAL" clId="{CF02122B-8685-4227-9B3E-A85B24F402DE}" dt="2026-10-13T10:05:15.373" v="714" actId="478"/>
          <ac:spMkLst>
            <pc:docMk/>
            <pc:sldMk cId="948970440" sldId="4402"/>
            <ac:spMk id="31" creationId="{A21C8DB3-859D-4BBC-8D65-BF4994842727}"/>
          </ac:spMkLst>
        </pc:spChg>
        <pc:spChg chg="del">
          <ac:chgData name="Minh Huynh" userId="01a137d4-0d81-46e0-aca6-c9185b391828" providerId="ADAL" clId="{CF02122B-8685-4227-9B3E-A85B24F402DE}" dt="2026-10-13T10:05:15.373" v="714" actId="478"/>
          <ac:spMkLst>
            <pc:docMk/>
            <pc:sldMk cId="948970440" sldId="4402"/>
            <ac:spMk id="32" creationId="{F10E2FB2-B5B9-4B30-9B98-90C01C0ACC0D}"/>
          </ac:spMkLst>
        </pc:spChg>
        <pc:picChg chg="mod">
          <ac:chgData name="Minh Huynh" userId="01a137d4-0d81-46e0-aca6-c9185b391828" providerId="ADAL" clId="{CF02122B-8685-4227-9B3E-A85B24F402DE}" dt="2026-10-13T10:05:55.216" v="722" actId="1076"/>
          <ac:picMkLst>
            <pc:docMk/>
            <pc:sldMk cId="948970440" sldId="4402"/>
            <ac:picMk id="16386" creationId="{934D4D33-A229-4777-BA91-483B455F76B7}"/>
          </ac:picMkLst>
        </pc:picChg>
      </pc:sldChg>
      <pc:sldChg chg="del">
        <pc:chgData name="Minh Huynh" userId="01a137d4-0d81-46e0-aca6-c9185b391828" providerId="ADAL" clId="{CF02122B-8685-4227-9B3E-A85B24F402DE}" dt="2026-10-13T09:54:35.156" v="0" actId="47"/>
        <pc:sldMkLst>
          <pc:docMk/>
          <pc:sldMk cId="3987322098" sldId="4416"/>
        </pc:sldMkLst>
      </pc:sldChg>
      <pc:sldChg chg="del">
        <pc:chgData name="Minh Huynh" userId="01a137d4-0d81-46e0-aca6-c9185b391828" providerId="ADAL" clId="{CF02122B-8685-4227-9B3E-A85B24F402DE}" dt="2026-10-13T09:54:35.156" v="0" actId="47"/>
        <pc:sldMkLst>
          <pc:docMk/>
          <pc:sldMk cId="1445164029" sldId="4425"/>
        </pc:sldMkLst>
      </pc:sldChg>
      <pc:sldChg chg="del">
        <pc:chgData name="Minh Huynh" userId="01a137d4-0d81-46e0-aca6-c9185b391828" providerId="ADAL" clId="{CF02122B-8685-4227-9B3E-A85B24F402DE}" dt="2026-10-13T09:54:35.156" v="0" actId="47"/>
        <pc:sldMkLst>
          <pc:docMk/>
          <pc:sldMk cId="412457508" sldId="4426"/>
        </pc:sldMkLst>
      </pc:sldChg>
      <pc:sldChg chg="addSp delSp modSp add mod">
        <pc:chgData name="Minh Huynh" userId="01a137d4-0d81-46e0-aca6-c9185b391828" providerId="ADAL" clId="{CF02122B-8685-4227-9B3E-A85B24F402DE}" dt="2026-10-13T10:08:55.033" v="1182"/>
        <pc:sldMkLst>
          <pc:docMk/>
          <pc:sldMk cId="3972383475" sldId="4435"/>
        </pc:sldMkLst>
        <pc:spChg chg="del">
          <ac:chgData name="Minh Huynh" userId="01a137d4-0d81-46e0-aca6-c9185b391828" providerId="ADAL" clId="{CF02122B-8685-4227-9B3E-A85B24F402DE}" dt="2026-10-13T10:08:49.768" v="1180" actId="478"/>
          <ac:spMkLst>
            <pc:docMk/>
            <pc:sldMk cId="3972383475" sldId="4435"/>
            <ac:spMk id="9" creationId="{274AF733-5518-4709-8CB2-B899A8D12C92}"/>
          </ac:spMkLst>
        </pc:spChg>
        <pc:spChg chg="add mod">
          <ac:chgData name="Minh Huynh" userId="01a137d4-0d81-46e0-aca6-c9185b391828" providerId="ADAL" clId="{CF02122B-8685-4227-9B3E-A85B24F402DE}" dt="2026-10-13T10:08:55.033" v="1182"/>
          <ac:spMkLst>
            <pc:docMk/>
            <pc:sldMk cId="3972383475" sldId="4435"/>
            <ac:spMk id="20" creationId="{7FAC479C-6720-4D1E-A9AB-31836C0A3BD2}"/>
          </ac:spMkLst>
        </pc:spChg>
        <pc:spChg chg="del">
          <ac:chgData name="Minh Huynh" userId="01a137d4-0d81-46e0-aca6-c9185b391828" providerId="ADAL" clId="{CF02122B-8685-4227-9B3E-A85B24F402DE}" dt="2026-10-13T10:08:51.039" v="1181" actId="478"/>
          <ac:spMkLst>
            <pc:docMk/>
            <pc:sldMk cId="3972383475" sldId="4435"/>
            <ac:spMk id="26" creationId="{48313235-E04B-4AEF-8D99-9515FDA7DC52}"/>
          </ac:spMkLst>
        </pc:spChg>
        <pc:spChg chg="del">
          <ac:chgData name="Minh Huynh" userId="01a137d4-0d81-46e0-aca6-c9185b391828" providerId="ADAL" clId="{CF02122B-8685-4227-9B3E-A85B24F402DE}" dt="2026-10-13T10:08:51.039" v="1181" actId="478"/>
          <ac:spMkLst>
            <pc:docMk/>
            <pc:sldMk cId="3972383475" sldId="4435"/>
            <ac:spMk id="27" creationId="{8651F3DE-363B-4A26-B27B-110B32E17A7B}"/>
          </ac:spMkLst>
        </pc:spChg>
        <pc:spChg chg="del">
          <ac:chgData name="Minh Huynh" userId="01a137d4-0d81-46e0-aca6-c9185b391828" providerId="ADAL" clId="{CF02122B-8685-4227-9B3E-A85B24F402DE}" dt="2026-10-13T10:08:51.039" v="1181" actId="478"/>
          <ac:spMkLst>
            <pc:docMk/>
            <pc:sldMk cId="3972383475" sldId="4435"/>
            <ac:spMk id="28" creationId="{ABE24270-FED7-46E7-BD1A-E012EB1842A0}"/>
          </ac:spMkLst>
        </pc:spChg>
        <pc:spChg chg="del">
          <ac:chgData name="Minh Huynh" userId="01a137d4-0d81-46e0-aca6-c9185b391828" providerId="ADAL" clId="{CF02122B-8685-4227-9B3E-A85B24F402DE}" dt="2026-10-13T10:08:51.039" v="1181" actId="478"/>
          <ac:spMkLst>
            <pc:docMk/>
            <pc:sldMk cId="3972383475" sldId="4435"/>
            <ac:spMk id="29" creationId="{015C0AF2-F4CA-4A9C-9CC7-270E87D903C3}"/>
          </ac:spMkLst>
        </pc:spChg>
        <pc:spChg chg="del">
          <ac:chgData name="Minh Huynh" userId="01a137d4-0d81-46e0-aca6-c9185b391828" providerId="ADAL" clId="{CF02122B-8685-4227-9B3E-A85B24F402DE}" dt="2026-10-13T10:08:51.039" v="1181" actId="478"/>
          <ac:spMkLst>
            <pc:docMk/>
            <pc:sldMk cId="3972383475" sldId="4435"/>
            <ac:spMk id="30" creationId="{F74B5200-09D6-437A-880D-9DF949BD63D0}"/>
          </ac:spMkLst>
        </pc:spChg>
        <pc:spChg chg="del">
          <ac:chgData name="Minh Huynh" userId="01a137d4-0d81-46e0-aca6-c9185b391828" providerId="ADAL" clId="{CF02122B-8685-4227-9B3E-A85B24F402DE}" dt="2026-10-13T10:08:51.039" v="1181" actId="478"/>
          <ac:spMkLst>
            <pc:docMk/>
            <pc:sldMk cId="3972383475" sldId="4435"/>
            <ac:spMk id="31" creationId="{35EA1758-AAC3-4AB9-908A-8FEF63A678DE}"/>
          </ac:spMkLst>
        </pc:spChg>
        <pc:spChg chg="del">
          <ac:chgData name="Minh Huynh" userId="01a137d4-0d81-46e0-aca6-c9185b391828" providerId="ADAL" clId="{CF02122B-8685-4227-9B3E-A85B24F402DE}" dt="2026-10-13T10:08:51.039" v="1181" actId="478"/>
          <ac:spMkLst>
            <pc:docMk/>
            <pc:sldMk cId="3972383475" sldId="4435"/>
            <ac:spMk id="32" creationId="{436C0B1F-0460-4683-9D7F-CE12003F442C}"/>
          </ac:spMkLst>
        </pc:spChg>
        <pc:spChg chg="del">
          <ac:chgData name="Minh Huynh" userId="01a137d4-0d81-46e0-aca6-c9185b391828" providerId="ADAL" clId="{CF02122B-8685-4227-9B3E-A85B24F402DE}" dt="2026-10-13T10:08:51.039" v="1181" actId="478"/>
          <ac:spMkLst>
            <pc:docMk/>
            <pc:sldMk cId="3972383475" sldId="4435"/>
            <ac:spMk id="33" creationId="{CF547FE3-ADC2-43BE-B41C-3C8D1B3A093D}"/>
          </ac:spMkLst>
        </pc:spChg>
        <pc:spChg chg="del">
          <ac:chgData name="Minh Huynh" userId="01a137d4-0d81-46e0-aca6-c9185b391828" providerId="ADAL" clId="{CF02122B-8685-4227-9B3E-A85B24F402DE}" dt="2026-10-13T10:08:51.039" v="1181" actId="478"/>
          <ac:spMkLst>
            <pc:docMk/>
            <pc:sldMk cId="3972383475" sldId="4435"/>
            <ac:spMk id="34" creationId="{F4619AA9-A10C-4EEF-82E8-7432ED7030CD}"/>
          </ac:spMkLst>
        </pc:spChg>
        <pc:spChg chg="del">
          <ac:chgData name="Minh Huynh" userId="01a137d4-0d81-46e0-aca6-c9185b391828" providerId="ADAL" clId="{CF02122B-8685-4227-9B3E-A85B24F402DE}" dt="2026-10-13T10:08:51.039" v="1181" actId="478"/>
          <ac:spMkLst>
            <pc:docMk/>
            <pc:sldMk cId="3972383475" sldId="4435"/>
            <ac:spMk id="35" creationId="{1D297A1C-6235-4454-A036-01F07E2DCAAA}"/>
          </ac:spMkLst>
        </pc:spChg>
      </pc:sldChg>
      <pc:sldChg chg="del">
        <pc:chgData name="Minh Huynh" userId="01a137d4-0d81-46e0-aca6-c9185b391828" providerId="ADAL" clId="{CF02122B-8685-4227-9B3E-A85B24F402DE}" dt="2026-10-13T09:54:35.156" v="0" actId="47"/>
        <pc:sldMkLst>
          <pc:docMk/>
          <pc:sldMk cId="395577533" sldId="4446"/>
        </pc:sldMkLst>
      </pc:sldChg>
      <pc:sldChg chg="del">
        <pc:chgData name="Minh Huynh" userId="01a137d4-0d81-46e0-aca6-c9185b391828" providerId="ADAL" clId="{CF02122B-8685-4227-9B3E-A85B24F402DE}" dt="2026-10-13T09:54:35.156" v="0" actId="47"/>
        <pc:sldMkLst>
          <pc:docMk/>
          <pc:sldMk cId="3522385299" sldId="4465"/>
        </pc:sldMkLst>
      </pc:sldChg>
      <pc:sldChg chg="del">
        <pc:chgData name="Minh Huynh" userId="01a137d4-0d81-46e0-aca6-c9185b391828" providerId="ADAL" clId="{CF02122B-8685-4227-9B3E-A85B24F402DE}" dt="2026-10-13T09:54:35.156" v="0" actId="47"/>
        <pc:sldMkLst>
          <pc:docMk/>
          <pc:sldMk cId="1734041963" sldId="4466"/>
        </pc:sldMkLst>
      </pc:sldChg>
      <pc:sldChg chg="addSp delSp modSp add mod">
        <pc:chgData name="Minh Huynh" userId="01a137d4-0d81-46e0-aca6-c9185b391828" providerId="ADAL" clId="{CF02122B-8685-4227-9B3E-A85B24F402DE}" dt="2026-10-13T10:09:29.091" v="1207" actId="20577"/>
        <pc:sldMkLst>
          <pc:docMk/>
          <pc:sldMk cId="2977395832" sldId="4469"/>
        </pc:sldMkLst>
        <pc:spChg chg="del">
          <ac:chgData name="Minh Huynh" userId="01a137d4-0d81-46e0-aca6-c9185b391828" providerId="ADAL" clId="{CF02122B-8685-4227-9B3E-A85B24F402DE}" dt="2026-10-13T10:09:18.844" v="1185" actId="478"/>
          <ac:spMkLst>
            <pc:docMk/>
            <pc:sldMk cId="2977395832" sldId="4469"/>
            <ac:spMk id="16" creationId="{216DD188-8A5A-40D9-9B86-2BE5D9435EB8}"/>
          </ac:spMkLst>
        </pc:spChg>
        <pc:spChg chg="del">
          <ac:chgData name="Minh Huynh" userId="01a137d4-0d81-46e0-aca6-c9185b391828" providerId="ADAL" clId="{CF02122B-8685-4227-9B3E-A85B24F402DE}" dt="2026-10-13T10:09:18.844" v="1185" actId="478"/>
          <ac:spMkLst>
            <pc:docMk/>
            <pc:sldMk cId="2977395832" sldId="4469"/>
            <ac:spMk id="17" creationId="{FD837F71-92F1-40F8-A449-ECB5D2983FE8}"/>
          </ac:spMkLst>
        </pc:spChg>
        <pc:spChg chg="del">
          <ac:chgData name="Minh Huynh" userId="01a137d4-0d81-46e0-aca6-c9185b391828" providerId="ADAL" clId="{CF02122B-8685-4227-9B3E-A85B24F402DE}" dt="2026-10-13T10:09:18.844" v="1185" actId="478"/>
          <ac:spMkLst>
            <pc:docMk/>
            <pc:sldMk cId="2977395832" sldId="4469"/>
            <ac:spMk id="18" creationId="{F511F27D-C4CF-4531-96DC-E028EBB8E9CF}"/>
          </ac:spMkLst>
        </pc:spChg>
        <pc:spChg chg="del">
          <ac:chgData name="Minh Huynh" userId="01a137d4-0d81-46e0-aca6-c9185b391828" providerId="ADAL" clId="{CF02122B-8685-4227-9B3E-A85B24F402DE}" dt="2026-10-13T10:09:18.844" v="1185" actId="478"/>
          <ac:spMkLst>
            <pc:docMk/>
            <pc:sldMk cId="2977395832" sldId="4469"/>
            <ac:spMk id="19" creationId="{02B66A19-0152-486A-A9C4-A749516DCEDD}"/>
          </ac:spMkLst>
        </pc:spChg>
        <pc:spChg chg="del">
          <ac:chgData name="Minh Huynh" userId="01a137d4-0d81-46e0-aca6-c9185b391828" providerId="ADAL" clId="{CF02122B-8685-4227-9B3E-A85B24F402DE}" dt="2026-10-13T10:09:18.844" v="1185" actId="478"/>
          <ac:spMkLst>
            <pc:docMk/>
            <pc:sldMk cId="2977395832" sldId="4469"/>
            <ac:spMk id="20" creationId="{652311E4-E7BC-48B8-95BE-4B3DA28B6F9C}"/>
          </ac:spMkLst>
        </pc:spChg>
        <pc:spChg chg="del">
          <ac:chgData name="Minh Huynh" userId="01a137d4-0d81-46e0-aca6-c9185b391828" providerId="ADAL" clId="{CF02122B-8685-4227-9B3E-A85B24F402DE}" dt="2026-10-13T10:09:18.844" v="1185" actId="478"/>
          <ac:spMkLst>
            <pc:docMk/>
            <pc:sldMk cId="2977395832" sldId="4469"/>
            <ac:spMk id="21" creationId="{C6D4E577-42DE-4620-96B2-B27B7B5B0001}"/>
          </ac:spMkLst>
        </pc:spChg>
        <pc:spChg chg="del">
          <ac:chgData name="Minh Huynh" userId="01a137d4-0d81-46e0-aca6-c9185b391828" providerId="ADAL" clId="{CF02122B-8685-4227-9B3E-A85B24F402DE}" dt="2026-10-13T10:09:18.844" v="1185" actId="478"/>
          <ac:spMkLst>
            <pc:docMk/>
            <pc:sldMk cId="2977395832" sldId="4469"/>
            <ac:spMk id="22" creationId="{76521838-B1AA-4FE8-A741-1DDBBDDF2AC3}"/>
          </ac:spMkLst>
        </pc:spChg>
        <pc:spChg chg="del">
          <ac:chgData name="Minh Huynh" userId="01a137d4-0d81-46e0-aca6-c9185b391828" providerId="ADAL" clId="{CF02122B-8685-4227-9B3E-A85B24F402DE}" dt="2026-10-13T10:09:18.844" v="1185" actId="478"/>
          <ac:spMkLst>
            <pc:docMk/>
            <pc:sldMk cId="2977395832" sldId="4469"/>
            <ac:spMk id="23" creationId="{D20DEC61-3C8D-468B-8740-2AF7B430F14E}"/>
          </ac:spMkLst>
        </pc:spChg>
        <pc:spChg chg="del">
          <ac:chgData name="Minh Huynh" userId="01a137d4-0d81-46e0-aca6-c9185b391828" providerId="ADAL" clId="{CF02122B-8685-4227-9B3E-A85B24F402DE}" dt="2026-10-13T10:09:18.844" v="1185" actId="478"/>
          <ac:spMkLst>
            <pc:docMk/>
            <pc:sldMk cId="2977395832" sldId="4469"/>
            <ac:spMk id="24" creationId="{4AE45562-1BD9-4442-A346-E8A0111DD90B}"/>
          </ac:spMkLst>
        </pc:spChg>
        <pc:spChg chg="del">
          <ac:chgData name="Minh Huynh" userId="01a137d4-0d81-46e0-aca6-c9185b391828" providerId="ADAL" clId="{CF02122B-8685-4227-9B3E-A85B24F402DE}" dt="2026-10-13T10:09:18.844" v="1185" actId="478"/>
          <ac:spMkLst>
            <pc:docMk/>
            <pc:sldMk cId="2977395832" sldId="4469"/>
            <ac:spMk id="25" creationId="{C8ED9B0D-6CCE-4E36-A6F6-8DD064197890}"/>
          </ac:spMkLst>
        </pc:spChg>
        <pc:spChg chg="del">
          <ac:chgData name="Minh Huynh" userId="01a137d4-0d81-46e0-aca6-c9185b391828" providerId="ADAL" clId="{CF02122B-8685-4227-9B3E-A85B24F402DE}" dt="2026-10-13T10:09:18.844" v="1185" actId="478"/>
          <ac:spMkLst>
            <pc:docMk/>
            <pc:sldMk cId="2977395832" sldId="4469"/>
            <ac:spMk id="26" creationId="{213B5F16-AEBB-4AF9-A8BE-E1F665ACE58E}"/>
          </ac:spMkLst>
        </pc:spChg>
        <pc:spChg chg="del">
          <ac:chgData name="Minh Huynh" userId="01a137d4-0d81-46e0-aca6-c9185b391828" providerId="ADAL" clId="{CF02122B-8685-4227-9B3E-A85B24F402DE}" dt="2026-10-13T10:09:18.844" v="1185" actId="478"/>
          <ac:spMkLst>
            <pc:docMk/>
            <pc:sldMk cId="2977395832" sldId="4469"/>
            <ac:spMk id="27" creationId="{214F3BA2-2887-4D81-97CB-B4490DCDB410}"/>
          </ac:spMkLst>
        </pc:spChg>
        <pc:spChg chg="del">
          <ac:chgData name="Minh Huynh" userId="01a137d4-0d81-46e0-aca6-c9185b391828" providerId="ADAL" clId="{CF02122B-8685-4227-9B3E-A85B24F402DE}" dt="2026-10-13T10:09:18.844" v="1185" actId="478"/>
          <ac:spMkLst>
            <pc:docMk/>
            <pc:sldMk cId="2977395832" sldId="4469"/>
            <ac:spMk id="28" creationId="{E9EA9892-61DA-41F0-BB89-711FCA45CF43}"/>
          </ac:spMkLst>
        </pc:spChg>
        <pc:spChg chg="add mod">
          <ac:chgData name="Minh Huynh" userId="01a137d4-0d81-46e0-aca6-c9185b391828" providerId="ADAL" clId="{CF02122B-8685-4227-9B3E-A85B24F402DE}" dt="2026-10-13T10:09:29.091" v="1207" actId="20577"/>
          <ac:spMkLst>
            <pc:docMk/>
            <pc:sldMk cId="2977395832" sldId="4469"/>
            <ac:spMk id="29" creationId="{BEA97F0A-DC76-49A0-9613-0BFB9544D51C}"/>
          </ac:spMkLst>
        </pc:spChg>
        <pc:spChg chg="del">
          <ac:chgData name="Minh Huynh" userId="01a137d4-0d81-46e0-aca6-c9185b391828" providerId="ADAL" clId="{CF02122B-8685-4227-9B3E-A85B24F402DE}" dt="2026-10-13T10:09:17.259" v="1184" actId="478"/>
          <ac:spMkLst>
            <pc:docMk/>
            <pc:sldMk cId="2977395832" sldId="4469"/>
            <ac:spMk id="81" creationId="{FB9452E1-2F55-47A6-9FC0-5D515A7EF402}"/>
          </ac:spMkLst>
        </pc:spChg>
      </pc:sldChg>
      <pc:sldChg chg="addSp delSp modSp add mod">
        <pc:chgData name="Minh Huynh" userId="01a137d4-0d81-46e0-aca6-c9185b391828" providerId="ADAL" clId="{CF02122B-8685-4227-9B3E-A85B24F402DE}" dt="2026-10-13T10:12:26.786" v="1288" actId="1076"/>
        <pc:sldMkLst>
          <pc:docMk/>
          <pc:sldMk cId="815801266" sldId="4471"/>
        </pc:sldMkLst>
        <pc:spChg chg="del">
          <ac:chgData name="Minh Huynh" userId="01a137d4-0d81-46e0-aca6-c9185b391828" providerId="ADAL" clId="{CF02122B-8685-4227-9B3E-A85B24F402DE}" dt="2026-10-13T10:09:46.308" v="1209" actId="478"/>
          <ac:spMkLst>
            <pc:docMk/>
            <pc:sldMk cId="815801266" sldId="4471"/>
            <ac:spMk id="12" creationId="{57946335-B9E2-47F4-A890-8A79D1F4DF5B}"/>
          </ac:spMkLst>
        </pc:spChg>
        <pc:spChg chg="del">
          <ac:chgData name="Minh Huynh" userId="01a137d4-0d81-46e0-aca6-c9185b391828" providerId="ADAL" clId="{CF02122B-8685-4227-9B3E-A85B24F402DE}" dt="2026-10-13T10:10:08.616" v="1234" actId="478"/>
          <ac:spMkLst>
            <pc:docMk/>
            <pc:sldMk cId="815801266" sldId="4471"/>
            <ac:spMk id="13" creationId="{44EB9DBD-8373-4754-A680-82FF287BACA2}"/>
          </ac:spMkLst>
        </pc:spChg>
        <pc:spChg chg="del">
          <ac:chgData name="Minh Huynh" userId="01a137d4-0d81-46e0-aca6-c9185b391828" providerId="ADAL" clId="{CF02122B-8685-4227-9B3E-A85B24F402DE}" dt="2026-10-13T10:09:46.308" v="1209" actId="478"/>
          <ac:spMkLst>
            <pc:docMk/>
            <pc:sldMk cId="815801266" sldId="4471"/>
            <ac:spMk id="14" creationId="{3D5CDE13-35B7-4938-BCDC-F71F20B6ADE1}"/>
          </ac:spMkLst>
        </pc:spChg>
        <pc:spChg chg="del">
          <ac:chgData name="Minh Huynh" userId="01a137d4-0d81-46e0-aca6-c9185b391828" providerId="ADAL" clId="{CF02122B-8685-4227-9B3E-A85B24F402DE}" dt="2026-10-13T10:09:46.308" v="1209" actId="478"/>
          <ac:spMkLst>
            <pc:docMk/>
            <pc:sldMk cId="815801266" sldId="4471"/>
            <ac:spMk id="15" creationId="{E9EB42CF-7333-4B12-A0F0-92673FA2DB76}"/>
          </ac:spMkLst>
        </pc:spChg>
        <pc:spChg chg="del">
          <ac:chgData name="Minh Huynh" userId="01a137d4-0d81-46e0-aca6-c9185b391828" providerId="ADAL" clId="{CF02122B-8685-4227-9B3E-A85B24F402DE}" dt="2026-10-13T10:09:46.308" v="1209" actId="478"/>
          <ac:spMkLst>
            <pc:docMk/>
            <pc:sldMk cId="815801266" sldId="4471"/>
            <ac:spMk id="16" creationId="{0C218757-9842-4687-ABCB-58F33FEAC9EA}"/>
          </ac:spMkLst>
        </pc:spChg>
        <pc:spChg chg="del">
          <ac:chgData name="Minh Huynh" userId="01a137d4-0d81-46e0-aca6-c9185b391828" providerId="ADAL" clId="{CF02122B-8685-4227-9B3E-A85B24F402DE}" dt="2026-10-13T10:10:08.616" v="1234" actId="478"/>
          <ac:spMkLst>
            <pc:docMk/>
            <pc:sldMk cId="815801266" sldId="4471"/>
            <ac:spMk id="17" creationId="{84E4FD9F-C416-4F8B-A873-1D478599B5FA}"/>
          </ac:spMkLst>
        </pc:spChg>
        <pc:spChg chg="del">
          <ac:chgData name="Minh Huynh" userId="01a137d4-0d81-46e0-aca6-c9185b391828" providerId="ADAL" clId="{CF02122B-8685-4227-9B3E-A85B24F402DE}" dt="2026-10-13T10:09:46.308" v="1209" actId="478"/>
          <ac:spMkLst>
            <pc:docMk/>
            <pc:sldMk cId="815801266" sldId="4471"/>
            <ac:spMk id="18" creationId="{2DF71CBC-D386-4FA0-91AD-3658A3AA26B1}"/>
          </ac:spMkLst>
        </pc:spChg>
        <pc:spChg chg="del">
          <ac:chgData name="Minh Huynh" userId="01a137d4-0d81-46e0-aca6-c9185b391828" providerId="ADAL" clId="{CF02122B-8685-4227-9B3E-A85B24F402DE}" dt="2026-10-13T10:09:46.308" v="1209" actId="478"/>
          <ac:spMkLst>
            <pc:docMk/>
            <pc:sldMk cId="815801266" sldId="4471"/>
            <ac:spMk id="19" creationId="{F605BD9E-6359-441C-8619-760A6E638DA4}"/>
          </ac:spMkLst>
        </pc:spChg>
        <pc:spChg chg="del">
          <ac:chgData name="Minh Huynh" userId="01a137d4-0d81-46e0-aca6-c9185b391828" providerId="ADAL" clId="{CF02122B-8685-4227-9B3E-A85B24F402DE}" dt="2026-10-13T10:09:46.308" v="1209" actId="478"/>
          <ac:spMkLst>
            <pc:docMk/>
            <pc:sldMk cId="815801266" sldId="4471"/>
            <ac:spMk id="20" creationId="{6A4A67C3-C441-4CAB-BC7B-669B056CBC16}"/>
          </ac:spMkLst>
        </pc:spChg>
        <pc:spChg chg="del">
          <ac:chgData name="Minh Huynh" userId="01a137d4-0d81-46e0-aca6-c9185b391828" providerId="ADAL" clId="{CF02122B-8685-4227-9B3E-A85B24F402DE}" dt="2026-10-13T10:09:46.308" v="1209" actId="478"/>
          <ac:spMkLst>
            <pc:docMk/>
            <pc:sldMk cId="815801266" sldId="4471"/>
            <ac:spMk id="21" creationId="{DF29437F-B315-4233-896D-A974D5A446A8}"/>
          </ac:spMkLst>
        </pc:spChg>
        <pc:spChg chg="del">
          <ac:chgData name="Minh Huynh" userId="01a137d4-0d81-46e0-aca6-c9185b391828" providerId="ADAL" clId="{CF02122B-8685-4227-9B3E-A85B24F402DE}" dt="2026-10-13T10:09:46.308" v="1209" actId="478"/>
          <ac:spMkLst>
            <pc:docMk/>
            <pc:sldMk cId="815801266" sldId="4471"/>
            <ac:spMk id="22" creationId="{EA22C7B7-9E82-4CA1-B892-EEC3BC6EF4A2}"/>
          </ac:spMkLst>
        </pc:spChg>
        <pc:spChg chg="del">
          <ac:chgData name="Minh Huynh" userId="01a137d4-0d81-46e0-aca6-c9185b391828" providerId="ADAL" clId="{CF02122B-8685-4227-9B3E-A85B24F402DE}" dt="2026-10-13T10:09:46.308" v="1209" actId="478"/>
          <ac:spMkLst>
            <pc:docMk/>
            <pc:sldMk cId="815801266" sldId="4471"/>
            <ac:spMk id="23" creationId="{3942C582-3742-4771-8625-1BCE69C8B85E}"/>
          </ac:spMkLst>
        </pc:spChg>
        <pc:spChg chg="del">
          <ac:chgData name="Minh Huynh" userId="01a137d4-0d81-46e0-aca6-c9185b391828" providerId="ADAL" clId="{CF02122B-8685-4227-9B3E-A85B24F402DE}" dt="2026-10-13T10:09:46.308" v="1209" actId="478"/>
          <ac:spMkLst>
            <pc:docMk/>
            <pc:sldMk cId="815801266" sldId="4471"/>
            <ac:spMk id="24" creationId="{DA7F014F-9698-4281-9B2E-793A23390F49}"/>
          </ac:spMkLst>
        </pc:spChg>
        <pc:spChg chg="del">
          <ac:chgData name="Minh Huynh" userId="01a137d4-0d81-46e0-aca6-c9185b391828" providerId="ADAL" clId="{CF02122B-8685-4227-9B3E-A85B24F402DE}" dt="2026-10-13T10:09:46.308" v="1209" actId="478"/>
          <ac:spMkLst>
            <pc:docMk/>
            <pc:sldMk cId="815801266" sldId="4471"/>
            <ac:spMk id="25" creationId="{0B574169-55C8-4188-B9C8-8D43A9479976}"/>
          </ac:spMkLst>
        </pc:spChg>
        <pc:spChg chg="del">
          <ac:chgData name="Minh Huynh" userId="01a137d4-0d81-46e0-aca6-c9185b391828" providerId="ADAL" clId="{CF02122B-8685-4227-9B3E-A85B24F402DE}" dt="2026-10-13T10:09:46.308" v="1209" actId="478"/>
          <ac:spMkLst>
            <pc:docMk/>
            <pc:sldMk cId="815801266" sldId="4471"/>
            <ac:spMk id="26" creationId="{4C62C915-3FFA-4E59-9640-EEB942F846DE}"/>
          </ac:spMkLst>
        </pc:spChg>
        <pc:spChg chg="add mod">
          <ac:chgData name="Minh Huynh" userId="01a137d4-0d81-46e0-aca6-c9185b391828" providerId="ADAL" clId="{CF02122B-8685-4227-9B3E-A85B24F402DE}" dt="2026-10-13T10:09:59.604" v="1233" actId="20577"/>
          <ac:spMkLst>
            <pc:docMk/>
            <pc:sldMk cId="815801266" sldId="4471"/>
            <ac:spMk id="27" creationId="{A0A9333B-1C9A-4DA2-BCA9-64B5AE2E0C99}"/>
          </ac:spMkLst>
        </pc:spChg>
        <pc:spChg chg="add mod">
          <ac:chgData name="Minh Huynh" userId="01a137d4-0d81-46e0-aca6-c9185b391828" providerId="ADAL" clId="{CF02122B-8685-4227-9B3E-A85B24F402DE}" dt="2026-10-13T10:11:20.675" v="1280" actId="255"/>
          <ac:spMkLst>
            <pc:docMk/>
            <pc:sldMk cId="815801266" sldId="4471"/>
            <ac:spMk id="28" creationId="{B1158C15-9828-442B-B7FD-7B743BBE6CF4}"/>
          </ac:spMkLst>
        </pc:spChg>
        <pc:spChg chg="add mod">
          <ac:chgData name="Minh Huynh" userId="01a137d4-0d81-46e0-aca6-c9185b391828" providerId="ADAL" clId="{CF02122B-8685-4227-9B3E-A85B24F402DE}" dt="2026-10-13T10:12:26.786" v="1288" actId="1076"/>
          <ac:spMkLst>
            <pc:docMk/>
            <pc:sldMk cId="815801266" sldId="4471"/>
            <ac:spMk id="30" creationId="{14FE7C7C-9E18-4700-A10C-994A48938525}"/>
          </ac:spMkLst>
        </pc:spChg>
        <pc:spChg chg="add mod">
          <ac:chgData name="Minh Huynh" userId="01a137d4-0d81-46e0-aca6-c9185b391828" providerId="ADAL" clId="{CF02122B-8685-4227-9B3E-A85B24F402DE}" dt="2026-10-13T10:12:26.786" v="1288" actId="1076"/>
          <ac:spMkLst>
            <pc:docMk/>
            <pc:sldMk cId="815801266" sldId="4471"/>
            <ac:spMk id="31" creationId="{E97720FB-64A1-4A41-B3A0-D69B81B106BA}"/>
          </ac:spMkLst>
        </pc:spChg>
        <pc:spChg chg="add mod">
          <ac:chgData name="Minh Huynh" userId="01a137d4-0d81-46e0-aca6-c9185b391828" providerId="ADAL" clId="{CF02122B-8685-4227-9B3E-A85B24F402DE}" dt="2026-10-13T10:12:26.786" v="1288" actId="1076"/>
          <ac:spMkLst>
            <pc:docMk/>
            <pc:sldMk cId="815801266" sldId="4471"/>
            <ac:spMk id="32" creationId="{AD6CD9C2-46B4-479E-957B-67B6F7606979}"/>
          </ac:spMkLst>
        </pc:spChg>
        <pc:spChg chg="add del mod">
          <ac:chgData name="Minh Huynh" userId="01a137d4-0d81-46e0-aca6-c9185b391828" providerId="ADAL" clId="{CF02122B-8685-4227-9B3E-A85B24F402DE}" dt="2026-10-13T10:12:22.134" v="1287" actId="478"/>
          <ac:spMkLst>
            <pc:docMk/>
            <pc:sldMk cId="815801266" sldId="4471"/>
            <ac:spMk id="34" creationId="{EC5E5B56-3751-4DCC-938E-EC39C6642C4E}"/>
          </ac:spMkLst>
        </pc:spChg>
        <pc:spChg chg="add del mod">
          <ac:chgData name="Minh Huynh" userId="01a137d4-0d81-46e0-aca6-c9185b391828" providerId="ADAL" clId="{CF02122B-8685-4227-9B3E-A85B24F402DE}" dt="2026-10-13T10:12:22.134" v="1287" actId="478"/>
          <ac:spMkLst>
            <pc:docMk/>
            <pc:sldMk cId="815801266" sldId="4471"/>
            <ac:spMk id="35" creationId="{CCD5D13E-B36D-4F4D-82E4-DFAA5577F3AD}"/>
          </ac:spMkLst>
        </pc:spChg>
        <pc:spChg chg="add del mod">
          <ac:chgData name="Minh Huynh" userId="01a137d4-0d81-46e0-aca6-c9185b391828" providerId="ADAL" clId="{CF02122B-8685-4227-9B3E-A85B24F402DE}" dt="2026-10-13T10:12:22.134" v="1287" actId="478"/>
          <ac:spMkLst>
            <pc:docMk/>
            <pc:sldMk cId="815801266" sldId="4471"/>
            <ac:spMk id="36" creationId="{4B468003-0A17-4AF8-994B-709AFBABD8BB}"/>
          </ac:spMkLst>
        </pc:spChg>
        <pc:spChg chg="add del mod">
          <ac:chgData name="Minh Huynh" userId="01a137d4-0d81-46e0-aca6-c9185b391828" providerId="ADAL" clId="{CF02122B-8685-4227-9B3E-A85B24F402DE}" dt="2026-10-13T10:12:22.134" v="1287" actId="478"/>
          <ac:spMkLst>
            <pc:docMk/>
            <pc:sldMk cId="815801266" sldId="4471"/>
            <ac:spMk id="37" creationId="{64865BEB-00C0-421C-9F39-CFAA6595B4C0}"/>
          </ac:spMkLst>
        </pc:spChg>
        <pc:picChg chg="add mod">
          <ac:chgData name="Minh Huynh" userId="01a137d4-0d81-46e0-aca6-c9185b391828" providerId="ADAL" clId="{CF02122B-8685-4227-9B3E-A85B24F402DE}" dt="2026-10-13T10:12:26.786" v="1288" actId="1076"/>
          <ac:picMkLst>
            <pc:docMk/>
            <pc:sldMk cId="815801266" sldId="4471"/>
            <ac:picMk id="29" creationId="{FD20449A-19CA-450E-8693-001A1C7A51E4}"/>
          </ac:picMkLst>
        </pc:picChg>
        <pc:picChg chg="del">
          <ac:chgData name="Minh Huynh" userId="01a137d4-0d81-46e0-aca6-c9185b391828" providerId="ADAL" clId="{CF02122B-8685-4227-9B3E-A85B24F402DE}" dt="2026-10-13T10:10:08.616" v="1234" actId="478"/>
          <ac:picMkLst>
            <pc:docMk/>
            <pc:sldMk cId="815801266" sldId="4471"/>
            <ac:picMk id="13314" creationId="{FECAEC91-D6DA-4831-A5B9-EC8F124F3571}"/>
          </ac:picMkLst>
        </pc:picChg>
        <pc:cxnChg chg="add mod">
          <ac:chgData name="Minh Huynh" userId="01a137d4-0d81-46e0-aca6-c9185b391828" providerId="ADAL" clId="{CF02122B-8685-4227-9B3E-A85B24F402DE}" dt="2026-10-13T10:12:26.786" v="1288" actId="1076"/>
          <ac:cxnSpMkLst>
            <pc:docMk/>
            <pc:sldMk cId="815801266" sldId="4471"/>
            <ac:cxnSpMk id="33" creationId="{BAC8D325-F611-4161-91E7-BF8CCCEB5849}"/>
          </ac:cxnSpMkLst>
        </pc:cxnChg>
      </pc:sldChg>
      <pc:sldChg chg="addSp delSp modSp add del mod">
        <pc:chgData name="Minh Huynh" userId="01a137d4-0d81-46e0-aca6-c9185b391828" providerId="ADAL" clId="{CF02122B-8685-4227-9B3E-A85B24F402DE}" dt="2026-10-13T10:21:53.210" v="1500" actId="47"/>
        <pc:sldMkLst>
          <pc:docMk/>
          <pc:sldMk cId="2776696997" sldId="4472"/>
        </pc:sldMkLst>
        <pc:spChg chg="del">
          <ac:chgData name="Minh Huynh" userId="01a137d4-0d81-46e0-aca6-c9185b391828" providerId="ADAL" clId="{CF02122B-8685-4227-9B3E-A85B24F402DE}" dt="2026-10-13T10:12:30.941" v="1290" actId="478"/>
          <ac:spMkLst>
            <pc:docMk/>
            <pc:sldMk cId="2776696997" sldId="4472"/>
            <ac:spMk id="28" creationId="{B1158C15-9828-442B-B7FD-7B743BBE6CF4}"/>
          </ac:spMkLst>
        </pc:spChg>
        <pc:spChg chg="del">
          <ac:chgData name="Minh Huynh" userId="01a137d4-0d81-46e0-aca6-c9185b391828" providerId="ADAL" clId="{CF02122B-8685-4227-9B3E-A85B24F402DE}" dt="2026-10-13T10:12:30.941" v="1290" actId="478"/>
          <ac:spMkLst>
            <pc:docMk/>
            <pc:sldMk cId="2776696997" sldId="4472"/>
            <ac:spMk id="30" creationId="{14FE7C7C-9E18-4700-A10C-994A48938525}"/>
          </ac:spMkLst>
        </pc:spChg>
        <pc:spChg chg="del">
          <ac:chgData name="Minh Huynh" userId="01a137d4-0d81-46e0-aca6-c9185b391828" providerId="ADAL" clId="{CF02122B-8685-4227-9B3E-A85B24F402DE}" dt="2026-10-13T10:12:30.941" v="1290" actId="478"/>
          <ac:spMkLst>
            <pc:docMk/>
            <pc:sldMk cId="2776696997" sldId="4472"/>
            <ac:spMk id="31" creationId="{E97720FB-64A1-4A41-B3A0-D69B81B106BA}"/>
          </ac:spMkLst>
        </pc:spChg>
        <pc:spChg chg="del">
          <ac:chgData name="Minh Huynh" userId="01a137d4-0d81-46e0-aca6-c9185b391828" providerId="ADAL" clId="{CF02122B-8685-4227-9B3E-A85B24F402DE}" dt="2026-10-13T10:12:30.941" v="1290" actId="478"/>
          <ac:spMkLst>
            <pc:docMk/>
            <pc:sldMk cId="2776696997" sldId="4472"/>
            <ac:spMk id="32" creationId="{AD6CD9C2-46B4-479E-957B-67B6F7606979}"/>
          </ac:spMkLst>
        </pc:spChg>
        <pc:graphicFrameChg chg="add del mod">
          <ac:chgData name="Minh Huynh" userId="01a137d4-0d81-46e0-aca6-c9185b391828" providerId="ADAL" clId="{CF02122B-8685-4227-9B3E-A85B24F402DE}" dt="2026-10-13T10:12:54.320" v="1295" actId="478"/>
          <ac:graphicFrameMkLst>
            <pc:docMk/>
            <pc:sldMk cId="2776696997" sldId="4472"/>
            <ac:graphicFrameMk id="10" creationId="{13CB10CE-B394-4A65-A913-ACA7BD119567}"/>
          </ac:graphicFrameMkLst>
        </pc:graphicFrameChg>
        <pc:picChg chg="del">
          <ac:chgData name="Minh Huynh" userId="01a137d4-0d81-46e0-aca6-c9185b391828" providerId="ADAL" clId="{CF02122B-8685-4227-9B3E-A85B24F402DE}" dt="2026-10-13T10:12:30.941" v="1290" actId="478"/>
          <ac:picMkLst>
            <pc:docMk/>
            <pc:sldMk cId="2776696997" sldId="4472"/>
            <ac:picMk id="29" creationId="{FD20449A-19CA-450E-8693-001A1C7A51E4}"/>
          </ac:picMkLst>
        </pc:picChg>
        <pc:cxnChg chg="del">
          <ac:chgData name="Minh Huynh" userId="01a137d4-0d81-46e0-aca6-c9185b391828" providerId="ADAL" clId="{CF02122B-8685-4227-9B3E-A85B24F402DE}" dt="2026-10-13T10:12:30.941" v="1290" actId="478"/>
          <ac:cxnSpMkLst>
            <pc:docMk/>
            <pc:sldMk cId="2776696997" sldId="4472"/>
            <ac:cxnSpMk id="33" creationId="{BAC8D325-F611-4161-91E7-BF8CCCEB5849}"/>
          </ac:cxnSpMkLst>
        </pc:cxnChg>
      </pc:sldChg>
      <pc:sldChg chg="addSp delSp modSp add mod ord">
        <pc:chgData name="Minh Huynh" userId="01a137d4-0d81-46e0-aca6-c9185b391828" providerId="ADAL" clId="{CF02122B-8685-4227-9B3E-A85B24F402DE}" dt="2026-10-13T10:13:39.654" v="1313" actId="1076"/>
        <pc:sldMkLst>
          <pc:docMk/>
          <pc:sldMk cId="2580079608" sldId="4473"/>
        </pc:sldMkLst>
        <pc:spChg chg="add mod">
          <ac:chgData name="Minh Huynh" userId="01a137d4-0d81-46e0-aca6-c9185b391828" providerId="ADAL" clId="{CF02122B-8685-4227-9B3E-A85B24F402DE}" dt="2026-10-13T10:13:39.654" v="1313" actId="1076"/>
          <ac:spMkLst>
            <pc:docMk/>
            <pc:sldMk cId="2580079608" sldId="4473"/>
            <ac:spMk id="10" creationId="{16E226E0-4A2D-49A7-BC2E-BC154AA87571}"/>
          </ac:spMkLst>
        </pc:spChg>
        <pc:spChg chg="add mod">
          <ac:chgData name="Minh Huynh" userId="01a137d4-0d81-46e0-aca6-c9185b391828" providerId="ADAL" clId="{CF02122B-8685-4227-9B3E-A85B24F402DE}" dt="2026-10-13T10:13:35.614" v="1312" actId="1076"/>
          <ac:spMkLst>
            <pc:docMk/>
            <pc:sldMk cId="2580079608" sldId="4473"/>
            <ac:spMk id="12" creationId="{DFFBA832-BB4E-4722-AEA0-9E5E02097210}"/>
          </ac:spMkLst>
        </pc:spChg>
        <pc:spChg chg="add mod">
          <ac:chgData name="Minh Huynh" userId="01a137d4-0d81-46e0-aca6-c9185b391828" providerId="ADAL" clId="{CF02122B-8685-4227-9B3E-A85B24F402DE}" dt="2026-10-13T10:13:35.614" v="1312" actId="1076"/>
          <ac:spMkLst>
            <pc:docMk/>
            <pc:sldMk cId="2580079608" sldId="4473"/>
            <ac:spMk id="13" creationId="{B80BF70C-71B4-452C-9100-812614F65419}"/>
          </ac:spMkLst>
        </pc:spChg>
        <pc:spChg chg="add mod">
          <ac:chgData name="Minh Huynh" userId="01a137d4-0d81-46e0-aca6-c9185b391828" providerId="ADAL" clId="{CF02122B-8685-4227-9B3E-A85B24F402DE}" dt="2026-10-13T10:13:35.614" v="1312" actId="1076"/>
          <ac:spMkLst>
            <pc:docMk/>
            <pc:sldMk cId="2580079608" sldId="4473"/>
            <ac:spMk id="14" creationId="{5CB02B4D-0560-4780-B5F1-C16A3780920A}"/>
          </ac:spMkLst>
        </pc:spChg>
        <pc:spChg chg="add mod">
          <ac:chgData name="Minh Huynh" userId="01a137d4-0d81-46e0-aca6-c9185b391828" providerId="ADAL" clId="{CF02122B-8685-4227-9B3E-A85B24F402DE}" dt="2026-10-13T10:13:35.614" v="1312" actId="1076"/>
          <ac:spMkLst>
            <pc:docMk/>
            <pc:sldMk cId="2580079608" sldId="4473"/>
            <ac:spMk id="16" creationId="{B02F4FF4-69F0-4EA8-AB5E-A21C58762512}"/>
          </ac:spMkLst>
        </pc:spChg>
        <pc:spChg chg="add mod">
          <ac:chgData name="Minh Huynh" userId="01a137d4-0d81-46e0-aca6-c9185b391828" providerId="ADAL" clId="{CF02122B-8685-4227-9B3E-A85B24F402DE}" dt="2026-10-13T10:13:35.614" v="1312" actId="1076"/>
          <ac:spMkLst>
            <pc:docMk/>
            <pc:sldMk cId="2580079608" sldId="4473"/>
            <ac:spMk id="17" creationId="{1021D167-917B-4338-9143-01768309C4E9}"/>
          </ac:spMkLst>
        </pc:spChg>
        <pc:spChg chg="add mod">
          <ac:chgData name="Minh Huynh" userId="01a137d4-0d81-46e0-aca6-c9185b391828" providerId="ADAL" clId="{CF02122B-8685-4227-9B3E-A85B24F402DE}" dt="2026-10-13T10:13:35.614" v="1312" actId="1076"/>
          <ac:spMkLst>
            <pc:docMk/>
            <pc:sldMk cId="2580079608" sldId="4473"/>
            <ac:spMk id="18" creationId="{8FEE1F48-0639-419F-9F69-FAC3FFA26E45}"/>
          </ac:spMkLst>
        </pc:spChg>
        <pc:spChg chg="add mod">
          <ac:chgData name="Minh Huynh" userId="01a137d4-0d81-46e0-aca6-c9185b391828" providerId="ADAL" clId="{CF02122B-8685-4227-9B3E-A85B24F402DE}" dt="2026-10-13T10:13:35.614" v="1312" actId="1076"/>
          <ac:spMkLst>
            <pc:docMk/>
            <pc:sldMk cId="2580079608" sldId="4473"/>
            <ac:spMk id="19" creationId="{640A3842-DB46-458C-8340-1A6F9E6965C9}"/>
          </ac:spMkLst>
        </pc:spChg>
        <pc:spChg chg="mod">
          <ac:chgData name="Minh Huynh" userId="01a137d4-0d81-46e0-aca6-c9185b391828" providerId="ADAL" clId="{CF02122B-8685-4227-9B3E-A85B24F402DE}" dt="2026-10-13T10:13:22.127" v="1310" actId="20577"/>
          <ac:spMkLst>
            <pc:docMk/>
            <pc:sldMk cId="2580079608" sldId="4473"/>
            <ac:spMk id="28" creationId="{B1158C15-9828-442B-B7FD-7B743BBE6CF4}"/>
          </ac:spMkLst>
        </pc:spChg>
        <pc:spChg chg="del">
          <ac:chgData name="Minh Huynh" userId="01a137d4-0d81-46e0-aca6-c9185b391828" providerId="ADAL" clId="{CF02122B-8685-4227-9B3E-A85B24F402DE}" dt="2026-10-13T10:13:00.152" v="1296" actId="478"/>
          <ac:spMkLst>
            <pc:docMk/>
            <pc:sldMk cId="2580079608" sldId="4473"/>
            <ac:spMk id="30" creationId="{14FE7C7C-9E18-4700-A10C-994A48938525}"/>
          </ac:spMkLst>
        </pc:spChg>
        <pc:spChg chg="del">
          <ac:chgData name="Minh Huynh" userId="01a137d4-0d81-46e0-aca6-c9185b391828" providerId="ADAL" clId="{CF02122B-8685-4227-9B3E-A85B24F402DE}" dt="2026-10-13T10:13:00.152" v="1296" actId="478"/>
          <ac:spMkLst>
            <pc:docMk/>
            <pc:sldMk cId="2580079608" sldId="4473"/>
            <ac:spMk id="31" creationId="{E97720FB-64A1-4A41-B3A0-D69B81B106BA}"/>
          </ac:spMkLst>
        </pc:spChg>
        <pc:spChg chg="del">
          <ac:chgData name="Minh Huynh" userId="01a137d4-0d81-46e0-aca6-c9185b391828" providerId="ADAL" clId="{CF02122B-8685-4227-9B3E-A85B24F402DE}" dt="2026-10-13T10:13:00.152" v="1296" actId="478"/>
          <ac:spMkLst>
            <pc:docMk/>
            <pc:sldMk cId="2580079608" sldId="4473"/>
            <ac:spMk id="32" creationId="{AD6CD9C2-46B4-479E-957B-67B6F7606979}"/>
          </ac:spMkLst>
        </pc:spChg>
        <pc:picChg chg="add mod">
          <ac:chgData name="Minh Huynh" userId="01a137d4-0d81-46e0-aca6-c9185b391828" providerId="ADAL" clId="{CF02122B-8685-4227-9B3E-A85B24F402DE}" dt="2026-10-13T10:13:35.614" v="1312" actId="1076"/>
          <ac:picMkLst>
            <pc:docMk/>
            <pc:sldMk cId="2580079608" sldId="4473"/>
            <ac:picMk id="11" creationId="{5A76E8E7-C813-418E-A2B0-7682306484FA}"/>
          </ac:picMkLst>
        </pc:picChg>
        <pc:picChg chg="del">
          <ac:chgData name="Minh Huynh" userId="01a137d4-0d81-46e0-aca6-c9185b391828" providerId="ADAL" clId="{CF02122B-8685-4227-9B3E-A85B24F402DE}" dt="2026-10-13T10:13:00.152" v="1296" actId="478"/>
          <ac:picMkLst>
            <pc:docMk/>
            <pc:sldMk cId="2580079608" sldId="4473"/>
            <ac:picMk id="29" creationId="{FD20449A-19CA-450E-8693-001A1C7A51E4}"/>
          </ac:picMkLst>
        </pc:picChg>
        <pc:cxnChg chg="add mod">
          <ac:chgData name="Minh Huynh" userId="01a137d4-0d81-46e0-aca6-c9185b391828" providerId="ADAL" clId="{CF02122B-8685-4227-9B3E-A85B24F402DE}" dt="2026-10-13T10:13:35.614" v="1312" actId="1076"/>
          <ac:cxnSpMkLst>
            <pc:docMk/>
            <pc:sldMk cId="2580079608" sldId="4473"/>
            <ac:cxnSpMk id="15" creationId="{C1DF15FE-BBBD-4DF3-8459-A14ADF12D1ED}"/>
          </ac:cxnSpMkLst>
        </pc:cxnChg>
        <pc:cxnChg chg="del">
          <ac:chgData name="Minh Huynh" userId="01a137d4-0d81-46e0-aca6-c9185b391828" providerId="ADAL" clId="{CF02122B-8685-4227-9B3E-A85B24F402DE}" dt="2026-10-13T10:13:00.152" v="1296" actId="478"/>
          <ac:cxnSpMkLst>
            <pc:docMk/>
            <pc:sldMk cId="2580079608" sldId="4473"/>
            <ac:cxnSpMk id="33" creationId="{BAC8D325-F611-4161-91E7-BF8CCCEB5849}"/>
          </ac:cxnSpMkLst>
        </pc:cxnChg>
      </pc:sldChg>
      <pc:sldChg chg="del">
        <pc:chgData name="Minh Huynh" userId="01a137d4-0d81-46e0-aca6-c9185b391828" providerId="ADAL" clId="{CF02122B-8685-4227-9B3E-A85B24F402DE}" dt="2026-10-13T09:54:35.156" v="0" actId="47"/>
        <pc:sldMkLst>
          <pc:docMk/>
          <pc:sldMk cId="1805026901" sldId="4475"/>
        </pc:sldMkLst>
      </pc:sldChg>
      <pc:sldChg chg="del">
        <pc:chgData name="Minh Huynh" userId="01a137d4-0d81-46e0-aca6-c9185b391828" providerId="ADAL" clId="{CF02122B-8685-4227-9B3E-A85B24F402DE}" dt="2026-10-13T09:54:35.156" v="0" actId="47"/>
        <pc:sldMkLst>
          <pc:docMk/>
          <pc:sldMk cId="3634065575" sldId="4476"/>
        </pc:sldMkLst>
      </pc:sldChg>
      <pc:sldChg chg="addSp delSp modSp add del mod">
        <pc:chgData name="Minh Huynh" userId="01a137d4-0d81-46e0-aca6-c9185b391828" providerId="ADAL" clId="{CF02122B-8685-4227-9B3E-A85B24F402DE}" dt="2026-10-13T10:15:36.038" v="1402" actId="47"/>
        <pc:sldMkLst>
          <pc:docMk/>
          <pc:sldMk cId="3675881470" sldId="4495"/>
        </pc:sldMkLst>
        <pc:spChg chg="del">
          <ac:chgData name="Minh Huynh" userId="01a137d4-0d81-46e0-aca6-c9185b391828" providerId="ADAL" clId="{CF02122B-8685-4227-9B3E-A85B24F402DE}" dt="2026-10-13T10:14:18.125" v="1316" actId="478"/>
          <ac:spMkLst>
            <pc:docMk/>
            <pc:sldMk cId="3675881470" sldId="4495"/>
            <ac:spMk id="11" creationId="{37AAD999-4B01-4A99-A671-29362144F827}"/>
          </ac:spMkLst>
        </pc:spChg>
        <pc:spChg chg="del">
          <ac:chgData name="Minh Huynh" userId="01a137d4-0d81-46e0-aca6-c9185b391828" providerId="ADAL" clId="{CF02122B-8685-4227-9B3E-A85B24F402DE}" dt="2026-10-13T10:14:18.125" v="1316" actId="478"/>
          <ac:spMkLst>
            <pc:docMk/>
            <pc:sldMk cId="3675881470" sldId="4495"/>
            <ac:spMk id="12" creationId="{0AF40782-A186-4470-B2F6-10AF2AE79D29}"/>
          </ac:spMkLst>
        </pc:spChg>
        <pc:spChg chg="del">
          <ac:chgData name="Minh Huynh" userId="01a137d4-0d81-46e0-aca6-c9185b391828" providerId="ADAL" clId="{CF02122B-8685-4227-9B3E-A85B24F402DE}" dt="2026-10-13T10:14:18.125" v="1316" actId="478"/>
          <ac:spMkLst>
            <pc:docMk/>
            <pc:sldMk cId="3675881470" sldId="4495"/>
            <ac:spMk id="13" creationId="{459A5882-7528-4F70-865D-ED1C869CC0EB}"/>
          </ac:spMkLst>
        </pc:spChg>
        <pc:spChg chg="del">
          <ac:chgData name="Minh Huynh" userId="01a137d4-0d81-46e0-aca6-c9185b391828" providerId="ADAL" clId="{CF02122B-8685-4227-9B3E-A85B24F402DE}" dt="2026-10-13T10:14:18.125" v="1316" actId="478"/>
          <ac:spMkLst>
            <pc:docMk/>
            <pc:sldMk cId="3675881470" sldId="4495"/>
            <ac:spMk id="14" creationId="{83BACD0D-8FF3-4840-BA32-1DB50006943D}"/>
          </ac:spMkLst>
        </pc:spChg>
        <pc:spChg chg="del">
          <ac:chgData name="Minh Huynh" userId="01a137d4-0d81-46e0-aca6-c9185b391828" providerId="ADAL" clId="{CF02122B-8685-4227-9B3E-A85B24F402DE}" dt="2026-10-13T10:14:18.125" v="1316" actId="478"/>
          <ac:spMkLst>
            <pc:docMk/>
            <pc:sldMk cId="3675881470" sldId="4495"/>
            <ac:spMk id="15" creationId="{E825E9B1-CA3A-49C1-A738-8BB582164798}"/>
          </ac:spMkLst>
        </pc:spChg>
        <pc:spChg chg="del">
          <ac:chgData name="Minh Huynh" userId="01a137d4-0d81-46e0-aca6-c9185b391828" providerId="ADAL" clId="{CF02122B-8685-4227-9B3E-A85B24F402DE}" dt="2026-10-13T10:14:18.125" v="1316" actId="478"/>
          <ac:spMkLst>
            <pc:docMk/>
            <pc:sldMk cId="3675881470" sldId="4495"/>
            <ac:spMk id="16" creationId="{25113872-3F78-4B22-939A-B7152A1503B4}"/>
          </ac:spMkLst>
        </pc:spChg>
        <pc:spChg chg="del">
          <ac:chgData name="Minh Huynh" userId="01a137d4-0d81-46e0-aca6-c9185b391828" providerId="ADAL" clId="{CF02122B-8685-4227-9B3E-A85B24F402DE}" dt="2026-10-13T10:14:18.125" v="1316" actId="478"/>
          <ac:spMkLst>
            <pc:docMk/>
            <pc:sldMk cId="3675881470" sldId="4495"/>
            <ac:spMk id="17" creationId="{BE133509-974B-4838-9430-78FD5A0C0C35}"/>
          </ac:spMkLst>
        </pc:spChg>
        <pc:spChg chg="del">
          <ac:chgData name="Minh Huynh" userId="01a137d4-0d81-46e0-aca6-c9185b391828" providerId="ADAL" clId="{CF02122B-8685-4227-9B3E-A85B24F402DE}" dt="2026-10-13T10:14:18.125" v="1316" actId="478"/>
          <ac:spMkLst>
            <pc:docMk/>
            <pc:sldMk cId="3675881470" sldId="4495"/>
            <ac:spMk id="18" creationId="{103252C8-09DB-4EA4-815F-3D0D42B94B01}"/>
          </ac:spMkLst>
        </pc:spChg>
        <pc:spChg chg="del">
          <ac:chgData name="Minh Huynh" userId="01a137d4-0d81-46e0-aca6-c9185b391828" providerId="ADAL" clId="{CF02122B-8685-4227-9B3E-A85B24F402DE}" dt="2026-10-13T10:14:18.125" v="1316" actId="478"/>
          <ac:spMkLst>
            <pc:docMk/>
            <pc:sldMk cId="3675881470" sldId="4495"/>
            <ac:spMk id="19" creationId="{A13D9FEC-E098-4D33-B160-EF34A5B7486B}"/>
          </ac:spMkLst>
        </pc:spChg>
        <pc:spChg chg="del">
          <ac:chgData name="Minh Huynh" userId="01a137d4-0d81-46e0-aca6-c9185b391828" providerId="ADAL" clId="{CF02122B-8685-4227-9B3E-A85B24F402DE}" dt="2026-10-13T10:14:18.125" v="1316" actId="478"/>
          <ac:spMkLst>
            <pc:docMk/>
            <pc:sldMk cId="3675881470" sldId="4495"/>
            <ac:spMk id="20" creationId="{FBE0BE42-4B49-45AF-8C4B-9A5FEC223C6B}"/>
          </ac:spMkLst>
        </pc:spChg>
        <pc:spChg chg="del">
          <ac:chgData name="Minh Huynh" userId="01a137d4-0d81-46e0-aca6-c9185b391828" providerId="ADAL" clId="{CF02122B-8685-4227-9B3E-A85B24F402DE}" dt="2026-10-13T10:14:18.125" v="1316" actId="478"/>
          <ac:spMkLst>
            <pc:docMk/>
            <pc:sldMk cId="3675881470" sldId="4495"/>
            <ac:spMk id="21" creationId="{3C13F961-CBEA-456B-A9CE-E77C99577669}"/>
          </ac:spMkLst>
        </pc:spChg>
        <pc:spChg chg="del">
          <ac:chgData name="Minh Huynh" userId="01a137d4-0d81-46e0-aca6-c9185b391828" providerId="ADAL" clId="{CF02122B-8685-4227-9B3E-A85B24F402DE}" dt="2026-10-13T10:14:18.125" v="1316" actId="478"/>
          <ac:spMkLst>
            <pc:docMk/>
            <pc:sldMk cId="3675881470" sldId="4495"/>
            <ac:spMk id="22" creationId="{A46A8695-FFBB-4DCE-8285-A6FB58E267E8}"/>
          </ac:spMkLst>
        </pc:spChg>
        <pc:spChg chg="del">
          <ac:chgData name="Minh Huynh" userId="01a137d4-0d81-46e0-aca6-c9185b391828" providerId="ADAL" clId="{CF02122B-8685-4227-9B3E-A85B24F402DE}" dt="2026-10-13T10:14:18.125" v="1316" actId="478"/>
          <ac:spMkLst>
            <pc:docMk/>
            <pc:sldMk cId="3675881470" sldId="4495"/>
            <ac:spMk id="23" creationId="{63FFBA4A-C0FE-4176-9023-3D3EFB50974D}"/>
          </ac:spMkLst>
        </pc:spChg>
        <pc:spChg chg="add mod">
          <ac:chgData name="Minh Huynh" userId="01a137d4-0d81-46e0-aca6-c9185b391828" providerId="ADAL" clId="{CF02122B-8685-4227-9B3E-A85B24F402DE}" dt="2026-10-13T10:14:27.743" v="1329" actId="20577"/>
          <ac:spMkLst>
            <pc:docMk/>
            <pc:sldMk cId="3675881470" sldId="4495"/>
            <ac:spMk id="24" creationId="{8A46215E-B32E-44F6-8288-3DA4A99195E5}"/>
          </ac:spMkLst>
        </pc:spChg>
        <pc:spChg chg="del">
          <ac:chgData name="Minh Huynh" userId="01a137d4-0d81-46e0-aca6-c9185b391828" providerId="ADAL" clId="{CF02122B-8685-4227-9B3E-A85B24F402DE}" dt="2026-10-13T10:14:15.079" v="1315" actId="478"/>
          <ac:spMkLst>
            <pc:docMk/>
            <pc:sldMk cId="3675881470" sldId="4495"/>
            <ac:spMk id="81" creationId="{FB9452E1-2F55-47A6-9FC0-5D515A7EF402}"/>
          </ac:spMkLst>
        </pc:spChg>
      </pc:sldChg>
      <pc:sldChg chg="addSp delSp modSp add mod">
        <pc:chgData name="Minh Huynh" userId="01a137d4-0d81-46e0-aca6-c9185b391828" providerId="ADAL" clId="{CF02122B-8685-4227-9B3E-A85B24F402DE}" dt="2026-10-13T10:15:55.828" v="1406" actId="1076"/>
        <pc:sldMkLst>
          <pc:docMk/>
          <pc:sldMk cId="3163652992" sldId="4496"/>
        </pc:sldMkLst>
        <pc:spChg chg="add del mod">
          <ac:chgData name="Minh Huynh" userId="01a137d4-0d81-46e0-aca6-c9185b391828" providerId="ADAL" clId="{CF02122B-8685-4227-9B3E-A85B24F402DE}" dt="2026-10-13T10:15:48.582" v="1403" actId="478"/>
          <ac:spMkLst>
            <pc:docMk/>
            <pc:sldMk cId="3163652992" sldId="4496"/>
            <ac:spMk id="6" creationId="{09E0AA3F-240A-4B23-A7D2-BAFED21291B8}"/>
          </ac:spMkLst>
        </pc:spChg>
        <pc:spChg chg="add del mod">
          <ac:chgData name="Minh Huynh" userId="01a137d4-0d81-46e0-aca6-c9185b391828" providerId="ADAL" clId="{CF02122B-8685-4227-9B3E-A85B24F402DE}" dt="2026-10-13T10:15:50.527" v="1404" actId="478"/>
          <ac:spMkLst>
            <pc:docMk/>
            <pc:sldMk cId="3163652992" sldId="4496"/>
            <ac:spMk id="7" creationId="{6F25216E-7F96-42FA-8251-D4C9F7E1F41B}"/>
          </ac:spMkLst>
        </pc:spChg>
        <pc:spChg chg="add mod">
          <ac:chgData name="Minh Huynh" userId="01a137d4-0d81-46e0-aca6-c9185b391828" providerId="ADAL" clId="{CF02122B-8685-4227-9B3E-A85B24F402DE}" dt="2026-10-13T10:15:55.828" v="1406" actId="1076"/>
          <ac:spMkLst>
            <pc:docMk/>
            <pc:sldMk cId="3163652992" sldId="4496"/>
            <ac:spMk id="9" creationId="{166C276E-395B-4DBC-BBA7-CAF056B616A9}"/>
          </ac:spMkLst>
        </pc:spChg>
        <pc:spChg chg="mod">
          <ac:chgData name="Minh Huynh" userId="01a137d4-0d81-46e0-aca6-c9185b391828" providerId="ADAL" clId="{CF02122B-8685-4227-9B3E-A85B24F402DE}" dt="2026-10-13T10:15:32.732" v="1401" actId="20577"/>
          <ac:spMkLst>
            <pc:docMk/>
            <pc:sldMk cId="3163652992" sldId="4496"/>
            <ac:spMk id="24" creationId="{8A46215E-B32E-44F6-8288-3DA4A99195E5}"/>
          </ac:spMkLst>
        </pc:spChg>
        <pc:picChg chg="add mod">
          <ac:chgData name="Minh Huynh" userId="01a137d4-0d81-46e0-aca6-c9185b391828" providerId="ADAL" clId="{CF02122B-8685-4227-9B3E-A85B24F402DE}" dt="2026-10-13T10:15:02.257" v="1332"/>
          <ac:picMkLst>
            <pc:docMk/>
            <pc:sldMk cId="3163652992" sldId="4496"/>
            <ac:picMk id="5" creationId="{8BF26077-08B2-4BF8-95CF-3645C650B1C2}"/>
          </ac:picMkLst>
        </pc:picChg>
        <pc:picChg chg="add mod">
          <ac:chgData name="Minh Huynh" userId="01a137d4-0d81-46e0-aca6-c9185b391828" providerId="ADAL" clId="{CF02122B-8685-4227-9B3E-A85B24F402DE}" dt="2026-10-13T10:15:55.828" v="1406" actId="1076"/>
          <ac:picMkLst>
            <pc:docMk/>
            <pc:sldMk cId="3163652992" sldId="4496"/>
            <ac:picMk id="8" creationId="{5EEF53FE-9D48-4D0E-8D96-01B66E66F232}"/>
          </ac:picMkLst>
        </pc:picChg>
        <pc:picChg chg="del">
          <ac:chgData name="Minh Huynh" userId="01a137d4-0d81-46e0-aca6-c9185b391828" providerId="ADAL" clId="{CF02122B-8685-4227-9B3E-A85B24F402DE}" dt="2026-10-13T10:14:59.581" v="1331" actId="478"/>
          <ac:picMkLst>
            <pc:docMk/>
            <pc:sldMk cId="3163652992" sldId="4496"/>
            <ac:picMk id="16386" creationId="{8B58479C-B7EC-4462-AD10-C9FD36309785}"/>
          </ac:picMkLst>
        </pc:picChg>
        <pc:picChg chg="del">
          <ac:chgData name="Minh Huynh" userId="01a137d4-0d81-46e0-aca6-c9185b391828" providerId="ADAL" clId="{CF02122B-8685-4227-9B3E-A85B24F402DE}" dt="2026-10-13T10:14:59.581" v="1331" actId="478"/>
          <ac:picMkLst>
            <pc:docMk/>
            <pc:sldMk cId="3163652992" sldId="4496"/>
            <ac:picMk id="16388" creationId="{BBC6E02E-B8A4-4049-BE11-59F7EE2CF38C}"/>
          </ac:picMkLst>
        </pc:picChg>
      </pc:sldChg>
      <pc:sldChg chg="del">
        <pc:chgData name="Minh Huynh" userId="01a137d4-0d81-46e0-aca6-c9185b391828" providerId="ADAL" clId="{CF02122B-8685-4227-9B3E-A85B24F402DE}" dt="2026-10-13T09:54:35.156" v="0" actId="47"/>
        <pc:sldMkLst>
          <pc:docMk/>
          <pc:sldMk cId="1203949008" sldId="4499"/>
        </pc:sldMkLst>
      </pc:sldChg>
      <pc:sldChg chg="del">
        <pc:chgData name="Minh Huynh" userId="01a137d4-0d81-46e0-aca6-c9185b391828" providerId="ADAL" clId="{CF02122B-8685-4227-9B3E-A85B24F402DE}" dt="2026-10-13T09:54:35.156" v="0" actId="47"/>
        <pc:sldMkLst>
          <pc:docMk/>
          <pc:sldMk cId="417742359" sldId="4512"/>
        </pc:sldMkLst>
      </pc:sldChg>
      <pc:sldChg chg="addSp delSp modSp add mod">
        <pc:chgData name="Minh Huynh" userId="01a137d4-0d81-46e0-aca6-c9185b391828" providerId="ADAL" clId="{CF02122B-8685-4227-9B3E-A85B24F402DE}" dt="2026-10-13T10:16:13.852" v="1409"/>
        <pc:sldMkLst>
          <pc:docMk/>
          <pc:sldMk cId="1980768888" sldId="4518"/>
        </pc:sldMkLst>
        <pc:spChg chg="del">
          <ac:chgData name="Minh Huynh" userId="01a137d4-0d81-46e0-aca6-c9185b391828" providerId="ADAL" clId="{CF02122B-8685-4227-9B3E-A85B24F402DE}" dt="2026-10-13T10:16:10.867" v="1408" actId="478"/>
          <ac:spMkLst>
            <pc:docMk/>
            <pc:sldMk cId="1980768888" sldId="4518"/>
            <ac:spMk id="11" creationId="{8F018462-ECF9-4655-B54E-D8F2F9E52D84}"/>
          </ac:spMkLst>
        </pc:spChg>
        <pc:spChg chg="del">
          <ac:chgData name="Minh Huynh" userId="01a137d4-0d81-46e0-aca6-c9185b391828" providerId="ADAL" clId="{CF02122B-8685-4227-9B3E-A85B24F402DE}" dt="2026-10-13T10:16:10.867" v="1408" actId="478"/>
          <ac:spMkLst>
            <pc:docMk/>
            <pc:sldMk cId="1980768888" sldId="4518"/>
            <ac:spMk id="12" creationId="{CC0C817A-F2D8-4A97-B251-222CC65C9D5F}"/>
          </ac:spMkLst>
        </pc:spChg>
        <pc:spChg chg="del">
          <ac:chgData name="Minh Huynh" userId="01a137d4-0d81-46e0-aca6-c9185b391828" providerId="ADAL" clId="{CF02122B-8685-4227-9B3E-A85B24F402DE}" dt="2026-10-13T10:16:10.867" v="1408" actId="478"/>
          <ac:spMkLst>
            <pc:docMk/>
            <pc:sldMk cId="1980768888" sldId="4518"/>
            <ac:spMk id="13" creationId="{02C5C8E3-4468-4E6A-96AE-25398CD46BAF}"/>
          </ac:spMkLst>
        </pc:spChg>
        <pc:spChg chg="del">
          <ac:chgData name="Minh Huynh" userId="01a137d4-0d81-46e0-aca6-c9185b391828" providerId="ADAL" clId="{CF02122B-8685-4227-9B3E-A85B24F402DE}" dt="2026-10-13T10:16:10.867" v="1408" actId="478"/>
          <ac:spMkLst>
            <pc:docMk/>
            <pc:sldMk cId="1980768888" sldId="4518"/>
            <ac:spMk id="14" creationId="{B9296EAD-38DE-4D94-BEE6-5EB2635E2881}"/>
          </ac:spMkLst>
        </pc:spChg>
        <pc:spChg chg="del">
          <ac:chgData name="Minh Huynh" userId="01a137d4-0d81-46e0-aca6-c9185b391828" providerId="ADAL" clId="{CF02122B-8685-4227-9B3E-A85B24F402DE}" dt="2026-10-13T10:16:10.867" v="1408" actId="478"/>
          <ac:spMkLst>
            <pc:docMk/>
            <pc:sldMk cId="1980768888" sldId="4518"/>
            <ac:spMk id="15" creationId="{0BE9745A-C6CD-4FDD-8130-3039BD66CB74}"/>
          </ac:spMkLst>
        </pc:spChg>
        <pc:spChg chg="del">
          <ac:chgData name="Minh Huynh" userId="01a137d4-0d81-46e0-aca6-c9185b391828" providerId="ADAL" clId="{CF02122B-8685-4227-9B3E-A85B24F402DE}" dt="2026-10-13T10:16:10.867" v="1408" actId="478"/>
          <ac:spMkLst>
            <pc:docMk/>
            <pc:sldMk cId="1980768888" sldId="4518"/>
            <ac:spMk id="16" creationId="{6F58A2C0-7F87-4B06-8017-DB79036C6C81}"/>
          </ac:spMkLst>
        </pc:spChg>
        <pc:spChg chg="del">
          <ac:chgData name="Minh Huynh" userId="01a137d4-0d81-46e0-aca6-c9185b391828" providerId="ADAL" clId="{CF02122B-8685-4227-9B3E-A85B24F402DE}" dt="2026-10-13T10:16:10.867" v="1408" actId="478"/>
          <ac:spMkLst>
            <pc:docMk/>
            <pc:sldMk cId="1980768888" sldId="4518"/>
            <ac:spMk id="17" creationId="{7E2DD776-2EDD-4BC6-A601-B1F876BAB5AE}"/>
          </ac:spMkLst>
        </pc:spChg>
        <pc:spChg chg="del">
          <ac:chgData name="Minh Huynh" userId="01a137d4-0d81-46e0-aca6-c9185b391828" providerId="ADAL" clId="{CF02122B-8685-4227-9B3E-A85B24F402DE}" dt="2026-10-13T10:16:10.867" v="1408" actId="478"/>
          <ac:spMkLst>
            <pc:docMk/>
            <pc:sldMk cId="1980768888" sldId="4518"/>
            <ac:spMk id="18" creationId="{A6FE0E11-B2E9-4E05-B7A3-AE912F8579D3}"/>
          </ac:spMkLst>
        </pc:spChg>
        <pc:spChg chg="del">
          <ac:chgData name="Minh Huynh" userId="01a137d4-0d81-46e0-aca6-c9185b391828" providerId="ADAL" clId="{CF02122B-8685-4227-9B3E-A85B24F402DE}" dt="2026-10-13T10:16:10.867" v="1408" actId="478"/>
          <ac:spMkLst>
            <pc:docMk/>
            <pc:sldMk cId="1980768888" sldId="4518"/>
            <ac:spMk id="19" creationId="{34A7A4D7-99A7-40CA-8AF2-5FB5458F254E}"/>
          </ac:spMkLst>
        </pc:spChg>
        <pc:spChg chg="del">
          <ac:chgData name="Minh Huynh" userId="01a137d4-0d81-46e0-aca6-c9185b391828" providerId="ADAL" clId="{CF02122B-8685-4227-9B3E-A85B24F402DE}" dt="2026-10-13T10:16:10.867" v="1408" actId="478"/>
          <ac:spMkLst>
            <pc:docMk/>
            <pc:sldMk cId="1980768888" sldId="4518"/>
            <ac:spMk id="20" creationId="{4FFBF177-20B3-4486-AAF9-FE4836BF054C}"/>
          </ac:spMkLst>
        </pc:spChg>
        <pc:spChg chg="del">
          <ac:chgData name="Minh Huynh" userId="01a137d4-0d81-46e0-aca6-c9185b391828" providerId="ADAL" clId="{CF02122B-8685-4227-9B3E-A85B24F402DE}" dt="2026-10-13T10:16:10.867" v="1408" actId="478"/>
          <ac:spMkLst>
            <pc:docMk/>
            <pc:sldMk cId="1980768888" sldId="4518"/>
            <ac:spMk id="21" creationId="{96B4D107-F00F-40DC-BCBF-A56DD997CC16}"/>
          </ac:spMkLst>
        </pc:spChg>
        <pc:spChg chg="del">
          <ac:chgData name="Minh Huynh" userId="01a137d4-0d81-46e0-aca6-c9185b391828" providerId="ADAL" clId="{CF02122B-8685-4227-9B3E-A85B24F402DE}" dt="2026-10-13T10:16:10.867" v="1408" actId="478"/>
          <ac:spMkLst>
            <pc:docMk/>
            <pc:sldMk cId="1980768888" sldId="4518"/>
            <ac:spMk id="22" creationId="{412FC29E-94D1-44FC-ABCE-FC29F598C56F}"/>
          </ac:spMkLst>
        </pc:spChg>
        <pc:spChg chg="del">
          <ac:chgData name="Minh Huynh" userId="01a137d4-0d81-46e0-aca6-c9185b391828" providerId="ADAL" clId="{CF02122B-8685-4227-9B3E-A85B24F402DE}" dt="2026-10-13T10:16:10.867" v="1408" actId="478"/>
          <ac:spMkLst>
            <pc:docMk/>
            <pc:sldMk cId="1980768888" sldId="4518"/>
            <ac:spMk id="23" creationId="{B226F367-496C-4783-B47F-EA809ADE62B5}"/>
          </ac:spMkLst>
        </pc:spChg>
        <pc:spChg chg="add mod">
          <ac:chgData name="Minh Huynh" userId="01a137d4-0d81-46e0-aca6-c9185b391828" providerId="ADAL" clId="{CF02122B-8685-4227-9B3E-A85B24F402DE}" dt="2026-10-13T10:16:13.852" v="1409"/>
          <ac:spMkLst>
            <pc:docMk/>
            <pc:sldMk cId="1980768888" sldId="4518"/>
            <ac:spMk id="24" creationId="{48F84509-64F1-4602-AB7D-11145C789364}"/>
          </ac:spMkLst>
        </pc:spChg>
      </pc:sldChg>
      <pc:sldChg chg="addSp delSp modSp add mod">
        <pc:chgData name="Minh Huynh" userId="01a137d4-0d81-46e0-aca6-c9185b391828" providerId="ADAL" clId="{CF02122B-8685-4227-9B3E-A85B24F402DE}" dt="2026-10-13T10:17:29.871" v="1441" actId="20577"/>
        <pc:sldMkLst>
          <pc:docMk/>
          <pc:sldMk cId="639961980" sldId="4521"/>
        </pc:sldMkLst>
        <pc:spChg chg="del">
          <ac:chgData name="Minh Huynh" userId="01a137d4-0d81-46e0-aca6-c9185b391828" providerId="ADAL" clId="{CF02122B-8685-4227-9B3E-A85B24F402DE}" dt="2026-10-13T10:16:33.044" v="1411" actId="478"/>
          <ac:spMkLst>
            <pc:docMk/>
            <pc:sldMk cId="639961980" sldId="4521"/>
            <ac:spMk id="11" creationId="{7814DEDC-95FB-46BE-9C5C-14AB99D69454}"/>
          </ac:spMkLst>
        </pc:spChg>
        <pc:spChg chg="del">
          <ac:chgData name="Minh Huynh" userId="01a137d4-0d81-46e0-aca6-c9185b391828" providerId="ADAL" clId="{CF02122B-8685-4227-9B3E-A85B24F402DE}" dt="2026-10-13T10:16:35.041" v="1412" actId="478"/>
          <ac:spMkLst>
            <pc:docMk/>
            <pc:sldMk cId="639961980" sldId="4521"/>
            <ac:spMk id="15" creationId="{E30EB948-1B33-4071-B64A-35C047816669}"/>
          </ac:spMkLst>
        </pc:spChg>
        <pc:spChg chg="del">
          <ac:chgData name="Minh Huynh" userId="01a137d4-0d81-46e0-aca6-c9185b391828" providerId="ADAL" clId="{CF02122B-8685-4227-9B3E-A85B24F402DE}" dt="2026-10-13T10:16:35.041" v="1412" actId="478"/>
          <ac:spMkLst>
            <pc:docMk/>
            <pc:sldMk cId="639961980" sldId="4521"/>
            <ac:spMk id="16" creationId="{95AEC8FC-7167-4F68-89AF-68DA0CB72E37}"/>
          </ac:spMkLst>
        </pc:spChg>
        <pc:spChg chg="del">
          <ac:chgData name="Minh Huynh" userId="01a137d4-0d81-46e0-aca6-c9185b391828" providerId="ADAL" clId="{CF02122B-8685-4227-9B3E-A85B24F402DE}" dt="2026-10-13T10:16:35.041" v="1412" actId="478"/>
          <ac:spMkLst>
            <pc:docMk/>
            <pc:sldMk cId="639961980" sldId="4521"/>
            <ac:spMk id="17" creationId="{04B0FE19-06FD-4D5F-93A8-471716331D69}"/>
          </ac:spMkLst>
        </pc:spChg>
        <pc:spChg chg="del">
          <ac:chgData name="Minh Huynh" userId="01a137d4-0d81-46e0-aca6-c9185b391828" providerId="ADAL" clId="{CF02122B-8685-4227-9B3E-A85B24F402DE}" dt="2026-10-13T10:16:35.041" v="1412" actId="478"/>
          <ac:spMkLst>
            <pc:docMk/>
            <pc:sldMk cId="639961980" sldId="4521"/>
            <ac:spMk id="18" creationId="{BEB84312-7799-4A33-B8EF-84645A2092F6}"/>
          </ac:spMkLst>
        </pc:spChg>
        <pc:spChg chg="del">
          <ac:chgData name="Minh Huynh" userId="01a137d4-0d81-46e0-aca6-c9185b391828" providerId="ADAL" clId="{CF02122B-8685-4227-9B3E-A85B24F402DE}" dt="2026-10-13T10:16:35.041" v="1412" actId="478"/>
          <ac:spMkLst>
            <pc:docMk/>
            <pc:sldMk cId="639961980" sldId="4521"/>
            <ac:spMk id="19" creationId="{9514140E-EAC1-4824-B93D-9CAB6393D419}"/>
          </ac:spMkLst>
        </pc:spChg>
        <pc:spChg chg="del">
          <ac:chgData name="Minh Huynh" userId="01a137d4-0d81-46e0-aca6-c9185b391828" providerId="ADAL" clId="{CF02122B-8685-4227-9B3E-A85B24F402DE}" dt="2026-10-13T10:16:35.041" v="1412" actId="478"/>
          <ac:spMkLst>
            <pc:docMk/>
            <pc:sldMk cId="639961980" sldId="4521"/>
            <ac:spMk id="20" creationId="{61D4E555-C56B-4F0D-A409-32071F474D80}"/>
          </ac:spMkLst>
        </pc:spChg>
        <pc:spChg chg="del">
          <ac:chgData name="Minh Huynh" userId="01a137d4-0d81-46e0-aca6-c9185b391828" providerId="ADAL" clId="{CF02122B-8685-4227-9B3E-A85B24F402DE}" dt="2026-10-13T10:16:35.041" v="1412" actId="478"/>
          <ac:spMkLst>
            <pc:docMk/>
            <pc:sldMk cId="639961980" sldId="4521"/>
            <ac:spMk id="21" creationId="{F001774E-68ED-4AD0-855D-C453F18D40DC}"/>
          </ac:spMkLst>
        </pc:spChg>
        <pc:spChg chg="del">
          <ac:chgData name="Minh Huynh" userId="01a137d4-0d81-46e0-aca6-c9185b391828" providerId="ADAL" clId="{CF02122B-8685-4227-9B3E-A85B24F402DE}" dt="2026-10-13T10:16:35.041" v="1412" actId="478"/>
          <ac:spMkLst>
            <pc:docMk/>
            <pc:sldMk cId="639961980" sldId="4521"/>
            <ac:spMk id="22" creationId="{3F0523E1-C9A2-44B9-9366-6C05CBBD934D}"/>
          </ac:spMkLst>
        </pc:spChg>
        <pc:spChg chg="del">
          <ac:chgData name="Minh Huynh" userId="01a137d4-0d81-46e0-aca6-c9185b391828" providerId="ADAL" clId="{CF02122B-8685-4227-9B3E-A85B24F402DE}" dt="2026-10-13T10:16:35.041" v="1412" actId="478"/>
          <ac:spMkLst>
            <pc:docMk/>
            <pc:sldMk cId="639961980" sldId="4521"/>
            <ac:spMk id="23" creationId="{2450E449-8C58-44A5-B0A6-7B68B4AAA6B0}"/>
          </ac:spMkLst>
        </pc:spChg>
        <pc:spChg chg="del">
          <ac:chgData name="Minh Huynh" userId="01a137d4-0d81-46e0-aca6-c9185b391828" providerId="ADAL" clId="{CF02122B-8685-4227-9B3E-A85B24F402DE}" dt="2026-10-13T10:16:35.041" v="1412" actId="478"/>
          <ac:spMkLst>
            <pc:docMk/>
            <pc:sldMk cId="639961980" sldId="4521"/>
            <ac:spMk id="24" creationId="{F73A31D5-C922-4355-9C72-36C86F07BE51}"/>
          </ac:spMkLst>
        </pc:spChg>
        <pc:spChg chg="del">
          <ac:chgData name="Minh Huynh" userId="01a137d4-0d81-46e0-aca6-c9185b391828" providerId="ADAL" clId="{CF02122B-8685-4227-9B3E-A85B24F402DE}" dt="2026-10-13T10:16:35.041" v="1412" actId="478"/>
          <ac:spMkLst>
            <pc:docMk/>
            <pc:sldMk cId="639961980" sldId="4521"/>
            <ac:spMk id="25" creationId="{CC58556E-9ABB-460E-B865-3F54C69E80E5}"/>
          </ac:spMkLst>
        </pc:spChg>
        <pc:spChg chg="del">
          <ac:chgData name="Minh Huynh" userId="01a137d4-0d81-46e0-aca6-c9185b391828" providerId="ADAL" clId="{CF02122B-8685-4227-9B3E-A85B24F402DE}" dt="2026-10-13T10:16:35.041" v="1412" actId="478"/>
          <ac:spMkLst>
            <pc:docMk/>
            <pc:sldMk cId="639961980" sldId="4521"/>
            <ac:spMk id="26" creationId="{E6EBAD15-3F96-451F-9C2F-6BC15EB42FC9}"/>
          </ac:spMkLst>
        </pc:spChg>
        <pc:spChg chg="del">
          <ac:chgData name="Minh Huynh" userId="01a137d4-0d81-46e0-aca6-c9185b391828" providerId="ADAL" clId="{CF02122B-8685-4227-9B3E-A85B24F402DE}" dt="2026-10-13T10:16:35.041" v="1412" actId="478"/>
          <ac:spMkLst>
            <pc:docMk/>
            <pc:sldMk cId="639961980" sldId="4521"/>
            <ac:spMk id="27" creationId="{E53E2E2D-6A85-41FC-99B7-53DDD9F11FA2}"/>
          </ac:spMkLst>
        </pc:spChg>
        <pc:spChg chg="add mod">
          <ac:chgData name="Minh Huynh" userId="01a137d4-0d81-46e0-aca6-c9185b391828" providerId="ADAL" clId="{CF02122B-8685-4227-9B3E-A85B24F402DE}" dt="2026-10-13T10:17:29.871" v="1441" actId="20577"/>
          <ac:spMkLst>
            <pc:docMk/>
            <pc:sldMk cId="639961980" sldId="4521"/>
            <ac:spMk id="28" creationId="{EE2B9C84-198E-4F81-BF43-73F79A8AC1A8}"/>
          </ac:spMkLst>
        </pc:spChg>
      </pc:sldChg>
      <pc:sldChg chg="addSp delSp modSp add mod">
        <pc:chgData name="Minh Huynh" userId="01a137d4-0d81-46e0-aca6-c9185b391828" providerId="ADAL" clId="{CF02122B-8685-4227-9B3E-A85B24F402DE}" dt="2026-10-13T10:17:03.236" v="1422"/>
        <pc:sldMkLst>
          <pc:docMk/>
          <pc:sldMk cId="3641909128" sldId="4535"/>
        </pc:sldMkLst>
        <pc:spChg chg="del">
          <ac:chgData name="Minh Huynh" userId="01a137d4-0d81-46e0-aca6-c9185b391828" providerId="ADAL" clId="{CF02122B-8685-4227-9B3E-A85B24F402DE}" dt="2026-10-13T10:17:00.110" v="1421" actId="478"/>
          <ac:spMkLst>
            <pc:docMk/>
            <pc:sldMk cId="3641909128" sldId="4535"/>
            <ac:spMk id="31" creationId="{AA4B70C1-84D1-4FC7-AEFE-A172A9FF1A44}"/>
          </ac:spMkLst>
        </pc:spChg>
        <pc:spChg chg="del">
          <ac:chgData name="Minh Huynh" userId="01a137d4-0d81-46e0-aca6-c9185b391828" providerId="ADAL" clId="{CF02122B-8685-4227-9B3E-A85B24F402DE}" dt="2026-10-13T10:17:00.110" v="1421" actId="478"/>
          <ac:spMkLst>
            <pc:docMk/>
            <pc:sldMk cId="3641909128" sldId="4535"/>
            <ac:spMk id="33" creationId="{321C5B27-496F-42B5-85F3-437BFEE292C5}"/>
          </ac:spMkLst>
        </pc:spChg>
        <pc:spChg chg="del">
          <ac:chgData name="Minh Huynh" userId="01a137d4-0d81-46e0-aca6-c9185b391828" providerId="ADAL" clId="{CF02122B-8685-4227-9B3E-A85B24F402DE}" dt="2026-10-13T10:17:00.110" v="1421" actId="478"/>
          <ac:spMkLst>
            <pc:docMk/>
            <pc:sldMk cId="3641909128" sldId="4535"/>
            <ac:spMk id="36" creationId="{418542DB-6638-4229-B59C-0AE2B8651BC9}"/>
          </ac:spMkLst>
        </pc:spChg>
        <pc:spChg chg="del">
          <ac:chgData name="Minh Huynh" userId="01a137d4-0d81-46e0-aca6-c9185b391828" providerId="ADAL" clId="{CF02122B-8685-4227-9B3E-A85B24F402DE}" dt="2026-10-13T10:17:00.110" v="1421" actId="478"/>
          <ac:spMkLst>
            <pc:docMk/>
            <pc:sldMk cId="3641909128" sldId="4535"/>
            <ac:spMk id="37" creationId="{422F6751-7E0F-4635-BB00-6342AAEFC00E}"/>
          </ac:spMkLst>
        </pc:spChg>
        <pc:spChg chg="del">
          <ac:chgData name="Minh Huynh" userId="01a137d4-0d81-46e0-aca6-c9185b391828" providerId="ADAL" clId="{CF02122B-8685-4227-9B3E-A85B24F402DE}" dt="2026-10-13T10:17:00.110" v="1421" actId="478"/>
          <ac:spMkLst>
            <pc:docMk/>
            <pc:sldMk cId="3641909128" sldId="4535"/>
            <ac:spMk id="38" creationId="{D014C222-3731-4C6D-862D-AE59B9CC7F53}"/>
          </ac:spMkLst>
        </pc:spChg>
        <pc:spChg chg="del">
          <ac:chgData name="Minh Huynh" userId="01a137d4-0d81-46e0-aca6-c9185b391828" providerId="ADAL" clId="{CF02122B-8685-4227-9B3E-A85B24F402DE}" dt="2026-10-13T10:17:00.110" v="1421" actId="478"/>
          <ac:spMkLst>
            <pc:docMk/>
            <pc:sldMk cId="3641909128" sldId="4535"/>
            <ac:spMk id="39" creationId="{116F6C96-DE31-4FB0-86F8-A4388771127D}"/>
          </ac:spMkLst>
        </pc:spChg>
        <pc:spChg chg="del">
          <ac:chgData name="Minh Huynh" userId="01a137d4-0d81-46e0-aca6-c9185b391828" providerId="ADAL" clId="{CF02122B-8685-4227-9B3E-A85B24F402DE}" dt="2026-10-13T10:17:00.110" v="1421" actId="478"/>
          <ac:spMkLst>
            <pc:docMk/>
            <pc:sldMk cId="3641909128" sldId="4535"/>
            <ac:spMk id="40" creationId="{A6335AB1-471B-4E09-85C1-B47403CB064C}"/>
          </ac:spMkLst>
        </pc:spChg>
        <pc:spChg chg="del">
          <ac:chgData name="Minh Huynh" userId="01a137d4-0d81-46e0-aca6-c9185b391828" providerId="ADAL" clId="{CF02122B-8685-4227-9B3E-A85B24F402DE}" dt="2026-10-13T10:17:00.110" v="1421" actId="478"/>
          <ac:spMkLst>
            <pc:docMk/>
            <pc:sldMk cId="3641909128" sldId="4535"/>
            <ac:spMk id="41" creationId="{34603F1F-8CC8-44AB-9DD8-CBFD8B54DAAF}"/>
          </ac:spMkLst>
        </pc:spChg>
        <pc:spChg chg="del">
          <ac:chgData name="Minh Huynh" userId="01a137d4-0d81-46e0-aca6-c9185b391828" providerId="ADAL" clId="{CF02122B-8685-4227-9B3E-A85B24F402DE}" dt="2026-10-13T10:17:00.110" v="1421" actId="478"/>
          <ac:spMkLst>
            <pc:docMk/>
            <pc:sldMk cId="3641909128" sldId="4535"/>
            <ac:spMk id="42" creationId="{57D90F82-B3A0-4DFF-A6C8-AF1225B61A4F}"/>
          </ac:spMkLst>
        </pc:spChg>
        <pc:spChg chg="del">
          <ac:chgData name="Minh Huynh" userId="01a137d4-0d81-46e0-aca6-c9185b391828" providerId="ADAL" clId="{CF02122B-8685-4227-9B3E-A85B24F402DE}" dt="2026-10-13T10:17:00.110" v="1421" actId="478"/>
          <ac:spMkLst>
            <pc:docMk/>
            <pc:sldMk cId="3641909128" sldId="4535"/>
            <ac:spMk id="43" creationId="{78D0BA2F-3E8E-4DFE-BADA-D69400358DE9}"/>
          </ac:spMkLst>
        </pc:spChg>
        <pc:spChg chg="del">
          <ac:chgData name="Minh Huynh" userId="01a137d4-0d81-46e0-aca6-c9185b391828" providerId="ADAL" clId="{CF02122B-8685-4227-9B3E-A85B24F402DE}" dt="2026-10-13T10:17:00.110" v="1421" actId="478"/>
          <ac:spMkLst>
            <pc:docMk/>
            <pc:sldMk cId="3641909128" sldId="4535"/>
            <ac:spMk id="44" creationId="{A282C7C9-728C-4461-A603-602CE4495860}"/>
          </ac:spMkLst>
        </pc:spChg>
        <pc:spChg chg="del">
          <ac:chgData name="Minh Huynh" userId="01a137d4-0d81-46e0-aca6-c9185b391828" providerId="ADAL" clId="{CF02122B-8685-4227-9B3E-A85B24F402DE}" dt="2026-10-13T10:17:00.110" v="1421" actId="478"/>
          <ac:spMkLst>
            <pc:docMk/>
            <pc:sldMk cId="3641909128" sldId="4535"/>
            <ac:spMk id="45" creationId="{5B0B5AEA-BBAD-4479-9ADF-1CEFB0AC5A8C}"/>
          </ac:spMkLst>
        </pc:spChg>
        <pc:spChg chg="del">
          <ac:chgData name="Minh Huynh" userId="01a137d4-0d81-46e0-aca6-c9185b391828" providerId="ADAL" clId="{CF02122B-8685-4227-9B3E-A85B24F402DE}" dt="2026-10-13T10:17:00.110" v="1421" actId="478"/>
          <ac:spMkLst>
            <pc:docMk/>
            <pc:sldMk cId="3641909128" sldId="4535"/>
            <ac:spMk id="46" creationId="{0B7B497A-69CA-4117-A99B-1BF70245ABC9}"/>
          </ac:spMkLst>
        </pc:spChg>
        <pc:spChg chg="add mod">
          <ac:chgData name="Minh Huynh" userId="01a137d4-0d81-46e0-aca6-c9185b391828" providerId="ADAL" clId="{CF02122B-8685-4227-9B3E-A85B24F402DE}" dt="2026-10-13T10:17:03.236" v="1422"/>
          <ac:spMkLst>
            <pc:docMk/>
            <pc:sldMk cId="3641909128" sldId="4535"/>
            <ac:spMk id="47" creationId="{4B788BEB-9A90-4AC7-A244-0D070E8232F6}"/>
          </ac:spMkLst>
        </pc:spChg>
      </pc:sldChg>
      <pc:sldChg chg="del">
        <pc:chgData name="Minh Huynh" userId="01a137d4-0d81-46e0-aca6-c9185b391828" providerId="ADAL" clId="{CF02122B-8685-4227-9B3E-A85B24F402DE}" dt="2026-10-13T09:54:35.156" v="0" actId="47"/>
        <pc:sldMkLst>
          <pc:docMk/>
          <pc:sldMk cId="315617114" sldId="4540"/>
        </pc:sldMkLst>
      </pc:sldChg>
      <pc:sldChg chg="addSp delSp modSp add mod">
        <pc:chgData name="Minh Huynh" userId="01a137d4-0d81-46e0-aca6-c9185b391828" providerId="ADAL" clId="{CF02122B-8685-4227-9B3E-A85B24F402DE}" dt="2026-10-13T10:17:36.439" v="1444" actId="478"/>
        <pc:sldMkLst>
          <pc:docMk/>
          <pc:sldMk cId="4168383365" sldId="4546"/>
        </pc:sldMkLst>
        <pc:spChg chg="del">
          <ac:chgData name="Minh Huynh" userId="01a137d4-0d81-46e0-aca6-c9185b391828" providerId="ADAL" clId="{CF02122B-8685-4227-9B3E-A85B24F402DE}" dt="2026-10-13T10:17:36.439" v="1444" actId="478"/>
          <ac:spMkLst>
            <pc:docMk/>
            <pc:sldMk cId="4168383365" sldId="4546"/>
            <ac:spMk id="11" creationId="{7814DEDC-95FB-46BE-9C5C-14AB99D69454}"/>
          </ac:spMkLst>
        </pc:spChg>
        <pc:spChg chg="del">
          <ac:chgData name="Minh Huynh" userId="01a137d4-0d81-46e0-aca6-c9185b391828" providerId="ADAL" clId="{CF02122B-8685-4227-9B3E-A85B24F402DE}" dt="2026-10-13T10:17:33.091" v="1442" actId="478"/>
          <ac:spMkLst>
            <pc:docMk/>
            <pc:sldMk cId="4168383365" sldId="4546"/>
            <ac:spMk id="14" creationId="{FEF10F77-DA12-4144-80BB-BE061D5FA32F}"/>
          </ac:spMkLst>
        </pc:spChg>
        <pc:spChg chg="del">
          <ac:chgData name="Minh Huynh" userId="01a137d4-0d81-46e0-aca6-c9185b391828" providerId="ADAL" clId="{CF02122B-8685-4227-9B3E-A85B24F402DE}" dt="2026-10-13T10:17:33.091" v="1442" actId="478"/>
          <ac:spMkLst>
            <pc:docMk/>
            <pc:sldMk cId="4168383365" sldId="4546"/>
            <ac:spMk id="15" creationId="{6C124B0C-F04B-46FD-845B-FBC0725E1838}"/>
          </ac:spMkLst>
        </pc:spChg>
        <pc:spChg chg="del">
          <ac:chgData name="Minh Huynh" userId="01a137d4-0d81-46e0-aca6-c9185b391828" providerId="ADAL" clId="{CF02122B-8685-4227-9B3E-A85B24F402DE}" dt="2026-10-13T10:17:33.091" v="1442" actId="478"/>
          <ac:spMkLst>
            <pc:docMk/>
            <pc:sldMk cId="4168383365" sldId="4546"/>
            <ac:spMk id="16" creationId="{2CA7EF28-EB98-44E5-8B0A-5DAFD4E74636}"/>
          </ac:spMkLst>
        </pc:spChg>
        <pc:spChg chg="del">
          <ac:chgData name="Minh Huynh" userId="01a137d4-0d81-46e0-aca6-c9185b391828" providerId="ADAL" clId="{CF02122B-8685-4227-9B3E-A85B24F402DE}" dt="2026-10-13T10:17:33.091" v="1442" actId="478"/>
          <ac:spMkLst>
            <pc:docMk/>
            <pc:sldMk cId="4168383365" sldId="4546"/>
            <ac:spMk id="17" creationId="{B74CEDE4-B712-479D-BE03-8F08F7D312E4}"/>
          </ac:spMkLst>
        </pc:spChg>
        <pc:spChg chg="del">
          <ac:chgData name="Minh Huynh" userId="01a137d4-0d81-46e0-aca6-c9185b391828" providerId="ADAL" clId="{CF02122B-8685-4227-9B3E-A85B24F402DE}" dt="2026-10-13T10:17:33.091" v="1442" actId="478"/>
          <ac:spMkLst>
            <pc:docMk/>
            <pc:sldMk cId="4168383365" sldId="4546"/>
            <ac:spMk id="18" creationId="{E4A26A9B-652F-45BE-BE56-1CE02C619664}"/>
          </ac:spMkLst>
        </pc:spChg>
        <pc:spChg chg="del">
          <ac:chgData name="Minh Huynh" userId="01a137d4-0d81-46e0-aca6-c9185b391828" providerId="ADAL" clId="{CF02122B-8685-4227-9B3E-A85B24F402DE}" dt="2026-10-13T10:17:33.091" v="1442" actId="478"/>
          <ac:spMkLst>
            <pc:docMk/>
            <pc:sldMk cId="4168383365" sldId="4546"/>
            <ac:spMk id="19" creationId="{C25D85EC-F84B-4084-9B5F-434B5F151B46}"/>
          </ac:spMkLst>
        </pc:spChg>
        <pc:spChg chg="del">
          <ac:chgData name="Minh Huynh" userId="01a137d4-0d81-46e0-aca6-c9185b391828" providerId="ADAL" clId="{CF02122B-8685-4227-9B3E-A85B24F402DE}" dt="2026-10-13T10:17:33.091" v="1442" actId="478"/>
          <ac:spMkLst>
            <pc:docMk/>
            <pc:sldMk cId="4168383365" sldId="4546"/>
            <ac:spMk id="20" creationId="{DBDC14AC-A6B0-4EF9-B652-11DB78411868}"/>
          </ac:spMkLst>
        </pc:spChg>
        <pc:spChg chg="del">
          <ac:chgData name="Minh Huynh" userId="01a137d4-0d81-46e0-aca6-c9185b391828" providerId="ADAL" clId="{CF02122B-8685-4227-9B3E-A85B24F402DE}" dt="2026-10-13T10:17:33.091" v="1442" actId="478"/>
          <ac:spMkLst>
            <pc:docMk/>
            <pc:sldMk cId="4168383365" sldId="4546"/>
            <ac:spMk id="21" creationId="{5EFC958B-4DD6-4B57-AB8D-D2B665A98DA6}"/>
          </ac:spMkLst>
        </pc:spChg>
        <pc:spChg chg="del">
          <ac:chgData name="Minh Huynh" userId="01a137d4-0d81-46e0-aca6-c9185b391828" providerId="ADAL" clId="{CF02122B-8685-4227-9B3E-A85B24F402DE}" dt="2026-10-13T10:17:33.091" v="1442" actId="478"/>
          <ac:spMkLst>
            <pc:docMk/>
            <pc:sldMk cId="4168383365" sldId="4546"/>
            <ac:spMk id="22" creationId="{5523DF56-1DAA-47B6-80EA-BDE7E8BF17AC}"/>
          </ac:spMkLst>
        </pc:spChg>
        <pc:spChg chg="del">
          <ac:chgData name="Minh Huynh" userId="01a137d4-0d81-46e0-aca6-c9185b391828" providerId="ADAL" clId="{CF02122B-8685-4227-9B3E-A85B24F402DE}" dt="2026-10-13T10:17:33.091" v="1442" actId="478"/>
          <ac:spMkLst>
            <pc:docMk/>
            <pc:sldMk cId="4168383365" sldId="4546"/>
            <ac:spMk id="23" creationId="{014B4798-DB26-46B5-9F15-6EDE65045A41}"/>
          </ac:spMkLst>
        </pc:spChg>
        <pc:spChg chg="del">
          <ac:chgData name="Minh Huynh" userId="01a137d4-0d81-46e0-aca6-c9185b391828" providerId="ADAL" clId="{CF02122B-8685-4227-9B3E-A85B24F402DE}" dt="2026-10-13T10:17:33.091" v="1442" actId="478"/>
          <ac:spMkLst>
            <pc:docMk/>
            <pc:sldMk cId="4168383365" sldId="4546"/>
            <ac:spMk id="24" creationId="{7B19084B-FABA-48B7-96A3-0065BB8DEE0C}"/>
          </ac:spMkLst>
        </pc:spChg>
        <pc:spChg chg="del">
          <ac:chgData name="Minh Huynh" userId="01a137d4-0d81-46e0-aca6-c9185b391828" providerId="ADAL" clId="{CF02122B-8685-4227-9B3E-A85B24F402DE}" dt="2026-10-13T10:17:33.091" v="1442" actId="478"/>
          <ac:spMkLst>
            <pc:docMk/>
            <pc:sldMk cId="4168383365" sldId="4546"/>
            <ac:spMk id="25" creationId="{6C6B9733-00F2-4052-B54D-23488A310152}"/>
          </ac:spMkLst>
        </pc:spChg>
        <pc:spChg chg="del">
          <ac:chgData name="Minh Huynh" userId="01a137d4-0d81-46e0-aca6-c9185b391828" providerId="ADAL" clId="{CF02122B-8685-4227-9B3E-A85B24F402DE}" dt="2026-10-13T10:17:33.091" v="1442" actId="478"/>
          <ac:spMkLst>
            <pc:docMk/>
            <pc:sldMk cId="4168383365" sldId="4546"/>
            <ac:spMk id="26" creationId="{235B2BFB-A8E1-47F1-89A3-A99B54FB1415}"/>
          </ac:spMkLst>
        </pc:spChg>
        <pc:spChg chg="add mod">
          <ac:chgData name="Minh Huynh" userId="01a137d4-0d81-46e0-aca6-c9185b391828" providerId="ADAL" clId="{CF02122B-8685-4227-9B3E-A85B24F402DE}" dt="2026-10-13T10:17:35.555" v="1443"/>
          <ac:spMkLst>
            <pc:docMk/>
            <pc:sldMk cId="4168383365" sldId="4546"/>
            <ac:spMk id="27" creationId="{AE417E3E-5B91-4828-8F43-33AAC7436915}"/>
          </ac:spMkLst>
        </pc:spChg>
      </pc:sldChg>
      <pc:sldChg chg="add del">
        <pc:chgData name="Minh Huynh" userId="01a137d4-0d81-46e0-aca6-c9185b391828" providerId="ADAL" clId="{CF02122B-8685-4227-9B3E-A85B24F402DE}" dt="2026-10-13T10:17:49.714" v="1446" actId="47"/>
        <pc:sldMkLst>
          <pc:docMk/>
          <pc:sldMk cId="159387872" sldId="4547"/>
        </pc:sldMkLst>
      </pc:sldChg>
      <pc:sldChg chg="del">
        <pc:chgData name="Minh Huynh" userId="01a137d4-0d81-46e0-aca6-c9185b391828" providerId="ADAL" clId="{CF02122B-8685-4227-9B3E-A85B24F402DE}" dt="2026-10-13T09:54:35.156" v="0" actId="47"/>
        <pc:sldMkLst>
          <pc:docMk/>
          <pc:sldMk cId="707359171" sldId="4549"/>
        </pc:sldMkLst>
      </pc:sldChg>
      <pc:sldChg chg="addSp delSp modSp add mod">
        <pc:chgData name="Minh Huynh" userId="01a137d4-0d81-46e0-aca6-c9185b391828" providerId="ADAL" clId="{CF02122B-8685-4227-9B3E-A85B24F402DE}" dt="2026-10-13T10:17:56.389" v="1450"/>
        <pc:sldMkLst>
          <pc:docMk/>
          <pc:sldMk cId="1679278438" sldId="4554"/>
        </pc:sldMkLst>
        <pc:spChg chg="del">
          <ac:chgData name="Minh Huynh" userId="01a137d4-0d81-46e0-aca6-c9185b391828" providerId="ADAL" clId="{CF02122B-8685-4227-9B3E-A85B24F402DE}" dt="2026-10-13T10:17:54.278" v="1449" actId="478"/>
          <ac:spMkLst>
            <pc:docMk/>
            <pc:sldMk cId="1679278438" sldId="4554"/>
            <ac:spMk id="17" creationId="{C8E02AE5-71FB-4979-B9EE-C8DFDC036F8F}"/>
          </ac:spMkLst>
        </pc:spChg>
        <pc:spChg chg="del">
          <ac:chgData name="Minh Huynh" userId="01a137d4-0d81-46e0-aca6-c9185b391828" providerId="ADAL" clId="{CF02122B-8685-4227-9B3E-A85B24F402DE}" dt="2026-10-13T10:17:53.044" v="1448" actId="478"/>
          <ac:spMkLst>
            <pc:docMk/>
            <pc:sldMk cId="1679278438" sldId="4554"/>
            <ac:spMk id="39" creationId="{AE8F4CE6-2E7A-4D51-9EC2-23075EB3D007}"/>
          </ac:spMkLst>
        </pc:spChg>
        <pc:spChg chg="del">
          <ac:chgData name="Minh Huynh" userId="01a137d4-0d81-46e0-aca6-c9185b391828" providerId="ADAL" clId="{CF02122B-8685-4227-9B3E-A85B24F402DE}" dt="2026-10-13T10:17:53.044" v="1448" actId="478"/>
          <ac:spMkLst>
            <pc:docMk/>
            <pc:sldMk cId="1679278438" sldId="4554"/>
            <ac:spMk id="40" creationId="{66D6C528-FEE3-4134-A920-9D48E1DCC2C3}"/>
          </ac:spMkLst>
        </pc:spChg>
        <pc:spChg chg="del">
          <ac:chgData name="Minh Huynh" userId="01a137d4-0d81-46e0-aca6-c9185b391828" providerId="ADAL" clId="{CF02122B-8685-4227-9B3E-A85B24F402DE}" dt="2026-10-13T10:17:53.044" v="1448" actId="478"/>
          <ac:spMkLst>
            <pc:docMk/>
            <pc:sldMk cId="1679278438" sldId="4554"/>
            <ac:spMk id="41" creationId="{BDFDCD8C-D6FE-443A-8268-00CC77097BAB}"/>
          </ac:spMkLst>
        </pc:spChg>
        <pc:spChg chg="del">
          <ac:chgData name="Minh Huynh" userId="01a137d4-0d81-46e0-aca6-c9185b391828" providerId="ADAL" clId="{CF02122B-8685-4227-9B3E-A85B24F402DE}" dt="2026-10-13T10:17:53.044" v="1448" actId="478"/>
          <ac:spMkLst>
            <pc:docMk/>
            <pc:sldMk cId="1679278438" sldId="4554"/>
            <ac:spMk id="42" creationId="{5CF51FEF-A3F0-4D87-AF2F-9A1B87CFEF07}"/>
          </ac:spMkLst>
        </pc:spChg>
        <pc:spChg chg="del">
          <ac:chgData name="Minh Huynh" userId="01a137d4-0d81-46e0-aca6-c9185b391828" providerId="ADAL" clId="{CF02122B-8685-4227-9B3E-A85B24F402DE}" dt="2026-10-13T10:17:53.044" v="1448" actId="478"/>
          <ac:spMkLst>
            <pc:docMk/>
            <pc:sldMk cId="1679278438" sldId="4554"/>
            <ac:spMk id="43" creationId="{91F53C95-597F-4D7D-9AA7-0BECB9C19750}"/>
          </ac:spMkLst>
        </pc:spChg>
        <pc:spChg chg="del">
          <ac:chgData name="Minh Huynh" userId="01a137d4-0d81-46e0-aca6-c9185b391828" providerId="ADAL" clId="{CF02122B-8685-4227-9B3E-A85B24F402DE}" dt="2026-10-13T10:17:53.044" v="1448" actId="478"/>
          <ac:spMkLst>
            <pc:docMk/>
            <pc:sldMk cId="1679278438" sldId="4554"/>
            <ac:spMk id="44" creationId="{E0EEF881-EA92-43E7-A7A7-8E3CEA143D6D}"/>
          </ac:spMkLst>
        </pc:spChg>
        <pc:spChg chg="del">
          <ac:chgData name="Minh Huynh" userId="01a137d4-0d81-46e0-aca6-c9185b391828" providerId="ADAL" clId="{CF02122B-8685-4227-9B3E-A85B24F402DE}" dt="2026-10-13T10:17:53.044" v="1448" actId="478"/>
          <ac:spMkLst>
            <pc:docMk/>
            <pc:sldMk cId="1679278438" sldId="4554"/>
            <ac:spMk id="45" creationId="{900EA9F0-CA12-439F-BCFB-48716C6D5E64}"/>
          </ac:spMkLst>
        </pc:spChg>
        <pc:spChg chg="del">
          <ac:chgData name="Minh Huynh" userId="01a137d4-0d81-46e0-aca6-c9185b391828" providerId="ADAL" clId="{CF02122B-8685-4227-9B3E-A85B24F402DE}" dt="2026-10-13T10:17:53.044" v="1448" actId="478"/>
          <ac:spMkLst>
            <pc:docMk/>
            <pc:sldMk cId="1679278438" sldId="4554"/>
            <ac:spMk id="46" creationId="{EECA4BC6-D867-420D-A50C-1B97CA97DACC}"/>
          </ac:spMkLst>
        </pc:spChg>
        <pc:spChg chg="del">
          <ac:chgData name="Minh Huynh" userId="01a137d4-0d81-46e0-aca6-c9185b391828" providerId="ADAL" clId="{CF02122B-8685-4227-9B3E-A85B24F402DE}" dt="2026-10-13T10:17:53.044" v="1448" actId="478"/>
          <ac:spMkLst>
            <pc:docMk/>
            <pc:sldMk cId="1679278438" sldId="4554"/>
            <ac:spMk id="47" creationId="{B9BF2611-649D-4477-8798-692B17CAF2FC}"/>
          </ac:spMkLst>
        </pc:spChg>
        <pc:spChg chg="del">
          <ac:chgData name="Minh Huynh" userId="01a137d4-0d81-46e0-aca6-c9185b391828" providerId="ADAL" clId="{CF02122B-8685-4227-9B3E-A85B24F402DE}" dt="2026-10-13T10:17:53.044" v="1448" actId="478"/>
          <ac:spMkLst>
            <pc:docMk/>
            <pc:sldMk cId="1679278438" sldId="4554"/>
            <ac:spMk id="48" creationId="{2E04A6AA-C3E0-4FA8-9B86-EE46892F3B47}"/>
          </ac:spMkLst>
        </pc:spChg>
        <pc:spChg chg="del">
          <ac:chgData name="Minh Huynh" userId="01a137d4-0d81-46e0-aca6-c9185b391828" providerId="ADAL" clId="{CF02122B-8685-4227-9B3E-A85B24F402DE}" dt="2026-10-13T10:17:53.044" v="1448" actId="478"/>
          <ac:spMkLst>
            <pc:docMk/>
            <pc:sldMk cId="1679278438" sldId="4554"/>
            <ac:spMk id="49" creationId="{EDEC09F7-0499-409E-8877-03E756C724DD}"/>
          </ac:spMkLst>
        </pc:spChg>
        <pc:spChg chg="del">
          <ac:chgData name="Minh Huynh" userId="01a137d4-0d81-46e0-aca6-c9185b391828" providerId="ADAL" clId="{CF02122B-8685-4227-9B3E-A85B24F402DE}" dt="2026-10-13T10:17:53.044" v="1448" actId="478"/>
          <ac:spMkLst>
            <pc:docMk/>
            <pc:sldMk cId="1679278438" sldId="4554"/>
            <ac:spMk id="50" creationId="{2B4CAAA3-0729-48B8-A0DF-49EB98922580}"/>
          </ac:spMkLst>
        </pc:spChg>
        <pc:spChg chg="del">
          <ac:chgData name="Minh Huynh" userId="01a137d4-0d81-46e0-aca6-c9185b391828" providerId="ADAL" clId="{CF02122B-8685-4227-9B3E-A85B24F402DE}" dt="2026-10-13T10:17:53.044" v="1448" actId="478"/>
          <ac:spMkLst>
            <pc:docMk/>
            <pc:sldMk cId="1679278438" sldId="4554"/>
            <ac:spMk id="51" creationId="{25D3DA72-A7C9-4376-A389-599CC7D85366}"/>
          </ac:spMkLst>
        </pc:spChg>
        <pc:spChg chg="add mod">
          <ac:chgData name="Minh Huynh" userId="01a137d4-0d81-46e0-aca6-c9185b391828" providerId="ADAL" clId="{CF02122B-8685-4227-9B3E-A85B24F402DE}" dt="2026-10-13T10:17:56.389" v="1450"/>
          <ac:spMkLst>
            <pc:docMk/>
            <pc:sldMk cId="1679278438" sldId="4554"/>
            <ac:spMk id="52" creationId="{55021545-A26D-4B7B-802B-DD67463F8B6A}"/>
          </ac:spMkLst>
        </pc:spChg>
      </pc:sldChg>
      <pc:sldChg chg="del">
        <pc:chgData name="Minh Huynh" userId="01a137d4-0d81-46e0-aca6-c9185b391828" providerId="ADAL" clId="{CF02122B-8685-4227-9B3E-A85B24F402DE}" dt="2026-10-13T09:54:35.156" v="0" actId="47"/>
        <pc:sldMkLst>
          <pc:docMk/>
          <pc:sldMk cId="3116511797" sldId="4556"/>
        </pc:sldMkLst>
      </pc:sldChg>
      <pc:sldChg chg="addSp delSp modSp add mod">
        <pc:chgData name="Minh Huynh" userId="01a137d4-0d81-46e0-aca6-c9185b391828" providerId="ADAL" clId="{CF02122B-8685-4227-9B3E-A85B24F402DE}" dt="2026-10-13T10:18:54.541" v="1464" actId="1076"/>
        <pc:sldMkLst>
          <pc:docMk/>
          <pc:sldMk cId="448916496" sldId="4563"/>
        </pc:sldMkLst>
        <pc:spChg chg="del">
          <ac:chgData name="Minh Huynh" userId="01a137d4-0d81-46e0-aca6-c9185b391828" providerId="ADAL" clId="{CF02122B-8685-4227-9B3E-A85B24F402DE}" dt="2026-10-13T10:18:19.085" v="1454" actId="478"/>
          <ac:spMkLst>
            <pc:docMk/>
            <pc:sldMk cId="448916496" sldId="4563"/>
            <ac:spMk id="14" creationId="{9152C100-5BCE-4DBF-A299-F6DE9DBE66EF}"/>
          </ac:spMkLst>
        </pc:spChg>
        <pc:spChg chg="del">
          <ac:chgData name="Minh Huynh" userId="01a137d4-0d81-46e0-aca6-c9185b391828" providerId="ADAL" clId="{CF02122B-8685-4227-9B3E-A85B24F402DE}" dt="2026-10-13T10:18:19.085" v="1454" actId="478"/>
          <ac:spMkLst>
            <pc:docMk/>
            <pc:sldMk cId="448916496" sldId="4563"/>
            <ac:spMk id="15" creationId="{C92EB238-446F-4985-BB8E-8072C9F252EC}"/>
          </ac:spMkLst>
        </pc:spChg>
        <pc:spChg chg="del">
          <ac:chgData name="Minh Huynh" userId="01a137d4-0d81-46e0-aca6-c9185b391828" providerId="ADAL" clId="{CF02122B-8685-4227-9B3E-A85B24F402DE}" dt="2026-10-13T10:18:19.085" v="1454" actId="478"/>
          <ac:spMkLst>
            <pc:docMk/>
            <pc:sldMk cId="448916496" sldId="4563"/>
            <ac:spMk id="16" creationId="{5968DA1A-8D66-427D-AF21-A43915C281BB}"/>
          </ac:spMkLst>
        </pc:spChg>
        <pc:spChg chg="del">
          <ac:chgData name="Minh Huynh" userId="01a137d4-0d81-46e0-aca6-c9185b391828" providerId="ADAL" clId="{CF02122B-8685-4227-9B3E-A85B24F402DE}" dt="2026-10-13T10:18:19.085" v="1454" actId="478"/>
          <ac:spMkLst>
            <pc:docMk/>
            <pc:sldMk cId="448916496" sldId="4563"/>
            <ac:spMk id="17" creationId="{6F680DBB-9E9A-4C7C-A0AF-F1F828DF4B14}"/>
          </ac:spMkLst>
        </pc:spChg>
        <pc:spChg chg="del">
          <ac:chgData name="Minh Huynh" userId="01a137d4-0d81-46e0-aca6-c9185b391828" providerId="ADAL" clId="{CF02122B-8685-4227-9B3E-A85B24F402DE}" dt="2026-10-13T10:18:19.085" v="1454" actId="478"/>
          <ac:spMkLst>
            <pc:docMk/>
            <pc:sldMk cId="448916496" sldId="4563"/>
            <ac:spMk id="18" creationId="{B2C9BC04-95AB-4852-B237-F8F3239E615B}"/>
          </ac:spMkLst>
        </pc:spChg>
        <pc:spChg chg="del">
          <ac:chgData name="Minh Huynh" userId="01a137d4-0d81-46e0-aca6-c9185b391828" providerId="ADAL" clId="{CF02122B-8685-4227-9B3E-A85B24F402DE}" dt="2026-10-13T10:18:19.085" v="1454" actId="478"/>
          <ac:spMkLst>
            <pc:docMk/>
            <pc:sldMk cId="448916496" sldId="4563"/>
            <ac:spMk id="19" creationId="{09D1B020-6583-41CA-84DA-C678D5810779}"/>
          </ac:spMkLst>
        </pc:spChg>
        <pc:spChg chg="del">
          <ac:chgData name="Minh Huynh" userId="01a137d4-0d81-46e0-aca6-c9185b391828" providerId="ADAL" clId="{CF02122B-8685-4227-9B3E-A85B24F402DE}" dt="2026-10-13T10:18:19.085" v="1454" actId="478"/>
          <ac:spMkLst>
            <pc:docMk/>
            <pc:sldMk cId="448916496" sldId="4563"/>
            <ac:spMk id="20" creationId="{B112F2DC-B625-4629-81E8-A228500327A6}"/>
          </ac:spMkLst>
        </pc:spChg>
        <pc:spChg chg="del">
          <ac:chgData name="Minh Huynh" userId="01a137d4-0d81-46e0-aca6-c9185b391828" providerId="ADAL" clId="{CF02122B-8685-4227-9B3E-A85B24F402DE}" dt="2026-10-13T10:18:19.085" v="1454" actId="478"/>
          <ac:spMkLst>
            <pc:docMk/>
            <pc:sldMk cId="448916496" sldId="4563"/>
            <ac:spMk id="21" creationId="{6000B7D8-97FF-44B0-A071-C513A467CBED}"/>
          </ac:spMkLst>
        </pc:spChg>
        <pc:spChg chg="del">
          <ac:chgData name="Minh Huynh" userId="01a137d4-0d81-46e0-aca6-c9185b391828" providerId="ADAL" clId="{CF02122B-8685-4227-9B3E-A85B24F402DE}" dt="2026-10-13T10:18:19.085" v="1454" actId="478"/>
          <ac:spMkLst>
            <pc:docMk/>
            <pc:sldMk cId="448916496" sldId="4563"/>
            <ac:spMk id="22" creationId="{280A4B92-A61E-4A9F-8FF1-D32B75493A50}"/>
          </ac:spMkLst>
        </pc:spChg>
        <pc:spChg chg="del">
          <ac:chgData name="Minh Huynh" userId="01a137d4-0d81-46e0-aca6-c9185b391828" providerId="ADAL" clId="{CF02122B-8685-4227-9B3E-A85B24F402DE}" dt="2026-10-13T10:18:19.085" v="1454" actId="478"/>
          <ac:spMkLst>
            <pc:docMk/>
            <pc:sldMk cId="448916496" sldId="4563"/>
            <ac:spMk id="23" creationId="{22A930DF-1C68-442E-B086-70725EDDE443}"/>
          </ac:spMkLst>
        </pc:spChg>
        <pc:spChg chg="del">
          <ac:chgData name="Minh Huynh" userId="01a137d4-0d81-46e0-aca6-c9185b391828" providerId="ADAL" clId="{CF02122B-8685-4227-9B3E-A85B24F402DE}" dt="2026-10-13T10:18:19.085" v="1454" actId="478"/>
          <ac:spMkLst>
            <pc:docMk/>
            <pc:sldMk cId="448916496" sldId="4563"/>
            <ac:spMk id="24" creationId="{AA3A019C-9933-4D75-A17F-169E1A2DCBE0}"/>
          </ac:spMkLst>
        </pc:spChg>
        <pc:spChg chg="del">
          <ac:chgData name="Minh Huynh" userId="01a137d4-0d81-46e0-aca6-c9185b391828" providerId="ADAL" clId="{CF02122B-8685-4227-9B3E-A85B24F402DE}" dt="2026-10-13T10:18:19.085" v="1454" actId="478"/>
          <ac:spMkLst>
            <pc:docMk/>
            <pc:sldMk cId="448916496" sldId="4563"/>
            <ac:spMk id="25" creationId="{6D7689BF-26F3-4E04-B1F4-EA33CA2DA96E}"/>
          </ac:spMkLst>
        </pc:spChg>
        <pc:spChg chg="del">
          <ac:chgData name="Minh Huynh" userId="01a137d4-0d81-46e0-aca6-c9185b391828" providerId="ADAL" clId="{CF02122B-8685-4227-9B3E-A85B24F402DE}" dt="2026-10-13T10:18:19.085" v="1454" actId="478"/>
          <ac:spMkLst>
            <pc:docMk/>
            <pc:sldMk cId="448916496" sldId="4563"/>
            <ac:spMk id="26" creationId="{86904DA2-923C-4728-AE18-EE8C388FA871}"/>
          </ac:spMkLst>
        </pc:spChg>
        <pc:spChg chg="add mod">
          <ac:chgData name="Minh Huynh" userId="01a137d4-0d81-46e0-aca6-c9185b391828" providerId="ADAL" clId="{CF02122B-8685-4227-9B3E-A85B24F402DE}" dt="2026-10-13T10:18:21.787" v="1455"/>
          <ac:spMkLst>
            <pc:docMk/>
            <pc:sldMk cId="448916496" sldId="4563"/>
            <ac:spMk id="27" creationId="{6A7C9B9B-BA59-4AB4-82F5-2493CB28F81F}"/>
          </ac:spMkLst>
        </pc:spChg>
        <pc:spChg chg="add mod">
          <ac:chgData name="Minh Huynh" userId="01a137d4-0d81-46e0-aca6-c9185b391828" providerId="ADAL" clId="{CF02122B-8685-4227-9B3E-A85B24F402DE}" dt="2026-10-13T10:18:54.541" v="1464" actId="1076"/>
          <ac:spMkLst>
            <pc:docMk/>
            <pc:sldMk cId="448916496" sldId="4563"/>
            <ac:spMk id="28" creationId="{71B6832F-EF8B-4EE7-A4C5-95E4FDD0FA92}"/>
          </ac:spMkLst>
        </pc:spChg>
        <pc:spChg chg="add mod">
          <ac:chgData name="Minh Huynh" userId="01a137d4-0d81-46e0-aca6-c9185b391828" providerId="ADAL" clId="{CF02122B-8685-4227-9B3E-A85B24F402DE}" dt="2026-10-13T10:18:50.846" v="1463" actId="1076"/>
          <ac:spMkLst>
            <pc:docMk/>
            <pc:sldMk cId="448916496" sldId="4563"/>
            <ac:spMk id="29" creationId="{9E1A149C-4AA8-4D7C-AAD7-68EBDD43EDAE}"/>
          </ac:spMkLst>
        </pc:spChg>
        <pc:spChg chg="add mod">
          <ac:chgData name="Minh Huynh" userId="01a137d4-0d81-46e0-aca6-c9185b391828" providerId="ADAL" clId="{CF02122B-8685-4227-9B3E-A85B24F402DE}" dt="2026-10-13T10:18:47.267" v="1462" actId="1076"/>
          <ac:spMkLst>
            <pc:docMk/>
            <pc:sldMk cId="448916496" sldId="4563"/>
            <ac:spMk id="30" creationId="{B44526B6-BE58-4312-BD82-50DF2BDD786F}"/>
          </ac:spMkLst>
        </pc:spChg>
        <pc:spChg chg="del">
          <ac:chgData name="Minh Huynh" userId="01a137d4-0d81-46e0-aca6-c9185b391828" providerId="ADAL" clId="{CF02122B-8685-4227-9B3E-A85B24F402DE}" dt="2026-10-13T10:18:12.377" v="1452" actId="478"/>
          <ac:spMkLst>
            <pc:docMk/>
            <pc:sldMk cId="448916496" sldId="4563"/>
            <ac:spMk id="39" creationId="{1C26EF80-2607-4F15-8BEC-6D191C50A84D}"/>
          </ac:spMkLst>
        </pc:spChg>
        <pc:graphicFrameChg chg="mod">
          <ac:chgData name="Minh Huynh" userId="01a137d4-0d81-46e0-aca6-c9185b391828" providerId="ADAL" clId="{CF02122B-8685-4227-9B3E-A85B24F402DE}" dt="2026-10-13T10:18:16.020" v="1453" actId="1076"/>
          <ac:graphicFrameMkLst>
            <pc:docMk/>
            <pc:sldMk cId="448916496" sldId="4563"/>
            <ac:graphicFrameMk id="3" creationId="{F60BBBF2-8AA9-4B8D-84B9-67BDFDF78248}"/>
          </ac:graphicFrameMkLst>
        </pc:graphicFrameChg>
      </pc:sldChg>
      <pc:sldChg chg="addSp delSp modSp add mod">
        <pc:chgData name="Minh Huynh" userId="01a137d4-0d81-46e0-aca6-c9185b391828" providerId="ADAL" clId="{CF02122B-8685-4227-9B3E-A85B24F402DE}" dt="2026-10-13T10:19:54.280" v="1486" actId="20577"/>
        <pc:sldMkLst>
          <pc:docMk/>
          <pc:sldMk cId="2393629656" sldId="4568"/>
        </pc:sldMkLst>
        <pc:spChg chg="add mod">
          <ac:chgData name="Minh Huynh" userId="01a137d4-0d81-46e0-aca6-c9185b391828" providerId="ADAL" clId="{CF02122B-8685-4227-9B3E-A85B24F402DE}" dt="2026-10-13T10:19:54.280" v="1486" actId="20577"/>
          <ac:spMkLst>
            <pc:docMk/>
            <pc:sldMk cId="2393629656" sldId="4568"/>
            <ac:spMk id="42" creationId="{96A86679-5FBD-457F-82EE-3B415F2D432A}"/>
          </ac:spMkLst>
        </pc:spChg>
        <pc:spChg chg="del">
          <ac:chgData name="Minh Huynh" userId="01a137d4-0d81-46e0-aca6-c9185b391828" providerId="ADAL" clId="{CF02122B-8685-4227-9B3E-A85B24F402DE}" dt="2026-10-13T10:19:46.984" v="1466" actId="478"/>
          <ac:spMkLst>
            <pc:docMk/>
            <pc:sldMk cId="2393629656" sldId="4568"/>
            <ac:spMk id="55" creationId="{5F11EBA3-8608-4283-B7CF-048C7B27B862}"/>
          </ac:spMkLst>
        </pc:spChg>
        <pc:spChg chg="del">
          <ac:chgData name="Minh Huynh" userId="01a137d4-0d81-46e0-aca6-c9185b391828" providerId="ADAL" clId="{CF02122B-8685-4227-9B3E-A85B24F402DE}" dt="2026-10-13T10:19:46.984" v="1466" actId="478"/>
          <ac:spMkLst>
            <pc:docMk/>
            <pc:sldMk cId="2393629656" sldId="4568"/>
            <ac:spMk id="56" creationId="{6EE92309-8695-4A29-B202-62F18D513279}"/>
          </ac:spMkLst>
        </pc:spChg>
        <pc:spChg chg="del">
          <ac:chgData name="Minh Huynh" userId="01a137d4-0d81-46e0-aca6-c9185b391828" providerId="ADAL" clId="{CF02122B-8685-4227-9B3E-A85B24F402DE}" dt="2026-10-13T10:19:46.984" v="1466" actId="478"/>
          <ac:spMkLst>
            <pc:docMk/>
            <pc:sldMk cId="2393629656" sldId="4568"/>
            <ac:spMk id="57" creationId="{F48D9A48-04F5-46B0-9779-D332DD91F7C7}"/>
          </ac:spMkLst>
        </pc:spChg>
        <pc:spChg chg="del">
          <ac:chgData name="Minh Huynh" userId="01a137d4-0d81-46e0-aca6-c9185b391828" providerId="ADAL" clId="{CF02122B-8685-4227-9B3E-A85B24F402DE}" dt="2026-10-13T10:19:46.984" v="1466" actId="478"/>
          <ac:spMkLst>
            <pc:docMk/>
            <pc:sldMk cId="2393629656" sldId="4568"/>
            <ac:spMk id="58" creationId="{AB6FD623-D1B5-4EC8-8FEE-C613FD733690}"/>
          </ac:spMkLst>
        </pc:spChg>
        <pc:spChg chg="del">
          <ac:chgData name="Minh Huynh" userId="01a137d4-0d81-46e0-aca6-c9185b391828" providerId="ADAL" clId="{CF02122B-8685-4227-9B3E-A85B24F402DE}" dt="2026-10-13T10:19:46.984" v="1466" actId="478"/>
          <ac:spMkLst>
            <pc:docMk/>
            <pc:sldMk cId="2393629656" sldId="4568"/>
            <ac:spMk id="59" creationId="{65C9CF73-ED18-40E2-A797-DAA7DEB33B5C}"/>
          </ac:spMkLst>
        </pc:spChg>
        <pc:spChg chg="del">
          <ac:chgData name="Minh Huynh" userId="01a137d4-0d81-46e0-aca6-c9185b391828" providerId="ADAL" clId="{CF02122B-8685-4227-9B3E-A85B24F402DE}" dt="2026-10-13T10:19:46.984" v="1466" actId="478"/>
          <ac:spMkLst>
            <pc:docMk/>
            <pc:sldMk cId="2393629656" sldId="4568"/>
            <ac:spMk id="60" creationId="{AD49DB95-5699-4BE8-9FF7-873065D95FC9}"/>
          </ac:spMkLst>
        </pc:spChg>
        <pc:spChg chg="del">
          <ac:chgData name="Minh Huynh" userId="01a137d4-0d81-46e0-aca6-c9185b391828" providerId="ADAL" clId="{CF02122B-8685-4227-9B3E-A85B24F402DE}" dt="2026-10-13T10:19:46.984" v="1466" actId="478"/>
          <ac:spMkLst>
            <pc:docMk/>
            <pc:sldMk cId="2393629656" sldId="4568"/>
            <ac:spMk id="61" creationId="{4E77C61D-717F-488A-BB32-94FC0ADA84E5}"/>
          </ac:spMkLst>
        </pc:spChg>
        <pc:spChg chg="del">
          <ac:chgData name="Minh Huynh" userId="01a137d4-0d81-46e0-aca6-c9185b391828" providerId="ADAL" clId="{CF02122B-8685-4227-9B3E-A85B24F402DE}" dt="2026-10-13T10:19:46.984" v="1466" actId="478"/>
          <ac:spMkLst>
            <pc:docMk/>
            <pc:sldMk cId="2393629656" sldId="4568"/>
            <ac:spMk id="62" creationId="{569D66E3-9315-4C5E-8361-F8D9027E205D}"/>
          </ac:spMkLst>
        </pc:spChg>
        <pc:spChg chg="del">
          <ac:chgData name="Minh Huynh" userId="01a137d4-0d81-46e0-aca6-c9185b391828" providerId="ADAL" clId="{CF02122B-8685-4227-9B3E-A85B24F402DE}" dt="2026-10-13T10:19:46.984" v="1466" actId="478"/>
          <ac:spMkLst>
            <pc:docMk/>
            <pc:sldMk cId="2393629656" sldId="4568"/>
            <ac:spMk id="63" creationId="{E44CEA04-B631-438B-8CF8-110BD7FCACE7}"/>
          </ac:spMkLst>
        </pc:spChg>
        <pc:spChg chg="del">
          <ac:chgData name="Minh Huynh" userId="01a137d4-0d81-46e0-aca6-c9185b391828" providerId="ADAL" clId="{CF02122B-8685-4227-9B3E-A85B24F402DE}" dt="2026-10-13T10:19:46.984" v="1466" actId="478"/>
          <ac:spMkLst>
            <pc:docMk/>
            <pc:sldMk cId="2393629656" sldId="4568"/>
            <ac:spMk id="64" creationId="{1CDEDFFF-86DF-4FB1-8E8C-6E7B151167D0}"/>
          </ac:spMkLst>
        </pc:spChg>
        <pc:spChg chg="del">
          <ac:chgData name="Minh Huynh" userId="01a137d4-0d81-46e0-aca6-c9185b391828" providerId="ADAL" clId="{CF02122B-8685-4227-9B3E-A85B24F402DE}" dt="2026-10-13T10:19:46.984" v="1466" actId="478"/>
          <ac:spMkLst>
            <pc:docMk/>
            <pc:sldMk cId="2393629656" sldId="4568"/>
            <ac:spMk id="65" creationId="{4908E660-4561-42F6-9F20-5013E5EC4E02}"/>
          </ac:spMkLst>
        </pc:spChg>
        <pc:spChg chg="del">
          <ac:chgData name="Minh Huynh" userId="01a137d4-0d81-46e0-aca6-c9185b391828" providerId="ADAL" clId="{CF02122B-8685-4227-9B3E-A85B24F402DE}" dt="2026-10-13T10:19:46.984" v="1466" actId="478"/>
          <ac:spMkLst>
            <pc:docMk/>
            <pc:sldMk cId="2393629656" sldId="4568"/>
            <ac:spMk id="66" creationId="{3FB88763-971B-4D42-BD3C-40B344C15B5C}"/>
          </ac:spMkLst>
        </pc:spChg>
        <pc:spChg chg="del">
          <ac:chgData name="Minh Huynh" userId="01a137d4-0d81-46e0-aca6-c9185b391828" providerId="ADAL" clId="{CF02122B-8685-4227-9B3E-A85B24F402DE}" dt="2026-10-13T10:19:46.984" v="1466" actId="478"/>
          <ac:spMkLst>
            <pc:docMk/>
            <pc:sldMk cId="2393629656" sldId="4568"/>
            <ac:spMk id="67" creationId="{9AAC773E-18E4-44DE-8E7D-7F8DA33AB437}"/>
          </ac:spMkLst>
        </pc:spChg>
        <pc:spChg chg="del">
          <ac:chgData name="Minh Huynh" userId="01a137d4-0d81-46e0-aca6-c9185b391828" providerId="ADAL" clId="{CF02122B-8685-4227-9B3E-A85B24F402DE}" dt="2026-10-13T10:19:46.984" v="1466" actId="478"/>
          <ac:spMkLst>
            <pc:docMk/>
            <pc:sldMk cId="2393629656" sldId="4568"/>
            <ac:spMk id="68" creationId="{7EB35143-941C-4FB8-BF57-2FD1811F3809}"/>
          </ac:spMkLst>
        </pc:spChg>
        <pc:spChg chg="del">
          <ac:chgData name="Minh Huynh" userId="01a137d4-0d81-46e0-aca6-c9185b391828" providerId="ADAL" clId="{CF02122B-8685-4227-9B3E-A85B24F402DE}" dt="2026-10-13T10:19:46.984" v="1466" actId="478"/>
          <ac:spMkLst>
            <pc:docMk/>
            <pc:sldMk cId="2393629656" sldId="4568"/>
            <ac:spMk id="69" creationId="{8625FCC5-2FB9-4299-811F-F2EC4B05499E}"/>
          </ac:spMkLst>
        </pc:spChg>
      </pc:sldChg>
      <pc:sldChg chg="del">
        <pc:chgData name="Minh Huynh" userId="01a137d4-0d81-46e0-aca6-c9185b391828" providerId="ADAL" clId="{CF02122B-8685-4227-9B3E-A85B24F402DE}" dt="2026-10-13T09:54:35.156" v="0" actId="47"/>
        <pc:sldMkLst>
          <pc:docMk/>
          <pc:sldMk cId="2635461782" sldId="4573"/>
        </pc:sldMkLst>
      </pc:sldChg>
      <pc:sldChg chg="addSp delSp modSp add mod">
        <pc:chgData name="Minh Huynh" userId="01a137d4-0d81-46e0-aca6-c9185b391828" providerId="ADAL" clId="{CF02122B-8685-4227-9B3E-A85B24F402DE}" dt="2026-10-13T10:20:17.107" v="1491"/>
        <pc:sldMkLst>
          <pc:docMk/>
          <pc:sldMk cId="1075985313" sldId="4578"/>
        </pc:sldMkLst>
        <pc:spChg chg="add mod">
          <ac:chgData name="Minh Huynh" userId="01a137d4-0d81-46e0-aca6-c9185b391828" providerId="ADAL" clId="{CF02122B-8685-4227-9B3E-A85B24F402DE}" dt="2026-10-13T10:20:17.107" v="1491"/>
          <ac:spMkLst>
            <pc:docMk/>
            <pc:sldMk cId="1075985313" sldId="4578"/>
            <ac:spMk id="20" creationId="{6FBD741E-F9B4-4A16-A6CB-38574C5C8FD1}"/>
          </ac:spMkLst>
        </pc:spChg>
        <pc:spChg chg="del">
          <ac:chgData name="Minh Huynh" userId="01a137d4-0d81-46e0-aca6-c9185b391828" providerId="ADAL" clId="{CF02122B-8685-4227-9B3E-A85B24F402DE}" dt="2026-10-13T10:20:11.568" v="1488" actId="478"/>
          <ac:spMkLst>
            <pc:docMk/>
            <pc:sldMk cId="1075985313" sldId="4578"/>
            <ac:spMk id="29" creationId="{D16D0345-BD77-45E1-AC43-EF4E42830EF7}"/>
          </ac:spMkLst>
        </pc:spChg>
        <pc:spChg chg="del">
          <ac:chgData name="Minh Huynh" userId="01a137d4-0d81-46e0-aca6-c9185b391828" providerId="ADAL" clId="{CF02122B-8685-4227-9B3E-A85B24F402DE}" dt="2026-10-13T10:20:11.568" v="1488" actId="478"/>
          <ac:spMkLst>
            <pc:docMk/>
            <pc:sldMk cId="1075985313" sldId="4578"/>
            <ac:spMk id="30" creationId="{B0CFAC7C-B011-47AB-B815-5C4D6A827110}"/>
          </ac:spMkLst>
        </pc:spChg>
        <pc:spChg chg="del">
          <ac:chgData name="Minh Huynh" userId="01a137d4-0d81-46e0-aca6-c9185b391828" providerId="ADAL" clId="{CF02122B-8685-4227-9B3E-A85B24F402DE}" dt="2026-10-13T10:20:11.568" v="1488" actId="478"/>
          <ac:spMkLst>
            <pc:docMk/>
            <pc:sldMk cId="1075985313" sldId="4578"/>
            <ac:spMk id="31" creationId="{C7F4BCF8-5F39-42D4-9E07-A4AE8CCD3C34}"/>
          </ac:spMkLst>
        </pc:spChg>
        <pc:spChg chg="del">
          <ac:chgData name="Minh Huynh" userId="01a137d4-0d81-46e0-aca6-c9185b391828" providerId="ADAL" clId="{CF02122B-8685-4227-9B3E-A85B24F402DE}" dt="2026-10-13T10:20:11.568" v="1488" actId="478"/>
          <ac:spMkLst>
            <pc:docMk/>
            <pc:sldMk cId="1075985313" sldId="4578"/>
            <ac:spMk id="32" creationId="{768864A4-3A00-4D27-B7B2-2F2246D02896}"/>
          </ac:spMkLst>
        </pc:spChg>
        <pc:spChg chg="del">
          <ac:chgData name="Minh Huynh" userId="01a137d4-0d81-46e0-aca6-c9185b391828" providerId="ADAL" clId="{CF02122B-8685-4227-9B3E-A85B24F402DE}" dt="2026-10-13T10:20:11.568" v="1488" actId="478"/>
          <ac:spMkLst>
            <pc:docMk/>
            <pc:sldMk cId="1075985313" sldId="4578"/>
            <ac:spMk id="33" creationId="{8EC6739A-845E-4A50-A058-359299275DD1}"/>
          </ac:spMkLst>
        </pc:spChg>
        <pc:spChg chg="del">
          <ac:chgData name="Minh Huynh" userId="01a137d4-0d81-46e0-aca6-c9185b391828" providerId="ADAL" clId="{CF02122B-8685-4227-9B3E-A85B24F402DE}" dt="2026-10-13T10:20:11.568" v="1488" actId="478"/>
          <ac:spMkLst>
            <pc:docMk/>
            <pc:sldMk cId="1075985313" sldId="4578"/>
            <ac:spMk id="34" creationId="{D73176C8-2462-4498-979A-1CC0CD8ED0B7}"/>
          </ac:spMkLst>
        </pc:spChg>
        <pc:spChg chg="del">
          <ac:chgData name="Minh Huynh" userId="01a137d4-0d81-46e0-aca6-c9185b391828" providerId="ADAL" clId="{CF02122B-8685-4227-9B3E-A85B24F402DE}" dt="2026-10-13T10:20:11.568" v="1488" actId="478"/>
          <ac:spMkLst>
            <pc:docMk/>
            <pc:sldMk cId="1075985313" sldId="4578"/>
            <ac:spMk id="35" creationId="{930D1817-7578-4FCA-9F96-832489DF514E}"/>
          </ac:spMkLst>
        </pc:spChg>
        <pc:spChg chg="del">
          <ac:chgData name="Minh Huynh" userId="01a137d4-0d81-46e0-aca6-c9185b391828" providerId="ADAL" clId="{CF02122B-8685-4227-9B3E-A85B24F402DE}" dt="2026-10-13T10:20:11.568" v="1488" actId="478"/>
          <ac:spMkLst>
            <pc:docMk/>
            <pc:sldMk cId="1075985313" sldId="4578"/>
            <ac:spMk id="36" creationId="{C0FE1811-8A3C-418E-8BCE-A3B52D8B651D}"/>
          </ac:spMkLst>
        </pc:spChg>
        <pc:spChg chg="del">
          <ac:chgData name="Minh Huynh" userId="01a137d4-0d81-46e0-aca6-c9185b391828" providerId="ADAL" clId="{CF02122B-8685-4227-9B3E-A85B24F402DE}" dt="2026-10-13T10:20:11.568" v="1488" actId="478"/>
          <ac:spMkLst>
            <pc:docMk/>
            <pc:sldMk cId="1075985313" sldId="4578"/>
            <ac:spMk id="37" creationId="{3362DA85-B56A-4A31-AB1D-2CF1D9A5448E}"/>
          </ac:spMkLst>
        </pc:spChg>
        <pc:spChg chg="del">
          <ac:chgData name="Minh Huynh" userId="01a137d4-0d81-46e0-aca6-c9185b391828" providerId="ADAL" clId="{CF02122B-8685-4227-9B3E-A85B24F402DE}" dt="2026-10-13T10:20:11.568" v="1488" actId="478"/>
          <ac:spMkLst>
            <pc:docMk/>
            <pc:sldMk cId="1075985313" sldId="4578"/>
            <ac:spMk id="38" creationId="{25916AC6-37C2-4520-9FEB-6FA3455610C1}"/>
          </ac:spMkLst>
        </pc:spChg>
        <pc:spChg chg="del">
          <ac:chgData name="Minh Huynh" userId="01a137d4-0d81-46e0-aca6-c9185b391828" providerId="ADAL" clId="{CF02122B-8685-4227-9B3E-A85B24F402DE}" dt="2026-10-13T10:20:14.506" v="1490" actId="478"/>
          <ac:spMkLst>
            <pc:docMk/>
            <pc:sldMk cId="1075985313" sldId="4578"/>
            <ac:spMk id="39" creationId="{1C26EF80-2607-4F15-8BEC-6D191C50A84D}"/>
          </ac:spMkLst>
        </pc:spChg>
        <pc:spChg chg="del">
          <ac:chgData name="Minh Huynh" userId="01a137d4-0d81-46e0-aca6-c9185b391828" providerId="ADAL" clId="{CF02122B-8685-4227-9B3E-A85B24F402DE}" dt="2026-10-13T10:20:11.568" v="1488" actId="478"/>
          <ac:spMkLst>
            <pc:docMk/>
            <pc:sldMk cId="1075985313" sldId="4578"/>
            <ac:spMk id="40" creationId="{6FDB4D2D-4F53-4F51-9C29-5E7A917C1313}"/>
          </ac:spMkLst>
        </pc:spChg>
        <pc:spChg chg="del">
          <ac:chgData name="Minh Huynh" userId="01a137d4-0d81-46e0-aca6-c9185b391828" providerId="ADAL" clId="{CF02122B-8685-4227-9B3E-A85B24F402DE}" dt="2026-10-13T10:20:11.568" v="1488" actId="478"/>
          <ac:spMkLst>
            <pc:docMk/>
            <pc:sldMk cId="1075985313" sldId="4578"/>
            <ac:spMk id="41" creationId="{A16F5B61-7C34-42C3-8AD4-470F176E9AC0}"/>
          </ac:spMkLst>
        </pc:spChg>
        <pc:spChg chg="del">
          <ac:chgData name="Minh Huynh" userId="01a137d4-0d81-46e0-aca6-c9185b391828" providerId="ADAL" clId="{CF02122B-8685-4227-9B3E-A85B24F402DE}" dt="2026-10-13T10:20:11.568" v="1488" actId="478"/>
          <ac:spMkLst>
            <pc:docMk/>
            <pc:sldMk cId="1075985313" sldId="4578"/>
            <ac:spMk id="42" creationId="{6C6ABF0A-7F26-4AEE-8371-69E988ED65B0}"/>
          </ac:spMkLst>
        </pc:spChg>
        <pc:spChg chg="del">
          <ac:chgData name="Minh Huynh" userId="01a137d4-0d81-46e0-aca6-c9185b391828" providerId="ADAL" clId="{CF02122B-8685-4227-9B3E-A85B24F402DE}" dt="2026-10-13T10:20:11.568" v="1488" actId="478"/>
          <ac:spMkLst>
            <pc:docMk/>
            <pc:sldMk cId="1075985313" sldId="4578"/>
            <ac:spMk id="43" creationId="{33E87716-080B-4285-A536-F9207695ADAC}"/>
          </ac:spMkLst>
        </pc:spChg>
        <pc:spChg chg="del">
          <ac:chgData name="Minh Huynh" userId="01a137d4-0d81-46e0-aca6-c9185b391828" providerId="ADAL" clId="{CF02122B-8685-4227-9B3E-A85B24F402DE}" dt="2026-10-13T10:20:11.568" v="1488" actId="478"/>
          <ac:spMkLst>
            <pc:docMk/>
            <pc:sldMk cId="1075985313" sldId="4578"/>
            <ac:spMk id="44" creationId="{CE59A3F4-813F-4F45-86DA-8F3A06D7BC76}"/>
          </ac:spMkLst>
        </pc:spChg>
        <pc:spChg chg="del">
          <ac:chgData name="Minh Huynh" userId="01a137d4-0d81-46e0-aca6-c9185b391828" providerId="ADAL" clId="{CF02122B-8685-4227-9B3E-A85B24F402DE}" dt="2026-10-13T10:20:13.300" v="1489" actId="478"/>
          <ac:spMkLst>
            <pc:docMk/>
            <pc:sldMk cId="1075985313" sldId="4578"/>
            <ac:spMk id="45" creationId="{2ED634A2-B217-4C63-A99C-2236C34EFE2D}"/>
          </ac:spMkLst>
        </pc:spChg>
      </pc:sldChg>
      <pc:sldChg chg="del">
        <pc:chgData name="Minh Huynh" userId="01a137d4-0d81-46e0-aca6-c9185b391828" providerId="ADAL" clId="{CF02122B-8685-4227-9B3E-A85B24F402DE}" dt="2026-10-13T09:54:35.156" v="0" actId="47"/>
        <pc:sldMkLst>
          <pc:docMk/>
          <pc:sldMk cId="2838637852" sldId="4587"/>
        </pc:sldMkLst>
      </pc:sldChg>
      <pc:sldChg chg="addSp delSp modSp add mod">
        <pc:chgData name="Minh Huynh" userId="01a137d4-0d81-46e0-aca6-c9185b391828" providerId="ADAL" clId="{CF02122B-8685-4227-9B3E-A85B24F402DE}" dt="2026-10-13T10:20:39.315" v="1495"/>
        <pc:sldMkLst>
          <pc:docMk/>
          <pc:sldMk cId="2040598794" sldId="4593"/>
        </pc:sldMkLst>
        <pc:spChg chg="del">
          <ac:chgData name="Minh Huynh" userId="01a137d4-0d81-46e0-aca6-c9185b391828" providerId="ADAL" clId="{CF02122B-8685-4227-9B3E-A85B24F402DE}" dt="2026-10-13T10:20:36.851" v="1494" actId="478"/>
          <ac:spMkLst>
            <pc:docMk/>
            <pc:sldMk cId="2040598794" sldId="4593"/>
            <ac:spMk id="19" creationId="{C32AC78A-5EBC-485D-8325-D02B3F61D475}"/>
          </ac:spMkLst>
        </pc:spChg>
        <pc:spChg chg="del">
          <ac:chgData name="Minh Huynh" userId="01a137d4-0d81-46e0-aca6-c9185b391828" providerId="ADAL" clId="{CF02122B-8685-4227-9B3E-A85B24F402DE}" dt="2026-10-13T10:20:36.851" v="1494" actId="478"/>
          <ac:spMkLst>
            <pc:docMk/>
            <pc:sldMk cId="2040598794" sldId="4593"/>
            <ac:spMk id="29" creationId="{D16D0345-BD77-45E1-AC43-EF4E42830EF7}"/>
          </ac:spMkLst>
        </pc:spChg>
        <pc:spChg chg="del">
          <ac:chgData name="Minh Huynh" userId="01a137d4-0d81-46e0-aca6-c9185b391828" providerId="ADAL" clId="{CF02122B-8685-4227-9B3E-A85B24F402DE}" dt="2026-10-13T10:20:36.851" v="1494" actId="478"/>
          <ac:spMkLst>
            <pc:docMk/>
            <pc:sldMk cId="2040598794" sldId="4593"/>
            <ac:spMk id="30" creationId="{B0CFAC7C-B011-47AB-B815-5C4D6A827110}"/>
          </ac:spMkLst>
        </pc:spChg>
        <pc:spChg chg="del">
          <ac:chgData name="Minh Huynh" userId="01a137d4-0d81-46e0-aca6-c9185b391828" providerId="ADAL" clId="{CF02122B-8685-4227-9B3E-A85B24F402DE}" dt="2026-10-13T10:20:36.851" v="1494" actId="478"/>
          <ac:spMkLst>
            <pc:docMk/>
            <pc:sldMk cId="2040598794" sldId="4593"/>
            <ac:spMk id="31" creationId="{C7F4BCF8-5F39-42D4-9E07-A4AE8CCD3C34}"/>
          </ac:spMkLst>
        </pc:spChg>
        <pc:spChg chg="del">
          <ac:chgData name="Minh Huynh" userId="01a137d4-0d81-46e0-aca6-c9185b391828" providerId="ADAL" clId="{CF02122B-8685-4227-9B3E-A85B24F402DE}" dt="2026-10-13T10:20:36.851" v="1494" actId="478"/>
          <ac:spMkLst>
            <pc:docMk/>
            <pc:sldMk cId="2040598794" sldId="4593"/>
            <ac:spMk id="32" creationId="{768864A4-3A00-4D27-B7B2-2F2246D02896}"/>
          </ac:spMkLst>
        </pc:spChg>
        <pc:spChg chg="del">
          <ac:chgData name="Minh Huynh" userId="01a137d4-0d81-46e0-aca6-c9185b391828" providerId="ADAL" clId="{CF02122B-8685-4227-9B3E-A85B24F402DE}" dt="2026-10-13T10:20:36.851" v="1494" actId="478"/>
          <ac:spMkLst>
            <pc:docMk/>
            <pc:sldMk cId="2040598794" sldId="4593"/>
            <ac:spMk id="33" creationId="{8EC6739A-845E-4A50-A058-359299275DD1}"/>
          </ac:spMkLst>
        </pc:spChg>
        <pc:spChg chg="del">
          <ac:chgData name="Minh Huynh" userId="01a137d4-0d81-46e0-aca6-c9185b391828" providerId="ADAL" clId="{CF02122B-8685-4227-9B3E-A85B24F402DE}" dt="2026-10-13T10:20:36.851" v="1494" actId="478"/>
          <ac:spMkLst>
            <pc:docMk/>
            <pc:sldMk cId="2040598794" sldId="4593"/>
            <ac:spMk id="34" creationId="{D73176C8-2462-4498-979A-1CC0CD8ED0B7}"/>
          </ac:spMkLst>
        </pc:spChg>
        <pc:spChg chg="del">
          <ac:chgData name="Minh Huynh" userId="01a137d4-0d81-46e0-aca6-c9185b391828" providerId="ADAL" clId="{CF02122B-8685-4227-9B3E-A85B24F402DE}" dt="2026-10-13T10:20:36.851" v="1494" actId="478"/>
          <ac:spMkLst>
            <pc:docMk/>
            <pc:sldMk cId="2040598794" sldId="4593"/>
            <ac:spMk id="35" creationId="{930D1817-7578-4FCA-9F96-832489DF514E}"/>
          </ac:spMkLst>
        </pc:spChg>
        <pc:spChg chg="del">
          <ac:chgData name="Minh Huynh" userId="01a137d4-0d81-46e0-aca6-c9185b391828" providerId="ADAL" clId="{CF02122B-8685-4227-9B3E-A85B24F402DE}" dt="2026-10-13T10:20:36.851" v="1494" actId="478"/>
          <ac:spMkLst>
            <pc:docMk/>
            <pc:sldMk cId="2040598794" sldId="4593"/>
            <ac:spMk id="36" creationId="{C0FE1811-8A3C-418E-8BCE-A3B52D8B651D}"/>
          </ac:spMkLst>
        </pc:spChg>
        <pc:spChg chg="del">
          <ac:chgData name="Minh Huynh" userId="01a137d4-0d81-46e0-aca6-c9185b391828" providerId="ADAL" clId="{CF02122B-8685-4227-9B3E-A85B24F402DE}" dt="2026-10-13T10:20:36.851" v="1494" actId="478"/>
          <ac:spMkLst>
            <pc:docMk/>
            <pc:sldMk cId="2040598794" sldId="4593"/>
            <ac:spMk id="37" creationId="{3362DA85-B56A-4A31-AB1D-2CF1D9A5448E}"/>
          </ac:spMkLst>
        </pc:spChg>
        <pc:spChg chg="del">
          <ac:chgData name="Minh Huynh" userId="01a137d4-0d81-46e0-aca6-c9185b391828" providerId="ADAL" clId="{CF02122B-8685-4227-9B3E-A85B24F402DE}" dt="2026-10-13T10:20:36.851" v="1494" actId="478"/>
          <ac:spMkLst>
            <pc:docMk/>
            <pc:sldMk cId="2040598794" sldId="4593"/>
            <ac:spMk id="38" creationId="{25916AC6-37C2-4520-9FEB-6FA3455610C1}"/>
          </ac:spMkLst>
        </pc:spChg>
        <pc:spChg chg="del">
          <ac:chgData name="Minh Huynh" userId="01a137d4-0d81-46e0-aca6-c9185b391828" providerId="ADAL" clId="{CF02122B-8685-4227-9B3E-A85B24F402DE}" dt="2026-10-13T10:20:35.597" v="1493" actId="478"/>
          <ac:spMkLst>
            <pc:docMk/>
            <pc:sldMk cId="2040598794" sldId="4593"/>
            <ac:spMk id="39" creationId="{1C26EF80-2607-4F15-8BEC-6D191C50A84D}"/>
          </ac:spMkLst>
        </pc:spChg>
        <pc:spChg chg="del">
          <ac:chgData name="Minh Huynh" userId="01a137d4-0d81-46e0-aca6-c9185b391828" providerId="ADAL" clId="{CF02122B-8685-4227-9B3E-A85B24F402DE}" dt="2026-10-13T10:20:36.851" v="1494" actId="478"/>
          <ac:spMkLst>
            <pc:docMk/>
            <pc:sldMk cId="2040598794" sldId="4593"/>
            <ac:spMk id="40" creationId="{6FDB4D2D-4F53-4F51-9C29-5E7A917C1313}"/>
          </ac:spMkLst>
        </pc:spChg>
        <pc:spChg chg="del">
          <ac:chgData name="Minh Huynh" userId="01a137d4-0d81-46e0-aca6-c9185b391828" providerId="ADAL" clId="{CF02122B-8685-4227-9B3E-A85B24F402DE}" dt="2026-10-13T10:20:36.851" v="1494" actId="478"/>
          <ac:spMkLst>
            <pc:docMk/>
            <pc:sldMk cId="2040598794" sldId="4593"/>
            <ac:spMk id="41" creationId="{A16F5B61-7C34-42C3-8AD4-470F176E9AC0}"/>
          </ac:spMkLst>
        </pc:spChg>
        <pc:spChg chg="del">
          <ac:chgData name="Minh Huynh" userId="01a137d4-0d81-46e0-aca6-c9185b391828" providerId="ADAL" clId="{CF02122B-8685-4227-9B3E-A85B24F402DE}" dt="2026-10-13T10:20:36.851" v="1494" actId="478"/>
          <ac:spMkLst>
            <pc:docMk/>
            <pc:sldMk cId="2040598794" sldId="4593"/>
            <ac:spMk id="42" creationId="{6C6ABF0A-7F26-4AEE-8371-69E988ED65B0}"/>
          </ac:spMkLst>
        </pc:spChg>
        <pc:spChg chg="del">
          <ac:chgData name="Minh Huynh" userId="01a137d4-0d81-46e0-aca6-c9185b391828" providerId="ADAL" clId="{CF02122B-8685-4227-9B3E-A85B24F402DE}" dt="2026-10-13T10:20:36.851" v="1494" actId="478"/>
          <ac:spMkLst>
            <pc:docMk/>
            <pc:sldMk cId="2040598794" sldId="4593"/>
            <ac:spMk id="43" creationId="{33E87716-080B-4285-A536-F9207695ADAC}"/>
          </ac:spMkLst>
        </pc:spChg>
        <pc:spChg chg="del">
          <ac:chgData name="Minh Huynh" userId="01a137d4-0d81-46e0-aca6-c9185b391828" providerId="ADAL" clId="{CF02122B-8685-4227-9B3E-A85B24F402DE}" dt="2026-10-13T10:20:36.851" v="1494" actId="478"/>
          <ac:spMkLst>
            <pc:docMk/>
            <pc:sldMk cId="2040598794" sldId="4593"/>
            <ac:spMk id="44" creationId="{CE59A3F4-813F-4F45-86DA-8F3A06D7BC76}"/>
          </ac:spMkLst>
        </pc:spChg>
        <pc:spChg chg="add mod">
          <ac:chgData name="Minh Huynh" userId="01a137d4-0d81-46e0-aca6-c9185b391828" providerId="ADAL" clId="{CF02122B-8685-4227-9B3E-A85B24F402DE}" dt="2026-10-13T10:20:39.315" v="1495"/>
          <ac:spMkLst>
            <pc:docMk/>
            <pc:sldMk cId="2040598794" sldId="4593"/>
            <ac:spMk id="67" creationId="{61A2AD93-126A-4CA2-8522-05B144B383F0}"/>
          </ac:spMkLst>
        </pc:spChg>
      </pc:sldChg>
      <pc:sldChg chg="addSp delSp modSp add mod">
        <pc:chgData name="Minh Huynh" userId="01a137d4-0d81-46e0-aca6-c9185b391828" providerId="ADAL" clId="{CF02122B-8685-4227-9B3E-A85B24F402DE}" dt="2026-10-13T10:20:53.780" v="1499"/>
        <pc:sldMkLst>
          <pc:docMk/>
          <pc:sldMk cId="414797386" sldId="4594"/>
        </pc:sldMkLst>
        <pc:spChg chg="del">
          <ac:chgData name="Minh Huynh" userId="01a137d4-0d81-46e0-aca6-c9185b391828" providerId="ADAL" clId="{CF02122B-8685-4227-9B3E-A85B24F402DE}" dt="2026-10-13T10:20:51.151" v="1498" actId="478"/>
          <ac:spMkLst>
            <pc:docMk/>
            <pc:sldMk cId="414797386" sldId="4594"/>
            <ac:spMk id="19" creationId="{C32AC78A-5EBC-485D-8325-D02B3F61D475}"/>
          </ac:spMkLst>
        </pc:spChg>
        <pc:spChg chg="del">
          <ac:chgData name="Minh Huynh" userId="01a137d4-0d81-46e0-aca6-c9185b391828" providerId="ADAL" clId="{CF02122B-8685-4227-9B3E-A85B24F402DE}" dt="2026-10-13T10:20:51.151" v="1498" actId="478"/>
          <ac:spMkLst>
            <pc:docMk/>
            <pc:sldMk cId="414797386" sldId="4594"/>
            <ac:spMk id="29" creationId="{D16D0345-BD77-45E1-AC43-EF4E42830EF7}"/>
          </ac:spMkLst>
        </pc:spChg>
        <pc:spChg chg="del">
          <ac:chgData name="Minh Huynh" userId="01a137d4-0d81-46e0-aca6-c9185b391828" providerId="ADAL" clId="{CF02122B-8685-4227-9B3E-A85B24F402DE}" dt="2026-10-13T10:20:51.151" v="1498" actId="478"/>
          <ac:spMkLst>
            <pc:docMk/>
            <pc:sldMk cId="414797386" sldId="4594"/>
            <ac:spMk id="30" creationId="{B0CFAC7C-B011-47AB-B815-5C4D6A827110}"/>
          </ac:spMkLst>
        </pc:spChg>
        <pc:spChg chg="del">
          <ac:chgData name="Minh Huynh" userId="01a137d4-0d81-46e0-aca6-c9185b391828" providerId="ADAL" clId="{CF02122B-8685-4227-9B3E-A85B24F402DE}" dt="2026-10-13T10:20:51.151" v="1498" actId="478"/>
          <ac:spMkLst>
            <pc:docMk/>
            <pc:sldMk cId="414797386" sldId="4594"/>
            <ac:spMk id="31" creationId="{C7F4BCF8-5F39-42D4-9E07-A4AE8CCD3C34}"/>
          </ac:spMkLst>
        </pc:spChg>
        <pc:spChg chg="del">
          <ac:chgData name="Minh Huynh" userId="01a137d4-0d81-46e0-aca6-c9185b391828" providerId="ADAL" clId="{CF02122B-8685-4227-9B3E-A85B24F402DE}" dt="2026-10-13T10:20:51.151" v="1498" actId="478"/>
          <ac:spMkLst>
            <pc:docMk/>
            <pc:sldMk cId="414797386" sldId="4594"/>
            <ac:spMk id="32" creationId="{768864A4-3A00-4D27-B7B2-2F2246D02896}"/>
          </ac:spMkLst>
        </pc:spChg>
        <pc:spChg chg="del">
          <ac:chgData name="Minh Huynh" userId="01a137d4-0d81-46e0-aca6-c9185b391828" providerId="ADAL" clId="{CF02122B-8685-4227-9B3E-A85B24F402DE}" dt="2026-10-13T10:20:51.151" v="1498" actId="478"/>
          <ac:spMkLst>
            <pc:docMk/>
            <pc:sldMk cId="414797386" sldId="4594"/>
            <ac:spMk id="33" creationId="{8EC6739A-845E-4A50-A058-359299275DD1}"/>
          </ac:spMkLst>
        </pc:spChg>
        <pc:spChg chg="del">
          <ac:chgData name="Minh Huynh" userId="01a137d4-0d81-46e0-aca6-c9185b391828" providerId="ADAL" clId="{CF02122B-8685-4227-9B3E-A85B24F402DE}" dt="2026-10-13T10:20:51.151" v="1498" actId="478"/>
          <ac:spMkLst>
            <pc:docMk/>
            <pc:sldMk cId="414797386" sldId="4594"/>
            <ac:spMk id="34" creationId="{D73176C8-2462-4498-979A-1CC0CD8ED0B7}"/>
          </ac:spMkLst>
        </pc:spChg>
        <pc:spChg chg="del">
          <ac:chgData name="Minh Huynh" userId="01a137d4-0d81-46e0-aca6-c9185b391828" providerId="ADAL" clId="{CF02122B-8685-4227-9B3E-A85B24F402DE}" dt="2026-10-13T10:20:51.151" v="1498" actId="478"/>
          <ac:spMkLst>
            <pc:docMk/>
            <pc:sldMk cId="414797386" sldId="4594"/>
            <ac:spMk id="35" creationId="{930D1817-7578-4FCA-9F96-832489DF514E}"/>
          </ac:spMkLst>
        </pc:spChg>
        <pc:spChg chg="del">
          <ac:chgData name="Minh Huynh" userId="01a137d4-0d81-46e0-aca6-c9185b391828" providerId="ADAL" clId="{CF02122B-8685-4227-9B3E-A85B24F402DE}" dt="2026-10-13T10:20:51.151" v="1498" actId="478"/>
          <ac:spMkLst>
            <pc:docMk/>
            <pc:sldMk cId="414797386" sldId="4594"/>
            <ac:spMk id="36" creationId="{C0FE1811-8A3C-418E-8BCE-A3B52D8B651D}"/>
          </ac:spMkLst>
        </pc:spChg>
        <pc:spChg chg="del">
          <ac:chgData name="Minh Huynh" userId="01a137d4-0d81-46e0-aca6-c9185b391828" providerId="ADAL" clId="{CF02122B-8685-4227-9B3E-A85B24F402DE}" dt="2026-10-13T10:20:51.151" v="1498" actId="478"/>
          <ac:spMkLst>
            <pc:docMk/>
            <pc:sldMk cId="414797386" sldId="4594"/>
            <ac:spMk id="37" creationId="{3362DA85-B56A-4A31-AB1D-2CF1D9A5448E}"/>
          </ac:spMkLst>
        </pc:spChg>
        <pc:spChg chg="del">
          <ac:chgData name="Minh Huynh" userId="01a137d4-0d81-46e0-aca6-c9185b391828" providerId="ADAL" clId="{CF02122B-8685-4227-9B3E-A85B24F402DE}" dt="2026-10-13T10:20:51.151" v="1498" actId="478"/>
          <ac:spMkLst>
            <pc:docMk/>
            <pc:sldMk cId="414797386" sldId="4594"/>
            <ac:spMk id="38" creationId="{25916AC6-37C2-4520-9FEB-6FA3455610C1}"/>
          </ac:spMkLst>
        </pc:spChg>
        <pc:spChg chg="del">
          <ac:chgData name="Minh Huynh" userId="01a137d4-0d81-46e0-aca6-c9185b391828" providerId="ADAL" clId="{CF02122B-8685-4227-9B3E-A85B24F402DE}" dt="2026-10-13T10:20:49.154" v="1497" actId="478"/>
          <ac:spMkLst>
            <pc:docMk/>
            <pc:sldMk cId="414797386" sldId="4594"/>
            <ac:spMk id="39" creationId="{1C26EF80-2607-4F15-8BEC-6D191C50A84D}"/>
          </ac:spMkLst>
        </pc:spChg>
        <pc:spChg chg="del">
          <ac:chgData name="Minh Huynh" userId="01a137d4-0d81-46e0-aca6-c9185b391828" providerId="ADAL" clId="{CF02122B-8685-4227-9B3E-A85B24F402DE}" dt="2026-10-13T10:20:51.151" v="1498" actId="478"/>
          <ac:spMkLst>
            <pc:docMk/>
            <pc:sldMk cId="414797386" sldId="4594"/>
            <ac:spMk id="40" creationId="{6FDB4D2D-4F53-4F51-9C29-5E7A917C1313}"/>
          </ac:spMkLst>
        </pc:spChg>
        <pc:spChg chg="del">
          <ac:chgData name="Minh Huynh" userId="01a137d4-0d81-46e0-aca6-c9185b391828" providerId="ADAL" clId="{CF02122B-8685-4227-9B3E-A85B24F402DE}" dt="2026-10-13T10:20:51.151" v="1498" actId="478"/>
          <ac:spMkLst>
            <pc:docMk/>
            <pc:sldMk cId="414797386" sldId="4594"/>
            <ac:spMk id="41" creationId="{A16F5B61-7C34-42C3-8AD4-470F176E9AC0}"/>
          </ac:spMkLst>
        </pc:spChg>
        <pc:spChg chg="del">
          <ac:chgData name="Minh Huynh" userId="01a137d4-0d81-46e0-aca6-c9185b391828" providerId="ADAL" clId="{CF02122B-8685-4227-9B3E-A85B24F402DE}" dt="2026-10-13T10:20:51.151" v="1498" actId="478"/>
          <ac:spMkLst>
            <pc:docMk/>
            <pc:sldMk cId="414797386" sldId="4594"/>
            <ac:spMk id="42" creationId="{6C6ABF0A-7F26-4AEE-8371-69E988ED65B0}"/>
          </ac:spMkLst>
        </pc:spChg>
        <pc:spChg chg="del">
          <ac:chgData name="Minh Huynh" userId="01a137d4-0d81-46e0-aca6-c9185b391828" providerId="ADAL" clId="{CF02122B-8685-4227-9B3E-A85B24F402DE}" dt="2026-10-13T10:20:51.151" v="1498" actId="478"/>
          <ac:spMkLst>
            <pc:docMk/>
            <pc:sldMk cId="414797386" sldId="4594"/>
            <ac:spMk id="43" creationId="{33E87716-080B-4285-A536-F9207695ADAC}"/>
          </ac:spMkLst>
        </pc:spChg>
        <pc:spChg chg="del">
          <ac:chgData name="Minh Huynh" userId="01a137d4-0d81-46e0-aca6-c9185b391828" providerId="ADAL" clId="{CF02122B-8685-4227-9B3E-A85B24F402DE}" dt="2026-10-13T10:20:51.151" v="1498" actId="478"/>
          <ac:spMkLst>
            <pc:docMk/>
            <pc:sldMk cId="414797386" sldId="4594"/>
            <ac:spMk id="44" creationId="{CE59A3F4-813F-4F45-86DA-8F3A06D7BC76}"/>
          </ac:spMkLst>
        </pc:spChg>
        <pc:spChg chg="add mod">
          <ac:chgData name="Minh Huynh" userId="01a137d4-0d81-46e0-aca6-c9185b391828" providerId="ADAL" clId="{CF02122B-8685-4227-9B3E-A85B24F402DE}" dt="2026-10-13T10:20:53.780" v="1499"/>
          <ac:spMkLst>
            <pc:docMk/>
            <pc:sldMk cId="414797386" sldId="4594"/>
            <ac:spMk id="72" creationId="{FC251D7C-DC10-4944-8A38-E0EFEACE3F9D}"/>
          </ac:spMkLst>
        </pc:spChg>
      </pc:sldChg>
      <pc:sldChg chg="del">
        <pc:chgData name="Minh Huynh" userId="01a137d4-0d81-46e0-aca6-c9185b391828" providerId="ADAL" clId="{CF02122B-8685-4227-9B3E-A85B24F402DE}" dt="2026-10-13T09:54:35.156" v="0" actId="47"/>
        <pc:sldMkLst>
          <pc:docMk/>
          <pc:sldMk cId="990204411" sldId="4602"/>
        </pc:sldMkLst>
      </pc:sldChg>
      <pc:sldChg chg="del">
        <pc:chgData name="Minh Huynh" userId="01a137d4-0d81-46e0-aca6-c9185b391828" providerId="ADAL" clId="{CF02122B-8685-4227-9B3E-A85B24F402DE}" dt="2026-10-13T09:54:35.156" v="0" actId="47"/>
        <pc:sldMkLst>
          <pc:docMk/>
          <pc:sldMk cId="115482038" sldId="4611"/>
        </pc:sldMkLst>
      </pc:sldChg>
    </pc:docChg>
  </pc:docChgLst>
  <pc:docChgLst>
    <pc:chgData name="Minh Huynh" userId="01a137d4-0d81-46e0-aca6-c9185b391828" providerId="ADAL" clId="{FDDD7D90-4293-4F5B-B440-645EABB52817}"/>
    <pc:docChg chg="undo redo custSel addSld delSld modSld">
      <pc:chgData name="Minh Huynh" userId="01a137d4-0d81-46e0-aca6-c9185b391828" providerId="ADAL" clId="{FDDD7D90-4293-4F5B-B440-645EABB52817}" dt="2026-10-13T05:01:01.950" v="1064"/>
      <pc:docMkLst>
        <pc:docMk/>
      </pc:docMkLst>
      <pc:sldChg chg="modSp mod">
        <pc:chgData name="Minh Huynh" userId="01a137d4-0d81-46e0-aca6-c9185b391828" providerId="ADAL" clId="{FDDD7D90-4293-4F5B-B440-645EABB52817}" dt="2026-10-13T04:37:44.088" v="56" actId="20577"/>
        <pc:sldMkLst>
          <pc:docMk/>
          <pc:sldMk cId="1972624584" sldId="257"/>
        </pc:sldMkLst>
        <pc:spChg chg="mod">
          <ac:chgData name="Minh Huynh" userId="01a137d4-0d81-46e0-aca6-c9185b391828" providerId="ADAL" clId="{FDDD7D90-4293-4F5B-B440-645EABB52817}" dt="2026-10-13T04:37:44.088" v="56" actId="20577"/>
          <ac:spMkLst>
            <pc:docMk/>
            <pc:sldMk cId="1972624584" sldId="257"/>
            <ac:spMk id="13" creationId="{F11B6F01-F247-4E5E-AC9E-2D11F2681474}"/>
          </ac:spMkLst>
        </pc:spChg>
      </pc:sldChg>
      <pc:sldChg chg="addSp delSp modSp mod">
        <pc:chgData name="Minh Huynh" userId="01a137d4-0d81-46e0-aca6-c9185b391828" providerId="ADAL" clId="{FDDD7D90-4293-4F5B-B440-645EABB52817}" dt="2026-10-13T04:40:11.601" v="143" actId="20577"/>
        <pc:sldMkLst>
          <pc:docMk/>
          <pc:sldMk cId="1166963934" sldId="883"/>
        </pc:sldMkLst>
        <pc:spChg chg="mod">
          <ac:chgData name="Minh Huynh" userId="01a137d4-0d81-46e0-aca6-c9185b391828" providerId="ADAL" clId="{FDDD7D90-4293-4F5B-B440-645EABB52817}" dt="2026-10-13T04:38:25.370" v="79" actId="20577"/>
          <ac:spMkLst>
            <pc:docMk/>
            <pc:sldMk cId="1166963934" sldId="883"/>
            <ac:spMk id="4" creationId="{7BC73E8E-0D58-4B4B-A5C4-A8AE38997407}"/>
          </ac:spMkLst>
        </pc:spChg>
        <pc:spChg chg="mod">
          <ac:chgData name="Minh Huynh" userId="01a137d4-0d81-46e0-aca6-c9185b391828" providerId="ADAL" clId="{FDDD7D90-4293-4F5B-B440-645EABB52817}" dt="2026-10-13T04:40:11.601" v="143" actId="20577"/>
          <ac:spMkLst>
            <pc:docMk/>
            <pc:sldMk cId="1166963934" sldId="883"/>
            <ac:spMk id="5" creationId="{3BBBF4A9-1FF9-45CB-8257-FB748ECAEB1A}"/>
          </ac:spMkLst>
        </pc:spChg>
        <pc:spChg chg="add del mod">
          <ac:chgData name="Minh Huynh" userId="01a137d4-0d81-46e0-aca6-c9185b391828" providerId="ADAL" clId="{FDDD7D90-4293-4F5B-B440-645EABB52817}" dt="2026-10-13T04:39:25.355" v="91"/>
          <ac:spMkLst>
            <pc:docMk/>
            <pc:sldMk cId="1166963934" sldId="883"/>
            <ac:spMk id="12" creationId="{43102589-278B-4DC4-9794-B528FFF940B4}"/>
          </ac:spMkLst>
        </pc:spChg>
        <pc:spChg chg="add del mod">
          <ac:chgData name="Minh Huynh" userId="01a137d4-0d81-46e0-aca6-c9185b391828" providerId="ADAL" clId="{FDDD7D90-4293-4F5B-B440-645EABB52817}" dt="2026-10-13T04:39:25.355" v="91"/>
          <ac:spMkLst>
            <pc:docMk/>
            <pc:sldMk cId="1166963934" sldId="883"/>
            <ac:spMk id="13" creationId="{089F1E2C-6803-49BE-9D61-B9BC89CF5692}"/>
          </ac:spMkLst>
        </pc:spChg>
        <pc:spChg chg="add del mod">
          <ac:chgData name="Minh Huynh" userId="01a137d4-0d81-46e0-aca6-c9185b391828" providerId="ADAL" clId="{FDDD7D90-4293-4F5B-B440-645EABB52817}" dt="2026-10-13T04:39:25.355" v="91"/>
          <ac:spMkLst>
            <pc:docMk/>
            <pc:sldMk cId="1166963934" sldId="883"/>
            <ac:spMk id="14" creationId="{039BD274-1FBB-4B90-A273-FB7D6721ADC4}"/>
          </ac:spMkLst>
        </pc:spChg>
        <pc:spChg chg="add del mod">
          <ac:chgData name="Minh Huynh" userId="01a137d4-0d81-46e0-aca6-c9185b391828" providerId="ADAL" clId="{FDDD7D90-4293-4F5B-B440-645EABB52817}" dt="2026-10-13T04:39:25.355" v="91"/>
          <ac:spMkLst>
            <pc:docMk/>
            <pc:sldMk cId="1166963934" sldId="883"/>
            <ac:spMk id="15" creationId="{5C2EBF6D-C0B1-424F-8046-595ED6F57DD9}"/>
          </ac:spMkLst>
        </pc:spChg>
        <pc:spChg chg="add del mod">
          <ac:chgData name="Minh Huynh" userId="01a137d4-0d81-46e0-aca6-c9185b391828" providerId="ADAL" clId="{FDDD7D90-4293-4F5B-B440-645EABB52817}" dt="2026-10-13T04:39:25.355" v="91"/>
          <ac:spMkLst>
            <pc:docMk/>
            <pc:sldMk cId="1166963934" sldId="883"/>
            <ac:spMk id="16" creationId="{2001B430-C0AD-4C1A-9FAB-114FDECA0FD6}"/>
          </ac:spMkLst>
        </pc:spChg>
        <pc:picChg chg="add mod">
          <ac:chgData name="Minh Huynh" userId="01a137d4-0d81-46e0-aca6-c9185b391828" providerId="ADAL" clId="{FDDD7D90-4293-4F5B-B440-645EABB52817}" dt="2026-10-13T04:39:39.392" v="98" actId="1076"/>
          <ac:picMkLst>
            <pc:docMk/>
            <pc:sldMk cId="1166963934" sldId="883"/>
            <ac:picMk id="2" creationId="{E7851CAB-89FE-468A-8C22-3319479649C7}"/>
          </ac:picMkLst>
        </pc:picChg>
        <pc:picChg chg="add del mod">
          <ac:chgData name="Minh Huynh" userId="01a137d4-0d81-46e0-aca6-c9185b391828" providerId="ADAL" clId="{FDDD7D90-4293-4F5B-B440-645EABB52817}" dt="2026-10-13T04:39:25.355" v="91"/>
          <ac:picMkLst>
            <pc:docMk/>
            <pc:sldMk cId="1166963934" sldId="883"/>
            <ac:picMk id="6" creationId="{3F04CC4E-1DD0-49D2-9B41-945DDAC7CC16}"/>
          </ac:picMkLst>
        </pc:picChg>
        <pc:picChg chg="add del mod">
          <ac:chgData name="Minh Huynh" userId="01a137d4-0d81-46e0-aca6-c9185b391828" providerId="ADAL" clId="{FDDD7D90-4293-4F5B-B440-645EABB52817}" dt="2026-10-13T04:39:25.355" v="91"/>
          <ac:picMkLst>
            <pc:docMk/>
            <pc:sldMk cId="1166963934" sldId="883"/>
            <ac:picMk id="7" creationId="{59BE3A8D-52DD-42A7-B31E-C2EE181C6200}"/>
          </ac:picMkLst>
        </pc:picChg>
        <pc:picChg chg="add del mod">
          <ac:chgData name="Minh Huynh" userId="01a137d4-0d81-46e0-aca6-c9185b391828" providerId="ADAL" clId="{FDDD7D90-4293-4F5B-B440-645EABB52817}" dt="2026-10-13T04:39:25.355" v="91"/>
          <ac:picMkLst>
            <pc:docMk/>
            <pc:sldMk cId="1166963934" sldId="883"/>
            <ac:picMk id="8" creationId="{38760B24-4659-433D-A09B-DF5E47D87FC7}"/>
          </ac:picMkLst>
        </pc:picChg>
        <pc:picChg chg="add del mod">
          <ac:chgData name="Minh Huynh" userId="01a137d4-0d81-46e0-aca6-c9185b391828" providerId="ADAL" clId="{FDDD7D90-4293-4F5B-B440-645EABB52817}" dt="2026-10-13T04:39:25.355" v="91"/>
          <ac:picMkLst>
            <pc:docMk/>
            <pc:sldMk cId="1166963934" sldId="883"/>
            <ac:picMk id="9" creationId="{AFC6710E-D054-4E0D-8441-EE0B4AB8A62E}"/>
          </ac:picMkLst>
        </pc:picChg>
        <pc:picChg chg="add del mod">
          <ac:chgData name="Minh Huynh" userId="01a137d4-0d81-46e0-aca6-c9185b391828" providerId="ADAL" clId="{FDDD7D90-4293-4F5B-B440-645EABB52817}" dt="2026-10-13T04:39:25.355" v="91"/>
          <ac:picMkLst>
            <pc:docMk/>
            <pc:sldMk cId="1166963934" sldId="883"/>
            <ac:picMk id="10" creationId="{A47E43FA-B9AB-4971-80A6-CDA46AD20B39}"/>
          </ac:picMkLst>
        </pc:picChg>
        <pc:picChg chg="add del mod">
          <ac:chgData name="Minh Huynh" userId="01a137d4-0d81-46e0-aca6-c9185b391828" providerId="ADAL" clId="{FDDD7D90-4293-4F5B-B440-645EABB52817}" dt="2026-10-13T04:39:25.355" v="91"/>
          <ac:picMkLst>
            <pc:docMk/>
            <pc:sldMk cId="1166963934" sldId="883"/>
            <ac:picMk id="11" creationId="{AAB36EE9-4533-4095-9A22-F340B3171B7A}"/>
          </ac:picMkLst>
        </pc:picChg>
      </pc:sldChg>
      <pc:sldChg chg="del">
        <pc:chgData name="Minh Huynh" userId="01a137d4-0d81-46e0-aca6-c9185b391828" providerId="ADAL" clId="{FDDD7D90-4293-4F5B-B440-645EABB52817}" dt="2026-10-13T04:38:04.644" v="57" actId="47"/>
        <pc:sldMkLst>
          <pc:docMk/>
          <pc:sldMk cId="2309281588" sldId="884"/>
        </pc:sldMkLst>
      </pc:sldChg>
      <pc:sldChg chg="del">
        <pc:chgData name="Minh Huynh" userId="01a137d4-0d81-46e0-aca6-c9185b391828" providerId="ADAL" clId="{FDDD7D90-4293-4F5B-B440-645EABB52817}" dt="2026-10-13T04:38:04.644" v="57" actId="47"/>
        <pc:sldMkLst>
          <pc:docMk/>
          <pc:sldMk cId="2738950240" sldId="885"/>
        </pc:sldMkLst>
      </pc:sldChg>
      <pc:sldChg chg="del">
        <pc:chgData name="Minh Huynh" userId="01a137d4-0d81-46e0-aca6-c9185b391828" providerId="ADAL" clId="{FDDD7D90-4293-4F5B-B440-645EABB52817}" dt="2026-10-13T04:38:04.644" v="57" actId="47"/>
        <pc:sldMkLst>
          <pc:docMk/>
          <pc:sldMk cId="1430599913" sldId="886"/>
        </pc:sldMkLst>
      </pc:sldChg>
      <pc:sldChg chg="del">
        <pc:chgData name="Minh Huynh" userId="01a137d4-0d81-46e0-aca6-c9185b391828" providerId="ADAL" clId="{FDDD7D90-4293-4F5B-B440-645EABB52817}" dt="2026-10-13T04:38:04.644" v="57" actId="47"/>
        <pc:sldMkLst>
          <pc:docMk/>
          <pc:sldMk cId="1340834930" sldId="887"/>
        </pc:sldMkLst>
      </pc:sldChg>
      <pc:sldChg chg="del">
        <pc:chgData name="Minh Huynh" userId="01a137d4-0d81-46e0-aca6-c9185b391828" providerId="ADAL" clId="{FDDD7D90-4293-4F5B-B440-645EABB52817}" dt="2026-10-13T04:38:04.644" v="57" actId="47"/>
        <pc:sldMkLst>
          <pc:docMk/>
          <pc:sldMk cId="4146570137" sldId="888"/>
        </pc:sldMkLst>
      </pc:sldChg>
      <pc:sldChg chg="del">
        <pc:chgData name="Minh Huynh" userId="01a137d4-0d81-46e0-aca6-c9185b391828" providerId="ADAL" clId="{FDDD7D90-4293-4F5B-B440-645EABB52817}" dt="2026-10-13T04:38:04.644" v="57" actId="47"/>
        <pc:sldMkLst>
          <pc:docMk/>
          <pc:sldMk cId="107197115" sldId="889"/>
        </pc:sldMkLst>
      </pc:sldChg>
      <pc:sldChg chg="del">
        <pc:chgData name="Minh Huynh" userId="01a137d4-0d81-46e0-aca6-c9185b391828" providerId="ADAL" clId="{FDDD7D90-4293-4F5B-B440-645EABB52817}" dt="2026-10-13T04:38:04.644" v="57" actId="47"/>
        <pc:sldMkLst>
          <pc:docMk/>
          <pc:sldMk cId="509385675" sldId="890"/>
        </pc:sldMkLst>
      </pc:sldChg>
      <pc:sldChg chg="del">
        <pc:chgData name="Minh Huynh" userId="01a137d4-0d81-46e0-aca6-c9185b391828" providerId="ADAL" clId="{FDDD7D90-4293-4F5B-B440-645EABB52817}" dt="2026-10-13T04:38:04.644" v="57" actId="47"/>
        <pc:sldMkLst>
          <pc:docMk/>
          <pc:sldMk cId="2820829822" sldId="891"/>
        </pc:sldMkLst>
      </pc:sldChg>
      <pc:sldChg chg="del">
        <pc:chgData name="Minh Huynh" userId="01a137d4-0d81-46e0-aca6-c9185b391828" providerId="ADAL" clId="{FDDD7D90-4293-4F5B-B440-645EABB52817}" dt="2026-10-13T04:38:04.644" v="57" actId="47"/>
        <pc:sldMkLst>
          <pc:docMk/>
          <pc:sldMk cId="2385764416" sldId="892"/>
        </pc:sldMkLst>
      </pc:sldChg>
      <pc:sldChg chg="del">
        <pc:chgData name="Minh Huynh" userId="01a137d4-0d81-46e0-aca6-c9185b391828" providerId="ADAL" clId="{FDDD7D90-4293-4F5B-B440-645EABB52817}" dt="2026-10-13T04:38:04.644" v="57" actId="47"/>
        <pc:sldMkLst>
          <pc:docMk/>
          <pc:sldMk cId="2806179161" sldId="893"/>
        </pc:sldMkLst>
      </pc:sldChg>
      <pc:sldChg chg="del">
        <pc:chgData name="Minh Huynh" userId="01a137d4-0d81-46e0-aca6-c9185b391828" providerId="ADAL" clId="{FDDD7D90-4293-4F5B-B440-645EABB52817}" dt="2026-10-13T04:38:04.644" v="57" actId="47"/>
        <pc:sldMkLst>
          <pc:docMk/>
          <pc:sldMk cId="3075116588" sldId="894"/>
        </pc:sldMkLst>
      </pc:sldChg>
      <pc:sldChg chg="del">
        <pc:chgData name="Minh Huynh" userId="01a137d4-0d81-46e0-aca6-c9185b391828" providerId="ADAL" clId="{FDDD7D90-4293-4F5B-B440-645EABB52817}" dt="2026-10-13T04:38:04.644" v="57" actId="47"/>
        <pc:sldMkLst>
          <pc:docMk/>
          <pc:sldMk cId="3993957004" sldId="895"/>
        </pc:sldMkLst>
      </pc:sldChg>
      <pc:sldChg chg="del">
        <pc:chgData name="Minh Huynh" userId="01a137d4-0d81-46e0-aca6-c9185b391828" providerId="ADAL" clId="{FDDD7D90-4293-4F5B-B440-645EABB52817}" dt="2026-10-13T04:38:04.644" v="57" actId="47"/>
        <pc:sldMkLst>
          <pc:docMk/>
          <pc:sldMk cId="803991064" sldId="896"/>
        </pc:sldMkLst>
      </pc:sldChg>
      <pc:sldChg chg="del">
        <pc:chgData name="Minh Huynh" userId="01a137d4-0d81-46e0-aca6-c9185b391828" providerId="ADAL" clId="{FDDD7D90-4293-4F5B-B440-645EABB52817}" dt="2026-10-13T04:38:04.644" v="57" actId="47"/>
        <pc:sldMkLst>
          <pc:docMk/>
          <pc:sldMk cId="1003971633" sldId="897"/>
        </pc:sldMkLst>
      </pc:sldChg>
      <pc:sldChg chg="del">
        <pc:chgData name="Minh Huynh" userId="01a137d4-0d81-46e0-aca6-c9185b391828" providerId="ADAL" clId="{FDDD7D90-4293-4F5B-B440-645EABB52817}" dt="2026-10-13T04:38:04.644" v="57" actId="47"/>
        <pc:sldMkLst>
          <pc:docMk/>
          <pc:sldMk cId="1170087405" sldId="898"/>
        </pc:sldMkLst>
      </pc:sldChg>
      <pc:sldChg chg="del">
        <pc:chgData name="Minh Huynh" userId="01a137d4-0d81-46e0-aca6-c9185b391828" providerId="ADAL" clId="{FDDD7D90-4293-4F5B-B440-645EABB52817}" dt="2026-10-13T04:38:04.644" v="57" actId="47"/>
        <pc:sldMkLst>
          <pc:docMk/>
          <pc:sldMk cId="224993826" sldId="899"/>
        </pc:sldMkLst>
      </pc:sldChg>
      <pc:sldChg chg="del">
        <pc:chgData name="Minh Huynh" userId="01a137d4-0d81-46e0-aca6-c9185b391828" providerId="ADAL" clId="{FDDD7D90-4293-4F5B-B440-645EABB52817}" dt="2026-10-13T04:38:04.644" v="57" actId="47"/>
        <pc:sldMkLst>
          <pc:docMk/>
          <pc:sldMk cId="1572259855" sldId="900"/>
        </pc:sldMkLst>
      </pc:sldChg>
      <pc:sldChg chg="del">
        <pc:chgData name="Minh Huynh" userId="01a137d4-0d81-46e0-aca6-c9185b391828" providerId="ADAL" clId="{FDDD7D90-4293-4F5B-B440-645EABB52817}" dt="2026-10-13T04:38:04.644" v="57" actId="47"/>
        <pc:sldMkLst>
          <pc:docMk/>
          <pc:sldMk cId="232970683" sldId="901"/>
        </pc:sldMkLst>
      </pc:sldChg>
      <pc:sldChg chg="del">
        <pc:chgData name="Minh Huynh" userId="01a137d4-0d81-46e0-aca6-c9185b391828" providerId="ADAL" clId="{FDDD7D90-4293-4F5B-B440-645EABB52817}" dt="2026-10-13T04:38:04.644" v="57" actId="47"/>
        <pc:sldMkLst>
          <pc:docMk/>
          <pc:sldMk cId="2487047363" sldId="902"/>
        </pc:sldMkLst>
      </pc:sldChg>
      <pc:sldChg chg="del">
        <pc:chgData name="Minh Huynh" userId="01a137d4-0d81-46e0-aca6-c9185b391828" providerId="ADAL" clId="{FDDD7D90-4293-4F5B-B440-645EABB52817}" dt="2026-10-13T04:38:04.644" v="57" actId="47"/>
        <pc:sldMkLst>
          <pc:docMk/>
          <pc:sldMk cId="407186605" sldId="903"/>
        </pc:sldMkLst>
      </pc:sldChg>
      <pc:sldChg chg="del">
        <pc:chgData name="Minh Huynh" userId="01a137d4-0d81-46e0-aca6-c9185b391828" providerId="ADAL" clId="{FDDD7D90-4293-4F5B-B440-645EABB52817}" dt="2026-10-13T04:38:04.644" v="57" actId="47"/>
        <pc:sldMkLst>
          <pc:docMk/>
          <pc:sldMk cId="1787648695" sldId="904"/>
        </pc:sldMkLst>
      </pc:sldChg>
      <pc:sldChg chg="del">
        <pc:chgData name="Minh Huynh" userId="01a137d4-0d81-46e0-aca6-c9185b391828" providerId="ADAL" clId="{FDDD7D90-4293-4F5B-B440-645EABB52817}" dt="2026-10-13T04:38:04.644" v="57" actId="47"/>
        <pc:sldMkLst>
          <pc:docMk/>
          <pc:sldMk cId="1045422390" sldId="905"/>
        </pc:sldMkLst>
      </pc:sldChg>
      <pc:sldChg chg="del">
        <pc:chgData name="Minh Huynh" userId="01a137d4-0d81-46e0-aca6-c9185b391828" providerId="ADAL" clId="{FDDD7D90-4293-4F5B-B440-645EABB52817}" dt="2026-10-13T04:38:04.644" v="57" actId="47"/>
        <pc:sldMkLst>
          <pc:docMk/>
          <pc:sldMk cId="4258506999" sldId="906"/>
        </pc:sldMkLst>
      </pc:sldChg>
      <pc:sldChg chg="addSp delSp modSp add mod">
        <pc:chgData name="Minh Huynh" userId="01a137d4-0d81-46e0-aca6-c9185b391828" providerId="ADAL" clId="{FDDD7D90-4293-4F5B-B440-645EABB52817}" dt="2026-10-13T04:41:30.553" v="180" actId="20577"/>
        <pc:sldMkLst>
          <pc:docMk/>
          <pc:sldMk cId="950690789" sldId="4365"/>
        </pc:sldMkLst>
        <pc:spChg chg="del">
          <ac:chgData name="Minh Huynh" userId="01a137d4-0d81-46e0-aca6-c9185b391828" providerId="ADAL" clId="{FDDD7D90-4293-4F5B-B440-645EABB52817}" dt="2026-10-13T04:40:39.201" v="146" actId="478"/>
          <ac:spMkLst>
            <pc:docMk/>
            <pc:sldMk cId="950690789" sldId="4365"/>
            <ac:spMk id="10" creationId="{51B2FABE-FB8E-4A85-8D28-32363A4A69E4}"/>
          </ac:spMkLst>
        </pc:spChg>
        <pc:spChg chg="mod">
          <ac:chgData name="Minh Huynh" userId="01a137d4-0d81-46e0-aca6-c9185b391828" providerId="ADAL" clId="{FDDD7D90-4293-4F5B-B440-645EABB52817}" dt="2026-10-13T04:40:53.839" v="150" actId="313"/>
          <ac:spMkLst>
            <pc:docMk/>
            <pc:sldMk cId="950690789" sldId="4365"/>
            <ac:spMk id="12" creationId="{6E505B16-BFC8-4BA2-87BE-B51040B50F96}"/>
          </ac:spMkLst>
        </pc:spChg>
        <pc:spChg chg="add mod">
          <ac:chgData name="Minh Huynh" userId="01a137d4-0d81-46e0-aca6-c9185b391828" providerId="ADAL" clId="{FDDD7D90-4293-4F5B-B440-645EABB52817}" dt="2026-10-13T04:41:30.553" v="180" actId="20577"/>
          <ac:spMkLst>
            <pc:docMk/>
            <pc:sldMk cId="950690789" sldId="4365"/>
            <ac:spMk id="13" creationId="{D22414B0-52D8-4495-B2EF-0FCCCE1F38C5}"/>
          </ac:spMkLst>
        </pc:spChg>
        <pc:spChg chg="del">
          <ac:chgData name="Minh Huynh" userId="01a137d4-0d81-46e0-aca6-c9185b391828" providerId="ADAL" clId="{FDDD7D90-4293-4F5B-B440-645EABB52817}" dt="2026-10-13T04:40:38.174" v="145" actId="478"/>
          <ac:spMkLst>
            <pc:docMk/>
            <pc:sldMk cId="950690789" sldId="4365"/>
            <ac:spMk id="15" creationId="{668F5602-47EE-420D-9B7E-BCF45A6CB524}"/>
          </ac:spMkLst>
        </pc:spChg>
        <pc:spChg chg="del">
          <ac:chgData name="Minh Huynh" userId="01a137d4-0d81-46e0-aca6-c9185b391828" providerId="ADAL" clId="{FDDD7D90-4293-4F5B-B440-645EABB52817}" dt="2026-10-13T04:40:38.174" v="145" actId="478"/>
          <ac:spMkLst>
            <pc:docMk/>
            <pc:sldMk cId="950690789" sldId="4365"/>
            <ac:spMk id="16" creationId="{F2242C64-FE38-42BA-8CFD-71CFBEBEEF68}"/>
          </ac:spMkLst>
        </pc:spChg>
        <pc:spChg chg="del">
          <ac:chgData name="Minh Huynh" userId="01a137d4-0d81-46e0-aca6-c9185b391828" providerId="ADAL" clId="{FDDD7D90-4293-4F5B-B440-645EABB52817}" dt="2026-10-13T04:40:38.174" v="145" actId="478"/>
          <ac:spMkLst>
            <pc:docMk/>
            <pc:sldMk cId="950690789" sldId="4365"/>
            <ac:spMk id="19" creationId="{245216AE-850E-4E69-98EE-94DCA8BA6F6A}"/>
          </ac:spMkLst>
        </pc:spChg>
        <pc:spChg chg="del">
          <ac:chgData name="Minh Huynh" userId="01a137d4-0d81-46e0-aca6-c9185b391828" providerId="ADAL" clId="{FDDD7D90-4293-4F5B-B440-645EABB52817}" dt="2026-10-13T04:40:38.174" v="145" actId="478"/>
          <ac:spMkLst>
            <pc:docMk/>
            <pc:sldMk cId="950690789" sldId="4365"/>
            <ac:spMk id="21" creationId="{1A195455-A937-419D-A4BB-9BF4BBE9FE8C}"/>
          </ac:spMkLst>
        </pc:spChg>
        <pc:spChg chg="del">
          <ac:chgData name="Minh Huynh" userId="01a137d4-0d81-46e0-aca6-c9185b391828" providerId="ADAL" clId="{FDDD7D90-4293-4F5B-B440-645EABB52817}" dt="2026-10-13T04:40:38.174" v="145" actId="478"/>
          <ac:spMkLst>
            <pc:docMk/>
            <pc:sldMk cId="950690789" sldId="4365"/>
            <ac:spMk id="22" creationId="{9EA35DBB-34EF-4912-B6E0-948E45210BB2}"/>
          </ac:spMkLst>
        </pc:spChg>
        <pc:spChg chg="del">
          <ac:chgData name="Minh Huynh" userId="01a137d4-0d81-46e0-aca6-c9185b391828" providerId="ADAL" clId="{FDDD7D90-4293-4F5B-B440-645EABB52817}" dt="2026-10-13T04:40:38.174" v="145" actId="478"/>
          <ac:spMkLst>
            <pc:docMk/>
            <pc:sldMk cId="950690789" sldId="4365"/>
            <ac:spMk id="23" creationId="{33EFA293-6CAE-4CA3-9D2A-C51CB59C5543}"/>
          </ac:spMkLst>
        </pc:spChg>
      </pc:sldChg>
      <pc:sldChg chg="delSp add del">
        <pc:chgData name="Minh Huynh" userId="01a137d4-0d81-46e0-aca6-c9185b391828" providerId="ADAL" clId="{FDDD7D90-4293-4F5B-B440-645EABB52817}" dt="2026-10-13T04:41:35.382" v="182" actId="47"/>
        <pc:sldMkLst>
          <pc:docMk/>
          <pc:sldMk cId="3132228919" sldId="4366"/>
        </pc:sldMkLst>
        <pc:spChg chg="del">
          <ac:chgData name="Minh Huynh" userId="01a137d4-0d81-46e0-aca6-c9185b391828" providerId="ADAL" clId="{FDDD7D90-4293-4F5B-B440-645EABB52817}" dt="2026-10-13T04:41:04.567" v="152" actId="478"/>
          <ac:spMkLst>
            <pc:docMk/>
            <pc:sldMk cId="3132228919" sldId="4366"/>
            <ac:spMk id="12" creationId="{6E505B16-BFC8-4BA2-87BE-B51040B50F96}"/>
          </ac:spMkLst>
        </pc:spChg>
        <pc:picChg chg="del">
          <ac:chgData name="Minh Huynh" userId="01a137d4-0d81-46e0-aca6-c9185b391828" providerId="ADAL" clId="{FDDD7D90-4293-4F5B-B440-645EABB52817}" dt="2026-10-13T04:41:04.567" v="152" actId="478"/>
          <ac:picMkLst>
            <pc:docMk/>
            <pc:sldMk cId="3132228919" sldId="4366"/>
            <ac:picMk id="11" creationId="{E5D13A11-A2D9-4872-992F-0954755C602F}"/>
          </ac:picMkLst>
        </pc:picChg>
      </pc:sldChg>
      <pc:sldChg chg="addSp delSp modSp add mod">
        <pc:chgData name="Minh Huynh" userId="01a137d4-0d81-46e0-aca6-c9185b391828" providerId="ADAL" clId="{FDDD7D90-4293-4F5B-B440-645EABB52817}" dt="2026-10-13T04:41:34.323" v="181"/>
        <pc:sldMkLst>
          <pc:docMk/>
          <pc:sldMk cId="3735371360" sldId="4378"/>
        </pc:sldMkLst>
        <pc:spChg chg="del">
          <ac:chgData name="Minh Huynh" userId="01a137d4-0d81-46e0-aca6-c9185b391828" providerId="ADAL" clId="{FDDD7D90-4293-4F5B-B440-645EABB52817}" dt="2026-10-13T04:41:20.019" v="154" actId="478"/>
          <ac:spMkLst>
            <pc:docMk/>
            <pc:sldMk cId="3735371360" sldId="4378"/>
            <ac:spMk id="15" creationId="{668F5602-47EE-420D-9B7E-BCF45A6CB524}"/>
          </ac:spMkLst>
        </pc:spChg>
        <pc:spChg chg="del">
          <ac:chgData name="Minh Huynh" userId="01a137d4-0d81-46e0-aca6-c9185b391828" providerId="ADAL" clId="{FDDD7D90-4293-4F5B-B440-645EABB52817}" dt="2026-10-13T04:41:20.019" v="154" actId="478"/>
          <ac:spMkLst>
            <pc:docMk/>
            <pc:sldMk cId="3735371360" sldId="4378"/>
            <ac:spMk id="16" creationId="{F2242C64-FE38-42BA-8CFD-71CFBEBEEF68}"/>
          </ac:spMkLst>
        </pc:spChg>
        <pc:spChg chg="del">
          <ac:chgData name="Minh Huynh" userId="01a137d4-0d81-46e0-aca6-c9185b391828" providerId="ADAL" clId="{FDDD7D90-4293-4F5B-B440-645EABB52817}" dt="2026-10-13T04:41:20.019" v="154" actId="478"/>
          <ac:spMkLst>
            <pc:docMk/>
            <pc:sldMk cId="3735371360" sldId="4378"/>
            <ac:spMk id="19" creationId="{245216AE-850E-4E69-98EE-94DCA8BA6F6A}"/>
          </ac:spMkLst>
        </pc:spChg>
        <pc:spChg chg="del">
          <ac:chgData name="Minh Huynh" userId="01a137d4-0d81-46e0-aca6-c9185b391828" providerId="ADAL" clId="{FDDD7D90-4293-4F5B-B440-645EABB52817}" dt="2026-10-13T04:41:20.019" v="154" actId="478"/>
          <ac:spMkLst>
            <pc:docMk/>
            <pc:sldMk cId="3735371360" sldId="4378"/>
            <ac:spMk id="21" creationId="{1A195455-A937-419D-A4BB-9BF4BBE9FE8C}"/>
          </ac:spMkLst>
        </pc:spChg>
        <pc:spChg chg="del">
          <ac:chgData name="Minh Huynh" userId="01a137d4-0d81-46e0-aca6-c9185b391828" providerId="ADAL" clId="{FDDD7D90-4293-4F5B-B440-645EABB52817}" dt="2026-10-13T04:41:20.019" v="154" actId="478"/>
          <ac:spMkLst>
            <pc:docMk/>
            <pc:sldMk cId="3735371360" sldId="4378"/>
            <ac:spMk id="22" creationId="{9EA35DBB-34EF-4912-B6E0-948E45210BB2}"/>
          </ac:spMkLst>
        </pc:spChg>
        <pc:spChg chg="del">
          <ac:chgData name="Minh Huynh" userId="01a137d4-0d81-46e0-aca6-c9185b391828" providerId="ADAL" clId="{FDDD7D90-4293-4F5B-B440-645EABB52817}" dt="2026-10-13T04:41:20.019" v="154" actId="478"/>
          <ac:spMkLst>
            <pc:docMk/>
            <pc:sldMk cId="3735371360" sldId="4378"/>
            <ac:spMk id="23" creationId="{33EFA293-6CAE-4CA3-9D2A-C51CB59C5543}"/>
          </ac:spMkLst>
        </pc:spChg>
        <pc:spChg chg="add mod">
          <ac:chgData name="Minh Huynh" userId="01a137d4-0d81-46e0-aca6-c9185b391828" providerId="ADAL" clId="{FDDD7D90-4293-4F5B-B440-645EABB52817}" dt="2026-10-13T04:41:34.323" v="181"/>
          <ac:spMkLst>
            <pc:docMk/>
            <pc:sldMk cId="3735371360" sldId="4378"/>
            <ac:spMk id="43" creationId="{8FAB47D2-8F30-4EC2-AAA8-D5FE8B30A2CA}"/>
          </ac:spMkLst>
        </pc:spChg>
      </pc:sldChg>
      <pc:sldChg chg="addSp delSp modSp add mod">
        <pc:chgData name="Minh Huynh" userId="01a137d4-0d81-46e0-aca6-c9185b391828" providerId="ADAL" clId="{FDDD7D90-4293-4F5B-B440-645EABB52817}" dt="2026-10-13T04:43:09.846" v="225" actId="20577"/>
        <pc:sldMkLst>
          <pc:docMk/>
          <pc:sldMk cId="3009185353" sldId="4379"/>
        </pc:sldMkLst>
        <pc:spChg chg="del">
          <ac:chgData name="Minh Huynh" userId="01a137d4-0d81-46e0-aca6-c9185b391828" providerId="ADAL" clId="{FDDD7D90-4293-4F5B-B440-645EABB52817}" dt="2026-10-13T04:42:13.188" v="184" actId="478"/>
          <ac:spMkLst>
            <pc:docMk/>
            <pc:sldMk cId="3009185353" sldId="4379"/>
            <ac:spMk id="3" creationId="{91AAB39F-90C3-4E09-9411-CB53C15B2A7E}"/>
          </ac:spMkLst>
        </pc:spChg>
        <pc:spChg chg="del">
          <ac:chgData name="Minh Huynh" userId="01a137d4-0d81-46e0-aca6-c9185b391828" providerId="ADAL" clId="{FDDD7D90-4293-4F5B-B440-645EABB52817}" dt="2026-10-13T04:42:13.188" v="184" actId="478"/>
          <ac:spMkLst>
            <pc:docMk/>
            <pc:sldMk cId="3009185353" sldId="4379"/>
            <ac:spMk id="38" creationId="{BA9AD03F-F832-4CF0-9688-23090112DB24}"/>
          </ac:spMkLst>
        </pc:spChg>
        <pc:spChg chg="del">
          <ac:chgData name="Minh Huynh" userId="01a137d4-0d81-46e0-aca6-c9185b391828" providerId="ADAL" clId="{FDDD7D90-4293-4F5B-B440-645EABB52817}" dt="2026-10-13T04:42:13.188" v="184" actId="478"/>
          <ac:spMkLst>
            <pc:docMk/>
            <pc:sldMk cId="3009185353" sldId="4379"/>
            <ac:spMk id="39" creationId="{A48AED5E-688A-4972-9ECC-468EEE1E8737}"/>
          </ac:spMkLst>
        </pc:spChg>
        <pc:spChg chg="del">
          <ac:chgData name="Minh Huynh" userId="01a137d4-0d81-46e0-aca6-c9185b391828" providerId="ADAL" clId="{FDDD7D90-4293-4F5B-B440-645EABB52817}" dt="2026-10-13T04:42:13.188" v="184" actId="478"/>
          <ac:spMkLst>
            <pc:docMk/>
            <pc:sldMk cId="3009185353" sldId="4379"/>
            <ac:spMk id="40" creationId="{BBD2CF4F-C1E6-4193-BF56-247C22E835C1}"/>
          </ac:spMkLst>
        </pc:spChg>
        <pc:spChg chg="del">
          <ac:chgData name="Minh Huynh" userId="01a137d4-0d81-46e0-aca6-c9185b391828" providerId="ADAL" clId="{FDDD7D90-4293-4F5B-B440-645EABB52817}" dt="2026-10-13T04:42:13.188" v="184" actId="478"/>
          <ac:spMkLst>
            <pc:docMk/>
            <pc:sldMk cId="3009185353" sldId="4379"/>
            <ac:spMk id="41" creationId="{4192CDE5-20A5-481F-86D7-2468331B10EE}"/>
          </ac:spMkLst>
        </pc:spChg>
        <pc:spChg chg="del">
          <ac:chgData name="Minh Huynh" userId="01a137d4-0d81-46e0-aca6-c9185b391828" providerId="ADAL" clId="{FDDD7D90-4293-4F5B-B440-645EABB52817}" dt="2026-10-13T04:42:13.188" v="184" actId="478"/>
          <ac:spMkLst>
            <pc:docMk/>
            <pc:sldMk cId="3009185353" sldId="4379"/>
            <ac:spMk id="42" creationId="{1CA853C0-1A11-48C5-9AD1-D5E67C70DBCF}"/>
          </ac:spMkLst>
        </pc:spChg>
        <pc:spChg chg="mod">
          <ac:chgData name="Minh Huynh" userId="01a137d4-0d81-46e0-aca6-c9185b391828" providerId="ADAL" clId="{FDDD7D90-4293-4F5B-B440-645EABB52817}" dt="2026-10-13T04:42:19.495" v="204" actId="20577"/>
          <ac:spMkLst>
            <pc:docMk/>
            <pc:sldMk cId="3009185353" sldId="4379"/>
            <ac:spMk id="43" creationId="{8FAB47D2-8F30-4EC2-AAA8-D5FE8B30A2CA}"/>
          </ac:spMkLst>
        </pc:spChg>
        <pc:spChg chg="add mod">
          <ac:chgData name="Minh Huynh" userId="01a137d4-0d81-46e0-aca6-c9185b391828" providerId="ADAL" clId="{FDDD7D90-4293-4F5B-B440-645EABB52817}" dt="2026-10-13T04:43:09.846" v="225" actId="20577"/>
          <ac:spMkLst>
            <pc:docMk/>
            <pc:sldMk cId="3009185353" sldId="4379"/>
            <ac:spMk id="44" creationId="{C61445DD-28C4-4C5D-BE89-46860B318B19}"/>
          </ac:spMkLst>
        </pc:spChg>
        <pc:graphicFrameChg chg="del">
          <ac:chgData name="Minh Huynh" userId="01a137d4-0d81-46e0-aca6-c9185b391828" providerId="ADAL" clId="{FDDD7D90-4293-4F5B-B440-645EABB52817}" dt="2026-10-13T04:42:13.188" v="184" actId="478"/>
          <ac:graphicFrameMkLst>
            <pc:docMk/>
            <pc:sldMk cId="3009185353" sldId="4379"/>
            <ac:graphicFrameMk id="30" creationId="{14726765-D026-4909-B54B-877E7FB13941}"/>
          </ac:graphicFrameMkLst>
        </pc:graphicFrameChg>
        <pc:graphicFrameChg chg="del">
          <ac:chgData name="Minh Huynh" userId="01a137d4-0d81-46e0-aca6-c9185b391828" providerId="ADAL" clId="{FDDD7D90-4293-4F5B-B440-645EABB52817}" dt="2026-10-13T04:42:13.188" v="184" actId="478"/>
          <ac:graphicFrameMkLst>
            <pc:docMk/>
            <pc:sldMk cId="3009185353" sldId="4379"/>
            <ac:graphicFrameMk id="31" creationId="{959028B7-E957-477E-9517-EAEF3BD753EE}"/>
          </ac:graphicFrameMkLst>
        </pc:graphicFrameChg>
        <pc:picChg chg="del">
          <ac:chgData name="Minh Huynh" userId="01a137d4-0d81-46e0-aca6-c9185b391828" providerId="ADAL" clId="{FDDD7D90-4293-4F5B-B440-645EABB52817}" dt="2026-10-13T04:42:13.188" v="184" actId="478"/>
          <ac:picMkLst>
            <pc:docMk/>
            <pc:sldMk cId="3009185353" sldId="4379"/>
            <ac:picMk id="18" creationId="{2ABBCF26-7C36-4CA2-AEEB-B46F95FFA30A}"/>
          </ac:picMkLst>
        </pc:picChg>
        <pc:picChg chg="del">
          <ac:chgData name="Minh Huynh" userId="01a137d4-0d81-46e0-aca6-c9185b391828" providerId="ADAL" clId="{FDDD7D90-4293-4F5B-B440-645EABB52817}" dt="2026-10-13T04:42:13.188" v="184" actId="478"/>
          <ac:picMkLst>
            <pc:docMk/>
            <pc:sldMk cId="3009185353" sldId="4379"/>
            <ac:picMk id="20" creationId="{992BC3F6-4947-4060-8854-24E5AAEB19F4}"/>
          </ac:picMkLst>
        </pc:picChg>
        <pc:picChg chg="del">
          <ac:chgData name="Minh Huynh" userId="01a137d4-0d81-46e0-aca6-c9185b391828" providerId="ADAL" clId="{FDDD7D90-4293-4F5B-B440-645EABB52817}" dt="2026-10-13T04:42:13.188" v="184" actId="478"/>
          <ac:picMkLst>
            <pc:docMk/>
            <pc:sldMk cId="3009185353" sldId="4379"/>
            <ac:picMk id="24" creationId="{ADC048DD-E553-4B65-A8E7-DC6CEB8DC10B}"/>
          </ac:picMkLst>
        </pc:picChg>
        <pc:picChg chg="del">
          <ac:chgData name="Minh Huynh" userId="01a137d4-0d81-46e0-aca6-c9185b391828" providerId="ADAL" clId="{FDDD7D90-4293-4F5B-B440-645EABB52817}" dt="2026-10-13T04:42:13.188" v="184" actId="478"/>
          <ac:picMkLst>
            <pc:docMk/>
            <pc:sldMk cId="3009185353" sldId="4379"/>
            <ac:picMk id="25" creationId="{19DE24B8-A5FC-4575-B581-D4B0042D743B}"/>
          </ac:picMkLst>
        </pc:picChg>
        <pc:picChg chg="del">
          <ac:chgData name="Minh Huynh" userId="01a137d4-0d81-46e0-aca6-c9185b391828" providerId="ADAL" clId="{FDDD7D90-4293-4F5B-B440-645EABB52817}" dt="2026-10-13T04:42:13.188" v="184" actId="478"/>
          <ac:picMkLst>
            <pc:docMk/>
            <pc:sldMk cId="3009185353" sldId="4379"/>
            <ac:picMk id="26" creationId="{C18AEAE5-54EC-4369-AAB2-834F171B78E9}"/>
          </ac:picMkLst>
        </pc:picChg>
        <pc:picChg chg="del">
          <ac:chgData name="Minh Huynh" userId="01a137d4-0d81-46e0-aca6-c9185b391828" providerId="ADAL" clId="{FDDD7D90-4293-4F5B-B440-645EABB52817}" dt="2026-10-13T04:42:13.188" v="184" actId="478"/>
          <ac:picMkLst>
            <pc:docMk/>
            <pc:sldMk cId="3009185353" sldId="4379"/>
            <ac:picMk id="27" creationId="{71A39884-9D62-44E7-8058-E6DF0306917C}"/>
          </ac:picMkLst>
        </pc:picChg>
        <pc:picChg chg="del">
          <ac:chgData name="Minh Huynh" userId="01a137d4-0d81-46e0-aca6-c9185b391828" providerId="ADAL" clId="{FDDD7D90-4293-4F5B-B440-645EABB52817}" dt="2026-10-13T04:42:13.188" v="184" actId="478"/>
          <ac:picMkLst>
            <pc:docMk/>
            <pc:sldMk cId="3009185353" sldId="4379"/>
            <ac:picMk id="28" creationId="{31C8CF1D-9F99-46D0-9A33-E4BCF21A4ABC}"/>
          </ac:picMkLst>
        </pc:picChg>
        <pc:picChg chg="del">
          <ac:chgData name="Minh Huynh" userId="01a137d4-0d81-46e0-aca6-c9185b391828" providerId="ADAL" clId="{FDDD7D90-4293-4F5B-B440-645EABB52817}" dt="2026-10-13T04:42:13.188" v="184" actId="478"/>
          <ac:picMkLst>
            <pc:docMk/>
            <pc:sldMk cId="3009185353" sldId="4379"/>
            <ac:picMk id="29" creationId="{DDB7BEF5-C76D-4CE9-8A71-92FEC8517E3F}"/>
          </ac:picMkLst>
        </pc:picChg>
        <pc:picChg chg="del">
          <ac:chgData name="Minh Huynh" userId="01a137d4-0d81-46e0-aca6-c9185b391828" providerId="ADAL" clId="{FDDD7D90-4293-4F5B-B440-645EABB52817}" dt="2026-10-13T04:42:13.188" v="184" actId="478"/>
          <ac:picMkLst>
            <pc:docMk/>
            <pc:sldMk cId="3009185353" sldId="4379"/>
            <ac:picMk id="32" creationId="{F967A736-1797-4CE2-9A0A-1CA6B29A2E93}"/>
          </ac:picMkLst>
        </pc:picChg>
        <pc:picChg chg="del">
          <ac:chgData name="Minh Huynh" userId="01a137d4-0d81-46e0-aca6-c9185b391828" providerId="ADAL" clId="{FDDD7D90-4293-4F5B-B440-645EABB52817}" dt="2026-10-13T04:42:13.188" v="184" actId="478"/>
          <ac:picMkLst>
            <pc:docMk/>
            <pc:sldMk cId="3009185353" sldId="4379"/>
            <ac:picMk id="33" creationId="{342F2630-FE52-48EE-900D-E632FA40EC03}"/>
          </ac:picMkLst>
        </pc:picChg>
        <pc:picChg chg="del">
          <ac:chgData name="Minh Huynh" userId="01a137d4-0d81-46e0-aca6-c9185b391828" providerId="ADAL" clId="{FDDD7D90-4293-4F5B-B440-645EABB52817}" dt="2026-10-13T04:42:13.188" v="184" actId="478"/>
          <ac:picMkLst>
            <pc:docMk/>
            <pc:sldMk cId="3009185353" sldId="4379"/>
            <ac:picMk id="34" creationId="{25A439BB-0788-44BB-AA37-38AF76347117}"/>
          </ac:picMkLst>
        </pc:picChg>
        <pc:picChg chg="del">
          <ac:chgData name="Minh Huynh" userId="01a137d4-0d81-46e0-aca6-c9185b391828" providerId="ADAL" clId="{FDDD7D90-4293-4F5B-B440-645EABB52817}" dt="2026-10-13T04:42:13.188" v="184" actId="478"/>
          <ac:picMkLst>
            <pc:docMk/>
            <pc:sldMk cId="3009185353" sldId="4379"/>
            <ac:picMk id="35" creationId="{6B2BEB91-C49F-40CE-B864-96E9C83E7F96}"/>
          </ac:picMkLst>
        </pc:picChg>
        <pc:picChg chg="del">
          <ac:chgData name="Minh Huynh" userId="01a137d4-0d81-46e0-aca6-c9185b391828" providerId="ADAL" clId="{FDDD7D90-4293-4F5B-B440-645EABB52817}" dt="2026-10-13T04:42:13.188" v="184" actId="478"/>
          <ac:picMkLst>
            <pc:docMk/>
            <pc:sldMk cId="3009185353" sldId="4379"/>
            <ac:picMk id="36" creationId="{AF36992E-1EA4-45C9-9B18-0D8450A176CE}"/>
          </ac:picMkLst>
        </pc:picChg>
        <pc:picChg chg="del">
          <ac:chgData name="Minh Huynh" userId="01a137d4-0d81-46e0-aca6-c9185b391828" providerId="ADAL" clId="{FDDD7D90-4293-4F5B-B440-645EABB52817}" dt="2026-10-13T04:42:13.188" v="184" actId="478"/>
          <ac:picMkLst>
            <pc:docMk/>
            <pc:sldMk cId="3009185353" sldId="4379"/>
            <ac:picMk id="37" creationId="{6355E4AC-44DD-40AC-802F-47165E6E20BB}"/>
          </ac:picMkLst>
        </pc:picChg>
        <pc:cxnChg chg="del">
          <ac:chgData name="Minh Huynh" userId="01a137d4-0d81-46e0-aca6-c9185b391828" providerId="ADAL" clId="{FDDD7D90-4293-4F5B-B440-645EABB52817}" dt="2026-10-13T04:42:13.188" v="184" actId="478"/>
          <ac:cxnSpMkLst>
            <pc:docMk/>
            <pc:sldMk cId="3009185353" sldId="4379"/>
            <ac:cxnSpMk id="5" creationId="{74668B66-B2BF-4E01-8343-9F96B8A063B4}"/>
          </ac:cxnSpMkLst>
        </pc:cxnChg>
      </pc:sldChg>
      <pc:sldChg chg="addSp delSp modSp add mod">
        <pc:chgData name="Minh Huynh" userId="01a137d4-0d81-46e0-aca6-c9185b391828" providerId="ADAL" clId="{FDDD7D90-4293-4F5B-B440-645EABB52817}" dt="2026-10-13T04:44:27.473" v="249" actId="1076"/>
        <pc:sldMkLst>
          <pc:docMk/>
          <pc:sldMk cId="3987322098" sldId="4416"/>
        </pc:sldMkLst>
        <pc:spChg chg="add mod">
          <ac:chgData name="Minh Huynh" userId="01a137d4-0d81-46e0-aca6-c9185b391828" providerId="ADAL" clId="{FDDD7D90-4293-4F5B-B440-645EABB52817}" dt="2026-10-13T04:44:09.933" v="246" actId="20577"/>
          <ac:spMkLst>
            <pc:docMk/>
            <pc:sldMk cId="3987322098" sldId="4416"/>
            <ac:spMk id="48" creationId="{648E1A6D-B458-46B3-88CE-B26D4E9E4323}"/>
          </ac:spMkLst>
        </pc:spChg>
        <pc:spChg chg="add mod">
          <ac:chgData name="Minh Huynh" userId="01a137d4-0d81-46e0-aca6-c9185b391828" providerId="ADAL" clId="{FDDD7D90-4293-4F5B-B440-645EABB52817}" dt="2026-10-13T04:44:23.436" v="248" actId="1076"/>
          <ac:spMkLst>
            <pc:docMk/>
            <pc:sldMk cId="3987322098" sldId="4416"/>
            <ac:spMk id="49" creationId="{FE10C761-8DF6-4273-A5CE-A9F37B34547D}"/>
          </ac:spMkLst>
        </pc:spChg>
        <pc:spChg chg="add mod">
          <ac:chgData name="Minh Huynh" userId="01a137d4-0d81-46e0-aca6-c9185b391828" providerId="ADAL" clId="{FDDD7D90-4293-4F5B-B440-645EABB52817}" dt="2026-10-13T04:44:27.473" v="249" actId="1076"/>
          <ac:spMkLst>
            <pc:docMk/>
            <pc:sldMk cId="3987322098" sldId="4416"/>
            <ac:spMk id="51" creationId="{EBA669DC-0439-4909-B46F-4108015A9EB6}"/>
          </ac:spMkLst>
        </pc:spChg>
        <pc:spChg chg="del">
          <ac:chgData name="Minh Huynh" userId="01a137d4-0d81-46e0-aca6-c9185b391828" providerId="ADAL" clId="{FDDD7D90-4293-4F5B-B440-645EABB52817}" dt="2026-10-13T04:43:55.832" v="227" actId="478"/>
          <ac:spMkLst>
            <pc:docMk/>
            <pc:sldMk cId="3987322098" sldId="4416"/>
            <ac:spMk id="82" creationId="{06B9C751-A0C3-450A-8C5F-69A44AE0D736}"/>
          </ac:spMkLst>
        </pc:spChg>
        <pc:spChg chg="del">
          <ac:chgData name="Minh Huynh" userId="01a137d4-0d81-46e0-aca6-c9185b391828" providerId="ADAL" clId="{FDDD7D90-4293-4F5B-B440-645EABB52817}" dt="2026-10-13T04:43:55.832" v="227" actId="478"/>
          <ac:spMkLst>
            <pc:docMk/>
            <pc:sldMk cId="3987322098" sldId="4416"/>
            <ac:spMk id="83" creationId="{7132C588-D8B6-4E8D-A484-972DFF6B7658}"/>
          </ac:spMkLst>
        </pc:spChg>
        <pc:cxnChg chg="mod">
          <ac:chgData name="Minh Huynh" userId="01a137d4-0d81-46e0-aca6-c9185b391828" providerId="ADAL" clId="{FDDD7D90-4293-4F5B-B440-645EABB52817}" dt="2026-10-13T04:43:59.459" v="228" actId="14100"/>
          <ac:cxnSpMkLst>
            <pc:docMk/>
            <pc:sldMk cId="3987322098" sldId="4416"/>
            <ac:cxnSpMk id="9" creationId="{DD1F4A41-9832-40F4-A7DB-F9B15FBCD65B}"/>
          </ac:cxnSpMkLst>
        </pc:cxnChg>
      </pc:sldChg>
      <pc:sldChg chg="addSp delSp modSp add mod">
        <pc:chgData name="Minh Huynh" userId="01a137d4-0d81-46e0-aca6-c9185b391828" providerId="ADAL" clId="{FDDD7D90-4293-4F5B-B440-645EABB52817}" dt="2026-10-13T04:44:48.215" v="253"/>
        <pc:sldMkLst>
          <pc:docMk/>
          <pc:sldMk cId="1445164029" sldId="4425"/>
        </pc:sldMkLst>
        <pc:spChg chg="add mod">
          <ac:chgData name="Minh Huynh" userId="01a137d4-0d81-46e0-aca6-c9185b391828" providerId="ADAL" clId="{FDDD7D90-4293-4F5B-B440-645EABB52817}" dt="2026-10-13T04:44:48.215" v="253"/>
          <ac:spMkLst>
            <pc:docMk/>
            <pc:sldMk cId="1445164029" sldId="4425"/>
            <ac:spMk id="52" creationId="{7706D9ED-BAC1-4C91-B74D-AFE8980BE164}"/>
          </ac:spMkLst>
        </pc:spChg>
        <pc:spChg chg="add mod">
          <ac:chgData name="Minh Huynh" userId="01a137d4-0d81-46e0-aca6-c9185b391828" providerId="ADAL" clId="{FDDD7D90-4293-4F5B-B440-645EABB52817}" dt="2026-10-13T04:44:48.215" v="253"/>
          <ac:spMkLst>
            <pc:docMk/>
            <pc:sldMk cId="1445164029" sldId="4425"/>
            <ac:spMk id="53" creationId="{1C95094A-FC91-40DE-B5D7-93564752B716}"/>
          </ac:spMkLst>
        </pc:spChg>
        <pc:spChg chg="add mod">
          <ac:chgData name="Minh Huynh" userId="01a137d4-0d81-46e0-aca6-c9185b391828" providerId="ADAL" clId="{FDDD7D90-4293-4F5B-B440-645EABB52817}" dt="2026-10-13T04:44:48.215" v="253"/>
          <ac:spMkLst>
            <pc:docMk/>
            <pc:sldMk cId="1445164029" sldId="4425"/>
            <ac:spMk id="54" creationId="{08FA21EC-6056-4D7F-8B43-E2B19DEBA579}"/>
          </ac:spMkLst>
        </pc:spChg>
        <pc:spChg chg="del">
          <ac:chgData name="Minh Huynh" userId="01a137d4-0d81-46e0-aca6-c9185b391828" providerId="ADAL" clId="{FDDD7D90-4293-4F5B-B440-645EABB52817}" dt="2026-10-13T04:44:42.960" v="251" actId="478"/>
          <ac:spMkLst>
            <pc:docMk/>
            <pc:sldMk cId="1445164029" sldId="4425"/>
            <ac:spMk id="82" creationId="{06B9C751-A0C3-450A-8C5F-69A44AE0D736}"/>
          </ac:spMkLst>
        </pc:spChg>
        <pc:spChg chg="del">
          <ac:chgData name="Minh Huynh" userId="01a137d4-0d81-46e0-aca6-c9185b391828" providerId="ADAL" clId="{FDDD7D90-4293-4F5B-B440-645EABB52817}" dt="2026-10-13T04:44:42.960" v="251" actId="478"/>
          <ac:spMkLst>
            <pc:docMk/>
            <pc:sldMk cId="1445164029" sldId="4425"/>
            <ac:spMk id="83" creationId="{7132C588-D8B6-4E8D-A484-972DFF6B7658}"/>
          </ac:spMkLst>
        </pc:spChg>
        <pc:cxnChg chg="del">
          <ac:chgData name="Minh Huynh" userId="01a137d4-0d81-46e0-aca6-c9185b391828" providerId="ADAL" clId="{FDDD7D90-4293-4F5B-B440-645EABB52817}" dt="2026-10-13T04:44:43.531" v="252" actId="478"/>
          <ac:cxnSpMkLst>
            <pc:docMk/>
            <pc:sldMk cId="1445164029" sldId="4425"/>
            <ac:cxnSpMk id="9" creationId="{DD1F4A41-9832-40F4-A7DB-F9B15FBCD65B}"/>
          </ac:cxnSpMkLst>
        </pc:cxnChg>
        <pc:cxnChg chg="add mod">
          <ac:chgData name="Minh Huynh" userId="01a137d4-0d81-46e0-aca6-c9185b391828" providerId="ADAL" clId="{FDDD7D90-4293-4F5B-B440-645EABB52817}" dt="2026-10-13T04:44:48.215" v="253"/>
          <ac:cxnSpMkLst>
            <pc:docMk/>
            <pc:sldMk cId="1445164029" sldId="4425"/>
            <ac:cxnSpMk id="51" creationId="{58DA23E1-CF7F-4027-B8C9-3AD276A946B9}"/>
          </ac:cxnSpMkLst>
        </pc:cxnChg>
      </pc:sldChg>
      <pc:sldChg chg="addSp delSp modSp add mod">
        <pc:chgData name="Minh Huynh" userId="01a137d4-0d81-46e0-aca6-c9185b391828" providerId="ADAL" clId="{FDDD7D90-4293-4F5B-B440-645EABB52817}" dt="2026-10-13T04:46:31.532" v="290" actId="1076"/>
        <pc:sldMkLst>
          <pc:docMk/>
          <pc:sldMk cId="412457508" sldId="4426"/>
        </pc:sldMkLst>
        <pc:spChg chg="del">
          <ac:chgData name="Minh Huynh" userId="01a137d4-0d81-46e0-aca6-c9185b391828" providerId="ADAL" clId="{FDDD7D90-4293-4F5B-B440-645EABB52817}" dt="2026-10-13T04:45:25.317" v="275" actId="478"/>
          <ac:spMkLst>
            <pc:docMk/>
            <pc:sldMk cId="412457508" sldId="4426"/>
            <ac:spMk id="25" creationId="{16C92E27-7FD5-4769-AA3D-AD68795FEC1E}"/>
          </ac:spMkLst>
        </pc:spChg>
        <pc:spChg chg="del">
          <ac:chgData name="Minh Huynh" userId="01a137d4-0d81-46e0-aca6-c9185b391828" providerId="ADAL" clId="{FDDD7D90-4293-4F5B-B440-645EABB52817}" dt="2026-10-13T04:45:25.317" v="275" actId="478"/>
          <ac:spMkLst>
            <pc:docMk/>
            <pc:sldMk cId="412457508" sldId="4426"/>
            <ac:spMk id="26" creationId="{966D29E9-73A3-42F6-9A9C-00DF4A23B84E}"/>
          </ac:spMkLst>
        </pc:spChg>
        <pc:spChg chg="del">
          <ac:chgData name="Minh Huynh" userId="01a137d4-0d81-46e0-aca6-c9185b391828" providerId="ADAL" clId="{FDDD7D90-4293-4F5B-B440-645EABB52817}" dt="2026-10-13T04:45:25.317" v="275" actId="478"/>
          <ac:spMkLst>
            <pc:docMk/>
            <pc:sldMk cId="412457508" sldId="4426"/>
            <ac:spMk id="27" creationId="{80C086C8-0DD8-4B94-BC89-CC31AF097041}"/>
          </ac:spMkLst>
        </pc:spChg>
        <pc:spChg chg="del">
          <ac:chgData name="Minh Huynh" userId="01a137d4-0d81-46e0-aca6-c9185b391828" providerId="ADAL" clId="{FDDD7D90-4293-4F5B-B440-645EABB52817}" dt="2026-10-13T04:45:25.317" v="275" actId="478"/>
          <ac:spMkLst>
            <pc:docMk/>
            <pc:sldMk cId="412457508" sldId="4426"/>
            <ac:spMk id="28" creationId="{C0C0AC76-4F82-4D1D-80DC-BBE75C4B770F}"/>
          </ac:spMkLst>
        </pc:spChg>
        <pc:spChg chg="del">
          <ac:chgData name="Minh Huynh" userId="01a137d4-0d81-46e0-aca6-c9185b391828" providerId="ADAL" clId="{FDDD7D90-4293-4F5B-B440-645EABB52817}" dt="2026-10-13T04:45:25.317" v="275" actId="478"/>
          <ac:spMkLst>
            <pc:docMk/>
            <pc:sldMk cId="412457508" sldId="4426"/>
            <ac:spMk id="29" creationId="{311C8028-8E5D-4E32-9768-A10F5A8B805C}"/>
          </ac:spMkLst>
        </pc:spChg>
        <pc:spChg chg="del">
          <ac:chgData name="Minh Huynh" userId="01a137d4-0d81-46e0-aca6-c9185b391828" providerId="ADAL" clId="{FDDD7D90-4293-4F5B-B440-645EABB52817}" dt="2026-10-13T04:45:25.317" v="275" actId="478"/>
          <ac:spMkLst>
            <pc:docMk/>
            <pc:sldMk cId="412457508" sldId="4426"/>
            <ac:spMk id="30" creationId="{1A5DC6DB-B0F3-41BA-AFFD-E5FDBFE1C38C}"/>
          </ac:spMkLst>
        </pc:spChg>
        <pc:spChg chg="del">
          <ac:chgData name="Minh Huynh" userId="01a137d4-0d81-46e0-aca6-c9185b391828" providerId="ADAL" clId="{FDDD7D90-4293-4F5B-B440-645EABB52817}" dt="2026-10-13T04:45:25.317" v="275" actId="478"/>
          <ac:spMkLst>
            <pc:docMk/>
            <pc:sldMk cId="412457508" sldId="4426"/>
            <ac:spMk id="31" creationId="{AF883078-34D9-4C57-A4C1-F780ADEED214}"/>
          </ac:spMkLst>
        </pc:spChg>
        <pc:spChg chg="del">
          <ac:chgData name="Minh Huynh" userId="01a137d4-0d81-46e0-aca6-c9185b391828" providerId="ADAL" clId="{FDDD7D90-4293-4F5B-B440-645EABB52817}" dt="2026-10-13T04:45:25.317" v="275" actId="478"/>
          <ac:spMkLst>
            <pc:docMk/>
            <pc:sldMk cId="412457508" sldId="4426"/>
            <ac:spMk id="32" creationId="{1E669A77-7C03-4663-9A1B-1E0DF02DFA9A}"/>
          </ac:spMkLst>
        </pc:spChg>
        <pc:spChg chg="del">
          <ac:chgData name="Minh Huynh" userId="01a137d4-0d81-46e0-aca6-c9185b391828" providerId="ADAL" clId="{FDDD7D90-4293-4F5B-B440-645EABB52817}" dt="2026-10-13T04:45:25.317" v="275" actId="478"/>
          <ac:spMkLst>
            <pc:docMk/>
            <pc:sldMk cId="412457508" sldId="4426"/>
            <ac:spMk id="33" creationId="{D0935CF6-B29C-4E6D-B8E7-88E943401AF6}"/>
          </ac:spMkLst>
        </pc:spChg>
        <pc:spChg chg="del">
          <ac:chgData name="Minh Huynh" userId="01a137d4-0d81-46e0-aca6-c9185b391828" providerId="ADAL" clId="{FDDD7D90-4293-4F5B-B440-645EABB52817}" dt="2026-10-13T04:45:25.317" v="275" actId="478"/>
          <ac:spMkLst>
            <pc:docMk/>
            <pc:sldMk cId="412457508" sldId="4426"/>
            <ac:spMk id="36" creationId="{785A5ECE-3EF8-4C12-AC9F-9BE7290EAA71}"/>
          </ac:spMkLst>
        </pc:spChg>
        <pc:spChg chg="del">
          <ac:chgData name="Minh Huynh" userId="01a137d4-0d81-46e0-aca6-c9185b391828" providerId="ADAL" clId="{FDDD7D90-4293-4F5B-B440-645EABB52817}" dt="2026-10-13T04:45:25.317" v="275" actId="478"/>
          <ac:spMkLst>
            <pc:docMk/>
            <pc:sldMk cId="412457508" sldId="4426"/>
            <ac:spMk id="37" creationId="{AC02641A-B8D6-43FB-89BA-9E51D91A3BDC}"/>
          </ac:spMkLst>
        </pc:spChg>
        <pc:spChg chg="del">
          <ac:chgData name="Minh Huynh" userId="01a137d4-0d81-46e0-aca6-c9185b391828" providerId="ADAL" clId="{FDDD7D90-4293-4F5B-B440-645EABB52817}" dt="2026-10-13T04:45:25.317" v="275" actId="478"/>
          <ac:spMkLst>
            <pc:docMk/>
            <pc:sldMk cId="412457508" sldId="4426"/>
            <ac:spMk id="38" creationId="{E8B0A133-BFB2-4EF2-AE73-95AB974AB70D}"/>
          </ac:spMkLst>
        </pc:spChg>
        <pc:spChg chg="del">
          <ac:chgData name="Minh Huynh" userId="01a137d4-0d81-46e0-aca6-c9185b391828" providerId="ADAL" clId="{FDDD7D90-4293-4F5B-B440-645EABB52817}" dt="2026-10-13T04:45:25.317" v="275" actId="478"/>
          <ac:spMkLst>
            <pc:docMk/>
            <pc:sldMk cId="412457508" sldId="4426"/>
            <ac:spMk id="48" creationId="{BBBA14EB-44AA-4B7D-BA9C-3355966AA93D}"/>
          </ac:spMkLst>
        </pc:spChg>
        <pc:spChg chg="del">
          <ac:chgData name="Minh Huynh" userId="01a137d4-0d81-46e0-aca6-c9185b391828" providerId="ADAL" clId="{FDDD7D90-4293-4F5B-B440-645EABB52817}" dt="2026-10-13T04:45:25.317" v="275" actId="478"/>
          <ac:spMkLst>
            <pc:docMk/>
            <pc:sldMk cId="412457508" sldId="4426"/>
            <ac:spMk id="49" creationId="{FCCA1B6D-35DF-4C2C-8281-9BD8FCEAD3DB}"/>
          </ac:spMkLst>
        </pc:spChg>
        <pc:spChg chg="mod">
          <ac:chgData name="Minh Huynh" userId="01a137d4-0d81-46e0-aca6-c9185b391828" providerId="ADAL" clId="{FDDD7D90-4293-4F5B-B440-645EABB52817}" dt="2026-10-13T04:45:21.927" v="274" actId="20577"/>
          <ac:spMkLst>
            <pc:docMk/>
            <pc:sldMk cId="412457508" sldId="4426"/>
            <ac:spMk id="52" creationId="{7706D9ED-BAC1-4C91-B74D-AFE8980BE164}"/>
          </ac:spMkLst>
        </pc:spChg>
        <pc:spChg chg="del">
          <ac:chgData name="Minh Huynh" userId="01a137d4-0d81-46e0-aca6-c9185b391828" providerId="ADAL" clId="{FDDD7D90-4293-4F5B-B440-645EABB52817}" dt="2026-10-13T04:45:25.317" v="275" actId="478"/>
          <ac:spMkLst>
            <pc:docMk/>
            <pc:sldMk cId="412457508" sldId="4426"/>
            <ac:spMk id="53" creationId="{1C95094A-FC91-40DE-B5D7-93564752B716}"/>
          </ac:spMkLst>
        </pc:spChg>
        <pc:spChg chg="del">
          <ac:chgData name="Minh Huynh" userId="01a137d4-0d81-46e0-aca6-c9185b391828" providerId="ADAL" clId="{FDDD7D90-4293-4F5B-B440-645EABB52817}" dt="2026-10-13T04:45:25.317" v="275" actId="478"/>
          <ac:spMkLst>
            <pc:docMk/>
            <pc:sldMk cId="412457508" sldId="4426"/>
            <ac:spMk id="54" creationId="{08FA21EC-6056-4D7F-8B43-E2B19DEBA579}"/>
          </ac:spMkLst>
        </pc:spChg>
        <pc:spChg chg="add del mod">
          <ac:chgData name="Minh Huynh" userId="01a137d4-0d81-46e0-aca6-c9185b391828" providerId="ADAL" clId="{FDDD7D90-4293-4F5B-B440-645EABB52817}" dt="2026-10-13T04:46:02.376" v="279" actId="478"/>
          <ac:spMkLst>
            <pc:docMk/>
            <pc:sldMk cId="412457508" sldId="4426"/>
            <ac:spMk id="55" creationId="{3F1389AC-2D29-473E-B0A3-6F9F2EF513B8}"/>
          </ac:spMkLst>
        </pc:spChg>
        <pc:spChg chg="add mod">
          <ac:chgData name="Minh Huynh" userId="01a137d4-0d81-46e0-aca6-c9185b391828" providerId="ADAL" clId="{FDDD7D90-4293-4F5B-B440-645EABB52817}" dt="2026-10-13T04:46:18.593" v="286" actId="1076"/>
          <ac:spMkLst>
            <pc:docMk/>
            <pc:sldMk cId="412457508" sldId="4426"/>
            <ac:spMk id="58" creationId="{B5614F64-FD2F-4755-8B15-BC61D60D2D8C}"/>
          </ac:spMkLst>
        </pc:spChg>
        <pc:spChg chg="add mod">
          <ac:chgData name="Minh Huynh" userId="01a137d4-0d81-46e0-aca6-c9185b391828" providerId="ADAL" clId="{FDDD7D90-4293-4F5B-B440-645EABB52817}" dt="2026-10-13T04:46:31.532" v="290" actId="1076"/>
          <ac:spMkLst>
            <pc:docMk/>
            <pc:sldMk cId="412457508" sldId="4426"/>
            <ac:spMk id="59" creationId="{1D1BD6FB-5A74-4C68-983C-6622DD2316CA}"/>
          </ac:spMkLst>
        </pc:spChg>
        <pc:spChg chg="del">
          <ac:chgData name="Minh Huynh" userId="01a137d4-0d81-46e0-aca6-c9185b391828" providerId="ADAL" clId="{FDDD7D90-4293-4F5B-B440-645EABB52817}" dt="2026-10-13T04:45:25.317" v="275" actId="478"/>
          <ac:spMkLst>
            <pc:docMk/>
            <pc:sldMk cId="412457508" sldId="4426"/>
            <ac:spMk id="84" creationId="{452DEF36-93E6-427B-B2DC-3874DCF66241}"/>
          </ac:spMkLst>
        </pc:spChg>
        <pc:spChg chg="del">
          <ac:chgData name="Minh Huynh" userId="01a137d4-0d81-46e0-aca6-c9185b391828" providerId="ADAL" clId="{FDDD7D90-4293-4F5B-B440-645EABB52817}" dt="2026-10-13T04:45:25.317" v="275" actId="478"/>
          <ac:spMkLst>
            <pc:docMk/>
            <pc:sldMk cId="412457508" sldId="4426"/>
            <ac:spMk id="85" creationId="{F102C8F0-3F3E-43CB-98E8-E87EE7295A56}"/>
          </ac:spMkLst>
        </pc:spChg>
        <pc:spChg chg="del">
          <ac:chgData name="Minh Huynh" userId="01a137d4-0d81-46e0-aca6-c9185b391828" providerId="ADAL" clId="{FDDD7D90-4293-4F5B-B440-645EABB52817}" dt="2026-10-13T04:45:25.317" v="275" actId="478"/>
          <ac:spMkLst>
            <pc:docMk/>
            <pc:sldMk cId="412457508" sldId="4426"/>
            <ac:spMk id="86" creationId="{E59303BC-9791-4196-B937-CEC4E19327E2}"/>
          </ac:spMkLst>
        </pc:spChg>
        <pc:spChg chg="del">
          <ac:chgData name="Minh Huynh" userId="01a137d4-0d81-46e0-aca6-c9185b391828" providerId="ADAL" clId="{FDDD7D90-4293-4F5B-B440-645EABB52817}" dt="2026-10-13T04:45:25.317" v="275" actId="478"/>
          <ac:spMkLst>
            <pc:docMk/>
            <pc:sldMk cId="412457508" sldId="4426"/>
            <ac:spMk id="87" creationId="{88BDE7E8-7EA6-4FDF-AD7F-D60450AA40FD}"/>
          </ac:spMkLst>
        </pc:spChg>
        <pc:spChg chg="del">
          <ac:chgData name="Minh Huynh" userId="01a137d4-0d81-46e0-aca6-c9185b391828" providerId="ADAL" clId="{FDDD7D90-4293-4F5B-B440-645EABB52817}" dt="2026-10-13T04:45:25.317" v="275" actId="478"/>
          <ac:spMkLst>
            <pc:docMk/>
            <pc:sldMk cId="412457508" sldId="4426"/>
            <ac:spMk id="88" creationId="{151FDA9C-4D44-499A-9D9A-6D4BFC9F8302}"/>
          </ac:spMkLst>
        </pc:spChg>
        <pc:spChg chg="del">
          <ac:chgData name="Minh Huynh" userId="01a137d4-0d81-46e0-aca6-c9185b391828" providerId="ADAL" clId="{FDDD7D90-4293-4F5B-B440-645EABB52817}" dt="2026-10-13T04:45:25.317" v="275" actId="478"/>
          <ac:spMkLst>
            <pc:docMk/>
            <pc:sldMk cId="412457508" sldId="4426"/>
            <ac:spMk id="89" creationId="{1A6F49D2-C0A9-4D59-B584-40B03AA7743A}"/>
          </ac:spMkLst>
        </pc:spChg>
        <pc:spChg chg="del">
          <ac:chgData name="Minh Huynh" userId="01a137d4-0d81-46e0-aca6-c9185b391828" providerId="ADAL" clId="{FDDD7D90-4293-4F5B-B440-645EABB52817}" dt="2026-10-13T04:45:25.317" v="275" actId="478"/>
          <ac:spMkLst>
            <pc:docMk/>
            <pc:sldMk cId="412457508" sldId="4426"/>
            <ac:spMk id="90" creationId="{DF79BDBD-58E3-492E-A5E4-7AE985EA3CF3}"/>
          </ac:spMkLst>
        </pc:spChg>
        <pc:spChg chg="del">
          <ac:chgData name="Minh Huynh" userId="01a137d4-0d81-46e0-aca6-c9185b391828" providerId="ADAL" clId="{FDDD7D90-4293-4F5B-B440-645EABB52817}" dt="2026-10-13T04:45:25.317" v="275" actId="478"/>
          <ac:spMkLst>
            <pc:docMk/>
            <pc:sldMk cId="412457508" sldId="4426"/>
            <ac:spMk id="91" creationId="{1E929462-FBBD-4CD3-B3A0-AA50C7C0FFBF}"/>
          </ac:spMkLst>
        </pc:spChg>
        <pc:spChg chg="del">
          <ac:chgData name="Minh Huynh" userId="01a137d4-0d81-46e0-aca6-c9185b391828" providerId="ADAL" clId="{FDDD7D90-4293-4F5B-B440-645EABB52817}" dt="2026-10-13T04:45:25.317" v="275" actId="478"/>
          <ac:spMkLst>
            <pc:docMk/>
            <pc:sldMk cId="412457508" sldId="4426"/>
            <ac:spMk id="92" creationId="{6DFC52D6-AE0D-469E-9084-A6E56AC852E8}"/>
          </ac:spMkLst>
        </pc:spChg>
        <pc:spChg chg="del">
          <ac:chgData name="Minh Huynh" userId="01a137d4-0d81-46e0-aca6-c9185b391828" providerId="ADAL" clId="{FDDD7D90-4293-4F5B-B440-645EABB52817}" dt="2026-10-13T04:45:25.317" v="275" actId="478"/>
          <ac:spMkLst>
            <pc:docMk/>
            <pc:sldMk cId="412457508" sldId="4426"/>
            <ac:spMk id="93" creationId="{4B13C202-8D23-4AA9-9590-17C4AC1EA6C6}"/>
          </ac:spMkLst>
        </pc:spChg>
        <pc:spChg chg="del">
          <ac:chgData name="Minh Huynh" userId="01a137d4-0d81-46e0-aca6-c9185b391828" providerId="ADAL" clId="{FDDD7D90-4293-4F5B-B440-645EABB52817}" dt="2026-10-13T04:45:25.317" v="275" actId="478"/>
          <ac:spMkLst>
            <pc:docMk/>
            <pc:sldMk cId="412457508" sldId="4426"/>
            <ac:spMk id="94" creationId="{3336FD3E-B547-453C-9A6A-3FC597E00A86}"/>
          </ac:spMkLst>
        </pc:spChg>
        <pc:spChg chg="del">
          <ac:chgData name="Minh Huynh" userId="01a137d4-0d81-46e0-aca6-c9185b391828" providerId="ADAL" clId="{FDDD7D90-4293-4F5B-B440-645EABB52817}" dt="2026-10-13T04:45:25.317" v="275" actId="478"/>
          <ac:spMkLst>
            <pc:docMk/>
            <pc:sldMk cId="412457508" sldId="4426"/>
            <ac:spMk id="95" creationId="{3D15908B-938C-4C0B-887B-5EC450F012A2}"/>
          </ac:spMkLst>
        </pc:spChg>
        <pc:picChg chg="add del mod">
          <ac:chgData name="Minh Huynh" userId="01a137d4-0d81-46e0-aca6-c9185b391828" providerId="ADAL" clId="{FDDD7D90-4293-4F5B-B440-645EABB52817}" dt="2026-10-13T04:45:52.564" v="278" actId="478"/>
          <ac:picMkLst>
            <pc:docMk/>
            <pc:sldMk cId="412457508" sldId="4426"/>
            <ac:picMk id="56" creationId="{72E8FC0E-3D52-4689-93C8-5BD6A85E498D}"/>
          </ac:picMkLst>
        </pc:picChg>
        <pc:picChg chg="add mod">
          <ac:chgData name="Minh Huynh" userId="01a137d4-0d81-46e0-aca6-c9185b391828" providerId="ADAL" clId="{FDDD7D90-4293-4F5B-B440-645EABB52817}" dt="2026-10-13T04:46:25.591" v="288" actId="1076"/>
          <ac:picMkLst>
            <pc:docMk/>
            <pc:sldMk cId="412457508" sldId="4426"/>
            <ac:picMk id="57" creationId="{5B01620C-296C-4F72-8FD7-DEF11960F5E1}"/>
          </ac:picMkLst>
        </pc:picChg>
        <pc:cxnChg chg="del mod">
          <ac:chgData name="Minh Huynh" userId="01a137d4-0d81-46e0-aca6-c9185b391828" providerId="ADAL" clId="{FDDD7D90-4293-4F5B-B440-645EABB52817}" dt="2026-10-13T04:45:25.317" v="275" actId="478"/>
          <ac:cxnSpMkLst>
            <pc:docMk/>
            <pc:sldMk cId="412457508" sldId="4426"/>
            <ac:cxnSpMk id="3" creationId="{C797DAD2-6D0C-48B2-AE79-26164CB54FC6}"/>
          </ac:cxnSpMkLst>
        </pc:cxnChg>
        <pc:cxnChg chg="del mod">
          <ac:chgData name="Minh Huynh" userId="01a137d4-0d81-46e0-aca6-c9185b391828" providerId="ADAL" clId="{FDDD7D90-4293-4F5B-B440-645EABB52817}" dt="2026-10-13T04:45:25.317" v="275" actId="478"/>
          <ac:cxnSpMkLst>
            <pc:docMk/>
            <pc:sldMk cId="412457508" sldId="4426"/>
            <ac:cxnSpMk id="5" creationId="{1C0688A5-CD64-452A-B727-BFC945782C65}"/>
          </ac:cxnSpMkLst>
        </pc:cxnChg>
        <pc:cxnChg chg="del mod">
          <ac:chgData name="Minh Huynh" userId="01a137d4-0d81-46e0-aca6-c9185b391828" providerId="ADAL" clId="{FDDD7D90-4293-4F5B-B440-645EABB52817}" dt="2026-10-13T04:45:25.317" v="275" actId="478"/>
          <ac:cxnSpMkLst>
            <pc:docMk/>
            <pc:sldMk cId="412457508" sldId="4426"/>
            <ac:cxnSpMk id="7" creationId="{14F0FE7E-8D9B-4B88-A187-DE137354C547}"/>
          </ac:cxnSpMkLst>
        </pc:cxnChg>
        <pc:cxnChg chg="del">
          <ac:chgData name="Minh Huynh" userId="01a137d4-0d81-46e0-aca6-c9185b391828" providerId="ADAL" clId="{FDDD7D90-4293-4F5B-B440-645EABB52817}" dt="2026-10-13T04:45:25.317" v="275" actId="478"/>
          <ac:cxnSpMkLst>
            <pc:docMk/>
            <pc:sldMk cId="412457508" sldId="4426"/>
            <ac:cxnSpMk id="43" creationId="{06048F8A-8086-4C71-B739-4743D272CCD9}"/>
          </ac:cxnSpMkLst>
        </pc:cxnChg>
        <pc:cxnChg chg="del">
          <ac:chgData name="Minh Huynh" userId="01a137d4-0d81-46e0-aca6-c9185b391828" providerId="ADAL" clId="{FDDD7D90-4293-4F5B-B440-645EABB52817}" dt="2026-10-13T04:45:25.317" v="275" actId="478"/>
          <ac:cxnSpMkLst>
            <pc:docMk/>
            <pc:sldMk cId="412457508" sldId="4426"/>
            <ac:cxnSpMk id="44" creationId="{3A4FD1ED-DB7A-4095-8C41-5B51AB4CC381}"/>
          </ac:cxnSpMkLst>
        </pc:cxnChg>
        <pc:cxnChg chg="del">
          <ac:chgData name="Minh Huynh" userId="01a137d4-0d81-46e0-aca6-c9185b391828" providerId="ADAL" clId="{FDDD7D90-4293-4F5B-B440-645EABB52817}" dt="2026-10-13T04:45:25.317" v="275" actId="478"/>
          <ac:cxnSpMkLst>
            <pc:docMk/>
            <pc:sldMk cId="412457508" sldId="4426"/>
            <ac:cxnSpMk id="45" creationId="{0F676F96-EBC7-47DA-AAE0-1C4F95DD724E}"/>
          </ac:cxnSpMkLst>
        </pc:cxnChg>
        <pc:cxnChg chg="del">
          <ac:chgData name="Minh Huynh" userId="01a137d4-0d81-46e0-aca6-c9185b391828" providerId="ADAL" clId="{FDDD7D90-4293-4F5B-B440-645EABB52817}" dt="2026-10-13T04:45:25.317" v="275" actId="478"/>
          <ac:cxnSpMkLst>
            <pc:docMk/>
            <pc:sldMk cId="412457508" sldId="4426"/>
            <ac:cxnSpMk id="46" creationId="{7B8B76A3-6962-41FF-99FB-431ACF054308}"/>
          </ac:cxnSpMkLst>
        </pc:cxnChg>
        <pc:cxnChg chg="del">
          <ac:chgData name="Minh Huynh" userId="01a137d4-0d81-46e0-aca6-c9185b391828" providerId="ADAL" clId="{FDDD7D90-4293-4F5B-B440-645EABB52817}" dt="2026-10-13T04:45:25.317" v="275" actId="478"/>
          <ac:cxnSpMkLst>
            <pc:docMk/>
            <pc:sldMk cId="412457508" sldId="4426"/>
            <ac:cxnSpMk id="47" creationId="{9D00BF64-2A74-4E2F-BCEF-F253AFCC8EBA}"/>
          </ac:cxnSpMkLst>
        </pc:cxnChg>
        <pc:cxnChg chg="del">
          <ac:chgData name="Minh Huynh" userId="01a137d4-0d81-46e0-aca6-c9185b391828" providerId="ADAL" clId="{FDDD7D90-4293-4F5B-B440-645EABB52817}" dt="2026-10-13T04:45:25.317" v="275" actId="478"/>
          <ac:cxnSpMkLst>
            <pc:docMk/>
            <pc:sldMk cId="412457508" sldId="4426"/>
            <ac:cxnSpMk id="50" creationId="{529B33FE-395A-4FD1-9406-6992FC4C42F5}"/>
          </ac:cxnSpMkLst>
        </pc:cxnChg>
        <pc:cxnChg chg="del">
          <ac:chgData name="Minh Huynh" userId="01a137d4-0d81-46e0-aca6-c9185b391828" providerId="ADAL" clId="{FDDD7D90-4293-4F5B-B440-645EABB52817}" dt="2026-10-13T04:45:25.317" v="275" actId="478"/>
          <ac:cxnSpMkLst>
            <pc:docMk/>
            <pc:sldMk cId="412457508" sldId="4426"/>
            <ac:cxnSpMk id="51" creationId="{58DA23E1-CF7F-4027-B8C9-3AD276A946B9}"/>
          </ac:cxnSpMkLst>
        </pc:cxnChg>
        <pc:cxnChg chg="del mod">
          <ac:chgData name="Minh Huynh" userId="01a137d4-0d81-46e0-aca6-c9185b391828" providerId="ADAL" clId="{FDDD7D90-4293-4F5B-B440-645EABB52817}" dt="2026-10-13T04:45:25.317" v="275" actId="478"/>
          <ac:cxnSpMkLst>
            <pc:docMk/>
            <pc:sldMk cId="412457508" sldId="4426"/>
            <ac:cxnSpMk id="96" creationId="{6A0F91C0-A191-4B6E-9BAB-4F52856955FF}"/>
          </ac:cxnSpMkLst>
        </pc:cxnChg>
        <pc:cxnChg chg="del mod">
          <ac:chgData name="Minh Huynh" userId="01a137d4-0d81-46e0-aca6-c9185b391828" providerId="ADAL" clId="{FDDD7D90-4293-4F5B-B440-645EABB52817}" dt="2026-10-13T04:45:25.317" v="275" actId="478"/>
          <ac:cxnSpMkLst>
            <pc:docMk/>
            <pc:sldMk cId="412457508" sldId="4426"/>
            <ac:cxnSpMk id="97" creationId="{C9E9058E-54FB-4B63-A7A7-45412B95F0DC}"/>
          </ac:cxnSpMkLst>
        </pc:cxnChg>
        <pc:cxnChg chg="del mod">
          <ac:chgData name="Minh Huynh" userId="01a137d4-0d81-46e0-aca6-c9185b391828" providerId="ADAL" clId="{FDDD7D90-4293-4F5B-B440-645EABB52817}" dt="2026-10-13T04:45:25.317" v="275" actId="478"/>
          <ac:cxnSpMkLst>
            <pc:docMk/>
            <pc:sldMk cId="412457508" sldId="4426"/>
            <ac:cxnSpMk id="98" creationId="{CC764B47-50B1-43A8-AA00-5C2314ADD232}"/>
          </ac:cxnSpMkLst>
        </pc:cxnChg>
        <pc:cxnChg chg="del">
          <ac:chgData name="Minh Huynh" userId="01a137d4-0d81-46e0-aca6-c9185b391828" providerId="ADAL" clId="{FDDD7D90-4293-4F5B-B440-645EABB52817}" dt="2026-10-13T04:45:25.317" v="275" actId="478"/>
          <ac:cxnSpMkLst>
            <pc:docMk/>
            <pc:sldMk cId="412457508" sldId="4426"/>
            <ac:cxnSpMk id="99" creationId="{A30F3C0E-96B9-4344-B029-6F340AA4987B}"/>
          </ac:cxnSpMkLst>
        </pc:cxnChg>
        <pc:cxnChg chg="del">
          <ac:chgData name="Minh Huynh" userId="01a137d4-0d81-46e0-aca6-c9185b391828" providerId="ADAL" clId="{FDDD7D90-4293-4F5B-B440-645EABB52817}" dt="2026-10-13T04:45:25.317" v="275" actId="478"/>
          <ac:cxnSpMkLst>
            <pc:docMk/>
            <pc:sldMk cId="412457508" sldId="4426"/>
            <ac:cxnSpMk id="100" creationId="{49FCC4D4-E54F-484A-AACE-2C472C80616E}"/>
          </ac:cxnSpMkLst>
        </pc:cxnChg>
        <pc:cxnChg chg="del">
          <ac:chgData name="Minh Huynh" userId="01a137d4-0d81-46e0-aca6-c9185b391828" providerId="ADAL" clId="{FDDD7D90-4293-4F5B-B440-645EABB52817}" dt="2026-10-13T04:45:25.317" v="275" actId="478"/>
          <ac:cxnSpMkLst>
            <pc:docMk/>
            <pc:sldMk cId="412457508" sldId="4426"/>
            <ac:cxnSpMk id="101" creationId="{F38730FD-4708-4F7D-9CFA-F72B7DFE8D97}"/>
          </ac:cxnSpMkLst>
        </pc:cxnChg>
        <pc:cxnChg chg="del">
          <ac:chgData name="Minh Huynh" userId="01a137d4-0d81-46e0-aca6-c9185b391828" providerId="ADAL" clId="{FDDD7D90-4293-4F5B-B440-645EABB52817}" dt="2026-10-13T04:45:25.317" v="275" actId="478"/>
          <ac:cxnSpMkLst>
            <pc:docMk/>
            <pc:sldMk cId="412457508" sldId="4426"/>
            <ac:cxnSpMk id="102" creationId="{8CDBE09B-3E04-46A8-8EC5-4958B9D210BB}"/>
          </ac:cxnSpMkLst>
        </pc:cxnChg>
        <pc:cxnChg chg="del">
          <ac:chgData name="Minh Huynh" userId="01a137d4-0d81-46e0-aca6-c9185b391828" providerId="ADAL" clId="{FDDD7D90-4293-4F5B-B440-645EABB52817}" dt="2026-10-13T04:45:25.317" v="275" actId="478"/>
          <ac:cxnSpMkLst>
            <pc:docMk/>
            <pc:sldMk cId="412457508" sldId="4426"/>
            <ac:cxnSpMk id="103" creationId="{F0A27141-DA28-440E-9014-961D0AE226F0}"/>
          </ac:cxnSpMkLst>
        </pc:cxnChg>
        <pc:cxnChg chg="del">
          <ac:chgData name="Minh Huynh" userId="01a137d4-0d81-46e0-aca6-c9185b391828" providerId="ADAL" clId="{FDDD7D90-4293-4F5B-B440-645EABB52817}" dt="2026-10-13T04:45:25.317" v="275" actId="478"/>
          <ac:cxnSpMkLst>
            <pc:docMk/>
            <pc:sldMk cId="412457508" sldId="4426"/>
            <ac:cxnSpMk id="104" creationId="{F9BFB6B8-228D-4F05-88CF-DF660303FFD9}"/>
          </ac:cxnSpMkLst>
        </pc:cxnChg>
      </pc:sldChg>
      <pc:sldChg chg="addSp delSp modSp add mod">
        <pc:chgData name="Minh Huynh" userId="01a137d4-0d81-46e0-aca6-c9185b391828" providerId="ADAL" clId="{FDDD7D90-4293-4F5B-B440-645EABB52817}" dt="2026-10-13T04:47:04.801" v="294"/>
        <pc:sldMkLst>
          <pc:docMk/>
          <pc:sldMk cId="395577533" sldId="4446"/>
        </pc:sldMkLst>
        <pc:spChg chg="del">
          <ac:chgData name="Minh Huynh" userId="01a137d4-0d81-46e0-aca6-c9185b391828" providerId="ADAL" clId="{FDDD7D90-4293-4F5B-B440-645EABB52817}" dt="2026-10-13T04:47:01.967" v="293" actId="478"/>
          <ac:spMkLst>
            <pc:docMk/>
            <pc:sldMk cId="395577533" sldId="4446"/>
            <ac:spMk id="13" creationId="{32BBE0D3-3366-4DF8-BC50-159B93844BEE}"/>
          </ac:spMkLst>
        </pc:spChg>
        <pc:spChg chg="del">
          <ac:chgData name="Minh Huynh" userId="01a137d4-0d81-46e0-aca6-c9185b391828" providerId="ADAL" clId="{FDDD7D90-4293-4F5B-B440-645EABB52817}" dt="2026-10-13T04:47:01.967" v="293" actId="478"/>
          <ac:spMkLst>
            <pc:docMk/>
            <pc:sldMk cId="395577533" sldId="4446"/>
            <ac:spMk id="14" creationId="{83CC620E-D107-403B-A128-D8DDD16AE5CE}"/>
          </ac:spMkLst>
        </pc:spChg>
        <pc:spChg chg="del">
          <ac:chgData name="Minh Huynh" userId="01a137d4-0d81-46e0-aca6-c9185b391828" providerId="ADAL" clId="{FDDD7D90-4293-4F5B-B440-645EABB52817}" dt="2026-10-13T04:47:01.967" v="293" actId="478"/>
          <ac:spMkLst>
            <pc:docMk/>
            <pc:sldMk cId="395577533" sldId="4446"/>
            <ac:spMk id="17" creationId="{7B74E5BF-0863-4563-9707-E9AF0CA89DE9}"/>
          </ac:spMkLst>
        </pc:spChg>
        <pc:spChg chg="del">
          <ac:chgData name="Minh Huynh" userId="01a137d4-0d81-46e0-aca6-c9185b391828" providerId="ADAL" clId="{FDDD7D90-4293-4F5B-B440-645EABB52817}" dt="2026-10-13T04:47:01.967" v="293" actId="478"/>
          <ac:spMkLst>
            <pc:docMk/>
            <pc:sldMk cId="395577533" sldId="4446"/>
            <ac:spMk id="18" creationId="{F76C2258-FD56-45E0-84CB-A8ADA2F6D773}"/>
          </ac:spMkLst>
        </pc:spChg>
        <pc:spChg chg="del">
          <ac:chgData name="Minh Huynh" userId="01a137d4-0d81-46e0-aca6-c9185b391828" providerId="ADAL" clId="{FDDD7D90-4293-4F5B-B440-645EABB52817}" dt="2026-10-13T04:47:01.967" v="293" actId="478"/>
          <ac:spMkLst>
            <pc:docMk/>
            <pc:sldMk cId="395577533" sldId="4446"/>
            <ac:spMk id="20" creationId="{5D4FFBFA-169F-4EE1-A1D8-0C1092808F26}"/>
          </ac:spMkLst>
        </pc:spChg>
        <pc:spChg chg="del">
          <ac:chgData name="Minh Huynh" userId="01a137d4-0d81-46e0-aca6-c9185b391828" providerId="ADAL" clId="{FDDD7D90-4293-4F5B-B440-645EABB52817}" dt="2026-10-13T04:47:01.967" v="293" actId="478"/>
          <ac:spMkLst>
            <pc:docMk/>
            <pc:sldMk cId="395577533" sldId="4446"/>
            <ac:spMk id="24" creationId="{868B4336-6671-4629-BBB2-DE1C445E286C}"/>
          </ac:spMkLst>
        </pc:spChg>
        <pc:spChg chg="del">
          <ac:chgData name="Minh Huynh" userId="01a137d4-0d81-46e0-aca6-c9185b391828" providerId="ADAL" clId="{FDDD7D90-4293-4F5B-B440-645EABB52817}" dt="2026-10-13T04:47:00.289" v="292" actId="478"/>
          <ac:spMkLst>
            <pc:docMk/>
            <pc:sldMk cId="395577533" sldId="4446"/>
            <ac:spMk id="25" creationId="{0C446EAE-EABC-46D7-B07E-A5608F4EA65E}"/>
          </ac:spMkLst>
        </pc:spChg>
        <pc:spChg chg="del">
          <ac:chgData name="Minh Huynh" userId="01a137d4-0d81-46e0-aca6-c9185b391828" providerId="ADAL" clId="{FDDD7D90-4293-4F5B-B440-645EABB52817}" dt="2026-10-13T04:47:00.289" v="292" actId="478"/>
          <ac:spMkLst>
            <pc:docMk/>
            <pc:sldMk cId="395577533" sldId="4446"/>
            <ac:spMk id="31" creationId="{9E8269D3-84FF-4693-BF7B-6D4C5DF8218A}"/>
          </ac:spMkLst>
        </pc:spChg>
        <pc:spChg chg="add mod">
          <ac:chgData name="Minh Huynh" userId="01a137d4-0d81-46e0-aca6-c9185b391828" providerId="ADAL" clId="{FDDD7D90-4293-4F5B-B440-645EABB52817}" dt="2026-10-13T04:47:04.801" v="294"/>
          <ac:spMkLst>
            <pc:docMk/>
            <pc:sldMk cId="395577533" sldId="4446"/>
            <ac:spMk id="32" creationId="{951CC9D8-5059-4778-ABB5-18FCA729A639}"/>
          </ac:spMkLst>
        </pc:spChg>
      </pc:sldChg>
      <pc:sldChg chg="delSp modSp add del mod">
        <pc:chgData name="Minh Huynh" userId="01a137d4-0d81-46e0-aca6-c9185b391828" providerId="ADAL" clId="{FDDD7D90-4293-4F5B-B440-645EABB52817}" dt="2026-10-13T04:50:58.108" v="671" actId="47"/>
        <pc:sldMkLst>
          <pc:docMk/>
          <pc:sldMk cId="3676451354" sldId="4447"/>
        </pc:sldMkLst>
        <pc:spChg chg="del">
          <ac:chgData name="Minh Huynh" userId="01a137d4-0d81-46e0-aca6-c9185b391828" providerId="ADAL" clId="{FDDD7D90-4293-4F5B-B440-645EABB52817}" dt="2026-10-13T04:48:05.296" v="296" actId="478"/>
          <ac:spMkLst>
            <pc:docMk/>
            <pc:sldMk cId="3676451354" sldId="4447"/>
            <ac:spMk id="2" creationId="{D52E8022-B80B-4B03-8FC5-766AB9F89813}"/>
          </ac:spMkLst>
        </pc:spChg>
        <pc:spChg chg="del">
          <ac:chgData name="Minh Huynh" userId="01a137d4-0d81-46e0-aca6-c9185b391828" providerId="ADAL" clId="{FDDD7D90-4293-4F5B-B440-645EABB52817}" dt="2026-10-13T04:48:05.296" v="296" actId="478"/>
          <ac:spMkLst>
            <pc:docMk/>
            <pc:sldMk cId="3676451354" sldId="4447"/>
            <ac:spMk id="30" creationId="{7C4245EB-D0C2-4D52-A6DE-E166D6949A06}"/>
          </ac:spMkLst>
        </pc:spChg>
        <pc:spChg chg="mod">
          <ac:chgData name="Minh Huynh" userId="01a137d4-0d81-46e0-aca6-c9185b391828" providerId="ADAL" clId="{FDDD7D90-4293-4F5B-B440-645EABB52817}" dt="2026-10-13T04:48:12.281" v="326" actId="20577"/>
          <ac:spMkLst>
            <pc:docMk/>
            <pc:sldMk cId="3676451354" sldId="4447"/>
            <ac:spMk id="32" creationId="{951CC9D8-5059-4778-ABB5-18FCA729A639}"/>
          </ac:spMkLst>
        </pc:spChg>
        <pc:picChg chg="del">
          <ac:chgData name="Minh Huynh" userId="01a137d4-0d81-46e0-aca6-c9185b391828" providerId="ADAL" clId="{FDDD7D90-4293-4F5B-B440-645EABB52817}" dt="2026-10-13T04:48:05.296" v="296" actId="478"/>
          <ac:picMkLst>
            <pc:docMk/>
            <pc:sldMk cId="3676451354" sldId="4447"/>
            <ac:picMk id="6" creationId="{C74BD466-2FDD-4538-B9BF-C849F25F71A3}"/>
          </ac:picMkLst>
        </pc:picChg>
        <pc:picChg chg="del">
          <ac:chgData name="Minh Huynh" userId="01a137d4-0d81-46e0-aca6-c9185b391828" providerId="ADAL" clId="{FDDD7D90-4293-4F5B-B440-645EABB52817}" dt="2026-10-13T04:48:05.296" v="296" actId="478"/>
          <ac:picMkLst>
            <pc:docMk/>
            <pc:sldMk cId="3676451354" sldId="4447"/>
            <ac:picMk id="12" creationId="{1EC36052-F436-4C8E-AFEE-4A7426ED303A}"/>
          </ac:picMkLst>
        </pc:picChg>
        <pc:picChg chg="del">
          <ac:chgData name="Minh Huynh" userId="01a137d4-0d81-46e0-aca6-c9185b391828" providerId="ADAL" clId="{FDDD7D90-4293-4F5B-B440-645EABB52817}" dt="2026-10-13T04:48:05.296" v="296" actId="478"/>
          <ac:picMkLst>
            <pc:docMk/>
            <pc:sldMk cId="3676451354" sldId="4447"/>
            <ac:picMk id="15" creationId="{51341096-E0B6-4863-8B13-82279EFBCC49}"/>
          </ac:picMkLst>
        </pc:picChg>
        <pc:picChg chg="del">
          <ac:chgData name="Minh Huynh" userId="01a137d4-0d81-46e0-aca6-c9185b391828" providerId="ADAL" clId="{FDDD7D90-4293-4F5B-B440-645EABB52817}" dt="2026-10-13T04:48:05.296" v="296" actId="478"/>
          <ac:picMkLst>
            <pc:docMk/>
            <pc:sldMk cId="3676451354" sldId="4447"/>
            <ac:picMk id="16" creationId="{F5025CCF-2A6A-4776-80AB-3C5C821D7CF6}"/>
          </ac:picMkLst>
        </pc:picChg>
        <pc:picChg chg="del">
          <ac:chgData name="Minh Huynh" userId="01a137d4-0d81-46e0-aca6-c9185b391828" providerId="ADAL" clId="{FDDD7D90-4293-4F5B-B440-645EABB52817}" dt="2026-10-13T04:48:05.296" v="296" actId="478"/>
          <ac:picMkLst>
            <pc:docMk/>
            <pc:sldMk cId="3676451354" sldId="4447"/>
            <ac:picMk id="19" creationId="{7AE893BC-80A4-411E-ABD6-6E2C2609B904}"/>
          </ac:picMkLst>
        </pc:picChg>
        <pc:picChg chg="del">
          <ac:chgData name="Minh Huynh" userId="01a137d4-0d81-46e0-aca6-c9185b391828" providerId="ADAL" clId="{FDDD7D90-4293-4F5B-B440-645EABB52817}" dt="2026-10-13T04:48:05.296" v="296" actId="478"/>
          <ac:picMkLst>
            <pc:docMk/>
            <pc:sldMk cId="3676451354" sldId="4447"/>
            <ac:picMk id="21" creationId="{A91B72A6-1902-4414-AC92-6297F4C063DA}"/>
          </ac:picMkLst>
        </pc:picChg>
        <pc:picChg chg="del">
          <ac:chgData name="Minh Huynh" userId="01a137d4-0d81-46e0-aca6-c9185b391828" providerId="ADAL" clId="{FDDD7D90-4293-4F5B-B440-645EABB52817}" dt="2026-10-13T04:48:05.296" v="296" actId="478"/>
          <ac:picMkLst>
            <pc:docMk/>
            <pc:sldMk cId="3676451354" sldId="4447"/>
            <ac:picMk id="22" creationId="{BB7F7EF0-9F38-4739-9B55-957DFE815D71}"/>
          </ac:picMkLst>
        </pc:picChg>
        <pc:picChg chg="del">
          <ac:chgData name="Minh Huynh" userId="01a137d4-0d81-46e0-aca6-c9185b391828" providerId="ADAL" clId="{FDDD7D90-4293-4F5B-B440-645EABB52817}" dt="2026-10-13T04:48:05.296" v="296" actId="478"/>
          <ac:picMkLst>
            <pc:docMk/>
            <pc:sldMk cId="3676451354" sldId="4447"/>
            <ac:picMk id="23" creationId="{6F1D09D0-AFD9-4268-AAD1-0BD9C7BFD4EF}"/>
          </ac:picMkLst>
        </pc:picChg>
        <pc:picChg chg="del">
          <ac:chgData name="Minh Huynh" userId="01a137d4-0d81-46e0-aca6-c9185b391828" providerId="ADAL" clId="{FDDD7D90-4293-4F5B-B440-645EABB52817}" dt="2026-10-13T04:48:05.296" v="296" actId="478"/>
          <ac:picMkLst>
            <pc:docMk/>
            <pc:sldMk cId="3676451354" sldId="4447"/>
            <ac:picMk id="26" creationId="{23EF7304-E106-4408-9AC5-B68BEF48CE96}"/>
          </ac:picMkLst>
        </pc:picChg>
        <pc:picChg chg="del">
          <ac:chgData name="Minh Huynh" userId="01a137d4-0d81-46e0-aca6-c9185b391828" providerId="ADAL" clId="{FDDD7D90-4293-4F5B-B440-645EABB52817}" dt="2026-10-13T04:48:05.296" v="296" actId="478"/>
          <ac:picMkLst>
            <pc:docMk/>
            <pc:sldMk cId="3676451354" sldId="4447"/>
            <ac:picMk id="27" creationId="{3976DD85-4161-4888-8024-593E8F75A85A}"/>
          </ac:picMkLst>
        </pc:picChg>
        <pc:picChg chg="del">
          <ac:chgData name="Minh Huynh" userId="01a137d4-0d81-46e0-aca6-c9185b391828" providerId="ADAL" clId="{FDDD7D90-4293-4F5B-B440-645EABB52817}" dt="2026-10-13T04:48:05.296" v="296" actId="478"/>
          <ac:picMkLst>
            <pc:docMk/>
            <pc:sldMk cId="3676451354" sldId="4447"/>
            <ac:picMk id="28" creationId="{E56F2F3A-0A23-4EA1-9D31-10DA8C1677F7}"/>
          </ac:picMkLst>
        </pc:picChg>
        <pc:picChg chg="del">
          <ac:chgData name="Minh Huynh" userId="01a137d4-0d81-46e0-aca6-c9185b391828" providerId="ADAL" clId="{FDDD7D90-4293-4F5B-B440-645EABB52817}" dt="2026-10-13T04:48:05.296" v="296" actId="478"/>
          <ac:picMkLst>
            <pc:docMk/>
            <pc:sldMk cId="3676451354" sldId="4447"/>
            <ac:picMk id="29" creationId="{3F165D32-1A92-4D27-9D95-D8DEF4BFD878}"/>
          </ac:picMkLst>
        </pc:picChg>
        <pc:picChg chg="del">
          <ac:chgData name="Minh Huynh" userId="01a137d4-0d81-46e0-aca6-c9185b391828" providerId="ADAL" clId="{FDDD7D90-4293-4F5B-B440-645EABB52817}" dt="2026-10-13T04:48:05.296" v="296" actId="478"/>
          <ac:picMkLst>
            <pc:docMk/>
            <pc:sldMk cId="3676451354" sldId="4447"/>
            <ac:picMk id="34" creationId="{0146C470-2F5A-41E7-9607-1B441AA0AB82}"/>
          </ac:picMkLst>
        </pc:picChg>
        <pc:picChg chg="del">
          <ac:chgData name="Minh Huynh" userId="01a137d4-0d81-46e0-aca6-c9185b391828" providerId="ADAL" clId="{FDDD7D90-4293-4F5B-B440-645EABB52817}" dt="2026-10-13T04:48:05.296" v="296" actId="478"/>
          <ac:picMkLst>
            <pc:docMk/>
            <pc:sldMk cId="3676451354" sldId="4447"/>
            <ac:picMk id="63" creationId="{1D777FE1-82CE-48F8-A3B1-94BCC25FA3CD}"/>
          </ac:picMkLst>
        </pc:picChg>
        <pc:cxnChg chg="del">
          <ac:chgData name="Minh Huynh" userId="01a137d4-0d81-46e0-aca6-c9185b391828" providerId="ADAL" clId="{FDDD7D90-4293-4F5B-B440-645EABB52817}" dt="2026-10-13T04:48:05.296" v="296" actId="478"/>
          <ac:cxnSpMkLst>
            <pc:docMk/>
            <pc:sldMk cId="3676451354" sldId="4447"/>
            <ac:cxnSpMk id="3" creationId="{CCB2A640-843E-4A4D-B0E0-A383B60AB3CD}"/>
          </ac:cxnSpMkLst>
        </pc:cxnChg>
      </pc:sldChg>
      <pc:sldChg chg="addSp delSp modSp add mod">
        <pc:chgData name="Minh Huynh" userId="01a137d4-0d81-46e0-aca6-c9185b391828" providerId="ADAL" clId="{FDDD7D90-4293-4F5B-B440-645EABB52817}" dt="2026-10-13T04:50:23.866" v="670" actId="122"/>
        <pc:sldMkLst>
          <pc:docMk/>
          <pc:sldMk cId="3522385299" sldId="4465"/>
        </pc:sldMkLst>
        <pc:spChg chg="mod">
          <ac:chgData name="Minh Huynh" userId="01a137d4-0d81-46e0-aca6-c9185b391828" providerId="ADAL" clId="{FDDD7D90-4293-4F5B-B440-645EABB52817}" dt="2026-10-13T04:48:53.916" v="334" actId="1076"/>
          <ac:spMkLst>
            <pc:docMk/>
            <pc:sldMk cId="3522385299" sldId="4465"/>
            <ac:spMk id="10" creationId="{87095069-7168-4CB8-BD7F-39DD91D51BF0}"/>
          </ac:spMkLst>
        </pc:spChg>
        <pc:spChg chg="mod">
          <ac:chgData name="Minh Huynh" userId="01a137d4-0d81-46e0-aca6-c9185b391828" providerId="ADAL" clId="{FDDD7D90-4293-4F5B-B440-645EABB52817}" dt="2026-10-13T04:48:53.916" v="334" actId="1076"/>
          <ac:spMkLst>
            <pc:docMk/>
            <pc:sldMk cId="3522385299" sldId="4465"/>
            <ac:spMk id="11" creationId="{8A3FB83C-7297-40D2-BF49-7B8D2F92522F}"/>
          </ac:spMkLst>
        </pc:spChg>
        <pc:spChg chg="del">
          <ac:chgData name="Minh Huynh" userId="01a137d4-0d81-46e0-aca6-c9185b391828" providerId="ADAL" clId="{FDDD7D90-4293-4F5B-B440-645EABB52817}" dt="2026-10-13T04:48:26.882" v="331" actId="478"/>
          <ac:spMkLst>
            <pc:docMk/>
            <pc:sldMk cId="3522385299" sldId="4465"/>
            <ac:spMk id="12" creationId="{52A019BE-24E3-4EF7-864C-A5E2B3F4E87E}"/>
          </ac:spMkLst>
        </pc:spChg>
        <pc:spChg chg="mod">
          <ac:chgData name="Minh Huynh" userId="01a137d4-0d81-46e0-aca6-c9185b391828" providerId="ADAL" clId="{FDDD7D90-4293-4F5B-B440-645EABB52817}" dt="2026-10-13T04:48:53.916" v="334" actId="1076"/>
          <ac:spMkLst>
            <pc:docMk/>
            <pc:sldMk cId="3522385299" sldId="4465"/>
            <ac:spMk id="13" creationId="{5081CCD9-70A0-47DA-9296-7FC7A70A5F98}"/>
          </ac:spMkLst>
        </pc:spChg>
        <pc:spChg chg="mod">
          <ac:chgData name="Minh Huynh" userId="01a137d4-0d81-46e0-aca6-c9185b391828" providerId="ADAL" clId="{FDDD7D90-4293-4F5B-B440-645EABB52817}" dt="2026-10-13T04:48:53.916" v="334" actId="1076"/>
          <ac:spMkLst>
            <pc:docMk/>
            <pc:sldMk cId="3522385299" sldId="4465"/>
            <ac:spMk id="14" creationId="{E815D195-610E-4224-8503-3C0CBEDF9D2D}"/>
          </ac:spMkLst>
        </pc:spChg>
        <pc:spChg chg="del">
          <ac:chgData name="Minh Huynh" userId="01a137d4-0d81-46e0-aca6-c9185b391828" providerId="ADAL" clId="{FDDD7D90-4293-4F5B-B440-645EABB52817}" dt="2026-10-13T04:48:16.243" v="328" actId="478"/>
          <ac:spMkLst>
            <pc:docMk/>
            <pc:sldMk cId="3522385299" sldId="4465"/>
            <ac:spMk id="15" creationId="{668F5602-47EE-420D-9B7E-BCF45A6CB524}"/>
          </ac:spMkLst>
        </pc:spChg>
        <pc:spChg chg="del">
          <ac:chgData name="Minh Huynh" userId="01a137d4-0d81-46e0-aca6-c9185b391828" providerId="ADAL" clId="{FDDD7D90-4293-4F5B-B440-645EABB52817}" dt="2026-10-13T04:48:16.243" v="328" actId="478"/>
          <ac:spMkLst>
            <pc:docMk/>
            <pc:sldMk cId="3522385299" sldId="4465"/>
            <ac:spMk id="16" creationId="{F2242C64-FE38-42BA-8CFD-71CFBEBEEF68}"/>
          </ac:spMkLst>
        </pc:spChg>
        <pc:spChg chg="mod">
          <ac:chgData name="Minh Huynh" userId="01a137d4-0d81-46e0-aca6-c9185b391828" providerId="ADAL" clId="{FDDD7D90-4293-4F5B-B440-645EABB52817}" dt="2026-10-13T04:48:53.916" v="334" actId="1076"/>
          <ac:spMkLst>
            <pc:docMk/>
            <pc:sldMk cId="3522385299" sldId="4465"/>
            <ac:spMk id="17" creationId="{03B8D09A-3BD5-4FFF-BBAA-7C62D5B93CE8}"/>
          </ac:spMkLst>
        </pc:spChg>
        <pc:spChg chg="add mod">
          <ac:chgData name="Minh Huynh" userId="01a137d4-0d81-46e0-aca6-c9185b391828" providerId="ADAL" clId="{FDDD7D90-4293-4F5B-B440-645EABB52817}" dt="2026-10-13T04:48:20.647" v="329"/>
          <ac:spMkLst>
            <pc:docMk/>
            <pc:sldMk cId="3522385299" sldId="4465"/>
            <ac:spMk id="18" creationId="{728400A6-6772-4514-8096-EFBA37526C10}"/>
          </ac:spMkLst>
        </pc:spChg>
        <pc:spChg chg="del">
          <ac:chgData name="Minh Huynh" userId="01a137d4-0d81-46e0-aca6-c9185b391828" providerId="ADAL" clId="{FDDD7D90-4293-4F5B-B440-645EABB52817}" dt="2026-10-13T04:48:16.243" v="328" actId="478"/>
          <ac:spMkLst>
            <pc:docMk/>
            <pc:sldMk cId="3522385299" sldId="4465"/>
            <ac:spMk id="19" creationId="{245216AE-850E-4E69-98EE-94DCA8BA6F6A}"/>
          </ac:spMkLst>
        </pc:spChg>
        <pc:spChg chg="mod">
          <ac:chgData name="Minh Huynh" userId="01a137d4-0d81-46e0-aca6-c9185b391828" providerId="ADAL" clId="{FDDD7D90-4293-4F5B-B440-645EABB52817}" dt="2026-10-13T04:48:53.916" v="334" actId="1076"/>
          <ac:spMkLst>
            <pc:docMk/>
            <pc:sldMk cId="3522385299" sldId="4465"/>
            <ac:spMk id="20" creationId="{6D23526F-354D-4309-AB0E-2CA5B5BB713A}"/>
          </ac:spMkLst>
        </pc:spChg>
        <pc:spChg chg="del">
          <ac:chgData name="Minh Huynh" userId="01a137d4-0d81-46e0-aca6-c9185b391828" providerId="ADAL" clId="{FDDD7D90-4293-4F5B-B440-645EABB52817}" dt="2026-10-13T04:48:16.243" v="328" actId="478"/>
          <ac:spMkLst>
            <pc:docMk/>
            <pc:sldMk cId="3522385299" sldId="4465"/>
            <ac:spMk id="21" creationId="{1A195455-A937-419D-A4BB-9BF4BBE9FE8C}"/>
          </ac:spMkLst>
        </pc:spChg>
        <pc:spChg chg="del">
          <ac:chgData name="Minh Huynh" userId="01a137d4-0d81-46e0-aca6-c9185b391828" providerId="ADAL" clId="{FDDD7D90-4293-4F5B-B440-645EABB52817}" dt="2026-10-13T04:48:16.243" v="328" actId="478"/>
          <ac:spMkLst>
            <pc:docMk/>
            <pc:sldMk cId="3522385299" sldId="4465"/>
            <ac:spMk id="22" creationId="{9EA35DBB-34EF-4912-B6E0-948E45210BB2}"/>
          </ac:spMkLst>
        </pc:spChg>
        <pc:spChg chg="del">
          <ac:chgData name="Minh Huynh" userId="01a137d4-0d81-46e0-aca6-c9185b391828" providerId="ADAL" clId="{FDDD7D90-4293-4F5B-B440-645EABB52817}" dt="2026-10-13T04:48:16.243" v="328" actId="478"/>
          <ac:spMkLst>
            <pc:docMk/>
            <pc:sldMk cId="3522385299" sldId="4465"/>
            <ac:spMk id="23" creationId="{33EFA293-6CAE-4CA3-9D2A-C51CB59C5543}"/>
          </ac:spMkLst>
        </pc:spChg>
        <pc:spChg chg="mod">
          <ac:chgData name="Minh Huynh" userId="01a137d4-0d81-46e0-aca6-c9185b391828" providerId="ADAL" clId="{FDDD7D90-4293-4F5B-B440-645EABB52817}" dt="2026-10-13T04:48:53.916" v="334" actId="1076"/>
          <ac:spMkLst>
            <pc:docMk/>
            <pc:sldMk cId="3522385299" sldId="4465"/>
            <ac:spMk id="24" creationId="{B65A6475-81AC-4B82-9221-004AEF7B49C1}"/>
          </ac:spMkLst>
        </pc:spChg>
        <pc:spChg chg="add mod">
          <ac:chgData name="Minh Huynh" userId="01a137d4-0d81-46e0-aca6-c9185b391828" providerId="ADAL" clId="{FDDD7D90-4293-4F5B-B440-645EABB52817}" dt="2026-10-13T04:50:23.866" v="670" actId="122"/>
          <ac:spMkLst>
            <pc:docMk/>
            <pc:sldMk cId="3522385299" sldId="4465"/>
            <ac:spMk id="25" creationId="{6B96B82E-FA72-46A4-A84A-962E3F910954}"/>
          </ac:spMkLst>
        </pc:spChg>
        <pc:spChg chg="mod">
          <ac:chgData name="Minh Huynh" userId="01a137d4-0d81-46e0-aca6-c9185b391828" providerId="ADAL" clId="{FDDD7D90-4293-4F5B-B440-645EABB52817}" dt="2026-10-13T04:48:53.916" v="334" actId="1076"/>
          <ac:spMkLst>
            <pc:docMk/>
            <pc:sldMk cId="3522385299" sldId="4465"/>
            <ac:spMk id="26" creationId="{E14E6531-D578-4889-A7C4-52AAB446C98B}"/>
          </ac:spMkLst>
        </pc:spChg>
        <pc:picChg chg="del">
          <ac:chgData name="Minh Huynh" userId="01a137d4-0d81-46e0-aca6-c9185b391828" providerId="ADAL" clId="{FDDD7D90-4293-4F5B-B440-645EABB52817}" dt="2026-10-13T04:48:21.424" v="330" actId="478"/>
          <ac:picMkLst>
            <pc:docMk/>
            <pc:sldMk cId="3522385299" sldId="4465"/>
            <ac:picMk id="26626" creationId="{49F2C48E-D090-4B0B-B3AE-0BE179333E75}"/>
          </ac:picMkLst>
        </pc:picChg>
      </pc:sldChg>
      <pc:sldChg chg="delSp modSp add mod">
        <pc:chgData name="Minh Huynh" userId="01a137d4-0d81-46e0-aca6-c9185b391828" providerId="ADAL" clId="{FDDD7D90-4293-4F5B-B440-645EABB52817}" dt="2026-10-13T04:51:40.428" v="716" actId="1076"/>
        <pc:sldMkLst>
          <pc:docMk/>
          <pc:sldMk cId="1734041963" sldId="4466"/>
        </pc:sldMkLst>
        <pc:spChg chg="del">
          <ac:chgData name="Minh Huynh" userId="01a137d4-0d81-46e0-aca6-c9185b391828" providerId="ADAL" clId="{FDDD7D90-4293-4F5B-B440-645EABB52817}" dt="2026-10-13T04:51:20.027" v="708" actId="478"/>
          <ac:spMkLst>
            <pc:docMk/>
            <pc:sldMk cId="1734041963" sldId="4466"/>
            <ac:spMk id="10" creationId="{87095069-7168-4CB8-BD7F-39DD91D51BF0}"/>
          </ac:spMkLst>
        </pc:spChg>
        <pc:spChg chg="del">
          <ac:chgData name="Minh Huynh" userId="01a137d4-0d81-46e0-aca6-c9185b391828" providerId="ADAL" clId="{FDDD7D90-4293-4F5B-B440-645EABB52817}" dt="2026-10-13T04:51:20.027" v="708" actId="478"/>
          <ac:spMkLst>
            <pc:docMk/>
            <pc:sldMk cId="1734041963" sldId="4466"/>
            <ac:spMk id="11" creationId="{8A3FB83C-7297-40D2-BF49-7B8D2F92522F}"/>
          </ac:spMkLst>
        </pc:spChg>
        <pc:spChg chg="del">
          <ac:chgData name="Minh Huynh" userId="01a137d4-0d81-46e0-aca6-c9185b391828" providerId="ADAL" clId="{FDDD7D90-4293-4F5B-B440-645EABB52817}" dt="2026-10-13T04:51:20.027" v="708" actId="478"/>
          <ac:spMkLst>
            <pc:docMk/>
            <pc:sldMk cId="1734041963" sldId="4466"/>
            <ac:spMk id="13" creationId="{5081CCD9-70A0-47DA-9296-7FC7A70A5F98}"/>
          </ac:spMkLst>
        </pc:spChg>
        <pc:spChg chg="del">
          <ac:chgData name="Minh Huynh" userId="01a137d4-0d81-46e0-aca6-c9185b391828" providerId="ADAL" clId="{FDDD7D90-4293-4F5B-B440-645EABB52817}" dt="2026-10-13T04:51:20.027" v="708" actId="478"/>
          <ac:spMkLst>
            <pc:docMk/>
            <pc:sldMk cId="1734041963" sldId="4466"/>
            <ac:spMk id="14" creationId="{E815D195-610E-4224-8503-3C0CBEDF9D2D}"/>
          </ac:spMkLst>
        </pc:spChg>
        <pc:spChg chg="del">
          <ac:chgData name="Minh Huynh" userId="01a137d4-0d81-46e0-aca6-c9185b391828" providerId="ADAL" clId="{FDDD7D90-4293-4F5B-B440-645EABB52817}" dt="2026-10-13T04:51:22.538" v="709" actId="478"/>
          <ac:spMkLst>
            <pc:docMk/>
            <pc:sldMk cId="1734041963" sldId="4466"/>
            <ac:spMk id="17" creationId="{03B8D09A-3BD5-4FFF-BBAA-7C62D5B93CE8}"/>
          </ac:spMkLst>
        </pc:spChg>
        <pc:spChg chg="mod">
          <ac:chgData name="Minh Huynh" userId="01a137d4-0d81-46e0-aca6-c9185b391828" providerId="ADAL" clId="{FDDD7D90-4293-4F5B-B440-645EABB52817}" dt="2026-10-13T04:51:10.308" v="707" actId="20577"/>
          <ac:spMkLst>
            <pc:docMk/>
            <pc:sldMk cId="1734041963" sldId="4466"/>
            <ac:spMk id="18" creationId="{728400A6-6772-4514-8096-EFBA37526C10}"/>
          </ac:spMkLst>
        </pc:spChg>
        <pc:spChg chg="del">
          <ac:chgData name="Minh Huynh" userId="01a137d4-0d81-46e0-aca6-c9185b391828" providerId="ADAL" clId="{FDDD7D90-4293-4F5B-B440-645EABB52817}" dt="2026-10-13T04:51:22.538" v="709" actId="478"/>
          <ac:spMkLst>
            <pc:docMk/>
            <pc:sldMk cId="1734041963" sldId="4466"/>
            <ac:spMk id="20" creationId="{6D23526F-354D-4309-AB0E-2CA5B5BB713A}"/>
          </ac:spMkLst>
        </pc:spChg>
        <pc:spChg chg="del">
          <ac:chgData name="Minh Huynh" userId="01a137d4-0d81-46e0-aca6-c9185b391828" providerId="ADAL" clId="{FDDD7D90-4293-4F5B-B440-645EABB52817}" dt="2026-10-13T04:51:20.027" v="708" actId="478"/>
          <ac:spMkLst>
            <pc:docMk/>
            <pc:sldMk cId="1734041963" sldId="4466"/>
            <ac:spMk id="24" creationId="{B65A6475-81AC-4B82-9221-004AEF7B49C1}"/>
          </ac:spMkLst>
        </pc:spChg>
        <pc:spChg chg="mod">
          <ac:chgData name="Minh Huynh" userId="01a137d4-0d81-46e0-aca6-c9185b391828" providerId="ADAL" clId="{FDDD7D90-4293-4F5B-B440-645EABB52817}" dt="2026-10-13T04:51:40.428" v="716" actId="1076"/>
          <ac:spMkLst>
            <pc:docMk/>
            <pc:sldMk cId="1734041963" sldId="4466"/>
            <ac:spMk id="25" creationId="{6B96B82E-FA72-46A4-A84A-962E3F910954}"/>
          </ac:spMkLst>
        </pc:spChg>
        <pc:spChg chg="del">
          <ac:chgData name="Minh Huynh" userId="01a137d4-0d81-46e0-aca6-c9185b391828" providerId="ADAL" clId="{FDDD7D90-4293-4F5B-B440-645EABB52817}" dt="2026-10-13T04:51:20.027" v="708" actId="478"/>
          <ac:spMkLst>
            <pc:docMk/>
            <pc:sldMk cId="1734041963" sldId="4466"/>
            <ac:spMk id="26" creationId="{E14E6531-D578-4889-A7C4-52AAB446C98B}"/>
          </ac:spMkLst>
        </pc:spChg>
      </pc:sldChg>
      <pc:sldChg chg="addSp delSp modSp add del mod">
        <pc:chgData name="Minh Huynh" userId="01a137d4-0d81-46e0-aca6-c9185b391828" providerId="ADAL" clId="{FDDD7D90-4293-4F5B-B440-645EABB52817}" dt="2026-10-13T04:52:10.557" v="722" actId="47"/>
        <pc:sldMkLst>
          <pc:docMk/>
          <pc:sldMk cId="1323397450" sldId="4467"/>
        </pc:sldMkLst>
        <pc:spChg chg="add del mod">
          <ac:chgData name="Minh Huynh" userId="01a137d4-0d81-46e0-aca6-c9185b391828" providerId="ADAL" clId="{FDDD7D90-4293-4F5B-B440-645EABB52817}" dt="2026-10-13T04:52:05.080" v="721"/>
          <ac:spMkLst>
            <pc:docMk/>
            <pc:sldMk cId="1323397450" sldId="4467"/>
            <ac:spMk id="4" creationId="{104E649B-4356-46D2-9442-4A5A09DBFB4E}"/>
          </ac:spMkLst>
        </pc:spChg>
        <pc:spChg chg="add del mod">
          <ac:chgData name="Minh Huynh" userId="01a137d4-0d81-46e0-aca6-c9185b391828" providerId="ADAL" clId="{FDDD7D90-4293-4F5B-B440-645EABB52817}" dt="2026-10-13T04:52:05.080" v="721"/>
          <ac:spMkLst>
            <pc:docMk/>
            <pc:sldMk cId="1323397450" sldId="4467"/>
            <ac:spMk id="5" creationId="{481B7DC1-1DC9-4ED2-8E98-098BD253DC88}"/>
          </ac:spMkLst>
        </pc:spChg>
        <pc:spChg chg="add del mod">
          <ac:chgData name="Minh Huynh" userId="01a137d4-0d81-46e0-aca6-c9185b391828" providerId="ADAL" clId="{FDDD7D90-4293-4F5B-B440-645EABB52817}" dt="2026-10-13T04:52:05.080" v="721"/>
          <ac:spMkLst>
            <pc:docMk/>
            <pc:sldMk cId="1323397450" sldId="4467"/>
            <ac:spMk id="6" creationId="{39ABF414-0956-4663-9057-E6D3D93B8FA7}"/>
          </ac:spMkLst>
        </pc:spChg>
        <pc:spChg chg="add del mod">
          <ac:chgData name="Minh Huynh" userId="01a137d4-0d81-46e0-aca6-c9185b391828" providerId="ADAL" clId="{FDDD7D90-4293-4F5B-B440-645EABB52817}" dt="2026-10-13T04:52:05.080" v="721"/>
          <ac:spMkLst>
            <pc:docMk/>
            <pc:sldMk cId="1323397450" sldId="4467"/>
            <ac:spMk id="7" creationId="{81F236A5-B7BF-4EE0-8BF7-381491CCCBA7}"/>
          </ac:spMkLst>
        </pc:spChg>
      </pc:sldChg>
      <pc:sldChg chg="addSp delSp modSp add mod">
        <pc:chgData name="Minh Huynh" userId="01a137d4-0d81-46e0-aca6-c9185b391828" providerId="ADAL" clId="{FDDD7D90-4293-4F5B-B440-645EABB52817}" dt="2026-10-13T04:52:55.239" v="740" actId="2711"/>
        <pc:sldMkLst>
          <pc:docMk/>
          <pc:sldMk cId="1805026901" sldId="4475"/>
        </pc:sldMkLst>
        <pc:spChg chg="add mod">
          <ac:chgData name="Minh Huynh" userId="01a137d4-0d81-46e0-aca6-c9185b391828" providerId="ADAL" clId="{FDDD7D90-4293-4F5B-B440-645EABB52817}" dt="2026-10-13T04:52:49.751" v="739" actId="20577"/>
          <ac:spMkLst>
            <pc:docMk/>
            <pc:sldMk cId="1805026901" sldId="4475"/>
            <ac:spMk id="10" creationId="{9D811277-987D-4DEB-A9EC-797C00D9B85D}"/>
          </ac:spMkLst>
        </pc:spChg>
        <pc:spChg chg="del">
          <ac:chgData name="Minh Huynh" userId="01a137d4-0d81-46e0-aca6-c9185b391828" providerId="ADAL" clId="{FDDD7D90-4293-4F5B-B440-645EABB52817}" dt="2026-10-13T04:52:38.586" v="724" actId="478"/>
          <ac:spMkLst>
            <pc:docMk/>
            <pc:sldMk cId="1805026901" sldId="4475"/>
            <ac:spMk id="15" creationId="{668F5602-47EE-420D-9B7E-BCF45A6CB524}"/>
          </ac:spMkLst>
        </pc:spChg>
        <pc:spChg chg="del">
          <ac:chgData name="Minh Huynh" userId="01a137d4-0d81-46e0-aca6-c9185b391828" providerId="ADAL" clId="{FDDD7D90-4293-4F5B-B440-645EABB52817}" dt="2026-10-13T04:52:38.586" v="724" actId="478"/>
          <ac:spMkLst>
            <pc:docMk/>
            <pc:sldMk cId="1805026901" sldId="4475"/>
            <ac:spMk id="16" creationId="{F2242C64-FE38-42BA-8CFD-71CFBEBEEF68}"/>
          </ac:spMkLst>
        </pc:spChg>
        <pc:spChg chg="del">
          <ac:chgData name="Minh Huynh" userId="01a137d4-0d81-46e0-aca6-c9185b391828" providerId="ADAL" clId="{FDDD7D90-4293-4F5B-B440-645EABB52817}" dt="2026-10-13T04:52:38.586" v="724" actId="478"/>
          <ac:spMkLst>
            <pc:docMk/>
            <pc:sldMk cId="1805026901" sldId="4475"/>
            <ac:spMk id="19" creationId="{245216AE-850E-4E69-98EE-94DCA8BA6F6A}"/>
          </ac:spMkLst>
        </pc:spChg>
        <pc:spChg chg="del">
          <ac:chgData name="Minh Huynh" userId="01a137d4-0d81-46e0-aca6-c9185b391828" providerId="ADAL" clId="{FDDD7D90-4293-4F5B-B440-645EABB52817}" dt="2026-10-13T04:52:38.586" v="724" actId="478"/>
          <ac:spMkLst>
            <pc:docMk/>
            <pc:sldMk cId="1805026901" sldId="4475"/>
            <ac:spMk id="21" creationId="{1A195455-A937-419D-A4BB-9BF4BBE9FE8C}"/>
          </ac:spMkLst>
        </pc:spChg>
        <pc:spChg chg="del">
          <ac:chgData name="Minh Huynh" userId="01a137d4-0d81-46e0-aca6-c9185b391828" providerId="ADAL" clId="{FDDD7D90-4293-4F5B-B440-645EABB52817}" dt="2026-10-13T04:52:38.586" v="724" actId="478"/>
          <ac:spMkLst>
            <pc:docMk/>
            <pc:sldMk cId="1805026901" sldId="4475"/>
            <ac:spMk id="22" creationId="{9EA35DBB-34EF-4912-B6E0-948E45210BB2}"/>
          </ac:spMkLst>
        </pc:spChg>
        <pc:spChg chg="del">
          <ac:chgData name="Minh Huynh" userId="01a137d4-0d81-46e0-aca6-c9185b391828" providerId="ADAL" clId="{FDDD7D90-4293-4F5B-B440-645EABB52817}" dt="2026-10-13T04:52:38.586" v="724" actId="478"/>
          <ac:spMkLst>
            <pc:docMk/>
            <pc:sldMk cId="1805026901" sldId="4475"/>
            <ac:spMk id="23" creationId="{33EFA293-6CAE-4CA3-9D2A-C51CB59C5543}"/>
          </ac:spMkLst>
        </pc:spChg>
        <pc:spChg chg="mod">
          <ac:chgData name="Minh Huynh" userId="01a137d4-0d81-46e0-aca6-c9185b391828" providerId="ADAL" clId="{FDDD7D90-4293-4F5B-B440-645EABB52817}" dt="2026-10-13T04:52:55.239" v="740" actId="2711"/>
          <ac:spMkLst>
            <pc:docMk/>
            <pc:sldMk cId="1805026901" sldId="4475"/>
            <ac:spMk id="75" creationId="{672176B3-7581-4A7A-97A3-A570F05E80DD}"/>
          </ac:spMkLst>
        </pc:spChg>
      </pc:sldChg>
      <pc:sldChg chg="delSp modSp add mod">
        <pc:chgData name="Minh Huynh" userId="01a137d4-0d81-46e0-aca6-c9185b391828" providerId="ADAL" clId="{FDDD7D90-4293-4F5B-B440-645EABB52817}" dt="2026-10-13T04:54:35.438" v="779" actId="20577"/>
        <pc:sldMkLst>
          <pc:docMk/>
          <pc:sldMk cId="3634065575" sldId="4476"/>
        </pc:sldMkLst>
        <pc:spChg chg="mod">
          <ac:chgData name="Minh Huynh" userId="01a137d4-0d81-46e0-aca6-c9185b391828" providerId="ADAL" clId="{FDDD7D90-4293-4F5B-B440-645EABB52817}" dt="2026-10-13T04:54:32.077" v="778" actId="20577"/>
          <ac:spMkLst>
            <pc:docMk/>
            <pc:sldMk cId="3634065575" sldId="4476"/>
            <ac:spMk id="10" creationId="{9D811277-987D-4DEB-A9EC-797C00D9B85D}"/>
          </ac:spMkLst>
        </pc:spChg>
        <pc:spChg chg="mod">
          <ac:chgData name="Minh Huynh" userId="01a137d4-0d81-46e0-aca6-c9185b391828" providerId="ADAL" clId="{FDDD7D90-4293-4F5B-B440-645EABB52817}" dt="2026-10-13T04:54:35.438" v="779" actId="20577"/>
          <ac:spMkLst>
            <pc:docMk/>
            <pc:sldMk cId="3634065575" sldId="4476"/>
            <ac:spMk id="75" creationId="{672176B3-7581-4A7A-97A3-A570F05E80DD}"/>
          </ac:spMkLst>
        </pc:spChg>
        <pc:picChg chg="del">
          <ac:chgData name="Minh Huynh" userId="01a137d4-0d81-46e0-aca6-c9185b391828" providerId="ADAL" clId="{FDDD7D90-4293-4F5B-B440-645EABB52817}" dt="2026-10-13T04:53:43.303" v="742" actId="478"/>
          <ac:picMkLst>
            <pc:docMk/>
            <pc:sldMk cId="3634065575" sldId="4476"/>
            <ac:picMk id="27650" creationId="{374084EE-89AE-4D4A-ACD5-F274E0BC98ED}"/>
          </ac:picMkLst>
        </pc:picChg>
      </pc:sldChg>
      <pc:sldChg chg="addSp delSp modSp add mod">
        <pc:chgData name="Minh Huynh" userId="01a137d4-0d81-46e0-aca6-c9185b391828" providerId="ADAL" clId="{FDDD7D90-4293-4F5B-B440-645EABB52817}" dt="2026-10-13T04:55:06.699" v="802" actId="20577"/>
        <pc:sldMkLst>
          <pc:docMk/>
          <pc:sldMk cId="1203949008" sldId="4499"/>
        </pc:sldMkLst>
        <pc:spChg chg="del">
          <ac:chgData name="Minh Huynh" userId="01a137d4-0d81-46e0-aca6-c9185b391828" providerId="ADAL" clId="{FDDD7D90-4293-4F5B-B440-645EABB52817}" dt="2026-10-13T04:54:58.102" v="782" actId="478"/>
          <ac:spMkLst>
            <pc:docMk/>
            <pc:sldMk cId="1203949008" sldId="4499"/>
            <ac:spMk id="13" creationId="{49BF26B6-5E3C-42F1-AAB1-8C7D7F09FB0D}"/>
          </ac:spMkLst>
        </pc:spChg>
        <pc:spChg chg="del">
          <ac:chgData name="Minh Huynh" userId="01a137d4-0d81-46e0-aca6-c9185b391828" providerId="ADAL" clId="{FDDD7D90-4293-4F5B-B440-645EABB52817}" dt="2026-10-13T04:54:56.734" v="781" actId="478"/>
          <ac:spMkLst>
            <pc:docMk/>
            <pc:sldMk cId="1203949008" sldId="4499"/>
            <ac:spMk id="15" creationId="{668F5602-47EE-420D-9B7E-BCF45A6CB524}"/>
          </ac:spMkLst>
        </pc:spChg>
        <pc:spChg chg="del">
          <ac:chgData name="Minh Huynh" userId="01a137d4-0d81-46e0-aca6-c9185b391828" providerId="ADAL" clId="{FDDD7D90-4293-4F5B-B440-645EABB52817}" dt="2026-10-13T04:54:56.734" v="781" actId="478"/>
          <ac:spMkLst>
            <pc:docMk/>
            <pc:sldMk cId="1203949008" sldId="4499"/>
            <ac:spMk id="16" creationId="{F2242C64-FE38-42BA-8CFD-71CFBEBEEF68}"/>
          </ac:spMkLst>
        </pc:spChg>
        <pc:spChg chg="del">
          <ac:chgData name="Minh Huynh" userId="01a137d4-0d81-46e0-aca6-c9185b391828" providerId="ADAL" clId="{FDDD7D90-4293-4F5B-B440-645EABB52817}" dt="2026-10-13T04:54:56.734" v="781" actId="478"/>
          <ac:spMkLst>
            <pc:docMk/>
            <pc:sldMk cId="1203949008" sldId="4499"/>
            <ac:spMk id="19" creationId="{245216AE-850E-4E69-98EE-94DCA8BA6F6A}"/>
          </ac:spMkLst>
        </pc:spChg>
        <pc:spChg chg="del">
          <ac:chgData name="Minh Huynh" userId="01a137d4-0d81-46e0-aca6-c9185b391828" providerId="ADAL" clId="{FDDD7D90-4293-4F5B-B440-645EABB52817}" dt="2026-10-13T04:54:56.734" v="781" actId="478"/>
          <ac:spMkLst>
            <pc:docMk/>
            <pc:sldMk cId="1203949008" sldId="4499"/>
            <ac:spMk id="21" creationId="{1A195455-A937-419D-A4BB-9BF4BBE9FE8C}"/>
          </ac:spMkLst>
        </pc:spChg>
        <pc:spChg chg="del">
          <ac:chgData name="Minh Huynh" userId="01a137d4-0d81-46e0-aca6-c9185b391828" providerId="ADAL" clId="{FDDD7D90-4293-4F5B-B440-645EABB52817}" dt="2026-10-13T04:54:56.734" v="781" actId="478"/>
          <ac:spMkLst>
            <pc:docMk/>
            <pc:sldMk cId="1203949008" sldId="4499"/>
            <ac:spMk id="22" creationId="{9EA35DBB-34EF-4912-B6E0-948E45210BB2}"/>
          </ac:spMkLst>
        </pc:spChg>
        <pc:spChg chg="del">
          <ac:chgData name="Minh Huynh" userId="01a137d4-0d81-46e0-aca6-c9185b391828" providerId="ADAL" clId="{FDDD7D90-4293-4F5B-B440-645EABB52817}" dt="2026-10-13T04:54:56.734" v="781" actId="478"/>
          <ac:spMkLst>
            <pc:docMk/>
            <pc:sldMk cId="1203949008" sldId="4499"/>
            <ac:spMk id="23" creationId="{33EFA293-6CAE-4CA3-9D2A-C51CB59C5543}"/>
          </ac:spMkLst>
        </pc:spChg>
        <pc:spChg chg="add mod">
          <ac:chgData name="Minh Huynh" userId="01a137d4-0d81-46e0-aca6-c9185b391828" providerId="ADAL" clId="{FDDD7D90-4293-4F5B-B440-645EABB52817}" dt="2026-10-13T04:55:06.699" v="802" actId="20577"/>
          <ac:spMkLst>
            <pc:docMk/>
            <pc:sldMk cId="1203949008" sldId="4499"/>
            <ac:spMk id="31" creationId="{A73A9EDE-E29F-425F-8822-BD5CAF05536C}"/>
          </ac:spMkLst>
        </pc:spChg>
      </pc:sldChg>
      <pc:sldChg chg="addSp delSp modSp add mod setBg">
        <pc:chgData name="Minh Huynh" userId="01a137d4-0d81-46e0-aca6-c9185b391828" providerId="ADAL" clId="{FDDD7D90-4293-4F5B-B440-645EABB52817}" dt="2026-10-13T04:55:49.428" v="809" actId="207"/>
        <pc:sldMkLst>
          <pc:docMk/>
          <pc:sldMk cId="417742359" sldId="4512"/>
        </pc:sldMkLst>
        <pc:spChg chg="add del">
          <ac:chgData name="Minh Huynh" userId="01a137d4-0d81-46e0-aca6-c9185b391828" providerId="ADAL" clId="{FDDD7D90-4293-4F5B-B440-645EABB52817}" dt="2026-10-13T04:55:48.906" v="808" actId="478"/>
          <ac:spMkLst>
            <pc:docMk/>
            <pc:sldMk cId="417742359" sldId="4512"/>
            <ac:spMk id="146" creationId="{66700164-A49A-4762-8963-C04B2FB65113}"/>
          </ac:spMkLst>
        </pc:spChg>
        <pc:spChg chg="mod">
          <ac:chgData name="Minh Huynh" userId="01a137d4-0d81-46e0-aca6-c9185b391828" providerId="ADAL" clId="{FDDD7D90-4293-4F5B-B440-645EABB52817}" dt="2026-10-13T04:55:49.428" v="809" actId="207"/>
          <ac:spMkLst>
            <pc:docMk/>
            <pc:sldMk cId="417742359" sldId="4512"/>
            <ac:spMk id="147" creationId="{6F2D8E70-D4CA-4011-802E-93602CDF124B}"/>
          </ac:spMkLst>
        </pc:spChg>
        <pc:spChg chg="add del mod">
          <ac:chgData name="Minh Huynh" userId="01a137d4-0d81-46e0-aca6-c9185b391828" providerId="ADAL" clId="{FDDD7D90-4293-4F5B-B440-645EABB52817}" dt="2026-10-13T04:55:49.428" v="809" actId="207"/>
          <ac:spMkLst>
            <pc:docMk/>
            <pc:sldMk cId="417742359" sldId="4512"/>
            <ac:spMk id="151" creationId="{841EEE23-74B2-4CBF-B282-129A5F01432E}"/>
          </ac:spMkLst>
        </pc:spChg>
        <pc:spChg chg="mod">
          <ac:chgData name="Minh Huynh" userId="01a137d4-0d81-46e0-aca6-c9185b391828" providerId="ADAL" clId="{FDDD7D90-4293-4F5B-B440-645EABB52817}" dt="2026-10-13T04:55:49.428" v="809" actId="207"/>
          <ac:spMkLst>
            <pc:docMk/>
            <pc:sldMk cId="417742359" sldId="4512"/>
            <ac:spMk id="152" creationId="{72EE92FA-F09A-4F51-903C-F4221DD595EC}"/>
          </ac:spMkLst>
        </pc:spChg>
        <pc:spChg chg="mod">
          <ac:chgData name="Minh Huynh" userId="01a137d4-0d81-46e0-aca6-c9185b391828" providerId="ADAL" clId="{FDDD7D90-4293-4F5B-B440-645EABB52817}" dt="2026-10-13T04:55:49.428" v="809" actId="207"/>
          <ac:spMkLst>
            <pc:docMk/>
            <pc:sldMk cId="417742359" sldId="4512"/>
            <ac:spMk id="153" creationId="{0A5F11CD-3122-4C60-87BB-08AAAF8464A7}"/>
          </ac:spMkLst>
        </pc:spChg>
        <pc:spChg chg="mod">
          <ac:chgData name="Minh Huynh" userId="01a137d4-0d81-46e0-aca6-c9185b391828" providerId="ADAL" clId="{FDDD7D90-4293-4F5B-B440-645EABB52817}" dt="2026-10-13T04:55:49.428" v="809" actId="207"/>
          <ac:spMkLst>
            <pc:docMk/>
            <pc:sldMk cId="417742359" sldId="4512"/>
            <ac:spMk id="154" creationId="{D7BC5759-6924-42FC-9651-7D36942B7DF8}"/>
          </ac:spMkLst>
        </pc:spChg>
        <pc:spChg chg="mod">
          <ac:chgData name="Minh Huynh" userId="01a137d4-0d81-46e0-aca6-c9185b391828" providerId="ADAL" clId="{FDDD7D90-4293-4F5B-B440-645EABB52817}" dt="2026-10-13T04:55:49.428" v="809" actId="207"/>
          <ac:spMkLst>
            <pc:docMk/>
            <pc:sldMk cId="417742359" sldId="4512"/>
            <ac:spMk id="155" creationId="{DB4B6517-3AA5-40FC-8A76-2A579EE7C718}"/>
          </ac:spMkLst>
        </pc:spChg>
      </pc:sldChg>
      <pc:sldChg chg="addSp delSp modSp add mod">
        <pc:chgData name="Minh Huynh" userId="01a137d4-0d81-46e0-aca6-c9185b391828" providerId="ADAL" clId="{FDDD7D90-4293-4F5B-B440-645EABB52817}" dt="2026-10-13T04:57:18.488" v="949" actId="20577"/>
        <pc:sldMkLst>
          <pc:docMk/>
          <pc:sldMk cId="315617114" sldId="4540"/>
        </pc:sldMkLst>
        <pc:spChg chg="del">
          <ac:chgData name="Minh Huynh" userId="01a137d4-0d81-46e0-aca6-c9185b391828" providerId="ADAL" clId="{FDDD7D90-4293-4F5B-B440-645EABB52817}" dt="2026-10-13T04:56:53.955" v="832" actId="478"/>
          <ac:spMkLst>
            <pc:docMk/>
            <pc:sldMk cId="315617114" sldId="4540"/>
            <ac:spMk id="3" creationId="{846C4BB3-855D-4B09-B334-F85A144A56B2}"/>
          </ac:spMkLst>
        </pc:spChg>
        <pc:spChg chg="del">
          <ac:chgData name="Minh Huynh" userId="01a137d4-0d81-46e0-aca6-c9185b391828" providerId="ADAL" clId="{FDDD7D90-4293-4F5B-B440-645EABB52817}" dt="2026-10-13T04:56:53.955" v="832" actId="478"/>
          <ac:spMkLst>
            <pc:docMk/>
            <pc:sldMk cId="315617114" sldId="4540"/>
            <ac:spMk id="4" creationId="{CD34D917-67EF-40AF-8DB4-07333629D30F}"/>
          </ac:spMkLst>
        </pc:spChg>
        <pc:spChg chg="del">
          <ac:chgData name="Minh Huynh" userId="01a137d4-0d81-46e0-aca6-c9185b391828" providerId="ADAL" clId="{FDDD7D90-4293-4F5B-B440-645EABB52817}" dt="2026-10-13T04:56:53.955" v="832" actId="478"/>
          <ac:spMkLst>
            <pc:docMk/>
            <pc:sldMk cId="315617114" sldId="4540"/>
            <ac:spMk id="5" creationId="{BFE94675-1403-41D9-9A8D-E255A76E5671}"/>
          </ac:spMkLst>
        </pc:spChg>
        <pc:spChg chg="del">
          <ac:chgData name="Minh Huynh" userId="01a137d4-0d81-46e0-aca6-c9185b391828" providerId="ADAL" clId="{FDDD7D90-4293-4F5B-B440-645EABB52817}" dt="2026-10-13T04:56:53.955" v="832" actId="478"/>
          <ac:spMkLst>
            <pc:docMk/>
            <pc:sldMk cId="315617114" sldId="4540"/>
            <ac:spMk id="6" creationId="{C9AF8D4D-38DD-46F1-BFAE-BC0BAF2D688A}"/>
          </ac:spMkLst>
        </pc:spChg>
        <pc:spChg chg="del">
          <ac:chgData name="Minh Huynh" userId="01a137d4-0d81-46e0-aca6-c9185b391828" providerId="ADAL" clId="{FDDD7D90-4293-4F5B-B440-645EABB52817}" dt="2026-10-13T04:56:53.955" v="832" actId="478"/>
          <ac:spMkLst>
            <pc:docMk/>
            <pc:sldMk cId="315617114" sldId="4540"/>
            <ac:spMk id="7" creationId="{2696235A-FFD4-427F-8C96-92D126163219}"/>
          </ac:spMkLst>
        </pc:spChg>
        <pc:spChg chg="del">
          <ac:chgData name="Minh Huynh" userId="01a137d4-0d81-46e0-aca6-c9185b391828" providerId="ADAL" clId="{FDDD7D90-4293-4F5B-B440-645EABB52817}" dt="2026-10-13T04:56:53.955" v="832" actId="478"/>
          <ac:spMkLst>
            <pc:docMk/>
            <pc:sldMk cId="315617114" sldId="4540"/>
            <ac:spMk id="8" creationId="{94554AEB-060E-4235-B618-10474C26F659}"/>
          </ac:spMkLst>
        </pc:spChg>
        <pc:spChg chg="del">
          <ac:chgData name="Minh Huynh" userId="01a137d4-0d81-46e0-aca6-c9185b391828" providerId="ADAL" clId="{FDDD7D90-4293-4F5B-B440-645EABB52817}" dt="2026-10-13T04:56:53.955" v="832" actId="478"/>
          <ac:spMkLst>
            <pc:docMk/>
            <pc:sldMk cId="315617114" sldId="4540"/>
            <ac:spMk id="9" creationId="{BBC28FAD-0E6E-41AC-ADB2-055BFCDDD46C}"/>
          </ac:spMkLst>
        </pc:spChg>
        <pc:spChg chg="del">
          <ac:chgData name="Minh Huynh" userId="01a137d4-0d81-46e0-aca6-c9185b391828" providerId="ADAL" clId="{FDDD7D90-4293-4F5B-B440-645EABB52817}" dt="2026-10-13T04:56:55.123" v="833" actId="478"/>
          <ac:spMkLst>
            <pc:docMk/>
            <pc:sldMk cId="315617114" sldId="4540"/>
            <ac:spMk id="12" creationId="{F6B62AD7-E12D-4832-A337-7F3C51DF4A9E}"/>
          </ac:spMkLst>
        </pc:spChg>
        <pc:spChg chg="add mod">
          <ac:chgData name="Minh Huynh" userId="01a137d4-0d81-46e0-aca6-c9185b391828" providerId="ADAL" clId="{FDDD7D90-4293-4F5B-B440-645EABB52817}" dt="2026-10-13T04:57:18.488" v="949" actId="20577"/>
          <ac:spMkLst>
            <pc:docMk/>
            <pc:sldMk cId="315617114" sldId="4540"/>
            <ac:spMk id="13" creationId="{F92D2B3A-4AF9-4F08-9B38-EFD1BAEDF26D}"/>
          </ac:spMkLst>
        </pc:spChg>
      </pc:sldChg>
      <pc:sldChg chg="addSp delSp modSp add mod">
        <pc:chgData name="Minh Huynh" userId="01a137d4-0d81-46e0-aca6-c9185b391828" providerId="ADAL" clId="{FDDD7D90-4293-4F5B-B440-645EABB52817}" dt="2026-10-13T04:56:36.231" v="830" actId="20577"/>
        <pc:sldMkLst>
          <pc:docMk/>
          <pc:sldMk cId="707359171" sldId="4549"/>
        </pc:sldMkLst>
        <pc:spChg chg="del">
          <ac:chgData name="Minh Huynh" userId="01a137d4-0d81-46e0-aca6-c9185b391828" providerId="ADAL" clId="{FDDD7D90-4293-4F5B-B440-645EABB52817}" dt="2026-10-13T04:56:29.279" v="811" actId="478"/>
          <ac:spMkLst>
            <pc:docMk/>
            <pc:sldMk cId="707359171" sldId="4549"/>
            <ac:spMk id="3" creationId="{846C4BB3-855D-4B09-B334-F85A144A56B2}"/>
          </ac:spMkLst>
        </pc:spChg>
        <pc:spChg chg="del">
          <ac:chgData name="Minh Huynh" userId="01a137d4-0d81-46e0-aca6-c9185b391828" providerId="ADAL" clId="{FDDD7D90-4293-4F5B-B440-645EABB52817}" dt="2026-10-13T04:56:29.279" v="811" actId="478"/>
          <ac:spMkLst>
            <pc:docMk/>
            <pc:sldMk cId="707359171" sldId="4549"/>
            <ac:spMk id="4" creationId="{CD34D917-67EF-40AF-8DB4-07333629D30F}"/>
          </ac:spMkLst>
        </pc:spChg>
        <pc:spChg chg="del">
          <ac:chgData name="Minh Huynh" userId="01a137d4-0d81-46e0-aca6-c9185b391828" providerId="ADAL" clId="{FDDD7D90-4293-4F5B-B440-645EABB52817}" dt="2026-10-13T04:56:29.279" v="811" actId="478"/>
          <ac:spMkLst>
            <pc:docMk/>
            <pc:sldMk cId="707359171" sldId="4549"/>
            <ac:spMk id="5" creationId="{BFE94675-1403-41D9-9A8D-E255A76E5671}"/>
          </ac:spMkLst>
        </pc:spChg>
        <pc:spChg chg="del">
          <ac:chgData name="Minh Huynh" userId="01a137d4-0d81-46e0-aca6-c9185b391828" providerId="ADAL" clId="{FDDD7D90-4293-4F5B-B440-645EABB52817}" dt="2026-10-13T04:56:29.279" v="811" actId="478"/>
          <ac:spMkLst>
            <pc:docMk/>
            <pc:sldMk cId="707359171" sldId="4549"/>
            <ac:spMk id="6" creationId="{C9AF8D4D-38DD-46F1-BFAE-BC0BAF2D688A}"/>
          </ac:spMkLst>
        </pc:spChg>
        <pc:spChg chg="del">
          <ac:chgData name="Minh Huynh" userId="01a137d4-0d81-46e0-aca6-c9185b391828" providerId="ADAL" clId="{FDDD7D90-4293-4F5B-B440-645EABB52817}" dt="2026-10-13T04:56:29.279" v="811" actId="478"/>
          <ac:spMkLst>
            <pc:docMk/>
            <pc:sldMk cId="707359171" sldId="4549"/>
            <ac:spMk id="7" creationId="{2696235A-FFD4-427F-8C96-92D126163219}"/>
          </ac:spMkLst>
        </pc:spChg>
        <pc:spChg chg="del">
          <ac:chgData name="Minh Huynh" userId="01a137d4-0d81-46e0-aca6-c9185b391828" providerId="ADAL" clId="{FDDD7D90-4293-4F5B-B440-645EABB52817}" dt="2026-10-13T04:56:29.279" v="811" actId="478"/>
          <ac:spMkLst>
            <pc:docMk/>
            <pc:sldMk cId="707359171" sldId="4549"/>
            <ac:spMk id="8" creationId="{94554AEB-060E-4235-B618-10474C26F659}"/>
          </ac:spMkLst>
        </pc:spChg>
        <pc:spChg chg="del">
          <ac:chgData name="Minh Huynh" userId="01a137d4-0d81-46e0-aca6-c9185b391828" providerId="ADAL" clId="{FDDD7D90-4293-4F5B-B440-645EABB52817}" dt="2026-10-13T04:56:29.279" v="811" actId="478"/>
          <ac:spMkLst>
            <pc:docMk/>
            <pc:sldMk cId="707359171" sldId="4549"/>
            <ac:spMk id="9" creationId="{BBC28FAD-0E6E-41AC-ADB2-055BFCDDD46C}"/>
          </ac:spMkLst>
        </pc:spChg>
        <pc:spChg chg="add mod">
          <ac:chgData name="Minh Huynh" userId="01a137d4-0d81-46e0-aca6-c9185b391828" providerId="ADAL" clId="{FDDD7D90-4293-4F5B-B440-645EABB52817}" dt="2026-10-13T04:56:36.231" v="830" actId="20577"/>
          <ac:spMkLst>
            <pc:docMk/>
            <pc:sldMk cId="707359171" sldId="4549"/>
            <ac:spMk id="12" creationId="{0F5EEFC0-C8CF-45C0-B896-4E9CAFFB25E1}"/>
          </ac:spMkLst>
        </pc:spChg>
      </pc:sldChg>
      <pc:sldChg chg="addSp delSp modSp add mod">
        <pc:chgData name="Minh Huynh" userId="01a137d4-0d81-46e0-aca6-c9185b391828" providerId="ADAL" clId="{FDDD7D90-4293-4F5B-B440-645EABB52817}" dt="2026-10-13T04:57:46.145" v="953"/>
        <pc:sldMkLst>
          <pc:docMk/>
          <pc:sldMk cId="3116511797" sldId="4556"/>
        </pc:sldMkLst>
        <pc:spChg chg="del">
          <ac:chgData name="Minh Huynh" userId="01a137d4-0d81-46e0-aca6-c9185b391828" providerId="ADAL" clId="{FDDD7D90-4293-4F5B-B440-645EABB52817}" dt="2026-10-13T04:57:43.037" v="952" actId="478"/>
          <ac:spMkLst>
            <pc:docMk/>
            <pc:sldMk cId="3116511797" sldId="4556"/>
            <ac:spMk id="3" creationId="{846C4BB3-855D-4B09-B334-F85A144A56B2}"/>
          </ac:spMkLst>
        </pc:spChg>
        <pc:spChg chg="del">
          <ac:chgData name="Minh Huynh" userId="01a137d4-0d81-46e0-aca6-c9185b391828" providerId="ADAL" clId="{FDDD7D90-4293-4F5B-B440-645EABB52817}" dt="2026-10-13T04:57:43.037" v="952" actId="478"/>
          <ac:spMkLst>
            <pc:docMk/>
            <pc:sldMk cId="3116511797" sldId="4556"/>
            <ac:spMk id="4" creationId="{CD34D917-67EF-40AF-8DB4-07333629D30F}"/>
          </ac:spMkLst>
        </pc:spChg>
        <pc:spChg chg="del">
          <ac:chgData name="Minh Huynh" userId="01a137d4-0d81-46e0-aca6-c9185b391828" providerId="ADAL" clId="{FDDD7D90-4293-4F5B-B440-645EABB52817}" dt="2026-10-13T04:57:43.037" v="952" actId="478"/>
          <ac:spMkLst>
            <pc:docMk/>
            <pc:sldMk cId="3116511797" sldId="4556"/>
            <ac:spMk id="5" creationId="{BFE94675-1403-41D9-9A8D-E255A76E5671}"/>
          </ac:spMkLst>
        </pc:spChg>
        <pc:spChg chg="del">
          <ac:chgData name="Minh Huynh" userId="01a137d4-0d81-46e0-aca6-c9185b391828" providerId="ADAL" clId="{FDDD7D90-4293-4F5B-B440-645EABB52817}" dt="2026-10-13T04:57:43.037" v="952" actId="478"/>
          <ac:spMkLst>
            <pc:docMk/>
            <pc:sldMk cId="3116511797" sldId="4556"/>
            <ac:spMk id="6" creationId="{C9AF8D4D-38DD-46F1-BFAE-BC0BAF2D688A}"/>
          </ac:spMkLst>
        </pc:spChg>
        <pc:spChg chg="del">
          <ac:chgData name="Minh Huynh" userId="01a137d4-0d81-46e0-aca6-c9185b391828" providerId="ADAL" clId="{FDDD7D90-4293-4F5B-B440-645EABB52817}" dt="2026-10-13T04:57:43.037" v="952" actId="478"/>
          <ac:spMkLst>
            <pc:docMk/>
            <pc:sldMk cId="3116511797" sldId="4556"/>
            <ac:spMk id="7" creationId="{2696235A-FFD4-427F-8C96-92D126163219}"/>
          </ac:spMkLst>
        </pc:spChg>
        <pc:spChg chg="del">
          <ac:chgData name="Minh Huynh" userId="01a137d4-0d81-46e0-aca6-c9185b391828" providerId="ADAL" clId="{FDDD7D90-4293-4F5B-B440-645EABB52817}" dt="2026-10-13T04:57:43.037" v="952" actId="478"/>
          <ac:spMkLst>
            <pc:docMk/>
            <pc:sldMk cId="3116511797" sldId="4556"/>
            <ac:spMk id="8" creationId="{94554AEB-060E-4235-B618-10474C26F659}"/>
          </ac:spMkLst>
        </pc:spChg>
        <pc:spChg chg="del">
          <ac:chgData name="Minh Huynh" userId="01a137d4-0d81-46e0-aca6-c9185b391828" providerId="ADAL" clId="{FDDD7D90-4293-4F5B-B440-645EABB52817}" dt="2026-10-13T04:57:43.037" v="952" actId="478"/>
          <ac:spMkLst>
            <pc:docMk/>
            <pc:sldMk cId="3116511797" sldId="4556"/>
            <ac:spMk id="9" creationId="{BBC28FAD-0E6E-41AC-ADB2-055BFCDDD46C}"/>
          </ac:spMkLst>
        </pc:spChg>
        <pc:spChg chg="add mod">
          <ac:chgData name="Minh Huynh" userId="01a137d4-0d81-46e0-aca6-c9185b391828" providerId="ADAL" clId="{FDDD7D90-4293-4F5B-B440-645EABB52817}" dt="2026-10-13T04:57:46.145" v="953"/>
          <ac:spMkLst>
            <pc:docMk/>
            <pc:sldMk cId="3116511797" sldId="4556"/>
            <ac:spMk id="19" creationId="{21F0E8C7-4259-4F5F-8850-4F286F59144D}"/>
          </ac:spMkLst>
        </pc:spChg>
        <pc:spChg chg="del">
          <ac:chgData name="Minh Huynh" userId="01a137d4-0d81-46e0-aca6-c9185b391828" providerId="ADAL" clId="{FDDD7D90-4293-4F5B-B440-645EABB52817}" dt="2026-10-13T04:57:41.195" v="951" actId="478"/>
          <ac:spMkLst>
            <pc:docMk/>
            <pc:sldMk cId="3116511797" sldId="4556"/>
            <ac:spMk id="21" creationId="{66F7AF8D-9FCE-439C-8F3E-17B4185501F5}"/>
          </ac:spMkLst>
        </pc:spChg>
      </pc:sldChg>
      <pc:sldChg chg="addSp delSp modSp add mod">
        <pc:chgData name="Minh Huynh" userId="01a137d4-0d81-46e0-aca6-c9185b391828" providerId="ADAL" clId="{FDDD7D90-4293-4F5B-B440-645EABB52817}" dt="2026-10-13T04:59:53.105" v="1013" actId="20577"/>
        <pc:sldMkLst>
          <pc:docMk/>
          <pc:sldMk cId="2635461782" sldId="4573"/>
        </pc:sldMkLst>
        <pc:spChg chg="mod">
          <ac:chgData name="Minh Huynh" userId="01a137d4-0d81-46e0-aca6-c9185b391828" providerId="ADAL" clId="{FDDD7D90-4293-4F5B-B440-645EABB52817}" dt="2026-10-13T04:58:36.913" v="986" actId="1076"/>
          <ac:spMkLst>
            <pc:docMk/>
            <pc:sldMk cId="2635461782" sldId="4573"/>
            <ac:spMk id="2" creationId="{CA2952D4-A19A-4883-9742-03B49F607CBA}"/>
          </ac:spMkLst>
        </pc:spChg>
        <pc:spChg chg="del">
          <ac:chgData name="Minh Huynh" userId="01a137d4-0d81-46e0-aca6-c9185b391828" providerId="ADAL" clId="{FDDD7D90-4293-4F5B-B440-645EABB52817}" dt="2026-10-13T04:58:17.981" v="955" actId="478"/>
          <ac:spMkLst>
            <pc:docMk/>
            <pc:sldMk cId="2635461782" sldId="4573"/>
            <ac:spMk id="3" creationId="{846C4BB3-855D-4B09-B334-F85A144A56B2}"/>
          </ac:spMkLst>
        </pc:spChg>
        <pc:spChg chg="del">
          <ac:chgData name="Minh Huynh" userId="01a137d4-0d81-46e0-aca6-c9185b391828" providerId="ADAL" clId="{FDDD7D90-4293-4F5B-B440-645EABB52817}" dt="2026-10-13T04:58:17.981" v="955" actId="478"/>
          <ac:spMkLst>
            <pc:docMk/>
            <pc:sldMk cId="2635461782" sldId="4573"/>
            <ac:spMk id="4" creationId="{CD34D917-67EF-40AF-8DB4-07333629D30F}"/>
          </ac:spMkLst>
        </pc:spChg>
        <pc:spChg chg="del">
          <ac:chgData name="Minh Huynh" userId="01a137d4-0d81-46e0-aca6-c9185b391828" providerId="ADAL" clId="{FDDD7D90-4293-4F5B-B440-645EABB52817}" dt="2026-10-13T04:58:17.981" v="955" actId="478"/>
          <ac:spMkLst>
            <pc:docMk/>
            <pc:sldMk cId="2635461782" sldId="4573"/>
            <ac:spMk id="5" creationId="{BFE94675-1403-41D9-9A8D-E255A76E5671}"/>
          </ac:spMkLst>
        </pc:spChg>
        <pc:spChg chg="del">
          <ac:chgData name="Minh Huynh" userId="01a137d4-0d81-46e0-aca6-c9185b391828" providerId="ADAL" clId="{FDDD7D90-4293-4F5B-B440-645EABB52817}" dt="2026-10-13T04:58:17.981" v="955" actId="478"/>
          <ac:spMkLst>
            <pc:docMk/>
            <pc:sldMk cId="2635461782" sldId="4573"/>
            <ac:spMk id="6" creationId="{C9AF8D4D-38DD-46F1-BFAE-BC0BAF2D688A}"/>
          </ac:spMkLst>
        </pc:spChg>
        <pc:spChg chg="del">
          <ac:chgData name="Minh Huynh" userId="01a137d4-0d81-46e0-aca6-c9185b391828" providerId="ADAL" clId="{FDDD7D90-4293-4F5B-B440-645EABB52817}" dt="2026-10-13T04:58:17.981" v="955" actId="478"/>
          <ac:spMkLst>
            <pc:docMk/>
            <pc:sldMk cId="2635461782" sldId="4573"/>
            <ac:spMk id="7" creationId="{2696235A-FFD4-427F-8C96-92D126163219}"/>
          </ac:spMkLst>
        </pc:spChg>
        <pc:spChg chg="del">
          <ac:chgData name="Minh Huynh" userId="01a137d4-0d81-46e0-aca6-c9185b391828" providerId="ADAL" clId="{FDDD7D90-4293-4F5B-B440-645EABB52817}" dt="2026-10-13T04:58:17.981" v="955" actId="478"/>
          <ac:spMkLst>
            <pc:docMk/>
            <pc:sldMk cId="2635461782" sldId="4573"/>
            <ac:spMk id="8" creationId="{94554AEB-060E-4235-B618-10474C26F659}"/>
          </ac:spMkLst>
        </pc:spChg>
        <pc:spChg chg="del">
          <ac:chgData name="Minh Huynh" userId="01a137d4-0d81-46e0-aca6-c9185b391828" providerId="ADAL" clId="{FDDD7D90-4293-4F5B-B440-645EABB52817}" dt="2026-10-13T04:58:17.981" v="955" actId="478"/>
          <ac:spMkLst>
            <pc:docMk/>
            <pc:sldMk cId="2635461782" sldId="4573"/>
            <ac:spMk id="9" creationId="{BBC28FAD-0E6E-41AC-ADB2-055BFCDDD46C}"/>
          </ac:spMkLst>
        </pc:spChg>
        <pc:spChg chg="del">
          <ac:chgData name="Minh Huynh" userId="01a137d4-0d81-46e0-aca6-c9185b391828" providerId="ADAL" clId="{FDDD7D90-4293-4F5B-B440-645EABB52817}" dt="2026-10-13T04:58:20.410" v="957" actId="478"/>
          <ac:spMkLst>
            <pc:docMk/>
            <pc:sldMk cId="2635461782" sldId="4573"/>
            <ac:spMk id="12" creationId="{F6B62AD7-E12D-4832-A337-7F3C51DF4A9E}"/>
          </ac:spMkLst>
        </pc:spChg>
        <pc:spChg chg="add mod">
          <ac:chgData name="Minh Huynh" userId="01a137d4-0d81-46e0-aca6-c9185b391828" providerId="ADAL" clId="{FDDD7D90-4293-4F5B-B440-645EABB52817}" dt="2026-10-13T04:59:53.105" v="1013" actId="20577"/>
          <ac:spMkLst>
            <pc:docMk/>
            <pc:sldMk cId="2635461782" sldId="4573"/>
            <ac:spMk id="13" creationId="{7BF0132F-5195-4C10-AF33-82385EA34A4A}"/>
          </ac:spMkLst>
        </pc:spChg>
        <pc:spChg chg="add mod">
          <ac:chgData name="Minh Huynh" userId="01a137d4-0d81-46e0-aca6-c9185b391828" providerId="ADAL" clId="{FDDD7D90-4293-4F5B-B440-645EABB52817}" dt="2026-10-13T04:58:59.573" v="988" actId="1076"/>
          <ac:spMkLst>
            <pc:docMk/>
            <pc:sldMk cId="2635461782" sldId="4573"/>
            <ac:spMk id="14" creationId="{28189D9D-3BD4-4F71-8E97-FA47B11D36F2}"/>
          </ac:spMkLst>
        </pc:spChg>
        <pc:spChg chg="del">
          <ac:chgData name="Minh Huynh" userId="01a137d4-0d81-46e0-aca6-c9185b391828" providerId="ADAL" clId="{FDDD7D90-4293-4F5B-B440-645EABB52817}" dt="2026-10-13T04:58:19.346" v="956" actId="478"/>
          <ac:spMkLst>
            <pc:docMk/>
            <pc:sldMk cId="2635461782" sldId="4573"/>
            <ac:spMk id="16" creationId="{2CE206D0-F8D3-48B0-A0E5-281498CC759B}"/>
          </ac:spMkLst>
        </pc:spChg>
        <pc:spChg chg="add mod">
          <ac:chgData name="Minh Huynh" userId="01a137d4-0d81-46e0-aca6-c9185b391828" providerId="ADAL" clId="{FDDD7D90-4293-4F5B-B440-645EABB52817}" dt="2026-10-13T04:58:59.573" v="988" actId="1076"/>
          <ac:spMkLst>
            <pc:docMk/>
            <pc:sldMk cId="2635461782" sldId="4573"/>
            <ac:spMk id="17" creationId="{7901C4F3-EC44-4E35-A0DC-78DBFEB3E71C}"/>
          </ac:spMkLst>
        </pc:spChg>
        <pc:spChg chg="add mod">
          <ac:chgData name="Minh Huynh" userId="01a137d4-0d81-46e0-aca6-c9185b391828" providerId="ADAL" clId="{FDDD7D90-4293-4F5B-B440-645EABB52817}" dt="2026-10-13T04:58:59.573" v="988" actId="1076"/>
          <ac:spMkLst>
            <pc:docMk/>
            <pc:sldMk cId="2635461782" sldId="4573"/>
            <ac:spMk id="18" creationId="{30569B5D-CCA8-4044-AC10-2C8A8DFD6E6A}"/>
          </ac:spMkLst>
        </pc:spChg>
        <pc:spChg chg="add mod">
          <ac:chgData name="Minh Huynh" userId="01a137d4-0d81-46e0-aca6-c9185b391828" providerId="ADAL" clId="{FDDD7D90-4293-4F5B-B440-645EABB52817}" dt="2026-10-13T04:58:59.573" v="988" actId="1076"/>
          <ac:spMkLst>
            <pc:docMk/>
            <pc:sldMk cId="2635461782" sldId="4573"/>
            <ac:spMk id="19" creationId="{2009D1FC-DCF2-4EA8-914D-E4E1470EABA8}"/>
          </ac:spMkLst>
        </pc:spChg>
        <pc:spChg chg="add mod">
          <ac:chgData name="Minh Huynh" userId="01a137d4-0d81-46e0-aca6-c9185b391828" providerId="ADAL" clId="{FDDD7D90-4293-4F5B-B440-645EABB52817}" dt="2026-10-13T04:58:59.573" v="988" actId="1076"/>
          <ac:spMkLst>
            <pc:docMk/>
            <pc:sldMk cId="2635461782" sldId="4573"/>
            <ac:spMk id="20" creationId="{E82BE34B-D523-410D-84D8-27258D52F282}"/>
          </ac:spMkLst>
        </pc:spChg>
        <pc:spChg chg="add mod">
          <ac:chgData name="Minh Huynh" userId="01a137d4-0d81-46e0-aca6-c9185b391828" providerId="ADAL" clId="{FDDD7D90-4293-4F5B-B440-645EABB52817}" dt="2026-10-13T04:58:59.573" v="988" actId="1076"/>
          <ac:spMkLst>
            <pc:docMk/>
            <pc:sldMk cId="2635461782" sldId="4573"/>
            <ac:spMk id="21" creationId="{28E4AB0C-8B3C-43AC-852D-FBD9B8C8F53C}"/>
          </ac:spMkLst>
        </pc:spChg>
        <pc:spChg chg="add mod">
          <ac:chgData name="Minh Huynh" userId="01a137d4-0d81-46e0-aca6-c9185b391828" providerId="ADAL" clId="{FDDD7D90-4293-4F5B-B440-645EABB52817}" dt="2026-10-13T04:58:59.573" v="988" actId="1076"/>
          <ac:spMkLst>
            <pc:docMk/>
            <pc:sldMk cId="2635461782" sldId="4573"/>
            <ac:spMk id="22" creationId="{28A29DB4-BAD7-4AE4-9DA4-BBA6104DDF81}"/>
          </ac:spMkLst>
        </pc:spChg>
        <pc:spChg chg="add mod">
          <ac:chgData name="Minh Huynh" userId="01a137d4-0d81-46e0-aca6-c9185b391828" providerId="ADAL" clId="{FDDD7D90-4293-4F5B-B440-645EABB52817}" dt="2026-10-13T04:58:59.573" v="988" actId="1076"/>
          <ac:spMkLst>
            <pc:docMk/>
            <pc:sldMk cId="2635461782" sldId="4573"/>
            <ac:spMk id="23" creationId="{82085B2A-F3A7-4CC8-9FEB-89030C62F12F}"/>
          </ac:spMkLst>
        </pc:spChg>
        <pc:spChg chg="add mod">
          <ac:chgData name="Minh Huynh" userId="01a137d4-0d81-46e0-aca6-c9185b391828" providerId="ADAL" clId="{FDDD7D90-4293-4F5B-B440-645EABB52817}" dt="2026-10-13T04:58:59.573" v="988" actId="1076"/>
          <ac:spMkLst>
            <pc:docMk/>
            <pc:sldMk cId="2635461782" sldId="4573"/>
            <ac:spMk id="24" creationId="{B61F44F3-2D79-4F30-A3A6-7E51A2FE1F7D}"/>
          </ac:spMkLst>
        </pc:spChg>
        <pc:spChg chg="add mod">
          <ac:chgData name="Minh Huynh" userId="01a137d4-0d81-46e0-aca6-c9185b391828" providerId="ADAL" clId="{FDDD7D90-4293-4F5B-B440-645EABB52817}" dt="2026-10-13T04:59:23.305" v="994" actId="1076"/>
          <ac:spMkLst>
            <pc:docMk/>
            <pc:sldMk cId="2635461782" sldId="4573"/>
            <ac:spMk id="25" creationId="{F7B94AAC-17EA-4C65-8A43-E7588B6C5D0C}"/>
          </ac:spMkLst>
        </pc:spChg>
        <pc:spChg chg="add mod">
          <ac:chgData name="Minh Huynh" userId="01a137d4-0d81-46e0-aca6-c9185b391828" providerId="ADAL" clId="{FDDD7D90-4293-4F5B-B440-645EABB52817}" dt="2026-10-13T04:59:26.746" v="995" actId="1076"/>
          <ac:spMkLst>
            <pc:docMk/>
            <pc:sldMk cId="2635461782" sldId="4573"/>
            <ac:spMk id="26" creationId="{7EEA65D4-A778-4484-A72A-8BC31F38F414}"/>
          </ac:spMkLst>
        </pc:spChg>
        <pc:graphicFrameChg chg="mod">
          <ac:chgData name="Minh Huynh" userId="01a137d4-0d81-46e0-aca6-c9185b391828" providerId="ADAL" clId="{FDDD7D90-4293-4F5B-B440-645EABB52817}" dt="2026-10-13T04:58:36.913" v="986" actId="1076"/>
          <ac:graphicFrameMkLst>
            <pc:docMk/>
            <pc:sldMk cId="2635461782" sldId="4573"/>
            <ac:graphicFrameMk id="15" creationId="{236EDEBC-C702-4DA3-A807-C8734005F596}"/>
          </ac:graphicFrameMkLst>
        </pc:graphicFrameChg>
      </pc:sldChg>
      <pc:sldChg chg="add del">
        <pc:chgData name="Minh Huynh" userId="01a137d4-0d81-46e0-aca6-c9185b391828" providerId="ADAL" clId="{FDDD7D90-4293-4F5B-B440-645EABB52817}" dt="2026-10-13T04:59:59.706" v="1016" actId="47"/>
        <pc:sldMkLst>
          <pc:docMk/>
          <pc:sldMk cId="806771774" sldId="4574"/>
        </pc:sldMkLst>
      </pc:sldChg>
      <pc:sldChg chg="addSp delSp modSp add mod">
        <pc:chgData name="Minh Huynh" userId="01a137d4-0d81-46e0-aca6-c9185b391828" providerId="ADAL" clId="{FDDD7D90-4293-4F5B-B440-645EABB52817}" dt="2026-10-13T05:00:14.666" v="1037" actId="20577"/>
        <pc:sldMkLst>
          <pc:docMk/>
          <pc:sldMk cId="2838637852" sldId="4587"/>
        </pc:sldMkLst>
        <pc:spChg chg="del">
          <ac:chgData name="Minh Huynh" userId="01a137d4-0d81-46e0-aca6-c9185b391828" providerId="ADAL" clId="{FDDD7D90-4293-4F5B-B440-645EABB52817}" dt="2026-10-13T05:00:01.146" v="1017" actId="478"/>
          <ac:spMkLst>
            <pc:docMk/>
            <pc:sldMk cId="2838637852" sldId="4587"/>
            <ac:spMk id="3" creationId="{846C4BB3-855D-4B09-B334-F85A144A56B2}"/>
          </ac:spMkLst>
        </pc:spChg>
        <pc:spChg chg="del">
          <ac:chgData name="Minh Huynh" userId="01a137d4-0d81-46e0-aca6-c9185b391828" providerId="ADAL" clId="{FDDD7D90-4293-4F5B-B440-645EABB52817}" dt="2026-10-13T05:00:01.146" v="1017" actId="478"/>
          <ac:spMkLst>
            <pc:docMk/>
            <pc:sldMk cId="2838637852" sldId="4587"/>
            <ac:spMk id="4" creationId="{CD34D917-67EF-40AF-8DB4-07333629D30F}"/>
          </ac:spMkLst>
        </pc:spChg>
        <pc:spChg chg="del">
          <ac:chgData name="Minh Huynh" userId="01a137d4-0d81-46e0-aca6-c9185b391828" providerId="ADAL" clId="{FDDD7D90-4293-4F5B-B440-645EABB52817}" dt="2026-10-13T05:00:01.146" v="1017" actId="478"/>
          <ac:spMkLst>
            <pc:docMk/>
            <pc:sldMk cId="2838637852" sldId="4587"/>
            <ac:spMk id="5" creationId="{BFE94675-1403-41D9-9A8D-E255A76E5671}"/>
          </ac:spMkLst>
        </pc:spChg>
        <pc:spChg chg="del">
          <ac:chgData name="Minh Huynh" userId="01a137d4-0d81-46e0-aca6-c9185b391828" providerId="ADAL" clId="{FDDD7D90-4293-4F5B-B440-645EABB52817}" dt="2026-10-13T05:00:01.146" v="1017" actId="478"/>
          <ac:spMkLst>
            <pc:docMk/>
            <pc:sldMk cId="2838637852" sldId="4587"/>
            <ac:spMk id="6" creationId="{C9AF8D4D-38DD-46F1-BFAE-BC0BAF2D688A}"/>
          </ac:spMkLst>
        </pc:spChg>
        <pc:spChg chg="del">
          <ac:chgData name="Minh Huynh" userId="01a137d4-0d81-46e0-aca6-c9185b391828" providerId="ADAL" clId="{FDDD7D90-4293-4F5B-B440-645EABB52817}" dt="2026-10-13T05:00:01.146" v="1017" actId="478"/>
          <ac:spMkLst>
            <pc:docMk/>
            <pc:sldMk cId="2838637852" sldId="4587"/>
            <ac:spMk id="7" creationId="{2696235A-FFD4-427F-8C96-92D126163219}"/>
          </ac:spMkLst>
        </pc:spChg>
        <pc:spChg chg="del">
          <ac:chgData name="Minh Huynh" userId="01a137d4-0d81-46e0-aca6-c9185b391828" providerId="ADAL" clId="{FDDD7D90-4293-4F5B-B440-645EABB52817}" dt="2026-10-13T05:00:01.146" v="1017" actId="478"/>
          <ac:spMkLst>
            <pc:docMk/>
            <pc:sldMk cId="2838637852" sldId="4587"/>
            <ac:spMk id="8" creationId="{94554AEB-060E-4235-B618-10474C26F659}"/>
          </ac:spMkLst>
        </pc:spChg>
        <pc:spChg chg="del">
          <ac:chgData name="Minh Huynh" userId="01a137d4-0d81-46e0-aca6-c9185b391828" providerId="ADAL" clId="{FDDD7D90-4293-4F5B-B440-645EABB52817}" dt="2026-10-13T05:00:01.146" v="1017" actId="478"/>
          <ac:spMkLst>
            <pc:docMk/>
            <pc:sldMk cId="2838637852" sldId="4587"/>
            <ac:spMk id="9" creationId="{BBC28FAD-0E6E-41AC-ADB2-055BFCDDD46C}"/>
          </ac:spMkLst>
        </pc:spChg>
        <pc:spChg chg="del">
          <ac:chgData name="Minh Huynh" userId="01a137d4-0d81-46e0-aca6-c9185b391828" providerId="ADAL" clId="{FDDD7D90-4293-4F5B-B440-645EABB52817}" dt="2026-10-13T05:00:03.572" v="1018" actId="478"/>
          <ac:spMkLst>
            <pc:docMk/>
            <pc:sldMk cId="2838637852" sldId="4587"/>
            <ac:spMk id="15" creationId="{E18A802E-54FF-461D-901E-44F6FF8B3D4D}"/>
          </ac:spMkLst>
        </pc:spChg>
        <pc:spChg chg="add mod">
          <ac:chgData name="Minh Huynh" userId="01a137d4-0d81-46e0-aca6-c9185b391828" providerId="ADAL" clId="{FDDD7D90-4293-4F5B-B440-645EABB52817}" dt="2026-10-13T05:00:14.666" v="1037" actId="20577"/>
          <ac:spMkLst>
            <pc:docMk/>
            <pc:sldMk cId="2838637852" sldId="4587"/>
            <ac:spMk id="18" creationId="{060748B7-3542-465B-9862-2087DB803119}"/>
          </ac:spMkLst>
        </pc:spChg>
      </pc:sldChg>
      <pc:sldChg chg="addSp delSp modSp add mod">
        <pc:chgData name="Minh Huynh" userId="01a137d4-0d81-46e0-aca6-c9185b391828" providerId="ADAL" clId="{FDDD7D90-4293-4F5B-B440-645EABB52817}" dt="2026-10-13T05:00:43.276" v="1060" actId="20577"/>
        <pc:sldMkLst>
          <pc:docMk/>
          <pc:sldMk cId="990204411" sldId="4602"/>
        </pc:sldMkLst>
        <pc:spChg chg="del">
          <ac:chgData name="Minh Huynh" userId="01a137d4-0d81-46e0-aca6-c9185b391828" providerId="ADAL" clId="{FDDD7D90-4293-4F5B-B440-645EABB52817}" dt="2026-10-13T05:00:34.572" v="1040" actId="478"/>
          <ac:spMkLst>
            <pc:docMk/>
            <pc:sldMk cId="990204411" sldId="4602"/>
            <ac:spMk id="3" creationId="{846C4BB3-855D-4B09-B334-F85A144A56B2}"/>
          </ac:spMkLst>
        </pc:spChg>
        <pc:spChg chg="del">
          <ac:chgData name="Minh Huynh" userId="01a137d4-0d81-46e0-aca6-c9185b391828" providerId="ADAL" clId="{FDDD7D90-4293-4F5B-B440-645EABB52817}" dt="2026-10-13T05:00:34.572" v="1040" actId="478"/>
          <ac:spMkLst>
            <pc:docMk/>
            <pc:sldMk cId="990204411" sldId="4602"/>
            <ac:spMk id="4" creationId="{CD34D917-67EF-40AF-8DB4-07333629D30F}"/>
          </ac:spMkLst>
        </pc:spChg>
        <pc:spChg chg="del">
          <ac:chgData name="Minh Huynh" userId="01a137d4-0d81-46e0-aca6-c9185b391828" providerId="ADAL" clId="{FDDD7D90-4293-4F5B-B440-645EABB52817}" dt="2026-10-13T05:00:34.572" v="1040" actId="478"/>
          <ac:spMkLst>
            <pc:docMk/>
            <pc:sldMk cId="990204411" sldId="4602"/>
            <ac:spMk id="5" creationId="{BFE94675-1403-41D9-9A8D-E255A76E5671}"/>
          </ac:spMkLst>
        </pc:spChg>
        <pc:spChg chg="del">
          <ac:chgData name="Minh Huynh" userId="01a137d4-0d81-46e0-aca6-c9185b391828" providerId="ADAL" clId="{FDDD7D90-4293-4F5B-B440-645EABB52817}" dt="2026-10-13T05:00:34.572" v="1040" actId="478"/>
          <ac:spMkLst>
            <pc:docMk/>
            <pc:sldMk cId="990204411" sldId="4602"/>
            <ac:spMk id="6" creationId="{C9AF8D4D-38DD-46F1-BFAE-BC0BAF2D688A}"/>
          </ac:spMkLst>
        </pc:spChg>
        <pc:spChg chg="del">
          <ac:chgData name="Minh Huynh" userId="01a137d4-0d81-46e0-aca6-c9185b391828" providerId="ADAL" clId="{FDDD7D90-4293-4F5B-B440-645EABB52817}" dt="2026-10-13T05:00:34.572" v="1040" actId="478"/>
          <ac:spMkLst>
            <pc:docMk/>
            <pc:sldMk cId="990204411" sldId="4602"/>
            <ac:spMk id="7" creationId="{2696235A-FFD4-427F-8C96-92D126163219}"/>
          </ac:spMkLst>
        </pc:spChg>
        <pc:spChg chg="del">
          <ac:chgData name="Minh Huynh" userId="01a137d4-0d81-46e0-aca6-c9185b391828" providerId="ADAL" clId="{FDDD7D90-4293-4F5B-B440-645EABB52817}" dt="2026-10-13T05:00:34.572" v="1040" actId="478"/>
          <ac:spMkLst>
            <pc:docMk/>
            <pc:sldMk cId="990204411" sldId="4602"/>
            <ac:spMk id="8" creationId="{94554AEB-060E-4235-B618-10474C26F659}"/>
          </ac:spMkLst>
        </pc:spChg>
        <pc:spChg chg="del">
          <ac:chgData name="Minh Huynh" userId="01a137d4-0d81-46e0-aca6-c9185b391828" providerId="ADAL" clId="{FDDD7D90-4293-4F5B-B440-645EABB52817}" dt="2026-10-13T05:00:34.572" v="1040" actId="478"/>
          <ac:spMkLst>
            <pc:docMk/>
            <pc:sldMk cId="990204411" sldId="4602"/>
            <ac:spMk id="9" creationId="{BBC28FAD-0E6E-41AC-ADB2-055BFCDDD46C}"/>
          </ac:spMkLst>
        </pc:spChg>
        <pc:spChg chg="del">
          <ac:chgData name="Minh Huynh" userId="01a137d4-0d81-46e0-aca6-c9185b391828" providerId="ADAL" clId="{FDDD7D90-4293-4F5B-B440-645EABB52817}" dt="2026-10-13T05:00:33.186" v="1039" actId="478"/>
          <ac:spMkLst>
            <pc:docMk/>
            <pc:sldMk cId="990204411" sldId="4602"/>
            <ac:spMk id="14" creationId="{31B2F0B0-AFF4-426C-8B40-A7F21D5C3EBA}"/>
          </ac:spMkLst>
        </pc:spChg>
        <pc:spChg chg="add mod">
          <ac:chgData name="Minh Huynh" userId="01a137d4-0d81-46e0-aca6-c9185b391828" providerId="ADAL" clId="{FDDD7D90-4293-4F5B-B440-645EABB52817}" dt="2026-10-13T05:00:43.276" v="1060" actId="20577"/>
          <ac:spMkLst>
            <pc:docMk/>
            <pc:sldMk cId="990204411" sldId="4602"/>
            <ac:spMk id="20" creationId="{4A52BF76-DA8E-4C01-A91B-742FD07B86A0}"/>
          </ac:spMkLst>
        </pc:spChg>
      </pc:sldChg>
      <pc:sldChg chg="addSp delSp modSp add mod">
        <pc:chgData name="Minh Huynh" userId="01a137d4-0d81-46e0-aca6-c9185b391828" providerId="ADAL" clId="{FDDD7D90-4293-4F5B-B440-645EABB52817}" dt="2026-10-13T05:01:01.950" v="1064"/>
        <pc:sldMkLst>
          <pc:docMk/>
          <pc:sldMk cId="115482038" sldId="4611"/>
        </pc:sldMkLst>
        <pc:spChg chg="del">
          <ac:chgData name="Minh Huynh" userId="01a137d4-0d81-46e0-aca6-c9185b391828" providerId="ADAL" clId="{FDDD7D90-4293-4F5B-B440-645EABB52817}" dt="2026-10-13T05:00:58.643" v="1063" actId="478"/>
          <ac:spMkLst>
            <pc:docMk/>
            <pc:sldMk cId="115482038" sldId="4611"/>
            <ac:spMk id="3" creationId="{846C4BB3-855D-4B09-B334-F85A144A56B2}"/>
          </ac:spMkLst>
        </pc:spChg>
        <pc:spChg chg="del">
          <ac:chgData name="Minh Huynh" userId="01a137d4-0d81-46e0-aca6-c9185b391828" providerId="ADAL" clId="{FDDD7D90-4293-4F5B-B440-645EABB52817}" dt="2026-10-13T05:00:58.643" v="1063" actId="478"/>
          <ac:spMkLst>
            <pc:docMk/>
            <pc:sldMk cId="115482038" sldId="4611"/>
            <ac:spMk id="4" creationId="{CD34D917-67EF-40AF-8DB4-07333629D30F}"/>
          </ac:spMkLst>
        </pc:spChg>
        <pc:spChg chg="del">
          <ac:chgData name="Minh Huynh" userId="01a137d4-0d81-46e0-aca6-c9185b391828" providerId="ADAL" clId="{FDDD7D90-4293-4F5B-B440-645EABB52817}" dt="2026-10-13T05:00:58.643" v="1063" actId="478"/>
          <ac:spMkLst>
            <pc:docMk/>
            <pc:sldMk cId="115482038" sldId="4611"/>
            <ac:spMk id="5" creationId="{BFE94675-1403-41D9-9A8D-E255A76E5671}"/>
          </ac:spMkLst>
        </pc:spChg>
        <pc:spChg chg="del">
          <ac:chgData name="Minh Huynh" userId="01a137d4-0d81-46e0-aca6-c9185b391828" providerId="ADAL" clId="{FDDD7D90-4293-4F5B-B440-645EABB52817}" dt="2026-10-13T05:00:58.643" v="1063" actId="478"/>
          <ac:spMkLst>
            <pc:docMk/>
            <pc:sldMk cId="115482038" sldId="4611"/>
            <ac:spMk id="6" creationId="{C9AF8D4D-38DD-46F1-BFAE-BC0BAF2D688A}"/>
          </ac:spMkLst>
        </pc:spChg>
        <pc:spChg chg="del">
          <ac:chgData name="Minh Huynh" userId="01a137d4-0d81-46e0-aca6-c9185b391828" providerId="ADAL" clId="{FDDD7D90-4293-4F5B-B440-645EABB52817}" dt="2026-10-13T05:00:58.643" v="1063" actId="478"/>
          <ac:spMkLst>
            <pc:docMk/>
            <pc:sldMk cId="115482038" sldId="4611"/>
            <ac:spMk id="7" creationId="{2696235A-FFD4-427F-8C96-92D126163219}"/>
          </ac:spMkLst>
        </pc:spChg>
        <pc:spChg chg="del">
          <ac:chgData name="Minh Huynh" userId="01a137d4-0d81-46e0-aca6-c9185b391828" providerId="ADAL" clId="{FDDD7D90-4293-4F5B-B440-645EABB52817}" dt="2026-10-13T05:00:58.643" v="1063" actId="478"/>
          <ac:spMkLst>
            <pc:docMk/>
            <pc:sldMk cId="115482038" sldId="4611"/>
            <ac:spMk id="8" creationId="{94554AEB-060E-4235-B618-10474C26F659}"/>
          </ac:spMkLst>
        </pc:spChg>
        <pc:spChg chg="del">
          <ac:chgData name="Minh Huynh" userId="01a137d4-0d81-46e0-aca6-c9185b391828" providerId="ADAL" clId="{FDDD7D90-4293-4F5B-B440-645EABB52817}" dt="2026-10-13T05:00:58.643" v="1063" actId="478"/>
          <ac:spMkLst>
            <pc:docMk/>
            <pc:sldMk cId="115482038" sldId="4611"/>
            <ac:spMk id="9" creationId="{BBC28FAD-0E6E-41AC-ADB2-055BFCDDD46C}"/>
          </ac:spMkLst>
        </pc:spChg>
        <pc:spChg chg="del">
          <ac:chgData name="Minh Huynh" userId="01a137d4-0d81-46e0-aca6-c9185b391828" providerId="ADAL" clId="{FDDD7D90-4293-4F5B-B440-645EABB52817}" dt="2026-10-13T05:00:57.505" v="1062" actId="478"/>
          <ac:spMkLst>
            <pc:docMk/>
            <pc:sldMk cId="115482038" sldId="4611"/>
            <ac:spMk id="14" creationId="{31B2F0B0-AFF4-426C-8B40-A7F21D5C3EBA}"/>
          </ac:spMkLst>
        </pc:spChg>
        <pc:spChg chg="add mod">
          <ac:chgData name="Minh Huynh" userId="01a137d4-0d81-46e0-aca6-c9185b391828" providerId="ADAL" clId="{FDDD7D90-4293-4F5B-B440-645EABB52817}" dt="2026-10-13T05:01:01.950" v="1064"/>
          <ac:spMkLst>
            <pc:docMk/>
            <pc:sldMk cId="115482038" sldId="4611"/>
            <ac:spMk id="15" creationId="{7FD81674-302E-45BB-9463-0768A47115EF}"/>
          </ac:spMkLst>
        </pc:spChg>
      </pc:sldChg>
    </pc:docChg>
  </pc:docChgLst>
  <pc:docChgLst>
    <pc:chgData name="Minh Huynh" userId="01a137d4-0d81-46e0-aca6-c9185b391828" providerId="ADAL" clId="{18447838-0BCA-432B-86F3-BB78526C143F}"/>
    <pc:docChg chg="undo redo custSel addSld delSld modSld sldOrd">
      <pc:chgData name="Minh Huynh" userId="01a137d4-0d81-46e0-aca6-c9185b391828" providerId="ADAL" clId="{18447838-0BCA-432B-86F3-BB78526C143F}" dt="2026-10-13T03:01:57.617" v="2674" actId="20577"/>
      <pc:docMkLst>
        <pc:docMk/>
      </pc:docMkLst>
      <pc:sldChg chg="modSp mod">
        <pc:chgData name="Minh Huynh" userId="01a137d4-0d81-46e0-aca6-c9185b391828" providerId="ADAL" clId="{18447838-0BCA-432B-86F3-BB78526C143F}" dt="2026-10-12T12:12:56.377" v="25" actId="20577"/>
        <pc:sldMkLst>
          <pc:docMk/>
          <pc:sldMk cId="1972624584" sldId="257"/>
        </pc:sldMkLst>
        <pc:spChg chg="mod">
          <ac:chgData name="Minh Huynh" userId="01a137d4-0d81-46e0-aca6-c9185b391828" providerId="ADAL" clId="{18447838-0BCA-432B-86F3-BB78526C143F}" dt="2026-10-12T12:12:56.377" v="25" actId="20577"/>
          <ac:spMkLst>
            <pc:docMk/>
            <pc:sldMk cId="1972624584" sldId="257"/>
            <ac:spMk id="13" creationId="{F11B6F01-F247-4E5E-AC9E-2D11F2681474}"/>
          </ac:spMkLst>
        </pc:spChg>
      </pc:sldChg>
      <pc:sldChg chg="delSp modSp mod">
        <pc:chgData name="Minh Huynh" userId="01a137d4-0d81-46e0-aca6-c9185b391828" providerId="ADAL" clId="{18447838-0BCA-432B-86F3-BB78526C143F}" dt="2026-10-12T12:15:47.610" v="91" actId="20577"/>
        <pc:sldMkLst>
          <pc:docMk/>
          <pc:sldMk cId="1166963934" sldId="883"/>
        </pc:sldMkLst>
        <pc:spChg chg="mod">
          <ac:chgData name="Minh Huynh" userId="01a137d4-0d81-46e0-aca6-c9185b391828" providerId="ADAL" clId="{18447838-0BCA-432B-86F3-BB78526C143F}" dt="2026-10-12T12:13:44.292" v="52" actId="20577"/>
          <ac:spMkLst>
            <pc:docMk/>
            <pc:sldMk cId="1166963934" sldId="883"/>
            <ac:spMk id="4" creationId="{7BC73E8E-0D58-4B4B-A5C4-A8AE38997407}"/>
          </ac:spMkLst>
        </pc:spChg>
        <pc:spChg chg="mod">
          <ac:chgData name="Minh Huynh" userId="01a137d4-0d81-46e0-aca6-c9185b391828" providerId="ADAL" clId="{18447838-0BCA-432B-86F3-BB78526C143F}" dt="2026-10-12T12:15:47.610" v="91" actId="20577"/>
          <ac:spMkLst>
            <pc:docMk/>
            <pc:sldMk cId="1166963934" sldId="883"/>
            <ac:spMk id="5" creationId="{3BBBF4A9-1FF9-45CB-8257-FB748ECAEB1A}"/>
          </ac:spMkLst>
        </pc:spChg>
        <pc:picChg chg="del">
          <ac:chgData name="Minh Huynh" userId="01a137d4-0d81-46e0-aca6-c9185b391828" providerId="ADAL" clId="{18447838-0BCA-432B-86F3-BB78526C143F}" dt="2026-10-12T12:13:32.921" v="26" actId="478"/>
          <ac:picMkLst>
            <pc:docMk/>
            <pc:sldMk cId="1166963934" sldId="883"/>
            <ac:picMk id="17" creationId="{C4882EA2-8155-4468-9F9F-5DD08F47BB0D}"/>
          </ac:picMkLst>
        </pc:picChg>
      </pc:sldChg>
      <pc:sldChg chg="del">
        <pc:chgData name="Minh Huynh" userId="01a137d4-0d81-46e0-aca6-c9185b391828" providerId="ADAL" clId="{18447838-0BCA-432B-86F3-BB78526C143F}" dt="2026-10-12T12:12:45.996" v="0" actId="47"/>
        <pc:sldMkLst>
          <pc:docMk/>
          <pc:sldMk cId="886266999" sldId="884"/>
        </pc:sldMkLst>
      </pc:sldChg>
      <pc:sldChg chg="addSp modSp add mod">
        <pc:chgData name="Minh Huynh" userId="01a137d4-0d81-46e0-aca6-c9185b391828" providerId="ADAL" clId="{18447838-0BCA-432B-86F3-BB78526C143F}" dt="2026-10-12T12:19:25.893" v="209" actId="1076"/>
        <pc:sldMkLst>
          <pc:docMk/>
          <pc:sldMk cId="2309281588" sldId="884"/>
        </pc:sldMkLst>
        <pc:spChg chg="mod">
          <ac:chgData name="Minh Huynh" userId="01a137d4-0d81-46e0-aca6-c9185b391828" providerId="ADAL" clId="{18447838-0BCA-432B-86F3-BB78526C143F}" dt="2026-10-12T12:16:36.483" v="122" actId="20577"/>
          <ac:spMkLst>
            <pc:docMk/>
            <pc:sldMk cId="2309281588" sldId="884"/>
            <ac:spMk id="4" creationId="{7BC73E8E-0D58-4B4B-A5C4-A8AE38997407}"/>
          </ac:spMkLst>
        </pc:spChg>
        <pc:spChg chg="mod">
          <ac:chgData name="Minh Huynh" userId="01a137d4-0d81-46e0-aca6-c9185b391828" providerId="ADAL" clId="{18447838-0BCA-432B-86F3-BB78526C143F}" dt="2026-10-12T12:19:11.164" v="206" actId="313"/>
          <ac:spMkLst>
            <pc:docMk/>
            <pc:sldMk cId="2309281588" sldId="884"/>
            <ac:spMk id="5" creationId="{3BBBF4A9-1FF9-45CB-8257-FB748ECAEB1A}"/>
          </ac:spMkLst>
        </pc:spChg>
        <pc:picChg chg="add mod">
          <ac:chgData name="Minh Huynh" userId="01a137d4-0d81-46e0-aca6-c9185b391828" providerId="ADAL" clId="{18447838-0BCA-432B-86F3-BB78526C143F}" dt="2026-10-12T12:19:25.893" v="209" actId="1076"/>
          <ac:picMkLst>
            <pc:docMk/>
            <pc:sldMk cId="2309281588" sldId="884"/>
            <ac:picMk id="6" creationId="{A382D1C7-26E9-43BC-8400-1AD84F16D59D}"/>
          </ac:picMkLst>
        </pc:picChg>
      </pc:sldChg>
      <pc:sldChg chg="del">
        <pc:chgData name="Minh Huynh" userId="01a137d4-0d81-46e0-aca6-c9185b391828" providerId="ADAL" clId="{18447838-0BCA-432B-86F3-BB78526C143F}" dt="2026-10-12T12:12:45.996" v="0" actId="47"/>
        <pc:sldMkLst>
          <pc:docMk/>
          <pc:sldMk cId="2730627283" sldId="885"/>
        </pc:sldMkLst>
      </pc:sldChg>
      <pc:sldChg chg="addSp delSp modSp add mod">
        <pc:chgData name="Minh Huynh" userId="01a137d4-0d81-46e0-aca6-c9185b391828" providerId="ADAL" clId="{18447838-0BCA-432B-86F3-BB78526C143F}" dt="2026-10-12T12:21:26.108" v="500" actId="5793"/>
        <pc:sldMkLst>
          <pc:docMk/>
          <pc:sldMk cId="2738950240" sldId="885"/>
        </pc:sldMkLst>
        <pc:spChg chg="del">
          <ac:chgData name="Minh Huynh" userId="01a137d4-0d81-46e0-aca6-c9185b391828" providerId="ADAL" clId="{18447838-0BCA-432B-86F3-BB78526C143F}" dt="2026-10-12T12:19:53.619" v="212" actId="478"/>
          <ac:spMkLst>
            <pc:docMk/>
            <pc:sldMk cId="2738950240" sldId="885"/>
            <ac:spMk id="5" creationId="{3BBBF4A9-1FF9-45CB-8257-FB748ECAEB1A}"/>
          </ac:spMkLst>
        </pc:spChg>
        <pc:spChg chg="add mod">
          <ac:chgData name="Minh Huynh" userId="01a137d4-0d81-46e0-aca6-c9185b391828" providerId="ADAL" clId="{18447838-0BCA-432B-86F3-BB78526C143F}" dt="2026-10-12T12:20:25.401" v="268" actId="1076"/>
          <ac:spMkLst>
            <pc:docMk/>
            <pc:sldMk cId="2738950240" sldId="885"/>
            <ac:spMk id="7" creationId="{A67962BC-F52B-4512-BD54-D49B95A1B3C0}"/>
          </ac:spMkLst>
        </pc:spChg>
        <pc:spChg chg="add mod">
          <ac:chgData name="Minh Huynh" userId="01a137d4-0d81-46e0-aca6-c9185b391828" providerId="ADAL" clId="{18447838-0BCA-432B-86F3-BB78526C143F}" dt="2026-10-12T12:20:25.401" v="268" actId="1076"/>
          <ac:spMkLst>
            <pc:docMk/>
            <pc:sldMk cId="2738950240" sldId="885"/>
            <ac:spMk id="8" creationId="{6A3F74B8-F5C4-47E9-B418-6F97CC2CB912}"/>
          </ac:spMkLst>
        </pc:spChg>
        <pc:spChg chg="add mod">
          <ac:chgData name="Minh Huynh" userId="01a137d4-0d81-46e0-aca6-c9185b391828" providerId="ADAL" clId="{18447838-0BCA-432B-86F3-BB78526C143F}" dt="2026-10-12T12:20:25.401" v="268" actId="1076"/>
          <ac:spMkLst>
            <pc:docMk/>
            <pc:sldMk cId="2738950240" sldId="885"/>
            <ac:spMk id="9" creationId="{4B34126E-809A-41DA-8EB7-3DFADF0446A8}"/>
          </ac:spMkLst>
        </pc:spChg>
        <pc:spChg chg="add mod">
          <ac:chgData name="Minh Huynh" userId="01a137d4-0d81-46e0-aca6-c9185b391828" providerId="ADAL" clId="{18447838-0BCA-432B-86F3-BB78526C143F}" dt="2026-10-12T12:20:25.401" v="268" actId="1076"/>
          <ac:spMkLst>
            <pc:docMk/>
            <pc:sldMk cId="2738950240" sldId="885"/>
            <ac:spMk id="10" creationId="{E48AF9D6-D45F-4795-969C-C4ADBA4B47BF}"/>
          </ac:spMkLst>
        </pc:spChg>
        <pc:spChg chg="mod">
          <ac:chgData name="Minh Huynh" userId="01a137d4-0d81-46e0-aca6-c9185b391828" providerId="ADAL" clId="{18447838-0BCA-432B-86F3-BB78526C143F}" dt="2026-10-12T12:19:57.427" v="213"/>
          <ac:spMkLst>
            <pc:docMk/>
            <pc:sldMk cId="2738950240" sldId="885"/>
            <ac:spMk id="12" creationId="{DDCF9F35-802A-46D2-8C08-176099A7CBA0}"/>
          </ac:spMkLst>
        </pc:spChg>
        <pc:spChg chg="mod">
          <ac:chgData name="Minh Huynh" userId="01a137d4-0d81-46e0-aca6-c9185b391828" providerId="ADAL" clId="{18447838-0BCA-432B-86F3-BB78526C143F}" dt="2026-10-12T12:19:57.427" v="213"/>
          <ac:spMkLst>
            <pc:docMk/>
            <pc:sldMk cId="2738950240" sldId="885"/>
            <ac:spMk id="13" creationId="{DE7FE73E-5630-45F7-BB99-A915B3556B3E}"/>
          </ac:spMkLst>
        </pc:spChg>
        <pc:spChg chg="add mod">
          <ac:chgData name="Minh Huynh" userId="01a137d4-0d81-46e0-aca6-c9185b391828" providerId="ADAL" clId="{18447838-0BCA-432B-86F3-BB78526C143F}" dt="2026-10-12T12:20:25.401" v="268" actId="1076"/>
          <ac:spMkLst>
            <pc:docMk/>
            <pc:sldMk cId="2738950240" sldId="885"/>
            <ac:spMk id="14" creationId="{421E6674-F7CF-4046-8FBF-EF120C0FFEEE}"/>
          </ac:spMkLst>
        </pc:spChg>
        <pc:spChg chg="add mod">
          <ac:chgData name="Minh Huynh" userId="01a137d4-0d81-46e0-aca6-c9185b391828" providerId="ADAL" clId="{18447838-0BCA-432B-86F3-BB78526C143F}" dt="2026-10-12T12:20:25.401" v="268" actId="1076"/>
          <ac:spMkLst>
            <pc:docMk/>
            <pc:sldMk cId="2738950240" sldId="885"/>
            <ac:spMk id="15" creationId="{E9585141-F4EB-4C15-8E4D-D717B624A067}"/>
          </ac:spMkLst>
        </pc:spChg>
        <pc:spChg chg="add mod">
          <ac:chgData name="Minh Huynh" userId="01a137d4-0d81-46e0-aca6-c9185b391828" providerId="ADAL" clId="{18447838-0BCA-432B-86F3-BB78526C143F}" dt="2026-10-12T12:20:25.401" v="268" actId="1076"/>
          <ac:spMkLst>
            <pc:docMk/>
            <pc:sldMk cId="2738950240" sldId="885"/>
            <ac:spMk id="16" creationId="{996F9ED6-A1A8-472C-B07B-4E2EA53EB1A0}"/>
          </ac:spMkLst>
        </pc:spChg>
        <pc:spChg chg="add mod">
          <ac:chgData name="Minh Huynh" userId="01a137d4-0d81-46e0-aca6-c9185b391828" providerId="ADAL" clId="{18447838-0BCA-432B-86F3-BB78526C143F}" dt="2026-10-12T12:20:25.401" v="268" actId="1076"/>
          <ac:spMkLst>
            <pc:docMk/>
            <pc:sldMk cId="2738950240" sldId="885"/>
            <ac:spMk id="17" creationId="{19C81F2C-03B6-467B-BB59-61285F0AF733}"/>
          </ac:spMkLst>
        </pc:spChg>
        <pc:spChg chg="add mod">
          <ac:chgData name="Minh Huynh" userId="01a137d4-0d81-46e0-aca6-c9185b391828" providerId="ADAL" clId="{18447838-0BCA-432B-86F3-BB78526C143F}" dt="2026-10-12T12:20:25.401" v="268" actId="1076"/>
          <ac:spMkLst>
            <pc:docMk/>
            <pc:sldMk cId="2738950240" sldId="885"/>
            <ac:spMk id="18" creationId="{8DA94EEE-1E2F-4C80-A31A-273A42C9402E}"/>
          </ac:spMkLst>
        </pc:spChg>
        <pc:spChg chg="add mod">
          <ac:chgData name="Minh Huynh" userId="01a137d4-0d81-46e0-aca6-c9185b391828" providerId="ADAL" clId="{18447838-0BCA-432B-86F3-BB78526C143F}" dt="2026-10-12T12:20:25.401" v="268" actId="1076"/>
          <ac:spMkLst>
            <pc:docMk/>
            <pc:sldMk cId="2738950240" sldId="885"/>
            <ac:spMk id="19" creationId="{143F4B56-B9BA-436A-9DE1-E4DB661A1C4D}"/>
          </ac:spMkLst>
        </pc:spChg>
        <pc:spChg chg="add mod">
          <ac:chgData name="Minh Huynh" userId="01a137d4-0d81-46e0-aca6-c9185b391828" providerId="ADAL" clId="{18447838-0BCA-432B-86F3-BB78526C143F}" dt="2026-10-12T12:20:25.401" v="268" actId="1076"/>
          <ac:spMkLst>
            <pc:docMk/>
            <pc:sldMk cId="2738950240" sldId="885"/>
            <ac:spMk id="20" creationId="{7B0834B4-98F5-4D56-851D-F433D8432989}"/>
          </ac:spMkLst>
        </pc:spChg>
        <pc:spChg chg="mod">
          <ac:chgData name="Minh Huynh" userId="01a137d4-0d81-46e0-aca6-c9185b391828" providerId="ADAL" clId="{18447838-0BCA-432B-86F3-BB78526C143F}" dt="2026-10-12T12:19:57.427" v="213"/>
          <ac:spMkLst>
            <pc:docMk/>
            <pc:sldMk cId="2738950240" sldId="885"/>
            <ac:spMk id="22" creationId="{0B30DE15-D661-426C-9D3C-E6D06564540E}"/>
          </ac:spMkLst>
        </pc:spChg>
        <pc:spChg chg="mod">
          <ac:chgData name="Minh Huynh" userId="01a137d4-0d81-46e0-aca6-c9185b391828" providerId="ADAL" clId="{18447838-0BCA-432B-86F3-BB78526C143F}" dt="2026-10-12T12:19:57.427" v="213"/>
          <ac:spMkLst>
            <pc:docMk/>
            <pc:sldMk cId="2738950240" sldId="885"/>
            <ac:spMk id="23" creationId="{B080AE62-D4D8-4977-8972-E30D2A3C579A}"/>
          </ac:spMkLst>
        </pc:spChg>
        <pc:spChg chg="mod">
          <ac:chgData name="Minh Huynh" userId="01a137d4-0d81-46e0-aca6-c9185b391828" providerId="ADAL" clId="{18447838-0BCA-432B-86F3-BB78526C143F}" dt="2026-10-12T12:19:57.427" v="213"/>
          <ac:spMkLst>
            <pc:docMk/>
            <pc:sldMk cId="2738950240" sldId="885"/>
            <ac:spMk id="25" creationId="{CA7DCE20-063C-4CF5-8748-79D28BCB0ECA}"/>
          </ac:spMkLst>
        </pc:spChg>
        <pc:spChg chg="mod">
          <ac:chgData name="Minh Huynh" userId="01a137d4-0d81-46e0-aca6-c9185b391828" providerId="ADAL" clId="{18447838-0BCA-432B-86F3-BB78526C143F}" dt="2026-10-12T12:19:57.427" v="213"/>
          <ac:spMkLst>
            <pc:docMk/>
            <pc:sldMk cId="2738950240" sldId="885"/>
            <ac:spMk id="26" creationId="{71DB0CC4-DEA9-40C5-8EC0-0B93EF7F4292}"/>
          </ac:spMkLst>
        </pc:spChg>
        <pc:spChg chg="mod">
          <ac:chgData name="Minh Huynh" userId="01a137d4-0d81-46e0-aca6-c9185b391828" providerId="ADAL" clId="{18447838-0BCA-432B-86F3-BB78526C143F}" dt="2026-10-12T12:19:57.427" v="213"/>
          <ac:spMkLst>
            <pc:docMk/>
            <pc:sldMk cId="2738950240" sldId="885"/>
            <ac:spMk id="28" creationId="{9F314D6B-AA69-4BED-BF4C-4B862A2F2A25}"/>
          </ac:spMkLst>
        </pc:spChg>
        <pc:spChg chg="mod">
          <ac:chgData name="Minh Huynh" userId="01a137d4-0d81-46e0-aca6-c9185b391828" providerId="ADAL" clId="{18447838-0BCA-432B-86F3-BB78526C143F}" dt="2026-10-12T12:19:57.427" v="213"/>
          <ac:spMkLst>
            <pc:docMk/>
            <pc:sldMk cId="2738950240" sldId="885"/>
            <ac:spMk id="29" creationId="{F9D90D8B-0BA7-4A5D-B9BF-1115A6EF5A42}"/>
          </ac:spMkLst>
        </pc:spChg>
        <pc:spChg chg="mod">
          <ac:chgData name="Minh Huynh" userId="01a137d4-0d81-46e0-aca6-c9185b391828" providerId="ADAL" clId="{18447838-0BCA-432B-86F3-BB78526C143F}" dt="2026-10-12T12:19:57.427" v="213"/>
          <ac:spMkLst>
            <pc:docMk/>
            <pc:sldMk cId="2738950240" sldId="885"/>
            <ac:spMk id="31" creationId="{F8476034-D5F6-4185-9459-F444541EF23B}"/>
          </ac:spMkLst>
        </pc:spChg>
        <pc:spChg chg="mod">
          <ac:chgData name="Minh Huynh" userId="01a137d4-0d81-46e0-aca6-c9185b391828" providerId="ADAL" clId="{18447838-0BCA-432B-86F3-BB78526C143F}" dt="2026-10-12T12:19:57.427" v="213"/>
          <ac:spMkLst>
            <pc:docMk/>
            <pc:sldMk cId="2738950240" sldId="885"/>
            <ac:spMk id="32" creationId="{5D94C366-EA62-4448-B935-7FE3C7437FD7}"/>
          </ac:spMkLst>
        </pc:spChg>
        <pc:spChg chg="mod">
          <ac:chgData name="Minh Huynh" userId="01a137d4-0d81-46e0-aca6-c9185b391828" providerId="ADAL" clId="{18447838-0BCA-432B-86F3-BB78526C143F}" dt="2026-10-12T12:19:57.427" v="213"/>
          <ac:spMkLst>
            <pc:docMk/>
            <pc:sldMk cId="2738950240" sldId="885"/>
            <ac:spMk id="34" creationId="{FE9337E5-1026-4EE2-8B37-0A71931BB186}"/>
          </ac:spMkLst>
        </pc:spChg>
        <pc:spChg chg="mod">
          <ac:chgData name="Minh Huynh" userId="01a137d4-0d81-46e0-aca6-c9185b391828" providerId="ADAL" clId="{18447838-0BCA-432B-86F3-BB78526C143F}" dt="2026-10-12T12:19:57.427" v="213"/>
          <ac:spMkLst>
            <pc:docMk/>
            <pc:sldMk cId="2738950240" sldId="885"/>
            <ac:spMk id="35" creationId="{6D404012-D62F-4034-B3D0-818F3C31F861}"/>
          </ac:spMkLst>
        </pc:spChg>
        <pc:spChg chg="mod">
          <ac:chgData name="Minh Huynh" userId="01a137d4-0d81-46e0-aca6-c9185b391828" providerId="ADAL" clId="{18447838-0BCA-432B-86F3-BB78526C143F}" dt="2026-10-12T12:19:57.427" v="213"/>
          <ac:spMkLst>
            <pc:docMk/>
            <pc:sldMk cId="2738950240" sldId="885"/>
            <ac:spMk id="37" creationId="{0FC85C24-ECCA-4946-8007-EDA8FF43B699}"/>
          </ac:spMkLst>
        </pc:spChg>
        <pc:spChg chg="mod">
          <ac:chgData name="Minh Huynh" userId="01a137d4-0d81-46e0-aca6-c9185b391828" providerId="ADAL" clId="{18447838-0BCA-432B-86F3-BB78526C143F}" dt="2026-10-12T12:19:57.427" v="213"/>
          <ac:spMkLst>
            <pc:docMk/>
            <pc:sldMk cId="2738950240" sldId="885"/>
            <ac:spMk id="38" creationId="{A0CAF9AE-57C4-4C91-82BE-92FDC3948B95}"/>
          </ac:spMkLst>
        </pc:spChg>
        <pc:spChg chg="mod">
          <ac:chgData name="Minh Huynh" userId="01a137d4-0d81-46e0-aca6-c9185b391828" providerId="ADAL" clId="{18447838-0BCA-432B-86F3-BB78526C143F}" dt="2026-10-12T12:19:57.427" v="213"/>
          <ac:spMkLst>
            <pc:docMk/>
            <pc:sldMk cId="2738950240" sldId="885"/>
            <ac:spMk id="40" creationId="{51CA3270-8F03-4C70-AB8C-8DD15FB48984}"/>
          </ac:spMkLst>
        </pc:spChg>
        <pc:spChg chg="mod">
          <ac:chgData name="Minh Huynh" userId="01a137d4-0d81-46e0-aca6-c9185b391828" providerId="ADAL" clId="{18447838-0BCA-432B-86F3-BB78526C143F}" dt="2026-10-12T12:19:57.427" v="213"/>
          <ac:spMkLst>
            <pc:docMk/>
            <pc:sldMk cId="2738950240" sldId="885"/>
            <ac:spMk id="41" creationId="{F41BEE5F-8E54-438E-B4D3-28C90850C238}"/>
          </ac:spMkLst>
        </pc:spChg>
        <pc:spChg chg="add mod">
          <ac:chgData name="Minh Huynh" userId="01a137d4-0d81-46e0-aca6-c9185b391828" providerId="ADAL" clId="{18447838-0BCA-432B-86F3-BB78526C143F}" dt="2026-10-12T12:20:25.401" v="268" actId="1076"/>
          <ac:spMkLst>
            <pc:docMk/>
            <pc:sldMk cId="2738950240" sldId="885"/>
            <ac:spMk id="42" creationId="{B242F3DE-95B6-40BC-856D-34209F6F41E3}"/>
          </ac:spMkLst>
        </pc:spChg>
        <pc:spChg chg="add mod">
          <ac:chgData name="Minh Huynh" userId="01a137d4-0d81-46e0-aca6-c9185b391828" providerId="ADAL" clId="{18447838-0BCA-432B-86F3-BB78526C143F}" dt="2026-10-12T12:20:25.401" v="268" actId="1076"/>
          <ac:spMkLst>
            <pc:docMk/>
            <pc:sldMk cId="2738950240" sldId="885"/>
            <ac:spMk id="43" creationId="{15B02777-4E6D-495F-946D-5C5CB5D4B55F}"/>
          </ac:spMkLst>
        </pc:spChg>
        <pc:spChg chg="add mod">
          <ac:chgData name="Minh Huynh" userId="01a137d4-0d81-46e0-aca6-c9185b391828" providerId="ADAL" clId="{18447838-0BCA-432B-86F3-BB78526C143F}" dt="2026-10-12T12:20:25.401" v="268" actId="1076"/>
          <ac:spMkLst>
            <pc:docMk/>
            <pc:sldMk cId="2738950240" sldId="885"/>
            <ac:spMk id="44" creationId="{0F20EE40-3AC7-42A0-A90D-0ADDC57C2037}"/>
          </ac:spMkLst>
        </pc:spChg>
        <pc:spChg chg="add mod">
          <ac:chgData name="Minh Huynh" userId="01a137d4-0d81-46e0-aca6-c9185b391828" providerId="ADAL" clId="{18447838-0BCA-432B-86F3-BB78526C143F}" dt="2026-10-12T12:20:25.401" v="268" actId="1076"/>
          <ac:spMkLst>
            <pc:docMk/>
            <pc:sldMk cId="2738950240" sldId="885"/>
            <ac:spMk id="45" creationId="{C918D1B5-F5B4-40C0-9396-EDF40DD3CACB}"/>
          </ac:spMkLst>
        </pc:spChg>
        <pc:spChg chg="add mod">
          <ac:chgData name="Minh Huynh" userId="01a137d4-0d81-46e0-aca6-c9185b391828" providerId="ADAL" clId="{18447838-0BCA-432B-86F3-BB78526C143F}" dt="2026-10-12T12:20:25.401" v="268" actId="1076"/>
          <ac:spMkLst>
            <pc:docMk/>
            <pc:sldMk cId="2738950240" sldId="885"/>
            <ac:spMk id="46" creationId="{71EA0A16-FC98-4B12-B68E-019281B65B2E}"/>
          </ac:spMkLst>
        </pc:spChg>
        <pc:spChg chg="add mod">
          <ac:chgData name="Minh Huynh" userId="01a137d4-0d81-46e0-aca6-c9185b391828" providerId="ADAL" clId="{18447838-0BCA-432B-86F3-BB78526C143F}" dt="2026-10-12T12:20:25.401" v="268" actId="1076"/>
          <ac:spMkLst>
            <pc:docMk/>
            <pc:sldMk cId="2738950240" sldId="885"/>
            <ac:spMk id="47" creationId="{3587714D-2307-4E12-B0FA-ED8B002AFD76}"/>
          </ac:spMkLst>
        </pc:spChg>
        <pc:spChg chg="add mod">
          <ac:chgData name="Minh Huynh" userId="01a137d4-0d81-46e0-aca6-c9185b391828" providerId="ADAL" clId="{18447838-0BCA-432B-86F3-BB78526C143F}" dt="2026-10-12T12:20:25.401" v="268" actId="1076"/>
          <ac:spMkLst>
            <pc:docMk/>
            <pc:sldMk cId="2738950240" sldId="885"/>
            <ac:spMk id="48" creationId="{48ED4C52-748F-4FF8-BB75-5D7EFB90836A}"/>
          </ac:spMkLst>
        </pc:spChg>
        <pc:spChg chg="add mod">
          <ac:chgData name="Minh Huynh" userId="01a137d4-0d81-46e0-aca6-c9185b391828" providerId="ADAL" clId="{18447838-0BCA-432B-86F3-BB78526C143F}" dt="2026-10-12T12:20:25.401" v="268" actId="1076"/>
          <ac:spMkLst>
            <pc:docMk/>
            <pc:sldMk cId="2738950240" sldId="885"/>
            <ac:spMk id="49" creationId="{BDAED572-4913-4721-9EFC-1D017663DE1D}"/>
          </ac:spMkLst>
        </pc:spChg>
        <pc:spChg chg="add mod">
          <ac:chgData name="Minh Huynh" userId="01a137d4-0d81-46e0-aca6-c9185b391828" providerId="ADAL" clId="{18447838-0BCA-432B-86F3-BB78526C143F}" dt="2026-10-12T12:20:25.401" v="268" actId="1076"/>
          <ac:spMkLst>
            <pc:docMk/>
            <pc:sldMk cId="2738950240" sldId="885"/>
            <ac:spMk id="50" creationId="{6138217B-56EB-435F-AEC6-75D0ED8A32AF}"/>
          </ac:spMkLst>
        </pc:spChg>
        <pc:spChg chg="add mod">
          <ac:chgData name="Minh Huynh" userId="01a137d4-0d81-46e0-aca6-c9185b391828" providerId="ADAL" clId="{18447838-0BCA-432B-86F3-BB78526C143F}" dt="2026-10-12T12:20:25.401" v="268" actId="1076"/>
          <ac:spMkLst>
            <pc:docMk/>
            <pc:sldMk cId="2738950240" sldId="885"/>
            <ac:spMk id="51" creationId="{0253CE86-679E-46D6-98AA-32632A73FCA3}"/>
          </ac:spMkLst>
        </pc:spChg>
        <pc:spChg chg="add mod">
          <ac:chgData name="Minh Huynh" userId="01a137d4-0d81-46e0-aca6-c9185b391828" providerId="ADAL" clId="{18447838-0BCA-432B-86F3-BB78526C143F}" dt="2026-10-12T12:20:25.401" v="268" actId="1076"/>
          <ac:spMkLst>
            <pc:docMk/>
            <pc:sldMk cId="2738950240" sldId="885"/>
            <ac:spMk id="52" creationId="{AFA18A70-4DF8-4816-ABC5-64670E6F1DE5}"/>
          </ac:spMkLst>
        </pc:spChg>
        <pc:spChg chg="add mod">
          <ac:chgData name="Minh Huynh" userId="01a137d4-0d81-46e0-aca6-c9185b391828" providerId="ADAL" clId="{18447838-0BCA-432B-86F3-BB78526C143F}" dt="2026-10-12T12:20:25.401" v="268" actId="1076"/>
          <ac:spMkLst>
            <pc:docMk/>
            <pc:sldMk cId="2738950240" sldId="885"/>
            <ac:spMk id="53" creationId="{FF5C1C2B-5300-4059-93AD-D6CA40AB49FC}"/>
          </ac:spMkLst>
        </pc:spChg>
        <pc:spChg chg="add mod">
          <ac:chgData name="Minh Huynh" userId="01a137d4-0d81-46e0-aca6-c9185b391828" providerId="ADAL" clId="{18447838-0BCA-432B-86F3-BB78526C143F}" dt="2026-10-12T12:20:25.401" v="268" actId="1076"/>
          <ac:spMkLst>
            <pc:docMk/>
            <pc:sldMk cId="2738950240" sldId="885"/>
            <ac:spMk id="54" creationId="{0CF689A3-C735-44C0-B575-79FAF2D9C7DF}"/>
          </ac:spMkLst>
        </pc:spChg>
        <pc:spChg chg="add mod">
          <ac:chgData name="Minh Huynh" userId="01a137d4-0d81-46e0-aca6-c9185b391828" providerId="ADAL" clId="{18447838-0BCA-432B-86F3-BB78526C143F}" dt="2026-10-12T12:20:25.401" v="268" actId="1076"/>
          <ac:spMkLst>
            <pc:docMk/>
            <pc:sldMk cId="2738950240" sldId="885"/>
            <ac:spMk id="55" creationId="{58DA22CD-9A5D-4543-BD5C-C20CC619E752}"/>
          </ac:spMkLst>
        </pc:spChg>
        <pc:spChg chg="add mod">
          <ac:chgData name="Minh Huynh" userId="01a137d4-0d81-46e0-aca6-c9185b391828" providerId="ADAL" clId="{18447838-0BCA-432B-86F3-BB78526C143F}" dt="2026-10-12T12:20:25.401" v="268" actId="1076"/>
          <ac:spMkLst>
            <pc:docMk/>
            <pc:sldMk cId="2738950240" sldId="885"/>
            <ac:spMk id="56" creationId="{1E023B0A-69A6-4BD1-9093-4AB9C8C844E6}"/>
          </ac:spMkLst>
        </pc:spChg>
        <pc:spChg chg="add mod">
          <ac:chgData name="Minh Huynh" userId="01a137d4-0d81-46e0-aca6-c9185b391828" providerId="ADAL" clId="{18447838-0BCA-432B-86F3-BB78526C143F}" dt="2026-10-12T12:20:25.401" v="268" actId="1076"/>
          <ac:spMkLst>
            <pc:docMk/>
            <pc:sldMk cId="2738950240" sldId="885"/>
            <ac:spMk id="57" creationId="{BCC7C8DE-36AA-4E38-ADD4-33ABEEB98403}"/>
          </ac:spMkLst>
        </pc:spChg>
        <pc:spChg chg="add mod">
          <ac:chgData name="Minh Huynh" userId="01a137d4-0d81-46e0-aca6-c9185b391828" providerId="ADAL" clId="{18447838-0BCA-432B-86F3-BB78526C143F}" dt="2026-10-12T12:20:25.401" v="268" actId="1076"/>
          <ac:spMkLst>
            <pc:docMk/>
            <pc:sldMk cId="2738950240" sldId="885"/>
            <ac:spMk id="58" creationId="{E2B35763-B21F-4E32-BAB0-1924A7E3E223}"/>
          </ac:spMkLst>
        </pc:spChg>
        <pc:spChg chg="add mod">
          <ac:chgData name="Minh Huynh" userId="01a137d4-0d81-46e0-aca6-c9185b391828" providerId="ADAL" clId="{18447838-0BCA-432B-86F3-BB78526C143F}" dt="2026-10-12T12:20:25.401" v="268" actId="1076"/>
          <ac:spMkLst>
            <pc:docMk/>
            <pc:sldMk cId="2738950240" sldId="885"/>
            <ac:spMk id="59" creationId="{F5BB3A27-C1D7-4D91-8711-CBECDC2AAAB4}"/>
          </ac:spMkLst>
        </pc:spChg>
        <pc:spChg chg="add mod">
          <ac:chgData name="Minh Huynh" userId="01a137d4-0d81-46e0-aca6-c9185b391828" providerId="ADAL" clId="{18447838-0BCA-432B-86F3-BB78526C143F}" dt="2026-10-12T12:20:25.401" v="268" actId="1076"/>
          <ac:spMkLst>
            <pc:docMk/>
            <pc:sldMk cId="2738950240" sldId="885"/>
            <ac:spMk id="60" creationId="{432556BA-79C5-4CA3-82A3-9D1662FFB47C}"/>
          </ac:spMkLst>
        </pc:spChg>
        <pc:spChg chg="add mod">
          <ac:chgData name="Minh Huynh" userId="01a137d4-0d81-46e0-aca6-c9185b391828" providerId="ADAL" clId="{18447838-0BCA-432B-86F3-BB78526C143F}" dt="2026-10-12T12:20:25.401" v="268" actId="1076"/>
          <ac:spMkLst>
            <pc:docMk/>
            <pc:sldMk cId="2738950240" sldId="885"/>
            <ac:spMk id="61" creationId="{0617273F-AA08-49F0-A2D6-A14FCC87A948}"/>
          </ac:spMkLst>
        </pc:spChg>
        <pc:spChg chg="add mod">
          <ac:chgData name="Minh Huynh" userId="01a137d4-0d81-46e0-aca6-c9185b391828" providerId="ADAL" clId="{18447838-0BCA-432B-86F3-BB78526C143F}" dt="2026-10-12T12:20:25.401" v="268" actId="1076"/>
          <ac:spMkLst>
            <pc:docMk/>
            <pc:sldMk cId="2738950240" sldId="885"/>
            <ac:spMk id="62" creationId="{85875A4D-AFA4-476A-8D81-F9CA4EFC1CD3}"/>
          </ac:spMkLst>
        </pc:spChg>
        <pc:spChg chg="add mod">
          <ac:chgData name="Minh Huynh" userId="01a137d4-0d81-46e0-aca6-c9185b391828" providerId="ADAL" clId="{18447838-0BCA-432B-86F3-BB78526C143F}" dt="2026-10-12T12:20:25.401" v="268" actId="1076"/>
          <ac:spMkLst>
            <pc:docMk/>
            <pc:sldMk cId="2738950240" sldId="885"/>
            <ac:spMk id="63" creationId="{85E43DC6-C32C-45A7-B8F6-9292264965F0}"/>
          </ac:spMkLst>
        </pc:spChg>
        <pc:spChg chg="add mod">
          <ac:chgData name="Minh Huynh" userId="01a137d4-0d81-46e0-aca6-c9185b391828" providerId="ADAL" clId="{18447838-0BCA-432B-86F3-BB78526C143F}" dt="2026-10-12T12:20:25.401" v="268" actId="1076"/>
          <ac:spMkLst>
            <pc:docMk/>
            <pc:sldMk cId="2738950240" sldId="885"/>
            <ac:spMk id="64" creationId="{B08F03FF-0CCE-4BD7-A7A2-06AD2EB991D8}"/>
          </ac:spMkLst>
        </pc:spChg>
        <pc:spChg chg="add mod">
          <ac:chgData name="Minh Huynh" userId="01a137d4-0d81-46e0-aca6-c9185b391828" providerId="ADAL" clId="{18447838-0BCA-432B-86F3-BB78526C143F}" dt="2026-10-12T12:20:25.401" v="268" actId="1076"/>
          <ac:spMkLst>
            <pc:docMk/>
            <pc:sldMk cId="2738950240" sldId="885"/>
            <ac:spMk id="65" creationId="{DD1C0551-ACE7-448B-B258-4BB3E87EF914}"/>
          </ac:spMkLst>
        </pc:spChg>
        <pc:spChg chg="add mod">
          <ac:chgData name="Minh Huynh" userId="01a137d4-0d81-46e0-aca6-c9185b391828" providerId="ADAL" clId="{18447838-0BCA-432B-86F3-BB78526C143F}" dt="2026-10-12T12:20:25.401" v="268" actId="1076"/>
          <ac:spMkLst>
            <pc:docMk/>
            <pc:sldMk cId="2738950240" sldId="885"/>
            <ac:spMk id="66" creationId="{1B851FF8-6234-496E-958E-BE95A3F06E9B}"/>
          </ac:spMkLst>
        </pc:spChg>
        <pc:spChg chg="add mod">
          <ac:chgData name="Minh Huynh" userId="01a137d4-0d81-46e0-aca6-c9185b391828" providerId="ADAL" clId="{18447838-0BCA-432B-86F3-BB78526C143F}" dt="2026-10-12T12:20:25.401" v="268" actId="1076"/>
          <ac:spMkLst>
            <pc:docMk/>
            <pc:sldMk cId="2738950240" sldId="885"/>
            <ac:spMk id="67" creationId="{DE1EC9FF-A4CD-4277-955E-E586340652F8}"/>
          </ac:spMkLst>
        </pc:spChg>
        <pc:spChg chg="add mod">
          <ac:chgData name="Minh Huynh" userId="01a137d4-0d81-46e0-aca6-c9185b391828" providerId="ADAL" clId="{18447838-0BCA-432B-86F3-BB78526C143F}" dt="2026-10-12T12:20:25.401" v="268" actId="1076"/>
          <ac:spMkLst>
            <pc:docMk/>
            <pc:sldMk cId="2738950240" sldId="885"/>
            <ac:spMk id="68" creationId="{8D89AC36-0742-462D-BB9A-13541A228B69}"/>
          </ac:spMkLst>
        </pc:spChg>
        <pc:spChg chg="add mod">
          <ac:chgData name="Minh Huynh" userId="01a137d4-0d81-46e0-aca6-c9185b391828" providerId="ADAL" clId="{18447838-0BCA-432B-86F3-BB78526C143F}" dt="2026-10-12T12:20:25.401" v="268" actId="1076"/>
          <ac:spMkLst>
            <pc:docMk/>
            <pc:sldMk cId="2738950240" sldId="885"/>
            <ac:spMk id="69" creationId="{2205AC33-9FDD-4C20-9251-8EDE93B7E154}"/>
          </ac:spMkLst>
        </pc:spChg>
        <pc:spChg chg="add mod">
          <ac:chgData name="Minh Huynh" userId="01a137d4-0d81-46e0-aca6-c9185b391828" providerId="ADAL" clId="{18447838-0BCA-432B-86F3-BB78526C143F}" dt="2026-10-12T12:20:25.401" v="268" actId="1076"/>
          <ac:spMkLst>
            <pc:docMk/>
            <pc:sldMk cId="2738950240" sldId="885"/>
            <ac:spMk id="70" creationId="{F1E7DEA1-9F9C-43D3-821E-E4130A01C0E6}"/>
          </ac:spMkLst>
        </pc:spChg>
        <pc:spChg chg="add mod">
          <ac:chgData name="Minh Huynh" userId="01a137d4-0d81-46e0-aca6-c9185b391828" providerId="ADAL" clId="{18447838-0BCA-432B-86F3-BB78526C143F}" dt="2026-10-12T12:20:25.401" v="268" actId="1076"/>
          <ac:spMkLst>
            <pc:docMk/>
            <pc:sldMk cId="2738950240" sldId="885"/>
            <ac:spMk id="71" creationId="{3BCDA718-6115-41E1-82DB-47DF09B9F038}"/>
          </ac:spMkLst>
        </pc:spChg>
        <pc:spChg chg="add mod">
          <ac:chgData name="Minh Huynh" userId="01a137d4-0d81-46e0-aca6-c9185b391828" providerId="ADAL" clId="{18447838-0BCA-432B-86F3-BB78526C143F}" dt="2026-10-12T12:20:25.401" v="268" actId="1076"/>
          <ac:spMkLst>
            <pc:docMk/>
            <pc:sldMk cId="2738950240" sldId="885"/>
            <ac:spMk id="72" creationId="{AA3DA68F-6579-4209-9EDE-07E56659287D}"/>
          </ac:spMkLst>
        </pc:spChg>
        <pc:spChg chg="add mod">
          <ac:chgData name="Minh Huynh" userId="01a137d4-0d81-46e0-aca6-c9185b391828" providerId="ADAL" clId="{18447838-0BCA-432B-86F3-BB78526C143F}" dt="2026-10-12T12:20:25.401" v="268" actId="1076"/>
          <ac:spMkLst>
            <pc:docMk/>
            <pc:sldMk cId="2738950240" sldId="885"/>
            <ac:spMk id="73" creationId="{59C30626-DD0B-42BC-8B6D-81D18D1782A8}"/>
          </ac:spMkLst>
        </pc:spChg>
        <pc:spChg chg="add mod">
          <ac:chgData name="Minh Huynh" userId="01a137d4-0d81-46e0-aca6-c9185b391828" providerId="ADAL" clId="{18447838-0BCA-432B-86F3-BB78526C143F}" dt="2026-10-12T12:21:26.108" v="500" actId="5793"/>
          <ac:spMkLst>
            <pc:docMk/>
            <pc:sldMk cId="2738950240" sldId="885"/>
            <ac:spMk id="74" creationId="{0BC5EFDD-B5EE-4CD3-9813-3FC4733EEA9A}"/>
          </ac:spMkLst>
        </pc:spChg>
        <pc:grpChg chg="add mod">
          <ac:chgData name="Minh Huynh" userId="01a137d4-0d81-46e0-aca6-c9185b391828" providerId="ADAL" clId="{18447838-0BCA-432B-86F3-BB78526C143F}" dt="2026-10-12T12:20:25.401" v="268" actId="1076"/>
          <ac:grpSpMkLst>
            <pc:docMk/>
            <pc:sldMk cId="2738950240" sldId="885"/>
            <ac:grpSpMk id="11" creationId="{5B920099-B518-4D2E-82E0-343DE121F2BB}"/>
          </ac:grpSpMkLst>
        </pc:grpChg>
        <pc:grpChg chg="add mod">
          <ac:chgData name="Minh Huynh" userId="01a137d4-0d81-46e0-aca6-c9185b391828" providerId="ADAL" clId="{18447838-0BCA-432B-86F3-BB78526C143F}" dt="2026-10-12T12:20:25.401" v="268" actId="1076"/>
          <ac:grpSpMkLst>
            <pc:docMk/>
            <pc:sldMk cId="2738950240" sldId="885"/>
            <ac:grpSpMk id="21" creationId="{E32746D7-EBE4-4027-A1F0-9FA7C95395C3}"/>
          </ac:grpSpMkLst>
        </pc:grpChg>
        <pc:grpChg chg="add mod">
          <ac:chgData name="Minh Huynh" userId="01a137d4-0d81-46e0-aca6-c9185b391828" providerId="ADAL" clId="{18447838-0BCA-432B-86F3-BB78526C143F}" dt="2026-10-12T12:20:25.401" v="268" actId="1076"/>
          <ac:grpSpMkLst>
            <pc:docMk/>
            <pc:sldMk cId="2738950240" sldId="885"/>
            <ac:grpSpMk id="24" creationId="{AE50BED5-117F-4004-8FA4-DFF30C46E086}"/>
          </ac:grpSpMkLst>
        </pc:grpChg>
        <pc:grpChg chg="add mod">
          <ac:chgData name="Minh Huynh" userId="01a137d4-0d81-46e0-aca6-c9185b391828" providerId="ADAL" clId="{18447838-0BCA-432B-86F3-BB78526C143F}" dt="2026-10-12T12:20:25.401" v="268" actId="1076"/>
          <ac:grpSpMkLst>
            <pc:docMk/>
            <pc:sldMk cId="2738950240" sldId="885"/>
            <ac:grpSpMk id="27" creationId="{759EA27F-95C7-4804-AFD4-5719CB73F124}"/>
          </ac:grpSpMkLst>
        </pc:grpChg>
        <pc:grpChg chg="add mod">
          <ac:chgData name="Minh Huynh" userId="01a137d4-0d81-46e0-aca6-c9185b391828" providerId="ADAL" clId="{18447838-0BCA-432B-86F3-BB78526C143F}" dt="2026-10-12T12:20:25.401" v="268" actId="1076"/>
          <ac:grpSpMkLst>
            <pc:docMk/>
            <pc:sldMk cId="2738950240" sldId="885"/>
            <ac:grpSpMk id="30" creationId="{47402669-A510-48D5-B430-FB374E0176A9}"/>
          </ac:grpSpMkLst>
        </pc:grpChg>
        <pc:grpChg chg="add mod">
          <ac:chgData name="Minh Huynh" userId="01a137d4-0d81-46e0-aca6-c9185b391828" providerId="ADAL" clId="{18447838-0BCA-432B-86F3-BB78526C143F}" dt="2026-10-12T12:20:25.401" v="268" actId="1076"/>
          <ac:grpSpMkLst>
            <pc:docMk/>
            <pc:sldMk cId="2738950240" sldId="885"/>
            <ac:grpSpMk id="33" creationId="{4289E4EA-4973-49E4-85D7-336AD5D53DE7}"/>
          </ac:grpSpMkLst>
        </pc:grpChg>
        <pc:grpChg chg="add mod">
          <ac:chgData name="Minh Huynh" userId="01a137d4-0d81-46e0-aca6-c9185b391828" providerId="ADAL" clId="{18447838-0BCA-432B-86F3-BB78526C143F}" dt="2026-10-12T12:20:25.401" v="268" actId="1076"/>
          <ac:grpSpMkLst>
            <pc:docMk/>
            <pc:sldMk cId="2738950240" sldId="885"/>
            <ac:grpSpMk id="36" creationId="{EF2B91C8-07CB-4470-ACA1-DB1139D2851A}"/>
          </ac:grpSpMkLst>
        </pc:grpChg>
        <pc:grpChg chg="add mod">
          <ac:chgData name="Minh Huynh" userId="01a137d4-0d81-46e0-aca6-c9185b391828" providerId="ADAL" clId="{18447838-0BCA-432B-86F3-BB78526C143F}" dt="2026-10-12T12:20:25.401" v="268" actId="1076"/>
          <ac:grpSpMkLst>
            <pc:docMk/>
            <pc:sldMk cId="2738950240" sldId="885"/>
            <ac:grpSpMk id="39" creationId="{C27BFCA6-6D08-4B06-AC70-0E9D35442B6C}"/>
          </ac:grpSpMkLst>
        </pc:grpChg>
        <pc:picChg chg="del">
          <ac:chgData name="Minh Huynh" userId="01a137d4-0d81-46e0-aca6-c9185b391828" providerId="ADAL" clId="{18447838-0BCA-432B-86F3-BB78526C143F}" dt="2026-10-12T12:19:52.205" v="211" actId="478"/>
          <ac:picMkLst>
            <pc:docMk/>
            <pc:sldMk cId="2738950240" sldId="885"/>
            <ac:picMk id="6" creationId="{A382D1C7-26E9-43BC-8400-1AD84F16D59D}"/>
          </ac:picMkLst>
        </pc:picChg>
      </pc:sldChg>
      <pc:sldChg chg="addSp modSp add mod">
        <pc:chgData name="Minh Huynh" userId="01a137d4-0d81-46e0-aca6-c9185b391828" providerId="ADAL" clId="{18447838-0BCA-432B-86F3-BB78526C143F}" dt="2026-10-12T12:23:13.268" v="656" actId="1076"/>
        <pc:sldMkLst>
          <pc:docMk/>
          <pc:sldMk cId="1430599913" sldId="886"/>
        </pc:sldMkLst>
        <pc:spChg chg="mod">
          <ac:chgData name="Minh Huynh" userId="01a137d4-0d81-46e0-aca6-c9185b391828" providerId="ADAL" clId="{18447838-0BCA-432B-86F3-BB78526C143F}" dt="2026-10-12T12:22:55.821" v="652" actId="1076"/>
          <ac:spMkLst>
            <pc:docMk/>
            <pc:sldMk cId="1430599913" sldId="886"/>
            <ac:spMk id="7" creationId="{A67962BC-F52B-4512-BD54-D49B95A1B3C0}"/>
          </ac:spMkLst>
        </pc:spChg>
        <pc:spChg chg="mod">
          <ac:chgData name="Minh Huynh" userId="01a137d4-0d81-46e0-aca6-c9185b391828" providerId="ADAL" clId="{18447838-0BCA-432B-86F3-BB78526C143F}" dt="2026-10-12T12:22:55.821" v="652" actId="1076"/>
          <ac:spMkLst>
            <pc:docMk/>
            <pc:sldMk cId="1430599913" sldId="886"/>
            <ac:spMk id="8" creationId="{6A3F74B8-F5C4-47E9-B418-6F97CC2CB912}"/>
          </ac:spMkLst>
        </pc:spChg>
        <pc:spChg chg="mod">
          <ac:chgData name="Minh Huynh" userId="01a137d4-0d81-46e0-aca6-c9185b391828" providerId="ADAL" clId="{18447838-0BCA-432B-86F3-BB78526C143F}" dt="2026-10-12T12:22:55.821" v="652" actId="1076"/>
          <ac:spMkLst>
            <pc:docMk/>
            <pc:sldMk cId="1430599913" sldId="886"/>
            <ac:spMk id="9" creationId="{4B34126E-809A-41DA-8EB7-3DFADF0446A8}"/>
          </ac:spMkLst>
        </pc:spChg>
        <pc:spChg chg="mod">
          <ac:chgData name="Minh Huynh" userId="01a137d4-0d81-46e0-aca6-c9185b391828" providerId="ADAL" clId="{18447838-0BCA-432B-86F3-BB78526C143F}" dt="2026-10-12T12:22:55.821" v="652" actId="1076"/>
          <ac:spMkLst>
            <pc:docMk/>
            <pc:sldMk cId="1430599913" sldId="886"/>
            <ac:spMk id="10" creationId="{E48AF9D6-D45F-4795-969C-C4ADBA4B47BF}"/>
          </ac:spMkLst>
        </pc:spChg>
        <pc:spChg chg="mod">
          <ac:chgData name="Minh Huynh" userId="01a137d4-0d81-46e0-aca6-c9185b391828" providerId="ADAL" clId="{18447838-0BCA-432B-86F3-BB78526C143F}" dt="2026-10-12T12:22:55.821" v="652" actId="1076"/>
          <ac:spMkLst>
            <pc:docMk/>
            <pc:sldMk cId="1430599913" sldId="886"/>
            <ac:spMk id="14" creationId="{421E6674-F7CF-4046-8FBF-EF120C0FFEEE}"/>
          </ac:spMkLst>
        </pc:spChg>
        <pc:spChg chg="mod">
          <ac:chgData name="Minh Huynh" userId="01a137d4-0d81-46e0-aca6-c9185b391828" providerId="ADAL" clId="{18447838-0BCA-432B-86F3-BB78526C143F}" dt="2026-10-12T12:22:55.821" v="652" actId="1076"/>
          <ac:spMkLst>
            <pc:docMk/>
            <pc:sldMk cId="1430599913" sldId="886"/>
            <ac:spMk id="15" creationId="{E9585141-F4EB-4C15-8E4D-D717B624A067}"/>
          </ac:spMkLst>
        </pc:spChg>
        <pc:spChg chg="mod">
          <ac:chgData name="Minh Huynh" userId="01a137d4-0d81-46e0-aca6-c9185b391828" providerId="ADAL" clId="{18447838-0BCA-432B-86F3-BB78526C143F}" dt="2026-10-12T12:22:55.821" v="652" actId="1076"/>
          <ac:spMkLst>
            <pc:docMk/>
            <pc:sldMk cId="1430599913" sldId="886"/>
            <ac:spMk id="16" creationId="{996F9ED6-A1A8-472C-B07B-4E2EA53EB1A0}"/>
          </ac:spMkLst>
        </pc:spChg>
        <pc:spChg chg="mod">
          <ac:chgData name="Minh Huynh" userId="01a137d4-0d81-46e0-aca6-c9185b391828" providerId="ADAL" clId="{18447838-0BCA-432B-86F3-BB78526C143F}" dt="2026-10-12T12:22:55.821" v="652" actId="1076"/>
          <ac:spMkLst>
            <pc:docMk/>
            <pc:sldMk cId="1430599913" sldId="886"/>
            <ac:spMk id="17" creationId="{19C81F2C-03B6-467B-BB59-61285F0AF733}"/>
          </ac:spMkLst>
        </pc:spChg>
        <pc:spChg chg="mod">
          <ac:chgData name="Minh Huynh" userId="01a137d4-0d81-46e0-aca6-c9185b391828" providerId="ADAL" clId="{18447838-0BCA-432B-86F3-BB78526C143F}" dt="2026-10-12T12:22:55.821" v="652" actId="1076"/>
          <ac:spMkLst>
            <pc:docMk/>
            <pc:sldMk cId="1430599913" sldId="886"/>
            <ac:spMk id="18" creationId="{8DA94EEE-1E2F-4C80-A31A-273A42C9402E}"/>
          </ac:spMkLst>
        </pc:spChg>
        <pc:spChg chg="mod">
          <ac:chgData name="Minh Huynh" userId="01a137d4-0d81-46e0-aca6-c9185b391828" providerId="ADAL" clId="{18447838-0BCA-432B-86F3-BB78526C143F}" dt="2026-10-12T12:22:55.821" v="652" actId="1076"/>
          <ac:spMkLst>
            <pc:docMk/>
            <pc:sldMk cId="1430599913" sldId="886"/>
            <ac:spMk id="19" creationId="{143F4B56-B9BA-436A-9DE1-E4DB661A1C4D}"/>
          </ac:spMkLst>
        </pc:spChg>
        <pc:spChg chg="mod">
          <ac:chgData name="Minh Huynh" userId="01a137d4-0d81-46e0-aca6-c9185b391828" providerId="ADAL" clId="{18447838-0BCA-432B-86F3-BB78526C143F}" dt="2026-10-12T12:22:55.821" v="652" actId="1076"/>
          <ac:spMkLst>
            <pc:docMk/>
            <pc:sldMk cId="1430599913" sldId="886"/>
            <ac:spMk id="20" creationId="{7B0834B4-98F5-4D56-851D-F433D8432989}"/>
          </ac:spMkLst>
        </pc:spChg>
        <pc:spChg chg="mod">
          <ac:chgData name="Minh Huynh" userId="01a137d4-0d81-46e0-aca6-c9185b391828" providerId="ADAL" clId="{18447838-0BCA-432B-86F3-BB78526C143F}" dt="2026-10-12T12:22:55.821" v="652" actId="1076"/>
          <ac:spMkLst>
            <pc:docMk/>
            <pc:sldMk cId="1430599913" sldId="886"/>
            <ac:spMk id="42" creationId="{B242F3DE-95B6-40BC-856D-34209F6F41E3}"/>
          </ac:spMkLst>
        </pc:spChg>
        <pc:spChg chg="mod">
          <ac:chgData name="Minh Huynh" userId="01a137d4-0d81-46e0-aca6-c9185b391828" providerId="ADAL" clId="{18447838-0BCA-432B-86F3-BB78526C143F}" dt="2026-10-12T12:22:55.821" v="652" actId="1076"/>
          <ac:spMkLst>
            <pc:docMk/>
            <pc:sldMk cId="1430599913" sldId="886"/>
            <ac:spMk id="43" creationId="{15B02777-4E6D-495F-946D-5C5CB5D4B55F}"/>
          </ac:spMkLst>
        </pc:spChg>
        <pc:spChg chg="mod">
          <ac:chgData name="Minh Huynh" userId="01a137d4-0d81-46e0-aca6-c9185b391828" providerId="ADAL" clId="{18447838-0BCA-432B-86F3-BB78526C143F}" dt="2026-10-12T12:22:55.821" v="652" actId="1076"/>
          <ac:spMkLst>
            <pc:docMk/>
            <pc:sldMk cId="1430599913" sldId="886"/>
            <ac:spMk id="44" creationId="{0F20EE40-3AC7-42A0-A90D-0ADDC57C2037}"/>
          </ac:spMkLst>
        </pc:spChg>
        <pc:spChg chg="mod">
          <ac:chgData name="Minh Huynh" userId="01a137d4-0d81-46e0-aca6-c9185b391828" providerId="ADAL" clId="{18447838-0BCA-432B-86F3-BB78526C143F}" dt="2026-10-12T12:22:55.821" v="652" actId="1076"/>
          <ac:spMkLst>
            <pc:docMk/>
            <pc:sldMk cId="1430599913" sldId="886"/>
            <ac:spMk id="45" creationId="{C918D1B5-F5B4-40C0-9396-EDF40DD3CACB}"/>
          </ac:spMkLst>
        </pc:spChg>
        <pc:spChg chg="mod">
          <ac:chgData name="Minh Huynh" userId="01a137d4-0d81-46e0-aca6-c9185b391828" providerId="ADAL" clId="{18447838-0BCA-432B-86F3-BB78526C143F}" dt="2026-10-12T12:22:55.821" v="652" actId="1076"/>
          <ac:spMkLst>
            <pc:docMk/>
            <pc:sldMk cId="1430599913" sldId="886"/>
            <ac:spMk id="46" creationId="{71EA0A16-FC98-4B12-B68E-019281B65B2E}"/>
          </ac:spMkLst>
        </pc:spChg>
        <pc:spChg chg="mod">
          <ac:chgData name="Minh Huynh" userId="01a137d4-0d81-46e0-aca6-c9185b391828" providerId="ADAL" clId="{18447838-0BCA-432B-86F3-BB78526C143F}" dt="2026-10-12T12:22:55.821" v="652" actId="1076"/>
          <ac:spMkLst>
            <pc:docMk/>
            <pc:sldMk cId="1430599913" sldId="886"/>
            <ac:spMk id="47" creationId="{3587714D-2307-4E12-B0FA-ED8B002AFD76}"/>
          </ac:spMkLst>
        </pc:spChg>
        <pc:spChg chg="mod">
          <ac:chgData name="Minh Huynh" userId="01a137d4-0d81-46e0-aca6-c9185b391828" providerId="ADAL" clId="{18447838-0BCA-432B-86F3-BB78526C143F}" dt="2026-10-12T12:22:55.821" v="652" actId="1076"/>
          <ac:spMkLst>
            <pc:docMk/>
            <pc:sldMk cId="1430599913" sldId="886"/>
            <ac:spMk id="48" creationId="{48ED4C52-748F-4FF8-BB75-5D7EFB90836A}"/>
          </ac:spMkLst>
        </pc:spChg>
        <pc:spChg chg="mod">
          <ac:chgData name="Minh Huynh" userId="01a137d4-0d81-46e0-aca6-c9185b391828" providerId="ADAL" clId="{18447838-0BCA-432B-86F3-BB78526C143F}" dt="2026-10-12T12:22:55.821" v="652" actId="1076"/>
          <ac:spMkLst>
            <pc:docMk/>
            <pc:sldMk cId="1430599913" sldId="886"/>
            <ac:spMk id="49" creationId="{BDAED572-4913-4721-9EFC-1D017663DE1D}"/>
          </ac:spMkLst>
        </pc:spChg>
        <pc:spChg chg="mod">
          <ac:chgData name="Minh Huynh" userId="01a137d4-0d81-46e0-aca6-c9185b391828" providerId="ADAL" clId="{18447838-0BCA-432B-86F3-BB78526C143F}" dt="2026-10-12T12:22:55.821" v="652" actId="1076"/>
          <ac:spMkLst>
            <pc:docMk/>
            <pc:sldMk cId="1430599913" sldId="886"/>
            <ac:spMk id="50" creationId="{6138217B-56EB-435F-AEC6-75D0ED8A32AF}"/>
          </ac:spMkLst>
        </pc:spChg>
        <pc:spChg chg="mod">
          <ac:chgData name="Minh Huynh" userId="01a137d4-0d81-46e0-aca6-c9185b391828" providerId="ADAL" clId="{18447838-0BCA-432B-86F3-BB78526C143F}" dt="2026-10-12T12:22:55.821" v="652" actId="1076"/>
          <ac:spMkLst>
            <pc:docMk/>
            <pc:sldMk cId="1430599913" sldId="886"/>
            <ac:spMk id="51" creationId="{0253CE86-679E-46D6-98AA-32632A73FCA3}"/>
          </ac:spMkLst>
        </pc:spChg>
        <pc:spChg chg="mod">
          <ac:chgData name="Minh Huynh" userId="01a137d4-0d81-46e0-aca6-c9185b391828" providerId="ADAL" clId="{18447838-0BCA-432B-86F3-BB78526C143F}" dt="2026-10-12T12:22:55.821" v="652" actId="1076"/>
          <ac:spMkLst>
            <pc:docMk/>
            <pc:sldMk cId="1430599913" sldId="886"/>
            <ac:spMk id="52" creationId="{AFA18A70-4DF8-4816-ABC5-64670E6F1DE5}"/>
          </ac:spMkLst>
        </pc:spChg>
        <pc:spChg chg="mod">
          <ac:chgData name="Minh Huynh" userId="01a137d4-0d81-46e0-aca6-c9185b391828" providerId="ADAL" clId="{18447838-0BCA-432B-86F3-BB78526C143F}" dt="2026-10-12T12:22:55.821" v="652" actId="1076"/>
          <ac:spMkLst>
            <pc:docMk/>
            <pc:sldMk cId="1430599913" sldId="886"/>
            <ac:spMk id="53" creationId="{FF5C1C2B-5300-4059-93AD-D6CA40AB49FC}"/>
          </ac:spMkLst>
        </pc:spChg>
        <pc:spChg chg="mod">
          <ac:chgData name="Minh Huynh" userId="01a137d4-0d81-46e0-aca6-c9185b391828" providerId="ADAL" clId="{18447838-0BCA-432B-86F3-BB78526C143F}" dt="2026-10-12T12:22:55.821" v="652" actId="1076"/>
          <ac:spMkLst>
            <pc:docMk/>
            <pc:sldMk cId="1430599913" sldId="886"/>
            <ac:spMk id="54" creationId="{0CF689A3-C735-44C0-B575-79FAF2D9C7DF}"/>
          </ac:spMkLst>
        </pc:spChg>
        <pc:spChg chg="mod">
          <ac:chgData name="Minh Huynh" userId="01a137d4-0d81-46e0-aca6-c9185b391828" providerId="ADAL" clId="{18447838-0BCA-432B-86F3-BB78526C143F}" dt="2026-10-12T12:22:55.821" v="652" actId="1076"/>
          <ac:spMkLst>
            <pc:docMk/>
            <pc:sldMk cId="1430599913" sldId="886"/>
            <ac:spMk id="55" creationId="{58DA22CD-9A5D-4543-BD5C-C20CC619E752}"/>
          </ac:spMkLst>
        </pc:spChg>
        <pc:spChg chg="mod">
          <ac:chgData name="Minh Huynh" userId="01a137d4-0d81-46e0-aca6-c9185b391828" providerId="ADAL" clId="{18447838-0BCA-432B-86F3-BB78526C143F}" dt="2026-10-12T12:22:55.821" v="652" actId="1076"/>
          <ac:spMkLst>
            <pc:docMk/>
            <pc:sldMk cId="1430599913" sldId="886"/>
            <ac:spMk id="56" creationId="{1E023B0A-69A6-4BD1-9093-4AB9C8C844E6}"/>
          </ac:spMkLst>
        </pc:spChg>
        <pc:spChg chg="mod">
          <ac:chgData name="Minh Huynh" userId="01a137d4-0d81-46e0-aca6-c9185b391828" providerId="ADAL" clId="{18447838-0BCA-432B-86F3-BB78526C143F}" dt="2026-10-12T12:22:55.821" v="652" actId="1076"/>
          <ac:spMkLst>
            <pc:docMk/>
            <pc:sldMk cId="1430599913" sldId="886"/>
            <ac:spMk id="57" creationId="{BCC7C8DE-36AA-4E38-ADD4-33ABEEB98403}"/>
          </ac:spMkLst>
        </pc:spChg>
        <pc:spChg chg="mod">
          <ac:chgData name="Minh Huynh" userId="01a137d4-0d81-46e0-aca6-c9185b391828" providerId="ADAL" clId="{18447838-0BCA-432B-86F3-BB78526C143F}" dt="2026-10-12T12:22:55.821" v="652" actId="1076"/>
          <ac:spMkLst>
            <pc:docMk/>
            <pc:sldMk cId="1430599913" sldId="886"/>
            <ac:spMk id="58" creationId="{E2B35763-B21F-4E32-BAB0-1924A7E3E223}"/>
          </ac:spMkLst>
        </pc:spChg>
        <pc:spChg chg="mod">
          <ac:chgData name="Minh Huynh" userId="01a137d4-0d81-46e0-aca6-c9185b391828" providerId="ADAL" clId="{18447838-0BCA-432B-86F3-BB78526C143F}" dt="2026-10-12T12:22:55.821" v="652" actId="1076"/>
          <ac:spMkLst>
            <pc:docMk/>
            <pc:sldMk cId="1430599913" sldId="886"/>
            <ac:spMk id="59" creationId="{F5BB3A27-C1D7-4D91-8711-CBECDC2AAAB4}"/>
          </ac:spMkLst>
        </pc:spChg>
        <pc:spChg chg="mod">
          <ac:chgData name="Minh Huynh" userId="01a137d4-0d81-46e0-aca6-c9185b391828" providerId="ADAL" clId="{18447838-0BCA-432B-86F3-BB78526C143F}" dt="2026-10-12T12:22:55.821" v="652" actId="1076"/>
          <ac:spMkLst>
            <pc:docMk/>
            <pc:sldMk cId="1430599913" sldId="886"/>
            <ac:spMk id="60" creationId="{432556BA-79C5-4CA3-82A3-9D1662FFB47C}"/>
          </ac:spMkLst>
        </pc:spChg>
        <pc:spChg chg="mod">
          <ac:chgData name="Minh Huynh" userId="01a137d4-0d81-46e0-aca6-c9185b391828" providerId="ADAL" clId="{18447838-0BCA-432B-86F3-BB78526C143F}" dt="2026-10-12T12:22:55.821" v="652" actId="1076"/>
          <ac:spMkLst>
            <pc:docMk/>
            <pc:sldMk cId="1430599913" sldId="886"/>
            <ac:spMk id="61" creationId="{0617273F-AA08-49F0-A2D6-A14FCC87A948}"/>
          </ac:spMkLst>
        </pc:spChg>
        <pc:spChg chg="mod">
          <ac:chgData name="Minh Huynh" userId="01a137d4-0d81-46e0-aca6-c9185b391828" providerId="ADAL" clId="{18447838-0BCA-432B-86F3-BB78526C143F}" dt="2026-10-12T12:22:55.821" v="652" actId="1076"/>
          <ac:spMkLst>
            <pc:docMk/>
            <pc:sldMk cId="1430599913" sldId="886"/>
            <ac:spMk id="62" creationId="{85875A4D-AFA4-476A-8D81-F9CA4EFC1CD3}"/>
          </ac:spMkLst>
        </pc:spChg>
        <pc:spChg chg="mod">
          <ac:chgData name="Minh Huynh" userId="01a137d4-0d81-46e0-aca6-c9185b391828" providerId="ADAL" clId="{18447838-0BCA-432B-86F3-BB78526C143F}" dt="2026-10-12T12:22:55.821" v="652" actId="1076"/>
          <ac:spMkLst>
            <pc:docMk/>
            <pc:sldMk cId="1430599913" sldId="886"/>
            <ac:spMk id="63" creationId="{85E43DC6-C32C-45A7-B8F6-9292264965F0}"/>
          </ac:spMkLst>
        </pc:spChg>
        <pc:spChg chg="mod">
          <ac:chgData name="Minh Huynh" userId="01a137d4-0d81-46e0-aca6-c9185b391828" providerId="ADAL" clId="{18447838-0BCA-432B-86F3-BB78526C143F}" dt="2026-10-12T12:22:55.821" v="652" actId="1076"/>
          <ac:spMkLst>
            <pc:docMk/>
            <pc:sldMk cId="1430599913" sldId="886"/>
            <ac:spMk id="64" creationId="{B08F03FF-0CCE-4BD7-A7A2-06AD2EB991D8}"/>
          </ac:spMkLst>
        </pc:spChg>
        <pc:spChg chg="mod">
          <ac:chgData name="Minh Huynh" userId="01a137d4-0d81-46e0-aca6-c9185b391828" providerId="ADAL" clId="{18447838-0BCA-432B-86F3-BB78526C143F}" dt="2026-10-12T12:22:55.821" v="652" actId="1076"/>
          <ac:spMkLst>
            <pc:docMk/>
            <pc:sldMk cId="1430599913" sldId="886"/>
            <ac:spMk id="65" creationId="{DD1C0551-ACE7-448B-B258-4BB3E87EF914}"/>
          </ac:spMkLst>
        </pc:spChg>
        <pc:spChg chg="mod">
          <ac:chgData name="Minh Huynh" userId="01a137d4-0d81-46e0-aca6-c9185b391828" providerId="ADAL" clId="{18447838-0BCA-432B-86F3-BB78526C143F}" dt="2026-10-12T12:22:55.821" v="652" actId="1076"/>
          <ac:spMkLst>
            <pc:docMk/>
            <pc:sldMk cId="1430599913" sldId="886"/>
            <ac:spMk id="66" creationId="{1B851FF8-6234-496E-958E-BE95A3F06E9B}"/>
          </ac:spMkLst>
        </pc:spChg>
        <pc:spChg chg="mod">
          <ac:chgData name="Minh Huynh" userId="01a137d4-0d81-46e0-aca6-c9185b391828" providerId="ADAL" clId="{18447838-0BCA-432B-86F3-BB78526C143F}" dt="2026-10-12T12:22:55.821" v="652" actId="1076"/>
          <ac:spMkLst>
            <pc:docMk/>
            <pc:sldMk cId="1430599913" sldId="886"/>
            <ac:spMk id="67" creationId="{DE1EC9FF-A4CD-4277-955E-E586340652F8}"/>
          </ac:spMkLst>
        </pc:spChg>
        <pc:spChg chg="mod">
          <ac:chgData name="Minh Huynh" userId="01a137d4-0d81-46e0-aca6-c9185b391828" providerId="ADAL" clId="{18447838-0BCA-432B-86F3-BB78526C143F}" dt="2026-10-12T12:22:55.821" v="652" actId="1076"/>
          <ac:spMkLst>
            <pc:docMk/>
            <pc:sldMk cId="1430599913" sldId="886"/>
            <ac:spMk id="68" creationId="{8D89AC36-0742-462D-BB9A-13541A228B69}"/>
          </ac:spMkLst>
        </pc:spChg>
        <pc:spChg chg="mod">
          <ac:chgData name="Minh Huynh" userId="01a137d4-0d81-46e0-aca6-c9185b391828" providerId="ADAL" clId="{18447838-0BCA-432B-86F3-BB78526C143F}" dt="2026-10-12T12:22:55.821" v="652" actId="1076"/>
          <ac:spMkLst>
            <pc:docMk/>
            <pc:sldMk cId="1430599913" sldId="886"/>
            <ac:spMk id="69" creationId="{2205AC33-9FDD-4C20-9251-8EDE93B7E154}"/>
          </ac:spMkLst>
        </pc:spChg>
        <pc:spChg chg="mod">
          <ac:chgData name="Minh Huynh" userId="01a137d4-0d81-46e0-aca6-c9185b391828" providerId="ADAL" clId="{18447838-0BCA-432B-86F3-BB78526C143F}" dt="2026-10-12T12:22:55.821" v="652" actId="1076"/>
          <ac:spMkLst>
            <pc:docMk/>
            <pc:sldMk cId="1430599913" sldId="886"/>
            <ac:spMk id="70" creationId="{F1E7DEA1-9F9C-43D3-821E-E4130A01C0E6}"/>
          </ac:spMkLst>
        </pc:spChg>
        <pc:spChg chg="mod">
          <ac:chgData name="Minh Huynh" userId="01a137d4-0d81-46e0-aca6-c9185b391828" providerId="ADAL" clId="{18447838-0BCA-432B-86F3-BB78526C143F}" dt="2026-10-12T12:22:55.821" v="652" actId="1076"/>
          <ac:spMkLst>
            <pc:docMk/>
            <pc:sldMk cId="1430599913" sldId="886"/>
            <ac:spMk id="71" creationId="{3BCDA718-6115-41E1-82DB-47DF09B9F038}"/>
          </ac:spMkLst>
        </pc:spChg>
        <pc:spChg chg="mod">
          <ac:chgData name="Minh Huynh" userId="01a137d4-0d81-46e0-aca6-c9185b391828" providerId="ADAL" clId="{18447838-0BCA-432B-86F3-BB78526C143F}" dt="2026-10-12T12:22:55.821" v="652" actId="1076"/>
          <ac:spMkLst>
            <pc:docMk/>
            <pc:sldMk cId="1430599913" sldId="886"/>
            <ac:spMk id="72" creationId="{AA3DA68F-6579-4209-9EDE-07E56659287D}"/>
          </ac:spMkLst>
        </pc:spChg>
        <pc:spChg chg="mod">
          <ac:chgData name="Minh Huynh" userId="01a137d4-0d81-46e0-aca6-c9185b391828" providerId="ADAL" clId="{18447838-0BCA-432B-86F3-BB78526C143F}" dt="2026-10-12T12:22:55.821" v="652" actId="1076"/>
          <ac:spMkLst>
            <pc:docMk/>
            <pc:sldMk cId="1430599913" sldId="886"/>
            <ac:spMk id="73" creationId="{59C30626-DD0B-42BC-8B6D-81D18D1782A8}"/>
          </ac:spMkLst>
        </pc:spChg>
        <pc:spChg chg="mod">
          <ac:chgData name="Minh Huynh" userId="01a137d4-0d81-46e0-aca6-c9185b391828" providerId="ADAL" clId="{18447838-0BCA-432B-86F3-BB78526C143F}" dt="2026-10-12T12:22:49.907" v="651" actId="14100"/>
          <ac:spMkLst>
            <pc:docMk/>
            <pc:sldMk cId="1430599913" sldId="886"/>
            <ac:spMk id="74" creationId="{0BC5EFDD-B5EE-4CD3-9813-3FC4733EEA9A}"/>
          </ac:spMkLst>
        </pc:spChg>
        <pc:spChg chg="add mod">
          <ac:chgData name="Minh Huynh" userId="01a137d4-0d81-46e0-aca6-c9185b391828" providerId="ADAL" clId="{18447838-0BCA-432B-86F3-BB78526C143F}" dt="2026-10-12T12:23:13.268" v="656" actId="1076"/>
          <ac:spMkLst>
            <pc:docMk/>
            <pc:sldMk cId="1430599913" sldId="886"/>
            <ac:spMk id="75" creationId="{672AB75B-4AFD-405E-ABC0-379E0E1310B6}"/>
          </ac:spMkLst>
        </pc:spChg>
        <pc:spChg chg="add mod">
          <ac:chgData name="Minh Huynh" userId="01a137d4-0d81-46e0-aca6-c9185b391828" providerId="ADAL" clId="{18447838-0BCA-432B-86F3-BB78526C143F}" dt="2026-10-12T12:23:13.268" v="656" actId="1076"/>
          <ac:spMkLst>
            <pc:docMk/>
            <pc:sldMk cId="1430599913" sldId="886"/>
            <ac:spMk id="76" creationId="{09B25EF2-80F3-4679-B714-26A493513785}"/>
          </ac:spMkLst>
        </pc:spChg>
        <pc:spChg chg="add mod">
          <ac:chgData name="Minh Huynh" userId="01a137d4-0d81-46e0-aca6-c9185b391828" providerId="ADAL" clId="{18447838-0BCA-432B-86F3-BB78526C143F}" dt="2026-10-12T12:23:13.268" v="656" actId="1076"/>
          <ac:spMkLst>
            <pc:docMk/>
            <pc:sldMk cId="1430599913" sldId="886"/>
            <ac:spMk id="77" creationId="{8D42CE75-BD0F-4A37-BE35-DA9489BC95FD}"/>
          </ac:spMkLst>
        </pc:spChg>
        <pc:spChg chg="add mod">
          <ac:chgData name="Minh Huynh" userId="01a137d4-0d81-46e0-aca6-c9185b391828" providerId="ADAL" clId="{18447838-0BCA-432B-86F3-BB78526C143F}" dt="2026-10-12T12:23:13.268" v="656" actId="1076"/>
          <ac:spMkLst>
            <pc:docMk/>
            <pc:sldMk cId="1430599913" sldId="886"/>
            <ac:spMk id="78" creationId="{3DBABC7D-1F2F-45E3-909D-B6A40CF1382C}"/>
          </ac:spMkLst>
        </pc:spChg>
        <pc:spChg chg="add mod">
          <ac:chgData name="Minh Huynh" userId="01a137d4-0d81-46e0-aca6-c9185b391828" providerId="ADAL" clId="{18447838-0BCA-432B-86F3-BB78526C143F}" dt="2026-10-12T12:23:13.268" v="656" actId="1076"/>
          <ac:spMkLst>
            <pc:docMk/>
            <pc:sldMk cId="1430599913" sldId="886"/>
            <ac:spMk id="79" creationId="{6C2CAE76-0AC0-4571-8187-4A78B58BA77E}"/>
          </ac:spMkLst>
        </pc:spChg>
        <pc:spChg chg="add mod">
          <ac:chgData name="Minh Huynh" userId="01a137d4-0d81-46e0-aca6-c9185b391828" providerId="ADAL" clId="{18447838-0BCA-432B-86F3-BB78526C143F}" dt="2026-10-12T12:23:13.268" v="656" actId="1076"/>
          <ac:spMkLst>
            <pc:docMk/>
            <pc:sldMk cId="1430599913" sldId="886"/>
            <ac:spMk id="80" creationId="{CF159600-ADF5-459B-81FC-639AB5FC01DE}"/>
          </ac:spMkLst>
        </pc:spChg>
        <pc:spChg chg="add mod">
          <ac:chgData name="Minh Huynh" userId="01a137d4-0d81-46e0-aca6-c9185b391828" providerId="ADAL" clId="{18447838-0BCA-432B-86F3-BB78526C143F}" dt="2026-10-12T12:23:13.268" v="656" actId="1076"/>
          <ac:spMkLst>
            <pc:docMk/>
            <pc:sldMk cId="1430599913" sldId="886"/>
            <ac:spMk id="81" creationId="{CD8EA6C3-373C-4502-9391-A39D94EAF25B}"/>
          </ac:spMkLst>
        </pc:spChg>
        <pc:spChg chg="add mod">
          <ac:chgData name="Minh Huynh" userId="01a137d4-0d81-46e0-aca6-c9185b391828" providerId="ADAL" clId="{18447838-0BCA-432B-86F3-BB78526C143F}" dt="2026-10-12T12:23:13.268" v="656" actId="1076"/>
          <ac:spMkLst>
            <pc:docMk/>
            <pc:sldMk cId="1430599913" sldId="886"/>
            <ac:spMk id="82" creationId="{4507CDF4-66DE-4FC4-87E7-C98DE1645320}"/>
          </ac:spMkLst>
        </pc:spChg>
        <pc:spChg chg="add mod">
          <ac:chgData name="Minh Huynh" userId="01a137d4-0d81-46e0-aca6-c9185b391828" providerId="ADAL" clId="{18447838-0BCA-432B-86F3-BB78526C143F}" dt="2026-10-12T12:23:13.268" v="656" actId="1076"/>
          <ac:spMkLst>
            <pc:docMk/>
            <pc:sldMk cId="1430599913" sldId="886"/>
            <ac:spMk id="83" creationId="{6D8F56CB-C304-4A1D-87E4-2A14C29BB41F}"/>
          </ac:spMkLst>
        </pc:spChg>
        <pc:spChg chg="add mod">
          <ac:chgData name="Minh Huynh" userId="01a137d4-0d81-46e0-aca6-c9185b391828" providerId="ADAL" clId="{18447838-0BCA-432B-86F3-BB78526C143F}" dt="2026-10-12T12:23:13.268" v="656" actId="1076"/>
          <ac:spMkLst>
            <pc:docMk/>
            <pc:sldMk cId="1430599913" sldId="886"/>
            <ac:spMk id="84" creationId="{16EA3E32-B870-45BB-BAA0-DB1133902BD1}"/>
          </ac:spMkLst>
        </pc:spChg>
        <pc:spChg chg="add mod">
          <ac:chgData name="Minh Huynh" userId="01a137d4-0d81-46e0-aca6-c9185b391828" providerId="ADAL" clId="{18447838-0BCA-432B-86F3-BB78526C143F}" dt="2026-10-12T12:23:13.268" v="656" actId="1076"/>
          <ac:spMkLst>
            <pc:docMk/>
            <pc:sldMk cId="1430599913" sldId="886"/>
            <ac:spMk id="85" creationId="{EA07BA14-B4D8-4309-95F5-A25A2E4E8D58}"/>
          </ac:spMkLst>
        </pc:spChg>
        <pc:spChg chg="add mod">
          <ac:chgData name="Minh Huynh" userId="01a137d4-0d81-46e0-aca6-c9185b391828" providerId="ADAL" clId="{18447838-0BCA-432B-86F3-BB78526C143F}" dt="2026-10-12T12:23:13.268" v="656" actId="1076"/>
          <ac:spMkLst>
            <pc:docMk/>
            <pc:sldMk cId="1430599913" sldId="886"/>
            <ac:spMk id="86" creationId="{B6D5F04F-36FC-406B-A40C-D8B6908AB853}"/>
          </ac:spMkLst>
        </pc:spChg>
        <pc:spChg chg="add mod">
          <ac:chgData name="Minh Huynh" userId="01a137d4-0d81-46e0-aca6-c9185b391828" providerId="ADAL" clId="{18447838-0BCA-432B-86F3-BB78526C143F}" dt="2026-10-12T12:23:13.268" v="656" actId="1076"/>
          <ac:spMkLst>
            <pc:docMk/>
            <pc:sldMk cId="1430599913" sldId="886"/>
            <ac:spMk id="87" creationId="{5E543576-C4F0-4280-976F-59449BD2A084}"/>
          </ac:spMkLst>
        </pc:spChg>
        <pc:spChg chg="add mod">
          <ac:chgData name="Minh Huynh" userId="01a137d4-0d81-46e0-aca6-c9185b391828" providerId="ADAL" clId="{18447838-0BCA-432B-86F3-BB78526C143F}" dt="2026-10-12T12:23:13.268" v="656" actId="1076"/>
          <ac:spMkLst>
            <pc:docMk/>
            <pc:sldMk cId="1430599913" sldId="886"/>
            <ac:spMk id="88" creationId="{1FBAF0FD-5DA1-489C-BC60-614247CD290E}"/>
          </ac:spMkLst>
        </pc:spChg>
        <pc:spChg chg="add mod">
          <ac:chgData name="Minh Huynh" userId="01a137d4-0d81-46e0-aca6-c9185b391828" providerId="ADAL" clId="{18447838-0BCA-432B-86F3-BB78526C143F}" dt="2026-10-12T12:23:13.268" v="656" actId="1076"/>
          <ac:spMkLst>
            <pc:docMk/>
            <pc:sldMk cId="1430599913" sldId="886"/>
            <ac:spMk id="89" creationId="{D331AA63-1C26-4FFE-80BA-65BDD4F45A48}"/>
          </ac:spMkLst>
        </pc:spChg>
        <pc:spChg chg="add mod">
          <ac:chgData name="Minh Huynh" userId="01a137d4-0d81-46e0-aca6-c9185b391828" providerId="ADAL" clId="{18447838-0BCA-432B-86F3-BB78526C143F}" dt="2026-10-12T12:23:13.268" v="656" actId="1076"/>
          <ac:spMkLst>
            <pc:docMk/>
            <pc:sldMk cId="1430599913" sldId="886"/>
            <ac:spMk id="90" creationId="{9D3FCAAC-BC35-412E-B18F-6785ADA42E6F}"/>
          </ac:spMkLst>
        </pc:spChg>
        <pc:spChg chg="add mod">
          <ac:chgData name="Minh Huynh" userId="01a137d4-0d81-46e0-aca6-c9185b391828" providerId="ADAL" clId="{18447838-0BCA-432B-86F3-BB78526C143F}" dt="2026-10-12T12:23:13.268" v="656" actId="1076"/>
          <ac:spMkLst>
            <pc:docMk/>
            <pc:sldMk cId="1430599913" sldId="886"/>
            <ac:spMk id="91" creationId="{D708E1AC-DAFB-49EA-806C-BE508D025AC8}"/>
          </ac:spMkLst>
        </pc:spChg>
        <pc:spChg chg="add mod">
          <ac:chgData name="Minh Huynh" userId="01a137d4-0d81-46e0-aca6-c9185b391828" providerId="ADAL" clId="{18447838-0BCA-432B-86F3-BB78526C143F}" dt="2026-10-12T12:23:13.268" v="656" actId="1076"/>
          <ac:spMkLst>
            <pc:docMk/>
            <pc:sldMk cId="1430599913" sldId="886"/>
            <ac:spMk id="92" creationId="{F66434F9-21B9-41A1-9D18-13B86BA0F7EC}"/>
          </ac:spMkLst>
        </pc:spChg>
        <pc:spChg chg="add mod">
          <ac:chgData name="Minh Huynh" userId="01a137d4-0d81-46e0-aca6-c9185b391828" providerId="ADAL" clId="{18447838-0BCA-432B-86F3-BB78526C143F}" dt="2026-10-12T12:23:13.268" v="656" actId="1076"/>
          <ac:spMkLst>
            <pc:docMk/>
            <pc:sldMk cId="1430599913" sldId="886"/>
            <ac:spMk id="93" creationId="{DA404B3E-294C-4381-B703-D04F2FE96882}"/>
          </ac:spMkLst>
        </pc:spChg>
        <pc:spChg chg="add mod">
          <ac:chgData name="Minh Huynh" userId="01a137d4-0d81-46e0-aca6-c9185b391828" providerId="ADAL" clId="{18447838-0BCA-432B-86F3-BB78526C143F}" dt="2026-10-12T12:23:13.268" v="656" actId="1076"/>
          <ac:spMkLst>
            <pc:docMk/>
            <pc:sldMk cId="1430599913" sldId="886"/>
            <ac:spMk id="94" creationId="{4355127D-D13F-4E33-9801-50606D5E682C}"/>
          </ac:spMkLst>
        </pc:spChg>
        <pc:spChg chg="add mod">
          <ac:chgData name="Minh Huynh" userId="01a137d4-0d81-46e0-aca6-c9185b391828" providerId="ADAL" clId="{18447838-0BCA-432B-86F3-BB78526C143F}" dt="2026-10-12T12:23:13.268" v="656" actId="1076"/>
          <ac:spMkLst>
            <pc:docMk/>
            <pc:sldMk cId="1430599913" sldId="886"/>
            <ac:spMk id="95" creationId="{254333FB-3C01-4F9E-B192-F4E329FCF37D}"/>
          </ac:spMkLst>
        </pc:spChg>
        <pc:spChg chg="add mod">
          <ac:chgData name="Minh Huynh" userId="01a137d4-0d81-46e0-aca6-c9185b391828" providerId="ADAL" clId="{18447838-0BCA-432B-86F3-BB78526C143F}" dt="2026-10-12T12:23:13.268" v="656" actId="1076"/>
          <ac:spMkLst>
            <pc:docMk/>
            <pc:sldMk cId="1430599913" sldId="886"/>
            <ac:spMk id="96" creationId="{19C6D977-366F-4AB5-BDAE-E6DCAD77473D}"/>
          </ac:spMkLst>
        </pc:spChg>
        <pc:spChg chg="add mod">
          <ac:chgData name="Minh Huynh" userId="01a137d4-0d81-46e0-aca6-c9185b391828" providerId="ADAL" clId="{18447838-0BCA-432B-86F3-BB78526C143F}" dt="2026-10-12T12:23:13.268" v="656" actId="1076"/>
          <ac:spMkLst>
            <pc:docMk/>
            <pc:sldMk cId="1430599913" sldId="886"/>
            <ac:spMk id="97" creationId="{55D83396-B6C0-4EE7-8736-EE5C5CCBCEE4}"/>
          </ac:spMkLst>
        </pc:spChg>
        <pc:spChg chg="add mod">
          <ac:chgData name="Minh Huynh" userId="01a137d4-0d81-46e0-aca6-c9185b391828" providerId="ADAL" clId="{18447838-0BCA-432B-86F3-BB78526C143F}" dt="2026-10-12T12:23:13.268" v="656" actId="1076"/>
          <ac:spMkLst>
            <pc:docMk/>
            <pc:sldMk cId="1430599913" sldId="886"/>
            <ac:spMk id="98" creationId="{EFB24756-4245-4F90-B9AC-21EFBAE15DC4}"/>
          </ac:spMkLst>
        </pc:spChg>
        <pc:grpChg chg="mod">
          <ac:chgData name="Minh Huynh" userId="01a137d4-0d81-46e0-aca6-c9185b391828" providerId="ADAL" clId="{18447838-0BCA-432B-86F3-BB78526C143F}" dt="2026-10-12T12:22:55.821" v="652" actId="1076"/>
          <ac:grpSpMkLst>
            <pc:docMk/>
            <pc:sldMk cId="1430599913" sldId="886"/>
            <ac:grpSpMk id="11" creationId="{5B920099-B518-4D2E-82E0-343DE121F2BB}"/>
          </ac:grpSpMkLst>
        </pc:grpChg>
        <pc:grpChg chg="mod">
          <ac:chgData name="Minh Huynh" userId="01a137d4-0d81-46e0-aca6-c9185b391828" providerId="ADAL" clId="{18447838-0BCA-432B-86F3-BB78526C143F}" dt="2026-10-12T12:22:55.821" v="652" actId="1076"/>
          <ac:grpSpMkLst>
            <pc:docMk/>
            <pc:sldMk cId="1430599913" sldId="886"/>
            <ac:grpSpMk id="21" creationId="{E32746D7-EBE4-4027-A1F0-9FA7C95395C3}"/>
          </ac:grpSpMkLst>
        </pc:grpChg>
        <pc:grpChg chg="mod">
          <ac:chgData name="Minh Huynh" userId="01a137d4-0d81-46e0-aca6-c9185b391828" providerId="ADAL" clId="{18447838-0BCA-432B-86F3-BB78526C143F}" dt="2026-10-12T12:22:55.821" v="652" actId="1076"/>
          <ac:grpSpMkLst>
            <pc:docMk/>
            <pc:sldMk cId="1430599913" sldId="886"/>
            <ac:grpSpMk id="24" creationId="{AE50BED5-117F-4004-8FA4-DFF30C46E086}"/>
          </ac:grpSpMkLst>
        </pc:grpChg>
        <pc:grpChg chg="mod">
          <ac:chgData name="Minh Huynh" userId="01a137d4-0d81-46e0-aca6-c9185b391828" providerId="ADAL" clId="{18447838-0BCA-432B-86F3-BB78526C143F}" dt="2026-10-12T12:22:55.821" v="652" actId="1076"/>
          <ac:grpSpMkLst>
            <pc:docMk/>
            <pc:sldMk cId="1430599913" sldId="886"/>
            <ac:grpSpMk id="27" creationId="{759EA27F-95C7-4804-AFD4-5719CB73F124}"/>
          </ac:grpSpMkLst>
        </pc:grpChg>
        <pc:grpChg chg="mod">
          <ac:chgData name="Minh Huynh" userId="01a137d4-0d81-46e0-aca6-c9185b391828" providerId="ADAL" clId="{18447838-0BCA-432B-86F3-BB78526C143F}" dt="2026-10-12T12:22:55.821" v="652" actId="1076"/>
          <ac:grpSpMkLst>
            <pc:docMk/>
            <pc:sldMk cId="1430599913" sldId="886"/>
            <ac:grpSpMk id="30" creationId="{47402669-A510-48D5-B430-FB374E0176A9}"/>
          </ac:grpSpMkLst>
        </pc:grpChg>
        <pc:grpChg chg="mod">
          <ac:chgData name="Minh Huynh" userId="01a137d4-0d81-46e0-aca6-c9185b391828" providerId="ADAL" clId="{18447838-0BCA-432B-86F3-BB78526C143F}" dt="2026-10-12T12:22:55.821" v="652" actId="1076"/>
          <ac:grpSpMkLst>
            <pc:docMk/>
            <pc:sldMk cId="1430599913" sldId="886"/>
            <ac:grpSpMk id="33" creationId="{4289E4EA-4973-49E4-85D7-336AD5D53DE7}"/>
          </ac:grpSpMkLst>
        </pc:grpChg>
        <pc:grpChg chg="mod">
          <ac:chgData name="Minh Huynh" userId="01a137d4-0d81-46e0-aca6-c9185b391828" providerId="ADAL" clId="{18447838-0BCA-432B-86F3-BB78526C143F}" dt="2026-10-12T12:22:55.821" v="652" actId="1076"/>
          <ac:grpSpMkLst>
            <pc:docMk/>
            <pc:sldMk cId="1430599913" sldId="886"/>
            <ac:grpSpMk id="36" creationId="{EF2B91C8-07CB-4470-ACA1-DB1139D2851A}"/>
          </ac:grpSpMkLst>
        </pc:grpChg>
        <pc:grpChg chg="mod">
          <ac:chgData name="Minh Huynh" userId="01a137d4-0d81-46e0-aca6-c9185b391828" providerId="ADAL" clId="{18447838-0BCA-432B-86F3-BB78526C143F}" dt="2026-10-12T12:22:55.821" v="652" actId="1076"/>
          <ac:grpSpMkLst>
            <pc:docMk/>
            <pc:sldMk cId="1430599913" sldId="886"/>
            <ac:grpSpMk id="39" creationId="{C27BFCA6-6D08-4B06-AC70-0E9D35442B6C}"/>
          </ac:grpSpMkLst>
        </pc:grpChg>
      </pc:sldChg>
      <pc:sldChg chg="del">
        <pc:chgData name="Minh Huynh" userId="01a137d4-0d81-46e0-aca6-c9185b391828" providerId="ADAL" clId="{18447838-0BCA-432B-86F3-BB78526C143F}" dt="2026-10-12T12:12:45.996" v="0" actId="47"/>
        <pc:sldMkLst>
          <pc:docMk/>
          <pc:sldMk cId="3785241365" sldId="886"/>
        </pc:sldMkLst>
      </pc:sldChg>
      <pc:sldChg chg="del">
        <pc:chgData name="Minh Huynh" userId="01a137d4-0d81-46e0-aca6-c9185b391828" providerId="ADAL" clId="{18447838-0BCA-432B-86F3-BB78526C143F}" dt="2026-10-12T12:12:45.996" v="0" actId="47"/>
        <pc:sldMkLst>
          <pc:docMk/>
          <pc:sldMk cId="312211180" sldId="887"/>
        </pc:sldMkLst>
      </pc:sldChg>
      <pc:sldChg chg="addSp delSp modSp add mod">
        <pc:chgData name="Minh Huynh" userId="01a137d4-0d81-46e0-aca6-c9185b391828" providerId="ADAL" clId="{18447838-0BCA-432B-86F3-BB78526C143F}" dt="2026-10-12T12:23:52.156" v="665" actId="20577"/>
        <pc:sldMkLst>
          <pc:docMk/>
          <pc:sldMk cId="1340834930" sldId="887"/>
        </pc:sldMkLst>
        <pc:spChg chg="mod">
          <ac:chgData name="Minh Huynh" userId="01a137d4-0d81-46e0-aca6-c9185b391828" providerId="ADAL" clId="{18447838-0BCA-432B-86F3-BB78526C143F}" dt="2026-10-12T12:23:52.156" v="665" actId="20577"/>
          <ac:spMkLst>
            <pc:docMk/>
            <pc:sldMk cId="1340834930" sldId="887"/>
            <ac:spMk id="74" creationId="{0BC5EFDD-B5EE-4CD3-9813-3FC4733EEA9A}"/>
          </ac:spMkLst>
        </pc:spChg>
        <pc:spChg chg="del">
          <ac:chgData name="Minh Huynh" userId="01a137d4-0d81-46e0-aca6-c9185b391828" providerId="ADAL" clId="{18447838-0BCA-432B-86F3-BB78526C143F}" dt="2026-10-12T12:23:29.755" v="658" actId="478"/>
          <ac:spMkLst>
            <pc:docMk/>
            <pc:sldMk cId="1340834930" sldId="887"/>
            <ac:spMk id="75" creationId="{672AB75B-4AFD-405E-ABC0-379E0E1310B6}"/>
          </ac:spMkLst>
        </pc:spChg>
        <pc:spChg chg="del">
          <ac:chgData name="Minh Huynh" userId="01a137d4-0d81-46e0-aca6-c9185b391828" providerId="ADAL" clId="{18447838-0BCA-432B-86F3-BB78526C143F}" dt="2026-10-12T12:23:29.755" v="658" actId="478"/>
          <ac:spMkLst>
            <pc:docMk/>
            <pc:sldMk cId="1340834930" sldId="887"/>
            <ac:spMk id="76" creationId="{09B25EF2-80F3-4679-B714-26A493513785}"/>
          </ac:spMkLst>
        </pc:spChg>
        <pc:spChg chg="del">
          <ac:chgData name="Minh Huynh" userId="01a137d4-0d81-46e0-aca6-c9185b391828" providerId="ADAL" clId="{18447838-0BCA-432B-86F3-BB78526C143F}" dt="2026-10-12T12:23:29.755" v="658" actId="478"/>
          <ac:spMkLst>
            <pc:docMk/>
            <pc:sldMk cId="1340834930" sldId="887"/>
            <ac:spMk id="77" creationId="{8D42CE75-BD0F-4A37-BE35-DA9489BC95FD}"/>
          </ac:spMkLst>
        </pc:spChg>
        <pc:spChg chg="del">
          <ac:chgData name="Minh Huynh" userId="01a137d4-0d81-46e0-aca6-c9185b391828" providerId="ADAL" clId="{18447838-0BCA-432B-86F3-BB78526C143F}" dt="2026-10-12T12:23:29.755" v="658" actId="478"/>
          <ac:spMkLst>
            <pc:docMk/>
            <pc:sldMk cId="1340834930" sldId="887"/>
            <ac:spMk id="78" creationId="{3DBABC7D-1F2F-45E3-909D-B6A40CF1382C}"/>
          </ac:spMkLst>
        </pc:spChg>
        <pc:spChg chg="del">
          <ac:chgData name="Minh Huynh" userId="01a137d4-0d81-46e0-aca6-c9185b391828" providerId="ADAL" clId="{18447838-0BCA-432B-86F3-BB78526C143F}" dt="2026-10-12T12:23:29.755" v="658" actId="478"/>
          <ac:spMkLst>
            <pc:docMk/>
            <pc:sldMk cId="1340834930" sldId="887"/>
            <ac:spMk id="79" creationId="{6C2CAE76-0AC0-4571-8187-4A78B58BA77E}"/>
          </ac:spMkLst>
        </pc:spChg>
        <pc:spChg chg="del">
          <ac:chgData name="Minh Huynh" userId="01a137d4-0d81-46e0-aca6-c9185b391828" providerId="ADAL" clId="{18447838-0BCA-432B-86F3-BB78526C143F}" dt="2026-10-12T12:23:29.755" v="658" actId="478"/>
          <ac:spMkLst>
            <pc:docMk/>
            <pc:sldMk cId="1340834930" sldId="887"/>
            <ac:spMk id="80" creationId="{CF159600-ADF5-459B-81FC-639AB5FC01DE}"/>
          </ac:spMkLst>
        </pc:spChg>
        <pc:spChg chg="del">
          <ac:chgData name="Minh Huynh" userId="01a137d4-0d81-46e0-aca6-c9185b391828" providerId="ADAL" clId="{18447838-0BCA-432B-86F3-BB78526C143F}" dt="2026-10-12T12:23:29.755" v="658" actId="478"/>
          <ac:spMkLst>
            <pc:docMk/>
            <pc:sldMk cId="1340834930" sldId="887"/>
            <ac:spMk id="81" creationId="{CD8EA6C3-373C-4502-9391-A39D94EAF25B}"/>
          </ac:spMkLst>
        </pc:spChg>
        <pc:spChg chg="del">
          <ac:chgData name="Minh Huynh" userId="01a137d4-0d81-46e0-aca6-c9185b391828" providerId="ADAL" clId="{18447838-0BCA-432B-86F3-BB78526C143F}" dt="2026-10-12T12:23:29.755" v="658" actId="478"/>
          <ac:spMkLst>
            <pc:docMk/>
            <pc:sldMk cId="1340834930" sldId="887"/>
            <ac:spMk id="82" creationId="{4507CDF4-66DE-4FC4-87E7-C98DE1645320}"/>
          </ac:spMkLst>
        </pc:spChg>
        <pc:spChg chg="del">
          <ac:chgData name="Minh Huynh" userId="01a137d4-0d81-46e0-aca6-c9185b391828" providerId="ADAL" clId="{18447838-0BCA-432B-86F3-BB78526C143F}" dt="2026-10-12T12:23:29.755" v="658" actId="478"/>
          <ac:spMkLst>
            <pc:docMk/>
            <pc:sldMk cId="1340834930" sldId="887"/>
            <ac:spMk id="83" creationId="{6D8F56CB-C304-4A1D-87E4-2A14C29BB41F}"/>
          </ac:spMkLst>
        </pc:spChg>
        <pc:spChg chg="del">
          <ac:chgData name="Minh Huynh" userId="01a137d4-0d81-46e0-aca6-c9185b391828" providerId="ADAL" clId="{18447838-0BCA-432B-86F3-BB78526C143F}" dt="2026-10-12T12:23:29.755" v="658" actId="478"/>
          <ac:spMkLst>
            <pc:docMk/>
            <pc:sldMk cId="1340834930" sldId="887"/>
            <ac:spMk id="84" creationId="{16EA3E32-B870-45BB-BAA0-DB1133902BD1}"/>
          </ac:spMkLst>
        </pc:spChg>
        <pc:spChg chg="del">
          <ac:chgData name="Minh Huynh" userId="01a137d4-0d81-46e0-aca6-c9185b391828" providerId="ADAL" clId="{18447838-0BCA-432B-86F3-BB78526C143F}" dt="2026-10-12T12:23:29.755" v="658" actId="478"/>
          <ac:spMkLst>
            <pc:docMk/>
            <pc:sldMk cId="1340834930" sldId="887"/>
            <ac:spMk id="85" creationId="{EA07BA14-B4D8-4309-95F5-A25A2E4E8D58}"/>
          </ac:spMkLst>
        </pc:spChg>
        <pc:spChg chg="del">
          <ac:chgData name="Minh Huynh" userId="01a137d4-0d81-46e0-aca6-c9185b391828" providerId="ADAL" clId="{18447838-0BCA-432B-86F3-BB78526C143F}" dt="2026-10-12T12:23:29.755" v="658" actId="478"/>
          <ac:spMkLst>
            <pc:docMk/>
            <pc:sldMk cId="1340834930" sldId="887"/>
            <ac:spMk id="86" creationId="{B6D5F04F-36FC-406B-A40C-D8B6908AB853}"/>
          </ac:spMkLst>
        </pc:spChg>
        <pc:spChg chg="del">
          <ac:chgData name="Minh Huynh" userId="01a137d4-0d81-46e0-aca6-c9185b391828" providerId="ADAL" clId="{18447838-0BCA-432B-86F3-BB78526C143F}" dt="2026-10-12T12:23:29.755" v="658" actId="478"/>
          <ac:spMkLst>
            <pc:docMk/>
            <pc:sldMk cId="1340834930" sldId="887"/>
            <ac:spMk id="87" creationId="{5E543576-C4F0-4280-976F-59449BD2A084}"/>
          </ac:spMkLst>
        </pc:spChg>
        <pc:spChg chg="del">
          <ac:chgData name="Minh Huynh" userId="01a137d4-0d81-46e0-aca6-c9185b391828" providerId="ADAL" clId="{18447838-0BCA-432B-86F3-BB78526C143F}" dt="2026-10-12T12:23:29.755" v="658" actId="478"/>
          <ac:spMkLst>
            <pc:docMk/>
            <pc:sldMk cId="1340834930" sldId="887"/>
            <ac:spMk id="88" creationId="{1FBAF0FD-5DA1-489C-BC60-614247CD290E}"/>
          </ac:spMkLst>
        </pc:spChg>
        <pc:spChg chg="del">
          <ac:chgData name="Minh Huynh" userId="01a137d4-0d81-46e0-aca6-c9185b391828" providerId="ADAL" clId="{18447838-0BCA-432B-86F3-BB78526C143F}" dt="2026-10-12T12:23:29.755" v="658" actId="478"/>
          <ac:spMkLst>
            <pc:docMk/>
            <pc:sldMk cId="1340834930" sldId="887"/>
            <ac:spMk id="89" creationId="{D331AA63-1C26-4FFE-80BA-65BDD4F45A48}"/>
          </ac:spMkLst>
        </pc:spChg>
        <pc:spChg chg="del">
          <ac:chgData name="Minh Huynh" userId="01a137d4-0d81-46e0-aca6-c9185b391828" providerId="ADAL" clId="{18447838-0BCA-432B-86F3-BB78526C143F}" dt="2026-10-12T12:23:29.755" v="658" actId="478"/>
          <ac:spMkLst>
            <pc:docMk/>
            <pc:sldMk cId="1340834930" sldId="887"/>
            <ac:spMk id="90" creationId="{9D3FCAAC-BC35-412E-B18F-6785ADA42E6F}"/>
          </ac:spMkLst>
        </pc:spChg>
        <pc:spChg chg="del">
          <ac:chgData name="Minh Huynh" userId="01a137d4-0d81-46e0-aca6-c9185b391828" providerId="ADAL" clId="{18447838-0BCA-432B-86F3-BB78526C143F}" dt="2026-10-12T12:23:29.755" v="658" actId="478"/>
          <ac:spMkLst>
            <pc:docMk/>
            <pc:sldMk cId="1340834930" sldId="887"/>
            <ac:spMk id="91" creationId="{D708E1AC-DAFB-49EA-806C-BE508D025AC8}"/>
          </ac:spMkLst>
        </pc:spChg>
        <pc:spChg chg="del">
          <ac:chgData name="Minh Huynh" userId="01a137d4-0d81-46e0-aca6-c9185b391828" providerId="ADAL" clId="{18447838-0BCA-432B-86F3-BB78526C143F}" dt="2026-10-12T12:23:29.755" v="658" actId="478"/>
          <ac:spMkLst>
            <pc:docMk/>
            <pc:sldMk cId="1340834930" sldId="887"/>
            <ac:spMk id="92" creationId="{F66434F9-21B9-41A1-9D18-13B86BA0F7EC}"/>
          </ac:spMkLst>
        </pc:spChg>
        <pc:spChg chg="del">
          <ac:chgData name="Minh Huynh" userId="01a137d4-0d81-46e0-aca6-c9185b391828" providerId="ADAL" clId="{18447838-0BCA-432B-86F3-BB78526C143F}" dt="2026-10-12T12:23:29.755" v="658" actId="478"/>
          <ac:spMkLst>
            <pc:docMk/>
            <pc:sldMk cId="1340834930" sldId="887"/>
            <ac:spMk id="93" creationId="{DA404B3E-294C-4381-B703-D04F2FE96882}"/>
          </ac:spMkLst>
        </pc:spChg>
        <pc:spChg chg="del">
          <ac:chgData name="Minh Huynh" userId="01a137d4-0d81-46e0-aca6-c9185b391828" providerId="ADAL" clId="{18447838-0BCA-432B-86F3-BB78526C143F}" dt="2026-10-12T12:23:29.755" v="658" actId="478"/>
          <ac:spMkLst>
            <pc:docMk/>
            <pc:sldMk cId="1340834930" sldId="887"/>
            <ac:spMk id="94" creationId="{4355127D-D13F-4E33-9801-50606D5E682C}"/>
          </ac:spMkLst>
        </pc:spChg>
        <pc:spChg chg="del">
          <ac:chgData name="Minh Huynh" userId="01a137d4-0d81-46e0-aca6-c9185b391828" providerId="ADAL" clId="{18447838-0BCA-432B-86F3-BB78526C143F}" dt="2026-10-12T12:23:29.755" v="658" actId="478"/>
          <ac:spMkLst>
            <pc:docMk/>
            <pc:sldMk cId="1340834930" sldId="887"/>
            <ac:spMk id="95" creationId="{254333FB-3C01-4F9E-B192-F4E329FCF37D}"/>
          </ac:spMkLst>
        </pc:spChg>
        <pc:spChg chg="del">
          <ac:chgData name="Minh Huynh" userId="01a137d4-0d81-46e0-aca6-c9185b391828" providerId="ADAL" clId="{18447838-0BCA-432B-86F3-BB78526C143F}" dt="2026-10-12T12:23:29.755" v="658" actId="478"/>
          <ac:spMkLst>
            <pc:docMk/>
            <pc:sldMk cId="1340834930" sldId="887"/>
            <ac:spMk id="96" creationId="{19C6D977-366F-4AB5-BDAE-E6DCAD77473D}"/>
          </ac:spMkLst>
        </pc:spChg>
        <pc:spChg chg="del">
          <ac:chgData name="Minh Huynh" userId="01a137d4-0d81-46e0-aca6-c9185b391828" providerId="ADAL" clId="{18447838-0BCA-432B-86F3-BB78526C143F}" dt="2026-10-12T12:23:29.755" v="658" actId="478"/>
          <ac:spMkLst>
            <pc:docMk/>
            <pc:sldMk cId="1340834930" sldId="887"/>
            <ac:spMk id="97" creationId="{55D83396-B6C0-4EE7-8736-EE5C5CCBCEE4}"/>
          </ac:spMkLst>
        </pc:spChg>
        <pc:spChg chg="del">
          <ac:chgData name="Minh Huynh" userId="01a137d4-0d81-46e0-aca6-c9185b391828" providerId="ADAL" clId="{18447838-0BCA-432B-86F3-BB78526C143F}" dt="2026-10-12T12:23:29.755" v="658" actId="478"/>
          <ac:spMkLst>
            <pc:docMk/>
            <pc:sldMk cId="1340834930" sldId="887"/>
            <ac:spMk id="98" creationId="{EFB24756-4245-4F90-B9AC-21EFBAE15DC4}"/>
          </ac:spMkLst>
        </pc:spChg>
        <pc:spChg chg="add mod">
          <ac:chgData name="Minh Huynh" userId="01a137d4-0d81-46e0-aca6-c9185b391828" providerId="ADAL" clId="{18447838-0BCA-432B-86F3-BB78526C143F}" dt="2026-10-12T12:23:35.590" v="660" actId="1076"/>
          <ac:spMkLst>
            <pc:docMk/>
            <pc:sldMk cId="1340834930" sldId="887"/>
            <ac:spMk id="99" creationId="{38D66BE2-B032-423D-8E5A-7793D9F01BD1}"/>
          </ac:spMkLst>
        </pc:spChg>
        <pc:spChg chg="add mod">
          <ac:chgData name="Minh Huynh" userId="01a137d4-0d81-46e0-aca6-c9185b391828" providerId="ADAL" clId="{18447838-0BCA-432B-86F3-BB78526C143F}" dt="2026-10-12T12:23:35.590" v="660" actId="1076"/>
          <ac:spMkLst>
            <pc:docMk/>
            <pc:sldMk cId="1340834930" sldId="887"/>
            <ac:spMk id="100" creationId="{BC1669C5-5338-438F-94D0-72A4B06A72E0}"/>
          </ac:spMkLst>
        </pc:spChg>
        <pc:spChg chg="add mod">
          <ac:chgData name="Minh Huynh" userId="01a137d4-0d81-46e0-aca6-c9185b391828" providerId="ADAL" clId="{18447838-0BCA-432B-86F3-BB78526C143F}" dt="2026-10-12T12:23:35.590" v="660" actId="1076"/>
          <ac:spMkLst>
            <pc:docMk/>
            <pc:sldMk cId="1340834930" sldId="887"/>
            <ac:spMk id="101" creationId="{6B7C67E0-F05D-4A18-9C0C-DE6C1DE2847D}"/>
          </ac:spMkLst>
        </pc:spChg>
        <pc:spChg chg="add mod">
          <ac:chgData name="Minh Huynh" userId="01a137d4-0d81-46e0-aca6-c9185b391828" providerId="ADAL" clId="{18447838-0BCA-432B-86F3-BB78526C143F}" dt="2026-10-12T12:23:35.590" v="660" actId="1076"/>
          <ac:spMkLst>
            <pc:docMk/>
            <pc:sldMk cId="1340834930" sldId="887"/>
            <ac:spMk id="102" creationId="{5151ED00-2227-41D2-9CCD-CFE061218BB5}"/>
          </ac:spMkLst>
        </pc:spChg>
        <pc:spChg chg="add mod">
          <ac:chgData name="Minh Huynh" userId="01a137d4-0d81-46e0-aca6-c9185b391828" providerId="ADAL" clId="{18447838-0BCA-432B-86F3-BB78526C143F}" dt="2026-10-12T12:23:35.590" v="660" actId="1076"/>
          <ac:spMkLst>
            <pc:docMk/>
            <pc:sldMk cId="1340834930" sldId="887"/>
            <ac:spMk id="103" creationId="{22DD0A0A-8BD5-4CF6-8EBF-4E6671DAF667}"/>
          </ac:spMkLst>
        </pc:spChg>
        <pc:spChg chg="add mod">
          <ac:chgData name="Minh Huynh" userId="01a137d4-0d81-46e0-aca6-c9185b391828" providerId="ADAL" clId="{18447838-0BCA-432B-86F3-BB78526C143F}" dt="2026-10-12T12:23:35.590" v="660" actId="1076"/>
          <ac:spMkLst>
            <pc:docMk/>
            <pc:sldMk cId="1340834930" sldId="887"/>
            <ac:spMk id="104" creationId="{83A25243-8CC0-4C41-87DE-F1A64776AC2C}"/>
          </ac:spMkLst>
        </pc:spChg>
        <pc:spChg chg="add mod">
          <ac:chgData name="Minh Huynh" userId="01a137d4-0d81-46e0-aca6-c9185b391828" providerId="ADAL" clId="{18447838-0BCA-432B-86F3-BB78526C143F}" dt="2026-10-12T12:23:35.590" v="660" actId="1076"/>
          <ac:spMkLst>
            <pc:docMk/>
            <pc:sldMk cId="1340834930" sldId="887"/>
            <ac:spMk id="105" creationId="{4BF439F0-FCDA-4A44-A743-D8452236F463}"/>
          </ac:spMkLst>
        </pc:spChg>
        <pc:spChg chg="add mod">
          <ac:chgData name="Minh Huynh" userId="01a137d4-0d81-46e0-aca6-c9185b391828" providerId="ADAL" clId="{18447838-0BCA-432B-86F3-BB78526C143F}" dt="2026-10-12T12:23:35.590" v="660" actId="1076"/>
          <ac:spMkLst>
            <pc:docMk/>
            <pc:sldMk cId="1340834930" sldId="887"/>
            <ac:spMk id="106" creationId="{033DE228-631F-4EB2-BAEE-9908BFF59BC3}"/>
          </ac:spMkLst>
        </pc:spChg>
        <pc:spChg chg="add mod">
          <ac:chgData name="Minh Huynh" userId="01a137d4-0d81-46e0-aca6-c9185b391828" providerId="ADAL" clId="{18447838-0BCA-432B-86F3-BB78526C143F}" dt="2026-10-12T12:23:35.590" v="660" actId="1076"/>
          <ac:spMkLst>
            <pc:docMk/>
            <pc:sldMk cId="1340834930" sldId="887"/>
            <ac:spMk id="107" creationId="{F82204CA-57AB-4EFD-AFA5-E12A6532FD62}"/>
          </ac:spMkLst>
        </pc:spChg>
        <pc:spChg chg="add mod">
          <ac:chgData name="Minh Huynh" userId="01a137d4-0d81-46e0-aca6-c9185b391828" providerId="ADAL" clId="{18447838-0BCA-432B-86F3-BB78526C143F}" dt="2026-10-12T12:23:35.590" v="660" actId="1076"/>
          <ac:spMkLst>
            <pc:docMk/>
            <pc:sldMk cId="1340834930" sldId="887"/>
            <ac:spMk id="108" creationId="{6ACCC2CA-442D-4B1A-8D4F-239E1EAD97E9}"/>
          </ac:spMkLst>
        </pc:spChg>
        <pc:spChg chg="add mod">
          <ac:chgData name="Minh Huynh" userId="01a137d4-0d81-46e0-aca6-c9185b391828" providerId="ADAL" clId="{18447838-0BCA-432B-86F3-BB78526C143F}" dt="2026-10-12T12:23:35.590" v="660" actId="1076"/>
          <ac:spMkLst>
            <pc:docMk/>
            <pc:sldMk cId="1340834930" sldId="887"/>
            <ac:spMk id="109" creationId="{F26EB435-DC35-4099-8CCD-FA57AD0092BC}"/>
          </ac:spMkLst>
        </pc:spChg>
        <pc:spChg chg="add mod">
          <ac:chgData name="Minh Huynh" userId="01a137d4-0d81-46e0-aca6-c9185b391828" providerId="ADAL" clId="{18447838-0BCA-432B-86F3-BB78526C143F}" dt="2026-10-12T12:23:35.590" v="660" actId="1076"/>
          <ac:spMkLst>
            <pc:docMk/>
            <pc:sldMk cId="1340834930" sldId="887"/>
            <ac:spMk id="110" creationId="{58E8E706-B3E6-40E1-A9A1-B604EEE73802}"/>
          </ac:spMkLst>
        </pc:spChg>
        <pc:spChg chg="add mod">
          <ac:chgData name="Minh Huynh" userId="01a137d4-0d81-46e0-aca6-c9185b391828" providerId="ADAL" clId="{18447838-0BCA-432B-86F3-BB78526C143F}" dt="2026-10-12T12:23:35.590" v="660" actId="1076"/>
          <ac:spMkLst>
            <pc:docMk/>
            <pc:sldMk cId="1340834930" sldId="887"/>
            <ac:spMk id="111" creationId="{DE4AD348-4D66-4810-B215-66E34914740C}"/>
          </ac:spMkLst>
        </pc:spChg>
        <pc:spChg chg="add mod">
          <ac:chgData name="Minh Huynh" userId="01a137d4-0d81-46e0-aca6-c9185b391828" providerId="ADAL" clId="{18447838-0BCA-432B-86F3-BB78526C143F}" dt="2026-10-12T12:23:35.590" v="660" actId="1076"/>
          <ac:spMkLst>
            <pc:docMk/>
            <pc:sldMk cId="1340834930" sldId="887"/>
            <ac:spMk id="112" creationId="{E7438738-F08D-44D0-97D7-7888CDB9CDA2}"/>
          </ac:spMkLst>
        </pc:spChg>
        <pc:spChg chg="add mod">
          <ac:chgData name="Minh Huynh" userId="01a137d4-0d81-46e0-aca6-c9185b391828" providerId="ADAL" clId="{18447838-0BCA-432B-86F3-BB78526C143F}" dt="2026-10-12T12:23:35.590" v="660" actId="1076"/>
          <ac:spMkLst>
            <pc:docMk/>
            <pc:sldMk cId="1340834930" sldId="887"/>
            <ac:spMk id="113" creationId="{2C733F58-7675-4A72-A946-CC50CA827010}"/>
          </ac:spMkLst>
        </pc:spChg>
        <pc:spChg chg="add mod">
          <ac:chgData name="Minh Huynh" userId="01a137d4-0d81-46e0-aca6-c9185b391828" providerId="ADAL" clId="{18447838-0BCA-432B-86F3-BB78526C143F}" dt="2026-10-12T12:23:35.590" v="660" actId="1076"/>
          <ac:spMkLst>
            <pc:docMk/>
            <pc:sldMk cId="1340834930" sldId="887"/>
            <ac:spMk id="114" creationId="{032B2CFA-8C79-4B49-9512-F40B87F12606}"/>
          </ac:spMkLst>
        </pc:spChg>
        <pc:spChg chg="add mod">
          <ac:chgData name="Minh Huynh" userId="01a137d4-0d81-46e0-aca6-c9185b391828" providerId="ADAL" clId="{18447838-0BCA-432B-86F3-BB78526C143F}" dt="2026-10-12T12:23:35.590" v="660" actId="1076"/>
          <ac:spMkLst>
            <pc:docMk/>
            <pc:sldMk cId="1340834930" sldId="887"/>
            <ac:spMk id="115" creationId="{B7F732A4-4A95-4A3B-B360-E84E889F3B18}"/>
          </ac:spMkLst>
        </pc:spChg>
        <pc:spChg chg="add mod">
          <ac:chgData name="Minh Huynh" userId="01a137d4-0d81-46e0-aca6-c9185b391828" providerId="ADAL" clId="{18447838-0BCA-432B-86F3-BB78526C143F}" dt="2026-10-12T12:23:35.590" v="660" actId="1076"/>
          <ac:spMkLst>
            <pc:docMk/>
            <pc:sldMk cId="1340834930" sldId="887"/>
            <ac:spMk id="116" creationId="{C5EACBAE-D0C2-4166-B6BD-483BC6B772DD}"/>
          </ac:spMkLst>
        </pc:spChg>
        <pc:spChg chg="add mod">
          <ac:chgData name="Minh Huynh" userId="01a137d4-0d81-46e0-aca6-c9185b391828" providerId="ADAL" clId="{18447838-0BCA-432B-86F3-BB78526C143F}" dt="2026-10-12T12:23:35.590" v="660" actId="1076"/>
          <ac:spMkLst>
            <pc:docMk/>
            <pc:sldMk cId="1340834930" sldId="887"/>
            <ac:spMk id="117" creationId="{48CF51E7-1FFA-47E7-A1A3-DC622DF36871}"/>
          </ac:spMkLst>
        </pc:spChg>
        <pc:spChg chg="add mod">
          <ac:chgData name="Minh Huynh" userId="01a137d4-0d81-46e0-aca6-c9185b391828" providerId="ADAL" clId="{18447838-0BCA-432B-86F3-BB78526C143F}" dt="2026-10-12T12:23:35.590" v="660" actId="1076"/>
          <ac:spMkLst>
            <pc:docMk/>
            <pc:sldMk cId="1340834930" sldId="887"/>
            <ac:spMk id="118" creationId="{1F9947CB-B088-4D3A-B2AB-46309A4589E5}"/>
          </ac:spMkLst>
        </pc:spChg>
        <pc:spChg chg="add mod">
          <ac:chgData name="Minh Huynh" userId="01a137d4-0d81-46e0-aca6-c9185b391828" providerId="ADAL" clId="{18447838-0BCA-432B-86F3-BB78526C143F}" dt="2026-10-12T12:23:35.590" v="660" actId="1076"/>
          <ac:spMkLst>
            <pc:docMk/>
            <pc:sldMk cId="1340834930" sldId="887"/>
            <ac:spMk id="119" creationId="{38661948-E5E5-400F-9F44-9DBAA999AA58}"/>
          </ac:spMkLst>
        </pc:spChg>
        <pc:spChg chg="add mod">
          <ac:chgData name="Minh Huynh" userId="01a137d4-0d81-46e0-aca6-c9185b391828" providerId="ADAL" clId="{18447838-0BCA-432B-86F3-BB78526C143F}" dt="2026-10-12T12:23:35.590" v="660" actId="1076"/>
          <ac:spMkLst>
            <pc:docMk/>
            <pc:sldMk cId="1340834930" sldId="887"/>
            <ac:spMk id="120" creationId="{6B5BF711-EF03-47CD-9440-418FB6297EEE}"/>
          </ac:spMkLst>
        </pc:spChg>
        <pc:spChg chg="add mod">
          <ac:chgData name="Minh Huynh" userId="01a137d4-0d81-46e0-aca6-c9185b391828" providerId="ADAL" clId="{18447838-0BCA-432B-86F3-BB78526C143F}" dt="2026-10-12T12:23:35.590" v="660" actId="1076"/>
          <ac:spMkLst>
            <pc:docMk/>
            <pc:sldMk cId="1340834930" sldId="887"/>
            <ac:spMk id="121" creationId="{EFB46D79-A8B8-484B-A970-A521A28B562C}"/>
          </ac:spMkLst>
        </pc:spChg>
        <pc:spChg chg="add mod">
          <ac:chgData name="Minh Huynh" userId="01a137d4-0d81-46e0-aca6-c9185b391828" providerId="ADAL" clId="{18447838-0BCA-432B-86F3-BB78526C143F}" dt="2026-10-12T12:23:35.590" v="660" actId="1076"/>
          <ac:spMkLst>
            <pc:docMk/>
            <pc:sldMk cId="1340834930" sldId="887"/>
            <ac:spMk id="122" creationId="{83B65CCC-7C48-4666-A702-C2D9962B5735}"/>
          </ac:spMkLst>
        </pc:spChg>
        <pc:spChg chg="add mod">
          <ac:chgData name="Minh Huynh" userId="01a137d4-0d81-46e0-aca6-c9185b391828" providerId="ADAL" clId="{18447838-0BCA-432B-86F3-BB78526C143F}" dt="2026-10-12T12:23:35.590" v="660" actId="1076"/>
          <ac:spMkLst>
            <pc:docMk/>
            <pc:sldMk cId="1340834930" sldId="887"/>
            <ac:spMk id="123" creationId="{72B7398F-4B1F-40E6-8453-26FBD6C76CCA}"/>
          </ac:spMkLst>
        </pc:spChg>
        <pc:spChg chg="add mod">
          <ac:chgData name="Minh Huynh" userId="01a137d4-0d81-46e0-aca6-c9185b391828" providerId="ADAL" clId="{18447838-0BCA-432B-86F3-BB78526C143F}" dt="2026-10-12T12:23:35.590" v="660" actId="1076"/>
          <ac:spMkLst>
            <pc:docMk/>
            <pc:sldMk cId="1340834930" sldId="887"/>
            <ac:spMk id="124" creationId="{6B77B450-E2C8-4EFC-BF91-CF8568A960D5}"/>
          </ac:spMkLst>
        </pc:spChg>
        <pc:spChg chg="add mod">
          <ac:chgData name="Minh Huynh" userId="01a137d4-0d81-46e0-aca6-c9185b391828" providerId="ADAL" clId="{18447838-0BCA-432B-86F3-BB78526C143F}" dt="2026-10-12T12:23:35.590" v="660" actId="1076"/>
          <ac:spMkLst>
            <pc:docMk/>
            <pc:sldMk cId="1340834930" sldId="887"/>
            <ac:spMk id="125" creationId="{3B114BFC-B0CF-46D1-A39C-63028832C432}"/>
          </ac:spMkLst>
        </pc:spChg>
      </pc:sldChg>
      <pc:sldChg chg="del">
        <pc:chgData name="Minh Huynh" userId="01a137d4-0d81-46e0-aca6-c9185b391828" providerId="ADAL" clId="{18447838-0BCA-432B-86F3-BB78526C143F}" dt="2026-10-12T12:12:45.996" v="0" actId="47"/>
        <pc:sldMkLst>
          <pc:docMk/>
          <pc:sldMk cId="3205959495" sldId="888"/>
        </pc:sldMkLst>
      </pc:sldChg>
      <pc:sldChg chg="addSp delSp modSp add mod">
        <pc:chgData name="Minh Huynh" userId="01a137d4-0d81-46e0-aca6-c9185b391828" providerId="ADAL" clId="{18447838-0BCA-432B-86F3-BB78526C143F}" dt="2026-10-12T12:35:36.600" v="883" actId="20577"/>
        <pc:sldMkLst>
          <pc:docMk/>
          <pc:sldMk cId="4146570137" sldId="888"/>
        </pc:sldMkLst>
        <pc:spChg chg="mod">
          <ac:chgData name="Minh Huynh" userId="01a137d4-0d81-46e0-aca6-c9185b391828" providerId="ADAL" clId="{18447838-0BCA-432B-86F3-BB78526C143F}" dt="2026-10-12T12:31:53.923" v="701" actId="20577"/>
          <ac:spMkLst>
            <pc:docMk/>
            <pc:sldMk cId="4146570137" sldId="888"/>
            <ac:spMk id="4" creationId="{7BC73E8E-0D58-4B4B-A5C4-A8AE38997407}"/>
          </ac:spMkLst>
        </pc:spChg>
        <pc:spChg chg="del">
          <ac:chgData name="Minh Huynh" userId="01a137d4-0d81-46e0-aca6-c9185b391828" providerId="ADAL" clId="{18447838-0BCA-432B-86F3-BB78526C143F}" dt="2026-10-12T12:31:58.360" v="702" actId="478"/>
          <ac:spMkLst>
            <pc:docMk/>
            <pc:sldMk cId="4146570137" sldId="888"/>
            <ac:spMk id="7" creationId="{A67962BC-F52B-4512-BD54-D49B95A1B3C0}"/>
          </ac:spMkLst>
        </pc:spChg>
        <pc:spChg chg="del">
          <ac:chgData name="Minh Huynh" userId="01a137d4-0d81-46e0-aca6-c9185b391828" providerId="ADAL" clId="{18447838-0BCA-432B-86F3-BB78526C143F}" dt="2026-10-12T12:31:58.360" v="702" actId="478"/>
          <ac:spMkLst>
            <pc:docMk/>
            <pc:sldMk cId="4146570137" sldId="888"/>
            <ac:spMk id="8" creationId="{6A3F74B8-F5C4-47E9-B418-6F97CC2CB912}"/>
          </ac:spMkLst>
        </pc:spChg>
        <pc:spChg chg="del">
          <ac:chgData name="Minh Huynh" userId="01a137d4-0d81-46e0-aca6-c9185b391828" providerId="ADAL" clId="{18447838-0BCA-432B-86F3-BB78526C143F}" dt="2026-10-12T12:31:58.360" v="702" actId="478"/>
          <ac:spMkLst>
            <pc:docMk/>
            <pc:sldMk cId="4146570137" sldId="888"/>
            <ac:spMk id="9" creationId="{4B34126E-809A-41DA-8EB7-3DFADF0446A8}"/>
          </ac:spMkLst>
        </pc:spChg>
        <pc:spChg chg="del">
          <ac:chgData name="Minh Huynh" userId="01a137d4-0d81-46e0-aca6-c9185b391828" providerId="ADAL" clId="{18447838-0BCA-432B-86F3-BB78526C143F}" dt="2026-10-12T12:31:58.360" v="702" actId="478"/>
          <ac:spMkLst>
            <pc:docMk/>
            <pc:sldMk cId="4146570137" sldId="888"/>
            <ac:spMk id="10" creationId="{E48AF9D6-D45F-4795-969C-C4ADBA4B47BF}"/>
          </ac:spMkLst>
        </pc:spChg>
        <pc:spChg chg="del">
          <ac:chgData name="Minh Huynh" userId="01a137d4-0d81-46e0-aca6-c9185b391828" providerId="ADAL" clId="{18447838-0BCA-432B-86F3-BB78526C143F}" dt="2026-10-12T12:31:58.360" v="702" actId="478"/>
          <ac:spMkLst>
            <pc:docMk/>
            <pc:sldMk cId="4146570137" sldId="888"/>
            <ac:spMk id="14" creationId="{421E6674-F7CF-4046-8FBF-EF120C0FFEEE}"/>
          </ac:spMkLst>
        </pc:spChg>
        <pc:spChg chg="del">
          <ac:chgData name="Minh Huynh" userId="01a137d4-0d81-46e0-aca6-c9185b391828" providerId="ADAL" clId="{18447838-0BCA-432B-86F3-BB78526C143F}" dt="2026-10-12T12:31:58.360" v="702" actId="478"/>
          <ac:spMkLst>
            <pc:docMk/>
            <pc:sldMk cId="4146570137" sldId="888"/>
            <ac:spMk id="15" creationId="{E9585141-F4EB-4C15-8E4D-D717B624A067}"/>
          </ac:spMkLst>
        </pc:spChg>
        <pc:spChg chg="del">
          <ac:chgData name="Minh Huynh" userId="01a137d4-0d81-46e0-aca6-c9185b391828" providerId="ADAL" clId="{18447838-0BCA-432B-86F3-BB78526C143F}" dt="2026-10-12T12:31:58.360" v="702" actId="478"/>
          <ac:spMkLst>
            <pc:docMk/>
            <pc:sldMk cId="4146570137" sldId="888"/>
            <ac:spMk id="16" creationId="{996F9ED6-A1A8-472C-B07B-4E2EA53EB1A0}"/>
          </ac:spMkLst>
        </pc:spChg>
        <pc:spChg chg="del">
          <ac:chgData name="Minh Huynh" userId="01a137d4-0d81-46e0-aca6-c9185b391828" providerId="ADAL" clId="{18447838-0BCA-432B-86F3-BB78526C143F}" dt="2026-10-12T12:31:58.360" v="702" actId="478"/>
          <ac:spMkLst>
            <pc:docMk/>
            <pc:sldMk cId="4146570137" sldId="888"/>
            <ac:spMk id="17" creationId="{19C81F2C-03B6-467B-BB59-61285F0AF733}"/>
          </ac:spMkLst>
        </pc:spChg>
        <pc:spChg chg="del">
          <ac:chgData name="Minh Huynh" userId="01a137d4-0d81-46e0-aca6-c9185b391828" providerId="ADAL" clId="{18447838-0BCA-432B-86F3-BB78526C143F}" dt="2026-10-12T12:31:58.360" v="702" actId="478"/>
          <ac:spMkLst>
            <pc:docMk/>
            <pc:sldMk cId="4146570137" sldId="888"/>
            <ac:spMk id="18" creationId="{8DA94EEE-1E2F-4C80-A31A-273A42C9402E}"/>
          </ac:spMkLst>
        </pc:spChg>
        <pc:spChg chg="del">
          <ac:chgData name="Minh Huynh" userId="01a137d4-0d81-46e0-aca6-c9185b391828" providerId="ADAL" clId="{18447838-0BCA-432B-86F3-BB78526C143F}" dt="2026-10-12T12:31:58.360" v="702" actId="478"/>
          <ac:spMkLst>
            <pc:docMk/>
            <pc:sldMk cId="4146570137" sldId="888"/>
            <ac:spMk id="19" creationId="{143F4B56-B9BA-436A-9DE1-E4DB661A1C4D}"/>
          </ac:spMkLst>
        </pc:spChg>
        <pc:spChg chg="del">
          <ac:chgData name="Minh Huynh" userId="01a137d4-0d81-46e0-aca6-c9185b391828" providerId="ADAL" clId="{18447838-0BCA-432B-86F3-BB78526C143F}" dt="2026-10-12T12:31:58.360" v="702" actId="478"/>
          <ac:spMkLst>
            <pc:docMk/>
            <pc:sldMk cId="4146570137" sldId="888"/>
            <ac:spMk id="20" creationId="{7B0834B4-98F5-4D56-851D-F433D8432989}"/>
          </ac:spMkLst>
        </pc:spChg>
        <pc:spChg chg="del">
          <ac:chgData name="Minh Huynh" userId="01a137d4-0d81-46e0-aca6-c9185b391828" providerId="ADAL" clId="{18447838-0BCA-432B-86F3-BB78526C143F}" dt="2026-10-12T12:31:58.360" v="702" actId="478"/>
          <ac:spMkLst>
            <pc:docMk/>
            <pc:sldMk cId="4146570137" sldId="888"/>
            <ac:spMk id="42" creationId="{B242F3DE-95B6-40BC-856D-34209F6F41E3}"/>
          </ac:spMkLst>
        </pc:spChg>
        <pc:spChg chg="del">
          <ac:chgData name="Minh Huynh" userId="01a137d4-0d81-46e0-aca6-c9185b391828" providerId="ADAL" clId="{18447838-0BCA-432B-86F3-BB78526C143F}" dt="2026-10-12T12:31:58.360" v="702" actId="478"/>
          <ac:spMkLst>
            <pc:docMk/>
            <pc:sldMk cId="4146570137" sldId="888"/>
            <ac:spMk id="43" creationId="{15B02777-4E6D-495F-946D-5C5CB5D4B55F}"/>
          </ac:spMkLst>
        </pc:spChg>
        <pc:spChg chg="del">
          <ac:chgData name="Minh Huynh" userId="01a137d4-0d81-46e0-aca6-c9185b391828" providerId="ADAL" clId="{18447838-0BCA-432B-86F3-BB78526C143F}" dt="2026-10-12T12:31:58.360" v="702" actId="478"/>
          <ac:spMkLst>
            <pc:docMk/>
            <pc:sldMk cId="4146570137" sldId="888"/>
            <ac:spMk id="44" creationId="{0F20EE40-3AC7-42A0-A90D-0ADDC57C2037}"/>
          </ac:spMkLst>
        </pc:spChg>
        <pc:spChg chg="del">
          <ac:chgData name="Minh Huynh" userId="01a137d4-0d81-46e0-aca6-c9185b391828" providerId="ADAL" clId="{18447838-0BCA-432B-86F3-BB78526C143F}" dt="2026-10-12T12:31:58.360" v="702" actId="478"/>
          <ac:spMkLst>
            <pc:docMk/>
            <pc:sldMk cId="4146570137" sldId="888"/>
            <ac:spMk id="45" creationId="{C918D1B5-F5B4-40C0-9396-EDF40DD3CACB}"/>
          </ac:spMkLst>
        </pc:spChg>
        <pc:spChg chg="del">
          <ac:chgData name="Minh Huynh" userId="01a137d4-0d81-46e0-aca6-c9185b391828" providerId="ADAL" clId="{18447838-0BCA-432B-86F3-BB78526C143F}" dt="2026-10-12T12:31:58.360" v="702" actId="478"/>
          <ac:spMkLst>
            <pc:docMk/>
            <pc:sldMk cId="4146570137" sldId="888"/>
            <ac:spMk id="46" creationId="{71EA0A16-FC98-4B12-B68E-019281B65B2E}"/>
          </ac:spMkLst>
        </pc:spChg>
        <pc:spChg chg="del">
          <ac:chgData name="Minh Huynh" userId="01a137d4-0d81-46e0-aca6-c9185b391828" providerId="ADAL" clId="{18447838-0BCA-432B-86F3-BB78526C143F}" dt="2026-10-12T12:31:58.360" v="702" actId="478"/>
          <ac:spMkLst>
            <pc:docMk/>
            <pc:sldMk cId="4146570137" sldId="888"/>
            <ac:spMk id="47" creationId="{3587714D-2307-4E12-B0FA-ED8B002AFD76}"/>
          </ac:spMkLst>
        </pc:spChg>
        <pc:spChg chg="del">
          <ac:chgData name="Minh Huynh" userId="01a137d4-0d81-46e0-aca6-c9185b391828" providerId="ADAL" clId="{18447838-0BCA-432B-86F3-BB78526C143F}" dt="2026-10-12T12:31:58.360" v="702" actId="478"/>
          <ac:spMkLst>
            <pc:docMk/>
            <pc:sldMk cId="4146570137" sldId="888"/>
            <ac:spMk id="48" creationId="{48ED4C52-748F-4FF8-BB75-5D7EFB90836A}"/>
          </ac:spMkLst>
        </pc:spChg>
        <pc:spChg chg="del">
          <ac:chgData name="Minh Huynh" userId="01a137d4-0d81-46e0-aca6-c9185b391828" providerId="ADAL" clId="{18447838-0BCA-432B-86F3-BB78526C143F}" dt="2026-10-12T12:31:58.360" v="702" actId="478"/>
          <ac:spMkLst>
            <pc:docMk/>
            <pc:sldMk cId="4146570137" sldId="888"/>
            <ac:spMk id="49" creationId="{BDAED572-4913-4721-9EFC-1D017663DE1D}"/>
          </ac:spMkLst>
        </pc:spChg>
        <pc:spChg chg="del">
          <ac:chgData name="Minh Huynh" userId="01a137d4-0d81-46e0-aca6-c9185b391828" providerId="ADAL" clId="{18447838-0BCA-432B-86F3-BB78526C143F}" dt="2026-10-12T12:31:58.360" v="702" actId="478"/>
          <ac:spMkLst>
            <pc:docMk/>
            <pc:sldMk cId="4146570137" sldId="888"/>
            <ac:spMk id="50" creationId="{6138217B-56EB-435F-AEC6-75D0ED8A32AF}"/>
          </ac:spMkLst>
        </pc:spChg>
        <pc:spChg chg="del">
          <ac:chgData name="Minh Huynh" userId="01a137d4-0d81-46e0-aca6-c9185b391828" providerId="ADAL" clId="{18447838-0BCA-432B-86F3-BB78526C143F}" dt="2026-10-12T12:31:58.360" v="702" actId="478"/>
          <ac:spMkLst>
            <pc:docMk/>
            <pc:sldMk cId="4146570137" sldId="888"/>
            <ac:spMk id="51" creationId="{0253CE86-679E-46D6-98AA-32632A73FCA3}"/>
          </ac:spMkLst>
        </pc:spChg>
        <pc:spChg chg="del">
          <ac:chgData name="Minh Huynh" userId="01a137d4-0d81-46e0-aca6-c9185b391828" providerId="ADAL" clId="{18447838-0BCA-432B-86F3-BB78526C143F}" dt="2026-10-12T12:31:58.360" v="702" actId="478"/>
          <ac:spMkLst>
            <pc:docMk/>
            <pc:sldMk cId="4146570137" sldId="888"/>
            <ac:spMk id="52" creationId="{AFA18A70-4DF8-4816-ABC5-64670E6F1DE5}"/>
          </ac:spMkLst>
        </pc:spChg>
        <pc:spChg chg="del">
          <ac:chgData name="Minh Huynh" userId="01a137d4-0d81-46e0-aca6-c9185b391828" providerId="ADAL" clId="{18447838-0BCA-432B-86F3-BB78526C143F}" dt="2026-10-12T12:31:58.360" v="702" actId="478"/>
          <ac:spMkLst>
            <pc:docMk/>
            <pc:sldMk cId="4146570137" sldId="888"/>
            <ac:spMk id="53" creationId="{FF5C1C2B-5300-4059-93AD-D6CA40AB49FC}"/>
          </ac:spMkLst>
        </pc:spChg>
        <pc:spChg chg="del">
          <ac:chgData name="Minh Huynh" userId="01a137d4-0d81-46e0-aca6-c9185b391828" providerId="ADAL" clId="{18447838-0BCA-432B-86F3-BB78526C143F}" dt="2026-10-12T12:31:58.360" v="702" actId="478"/>
          <ac:spMkLst>
            <pc:docMk/>
            <pc:sldMk cId="4146570137" sldId="888"/>
            <ac:spMk id="54" creationId="{0CF689A3-C735-44C0-B575-79FAF2D9C7DF}"/>
          </ac:spMkLst>
        </pc:spChg>
        <pc:spChg chg="del">
          <ac:chgData name="Minh Huynh" userId="01a137d4-0d81-46e0-aca6-c9185b391828" providerId="ADAL" clId="{18447838-0BCA-432B-86F3-BB78526C143F}" dt="2026-10-12T12:31:58.360" v="702" actId="478"/>
          <ac:spMkLst>
            <pc:docMk/>
            <pc:sldMk cId="4146570137" sldId="888"/>
            <ac:spMk id="55" creationId="{58DA22CD-9A5D-4543-BD5C-C20CC619E752}"/>
          </ac:spMkLst>
        </pc:spChg>
        <pc:spChg chg="del">
          <ac:chgData name="Minh Huynh" userId="01a137d4-0d81-46e0-aca6-c9185b391828" providerId="ADAL" clId="{18447838-0BCA-432B-86F3-BB78526C143F}" dt="2026-10-12T12:31:58.360" v="702" actId="478"/>
          <ac:spMkLst>
            <pc:docMk/>
            <pc:sldMk cId="4146570137" sldId="888"/>
            <ac:spMk id="56" creationId="{1E023B0A-69A6-4BD1-9093-4AB9C8C844E6}"/>
          </ac:spMkLst>
        </pc:spChg>
        <pc:spChg chg="del">
          <ac:chgData name="Minh Huynh" userId="01a137d4-0d81-46e0-aca6-c9185b391828" providerId="ADAL" clId="{18447838-0BCA-432B-86F3-BB78526C143F}" dt="2026-10-12T12:31:58.360" v="702" actId="478"/>
          <ac:spMkLst>
            <pc:docMk/>
            <pc:sldMk cId="4146570137" sldId="888"/>
            <ac:spMk id="57" creationId="{BCC7C8DE-36AA-4E38-ADD4-33ABEEB98403}"/>
          </ac:spMkLst>
        </pc:spChg>
        <pc:spChg chg="del">
          <ac:chgData name="Minh Huynh" userId="01a137d4-0d81-46e0-aca6-c9185b391828" providerId="ADAL" clId="{18447838-0BCA-432B-86F3-BB78526C143F}" dt="2026-10-12T12:31:58.360" v="702" actId="478"/>
          <ac:spMkLst>
            <pc:docMk/>
            <pc:sldMk cId="4146570137" sldId="888"/>
            <ac:spMk id="58" creationId="{E2B35763-B21F-4E32-BAB0-1924A7E3E223}"/>
          </ac:spMkLst>
        </pc:spChg>
        <pc:spChg chg="del">
          <ac:chgData name="Minh Huynh" userId="01a137d4-0d81-46e0-aca6-c9185b391828" providerId="ADAL" clId="{18447838-0BCA-432B-86F3-BB78526C143F}" dt="2026-10-12T12:31:58.360" v="702" actId="478"/>
          <ac:spMkLst>
            <pc:docMk/>
            <pc:sldMk cId="4146570137" sldId="888"/>
            <ac:spMk id="59" creationId="{F5BB3A27-C1D7-4D91-8711-CBECDC2AAAB4}"/>
          </ac:spMkLst>
        </pc:spChg>
        <pc:spChg chg="del">
          <ac:chgData name="Minh Huynh" userId="01a137d4-0d81-46e0-aca6-c9185b391828" providerId="ADAL" clId="{18447838-0BCA-432B-86F3-BB78526C143F}" dt="2026-10-12T12:31:58.360" v="702" actId="478"/>
          <ac:spMkLst>
            <pc:docMk/>
            <pc:sldMk cId="4146570137" sldId="888"/>
            <ac:spMk id="60" creationId="{432556BA-79C5-4CA3-82A3-9D1662FFB47C}"/>
          </ac:spMkLst>
        </pc:spChg>
        <pc:spChg chg="del">
          <ac:chgData name="Minh Huynh" userId="01a137d4-0d81-46e0-aca6-c9185b391828" providerId="ADAL" clId="{18447838-0BCA-432B-86F3-BB78526C143F}" dt="2026-10-12T12:31:58.360" v="702" actId="478"/>
          <ac:spMkLst>
            <pc:docMk/>
            <pc:sldMk cId="4146570137" sldId="888"/>
            <ac:spMk id="61" creationId="{0617273F-AA08-49F0-A2D6-A14FCC87A948}"/>
          </ac:spMkLst>
        </pc:spChg>
        <pc:spChg chg="del">
          <ac:chgData name="Minh Huynh" userId="01a137d4-0d81-46e0-aca6-c9185b391828" providerId="ADAL" clId="{18447838-0BCA-432B-86F3-BB78526C143F}" dt="2026-10-12T12:31:58.360" v="702" actId="478"/>
          <ac:spMkLst>
            <pc:docMk/>
            <pc:sldMk cId="4146570137" sldId="888"/>
            <ac:spMk id="62" creationId="{85875A4D-AFA4-476A-8D81-F9CA4EFC1CD3}"/>
          </ac:spMkLst>
        </pc:spChg>
        <pc:spChg chg="del">
          <ac:chgData name="Minh Huynh" userId="01a137d4-0d81-46e0-aca6-c9185b391828" providerId="ADAL" clId="{18447838-0BCA-432B-86F3-BB78526C143F}" dt="2026-10-12T12:31:58.360" v="702" actId="478"/>
          <ac:spMkLst>
            <pc:docMk/>
            <pc:sldMk cId="4146570137" sldId="888"/>
            <ac:spMk id="63" creationId="{85E43DC6-C32C-45A7-B8F6-9292264965F0}"/>
          </ac:spMkLst>
        </pc:spChg>
        <pc:spChg chg="del">
          <ac:chgData name="Minh Huynh" userId="01a137d4-0d81-46e0-aca6-c9185b391828" providerId="ADAL" clId="{18447838-0BCA-432B-86F3-BB78526C143F}" dt="2026-10-12T12:31:58.360" v="702" actId="478"/>
          <ac:spMkLst>
            <pc:docMk/>
            <pc:sldMk cId="4146570137" sldId="888"/>
            <ac:spMk id="64" creationId="{B08F03FF-0CCE-4BD7-A7A2-06AD2EB991D8}"/>
          </ac:spMkLst>
        </pc:spChg>
        <pc:spChg chg="del">
          <ac:chgData name="Minh Huynh" userId="01a137d4-0d81-46e0-aca6-c9185b391828" providerId="ADAL" clId="{18447838-0BCA-432B-86F3-BB78526C143F}" dt="2026-10-12T12:31:58.360" v="702" actId="478"/>
          <ac:spMkLst>
            <pc:docMk/>
            <pc:sldMk cId="4146570137" sldId="888"/>
            <ac:spMk id="65" creationId="{DD1C0551-ACE7-448B-B258-4BB3E87EF914}"/>
          </ac:spMkLst>
        </pc:spChg>
        <pc:spChg chg="del">
          <ac:chgData name="Minh Huynh" userId="01a137d4-0d81-46e0-aca6-c9185b391828" providerId="ADAL" clId="{18447838-0BCA-432B-86F3-BB78526C143F}" dt="2026-10-12T12:31:58.360" v="702" actId="478"/>
          <ac:spMkLst>
            <pc:docMk/>
            <pc:sldMk cId="4146570137" sldId="888"/>
            <ac:spMk id="66" creationId="{1B851FF8-6234-496E-958E-BE95A3F06E9B}"/>
          </ac:spMkLst>
        </pc:spChg>
        <pc:spChg chg="del">
          <ac:chgData name="Minh Huynh" userId="01a137d4-0d81-46e0-aca6-c9185b391828" providerId="ADAL" clId="{18447838-0BCA-432B-86F3-BB78526C143F}" dt="2026-10-12T12:31:58.360" v="702" actId="478"/>
          <ac:spMkLst>
            <pc:docMk/>
            <pc:sldMk cId="4146570137" sldId="888"/>
            <ac:spMk id="67" creationId="{DE1EC9FF-A4CD-4277-955E-E586340652F8}"/>
          </ac:spMkLst>
        </pc:spChg>
        <pc:spChg chg="del">
          <ac:chgData name="Minh Huynh" userId="01a137d4-0d81-46e0-aca6-c9185b391828" providerId="ADAL" clId="{18447838-0BCA-432B-86F3-BB78526C143F}" dt="2026-10-12T12:31:58.360" v="702" actId="478"/>
          <ac:spMkLst>
            <pc:docMk/>
            <pc:sldMk cId="4146570137" sldId="888"/>
            <ac:spMk id="68" creationId="{8D89AC36-0742-462D-BB9A-13541A228B69}"/>
          </ac:spMkLst>
        </pc:spChg>
        <pc:spChg chg="del">
          <ac:chgData name="Minh Huynh" userId="01a137d4-0d81-46e0-aca6-c9185b391828" providerId="ADAL" clId="{18447838-0BCA-432B-86F3-BB78526C143F}" dt="2026-10-12T12:31:58.360" v="702" actId="478"/>
          <ac:spMkLst>
            <pc:docMk/>
            <pc:sldMk cId="4146570137" sldId="888"/>
            <ac:spMk id="69" creationId="{2205AC33-9FDD-4C20-9251-8EDE93B7E154}"/>
          </ac:spMkLst>
        </pc:spChg>
        <pc:spChg chg="del">
          <ac:chgData name="Minh Huynh" userId="01a137d4-0d81-46e0-aca6-c9185b391828" providerId="ADAL" clId="{18447838-0BCA-432B-86F3-BB78526C143F}" dt="2026-10-12T12:31:58.360" v="702" actId="478"/>
          <ac:spMkLst>
            <pc:docMk/>
            <pc:sldMk cId="4146570137" sldId="888"/>
            <ac:spMk id="70" creationId="{F1E7DEA1-9F9C-43D3-821E-E4130A01C0E6}"/>
          </ac:spMkLst>
        </pc:spChg>
        <pc:spChg chg="del">
          <ac:chgData name="Minh Huynh" userId="01a137d4-0d81-46e0-aca6-c9185b391828" providerId="ADAL" clId="{18447838-0BCA-432B-86F3-BB78526C143F}" dt="2026-10-12T12:31:58.360" v="702" actId="478"/>
          <ac:spMkLst>
            <pc:docMk/>
            <pc:sldMk cId="4146570137" sldId="888"/>
            <ac:spMk id="71" creationId="{3BCDA718-6115-41E1-82DB-47DF09B9F038}"/>
          </ac:spMkLst>
        </pc:spChg>
        <pc:spChg chg="del">
          <ac:chgData name="Minh Huynh" userId="01a137d4-0d81-46e0-aca6-c9185b391828" providerId="ADAL" clId="{18447838-0BCA-432B-86F3-BB78526C143F}" dt="2026-10-12T12:31:58.360" v="702" actId="478"/>
          <ac:spMkLst>
            <pc:docMk/>
            <pc:sldMk cId="4146570137" sldId="888"/>
            <ac:spMk id="72" creationId="{AA3DA68F-6579-4209-9EDE-07E56659287D}"/>
          </ac:spMkLst>
        </pc:spChg>
        <pc:spChg chg="del">
          <ac:chgData name="Minh Huynh" userId="01a137d4-0d81-46e0-aca6-c9185b391828" providerId="ADAL" clId="{18447838-0BCA-432B-86F3-BB78526C143F}" dt="2026-10-12T12:31:58.360" v="702" actId="478"/>
          <ac:spMkLst>
            <pc:docMk/>
            <pc:sldMk cId="4146570137" sldId="888"/>
            <ac:spMk id="73" creationId="{59C30626-DD0B-42BC-8B6D-81D18D1782A8}"/>
          </ac:spMkLst>
        </pc:spChg>
        <pc:spChg chg="mod">
          <ac:chgData name="Minh Huynh" userId="01a137d4-0d81-46e0-aca6-c9185b391828" providerId="ADAL" clId="{18447838-0BCA-432B-86F3-BB78526C143F}" dt="2026-10-12T12:35:36.600" v="883" actId="20577"/>
          <ac:spMkLst>
            <pc:docMk/>
            <pc:sldMk cId="4146570137" sldId="888"/>
            <ac:spMk id="74" creationId="{0BC5EFDD-B5EE-4CD3-9813-3FC4733EEA9A}"/>
          </ac:spMkLst>
        </pc:spChg>
        <pc:spChg chg="del mod">
          <ac:chgData name="Minh Huynh" userId="01a137d4-0d81-46e0-aca6-c9185b391828" providerId="ADAL" clId="{18447838-0BCA-432B-86F3-BB78526C143F}" dt="2026-10-12T12:33:15.620" v="757" actId="478"/>
          <ac:spMkLst>
            <pc:docMk/>
            <pc:sldMk cId="4146570137" sldId="888"/>
            <ac:spMk id="99" creationId="{38D66BE2-B032-423D-8E5A-7793D9F01BD1}"/>
          </ac:spMkLst>
        </pc:spChg>
        <pc:spChg chg="del mod">
          <ac:chgData name="Minh Huynh" userId="01a137d4-0d81-46e0-aca6-c9185b391828" providerId="ADAL" clId="{18447838-0BCA-432B-86F3-BB78526C143F}" dt="2026-10-12T12:33:15.620" v="757" actId="478"/>
          <ac:spMkLst>
            <pc:docMk/>
            <pc:sldMk cId="4146570137" sldId="888"/>
            <ac:spMk id="100" creationId="{BC1669C5-5338-438F-94D0-72A4B06A72E0}"/>
          </ac:spMkLst>
        </pc:spChg>
        <pc:spChg chg="del mod">
          <ac:chgData name="Minh Huynh" userId="01a137d4-0d81-46e0-aca6-c9185b391828" providerId="ADAL" clId="{18447838-0BCA-432B-86F3-BB78526C143F}" dt="2026-10-12T12:33:15.620" v="757" actId="478"/>
          <ac:spMkLst>
            <pc:docMk/>
            <pc:sldMk cId="4146570137" sldId="888"/>
            <ac:spMk id="101" creationId="{6B7C67E0-F05D-4A18-9C0C-DE6C1DE2847D}"/>
          </ac:spMkLst>
        </pc:spChg>
        <pc:spChg chg="del mod">
          <ac:chgData name="Minh Huynh" userId="01a137d4-0d81-46e0-aca6-c9185b391828" providerId="ADAL" clId="{18447838-0BCA-432B-86F3-BB78526C143F}" dt="2026-10-12T12:33:15.620" v="757" actId="478"/>
          <ac:spMkLst>
            <pc:docMk/>
            <pc:sldMk cId="4146570137" sldId="888"/>
            <ac:spMk id="102" creationId="{5151ED00-2227-41D2-9CCD-CFE061218BB5}"/>
          </ac:spMkLst>
        </pc:spChg>
        <pc:spChg chg="del mod">
          <ac:chgData name="Minh Huynh" userId="01a137d4-0d81-46e0-aca6-c9185b391828" providerId="ADAL" clId="{18447838-0BCA-432B-86F3-BB78526C143F}" dt="2026-10-12T12:33:15.620" v="757" actId="478"/>
          <ac:spMkLst>
            <pc:docMk/>
            <pc:sldMk cId="4146570137" sldId="888"/>
            <ac:spMk id="103" creationId="{22DD0A0A-8BD5-4CF6-8EBF-4E6671DAF667}"/>
          </ac:spMkLst>
        </pc:spChg>
        <pc:spChg chg="del mod">
          <ac:chgData name="Minh Huynh" userId="01a137d4-0d81-46e0-aca6-c9185b391828" providerId="ADAL" clId="{18447838-0BCA-432B-86F3-BB78526C143F}" dt="2026-10-12T12:33:15.620" v="757" actId="478"/>
          <ac:spMkLst>
            <pc:docMk/>
            <pc:sldMk cId="4146570137" sldId="888"/>
            <ac:spMk id="104" creationId="{83A25243-8CC0-4C41-87DE-F1A64776AC2C}"/>
          </ac:spMkLst>
        </pc:spChg>
        <pc:spChg chg="del mod">
          <ac:chgData name="Minh Huynh" userId="01a137d4-0d81-46e0-aca6-c9185b391828" providerId="ADAL" clId="{18447838-0BCA-432B-86F3-BB78526C143F}" dt="2026-10-12T12:33:15.620" v="757" actId="478"/>
          <ac:spMkLst>
            <pc:docMk/>
            <pc:sldMk cId="4146570137" sldId="888"/>
            <ac:spMk id="105" creationId="{4BF439F0-FCDA-4A44-A743-D8452236F463}"/>
          </ac:spMkLst>
        </pc:spChg>
        <pc:spChg chg="del mod">
          <ac:chgData name="Minh Huynh" userId="01a137d4-0d81-46e0-aca6-c9185b391828" providerId="ADAL" clId="{18447838-0BCA-432B-86F3-BB78526C143F}" dt="2026-10-12T12:33:15.620" v="757" actId="478"/>
          <ac:spMkLst>
            <pc:docMk/>
            <pc:sldMk cId="4146570137" sldId="888"/>
            <ac:spMk id="106" creationId="{033DE228-631F-4EB2-BAEE-9908BFF59BC3}"/>
          </ac:spMkLst>
        </pc:spChg>
        <pc:spChg chg="del mod">
          <ac:chgData name="Minh Huynh" userId="01a137d4-0d81-46e0-aca6-c9185b391828" providerId="ADAL" clId="{18447838-0BCA-432B-86F3-BB78526C143F}" dt="2026-10-12T12:33:15.620" v="757" actId="478"/>
          <ac:spMkLst>
            <pc:docMk/>
            <pc:sldMk cId="4146570137" sldId="888"/>
            <ac:spMk id="107" creationId="{F82204CA-57AB-4EFD-AFA5-E12A6532FD62}"/>
          </ac:spMkLst>
        </pc:spChg>
        <pc:spChg chg="del mod">
          <ac:chgData name="Minh Huynh" userId="01a137d4-0d81-46e0-aca6-c9185b391828" providerId="ADAL" clId="{18447838-0BCA-432B-86F3-BB78526C143F}" dt="2026-10-12T12:33:15.620" v="757" actId="478"/>
          <ac:spMkLst>
            <pc:docMk/>
            <pc:sldMk cId="4146570137" sldId="888"/>
            <ac:spMk id="108" creationId="{6ACCC2CA-442D-4B1A-8D4F-239E1EAD97E9}"/>
          </ac:spMkLst>
        </pc:spChg>
        <pc:spChg chg="del mod">
          <ac:chgData name="Minh Huynh" userId="01a137d4-0d81-46e0-aca6-c9185b391828" providerId="ADAL" clId="{18447838-0BCA-432B-86F3-BB78526C143F}" dt="2026-10-12T12:33:15.620" v="757" actId="478"/>
          <ac:spMkLst>
            <pc:docMk/>
            <pc:sldMk cId="4146570137" sldId="888"/>
            <ac:spMk id="109" creationId="{F26EB435-DC35-4099-8CCD-FA57AD0092BC}"/>
          </ac:spMkLst>
        </pc:spChg>
        <pc:spChg chg="del mod">
          <ac:chgData name="Minh Huynh" userId="01a137d4-0d81-46e0-aca6-c9185b391828" providerId="ADAL" clId="{18447838-0BCA-432B-86F3-BB78526C143F}" dt="2026-10-12T12:33:15.620" v="757" actId="478"/>
          <ac:spMkLst>
            <pc:docMk/>
            <pc:sldMk cId="4146570137" sldId="888"/>
            <ac:spMk id="110" creationId="{58E8E706-B3E6-40E1-A9A1-B604EEE73802}"/>
          </ac:spMkLst>
        </pc:spChg>
        <pc:spChg chg="del mod">
          <ac:chgData name="Minh Huynh" userId="01a137d4-0d81-46e0-aca6-c9185b391828" providerId="ADAL" clId="{18447838-0BCA-432B-86F3-BB78526C143F}" dt="2026-10-12T12:33:15.620" v="757" actId="478"/>
          <ac:spMkLst>
            <pc:docMk/>
            <pc:sldMk cId="4146570137" sldId="888"/>
            <ac:spMk id="111" creationId="{DE4AD348-4D66-4810-B215-66E34914740C}"/>
          </ac:spMkLst>
        </pc:spChg>
        <pc:spChg chg="del mod">
          <ac:chgData name="Minh Huynh" userId="01a137d4-0d81-46e0-aca6-c9185b391828" providerId="ADAL" clId="{18447838-0BCA-432B-86F3-BB78526C143F}" dt="2026-10-12T12:33:15.620" v="757" actId="478"/>
          <ac:spMkLst>
            <pc:docMk/>
            <pc:sldMk cId="4146570137" sldId="888"/>
            <ac:spMk id="112" creationId="{E7438738-F08D-44D0-97D7-7888CDB9CDA2}"/>
          </ac:spMkLst>
        </pc:spChg>
        <pc:spChg chg="del mod">
          <ac:chgData name="Minh Huynh" userId="01a137d4-0d81-46e0-aca6-c9185b391828" providerId="ADAL" clId="{18447838-0BCA-432B-86F3-BB78526C143F}" dt="2026-10-12T12:33:15.620" v="757" actId="478"/>
          <ac:spMkLst>
            <pc:docMk/>
            <pc:sldMk cId="4146570137" sldId="888"/>
            <ac:spMk id="113" creationId="{2C733F58-7675-4A72-A946-CC50CA827010}"/>
          </ac:spMkLst>
        </pc:spChg>
        <pc:spChg chg="del mod">
          <ac:chgData name="Minh Huynh" userId="01a137d4-0d81-46e0-aca6-c9185b391828" providerId="ADAL" clId="{18447838-0BCA-432B-86F3-BB78526C143F}" dt="2026-10-12T12:33:15.620" v="757" actId="478"/>
          <ac:spMkLst>
            <pc:docMk/>
            <pc:sldMk cId="4146570137" sldId="888"/>
            <ac:spMk id="114" creationId="{032B2CFA-8C79-4B49-9512-F40B87F12606}"/>
          </ac:spMkLst>
        </pc:spChg>
        <pc:spChg chg="del mod">
          <ac:chgData name="Minh Huynh" userId="01a137d4-0d81-46e0-aca6-c9185b391828" providerId="ADAL" clId="{18447838-0BCA-432B-86F3-BB78526C143F}" dt="2026-10-12T12:33:15.620" v="757" actId="478"/>
          <ac:spMkLst>
            <pc:docMk/>
            <pc:sldMk cId="4146570137" sldId="888"/>
            <ac:spMk id="115" creationId="{B7F732A4-4A95-4A3B-B360-E84E889F3B18}"/>
          </ac:spMkLst>
        </pc:spChg>
        <pc:spChg chg="del mod">
          <ac:chgData name="Minh Huynh" userId="01a137d4-0d81-46e0-aca6-c9185b391828" providerId="ADAL" clId="{18447838-0BCA-432B-86F3-BB78526C143F}" dt="2026-10-12T12:33:15.620" v="757" actId="478"/>
          <ac:spMkLst>
            <pc:docMk/>
            <pc:sldMk cId="4146570137" sldId="888"/>
            <ac:spMk id="116" creationId="{C5EACBAE-D0C2-4166-B6BD-483BC6B772DD}"/>
          </ac:spMkLst>
        </pc:spChg>
        <pc:spChg chg="del mod">
          <ac:chgData name="Minh Huynh" userId="01a137d4-0d81-46e0-aca6-c9185b391828" providerId="ADAL" clId="{18447838-0BCA-432B-86F3-BB78526C143F}" dt="2026-10-12T12:33:15.620" v="757" actId="478"/>
          <ac:spMkLst>
            <pc:docMk/>
            <pc:sldMk cId="4146570137" sldId="888"/>
            <ac:spMk id="117" creationId="{48CF51E7-1FFA-47E7-A1A3-DC622DF36871}"/>
          </ac:spMkLst>
        </pc:spChg>
        <pc:spChg chg="del mod">
          <ac:chgData name="Minh Huynh" userId="01a137d4-0d81-46e0-aca6-c9185b391828" providerId="ADAL" clId="{18447838-0BCA-432B-86F3-BB78526C143F}" dt="2026-10-12T12:33:15.620" v="757" actId="478"/>
          <ac:spMkLst>
            <pc:docMk/>
            <pc:sldMk cId="4146570137" sldId="888"/>
            <ac:spMk id="118" creationId="{1F9947CB-B088-4D3A-B2AB-46309A4589E5}"/>
          </ac:spMkLst>
        </pc:spChg>
        <pc:spChg chg="del mod">
          <ac:chgData name="Minh Huynh" userId="01a137d4-0d81-46e0-aca6-c9185b391828" providerId="ADAL" clId="{18447838-0BCA-432B-86F3-BB78526C143F}" dt="2026-10-12T12:33:15.620" v="757" actId="478"/>
          <ac:spMkLst>
            <pc:docMk/>
            <pc:sldMk cId="4146570137" sldId="888"/>
            <ac:spMk id="119" creationId="{38661948-E5E5-400F-9F44-9DBAA999AA58}"/>
          </ac:spMkLst>
        </pc:spChg>
        <pc:spChg chg="del mod">
          <ac:chgData name="Minh Huynh" userId="01a137d4-0d81-46e0-aca6-c9185b391828" providerId="ADAL" clId="{18447838-0BCA-432B-86F3-BB78526C143F}" dt="2026-10-12T12:33:15.620" v="757" actId="478"/>
          <ac:spMkLst>
            <pc:docMk/>
            <pc:sldMk cId="4146570137" sldId="888"/>
            <ac:spMk id="120" creationId="{6B5BF711-EF03-47CD-9440-418FB6297EEE}"/>
          </ac:spMkLst>
        </pc:spChg>
        <pc:spChg chg="del mod">
          <ac:chgData name="Minh Huynh" userId="01a137d4-0d81-46e0-aca6-c9185b391828" providerId="ADAL" clId="{18447838-0BCA-432B-86F3-BB78526C143F}" dt="2026-10-12T12:33:15.620" v="757" actId="478"/>
          <ac:spMkLst>
            <pc:docMk/>
            <pc:sldMk cId="4146570137" sldId="888"/>
            <ac:spMk id="121" creationId="{EFB46D79-A8B8-484B-A970-A521A28B562C}"/>
          </ac:spMkLst>
        </pc:spChg>
        <pc:spChg chg="del mod">
          <ac:chgData name="Minh Huynh" userId="01a137d4-0d81-46e0-aca6-c9185b391828" providerId="ADAL" clId="{18447838-0BCA-432B-86F3-BB78526C143F}" dt="2026-10-12T12:33:15.620" v="757" actId="478"/>
          <ac:spMkLst>
            <pc:docMk/>
            <pc:sldMk cId="4146570137" sldId="888"/>
            <ac:spMk id="122" creationId="{83B65CCC-7C48-4666-A702-C2D9962B5735}"/>
          </ac:spMkLst>
        </pc:spChg>
        <pc:spChg chg="del mod">
          <ac:chgData name="Minh Huynh" userId="01a137d4-0d81-46e0-aca6-c9185b391828" providerId="ADAL" clId="{18447838-0BCA-432B-86F3-BB78526C143F}" dt="2026-10-12T12:33:15.620" v="757" actId="478"/>
          <ac:spMkLst>
            <pc:docMk/>
            <pc:sldMk cId="4146570137" sldId="888"/>
            <ac:spMk id="123" creationId="{72B7398F-4B1F-40E6-8453-26FBD6C76CCA}"/>
          </ac:spMkLst>
        </pc:spChg>
        <pc:spChg chg="del mod">
          <ac:chgData name="Minh Huynh" userId="01a137d4-0d81-46e0-aca6-c9185b391828" providerId="ADAL" clId="{18447838-0BCA-432B-86F3-BB78526C143F}" dt="2026-10-12T12:33:15.620" v="757" actId="478"/>
          <ac:spMkLst>
            <pc:docMk/>
            <pc:sldMk cId="4146570137" sldId="888"/>
            <ac:spMk id="124" creationId="{6B77B450-E2C8-4EFC-BF91-CF8568A960D5}"/>
          </ac:spMkLst>
        </pc:spChg>
        <pc:spChg chg="del mod">
          <ac:chgData name="Minh Huynh" userId="01a137d4-0d81-46e0-aca6-c9185b391828" providerId="ADAL" clId="{18447838-0BCA-432B-86F3-BB78526C143F}" dt="2026-10-12T12:33:15.620" v="757" actId="478"/>
          <ac:spMkLst>
            <pc:docMk/>
            <pc:sldMk cId="4146570137" sldId="888"/>
            <ac:spMk id="125" creationId="{3B114BFC-B0CF-46D1-A39C-63028832C432}"/>
          </ac:spMkLst>
        </pc:spChg>
        <pc:grpChg chg="del">
          <ac:chgData name="Minh Huynh" userId="01a137d4-0d81-46e0-aca6-c9185b391828" providerId="ADAL" clId="{18447838-0BCA-432B-86F3-BB78526C143F}" dt="2026-10-12T12:31:58.360" v="702" actId="478"/>
          <ac:grpSpMkLst>
            <pc:docMk/>
            <pc:sldMk cId="4146570137" sldId="888"/>
            <ac:grpSpMk id="11" creationId="{5B920099-B518-4D2E-82E0-343DE121F2BB}"/>
          </ac:grpSpMkLst>
        </pc:grpChg>
        <pc:grpChg chg="del">
          <ac:chgData name="Minh Huynh" userId="01a137d4-0d81-46e0-aca6-c9185b391828" providerId="ADAL" clId="{18447838-0BCA-432B-86F3-BB78526C143F}" dt="2026-10-12T12:31:58.360" v="702" actId="478"/>
          <ac:grpSpMkLst>
            <pc:docMk/>
            <pc:sldMk cId="4146570137" sldId="888"/>
            <ac:grpSpMk id="21" creationId="{E32746D7-EBE4-4027-A1F0-9FA7C95395C3}"/>
          </ac:grpSpMkLst>
        </pc:grpChg>
        <pc:grpChg chg="del">
          <ac:chgData name="Minh Huynh" userId="01a137d4-0d81-46e0-aca6-c9185b391828" providerId="ADAL" clId="{18447838-0BCA-432B-86F3-BB78526C143F}" dt="2026-10-12T12:31:58.360" v="702" actId="478"/>
          <ac:grpSpMkLst>
            <pc:docMk/>
            <pc:sldMk cId="4146570137" sldId="888"/>
            <ac:grpSpMk id="24" creationId="{AE50BED5-117F-4004-8FA4-DFF30C46E086}"/>
          </ac:grpSpMkLst>
        </pc:grpChg>
        <pc:grpChg chg="del">
          <ac:chgData name="Minh Huynh" userId="01a137d4-0d81-46e0-aca6-c9185b391828" providerId="ADAL" clId="{18447838-0BCA-432B-86F3-BB78526C143F}" dt="2026-10-12T12:31:58.360" v="702" actId="478"/>
          <ac:grpSpMkLst>
            <pc:docMk/>
            <pc:sldMk cId="4146570137" sldId="888"/>
            <ac:grpSpMk id="27" creationId="{759EA27F-95C7-4804-AFD4-5719CB73F124}"/>
          </ac:grpSpMkLst>
        </pc:grpChg>
        <pc:grpChg chg="del">
          <ac:chgData name="Minh Huynh" userId="01a137d4-0d81-46e0-aca6-c9185b391828" providerId="ADAL" clId="{18447838-0BCA-432B-86F3-BB78526C143F}" dt="2026-10-12T12:31:58.360" v="702" actId="478"/>
          <ac:grpSpMkLst>
            <pc:docMk/>
            <pc:sldMk cId="4146570137" sldId="888"/>
            <ac:grpSpMk id="30" creationId="{47402669-A510-48D5-B430-FB374E0176A9}"/>
          </ac:grpSpMkLst>
        </pc:grpChg>
        <pc:grpChg chg="del">
          <ac:chgData name="Minh Huynh" userId="01a137d4-0d81-46e0-aca6-c9185b391828" providerId="ADAL" clId="{18447838-0BCA-432B-86F3-BB78526C143F}" dt="2026-10-12T12:31:58.360" v="702" actId="478"/>
          <ac:grpSpMkLst>
            <pc:docMk/>
            <pc:sldMk cId="4146570137" sldId="888"/>
            <ac:grpSpMk id="33" creationId="{4289E4EA-4973-49E4-85D7-336AD5D53DE7}"/>
          </ac:grpSpMkLst>
        </pc:grpChg>
        <pc:grpChg chg="del">
          <ac:chgData name="Minh Huynh" userId="01a137d4-0d81-46e0-aca6-c9185b391828" providerId="ADAL" clId="{18447838-0BCA-432B-86F3-BB78526C143F}" dt="2026-10-12T12:31:58.360" v="702" actId="478"/>
          <ac:grpSpMkLst>
            <pc:docMk/>
            <pc:sldMk cId="4146570137" sldId="888"/>
            <ac:grpSpMk id="36" creationId="{EF2B91C8-07CB-4470-ACA1-DB1139D2851A}"/>
          </ac:grpSpMkLst>
        </pc:grpChg>
        <pc:grpChg chg="del">
          <ac:chgData name="Minh Huynh" userId="01a137d4-0d81-46e0-aca6-c9185b391828" providerId="ADAL" clId="{18447838-0BCA-432B-86F3-BB78526C143F}" dt="2026-10-12T12:31:58.360" v="702" actId="478"/>
          <ac:grpSpMkLst>
            <pc:docMk/>
            <pc:sldMk cId="4146570137" sldId="888"/>
            <ac:grpSpMk id="39" creationId="{C27BFCA6-6D08-4B06-AC70-0E9D35442B6C}"/>
          </ac:grpSpMkLst>
        </pc:grpChg>
        <pc:graphicFrameChg chg="add mod">
          <ac:chgData name="Minh Huynh" userId="01a137d4-0d81-46e0-aca6-c9185b391828" providerId="ADAL" clId="{18447838-0BCA-432B-86F3-BB78526C143F}" dt="2026-10-12T12:33:27.876" v="759" actId="1076"/>
          <ac:graphicFrameMkLst>
            <pc:docMk/>
            <pc:sldMk cId="4146570137" sldId="888"/>
            <ac:graphicFrameMk id="98" creationId="{94312D7D-D010-4FF1-90CB-F360B04462A7}"/>
          </ac:graphicFrameMkLst>
        </pc:graphicFrameChg>
      </pc:sldChg>
      <pc:sldChg chg="addSp delSp modSp add mod ord">
        <pc:chgData name="Minh Huynh" userId="01a137d4-0d81-46e0-aca6-c9185b391828" providerId="ADAL" clId="{18447838-0BCA-432B-86F3-BB78526C143F}" dt="2026-10-12T12:36:53.140" v="888"/>
        <pc:sldMkLst>
          <pc:docMk/>
          <pc:sldMk cId="107197115" sldId="889"/>
        </pc:sldMkLst>
        <pc:spChg chg="add mod">
          <ac:chgData name="Minh Huynh" userId="01a137d4-0d81-46e0-aca6-c9185b391828" providerId="ADAL" clId="{18447838-0BCA-432B-86F3-BB78526C143F}" dt="2026-10-12T12:36:10.511" v="886"/>
          <ac:spMkLst>
            <pc:docMk/>
            <pc:sldMk cId="107197115" sldId="889"/>
            <ac:spMk id="6" creationId="{65910D22-2C89-42CE-A60C-7F0FD45C3083}"/>
          </ac:spMkLst>
        </pc:spChg>
        <pc:spChg chg="add mod">
          <ac:chgData name="Minh Huynh" userId="01a137d4-0d81-46e0-aca6-c9185b391828" providerId="ADAL" clId="{18447838-0BCA-432B-86F3-BB78526C143F}" dt="2026-10-12T12:36:10.511" v="886"/>
          <ac:spMkLst>
            <pc:docMk/>
            <pc:sldMk cId="107197115" sldId="889"/>
            <ac:spMk id="7" creationId="{CB8711DD-83AA-4BB4-B3B8-B1A7DDBA3A72}"/>
          </ac:spMkLst>
        </pc:spChg>
        <pc:spChg chg="add mod">
          <ac:chgData name="Minh Huynh" userId="01a137d4-0d81-46e0-aca6-c9185b391828" providerId="ADAL" clId="{18447838-0BCA-432B-86F3-BB78526C143F}" dt="2026-10-12T12:36:10.511" v="886"/>
          <ac:spMkLst>
            <pc:docMk/>
            <pc:sldMk cId="107197115" sldId="889"/>
            <ac:spMk id="8" creationId="{1B82BEA6-FA17-4F89-80E5-E50DB0735065}"/>
          </ac:spMkLst>
        </pc:spChg>
        <pc:spChg chg="del">
          <ac:chgData name="Minh Huynh" userId="01a137d4-0d81-46e0-aca6-c9185b391828" providerId="ADAL" clId="{18447838-0BCA-432B-86F3-BB78526C143F}" dt="2026-10-12T12:36:09.625" v="885" actId="478"/>
          <ac:spMkLst>
            <pc:docMk/>
            <pc:sldMk cId="107197115" sldId="889"/>
            <ac:spMk id="74" creationId="{0BC5EFDD-B5EE-4CD3-9813-3FC4733EEA9A}"/>
          </ac:spMkLst>
        </pc:spChg>
        <pc:graphicFrameChg chg="add mod">
          <ac:chgData name="Minh Huynh" userId="01a137d4-0d81-46e0-aca6-c9185b391828" providerId="ADAL" clId="{18447838-0BCA-432B-86F3-BB78526C143F}" dt="2026-10-12T12:36:10.511" v="886"/>
          <ac:graphicFrameMkLst>
            <pc:docMk/>
            <pc:sldMk cId="107197115" sldId="889"/>
            <ac:graphicFrameMk id="5" creationId="{BBB069A5-ACF0-4965-AF70-F611F20FF7B5}"/>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7" creationId="{A8C4CECC-68BC-4BA2-9812-948290ED46C0}"/>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8" creationId="{BFBA79DF-096B-4F11-8F70-8F0952B1FD41}"/>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9" creationId="{38C4B4A5-4607-4D1D-A1B6-CD323DB1F8D9}"/>
          </ac:graphicFrameMkLst>
        </pc:graphicFrameChg>
        <pc:graphicFrameChg chg="del">
          <ac:chgData name="Minh Huynh" userId="01a137d4-0d81-46e0-aca6-c9185b391828" providerId="ADAL" clId="{18447838-0BCA-432B-86F3-BB78526C143F}" dt="2026-10-12T12:36:09.625" v="885" actId="478"/>
          <ac:graphicFrameMkLst>
            <pc:docMk/>
            <pc:sldMk cId="107197115" sldId="889"/>
            <ac:graphicFrameMk id="98" creationId="{94312D7D-D010-4FF1-90CB-F360B04462A7}"/>
          </ac:graphicFrameMkLst>
        </pc:graphicFrameChg>
        <pc:cxnChg chg="add mod">
          <ac:chgData name="Minh Huynh" userId="01a137d4-0d81-46e0-aca6-c9185b391828" providerId="ADAL" clId="{18447838-0BCA-432B-86F3-BB78526C143F}" dt="2026-10-12T12:36:10.511" v="886"/>
          <ac:cxnSpMkLst>
            <pc:docMk/>
            <pc:sldMk cId="107197115" sldId="889"/>
            <ac:cxnSpMk id="9" creationId="{A0C71261-D018-4271-B222-C0B7AAD31E49}"/>
          </ac:cxnSpMkLst>
        </pc:cxnChg>
        <pc:cxnChg chg="add mod">
          <ac:chgData name="Minh Huynh" userId="01a137d4-0d81-46e0-aca6-c9185b391828" providerId="ADAL" clId="{18447838-0BCA-432B-86F3-BB78526C143F}" dt="2026-10-12T12:36:10.511" v="886"/>
          <ac:cxnSpMkLst>
            <pc:docMk/>
            <pc:sldMk cId="107197115" sldId="889"/>
            <ac:cxnSpMk id="10" creationId="{F1B4816A-515F-4A92-B8B6-8DF3C0EAC05B}"/>
          </ac:cxnSpMkLst>
        </pc:cxnChg>
        <pc:cxnChg chg="add mod">
          <ac:chgData name="Minh Huynh" userId="01a137d4-0d81-46e0-aca6-c9185b391828" providerId="ADAL" clId="{18447838-0BCA-432B-86F3-BB78526C143F}" dt="2026-10-12T12:36:10.511" v="886"/>
          <ac:cxnSpMkLst>
            <pc:docMk/>
            <pc:sldMk cId="107197115" sldId="889"/>
            <ac:cxnSpMk id="11" creationId="{A16240CF-C005-4CAC-B012-5699C81A0F11}"/>
          </ac:cxnSpMkLst>
        </pc:cxnChg>
        <pc:cxnChg chg="add mod">
          <ac:chgData name="Minh Huynh" userId="01a137d4-0d81-46e0-aca6-c9185b391828" providerId="ADAL" clId="{18447838-0BCA-432B-86F3-BB78526C143F}" dt="2026-10-12T12:36:10.511" v="886"/>
          <ac:cxnSpMkLst>
            <pc:docMk/>
            <pc:sldMk cId="107197115" sldId="889"/>
            <ac:cxnSpMk id="12" creationId="{A5CCD889-2803-40B3-B16C-28678BDA22A9}"/>
          </ac:cxnSpMkLst>
        </pc:cxnChg>
        <pc:cxnChg chg="add mod">
          <ac:chgData name="Minh Huynh" userId="01a137d4-0d81-46e0-aca6-c9185b391828" providerId="ADAL" clId="{18447838-0BCA-432B-86F3-BB78526C143F}" dt="2026-10-12T12:36:10.511" v="886"/>
          <ac:cxnSpMkLst>
            <pc:docMk/>
            <pc:sldMk cId="107197115" sldId="889"/>
            <ac:cxnSpMk id="13" creationId="{3DB4C369-B29D-40B0-9E43-222F7741336D}"/>
          </ac:cxnSpMkLst>
        </pc:cxnChg>
        <pc:cxnChg chg="add mod">
          <ac:chgData name="Minh Huynh" userId="01a137d4-0d81-46e0-aca6-c9185b391828" providerId="ADAL" clId="{18447838-0BCA-432B-86F3-BB78526C143F}" dt="2026-10-12T12:36:10.511" v="886"/>
          <ac:cxnSpMkLst>
            <pc:docMk/>
            <pc:sldMk cId="107197115" sldId="889"/>
            <ac:cxnSpMk id="14" creationId="{0E7B4DF0-F8F6-4FEB-A991-56F7E9C2ED4A}"/>
          </ac:cxnSpMkLst>
        </pc:cxnChg>
        <pc:cxnChg chg="add mod">
          <ac:chgData name="Minh Huynh" userId="01a137d4-0d81-46e0-aca6-c9185b391828" providerId="ADAL" clId="{18447838-0BCA-432B-86F3-BB78526C143F}" dt="2026-10-12T12:36:10.511" v="886"/>
          <ac:cxnSpMkLst>
            <pc:docMk/>
            <pc:sldMk cId="107197115" sldId="889"/>
            <ac:cxnSpMk id="15" creationId="{B22B7EF9-D848-46F3-9786-F9A097582C89}"/>
          </ac:cxnSpMkLst>
        </pc:cxnChg>
        <pc:cxnChg chg="add mod">
          <ac:chgData name="Minh Huynh" userId="01a137d4-0d81-46e0-aca6-c9185b391828" providerId="ADAL" clId="{18447838-0BCA-432B-86F3-BB78526C143F}" dt="2026-10-12T12:36:10.511" v="886"/>
          <ac:cxnSpMkLst>
            <pc:docMk/>
            <pc:sldMk cId="107197115" sldId="889"/>
            <ac:cxnSpMk id="16" creationId="{66CFCE95-C625-4677-9484-51210E3BA921}"/>
          </ac:cxnSpMkLst>
        </pc:cxnChg>
      </pc:sldChg>
      <pc:sldChg chg="del">
        <pc:chgData name="Minh Huynh" userId="01a137d4-0d81-46e0-aca6-c9185b391828" providerId="ADAL" clId="{18447838-0BCA-432B-86F3-BB78526C143F}" dt="2026-10-12T12:12:45.996" v="0" actId="47"/>
        <pc:sldMkLst>
          <pc:docMk/>
          <pc:sldMk cId="169452200" sldId="889"/>
        </pc:sldMkLst>
      </pc:sldChg>
      <pc:sldChg chg="addSp delSp modSp add mod">
        <pc:chgData name="Minh Huynh" userId="01a137d4-0d81-46e0-aca6-c9185b391828" providerId="ADAL" clId="{18447838-0BCA-432B-86F3-BB78526C143F}" dt="2026-10-12T12:38:18.336" v="922" actId="20577"/>
        <pc:sldMkLst>
          <pc:docMk/>
          <pc:sldMk cId="509385675" sldId="890"/>
        </pc:sldMkLst>
        <pc:spChg chg="mod">
          <ac:chgData name="Minh Huynh" userId="01a137d4-0d81-46e0-aca6-c9185b391828" providerId="ADAL" clId="{18447838-0BCA-432B-86F3-BB78526C143F}" dt="2026-10-12T12:38:18.336" v="922" actId="20577"/>
          <ac:spMkLst>
            <pc:docMk/>
            <pc:sldMk cId="509385675" sldId="890"/>
            <ac:spMk id="4" creationId="{7BC73E8E-0D58-4B4B-A5C4-A8AE38997407}"/>
          </ac:spMkLst>
        </pc:spChg>
        <pc:spChg chg="add mod">
          <ac:chgData name="Minh Huynh" userId="01a137d4-0d81-46e0-aca6-c9185b391828" providerId="ADAL" clId="{18447838-0BCA-432B-86F3-BB78526C143F}" dt="2026-10-12T12:38:04.869" v="910" actId="1076"/>
          <ac:spMkLst>
            <pc:docMk/>
            <pc:sldMk cId="509385675" sldId="890"/>
            <ac:spMk id="6" creationId="{4FE199F4-FEF9-41A5-8FF7-FB19FE8C350F}"/>
          </ac:spMkLst>
        </pc:spChg>
        <pc:spChg chg="add mod">
          <ac:chgData name="Minh Huynh" userId="01a137d4-0d81-46e0-aca6-c9185b391828" providerId="ADAL" clId="{18447838-0BCA-432B-86F3-BB78526C143F}" dt="2026-10-12T12:38:04.869" v="910" actId="1076"/>
          <ac:spMkLst>
            <pc:docMk/>
            <pc:sldMk cId="509385675" sldId="890"/>
            <ac:spMk id="12" creationId="{24940E65-8988-4BE3-B66F-29CF6AB52464}"/>
          </ac:spMkLst>
        </pc:spChg>
        <pc:spChg chg="add mod">
          <ac:chgData name="Minh Huynh" userId="01a137d4-0d81-46e0-aca6-c9185b391828" providerId="ADAL" clId="{18447838-0BCA-432B-86F3-BB78526C143F}" dt="2026-10-12T12:38:13.313" v="911" actId="1076"/>
          <ac:spMkLst>
            <pc:docMk/>
            <pc:sldMk cId="509385675" sldId="890"/>
            <ac:spMk id="13" creationId="{C55376DA-895F-4D75-82B6-942AF4819628}"/>
          </ac:spMkLst>
        </pc:spChg>
        <pc:spChg chg="add mod">
          <ac:chgData name="Minh Huynh" userId="01a137d4-0d81-46e0-aca6-c9185b391828" providerId="ADAL" clId="{18447838-0BCA-432B-86F3-BB78526C143F}" dt="2026-10-12T12:38:13.313" v="911" actId="1076"/>
          <ac:spMkLst>
            <pc:docMk/>
            <pc:sldMk cId="509385675" sldId="890"/>
            <ac:spMk id="14" creationId="{2DF5F45A-1733-4716-86D1-926AC29832BF}"/>
          </ac:spMkLst>
        </pc:spChg>
        <pc:spChg chg="add mod">
          <ac:chgData name="Minh Huynh" userId="01a137d4-0d81-46e0-aca6-c9185b391828" providerId="ADAL" clId="{18447838-0BCA-432B-86F3-BB78526C143F}" dt="2026-10-12T12:38:13.313" v="911" actId="1076"/>
          <ac:spMkLst>
            <pc:docMk/>
            <pc:sldMk cId="509385675" sldId="890"/>
            <ac:spMk id="15" creationId="{0874FF02-357C-44CE-A016-A9D5140A890D}"/>
          </ac:spMkLst>
        </pc:spChg>
        <pc:spChg chg="add mod">
          <ac:chgData name="Minh Huynh" userId="01a137d4-0d81-46e0-aca6-c9185b391828" providerId="ADAL" clId="{18447838-0BCA-432B-86F3-BB78526C143F}" dt="2026-10-12T12:38:04.869" v="910" actId="1076"/>
          <ac:spMkLst>
            <pc:docMk/>
            <pc:sldMk cId="509385675" sldId="890"/>
            <ac:spMk id="16" creationId="{30AAF2F9-545B-4883-9CFB-8B23AF75FA04}"/>
          </ac:spMkLst>
        </pc:spChg>
        <pc:spChg chg="add mod">
          <ac:chgData name="Minh Huynh" userId="01a137d4-0d81-46e0-aca6-c9185b391828" providerId="ADAL" clId="{18447838-0BCA-432B-86F3-BB78526C143F}" dt="2026-10-12T12:38:13.313" v="911" actId="1076"/>
          <ac:spMkLst>
            <pc:docMk/>
            <pc:sldMk cId="509385675" sldId="890"/>
            <ac:spMk id="17" creationId="{F4250221-E392-45E7-9033-4ABED595E0C7}"/>
          </ac:spMkLst>
        </pc:spChg>
        <pc:spChg chg="mod">
          <ac:chgData name="Minh Huynh" userId="01a137d4-0d81-46e0-aca6-c9185b391828" providerId="ADAL" clId="{18447838-0BCA-432B-86F3-BB78526C143F}" dt="2026-10-12T12:37:49.140" v="908" actId="14100"/>
          <ac:spMkLst>
            <pc:docMk/>
            <pc:sldMk cId="509385675" sldId="890"/>
            <ac:spMk id="74" creationId="{0BC5EFDD-B5EE-4CD3-9813-3FC4733EEA9A}"/>
          </ac:spMkLst>
        </pc:spChg>
        <pc:graphicFrameChg chg="add mod">
          <ac:chgData name="Minh Huynh" userId="01a137d4-0d81-46e0-aca6-c9185b391828" providerId="ADAL" clId="{18447838-0BCA-432B-86F3-BB78526C143F}" dt="2026-10-12T12:38:04.869" v="910" actId="1076"/>
          <ac:graphicFrameMkLst>
            <pc:docMk/>
            <pc:sldMk cId="509385675" sldId="890"/>
            <ac:graphicFrameMk id="5" creationId="{21E8F286-D775-45F8-87C2-C450E9168DE0}"/>
          </ac:graphicFrameMkLst>
        </pc:graphicFrameChg>
        <pc:graphicFrameChg chg="add mod">
          <ac:chgData name="Minh Huynh" userId="01a137d4-0d81-46e0-aca6-c9185b391828" providerId="ADAL" clId="{18447838-0BCA-432B-86F3-BB78526C143F}" dt="2026-10-12T12:38:04.869" v="910" actId="1076"/>
          <ac:graphicFrameMkLst>
            <pc:docMk/>
            <pc:sldMk cId="509385675" sldId="890"/>
            <ac:graphicFrameMk id="10" creationId="{21B46A32-F377-46E7-AF7A-68DFB804A5F7}"/>
          </ac:graphicFrameMkLst>
        </pc:graphicFrameChg>
        <pc:graphicFrameChg chg="del">
          <ac:chgData name="Minh Huynh" userId="01a137d4-0d81-46e0-aca6-c9185b391828" providerId="ADAL" clId="{18447838-0BCA-432B-86F3-BB78526C143F}" dt="2026-10-12T12:37:43.578" v="904" actId="478"/>
          <ac:graphicFrameMkLst>
            <pc:docMk/>
            <pc:sldMk cId="509385675" sldId="890"/>
            <ac:graphicFrameMk id="98" creationId="{94312D7D-D010-4FF1-90CB-F360B04462A7}"/>
          </ac:graphicFrameMkLst>
        </pc:graphicFrameChg>
        <pc:cxnChg chg="add mod">
          <ac:chgData name="Minh Huynh" userId="01a137d4-0d81-46e0-aca6-c9185b391828" providerId="ADAL" clId="{18447838-0BCA-432B-86F3-BB78526C143F}" dt="2026-10-12T12:38:04.869" v="910" actId="1076"/>
          <ac:cxnSpMkLst>
            <pc:docMk/>
            <pc:sldMk cId="509385675" sldId="890"/>
            <ac:cxnSpMk id="7" creationId="{9A0EEA19-5289-4CF8-BB6D-C8E625F4CE3D}"/>
          </ac:cxnSpMkLst>
        </pc:cxnChg>
        <pc:cxnChg chg="add mod">
          <ac:chgData name="Minh Huynh" userId="01a137d4-0d81-46e0-aca6-c9185b391828" providerId="ADAL" clId="{18447838-0BCA-432B-86F3-BB78526C143F}" dt="2026-10-12T12:38:04.869" v="910" actId="1076"/>
          <ac:cxnSpMkLst>
            <pc:docMk/>
            <pc:sldMk cId="509385675" sldId="890"/>
            <ac:cxnSpMk id="8" creationId="{8721EE67-58D9-4F23-A987-8F7D229BCB44}"/>
          </ac:cxnSpMkLst>
        </pc:cxnChg>
        <pc:cxnChg chg="add mod">
          <ac:chgData name="Minh Huynh" userId="01a137d4-0d81-46e0-aca6-c9185b391828" providerId="ADAL" clId="{18447838-0BCA-432B-86F3-BB78526C143F}" dt="2026-10-12T12:38:04.869" v="910" actId="1076"/>
          <ac:cxnSpMkLst>
            <pc:docMk/>
            <pc:sldMk cId="509385675" sldId="890"/>
            <ac:cxnSpMk id="9" creationId="{FE8ED89C-F192-46D6-AEC6-B2B93EEB5AF3}"/>
          </ac:cxnSpMkLst>
        </pc:cxnChg>
        <pc:cxnChg chg="add mod">
          <ac:chgData name="Minh Huynh" userId="01a137d4-0d81-46e0-aca6-c9185b391828" providerId="ADAL" clId="{18447838-0BCA-432B-86F3-BB78526C143F}" dt="2026-10-12T12:38:04.869" v="910" actId="1076"/>
          <ac:cxnSpMkLst>
            <pc:docMk/>
            <pc:sldMk cId="509385675" sldId="890"/>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2838108833" sldId="890"/>
        </pc:sldMkLst>
      </pc:sldChg>
      <pc:sldChg chg="addSp delSp modSp add mod">
        <pc:chgData name="Minh Huynh" userId="01a137d4-0d81-46e0-aca6-c9185b391828" providerId="ADAL" clId="{18447838-0BCA-432B-86F3-BB78526C143F}" dt="2026-10-12T12:38:53.129" v="927"/>
        <pc:sldMkLst>
          <pc:docMk/>
          <pc:sldMk cId="2820829822" sldId="891"/>
        </pc:sldMkLst>
        <pc:spChg chg="mod">
          <ac:chgData name="Minh Huynh" userId="01a137d4-0d81-46e0-aca6-c9185b391828" providerId="ADAL" clId="{18447838-0BCA-432B-86F3-BB78526C143F}" dt="2026-10-12T12:38:38.419" v="924" actId="20577"/>
          <ac:spMkLst>
            <pc:docMk/>
            <pc:sldMk cId="2820829822" sldId="891"/>
            <ac:spMk id="4" creationId="{7BC73E8E-0D58-4B4B-A5C4-A8AE38997407}"/>
          </ac:spMkLst>
        </pc:spChg>
        <pc:spChg chg="del">
          <ac:chgData name="Minh Huynh" userId="01a137d4-0d81-46e0-aca6-c9185b391828" providerId="ADAL" clId="{18447838-0BCA-432B-86F3-BB78526C143F}" dt="2026-10-12T12:38:41.575" v="925" actId="478"/>
          <ac:spMkLst>
            <pc:docMk/>
            <pc:sldMk cId="2820829822" sldId="891"/>
            <ac:spMk id="6" creationId="{4FE199F4-FEF9-41A5-8FF7-FB19FE8C350F}"/>
          </ac:spMkLst>
        </pc:spChg>
        <pc:spChg chg="del">
          <ac:chgData name="Minh Huynh" userId="01a137d4-0d81-46e0-aca6-c9185b391828" providerId="ADAL" clId="{18447838-0BCA-432B-86F3-BB78526C143F}" dt="2026-10-12T12:38:41.575" v="925" actId="478"/>
          <ac:spMkLst>
            <pc:docMk/>
            <pc:sldMk cId="2820829822" sldId="891"/>
            <ac:spMk id="12" creationId="{24940E65-8988-4BE3-B66F-29CF6AB52464}"/>
          </ac:spMkLst>
        </pc:spChg>
        <pc:spChg chg="del">
          <ac:chgData name="Minh Huynh" userId="01a137d4-0d81-46e0-aca6-c9185b391828" providerId="ADAL" clId="{18447838-0BCA-432B-86F3-BB78526C143F}" dt="2026-10-12T12:38:41.575" v="925" actId="478"/>
          <ac:spMkLst>
            <pc:docMk/>
            <pc:sldMk cId="2820829822" sldId="891"/>
            <ac:spMk id="13" creationId="{C55376DA-895F-4D75-82B6-942AF4819628}"/>
          </ac:spMkLst>
        </pc:spChg>
        <pc:spChg chg="del">
          <ac:chgData name="Minh Huynh" userId="01a137d4-0d81-46e0-aca6-c9185b391828" providerId="ADAL" clId="{18447838-0BCA-432B-86F3-BB78526C143F}" dt="2026-10-12T12:38:41.575" v="925" actId="478"/>
          <ac:spMkLst>
            <pc:docMk/>
            <pc:sldMk cId="2820829822" sldId="891"/>
            <ac:spMk id="14" creationId="{2DF5F45A-1733-4716-86D1-926AC29832BF}"/>
          </ac:spMkLst>
        </pc:spChg>
        <pc:spChg chg="del">
          <ac:chgData name="Minh Huynh" userId="01a137d4-0d81-46e0-aca6-c9185b391828" providerId="ADAL" clId="{18447838-0BCA-432B-86F3-BB78526C143F}" dt="2026-10-12T12:38:41.575" v="925" actId="478"/>
          <ac:spMkLst>
            <pc:docMk/>
            <pc:sldMk cId="2820829822" sldId="891"/>
            <ac:spMk id="15" creationId="{0874FF02-357C-44CE-A016-A9D5140A890D}"/>
          </ac:spMkLst>
        </pc:spChg>
        <pc:spChg chg="del">
          <ac:chgData name="Minh Huynh" userId="01a137d4-0d81-46e0-aca6-c9185b391828" providerId="ADAL" clId="{18447838-0BCA-432B-86F3-BB78526C143F}" dt="2026-10-12T12:38:41.575" v="925" actId="478"/>
          <ac:spMkLst>
            <pc:docMk/>
            <pc:sldMk cId="2820829822" sldId="891"/>
            <ac:spMk id="16" creationId="{30AAF2F9-545B-4883-9CFB-8B23AF75FA04}"/>
          </ac:spMkLst>
        </pc:spChg>
        <pc:spChg chg="del">
          <ac:chgData name="Minh Huynh" userId="01a137d4-0d81-46e0-aca6-c9185b391828" providerId="ADAL" clId="{18447838-0BCA-432B-86F3-BB78526C143F}" dt="2026-10-12T12:38:41.575" v="925" actId="478"/>
          <ac:spMkLst>
            <pc:docMk/>
            <pc:sldMk cId="2820829822" sldId="891"/>
            <ac:spMk id="17" creationId="{F4250221-E392-45E7-9033-4ABED595E0C7}"/>
          </ac:spMkLst>
        </pc:spChg>
        <pc:spChg chg="add mod">
          <ac:chgData name="Minh Huynh" userId="01a137d4-0d81-46e0-aca6-c9185b391828" providerId="ADAL" clId="{18447838-0BCA-432B-86F3-BB78526C143F}" dt="2026-10-12T12:38:45.380" v="926"/>
          <ac:spMkLst>
            <pc:docMk/>
            <pc:sldMk cId="2820829822" sldId="891"/>
            <ac:spMk id="18" creationId="{37143EC3-E3CA-48B9-8E70-B9C60D42C6D3}"/>
          </ac:spMkLst>
        </pc:spChg>
        <pc:spChg chg="add mod">
          <ac:chgData name="Minh Huynh" userId="01a137d4-0d81-46e0-aca6-c9185b391828" providerId="ADAL" clId="{18447838-0BCA-432B-86F3-BB78526C143F}" dt="2026-10-12T12:38:45.380" v="926"/>
          <ac:spMkLst>
            <pc:docMk/>
            <pc:sldMk cId="2820829822" sldId="891"/>
            <ac:spMk id="19" creationId="{524D26F9-6C2E-4914-B33B-156D312B2254}"/>
          </ac:spMkLst>
        </pc:spChg>
        <pc:spChg chg="add mod">
          <ac:chgData name="Minh Huynh" userId="01a137d4-0d81-46e0-aca6-c9185b391828" providerId="ADAL" clId="{18447838-0BCA-432B-86F3-BB78526C143F}" dt="2026-10-12T12:38:45.380" v="926"/>
          <ac:spMkLst>
            <pc:docMk/>
            <pc:sldMk cId="2820829822" sldId="891"/>
            <ac:spMk id="20" creationId="{08DB1C2A-523E-44E3-9AE2-02121205B0EF}"/>
          </ac:spMkLst>
        </pc:spChg>
        <pc:spChg chg="add mod">
          <ac:chgData name="Minh Huynh" userId="01a137d4-0d81-46e0-aca6-c9185b391828" providerId="ADAL" clId="{18447838-0BCA-432B-86F3-BB78526C143F}" dt="2026-10-12T12:38:45.380" v="926"/>
          <ac:spMkLst>
            <pc:docMk/>
            <pc:sldMk cId="2820829822" sldId="891"/>
            <ac:spMk id="21" creationId="{B3C609DB-AB47-46A7-9295-A3ACBF68E30C}"/>
          </ac:spMkLst>
        </pc:spChg>
        <pc:spChg chg="add mod">
          <ac:chgData name="Minh Huynh" userId="01a137d4-0d81-46e0-aca6-c9185b391828" providerId="ADAL" clId="{18447838-0BCA-432B-86F3-BB78526C143F}" dt="2026-10-12T12:38:45.380" v="926"/>
          <ac:spMkLst>
            <pc:docMk/>
            <pc:sldMk cId="2820829822" sldId="891"/>
            <ac:spMk id="23" creationId="{8196935A-B3A9-472F-BF25-84B5FA099488}"/>
          </ac:spMkLst>
        </pc:spChg>
        <pc:spChg chg="add mod">
          <ac:chgData name="Minh Huynh" userId="01a137d4-0d81-46e0-aca6-c9185b391828" providerId="ADAL" clId="{18447838-0BCA-432B-86F3-BB78526C143F}" dt="2026-10-12T12:38:45.380" v="926"/>
          <ac:spMkLst>
            <pc:docMk/>
            <pc:sldMk cId="2820829822" sldId="891"/>
            <ac:spMk id="24" creationId="{4A2E3109-432D-4450-BAC6-B1F95ACD96D1}"/>
          </ac:spMkLst>
        </pc:spChg>
        <pc:spChg chg="add mod">
          <ac:chgData name="Minh Huynh" userId="01a137d4-0d81-46e0-aca6-c9185b391828" providerId="ADAL" clId="{18447838-0BCA-432B-86F3-BB78526C143F}" dt="2026-10-12T12:38:45.380" v="926"/>
          <ac:spMkLst>
            <pc:docMk/>
            <pc:sldMk cId="2820829822" sldId="891"/>
            <ac:spMk id="25" creationId="{83C790E0-ABE0-45AF-80A0-47EB3DBC0E45}"/>
          </ac:spMkLst>
        </pc:spChg>
        <pc:spChg chg="add mod">
          <ac:chgData name="Minh Huynh" userId="01a137d4-0d81-46e0-aca6-c9185b391828" providerId="ADAL" clId="{18447838-0BCA-432B-86F3-BB78526C143F}" dt="2026-10-12T12:38:53.129" v="927"/>
          <ac:spMkLst>
            <pc:docMk/>
            <pc:sldMk cId="2820829822" sldId="891"/>
            <ac:spMk id="26" creationId="{34F6B2CB-89E4-4462-B61F-972B9455F095}"/>
          </ac:spMkLst>
        </pc:spChg>
        <pc:spChg chg="del">
          <ac:chgData name="Minh Huynh" userId="01a137d4-0d81-46e0-aca6-c9185b391828" providerId="ADAL" clId="{18447838-0BCA-432B-86F3-BB78526C143F}" dt="2026-10-12T12:38:41.575" v="925" actId="478"/>
          <ac:spMkLst>
            <pc:docMk/>
            <pc:sldMk cId="2820829822" sldId="891"/>
            <ac:spMk id="74" creationId="{0BC5EFDD-B5EE-4CD3-9813-3FC4733EEA9A}"/>
          </ac:spMkLst>
        </pc:spChg>
        <pc:graphicFrameChg chg="del">
          <ac:chgData name="Minh Huynh" userId="01a137d4-0d81-46e0-aca6-c9185b391828" providerId="ADAL" clId="{18447838-0BCA-432B-86F3-BB78526C143F}" dt="2026-10-12T12:38:41.575" v="925" actId="478"/>
          <ac:graphicFrameMkLst>
            <pc:docMk/>
            <pc:sldMk cId="2820829822" sldId="891"/>
            <ac:graphicFrameMk id="5" creationId="{21E8F286-D775-45F8-87C2-C450E9168DE0}"/>
          </ac:graphicFrameMkLst>
        </pc:graphicFrameChg>
        <pc:graphicFrameChg chg="del">
          <ac:chgData name="Minh Huynh" userId="01a137d4-0d81-46e0-aca6-c9185b391828" providerId="ADAL" clId="{18447838-0BCA-432B-86F3-BB78526C143F}" dt="2026-10-12T12:38:41.575" v="925" actId="478"/>
          <ac:graphicFrameMkLst>
            <pc:docMk/>
            <pc:sldMk cId="2820829822" sldId="891"/>
            <ac:graphicFrameMk id="10" creationId="{21B46A32-F377-46E7-AF7A-68DFB804A5F7}"/>
          </ac:graphicFrameMkLst>
        </pc:graphicFrameChg>
        <pc:graphicFrameChg chg="add mod">
          <ac:chgData name="Minh Huynh" userId="01a137d4-0d81-46e0-aca6-c9185b391828" providerId="ADAL" clId="{18447838-0BCA-432B-86F3-BB78526C143F}" dt="2026-10-12T12:38:45.380" v="926"/>
          <ac:graphicFrameMkLst>
            <pc:docMk/>
            <pc:sldMk cId="2820829822" sldId="891"/>
            <ac:graphicFrameMk id="22" creationId="{704FF119-E5E1-41C9-8945-EAB2EF342FA6}"/>
          </ac:graphicFrameMkLst>
        </pc:graphicFrameChg>
        <pc:cxnChg chg="del">
          <ac:chgData name="Minh Huynh" userId="01a137d4-0d81-46e0-aca6-c9185b391828" providerId="ADAL" clId="{18447838-0BCA-432B-86F3-BB78526C143F}" dt="2026-10-12T12:38:41.575" v="925" actId="478"/>
          <ac:cxnSpMkLst>
            <pc:docMk/>
            <pc:sldMk cId="2820829822" sldId="891"/>
            <ac:cxnSpMk id="7" creationId="{9A0EEA19-5289-4CF8-BB6D-C8E625F4CE3D}"/>
          </ac:cxnSpMkLst>
        </pc:cxnChg>
        <pc:cxnChg chg="del">
          <ac:chgData name="Minh Huynh" userId="01a137d4-0d81-46e0-aca6-c9185b391828" providerId="ADAL" clId="{18447838-0BCA-432B-86F3-BB78526C143F}" dt="2026-10-12T12:38:41.575" v="925" actId="478"/>
          <ac:cxnSpMkLst>
            <pc:docMk/>
            <pc:sldMk cId="2820829822" sldId="891"/>
            <ac:cxnSpMk id="8" creationId="{8721EE67-58D9-4F23-A987-8F7D229BCB44}"/>
          </ac:cxnSpMkLst>
        </pc:cxnChg>
        <pc:cxnChg chg="del">
          <ac:chgData name="Minh Huynh" userId="01a137d4-0d81-46e0-aca6-c9185b391828" providerId="ADAL" clId="{18447838-0BCA-432B-86F3-BB78526C143F}" dt="2026-10-12T12:38:41.575" v="925" actId="478"/>
          <ac:cxnSpMkLst>
            <pc:docMk/>
            <pc:sldMk cId="2820829822" sldId="891"/>
            <ac:cxnSpMk id="9" creationId="{FE8ED89C-F192-46D6-AEC6-B2B93EEB5AF3}"/>
          </ac:cxnSpMkLst>
        </pc:cxnChg>
        <pc:cxnChg chg="del">
          <ac:chgData name="Minh Huynh" userId="01a137d4-0d81-46e0-aca6-c9185b391828" providerId="ADAL" clId="{18447838-0BCA-432B-86F3-BB78526C143F}" dt="2026-10-12T12:38:41.575" v="925" actId="478"/>
          <ac:cxnSpMkLst>
            <pc:docMk/>
            <pc:sldMk cId="2820829822" sldId="891"/>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3903342402" sldId="891"/>
        </pc:sldMkLst>
      </pc:sldChg>
      <pc:sldChg chg="del">
        <pc:chgData name="Minh Huynh" userId="01a137d4-0d81-46e0-aca6-c9185b391828" providerId="ADAL" clId="{18447838-0BCA-432B-86F3-BB78526C143F}" dt="2026-10-12T12:12:45.996" v="0" actId="47"/>
        <pc:sldMkLst>
          <pc:docMk/>
          <pc:sldMk cId="677554656" sldId="892"/>
        </pc:sldMkLst>
      </pc:sldChg>
      <pc:sldChg chg="addSp delSp modSp add mod ord">
        <pc:chgData name="Minh Huynh" userId="01a137d4-0d81-46e0-aca6-c9185b391828" providerId="ADAL" clId="{18447838-0BCA-432B-86F3-BB78526C143F}" dt="2026-10-12T12:42:16.867" v="968"/>
        <pc:sldMkLst>
          <pc:docMk/>
          <pc:sldMk cId="2385764416" sldId="892"/>
        </pc:sldMkLst>
        <pc:spChg chg="add del">
          <ac:chgData name="Minh Huynh" userId="01a137d4-0d81-46e0-aca6-c9185b391828" providerId="ADAL" clId="{18447838-0BCA-432B-86F3-BB78526C143F}" dt="2026-10-12T12:41:41.272" v="960"/>
          <ac:spMkLst>
            <pc:docMk/>
            <pc:sldMk cId="2385764416" sldId="892"/>
            <ac:spMk id="2" creationId="{FCAD9138-98D3-464B-AF3B-5808DA3BD6BE}"/>
          </ac:spMkLst>
        </pc:spChg>
        <pc:spChg chg="mod">
          <ac:chgData name="Minh Huynh" userId="01a137d4-0d81-46e0-aca6-c9185b391828" providerId="ADAL" clId="{18447838-0BCA-432B-86F3-BB78526C143F}" dt="2026-10-12T12:40:54.066" v="958" actId="20577"/>
          <ac:spMkLst>
            <pc:docMk/>
            <pc:sldMk cId="2385764416" sldId="892"/>
            <ac:spMk id="4" creationId="{7BC73E8E-0D58-4B4B-A5C4-A8AE38997407}"/>
          </ac:spMkLst>
        </pc:spChg>
        <pc:spChg chg="del">
          <ac:chgData name="Minh Huynh" userId="01a137d4-0d81-46e0-aca6-c9185b391828" providerId="ADAL" clId="{18447838-0BCA-432B-86F3-BB78526C143F}" dt="2026-10-12T12:40:45.201" v="929" actId="478"/>
          <ac:spMkLst>
            <pc:docMk/>
            <pc:sldMk cId="2385764416" sldId="892"/>
            <ac:spMk id="18" creationId="{37143EC3-E3CA-48B9-8E70-B9C60D42C6D3}"/>
          </ac:spMkLst>
        </pc:spChg>
        <pc:spChg chg="del">
          <ac:chgData name="Minh Huynh" userId="01a137d4-0d81-46e0-aca6-c9185b391828" providerId="ADAL" clId="{18447838-0BCA-432B-86F3-BB78526C143F}" dt="2026-10-12T12:40:45.201" v="929" actId="478"/>
          <ac:spMkLst>
            <pc:docMk/>
            <pc:sldMk cId="2385764416" sldId="892"/>
            <ac:spMk id="19" creationId="{524D26F9-6C2E-4914-B33B-156D312B2254}"/>
          </ac:spMkLst>
        </pc:spChg>
        <pc:spChg chg="del">
          <ac:chgData name="Minh Huynh" userId="01a137d4-0d81-46e0-aca6-c9185b391828" providerId="ADAL" clId="{18447838-0BCA-432B-86F3-BB78526C143F}" dt="2026-10-12T12:40:45.201" v="929" actId="478"/>
          <ac:spMkLst>
            <pc:docMk/>
            <pc:sldMk cId="2385764416" sldId="892"/>
            <ac:spMk id="20" creationId="{08DB1C2A-523E-44E3-9AE2-02121205B0EF}"/>
          </ac:spMkLst>
        </pc:spChg>
        <pc:spChg chg="del">
          <ac:chgData name="Minh Huynh" userId="01a137d4-0d81-46e0-aca6-c9185b391828" providerId="ADAL" clId="{18447838-0BCA-432B-86F3-BB78526C143F}" dt="2026-10-12T12:40:45.201" v="929" actId="478"/>
          <ac:spMkLst>
            <pc:docMk/>
            <pc:sldMk cId="2385764416" sldId="892"/>
            <ac:spMk id="21" creationId="{B3C609DB-AB47-46A7-9295-A3ACBF68E30C}"/>
          </ac:spMkLst>
        </pc:spChg>
        <pc:spChg chg="del">
          <ac:chgData name="Minh Huynh" userId="01a137d4-0d81-46e0-aca6-c9185b391828" providerId="ADAL" clId="{18447838-0BCA-432B-86F3-BB78526C143F}" dt="2026-10-12T12:40:45.201" v="929" actId="478"/>
          <ac:spMkLst>
            <pc:docMk/>
            <pc:sldMk cId="2385764416" sldId="892"/>
            <ac:spMk id="23" creationId="{8196935A-B3A9-472F-BF25-84B5FA099488}"/>
          </ac:spMkLst>
        </pc:spChg>
        <pc:spChg chg="del">
          <ac:chgData name="Minh Huynh" userId="01a137d4-0d81-46e0-aca6-c9185b391828" providerId="ADAL" clId="{18447838-0BCA-432B-86F3-BB78526C143F}" dt="2026-10-12T12:40:45.201" v="929" actId="478"/>
          <ac:spMkLst>
            <pc:docMk/>
            <pc:sldMk cId="2385764416" sldId="892"/>
            <ac:spMk id="24" creationId="{4A2E3109-432D-4450-BAC6-B1F95ACD96D1}"/>
          </ac:spMkLst>
        </pc:spChg>
        <pc:spChg chg="del">
          <ac:chgData name="Minh Huynh" userId="01a137d4-0d81-46e0-aca6-c9185b391828" providerId="ADAL" clId="{18447838-0BCA-432B-86F3-BB78526C143F}" dt="2026-10-12T12:40:45.201" v="929" actId="478"/>
          <ac:spMkLst>
            <pc:docMk/>
            <pc:sldMk cId="2385764416" sldId="892"/>
            <ac:spMk id="25" creationId="{83C790E0-ABE0-45AF-80A0-47EB3DBC0E45}"/>
          </ac:spMkLst>
        </pc:spChg>
        <pc:spChg chg="del">
          <ac:chgData name="Minh Huynh" userId="01a137d4-0d81-46e0-aca6-c9185b391828" providerId="ADAL" clId="{18447838-0BCA-432B-86F3-BB78526C143F}" dt="2026-10-12T12:40:46.896" v="930" actId="478"/>
          <ac:spMkLst>
            <pc:docMk/>
            <pc:sldMk cId="2385764416" sldId="892"/>
            <ac:spMk id="26" creationId="{34F6B2CB-89E4-4462-B61F-972B9455F095}"/>
          </ac:spMkLst>
        </pc:spChg>
        <pc:graphicFrameChg chg="del">
          <ac:chgData name="Minh Huynh" userId="01a137d4-0d81-46e0-aca6-c9185b391828" providerId="ADAL" clId="{18447838-0BCA-432B-86F3-BB78526C143F}" dt="2026-10-12T12:40:45.201" v="929" actId="478"/>
          <ac:graphicFrameMkLst>
            <pc:docMk/>
            <pc:sldMk cId="2385764416" sldId="892"/>
            <ac:graphicFrameMk id="22" creationId="{704FF119-E5E1-41C9-8945-EAB2EF342FA6}"/>
          </ac:graphicFrameMkLst>
        </pc:graphicFrameChg>
        <pc:picChg chg="add mod modCrop">
          <ac:chgData name="Minh Huynh" userId="01a137d4-0d81-46e0-aca6-c9185b391828" providerId="ADAL" clId="{18447838-0BCA-432B-86F3-BB78526C143F}" dt="2026-10-12T12:41:59.240" v="966" actId="1076"/>
          <ac:picMkLst>
            <pc:docMk/>
            <pc:sldMk cId="2385764416" sldId="892"/>
            <ac:picMk id="3" creationId="{A90B0070-CDED-4240-AB13-C12FE1745A92}"/>
          </ac:picMkLst>
        </pc:picChg>
      </pc:sldChg>
      <pc:sldChg chg="del">
        <pc:chgData name="Minh Huynh" userId="01a137d4-0d81-46e0-aca6-c9185b391828" providerId="ADAL" clId="{18447838-0BCA-432B-86F3-BB78526C143F}" dt="2026-10-12T12:12:45.996" v="0" actId="47"/>
        <pc:sldMkLst>
          <pc:docMk/>
          <pc:sldMk cId="493156929" sldId="893"/>
        </pc:sldMkLst>
      </pc:sldChg>
      <pc:sldChg chg="addSp delSp modSp add mod">
        <pc:chgData name="Minh Huynh" userId="01a137d4-0d81-46e0-aca6-c9185b391828" providerId="ADAL" clId="{18447838-0BCA-432B-86F3-BB78526C143F}" dt="2026-10-12T12:50:47.901" v="1528" actId="20577"/>
        <pc:sldMkLst>
          <pc:docMk/>
          <pc:sldMk cId="2806179161" sldId="893"/>
        </pc:sldMkLst>
        <pc:spChg chg="mod">
          <ac:chgData name="Minh Huynh" userId="01a137d4-0d81-46e0-aca6-c9185b391828" providerId="ADAL" clId="{18447838-0BCA-432B-86F3-BB78526C143F}" dt="2026-10-12T12:43:53.925" v="983" actId="20577"/>
          <ac:spMkLst>
            <pc:docMk/>
            <pc:sldMk cId="2806179161" sldId="893"/>
            <ac:spMk id="4" creationId="{7BC73E8E-0D58-4B4B-A5C4-A8AE38997407}"/>
          </ac:spMkLst>
        </pc:spChg>
        <pc:spChg chg="add mod">
          <ac:chgData name="Minh Huynh" userId="01a137d4-0d81-46e0-aca6-c9185b391828" providerId="ADAL" clId="{18447838-0BCA-432B-86F3-BB78526C143F}" dt="2026-10-12T12:50:47.901" v="1528" actId="20577"/>
          <ac:spMkLst>
            <pc:docMk/>
            <pc:sldMk cId="2806179161" sldId="893"/>
            <ac:spMk id="12" creationId="{ECB3EA2A-81FD-4EE6-A217-891C30E7B5C7}"/>
          </ac:spMkLst>
        </pc:spChg>
        <pc:spChg chg="del">
          <ac:chgData name="Minh Huynh" userId="01a137d4-0d81-46e0-aca6-c9185b391828" providerId="ADAL" clId="{18447838-0BCA-432B-86F3-BB78526C143F}" dt="2026-10-12T12:44:36.068" v="984" actId="478"/>
          <ac:spMkLst>
            <pc:docMk/>
            <pc:sldMk cId="2806179161" sldId="893"/>
            <ac:spMk id="18" creationId="{37143EC3-E3CA-48B9-8E70-B9C60D42C6D3}"/>
          </ac:spMkLst>
        </pc:spChg>
        <pc:spChg chg="del">
          <ac:chgData name="Minh Huynh" userId="01a137d4-0d81-46e0-aca6-c9185b391828" providerId="ADAL" clId="{18447838-0BCA-432B-86F3-BB78526C143F}" dt="2026-10-12T12:44:36.068" v="984" actId="478"/>
          <ac:spMkLst>
            <pc:docMk/>
            <pc:sldMk cId="2806179161" sldId="893"/>
            <ac:spMk id="19" creationId="{524D26F9-6C2E-4914-B33B-156D312B2254}"/>
          </ac:spMkLst>
        </pc:spChg>
        <pc:spChg chg="del">
          <ac:chgData name="Minh Huynh" userId="01a137d4-0d81-46e0-aca6-c9185b391828" providerId="ADAL" clId="{18447838-0BCA-432B-86F3-BB78526C143F}" dt="2026-10-12T12:44:36.068" v="984" actId="478"/>
          <ac:spMkLst>
            <pc:docMk/>
            <pc:sldMk cId="2806179161" sldId="893"/>
            <ac:spMk id="20" creationId="{08DB1C2A-523E-44E3-9AE2-02121205B0EF}"/>
          </ac:spMkLst>
        </pc:spChg>
        <pc:spChg chg="del">
          <ac:chgData name="Minh Huynh" userId="01a137d4-0d81-46e0-aca6-c9185b391828" providerId="ADAL" clId="{18447838-0BCA-432B-86F3-BB78526C143F}" dt="2026-10-12T12:44:36.068" v="984" actId="478"/>
          <ac:spMkLst>
            <pc:docMk/>
            <pc:sldMk cId="2806179161" sldId="893"/>
            <ac:spMk id="21" creationId="{B3C609DB-AB47-46A7-9295-A3ACBF68E30C}"/>
          </ac:spMkLst>
        </pc:spChg>
        <pc:spChg chg="del">
          <ac:chgData name="Minh Huynh" userId="01a137d4-0d81-46e0-aca6-c9185b391828" providerId="ADAL" clId="{18447838-0BCA-432B-86F3-BB78526C143F}" dt="2026-10-12T12:44:36.068" v="984" actId="478"/>
          <ac:spMkLst>
            <pc:docMk/>
            <pc:sldMk cId="2806179161" sldId="893"/>
            <ac:spMk id="23" creationId="{8196935A-B3A9-472F-BF25-84B5FA099488}"/>
          </ac:spMkLst>
        </pc:spChg>
        <pc:spChg chg="del">
          <ac:chgData name="Minh Huynh" userId="01a137d4-0d81-46e0-aca6-c9185b391828" providerId="ADAL" clId="{18447838-0BCA-432B-86F3-BB78526C143F}" dt="2026-10-12T12:44:36.068" v="984" actId="478"/>
          <ac:spMkLst>
            <pc:docMk/>
            <pc:sldMk cId="2806179161" sldId="893"/>
            <ac:spMk id="24" creationId="{4A2E3109-432D-4450-BAC6-B1F95ACD96D1}"/>
          </ac:spMkLst>
        </pc:spChg>
        <pc:spChg chg="del">
          <ac:chgData name="Minh Huynh" userId="01a137d4-0d81-46e0-aca6-c9185b391828" providerId="ADAL" clId="{18447838-0BCA-432B-86F3-BB78526C143F}" dt="2026-10-12T12:44:36.068" v="984" actId="478"/>
          <ac:spMkLst>
            <pc:docMk/>
            <pc:sldMk cId="2806179161" sldId="893"/>
            <ac:spMk id="25" creationId="{83C790E0-ABE0-45AF-80A0-47EB3DBC0E45}"/>
          </ac:spMkLst>
        </pc:spChg>
        <pc:spChg chg="del">
          <ac:chgData name="Minh Huynh" userId="01a137d4-0d81-46e0-aca6-c9185b391828" providerId="ADAL" clId="{18447838-0BCA-432B-86F3-BB78526C143F}" dt="2026-10-12T12:44:40.350" v="985" actId="478"/>
          <ac:spMkLst>
            <pc:docMk/>
            <pc:sldMk cId="2806179161" sldId="893"/>
            <ac:spMk id="26" creationId="{34F6B2CB-89E4-4462-B61F-972B9455F095}"/>
          </ac:spMkLst>
        </pc:spChg>
        <pc:graphicFrameChg chg="del">
          <ac:chgData name="Minh Huynh" userId="01a137d4-0d81-46e0-aca6-c9185b391828" providerId="ADAL" clId="{18447838-0BCA-432B-86F3-BB78526C143F}" dt="2026-10-12T12:44:36.068" v="984" actId="478"/>
          <ac:graphicFrameMkLst>
            <pc:docMk/>
            <pc:sldMk cId="2806179161" sldId="893"/>
            <ac:graphicFrameMk id="22" creationId="{704FF119-E5E1-41C9-8945-EAB2EF342FA6}"/>
          </ac:graphicFrameMkLst>
        </pc:graphicFrameChg>
      </pc:sldChg>
      <pc:sldChg chg="del">
        <pc:chgData name="Minh Huynh" userId="01a137d4-0d81-46e0-aca6-c9185b391828" providerId="ADAL" clId="{18447838-0BCA-432B-86F3-BB78526C143F}" dt="2026-10-12T12:12:45.996" v="0" actId="47"/>
        <pc:sldMkLst>
          <pc:docMk/>
          <pc:sldMk cId="721376537" sldId="894"/>
        </pc:sldMkLst>
      </pc:sldChg>
      <pc:sldChg chg="addSp delSp modSp add mod">
        <pc:chgData name="Minh Huynh" userId="01a137d4-0d81-46e0-aca6-c9185b391828" providerId="ADAL" clId="{18447838-0BCA-432B-86F3-BB78526C143F}" dt="2026-10-12T21:46:13.046" v="2044" actId="20577"/>
        <pc:sldMkLst>
          <pc:docMk/>
          <pc:sldMk cId="3075116588" sldId="894"/>
        </pc:sldMkLst>
        <pc:spChg chg="mod">
          <ac:chgData name="Minh Huynh" userId="01a137d4-0d81-46e0-aca6-c9185b391828" providerId="ADAL" clId="{18447838-0BCA-432B-86F3-BB78526C143F}" dt="2026-10-12T21:46:13.046" v="2044" actId="20577"/>
          <ac:spMkLst>
            <pc:docMk/>
            <pc:sldMk cId="3075116588" sldId="894"/>
            <ac:spMk id="4" creationId="{7BC73E8E-0D58-4B4B-A5C4-A8AE38997407}"/>
          </ac:spMkLst>
        </pc:spChg>
        <pc:spChg chg="add del mod">
          <ac:chgData name="Minh Huynh" userId="01a137d4-0d81-46e0-aca6-c9185b391828" providerId="ADAL" clId="{18447838-0BCA-432B-86F3-BB78526C143F}" dt="2026-10-12T12:58:30.340" v="1785" actId="478"/>
          <ac:spMkLst>
            <pc:docMk/>
            <pc:sldMk cId="3075116588" sldId="894"/>
            <ac:spMk id="5" creationId="{CA39E1BF-B9E5-4535-B6B1-A3418157F6E5}"/>
          </ac:spMkLst>
        </pc:spChg>
        <pc:spChg chg="add mod">
          <ac:chgData name="Minh Huynh" userId="01a137d4-0d81-46e0-aca6-c9185b391828" providerId="ADAL" clId="{18447838-0BCA-432B-86F3-BB78526C143F}" dt="2026-10-12T12:58:33.591" v="1787" actId="1076"/>
          <ac:spMkLst>
            <pc:docMk/>
            <pc:sldMk cId="3075116588" sldId="894"/>
            <ac:spMk id="6" creationId="{BC182EF8-C365-4769-8301-8E7B887D6C35}"/>
          </ac:spMkLst>
        </pc:spChg>
        <pc:spChg chg="add mod">
          <ac:chgData name="Minh Huynh" userId="01a137d4-0d81-46e0-aca6-c9185b391828" providerId="ADAL" clId="{18447838-0BCA-432B-86F3-BB78526C143F}" dt="2026-10-12T12:58:35.814" v="1788" actId="1076"/>
          <ac:spMkLst>
            <pc:docMk/>
            <pc:sldMk cId="3075116588" sldId="894"/>
            <ac:spMk id="8" creationId="{AA411B9E-8412-4BA6-83F0-FF752D800EDD}"/>
          </ac:spMkLst>
        </pc:spChg>
        <pc:spChg chg="add mod">
          <ac:chgData name="Minh Huynh" userId="01a137d4-0d81-46e0-aca6-c9185b391828" providerId="ADAL" clId="{18447838-0BCA-432B-86F3-BB78526C143F}" dt="2026-10-12T12:58:38.733" v="1789" actId="1076"/>
          <ac:spMkLst>
            <pc:docMk/>
            <pc:sldMk cId="3075116588" sldId="894"/>
            <ac:spMk id="9" creationId="{E000B753-51B8-40BB-88F6-0BFF248218F3}"/>
          </ac:spMkLst>
        </pc:spChg>
        <pc:spChg chg="add mod">
          <ac:chgData name="Minh Huynh" userId="01a137d4-0d81-46e0-aca6-c9185b391828" providerId="ADAL" clId="{18447838-0BCA-432B-86F3-BB78526C143F}" dt="2026-10-12T13:00:39.432" v="1962" actId="20577"/>
          <ac:spMkLst>
            <pc:docMk/>
            <pc:sldMk cId="3075116588" sldId="894"/>
            <ac:spMk id="10" creationId="{B9174980-C9A6-4B70-BF52-D9990420C2CF}"/>
          </ac:spMkLst>
        </pc:spChg>
        <pc:spChg chg="del">
          <ac:chgData name="Minh Huynh" userId="01a137d4-0d81-46e0-aca6-c9185b391828" providerId="ADAL" clId="{18447838-0BCA-432B-86F3-BB78526C143F}" dt="2026-10-12T12:51:56.075" v="1538" actId="478"/>
          <ac:spMkLst>
            <pc:docMk/>
            <pc:sldMk cId="3075116588" sldId="894"/>
            <ac:spMk id="12" creationId="{ECB3EA2A-81FD-4EE6-A217-891C30E7B5C7}"/>
          </ac:spMkLst>
        </pc:spChg>
        <pc:spChg chg="add mod">
          <ac:chgData name="Minh Huynh" userId="01a137d4-0d81-46e0-aca6-c9185b391828" providerId="ADAL" clId="{18447838-0BCA-432B-86F3-BB78526C143F}" dt="2026-10-12T13:00:46.511" v="1963" actId="404"/>
          <ac:spMkLst>
            <pc:docMk/>
            <pc:sldMk cId="3075116588" sldId="894"/>
            <ac:spMk id="14" creationId="{52C11F04-B75E-45C1-95A8-738F04B79287}"/>
          </ac:spMkLst>
        </pc:spChg>
        <pc:spChg chg="add mod">
          <ac:chgData name="Minh Huynh" userId="01a137d4-0d81-46e0-aca6-c9185b391828" providerId="ADAL" clId="{18447838-0BCA-432B-86F3-BB78526C143F}" dt="2026-10-12T12:59:48.040" v="1809" actId="1076"/>
          <ac:spMkLst>
            <pc:docMk/>
            <pc:sldMk cId="3075116588" sldId="894"/>
            <ac:spMk id="15" creationId="{DAED56CE-0B37-4AB9-B3B6-25AAEE831464}"/>
          </ac:spMkLst>
        </pc:spChg>
        <pc:spChg chg="add mod">
          <ac:chgData name="Minh Huynh" userId="01a137d4-0d81-46e0-aca6-c9185b391828" providerId="ADAL" clId="{18447838-0BCA-432B-86F3-BB78526C143F}" dt="2026-10-12T12:59:48.040" v="1809" actId="1076"/>
          <ac:spMkLst>
            <pc:docMk/>
            <pc:sldMk cId="3075116588" sldId="894"/>
            <ac:spMk id="16" creationId="{FE39AFD9-A564-4455-BC07-A5A96DD07AD0}"/>
          </ac:spMkLst>
        </pc:spChg>
        <pc:spChg chg="add mod">
          <ac:chgData name="Minh Huynh" userId="01a137d4-0d81-46e0-aca6-c9185b391828" providerId="ADAL" clId="{18447838-0BCA-432B-86F3-BB78526C143F}" dt="2026-10-12T13:00:46.511" v="1963" actId="404"/>
          <ac:spMkLst>
            <pc:docMk/>
            <pc:sldMk cId="3075116588" sldId="894"/>
            <ac:spMk id="17" creationId="{E4960A76-ADF4-4F4A-9264-03A786684A80}"/>
          </ac:spMkLst>
        </pc:spChg>
        <pc:picChg chg="add mod modCrop">
          <ac:chgData name="Minh Huynh" userId="01a137d4-0d81-46e0-aca6-c9185b391828" providerId="ADAL" clId="{18447838-0BCA-432B-86F3-BB78526C143F}" dt="2026-10-12T12:58:53.579" v="1794" actId="14100"/>
          <ac:picMkLst>
            <pc:docMk/>
            <pc:sldMk cId="3075116588" sldId="894"/>
            <ac:picMk id="3" creationId="{239C9BA0-FA36-4B4A-9CD4-46D8A83AD1A8}"/>
          </ac:picMkLst>
        </pc:picChg>
        <pc:picChg chg="add mod">
          <ac:chgData name="Minh Huynh" userId="01a137d4-0d81-46e0-aca6-c9185b391828" providerId="ADAL" clId="{18447838-0BCA-432B-86F3-BB78526C143F}" dt="2026-10-12T12:59:48.040" v="1809" actId="1076"/>
          <ac:picMkLst>
            <pc:docMk/>
            <pc:sldMk cId="3075116588" sldId="894"/>
            <ac:picMk id="11" creationId="{CA065546-B251-4483-B60E-83D29876EE4B}"/>
          </ac:picMkLst>
        </pc:picChg>
        <pc:cxnChg chg="add mod">
          <ac:chgData name="Minh Huynh" userId="01a137d4-0d81-46e0-aca6-c9185b391828" providerId="ADAL" clId="{18447838-0BCA-432B-86F3-BB78526C143F}" dt="2026-10-12T13:00:59.190" v="1964" actId="1076"/>
          <ac:cxnSpMkLst>
            <pc:docMk/>
            <pc:sldMk cId="3075116588" sldId="894"/>
            <ac:cxnSpMk id="13" creationId="{87C6168D-FDB5-4F3B-A792-CEB6CFE658F6}"/>
          </ac:cxnSpMkLst>
        </pc:cxnChg>
      </pc:sldChg>
      <pc:sldChg chg="del">
        <pc:chgData name="Minh Huynh" userId="01a137d4-0d81-46e0-aca6-c9185b391828" providerId="ADAL" clId="{18447838-0BCA-432B-86F3-BB78526C143F}" dt="2026-10-12T12:12:45.996" v="0" actId="47"/>
        <pc:sldMkLst>
          <pc:docMk/>
          <pc:sldMk cId="1155730850" sldId="895"/>
        </pc:sldMkLst>
      </pc:sldChg>
      <pc:sldChg chg="addSp delSp modSp add del mod">
        <pc:chgData name="Minh Huynh" userId="01a137d4-0d81-46e0-aca6-c9185b391828" providerId="ADAL" clId="{18447838-0BCA-432B-86F3-BB78526C143F}" dt="2026-10-12T13:01:03.430" v="1965" actId="47"/>
        <pc:sldMkLst>
          <pc:docMk/>
          <pc:sldMk cId="1157101227" sldId="895"/>
        </pc:sldMkLst>
        <pc:spChg chg="del">
          <ac:chgData name="Minh Huynh" userId="01a137d4-0d81-46e0-aca6-c9185b391828" providerId="ADAL" clId="{18447838-0BCA-432B-86F3-BB78526C143F}" dt="2026-10-12T12:56:23.972" v="1646" actId="478"/>
          <ac:spMkLst>
            <pc:docMk/>
            <pc:sldMk cId="1157101227" sldId="895"/>
            <ac:spMk id="5" creationId="{CA39E1BF-B9E5-4535-B6B1-A3418157F6E5}"/>
          </ac:spMkLst>
        </pc:spChg>
        <pc:spChg chg="del">
          <ac:chgData name="Minh Huynh" userId="01a137d4-0d81-46e0-aca6-c9185b391828" providerId="ADAL" clId="{18447838-0BCA-432B-86F3-BB78526C143F}" dt="2026-10-12T12:56:20.406" v="1644" actId="478"/>
          <ac:spMkLst>
            <pc:docMk/>
            <pc:sldMk cId="1157101227" sldId="895"/>
            <ac:spMk id="6" creationId="{BC182EF8-C365-4769-8301-8E7B887D6C35}"/>
          </ac:spMkLst>
        </pc:spChg>
        <pc:spChg chg="del">
          <ac:chgData name="Minh Huynh" userId="01a137d4-0d81-46e0-aca6-c9185b391828" providerId="ADAL" clId="{18447838-0BCA-432B-86F3-BB78526C143F}" dt="2026-10-12T12:56:20.406" v="1644" actId="478"/>
          <ac:spMkLst>
            <pc:docMk/>
            <pc:sldMk cId="1157101227" sldId="895"/>
            <ac:spMk id="8" creationId="{AA411B9E-8412-4BA6-83F0-FF752D800EDD}"/>
          </ac:spMkLst>
        </pc:spChg>
        <pc:spChg chg="del">
          <ac:chgData name="Minh Huynh" userId="01a137d4-0d81-46e0-aca6-c9185b391828" providerId="ADAL" clId="{18447838-0BCA-432B-86F3-BB78526C143F}" dt="2026-10-12T12:56:20.406" v="1644" actId="478"/>
          <ac:spMkLst>
            <pc:docMk/>
            <pc:sldMk cId="1157101227" sldId="895"/>
            <ac:spMk id="9" creationId="{E000B753-51B8-40BB-88F6-0BFF248218F3}"/>
          </ac:spMkLst>
        </pc:spChg>
        <pc:spChg chg="del">
          <ac:chgData name="Minh Huynh" userId="01a137d4-0d81-46e0-aca6-c9185b391828" providerId="ADAL" clId="{18447838-0BCA-432B-86F3-BB78526C143F}" dt="2026-10-12T12:56:20.406" v="1644" actId="478"/>
          <ac:spMkLst>
            <pc:docMk/>
            <pc:sldMk cId="1157101227" sldId="895"/>
            <ac:spMk id="10" creationId="{B9174980-C9A6-4B70-BF52-D9990420C2CF}"/>
          </ac:spMkLst>
        </pc:spChg>
        <pc:spChg chg="add mod">
          <ac:chgData name="Minh Huynh" userId="01a137d4-0d81-46e0-aca6-c9185b391828" providerId="ADAL" clId="{18447838-0BCA-432B-86F3-BB78526C143F}" dt="2026-10-12T12:57:32.281" v="1735" actId="20577"/>
          <ac:spMkLst>
            <pc:docMk/>
            <pc:sldMk cId="1157101227" sldId="895"/>
            <ac:spMk id="11" creationId="{2A9500A6-42C1-408A-B2A4-89D3CB5CFC0A}"/>
          </ac:spMkLst>
        </pc:spChg>
        <pc:spChg chg="add mod">
          <ac:chgData name="Minh Huynh" userId="01a137d4-0d81-46e0-aca6-c9185b391828" providerId="ADAL" clId="{18447838-0BCA-432B-86F3-BB78526C143F}" dt="2026-10-12T12:58:06.751" v="1766" actId="1076"/>
          <ac:spMkLst>
            <pc:docMk/>
            <pc:sldMk cId="1157101227" sldId="895"/>
            <ac:spMk id="12" creationId="{9DCB8B59-5B6C-49CB-B44A-75F6056198CF}"/>
          </ac:spMkLst>
        </pc:spChg>
        <pc:spChg chg="add mod">
          <ac:chgData name="Minh Huynh" userId="01a137d4-0d81-46e0-aca6-c9185b391828" providerId="ADAL" clId="{18447838-0BCA-432B-86F3-BB78526C143F}" dt="2026-10-12T12:58:16.802" v="1784" actId="1076"/>
          <ac:spMkLst>
            <pc:docMk/>
            <pc:sldMk cId="1157101227" sldId="895"/>
            <ac:spMk id="13" creationId="{5F86A38C-40D8-4802-AFCB-59FB546F54DC}"/>
          </ac:spMkLst>
        </pc:spChg>
        <pc:picChg chg="del">
          <ac:chgData name="Minh Huynh" userId="01a137d4-0d81-46e0-aca6-c9185b391828" providerId="ADAL" clId="{18447838-0BCA-432B-86F3-BB78526C143F}" dt="2026-10-12T12:56:21.797" v="1645" actId="478"/>
          <ac:picMkLst>
            <pc:docMk/>
            <pc:sldMk cId="1157101227" sldId="895"/>
            <ac:picMk id="3" creationId="{239C9BA0-FA36-4B4A-9CD4-46D8A83AD1A8}"/>
          </ac:picMkLst>
        </pc:picChg>
        <pc:picChg chg="add mod modCrop">
          <ac:chgData name="Minh Huynh" userId="01a137d4-0d81-46e0-aca6-c9185b391828" providerId="ADAL" clId="{18447838-0BCA-432B-86F3-BB78526C143F}" dt="2026-10-12T12:57:13.800" v="1694" actId="1076"/>
          <ac:picMkLst>
            <pc:docMk/>
            <pc:sldMk cId="1157101227" sldId="895"/>
            <ac:picMk id="7" creationId="{9732202F-310A-471E-84B6-5B1B5CAA0CD7}"/>
          </ac:picMkLst>
        </pc:picChg>
      </pc:sldChg>
      <pc:sldChg chg="addSp delSp modSp add mod">
        <pc:chgData name="Minh Huynh" userId="01a137d4-0d81-46e0-aca6-c9185b391828" providerId="ADAL" clId="{18447838-0BCA-432B-86F3-BB78526C143F}" dt="2026-10-12T21:46:18.809" v="2045"/>
        <pc:sldMkLst>
          <pc:docMk/>
          <pc:sldMk cId="3993957004" sldId="895"/>
        </pc:sldMkLst>
        <pc:spChg chg="mod">
          <ac:chgData name="Minh Huynh" userId="01a137d4-0d81-46e0-aca6-c9185b391828" providerId="ADAL" clId="{18447838-0BCA-432B-86F3-BB78526C143F}" dt="2026-10-12T21:46:18.809" v="2045"/>
          <ac:spMkLst>
            <pc:docMk/>
            <pc:sldMk cId="3993957004" sldId="895"/>
            <ac:spMk id="4" creationId="{7BC73E8E-0D58-4B4B-A5C4-A8AE38997407}"/>
          </ac:spMkLst>
        </pc:spChg>
        <pc:spChg chg="del">
          <ac:chgData name="Minh Huynh" userId="01a137d4-0d81-46e0-aca6-c9185b391828" providerId="ADAL" clId="{18447838-0BCA-432B-86F3-BB78526C143F}" dt="2026-10-12T13:01:47.238" v="1973" actId="478"/>
          <ac:spMkLst>
            <pc:docMk/>
            <pc:sldMk cId="3993957004" sldId="895"/>
            <ac:spMk id="6" creationId="{BC182EF8-C365-4769-8301-8E7B887D6C35}"/>
          </ac:spMkLst>
        </pc:spChg>
        <pc:spChg chg="del">
          <ac:chgData name="Minh Huynh" userId="01a137d4-0d81-46e0-aca6-c9185b391828" providerId="ADAL" clId="{18447838-0BCA-432B-86F3-BB78526C143F}" dt="2026-10-12T13:01:47.238" v="1973" actId="478"/>
          <ac:spMkLst>
            <pc:docMk/>
            <pc:sldMk cId="3993957004" sldId="895"/>
            <ac:spMk id="8" creationId="{AA411B9E-8412-4BA6-83F0-FF752D800EDD}"/>
          </ac:spMkLst>
        </pc:spChg>
        <pc:spChg chg="del">
          <ac:chgData name="Minh Huynh" userId="01a137d4-0d81-46e0-aca6-c9185b391828" providerId="ADAL" clId="{18447838-0BCA-432B-86F3-BB78526C143F}" dt="2026-10-12T13:01:47.238" v="1973" actId="478"/>
          <ac:spMkLst>
            <pc:docMk/>
            <pc:sldMk cId="3993957004" sldId="895"/>
            <ac:spMk id="9" creationId="{E000B753-51B8-40BB-88F6-0BFF248218F3}"/>
          </ac:spMkLst>
        </pc:spChg>
        <pc:spChg chg="del">
          <ac:chgData name="Minh Huynh" userId="01a137d4-0d81-46e0-aca6-c9185b391828" providerId="ADAL" clId="{18447838-0BCA-432B-86F3-BB78526C143F}" dt="2026-10-12T13:01:47.238" v="1973" actId="478"/>
          <ac:spMkLst>
            <pc:docMk/>
            <pc:sldMk cId="3993957004" sldId="895"/>
            <ac:spMk id="10" creationId="{B9174980-C9A6-4B70-BF52-D9990420C2CF}"/>
          </ac:spMkLst>
        </pc:spChg>
        <pc:spChg chg="del">
          <ac:chgData name="Minh Huynh" userId="01a137d4-0d81-46e0-aca6-c9185b391828" providerId="ADAL" clId="{18447838-0BCA-432B-86F3-BB78526C143F}" dt="2026-10-12T13:01:47.238" v="1973" actId="478"/>
          <ac:spMkLst>
            <pc:docMk/>
            <pc:sldMk cId="3993957004" sldId="895"/>
            <ac:spMk id="14" creationId="{52C11F04-B75E-45C1-95A8-738F04B79287}"/>
          </ac:spMkLst>
        </pc:spChg>
        <pc:spChg chg="del">
          <ac:chgData name="Minh Huynh" userId="01a137d4-0d81-46e0-aca6-c9185b391828" providerId="ADAL" clId="{18447838-0BCA-432B-86F3-BB78526C143F}" dt="2026-10-12T13:01:47.238" v="1973" actId="478"/>
          <ac:spMkLst>
            <pc:docMk/>
            <pc:sldMk cId="3993957004" sldId="895"/>
            <ac:spMk id="15" creationId="{DAED56CE-0B37-4AB9-B3B6-25AAEE831464}"/>
          </ac:spMkLst>
        </pc:spChg>
        <pc:spChg chg="del">
          <ac:chgData name="Minh Huynh" userId="01a137d4-0d81-46e0-aca6-c9185b391828" providerId="ADAL" clId="{18447838-0BCA-432B-86F3-BB78526C143F}" dt="2026-10-12T13:01:47.238" v="1973" actId="478"/>
          <ac:spMkLst>
            <pc:docMk/>
            <pc:sldMk cId="3993957004" sldId="895"/>
            <ac:spMk id="16" creationId="{FE39AFD9-A564-4455-BC07-A5A96DD07AD0}"/>
          </ac:spMkLst>
        </pc:spChg>
        <pc:spChg chg="del">
          <ac:chgData name="Minh Huynh" userId="01a137d4-0d81-46e0-aca6-c9185b391828" providerId="ADAL" clId="{18447838-0BCA-432B-86F3-BB78526C143F}" dt="2026-10-12T13:01:47.238" v="1973" actId="478"/>
          <ac:spMkLst>
            <pc:docMk/>
            <pc:sldMk cId="3993957004" sldId="895"/>
            <ac:spMk id="17" creationId="{E4960A76-ADF4-4F4A-9264-03A786684A80}"/>
          </ac:spMkLst>
        </pc:spChg>
        <pc:spChg chg="add mod">
          <ac:chgData name="Minh Huynh" userId="01a137d4-0d81-46e0-aca6-c9185b391828" providerId="ADAL" clId="{18447838-0BCA-432B-86F3-BB78526C143F}" dt="2026-10-12T13:01:57.104" v="1975" actId="1076"/>
          <ac:spMkLst>
            <pc:docMk/>
            <pc:sldMk cId="3993957004" sldId="895"/>
            <ac:spMk id="18" creationId="{4E7FF7E1-1C0C-48C2-9DD3-5C6C1A9BBCBB}"/>
          </ac:spMkLst>
        </pc:spChg>
        <pc:spChg chg="add mod">
          <ac:chgData name="Minh Huynh" userId="01a137d4-0d81-46e0-aca6-c9185b391828" providerId="ADAL" clId="{18447838-0BCA-432B-86F3-BB78526C143F}" dt="2026-10-12T13:01:57.104" v="1975" actId="1076"/>
          <ac:spMkLst>
            <pc:docMk/>
            <pc:sldMk cId="3993957004" sldId="895"/>
            <ac:spMk id="19" creationId="{FD24D0C2-9D18-40CE-B3A7-DEFBE3E3B986}"/>
          </ac:spMkLst>
        </pc:spChg>
        <pc:spChg chg="add mod">
          <ac:chgData name="Minh Huynh" userId="01a137d4-0d81-46e0-aca6-c9185b391828" providerId="ADAL" clId="{18447838-0BCA-432B-86F3-BB78526C143F}" dt="2026-10-12T13:01:57.104" v="1975" actId="1076"/>
          <ac:spMkLst>
            <pc:docMk/>
            <pc:sldMk cId="3993957004" sldId="895"/>
            <ac:spMk id="20" creationId="{BA9F11AB-A6C6-4D03-9948-64854BB26A2B}"/>
          </ac:spMkLst>
        </pc:spChg>
        <pc:spChg chg="add mod">
          <ac:chgData name="Minh Huynh" userId="01a137d4-0d81-46e0-aca6-c9185b391828" providerId="ADAL" clId="{18447838-0BCA-432B-86F3-BB78526C143F}" dt="2026-10-12T13:01:57.104" v="1975" actId="1076"/>
          <ac:spMkLst>
            <pc:docMk/>
            <pc:sldMk cId="3993957004" sldId="895"/>
            <ac:spMk id="21" creationId="{332B9D4D-6520-47D7-B36D-B69FAA77A3E1}"/>
          </ac:spMkLst>
        </pc:spChg>
        <pc:spChg chg="add mod">
          <ac:chgData name="Minh Huynh" userId="01a137d4-0d81-46e0-aca6-c9185b391828" providerId="ADAL" clId="{18447838-0BCA-432B-86F3-BB78526C143F}" dt="2026-10-12T13:01:57.104" v="1975" actId="1076"/>
          <ac:spMkLst>
            <pc:docMk/>
            <pc:sldMk cId="3993957004" sldId="895"/>
            <ac:spMk id="22" creationId="{68B261C7-F027-4C4D-B39D-D9FB98303F76}"/>
          </ac:spMkLst>
        </pc:spChg>
        <pc:spChg chg="add mod">
          <ac:chgData name="Minh Huynh" userId="01a137d4-0d81-46e0-aca6-c9185b391828" providerId="ADAL" clId="{18447838-0BCA-432B-86F3-BB78526C143F}" dt="2026-10-12T13:01:57.104" v="1975" actId="1076"/>
          <ac:spMkLst>
            <pc:docMk/>
            <pc:sldMk cId="3993957004" sldId="895"/>
            <ac:spMk id="23" creationId="{3CC9B756-D368-4AED-93C0-83FF945814F6}"/>
          </ac:spMkLst>
        </pc:spChg>
        <pc:spChg chg="add mod">
          <ac:chgData name="Minh Huynh" userId="01a137d4-0d81-46e0-aca6-c9185b391828" providerId="ADAL" clId="{18447838-0BCA-432B-86F3-BB78526C143F}" dt="2026-10-12T13:01:57.104" v="1975" actId="1076"/>
          <ac:spMkLst>
            <pc:docMk/>
            <pc:sldMk cId="3993957004" sldId="895"/>
            <ac:spMk id="24" creationId="{9FF30AEA-507A-4D2C-807B-DBDCD5718E82}"/>
          </ac:spMkLst>
        </pc:spChg>
        <pc:spChg chg="add mod">
          <ac:chgData name="Minh Huynh" userId="01a137d4-0d81-46e0-aca6-c9185b391828" providerId="ADAL" clId="{18447838-0BCA-432B-86F3-BB78526C143F}" dt="2026-10-12T13:01:57.104" v="1975" actId="1076"/>
          <ac:spMkLst>
            <pc:docMk/>
            <pc:sldMk cId="3993957004" sldId="895"/>
            <ac:spMk id="25" creationId="{66547760-A8A8-4F67-B55C-40ED5A0D9D56}"/>
          </ac:spMkLst>
        </pc:spChg>
        <pc:spChg chg="add mod">
          <ac:chgData name="Minh Huynh" userId="01a137d4-0d81-46e0-aca6-c9185b391828" providerId="ADAL" clId="{18447838-0BCA-432B-86F3-BB78526C143F}" dt="2026-10-12T13:01:57.104" v="1975" actId="1076"/>
          <ac:spMkLst>
            <pc:docMk/>
            <pc:sldMk cId="3993957004" sldId="895"/>
            <ac:spMk id="26" creationId="{55C8CDF9-264C-421F-904E-406EDB4639F3}"/>
          </ac:spMkLst>
        </pc:spChg>
        <pc:spChg chg="add mod">
          <ac:chgData name="Minh Huynh" userId="01a137d4-0d81-46e0-aca6-c9185b391828" providerId="ADAL" clId="{18447838-0BCA-432B-86F3-BB78526C143F}" dt="2026-10-12T13:01:57.104" v="1975" actId="1076"/>
          <ac:spMkLst>
            <pc:docMk/>
            <pc:sldMk cId="3993957004" sldId="895"/>
            <ac:spMk id="27" creationId="{BAEC13F2-CC84-4E32-8F32-49F0EFD70B8D}"/>
          </ac:spMkLst>
        </pc:spChg>
        <pc:spChg chg="add mod">
          <ac:chgData name="Minh Huynh" userId="01a137d4-0d81-46e0-aca6-c9185b391828" providerId="ADAL" clId="{18447838-0BCA-432B-86F3-BB78526C143F}" dt="2026-10-12T13:01:57.104" v="1975" actId="1076"/>
          <ac:spMkLst>
            <pc:docMk/>
            <pc:sldMk cId="3993957004" sldId="895"/>
            <ac:spMk id="28" creationId="{CB62FC81-D16F-45A2-B445-C6BA8D73F20C}"/>
          </ac:spMkLst>
        </pc:spChg>
        <pc:spChg chg="add mod">
          <ac:chgData name="Minh Huynh" userId="01a137d4-0d81-46e0-aca6-c9185b391828" providerId="ADAL" clId="{18447838-0BCA-432B-86F3-BB78526C143F}" dt="2026-10-12T13:01:57.104" v="1975" actId="1076"/>
          <ac:spMkLst>
            <pc:docMk/>
            <pc:sldMk cId="3993957004" sldId="895"/>
            <ac:spMk id="29" creationId="{A990ABBE-A2F6-4DA2-A390-5D2A1D707954}"/>
          </ac:spMkLst>
        </pc:spChg>
        <pc:spChg chg="add mod">
          <ac:chgData name="Minh Huynh" userId="01a137d4-0d81-46e0-aca6-c9185b391828" providerId="ADAL" clId="{18447838-0BCA-432B-86F3-BB78526C143F}" dt="2026-10-12T13:01:57.104" v="1975" actId="1076"/>
          <ac:spMkLst>
            <pc:docMk/>
            <pc:sldMk cId="3993957004" sldId="895"/>
            <ac:spMk id="30" creationId="{7071FFB1-55F8-4FBE-8742-26909246F24E}"/>
          </ac:spMkLst>
        </pc:spChg>
        <pc:spChg chg="add mod">
          <ac:chgData name="Minh Huynh" userId="01a137d4-0d81-46e0-aca6-c9185b391828" providerId="ADAL" clId="{18447838-0BCA-432B-86F3-BB78526C143F}" dt="2026-10-12T13:01:57.104" v="1975" actId="1076"/>
          <ac:spMkLst>
            <pc:docMk/>
            <pc:sldMk cId="3993957004" sldId="895"/>
            <ac:spMk id="31" creationId="{6217B4F5-D897-4AB9-8C34-ECE42ADA1F17}"/>
          </ac:spMkLst>
        </pc:spChg>
        <pc:spChg chg="add mod">
          <ac:chgData name="Minh Huynh" userId="01a137d4-0d81-46e0-aca6-c9185b391828" providerId="ADAL" clId="{18447838-0BCA-432B-86F3-BB78526C143F}" dt="2026-10-12T13:01:57.104" v="1975" actId="1076"/>
          <ac:spMkLst>
            <pc:docMk/>
            <pc:sldMk cId="3993957004" sldId="895"/>
            <ac:spMk id="32" creationId="{B4C41404-CA2E-4998-9BC6-288E289BBAB6}"/>
          </ac:spMkLst>
        </pc:spChg>
        <pc:spChg chg="add mod">
          <ac:chgData name="Minh Huynh" userId="01a137d4-0d81-46e0-aca6-c9185b391828" providerId="ADAL" clId="{18447838-0BCA-432B-86F3-BB78526C143F}" dt="2026-10-12T13:01:57.104" v="1975" actId="1076"/>
          <ac:spMkLst>
            <pc:docMk/>
            <pc:sldMk cId="3993957004" sldId="895"/>
            <ac:spMk id="33" creationId="{46D993D9-6716-40B8-80B8-5A83E8DFD35A}"/>
          </ac:spMkLst>
        </pc:spChg>
        <pc:spChg chg="add mod">
          <ac:chgData name="Minh Huynh" userId="01a137d4-0d81-46e0-aca6-c9185b391828" providerId="ADAL" clId="{18447838-0BCA-432B-86F3-BB78526C143F}" dt="2026-10-12T13:01:57.104" v="1975" actId="1076"/>
          <ac:spMkLst>
            <pc:docMk/>
            <pc:sldMk cId="3993957004" sldId="895"/>
            <ac:spMk id="34" creationId="{094D348C-D2B0-4CD8-8272-C031B6095A00}"/>
          </ac:spMkLst>
        </pc:spChg>
        <pc:spChg chg="add mod">
          <ac:chgData name="Minh Huynh" userId="01a137d4-0d81-46e0-aca6-c9185b391828" providerId="ADAL" clId="{18447838-0BCA-432B-86F3-BB78526C143F}" dt="2026-10-12T13:01:57.104" v="1975" actId="1076"/>
          <ac:spMkLst>
            <pc:docMk/>
            <pc:sldMk cId="3993957004" sldId="895"/>
            <ac:spMk id="35" creationId="{5BF37038-ABA7-46CC-B2B6-18F0E7959B15}"/>
          </ac:spMkLst>
        </pc:spChg>
        <pc:spChg chg="add mod">
          <ac:chgData name="Minh Huynh" userId="01a137d4-0d81-46e0-aca6-c9185b391828" providerId="ADAL" clId="{18447838-0BCA-432B-86F3-BB78526C143F}" dt="2026-10-12T13:01:57.104" v="1975" actId="1076"/>
          <ac:spMkLst>
            <pc:docMk/>
            <pc:sldMk cId="3993957004" sldId="895"/>
            <ac:spMk id="36" creationId="{14FD2553-C1F0-4E8B-B08E-A20D3D2C4FCA}"/>
          </ac:spMkLst>
        </pc:spChg>
        <pc:spChg chg="add mod">
          <ac:chgData name="Minh Huynh" userId="01a137d4-0d81-46e0-aca6-c9185b391828" providerId="ADAL" clId="{18447838-0BCA-432B-86F3-BB78526C143F}" dt="2026-10-12T13:01:57.104" v="1975" actId="1076"/>
          <ac:spMkLst>
            <pc:docMk/>
            <pc:sldMk cId="3993957004" sldId="895"/>
            <ac:spMk id="37" creationId="{A4C82AE2-B2EB-4C1B-AACE-305D2746BCD5}"/>
          </ac:spMkLst>
        </pc:spChg>
        <pc:spChg chg="add mod">
          <ac:chgData name="Minh Huynh" userId="01a137d4-0d81-46e0-aca6-c9185b391828" providerId="ADAL" clId="{18447838-0BCA-432B-86F3-BB78526C143F}" dt="2026-10-12T13:01:57.104" v="1975" actId="1076"/>
          <ac:spMkLst>
            <pc:docMk/>
            <pc:sldMk cId="3993957004" sldId="895"/>
            <ac:spMk id="38" creationId="{B3AE82BC-7F70-4846-9F67-824B69658398}"/>
          </ac:spMkLst>
        </pc:spChg>
        <pc:spChg chg="add mod">
          <ac:chgData name="Minh Huynh" userId="01a137d4-0d81-46e0-aca6-c9185b391828" providerId="ADAL" clId="{18447838-0BCA-432B-86F3-BB78526C143F}" dt="2026-10-12T13:01:57.104" v="1975" actId="1076"/>
          <ac:spMkLst>
            <pc:docMk/>
            <pc:sldMk cId="3993957004" sldId="895"/>
            <ac:spMk id="39" creationId="{99C747F2-EE90-40AD-B901-2DB28F481C1F}"/>
          </ac:spMkLst>
        </pc:spChg>
        <pc:spChg chg="add mod">
          <ac:chgData name="Minh Huynh" userId="01a137d4-0d81-46e0-aca6-c9185b391828" providerId="ADAL" clId="{18447838-0BCA-432B-86F3-BB78526C143F}" dt="2026-10-12T13:01:57.104" v="1975" actId="1076"/>
          <ac:spMkLst>
            <pc:docMk/>
            <pc:sldMk cId="3993957004" sldId="895"/>
            <ac:spMk id="40" creationId="{16501685-C2A8-4290-82FC-927248EB3A02}"/>
          </ac:spMkLst>
        </pc:spChg>
        <pc:spChg chg="add mod">
          <ac:chgData name="Minh Huynh" userId="01a137d4-0d81-46e0-aca6-c9185b391828" providerId="ADAL" clId="{18447838-0BCA-432B-86F3-BB78526C143F}" dt="2026-10-12T13:01:57.104" v="1975" actId="1076"/>
          <ac:spMkLst>
            <pc:docMk/>
            <pc:sldMk cId="3993957004" sldId="895"/>
            <ac:spMk id="41" creationId="{A46A0F55-8C44-4BE6-8412-45F45FAE1D86}"/>
          </ac:spMkLst>
        </pc:spChg>
        <pc:spChg chg="add mod">
          <ac:chgData name="Minh Huynh" userId="01a137d4-0d81-46e0-aca6-c9185b391828" providerId="ADAL" clId="{18447838-0BCA-432B-86F3-BB78526C143F}" dt="2026-10-12T13:01:57.104" v="1975" actId="1076"/>
          <ac:spMkLst>
            <pc:docMk/>
            <pc:sldMk cId="3993957004" sldId="895"/>
            <ac:spMk id="42" creationId="{BC0F5F11-C0B3-4FD5-A63D-99BA31DC1CB9}"/>
          </ac:spMkLst>
        </pc:spChg>
        <pc:spChg chg="add mod">
          <ac:chgData name="Minh Huynh" userId="01a137d4-0d81-46e0-aca6-c9185b391828" providerId="ADAL" clId="{18447838-0BCA-432B-86F3-BB78526C143F}" dt="2026-10-12T13:01:57.104" v="1975" actId="1076"/>
          <ac:spMkLst>
            <pc:docMk/>
            <pc:sldMk cId="3993957004" sldId="895"/>
            <ac:spMk id="43" creationId="{30AC0449-A340-424A-A10C-FABE4139585A}"/>
          </ac:spMkLst>
        </pc:spChg>
        <pc:spChg chg="add mod">
          <ac:chgData name="Minh Huynh" userId="01a137d4-0d81-46e0-aca6-c9185b391828" providerId="ADAL" clId="{18447838-0BCA-432B-86F3-BB78526C143F}" dt="2026-10-12T13:01:57.104" v="1975" actId="1076"/>
          <ac:spMkLst>
            <pc:docMk/>
            <pc:sldMk cId="3993957004" sldId="895"/>
            <ac:spMk id="44" creationId="{D89274F0-0077-45A8-A335-D88086FAB4AE}"/>
          </ac:spMkLst>
        </pc:spChg>
        <pc:spChg chg="add mod">
          <ac:chgData name="Minh Huynh" userId="01a137d4-0d81-46e0-aca6-c9185b391828" providerId="ADAL" clId="{18447838-0BCA-432B-86F3-BB78526C143F}" dt="2026-10-12T13:01:57.104" v="1975" actId="1076"/>
          <ac:spMkLst>
            <pc:docMk/>
            <pc:sldMk cId="3993957004" sldId="895"/>
            <ac:spMk id="45" creationId="{1BFA4590-8A85-404F-B06C-81529B4F597B}"/>
          </ac:spMkLst>
        </pc:spChg>
        <pc:spChg chg="add mod">
          <ac:chgData name="Minh Huynh" userId="01a137d4-0d81-46e0-aca6-c9185b391828" providerId="ADAL" clId="{18447838-0BCA-432B-86F3-BB78526C143F}" dt="2026-10-12T13:01:57.104" v="1975" actId="1076"/>
          <ac:spMkLst>
            <pc:docMk/>
            <pc:sldMk cId="3993957004" sldId="895"/>
            <ac:spMk id="46" creationId="{D1B5B2C1-5592-4365-B7C8-93D45E6A636F}"/>
          </ac:spMkLst>
        </pc:spChg>
        <pc:spChg chg="add mod">
          <ac:chgData name="Minh Huynh" userId="01a137d4-0d81-46e0-aca6-c9185b391828" providerId="ADAL" clId="{18447838-0BCA-432B-86F3-BB78526C143F}" dt="2026-10-12T13:01:57.104" v="1975" actId="1076"/>
          <ac:spMkLst>
            <pc:docMk/>
            <pc:sldMk cId="3993957004" sldId="895"/>
            <ac:spMk id="47" creationId="{1697DA11-334D-44F0-A9D8-08A3D73A44DF}"/>
          </ac:spMkLst>
        </pc:spChg>
        <pc:spChg chg="add mod">
          <ac:chgData name="Minh Huynh" userId="01a137d4-0d81-46e0-aca6-c9185b391828" providerId="ADAL" clId="{18447838-0BCA-432B-86F3-BB78526C143F}" dt="2026-10-12T13:01:57.104" v="1975" actId="1076"/>
          <ac:spMkLst>
            <pc:docMk/>
            <pc:sldMk cId="3993957004" sldId="895"/>
            <ac:spMk id="48" creationId="{9458334B-5479-4D49-9D41-DB4034C7904A}"/>
          </ac:spMkLst>
        </pc:spChg>
        <pc:spChg chg="add mod">
          <ac:chgData name="Minh Huynh" userId="01a137d4-0d81-46e0-aca6-c9185b391828" providerId="ADAL" clId="{18447838-0BCA-432B-86F3-BB78526C143F}" dt="2026-10-12T13:01:57.104" v="1975" actId="1076"/>
          <ac:spMkLst>
            <pc:docMk/>
            <pc:sldMk cId="3993957004" sldId="895"/>
            <ac:spMk id="49" creationId="{07EF7FA4-120C-47A6-A228-1E248E4DF2AF}"/>
          </ac:spMkLst>
        </pc:spChg>
        <pc:spChg chg="add mod">
          <ac:chgData name="Minh Huynh" userId="01a137d4-0d81-46e0-aca6-c9185b391828" providerId="ADAL" clId="{18447838-0BCA-432B-86F3-BB78526C143F}" dt="2026-10-12T13:01:57.104" v="1975" actId="1076"/>
          <ac:spMkLst>
            <pc:docMk/>
            <pc:sldMk cId="3993957004" sldId="895"/>
            <ac:spMk id="50" creationId="{84A174A8-1A28-4575-9E99-000DD20AB376}"/>
          </ac:spMkLst>
        </pc:spChg>
        <pc:spChg chg="add mod">
          <ac:chgData name="Minh Huynh" userId="01a137d4-0d81-46e0-aca6-c9185b391828" providerId="ADAL" clId="{18447838-0BCA-432B-86F3-BB78526C143F}" dt="2026-10-12T13:01:57.104" v="1975" actId="1076"/>
          <ac:spMkLst>
            <pc:docMk/>
            <pc:sldMk cId="3993957004" sldId="895"/>
            <ac:spMk id="51" creationId="{8CED851A-286A-4F97-8915-A6043E6EAE00}"/>
          </ac:spMkLst>
        </pc:spChg>
        <pc:spChg chg="add mod">
          <ac:chgData name="Minh Huynh" userId="01a137d4-0d81-46e0-aca6-c9185b391828" providerId="ADAL" clId="{18447838-0BCA-432B-86F3-BB78526C143F}" dt="2026-10-12T13:01:57.104" v="1975" actId="1076"/>
          <ac:spMkLst>
            <pc:docMk/>
            <pc:sldMk cId="3993957004" sldId="895"/>
            <ac:spMk id="52" creationId="{BD143726-3B87-484E-8A25-4C575DCDAF4A}"/>
          </ac:spMkLst>
        </pc:spChg>
        <pc:spChg chg="add mod">
          <ac:chgData name="Minh Huynh" userId="01a137d4-0d81-46e0-aca6-c9185b391828" providerId="ADAL" clId="{18447838-0BCA-432B-86F3-BB78526C143F}" dt="2026-10-12T13:01:57.104" v="1975" actId="1076"/>
          <ac:spMkLst>
            <pc:docMk/>
            <pc:sldMk cId="3993957004" sldId="895"/>
            <ac:spMk id="53" creationId="{5E060BAA-820A-42C1-849F-87444478AA8D}"/>
          </ac:spMkLst>
        </pc:spChg>
        <pc:spChg chg="add mod">
          <ac:chgData name="Minh Huynh" userId="01a137d4-0d81-46e0-aca6-c9185b391828" providerId="ADAL" clId="{18447838-0BCA-432B-86F3-BB78526C143F}" dt="2026-10-12T13:01:57.104" v="1975" actId="1076"/>
          <ac:spMkLst>
            <pc:docMk/>
            <pc:sldMk cId="3993957004" sldId="895"/>
            <ac:spMk id="54" creationId="{813B2B9B-8482-4978-8D57-907AACA9021E}"/>
          </ac:spMkLst>
        </pc:spChg>
        <pc:spChg chg="add mod">
          <ac:chgData name="Minh Huynh" userId="01a137d4-0d81-46e0-aca6-c9185b391828" providerId="ADAL" clId="{18447838-0BCA-432B-86F3-BB78526C143F}" dt="2026-10-12T13:01:57.104" v="1975" actId="1076"/>
          <ac:spMkLst>
            <pc:docMk/>
            <pc:sldMk cId="3993957004" sldId="895"/>
            <ac:spMk id="55" creationId="{3408BEE7-7EA9-465A-8CE1-478BABE14D8F}"/>
          </ac:spMkLst>
        </pc:spChg>
        <pc:spChg chg="add mod">
          <ac:chgData name="Minh Huynh" userId="01a137d4-0d81-46e0-aca6-c9185b391828" providerId="ADAL" clId="{18447838-0BCA-432B-86F3-BB78526C143F}" dt="2026-10-12T13:01:57.104" v="1975" actId="1076"/>
          <ac:spMkLst>
            <pc:docMk/>
            <pc:sldMk cId="3993957004" sldId="895"/>
            <ac:spMk id="56" creationId="{90A4F152-C999-4880-A896-BEF8606E6139}"/>
          </ac:spMkLst>
        </pc:spChg>
        <pc:spChg chg="add mod">
          <ac:chgData name="Minh Huynh" userId="01a137d4-0d81-46e0-aca6-c9185b391828" providerId="ADAL" clId="{18447838-0BCA-432B-86F3-BB78526C143F}" dt="2026-10-12T13:01:57.104" v="1975" actId="1076"/>
          <ac:spMkLst>
            <pc:docMk/>
            <pc:sldMk cId="3993957004" sldId="895"/>
            <ac:spMk id="57" creationId="{1847F778-9862-4361-AAFD-78CF59E6E05F}"/>
          </ac:spMkLst>
        </pc:spChg>
        <pc:spChg chg="add mod">
          <ac:chgData name="Minh Huynh" userId="01a137d4-0d81-46e0-aca6-c9185b391828" providerId="ADAL" clId="{18447838-0BCA-432B-86F3-BB78526C143F}" dt="2026-10-12T13:02:00.847" v="1976" actId="1076"/>
          <ac:spMkLst>
            <pc:docMk/>
            <pc:sldMk cId="3993957004" sldId="895"/>
            <ac:spMk id="58" creationId="{87D9AF8B-B7D7-48F7-A4B6-C9907DAD8B0C}"/>
          </ac:spMkLst>
        </pc:spChg>
        <pc:spChg chg="add mod">
          <ac:chgData name="Minh Huynh" userId="01a137d4-0d81-46e0-aca6-c9185b391828" providerId="ADAL" clId="{18447838-0BCA-432B-86F3-BB78526C143F}" dt="2026-10-12T13:01:57.104" v="1975" actId="1076"/>
          <ac:spMkLst>
            <pc:docMk/>
            <pc:sldMk cId="3993957004" sldId="895"/>
            <ac:spMk id="59" creationId="{204D2041-AA8A-4A90-B5E3-8737FCADB6D4}"/>
          </ac:spMkLst>
        </pc:spChg>
        <pc:spChg chg="add mod">
          <ac:chgData name="Minh Huynh" userId="01a137d4-0d81-46e0-aca6-c9185b391828" providerId="ADAL" clId="{18447838-0BCA-432B-86F3-BB78526C143F}" dt="2026-10-12T13:02:00.847" v="1976" actId="1076"/>
          <ac:spMkLst>
            <pc:docMk/>
            <pc:sldMk cId="3993957004" sldId="895"/>
            <ac:spMk id="60" creationId="{FEF18E61-08FC-4F95-BDCF-0D1D0404AD1D}"/>
          </ac:spMkLst>
        </pc:spChg>
        <pc:spChg chg="add mod">
          <ac:chgData name="Minh Huynh" userId="01a137d4-0d81-46e0-aca6-c9185b391828" providerId="ADAL" clId="{18447838-0BCA-432B-86F3-BB78526C143F}" dt="2026-10-12T13:02:00.847" v="1976" actId="1076"/>
          <ac:spMkLst>
            <pc:docMk/>
            <pc:sldMk cId="3993957004" sldId="895"/>
            <ac:spMk id="61" creationId="{E8DF7E1E-DA88-4B59-A91B-B30C52F0DC17}"/>
          </ac:spMkLst>
        </pc:spChg>
        <pc:spChg chg="add del mod">
          <ac:chgData name="Minh Huynh" userId="01a137d4-0d81-46e0-aca6-c9185b391828" providerId="ADAL" clId="{18447838-0BCA-432B-86F3-BB78526C143F}" dt="2026-10-12T13:02:06.305" v="1977" actId="478"/>
          <ac:spMkLst>
            <pc:docMk/>
            <pc:sldMk cId="3993957004" sldId="895"/>
            <ac:spMk id="62" creationId="{41A943B0-9FDD-470A-A612-3876C3537955}"/>
          </ac:spMkLst>
        </pc:spChg>
        <pc:spChg chg="add mod">
          <ac:chgData name="Minh Huynh" userId="01a137d4-0d81-46e0-aca6-c9185b391828" providerId="ADAL" clId="{18447838-0BCA-432B-86F3-BB78526C143F}" dt="2026-10-12T13:02:10.461" v="1978" actId="1076"/>
          <ac:spMkLst>
            <pc:docMk/>
            <pc:sldMk cId="3993957004" sldId="895"/>
            <ac:spMk id="63" creationId="{BBC0D6B6-D68A-46B9-AE72-4D68D7AFB893}"/>
          </ac:spMkLst>
        </pc:spChg>
        <pc:spChg chg="add mod">
          <ac:chgData name="Minh Huynh" userId="01a137d4-0d81-46e0-aca6-c9185b391828" providerId="ADAL" clId="{18447838-0BCA-432B-86F3-BB78526C143F}" dt="2026-10-12T13:02:10.461" v="1978" actId="1076"/>
          <ac:spMkLst>
            <pc:docMk/>
            <pc:sldMk cId="3993957004" sldId="895"/>
            <ac:spMk id="64" creationId="{1FC6BBDF-5A39-4C3A-BBBB-DD6A15E9F581}"/>
          </ac:spMkLst>
        </pc:spChg>
        <pc:spChg chg="add mod">
          <ac:chgData name="Minh Huynh" userId="01a137d4-0d81-46e0-aca6-c9185b391828" providerId="ADAL" clId="{18447838-0BCA-432B-86F3-BB78526C143F}" dt="2026-10-12T13:02:10.461" v="1978" actId="1076"/>
          <ac:spMkLst>
            <pc:docMk/>
            <pc:sldMk cId="3993957004" sldId="895"/>
            <ac:spMk id="65" creationId="{13F8ECC4-F7AD-4171-A16D-AB07F3BFBE8D}"/>
          </ac:spMkLst>
        </pc:spChg>
        <pc:spChg chg="add mod">
          <ac:chgData name="Minh Huynh" userId="01a137d4-0d81-46e0-aca6-c9185b391828" providerId="ADAL" clId="{18447838-0BCA-432B-86F3-BB78526C143F}" dt="2026-10-12T13:02:00.847" v="1976" actId="1076"/>
          <ac:spMkLst>
            <pc:docMk/>
            <pc:sldMk cId="3993957004" sldId="895"/>
            <ac:spMk id="66" creationId="{A981D95C-D81E-40EC-8AAE-FE4B26BC671E}"/>
          </ac:spMkLst>
        </pc:spChg>
        <pc:picChg chg="del">
          <ac:chgData name="Minh Huynh" userId="01a137d4-0d81-46e0-aca6-c9185b391828" providerId="ADAL" clId="{18447838-0BCA-432B-86F3-BB78526C143F}" dt="2026-10-12T13:01:47.238" v="1973" actId="478"/>
          <ac:picMkLst>
            <pc:docMk/>
            <pc:sldMk cId="3993957004" sldId="895"/>
            <ac:picMk id="3" creationId="{239C9BA0-FA36-4B4A-9CD4-46D8A83AD1A8}"/>
          </ac:picMkLst>
        </pc:picChg>
        <pc:picChg chg="del">
          <ac:chgData name="Minh Huynh" userId="01a137d4-0d81-46e0-aca6-c9185b391828" providerId="ADAL" clId="{18447838-0BCA-432B-86F3-BB78526C143F}" dt="2026-10-12T13:01:47.238" v="1973" actId="478"/>
          <ac:picMkLst>
            <pc:docMk/>
            <pc:sldMk cId="3993957004" sldId="895"/>
            <ac:picMk id="11" creationId="{CA065546-B251-4483-B60E-83D29876EE4B}"/>
          </ac:picMkLst>
        </pc:picChg>
        <pc:cxnChg chg="del">
          <ac:chgData name="Minh Huynh" userId="01a137d4-0d81-46e0-aca6-c9185b391828" providerId="ADAL" clId="{18447838-0BCA-432B-86F3-BB78526C143F}" dt="2026-10-12T13:01:47.238" v="1973" actId="478"/>
          <ac:cxnSpMkLst>
            <pc:docMk/>
            <pc:sldMk cId="3993957004" sldId="895"/>
            <ac:cxnSpMk id="13" creationId="{87C6168D-FDB5-4F3B-A792-CEB6CFE658F6}"/>
          </ac:cxnSpMkLst>
        </pc:cxnChg>
        <pc:cxnChg chg="add mod">
          <ac:chgData name="Minh Huynh" userId="01a137d4-0d81-46e0-aca6-c9185b391828" providerId="ADAL" clId="{18447838-0BCA-432B-86F3-BB78526C143F}" dt="2026-10-12T13:01:57.104" v="1975" actId="1076"/>
          <ac:cxnSpMkLst>
            <pc:docMk/>
            <pc:sldMk cId="3993957004" sldId="895"/>
            <ac:cxnSpMk id="67" creationId="{0EB3A909-6832-47D3-9069-FE13EEA045AD}"/>
          </ac:cxnSpMkLst>
        </pc:cxnChg>
      </pc:sldChg>
      <pc:sldChg chg="addSp delSp modSp add mod">
        <pc:chgData name="Minh Huynh" userId="01a137d4-0d81-46e0-aca6-c9185b391828" providerId="ADAL" clId="{18447838-0BCA-432B-86F3-BB78526C143F}" dt="2026-10-12T21:46:21.779" v="2046"/>
        <pc:sldMkLst>
          <pc:docMk/>
          <pc:sldMk cId="803991064" sldId="896"/>
        </pc:sldMkLst>
        <pc:spChg chg="mod">
          <ac:chgData name="Minh Huynh" userId="01a137d4-0d81-46e0-aca6-c9185b391828" providerId="ADAL" clId="{18447838-0BCA-432B-86F3-BB78526C143F}" dt="2026-10-12T21:46:21.779" v="2046"/>
          <ac:spMkLst>
            <pc:docMk/>
            <pc:sldMk cId="803991064" sldId="896"/>
            <ac:spMk id="4" creationId="{7BC73E8E-0D58-4B4B-A5C4-A8AE38997407}"/>
          </ac:spMkLst>
        </pc:spChg>
        <pc:spChg chg="del">
          <ac:chgData name="Minh Huynh" userId="01a137d4-0d81-46e0-aca6-c9185b391828" providerId="ADAL" clId="{18447838-0BCA-432B-86F3-BB78526C143F}" dt="2026-10-12T13:02:55.443" v="1984" actId="478"/>
          <ac:spMkLst>
            <pc:docMk/>
            <pc:sldMk cId="803991064" sldId="896"/>
            <ac:spMk id="18" creationId="{4E7FF7E1-1C0C-48C2-9DD3-5C6C1A9BBCBB}"/>
          </ac:spMkLst>
        </pc:spChg>
        <pc:spChg chg="del">
          <ac:chgData name="Minh Huynh" userId="01a137d4-0d81-46e0-aca6-c9185b391828" providerId="ADAL" clId="{18447838-0BCA-432B-86F3-BB78526C143F}" dt="2026-10-12T13:02:55.443" v="1984" actId="478"/>
          <ac:spMkLst>
            <pc:docMk/>
            <pc:sldMk cId="803991064" sldId="896"/>
            <ac:spMk id="19" creationId="{FD24D0C2-9D18-40CE-B3A7-DEFBE3E3B986}"/>
          </ac:spMkLst>
        </pc:spChg>
        <pc:spChg chg="del">
          <ac:chgData name="Minh Huynh" userId="01a137d4-0d81-46e0-aca6-c9185b391828" providerId="ADAL" clId="{18447838-0BCA-432B-86F3-BB78526C143F}" dt="2026-10-12T13:02:55.443" v="1984" actId="478"/>
          <ac:spMkLst>
            <pc:docMk/>
            <pc:sldMk cId="803991064" sldId="896"/>
            <ac:spMk id="20" creationId="{BA9F11AB-A6C6-4D03-9948-64854BB26A2B}"/>
          </ac:spMkLst>
        </pc:spChg>
        <pc:spChg chg="del">
          <ac:chgData name="Minh Huynh" userId="01a137d4-0d81-46e0-aca6-c9185b391828" providerId="ADAL" clId="{18447838-0BCA-432B-86F3-BB78526C143F}" dt="2026-10-12T13:02:55.443" v="1984" actId="478"/>
          <ac:spMkLst>
            <pc:docMk/>
            <pc:sldMk cId="803991064" sldId="896"/>
            <ac:spMk id="21" creationId="{332B9D4D-6520-47D7-B36D-B69FAA77A3E1}"/>
          </ac:spMkLst>
        </pc:spChg>
        <pc:spChg chg="del">
          <ac:chgData name="Minh Huynh" userId="01a137d4-0d81-46e0-aca6-c9185b391828" providerId="ADAL" clId="{18447838-0BCA-432B-86F3-BB78526C143F}" dt="2026-10-12T13:02:55.443" v="1984" actId="478"/>
          <ac:spMkLst>
            <pc:docMk/>
            <pc:sldMk cId="803991064" sldId="896"/>
            <ac:spMk id="22" creationId="{68B261C7-F027-4C4D-B39D-D9FB98303F76}"/>
          </ac:spMkLst>
        </pc:spChg>
        <pc:spChg chg="del">
          <ac:chgData name="Minh Huynh" userId="01a137d4-0d81-46e0-aca6-c9185b391828" providerId="ADAL" clId="{18447838-0BCA-432B-86F3-BB78526C143F}" dt="2026-10-12T13:02:55.443" v="1984" actId="478"/>
          <ac:spMkLst>
            <pc:docMk/>
            <pc:sldMk cId="803991064" sldId="896"/>
            <ac:spMk id="23" creationId="{3CC9B756-D368-4AED-93C0-83FF945814F6}"/>
          </ac:spMkLst>
        </pc:spChg>
        <pc:spChg chg="del">
          <ac:chgData name="Minh Huynh" userId="01a137d4-0d81-46e0-aca6-c9185b391828" providerId="ADAL" clId="{18447838-0BCA-432B-86F3-BB78526C143F}" dt="2026-10-12T13:02:55.443" v="1984" actId="478"/>
          <ac:spMkLst>
            <pc:docMk/>
            <pc:sldMk cId="803991064" sldId="896"/>
            <ac:spMk id="24" creationId="{9FF30AEA-507A-4D2C-807B-DBDCD5718E82}"/>
          </ac:spMkLst>
        </pc:spChg>
        <pc:spChg chg="del">
          <ac:chgData name="Minh Huynh" userId="01a137d4-0d81-46e0-aca6-c9185b391828" providerId="ADAL" clId="{18447838-0BCA-432B-86F3-BB78526C143F}" dt="2026-10-12T13:02:55.443" v="1984" actId="478"/>
          <ac:spMkLst>
            <pc:docMk/>
            <pc:sldMk cId="803991064" sldId="896"/>
            <ac:spMk id="25" creationId="{66547760-A8A8-4F67-B55C-40ED5A0D9D56}"/>
          </ac:spMkLst>
        </pc:spChg>
        <pc:spChg chg="del">
          <ac:chgData name="Minh Huynh" userId="01a137d4-0d81-46e0-aca6-c9185b391828" providerId="ADAL" clId="{18447838-0BCA-432B-86F3-BB78526C143F}" dt="2026-10-12T13:02:55.443" v="1984" actId="478"/>
          <ac:spMkLst>
            <pc:docMk/>
            <pc:sldMk cId="803991064" sldId="896"/>
            <ac:spMk id="26" creationId="{55C8CDF9-264C-421F-904E-406EDB4639F3}"/>
          </ac:spMkLst>
        </pc:spChg>
        <pc:spChg chg="del">
          <ac:chgData name="Minh Huynh" userId="01a137d4-0d81-46e0-aca6-c9185b391828" providerId="ADAL" clId="{18447838-0BCA-432B-86F3-BB78526C143F}" dt="2026-10-12T13:02:55.443" v="1984" actId="478"/>
          <ac:spMkLst>
            <pc:docMk/>
            <pc:sldMk cId="803991064" sldId="896"/>
            <ac:spMk id="27" creationId="{BAEC13F2-CC84-4E32-8F32-49F0EFD70B8D}"/>
          </ac:spMkLst>
        </pc:spChg>
        <pc:spChg chg="del">
          <ac:chgData name="Minh Huynh" userId="01a137d4-0d81-46e0-aca6-c9185b391828" providerId="ADAL" clId="{18447838-0BCA-432B-86F3-BB78526C143F}" dt="2026-10-12T13:02:55.443" v="1984" actId="478"/>
          <ac:spMkLst>
            <pc:docMk/>
            <pc:sldMk cId="803991064" sldId="896"/>
            <ac:spMk id="28" creationId="{CB62FC81-D16F-45A2-B445-C6BA8D73F20C}"/>
          </ac:spMkLst>
        </pc:spChg>
        <pc:spChg chg="del">
          <ac:chgData name="Minh Huynh" userId="01a137d4-0d81-46e0-aca6-c9185b391828" providerId="ADAL" clId="{18447838-0BCA-432B-86F3-BB78526C143F}" dt="2026-10-12T13:02:55.443" v="1984" actId="478"/>
          <ac:spMkLst>
            <pc:docMk/>
            <pc:sldMk cId="803991064" sldId="896"/>
            <ac:spMk id="29" creationId="{A990ABBE-A2F6-4DA2-A390-5D2A1D707954}"/>
          </ac:spMkLst>
        </pc:spChg>
        <pc:spChg chg="del">
          <ac:chgData name="Minh Huynh" userId="01a137d4-0d81-46e0-aca6-c9185b391828" providerId="ADAL" clId="{18447838-0BCA-432B-86F3-BB78526C143F}" dt="2026-10-12T13:02:55.443" v="1984" actId="478"/>
          <ac:spMkLst>
            <pc:docMk/>
            <pc:sldMk cId="803991064" sldId="896"/>
            <ac:spMk id="30" creationId="{7071FFB1-55F8-4FBE-8742-26909246F24E}"/>
          </ac:spMkLst>
        </pc:spChg>
        <pc:spChg chg="del">
          <ac:chgData name="Minh Huynh" userId="01a137d4-0d81-46e0-aca6-c9185b391828" providerId="ADAL" clId="{18447838-0BCA-432B-86F3-BB78526C143F}" dt="2026-10-12T13:02:55.443" v="1984" actId="478"/>
          <ac:spMkLst>
            <pc:docMk/>
            <pc:sldMk cId="803991064" sldId="896"/>
            <ac:spMk id="31" creationId="{6217B4F5-D897-4AB9-8C34-ECE42ADA1F17}"/>
          </ac:spMkLst>
        </pc:spChg>
        <pc:spChg chg="del">
          <ac:chgData name="Minh Huynh" userId="01a137d4-0d81-46e0-aca6-c9185b391828" providerId="ADAL" clId="{18447838-0BCA-432B-86F3-BB78526C143F}" dt="2026-10-12T13:02:55.443" v="1984" actId="478"/>
          <ac:spMkLst>
            <pc:docMk/>
            <pc:sldMk cId="803991064" sldId="896"/>
            <ac:spMk id="32" creationId="{B4C41404-CA2E-4998-9BC6-288E289BBAB6}"/>
          </ac:spMkLst>
        </pc:spChg>
        <pc:spChg chg="del">
          <ac:chgData name="Minh Huynh" userId="01a137d4-0d81-46e0-aca6-c9185b391828" providerId="ADAL" clId="{18447838-0BCA-432B-86F3-BB78526C143F}" dt="2026-10-12T13:02:55.443" v="1984" actId="478"/>
          <ac:spMkLst>
            <pc:docMk/>
            <pc:sldMk cId="803991064" sldId="896"/>
            <ac:spMk id="33" creationId="{46D993D9-6716-40B8-80B8-5A83E8DFD35A}"/>
          </ac:spMkLst>
        </pc:spChg>
        <pc:spChg chg="del">
          <ac:chgData name="Minh Huynh" userId="01a137d4-0d81-46e0-aca6-c9185b391828" providerId="ADAL" clId="{18447838-0BCA-432B-86F3-BB78526C143F}" dt="2026-10-12T13:02:55.443" v="1984" actId="478"/>
          <ac:spMkLst>
            <pc:docMk/>
            <pc:sldMk cId="803991064" sldId="896"/>
            <ac:spMk id="34" creationId="{094D348C-D2B0-4CD8-8272-C031B6095A00}"/>
          </ac:spMkLst>
        </pc:spChg>
        <pc:spChg chg="del">
          <ac:chgData name="Minh Huynh" userId="01a137d4-0d81-46e0-aca6-c9185b391828" providerId="ADAL" clId="{18447838-0BCA-432B-86F3-BB78526C143F}" dt="2026-10-12T13:02:55.443" v="1984" actId="478"/>
          <ac:spMkLst>
            <pc:docMk/>
            <pc:sldMk cId="803991064" sldId="896"/>
            <ac:spMk id="35" creationId="{5BF37038-ABA7-46CC-B2B6-18F0E7959B15}"/>
          </ac:spMkLst>
        </pc:spChg>
        <pc:spChg chg="del">
          <ac:chgData name="Minh Huynh" userId="01a137d4-0d81-46e0-aca6-c9185b391828" providerId="ADAL" clId="{18447838-0BCA-432B-86F3-BB78526C143F}" dt="2026-10-12T13:02:55.443" v="1984" actId="478"/>
          <ac:spMkLst>
            <pc:docMk/>
            <pc:sldMk cId="803991064" sldId="896"/>
            <ac:spMk id="36" creationId="{14FD2553-C1F0-4E8B-B08E-A20D3D2C4FCA}"/>
          </ac:spMkLst>
        </pc:spChg>
        <pc:spChg chg="del">
          <ac:chgData name="Minh Huynh" userId="01a137d4-0d81-46e0-aca6-c9185b391828" providerId="ADAL" clId="{18447838-0BCA-432B-86F3-BB78526C143F}" dt="2026-10-12T13:02:55.443" v="1984" actId="478"/>
          <ac:spMkLst>
            <pc:docMk/>
            <pc:sldMk cId="803991064" sldId="896"/>
            <ac:spMk id="37" creationId="{A4C82AE2-B2EB-4C1B-AACE-305D2746BCD5}"/>
          </ac:spMkLst>
        </pc:spChg>
        <pc:spChg chg="del">
          <ac:chgData name="Minh Huynh" userId="01a137d4-0d81-46e0-aca6-c9185b391828" providerId="ADAL" clId="{18447838-0BCA-432B-86F3-BB78526C143F}" dt="2026-10-12T13:02:55.443" v="1984" actId="478"/>
          <ac:spMkLst>
            <pc:docMk/>
            <pc:sldMk cId="803991064" sldId="896"/>
            <ac:spMk id="38" creationId="{B3AE82BC-7F70-4846-9F67-824B69658398}"/>
          </ac:spMkLst>
        </pc:spChg>
        <pc:spChg chg="del">
          <ac:chgData name="Minh Huynh" userId="01a137d4-0d81-46e0-aca6-c9185b391828" providerId="ADAL" clId="{18447838-0BCA-432B-86F3-BB78526C143F}" dt="2026-10-12T13:02:55.443" v="1984" actId="478"/>
          <ac:spMkLst>
            <pc:docMk/>
            <pc:sldMk cId="803991064" sldId="896"/>
            <ac:spMk id="39" creationId="{99C747F2-EE90-40AD-B901-2DB28F481C1F}"/>
          </ac:spMkLst>
        </pc:spChg>
        <pc:spChg chg="del">
          <ac:chgData name="Minh Huynh" userId="01a137d4-0d81-46e0-aca6-c9185b391828" providerId="ADAL" clId="{18447838-0BCA-432B-86F3-BB78526C143F}" dt="2026-10-12T13:02:55.443" v="1984" actId="478"/>
          <ac:spMkLst>
            <pc:docMk/>
            <pc:sldMk cId="803991064" sldId="896"/>
            <ac:spMk id="40" creationId="{16501685-C2A8-4290-82FC-927248EB3A02}"/>
          </ac:spMkLst>
        </pc:spChg>
        <pc:spChg chg="del">
          <ac:chgData name="Minh Huynh" userId="01a137d4-0d81-46e0-aca6-c9185b391828" providerId="ADAL" clId="{18447838-0BCA-432B-86F3-BB78526C143F}" dt="2026-10-12T13:02:55.443" v="1984" actId="478"/>
          <ac:spMkLst>
            <pc:docMk/>
            <pc:sldMk cId="803991064" sldId="896"/>
            <ac:spMk id="41" creationId="{A46A0F55-8C44-4BE6-8412-45F45FAE1D86}"/>
          </ac:spMkLst>
        </pc:spChg>
        <pc:spChg chg="del">
          <ac:chgData name="Minh Huynh" userId="01a137d4-0d81-46e0-aca6-c9185b391828" providerId="ADAL" clId="{18447838-0BCA-432B-86F3-BB78526C143F}" dt="2026-10-12T13:02:55.443" v="1984" actId="478"/>
          <ac:spMkLst>
            <pc:docMk/>
            <pc:sldMk cId="803991064" sldId="896"/>
            <ac:spMk id="42" creationId="{BC0F5F11-C0B3-4FD5-A63D-99BA31DC1CB9}"/>
          </ac:spMkLst>
        </pc:spChg>
        <pc:spChg chg="del">
          <ac:chgData name="Minh Huynh" userId="01a137d4-0d81-46e0-aca6-c9185b391828" providerId="ADAL" clId="{18447838-0BCA-432B-86F3-BB78526C143F}" dt="2026-10-12T13:02:55.443" v="1984" actId="478"/>
          <ac:spMkLst>
            <pc:docMk/>
            <pc:sldMk cId="803991064" sldId="896"/>
            <ac:spMk id="43" creationId="{30AC0449-A340-424A-A10C-FABE4139585A}"/>
          </ac:spMkLst>
        </pc:spChg>
        <pc:spChg chg="del">
          <ac:chgData name="Minh Huynh" userId="01a137d4-0d81-46e0-aca6-c9185b391828" providerId="ADAL" clId="{18447838-0BCA-432B-86F3-BB78526C143F}" dt="2026-10-12T13:02:55.443" v="1984" actId="478"/>
          <ac:spMkLst>
            <pc:docMk/>
            <pc:sldMk cId="803991064" sldId="896"/>
            <ac:spMk id="44" creationId="{D89274F0-0077-45A8-A335-D88086FAB4AE}"/>
          </ac:spMkLst>
        </pc:spChg>
        <pc:spChg chg="del">
          <ac:chgData name="Minh Huynh" userId="01a137d4-0d81-46e0-aca6-c9185b391828" providerId="ADAL" clId="{18447838-0BCA-432B-86F3-BB78526C143F}" dt="2026-10-12T13:02:55.443" v="1984" actId="478"/>
          <ac:spMkLst>
            <pc:docMk/>
            <pc:sldMk cId="803991064" sldId="896"/>
            <ac:spMk id="45" creationId="{1BFA4590-8A85-404F-B06C-81529B4F597B}"/>
          </ac:spMkLst>
        </pc:spChg>
        <pc:spChg chg="del">
          <ac:chgData name="Minh Huynh" userId="01a137d4-0d81-46e0-aca6-c9185b391828" providerId="ADAL" clId="{18447838-0BCA-432B-86F3-BB78526C143F}" dt="2026-10-12T13:02:55.443" v="1984" actId="478"/>
          <ac:spMkLst>
            <pc:docMk/>
            <pc:sldMk cId="803991064" sldId="896"/>
            <ac:spMk id="46" creationId="{D1B5B2C1-5592-4365-B7C8-93D45E6A636F}"/>
          </ac:spMkLst>
        </pc:spChg>
        <pc:spChg chg="del">
          <ac:chgData name="Minh Huynh" userId="01a137d4-0d81-46e0-aca6-c9185b391828" providerId="ADAL" clId="{18447838-0BCA-432B-86F3-BB78526C143F}" dt="2026-10-12T13:02:55.443" v="1984" actId="478"/>
          <ac:spMkLst>
            <pc:docMk/>
            <pc:sldMk cId="803991064" sldId="896"/>
            <ac:spMk id="47" creationId="{1697DA11-334D-44F0-A9D8-08A3D73A44DF}"/>
          </ac:spMkLst>
        </pc:spChg>
        <pc:spChg chg="del">
          <ac:chgData name="Minh Huynh" userId="01a137d4-0d81-46e0-aca6-c9185b391828" providerId="ADAL" clId="{18447838-0BCA-432B-86F3-BB78526C143F}" dt="2026-10-12T13:02:55.443" v="1984" actId="478"/>
          <ac:spMkLst>
            <pc:docMk/>
            <pc:sldMk cId="803991064" sldId="896"/>
            <ac:spMk id="48" creationId="{9458334B-5479-4D49-9D41-DB4034C7904A}"/>
          </ac:spMkLst>
        </pc:spChg>
        <pc:spChg chg="del">
          <ac:chgData name="Minh Huynh" userId="01a137d4-0d81-46e0-aca6-c9185b391828" providerId="ADAL" clId="{18447838-0BCA-432B-86F3-BB78526C143F}" dt="2026-10-12T13:02:55.443" v="1984" actId="478"/>
          <ac:spMkLst>
            <pc:docMk/>
            <pc:sldMk cId="803991064" sldId="896"/>
            <ac:spMk id="49" creationId="{07EF7FA4-120C-47A6-A228-1E248E4DF2AF}"/>
          </ac:spMkLst>
        </pc:spChg>
        <pc:spChg chg="del">
          <ac:chgData name="Minh Huynh" userId="01a137d4-0d81-46e0-aca6-c9185b391828" providerId="ADAL" clId="{18447838-0BCA-432B-86F3-BB78526C143F}" dt="2026-10-12T13:02:55.443" v="1984" actId="478"/>
          <ac:spMkLst>
            <pc:docMk/>
            <pc:sldMk cId="803991064" sldId="896"/>
            <ac:spMk id="50" creationId="{84A174A8-1A28-4575-9E99-000DD20AB376}"/>
          </ac:spMkLst>
        </pc:spChg>
        <pc:spChg chg="del">
          <ac:chgData name="Minh Huynh" userId="01a137d4-0d81-46e0-aca6-c9185b391828" providerId="ADAL" clId="{18447838-0BCA-432B-86F3-BB78526C143F}" dt="2026-10-12T13:02:55.443" v="1984" actId="478"/>
          <ac:spMkLst>
            <pc:docMk/>
            <pc:sldMk cId="803991064" sldId="896"/>
            <ac:spMk id="51" creationId="{8CED851A-286A-4F97-8915-A6043E6EAE00}"/>
          </ac:spMkLst>
        </pc:spChg>
        <pc:spChg chg="del">
          <ac:chgData name="Minh Huynh" userId="01a137d4-0d81-46e0-aca6-c9185b391828" providerId="ADAL" clId="{18447838-0BCA-432B-86F3-BB78526C143F}" dt="2026-10-12T13:02:55.443" v="1984" actId="478"/>
          <ac:spMkLst>
            <pc:docMk/>
            <pc:sldMk cId="803991064" sldId="896"/>
            <ac:spMk id="52" creationId="{BD143726-3B87-484E-8A25-4C575DCDAF4A}"/>
          </ac:spMkLst>
        </pc:spChg>
        <pc:spChg chg="del">
          <ac:chgData name="Minh Huynh" userId="01a137d4-0d81-46e0-aca6-c9185b391828" providerId="ADAL" clId="{18447838-0BCA-432B-86F3-BB78526C143F}" dt="2026-10-12T13:02:55.443" v="1984" actId="478"/>
          <ac:spMkLst>
            <pc:docMk/>
            <pc:sldMk cId="803991064" sldId="896"/>
            <ac:spMk id="53" creationId="{5E060BAA-820A-42C1-849F-87444478AA8D}"/>
          </ac:spMkLst>
        </pc:spChg>
        <pc:spChg chg="del">
          <ac:chgData name="Minh Huynh" userId="01a137d4-0d81-46e0-aca6-c9185b391828" providerId="ADAL" clId="{18447838-0BCA-432B-86F3-BB78526C143F}" dt="2026-10-12T13:02:55.443" v="1984" actId="478"/>
          <ac:spMkLst>
            <pc:docMk/>
            <pc:sldMk cId="803991064" sldId="896"/>
            <ac:spMk id="54" creationId="{813B2B9B-8482-4978-8D57-907AACA9021E}"/>
          </ac:spMkLst>
        </pc:spChg>
        <pc:spChg chg="del">
          <ac:chgData name="Minh Huynh" userId="01a137d4-0d81-46e0-aca6-c9185b391828" providerId="ADAL" clId="{18447838-0BCA-432B-86F3-BB78526C143F}" dt="2026-10-12T13:02:55.443" v="1984" actId="478"/>
          <ac:spMkLst>
            <pc:docMk/>
            <pc:sldMk cId="803991064" sldId="896"/>
            <ac:spMk id="55" creationId="{3408BEE7-7EA9-465A-8CE1-478BABE14D8F}"/>
          </ac:spMkLst>
        </pc:spChg>
        <pc:spChg chg="del">
          <ac:chgData name="Minh Huynh" userId="01a137d4-0d81-46e0-aca6-c9185b391828" providerId="ADAL" clId="{18447838-0BCA-432B-86F3-BB78526C143F}" dt="2026-10-12T13:02:55.443" v="1984" actId="478"/>
          <ac:spMkLst>
            <pc:docMk/>
            <pc:sldMk cId="803991064" sldId="896"/>
            <ac:spMk id="56" creationId="{90A4F152-C999-4880-A896-BEF8606E6139}"/>
          </ac:spMkLst>
        </pc:spChg>
        <pc:spChg chg="del">
          <ac:chgData name="Minh Huynh" userId="01a137d4-0d81-46e0-aca6-c9185b391828" providerId="ADAL" clId="{18447838-0BCA-432B-86F3-BB78526C143F}" dt="2026-10-12T13:02:55.443" v="1984" actId="478"/>
          <ac:spMkLst>
            <pc:docMk/>
            <pc:sldMk cId="803991064" sldId="896"/>
            <ac:spMk id="57" creationId="{1847F778-9862-4361-AAFD-78CF59E6E05F}"/>
          </ac:spMkLst>
        </pc:spChg>
        <pc:spChg chg="del">
          <ac:chgData name="Minh Huynh" userId="01a137d4-0d81-46e0-aca6-c9185b391828" providerId="ADAL" clId="{18447838-0BCA-432B-86F3-BB78526C143F}" dt="2026-10-12T13:02:55.443" v="1984" actId="478"/>
          <ac:spMkLst>
            <pc:docMk/>
            <pc:sldMk cId="803991064" sldId="896"/>
            <ac:spMk id="58" creationId="{87D9AF8B-B7D7-48F7-A4B6-C9907DAD8B0C}"/>
          </ac:spMkLst>
        </pc:spChg>
        <pc:spChg chg="del">
          <ac:chgData name="Minh Huynh" userId="01a137d4-0d81-46e0-aca6-c9185b391828" providerId="ADAL" clId="{18447838-0BCA-432B-86F3-BB78526C143F}" dt="2026-10-12T13:02:55.443" v="1984" actId="478"/>
          <ac:spMkLst>
            <pc:docMk/>
            <pc:sldMk cId="803991064" sldId="896"/>
            <ac:spMk id="59" creationId="{204D2041-AA8A-4A90-B5E3-8737FCADB6D4}"/>
          </ac:spMkLst>
        </pc:spChg>
        <pc:spChg chg="del">
          <ac:chgData name="Minh Huynh" userId="01a137d4-0d81-46e0-aca6-c9185b391828" providerId="ADAL" clId="{18447838-0BCA-432B-86F3-BB78526C143F}" dt="2026-10-12T13:02:55.443" v="1984" actId="478"/>
          <ac:spMkLst>
            <pc:docMk/>
            <pc:sldMk cId="803991064" sldId="896"/>
            <ac:spMk id="60" creationId="{FEF18E61-08FC-4F95-BDCF-0D1D0404AD1D}"/>
          </ac:spMkLst>
        </pc:spChg>
        <pc:spChg chg="del">
          <ac:chgData name="Minh Huynh" userId="01a137d4-0d81-46e0-aca6-c9185b391828" providerId="ADAL" clId="{18447838-0BCA-432B-86F3-BB78526C143F}" dt="2026-10-12T13:02:55.443" v="1984" actId="478"/>
          <ac:spMkLst>
            <pc:docMk/>
            <pc:sldMk cId="803991064" sldId="896"/>
            <ac:spMk id="61" creationId="{E8DF7E1E-DA88-4B59-A91B-B30C52F0DC17}"/>
          </ac:spMkLst>
        </pc:spChg>
        <pc:spChg chg="del">
          <ac:chgData name="Minh Huynh" userId="01a137d4-0d81-46e0-aca6-c9185b391828" providerId="ADAL" clId="{18447838-0BCA-432B-86F3-BB78526C143F}" dt="2026-10-12T13:02:55.443" v="1984" actId="478"/>
          <ac:spMkLst>
            <pc:docMk/>
            <pc:sldMk cId="803991064" sldId="896"/>
            <ac:spMk id="63" creationId="{BBC0D6B6-D68A-46B9-AE72-4D68D7AFB893}"/>
          </ac:spMkLst>
        </pc:spChg>
        <pc:spChg chg="del">
          <ac:chgData name="Minh Huynh" userId="01a137d4-0d81-46e0-aca6-c9185b391828" providerId="ADAL" clId="{18447838-0BCA-432B-86F3-BB78526C143F}" dt="2026-10-12T13:02:55.443" v="1984" actId="478"/>
          <ac:spMkLst>
            <pc:docMk/>
            <pc:sldMk cId="803991064" sldId="896"/>
            <ac:spMk id="64" creationId="{1FC6BBDF-5A39-4C3A-BBBB-DD6A15E9F581}"/>
          </ac:spMkLst>
        </pc:spChg>
        <pc:spChg chg="del">
          <ac:chgData name="Minh Huynh" userId="01a137d4-0d81-46e0-aca6-c9185b391828" providerId="ADAL" clId="{18447838-0BCA-432B-86F3-BB78526C143F}" dt="2026-10-12T13:02:55.443" v="1984" actId="478"/>
          <ac:spMkLst>
            <pc:docMk/>
            <pc:sldMk cId="803991064" sldId="896"/>
            <ac:spMk id="65" creationId="{13F8ECC4-F7AD-4171-A16D-AB07F3BFBE8D}"/>
          </ac:spMkLst>
        </pc:spChg>
        <pc:spChg chg="del">
          <ac:chgData name="Minh Huynh" userId="01a137d4-0d81-46e0-aca6-c9185b391828" providerId="ADAL" clId="{18447838-0BCA-432B-86F3-BB78526C143F}" dt="2026-10-12T13:02:55.443" v="1984" actId="478"/>
          <ac:spMkLst>
            <pc:docMk/>
            <pc:sldMk cId="803991064" sldId="896"/>
            <ac:spMk id="66" creationId="{A981D95C-D81E-40EC-8AAE-FE4B26BC671E}"/>
          </ac:spMkLst>
        </pc:spChg>
        <pc:spChg chg="add mod">
          <ac:chgData name="Minh Huynh" userId="01a137d4-0d81-46e0-aca6-c9185b391828" providerId="ADAL" clId="{18447838-0BCA-432B-86F3-BB78526C143F}" dt="2026-10-12T13:03:07.010" v="1987" actId="1076"/>
          <ac:spMkLst>
            <pc:docMk/>
            <pc:sldMk cId="803991064" sldId="896"/>
            <ac:spMk id="68" creationId="{77ECD5D7-3D77-4F59-9447-D752542766B0}"/>
          </ac:spMkLst>
        </pc:spChg>
        <pc:spChg chg="add mod">
          <ac:chgData name="Minh Huynh" userId="01a137d4-0d81-46e0-aca6-c9185b391828" providerId="ADAL" clId="{18447838-0BCA-432B-86F3-BB78526C143F}" dt="2026-10-12T13:03:18.418" v="1990" actId="1076"/>
          <ac:spMkLst>
            <pc:docMk/>
            <pc:sldMk cId="803991064" sldId="896"/>
            <ac:spMk id="70" creationId="{2B193DB2-EA2F-4C27-B44F-2F5BDED079BD}"/>
          </ac:spMkLst>
        </pc:spChg>
        <pc:graphicFrameChg chg="add mod">
          <ac:chgData name="Minh Huynh" userId="01a137d4-0d81-46e0-aca6-c9185b391828" providerId="ADAL" clId="{18447838-0BCA-432B-86F3-BB78526C143F}" dt="2026-10-12T13:03:07.010" v="1987" actId="1076"/>
          <ac:graphicFrameMkLst>
            <pc:docMk/>
            <pc:sldMk cId="803991064" sldId="896"/>
            <ac:graphicFrameMk id="62" creationId="{E6436410-4F88-4ED2-AF7B-2C9F82130DC0}"/>
          </ac:graphicFrameMkLst>
        </pc:graphicFrameChg>
        <pc:graphicFrameChg chg="add mod">
          <ac:chgData name="Minh Huynh" userId="01a137d4-0d81-46e0-aca6-c9185b391828" providerId="ADAL" clId="{18447838-0BCA-432B-86F3-BB78526C143F}" dt="2026-10-12T13:03:18.418" v="1990" actId="1076"/>
          <ac:graphicFrameMkLst>
            <pc:docMk/>
            <pc:sldMk cId="803991064" sldId="896"/>
            <ac:graphicFrameMk id="69" creationId="{ABB068B3-6919-4393-A5B3-7A68F29810FB}"/>
          </ac:graphicFrameMkLst>
        </pc:graphicFrameChg>
        <pc:cxnChg chg="del">
          <ac:chgData name="Minh Huynh" userId="01a137d4-0d81-46e0-aca6-c9185b391828" providerId="ADAL" clId="{18447838-0BCA-432B-86F3-BB78526C143F}" dt="2026-10-12T13:02:55.443" v="1984" actId="478"/>
          <ac:cxnSpMkLst>
            <pc:docMk/>
            <pc:sldMk cId="803991064" sldId="896"/>
            <ac:cxnSpMk id="67" creationId="{0EB3A909-6832-47D3-9069-FE13EEA045AD}"/>
          </ac:cxnSpMkLst>
        </pc:cxnChg>
      </pc:sldChg>
      <pc:sldChg chg="del">
        <pc:chgData name="Minh Huynh" userId="01a137d4-0d81-46e0-aca6-c9185b391828" providerId="ADAL" clId="{18447838-0BCA-432B-86F3-BB78526C143F}" dt="2026-10-12T12:12:45.996" v="0" actId="47"/>
        <pc:sldMkLst>
          <pc:docMk/>
          <pc:sldMk cId="2953721896" sldId="896"/>
        </pc:sldMkLst>
      </pc:sldChg>
      <pc:sldChg chg="addSp delSp modSp add mod">
        <pc:chgData name="Minh Huynh" userId="01a137d4-0d81-46e0-aca6-c9185b391828" providerId="ADAL" clId="{18447838-0BCA-432B-86F3-BB78526C143F}" dt="2026-10-12T13:04:14.772" v="2024"/>
        <pc:sldMkLst>
          <pc:docMk/>
          <pc:sldMk cId="1003971633" sldId="897"/>
        </pc:sldMkLst>
        <pc:spChg chg="mod">
          <ac:chgData name="Minh Huynh" userId="01a137d4-0d81-46e0-aca6-c9185b391828" providerId="ADAL" clId="{18447838-0BCA-432B-86F3-BB78526C143F}" dt="2026-10-12T13:04:08.320" v="2022" actId="20577"/>
          <ac:spMkLst>
            <pc:docMk/>
            <pc:sldMk cId="1003971633" sldId="897"/>
            <ac:spMk id="4" creationId="{7BC73E8E-0D58-4B4B-A5C4-A8AE38997407}"/>
          </ac:spMkLst>
        </pc:spChg>
        <pc:spChg chg="add mod">
          <ac:chgData name="Minh Huynh" userId="01a137d4-0d81-46e0-aca6-c9185b391828" providerId="ADAL" clId="{18447838-0BCA-432B-86F3-BB78526C143F}" dt="2026-10-12T13:04:14.772" v="2024"/>
          <ac:spMkLst>
            <pc:docMk/>
            <pc:sldMk cId="1003971633" sldId="897"/>
            <ac:spMk id="7" creationId="{82B3312D-000F-4C66-9BD7-28143E5BE514}"/>
          </ac:spMkLst>
        </pc:spChg>
        <pc:spChg chg="add mod">
          <ac:chgData name="Minh Huynh" userId="01a137d4-0d81-46e0-aca6-c9185b391828" providerId="ADAL" clId="{18447838-0BCA-432B-86F3-BB78526C143F}" dt="2026-10-12T13:04:14.772" v="2024"/>
          <ac:spMkLst>
            <pc:docMk/>
            <pc:sldMk cId="1003971633" sldId="897"/>
            <ac:spMk id="9" creationId="{2637A3AC-F4DC-4AF9-9C66-B9C12C2ECD6D}"/>
          </ac:spMkLst>
        </pc:spChg>
        <pc:spChg chg="add mod">
          <ac:chgData name="Minh Huynh" userId="01a137d4-0d81-46e0-aca6-c9185b391828" providerId="ADAL" clId="{18447838-0BCA-432B-86F3-BB78526C143F}" dt="2026-10-12T13:04:14.772" v="2024"/>
          <ac:spMkLst>
            <pc:docMk/>
            <pc:sldMk cId="1003971633" sldId="897"/>
            <ac:spMk id="10" creationId="{A95502D5-605C-4DE1-9E72-E22381DFDE2F}"/>
          </ac:spMkLst>
        </pc:spChg>
        <pc:spChg chg="del">
          <ac:chgData name="Minh Huynh" userId="01a137d4-0d81-46e0-aca6-c9185b391828" providerId="ADAL" clId="{18447838-0BCA-432B-86F3-BB78526C143F}" dt="2026-10-12T13:04:11.162" v="2023" actId="478"/>
          <ac:spMkLst>
            <pc:docMk/>
            <pc:sldMk cId="1003971633" sldId="897"/>
            <ac:spMk id="68" creationId="{77ECD5D7-3D77-4F59-9447-D752542766B0}"/>
          </ac:spMkLst>
        </pc:spChg>
        <pc:spChg chg="del">
          <ac:chgData name="Minh Huynh" userId="01a137d4-0d81-46e0-aca6-c9185b391828" providerId="ADAL" clId="{18447838-0BCA-432B-86F3-BB78526C143F}" dt="2026-10-12T13:04:11.162" v="2023" actId="478"/>
          <ac:spMkLst>
            <pc:docMk/>
            <pc:sldMk cId="1003971633" sldId="897"/>
            <ac:spMk id="70" creationId="{2B193DB2-EA2F-4C27-B44F-2F5BDED079BD}"/>
          </ac:spMkLst>
        </pc:spChg>
        <pc:graphicFrameChg chg="del">
          <ac:chgData name="Minh Huynh" userId="01a137d4-0d81-46e0-aca6-c9185b391828" providerId="ADAL" clId="{18447838-0BCA-432B-86F3-BB78526C143F}" dt="2026-10-12T13:04:11.162" v="2023" actId="478"/>
          <ac:graphicFrameMkLst>
            <pc:docMk/>
            <pc:sldMk cId="1003971633" sldId="897"/>
            <ac:graphicFrameMk id="62" creationId="{E6436410-4F88-4ED2-AF7B-2C9F82130DC0}"/>
          </ac:graphicFrameMkLst>
        </pc:graphicFrameChg>
        <pc:graphicFrameChg chg="del">
          <ac:chgData name="Minh Huynh" userId="01a137d4-0d81-46e0-aca6-c9185b391828" providerId="ADAL" clId="{18447838-0BCA-432B-86F3-BB78526C143F}" dt="2026-10-12T13:04:11.162" v="2023" actId="478"/>
          <ac:graphicFrameMkLst>
            <pc:docMk/>
            <pc:sldMk cId="1003971633" sldId="897"/>
            <ac:graphicFrameMk id="69" creationId="{ABB068B3-6919-4393-A5B3-7A68F29810FB}"/>
          </ac:graphicFrameMkLst>
        </pc:graphicFrameChg>
        <pc:picChg chg="add mod">
          <ac:chgData name="Minh Huynh" userId="01a137d4-0d81-46e0-aca6-c9185b391828" providerId="ADAL" clId="{18447838-0BCA-432B-86F3-BB78526C143F}" dt="2026-10-12T13:04:14.772" v="2024"/>
          <ac:picMkLst>
            <pc:docMk/>
            <pc:sldMk cId="1003971633" sldId="897"/>
            <ac:picMk id="8" creationId="{42D3A573-1FDA-4AF2-ABA1-D8A5761FA793}"/>
          </ac:picMkLst>
        </pc:picChg>
      </pc:sldChg>
      <pc:sldChg chg="del">
        <pc:chgData name="Minh Huynh" userId="01a137d4-0d81-46e0-aca6-c9185b391828" providerId="ADAL" clId="{18447838-0BCA-432B-86F3-BB78526C143F}" dt="2026-10-12T12:12:45.996" v="0" actId="47"/>
        <pc:sldMkLst>
          <pc:docMk/>
          <pc:sldMk cId="4164741003" sldId="897"/>
        </pc:sldMkLst>
      </pc:sldChg>
      <pc:sldChg chg="addSp delSp modSp add mod">
        <pc:chgData name="Minh Huynh" userId="01a137d4-0d81-46e0-aca6-c9185b391828" providerId="ADAL" clId="{18447838-0BCA-432B-86F3-BB78526C143F}" dt="2026-10-12T21:51:44.898" v="2160" actId="15"/>
        <pc:sldMkLst>
          <pc:docMk/>
          <pc:sldMk cId="1170087405" sldId="898"/>
        </pc:sldMkLst>
        <pc:spChg chg="mod">
          <ac:chgData name="Minh Huynh" userId="01a137d4-0d81-46e0-aca6-c9185b391828" providerId="ADAL" clId="{18447838-0BCA-432B-86F3-BB78526C143F}" dt="2026-10-12T21:46:40.019" v="2070" actId="20577"/>
          <ac:spMkLst>
            <pc:docMk/>
            <pc:sldMk cId="1170087405" sldId="898"/>
            <ac:spMk id="4" creationId="{7BC73E8E-0D58-4B4B-A5C4-A8AE38997407}"/>
          </ac:spMkLst>
        </pc:spChg>
        <pc:spChg chg="del">
          <ac:chgData name="Minh Huynh" userId="01a137d4-0d81-46e0-aca6-c9185b391828" providerId="ADAL" clId="{18447838-0BCA-432B-86F3-BB78526C143F}" dt="2026-10-12T21:46:42.421" v="2071" actId="478"/>
          <ac:spMkLst>
            <pc:docMk/>
            <pc:sldMk cId="1170087405" sldId="898"/>
            <ac:spMk id="7" creationId="{82B3312D-000F-4C66-9BD7-28143E5BE514}"/>
          </ac:spMkLst>
        </pc:spChg>
        <pc:spChg chg="del">
          <ac:chgData name="Minh Huynh" userId="01a137d4-0d81-46e0-aca6-c9185b391828" providerId="ADAL" clId="{18447838-0BCA-432B-86F3-BB78526C143F}" dt="2026-10-12T21:46:42.421" v="2071" actId="478"/>
          <ac:spMkLst>
            <pc:docMk/>
            <pc:sldMk cId="1170087405" sldId="898"/>
            <ac:spMk id="9" creationId="{2637A3AC-F4DC-4AF9-9C66-B9C12C2ECD6D}"/>
          </ac:spMkLst>
        </pc:spChg>
        <pc:spChg chg="del">
          <ac:chgData name="Minh Huynh" userId="01a137d4-0d81-46e0-aca6-c9185b391828" providerId="ADAL" clId="{18447838-0BCA-432B-86F3-BB78526C143F}" dt="2026-10-12T21:46:42.421" v="2071" actId="478"/>
          <ac:spMkLst>
            <pc:docMk/>
            <pc:sldMk cId="1170087405" sldId="898"/>
            <ac:spMk id="10" creationId="{A95502D5-605C-4DE1-9E72-E22381DFDE2F}"/>
          </ac:spMkLst>
        </pc:spChg>
        <pc:spChg chg="add del mod">
          <ac:chgData name="Minh Huynh" userId="01a137d4-0d81-46e0-aca6-c9185b391828" providerId="ADAL" clId="{18447838-0BCA-432B-86F3-BB78526C143F}" dt="2026-10-12T21:46:53.006" v="2073"/>
          <ac:spMkLst>
            <pc:docMk/>
            <pc:sldMk cId="1170087405" sldId="898"/>
            <ac:spMk id="11" creationId="{CD7F2969-C80C-4D4F-99FE-E579F256B827}"/>
          </ac:spMkLst>
        </pc:spChg>
        <pc:spChg chg="add del mod">
          <ac:chgData name="Minh Huynh" userId="01a137d4-0d81-46e0-aca6-c9185b391828" providerId="ADAL" clId="{18447838-0BCA-432B-86F3-BB78526C143F}" dt="2026-10-12T21:46:53.006" v="2073"/>
          <ac:spMkLst>
            <pc:docMk/>
            <pc:sldMk cId="1170087405" sldId="898"/>
            <ac:spMk id="12" creationId="{503CBB23-1296-460A-8FF3-23825DEC5C0A}"/>
          </ac:spMkLst>
        </pc:spChg>
        <pc:spChg chg="add del mod">
          <ac:chgData name="Minh Huynh" userId="01a137d4-0d81-46e0-aca6-c9185b391828" providerId="ADAL" clId="{18447838-0BCA-432B-86F3-BB78526C143F}" dt="2026-10-12T21:46:53.006" v="2073"/>
          <ac:spMkLst>
            <pc:docMk/>
            <pc:sldMk cId="1170087405" sldId="898"/>
            <ac:spMk id="13" creationId="{307888F6-1368-4D9D-B9C0-A82CB7BCCC55}"/>
          </ac:spMkLst>
        </pc:spChg>
        <pc:spChg chg="add del mod">
          <ac:chgData name="Minh Huynh" userId="01a137d4-0d81-46e0-aca6-c9185b391828" providerId="ADAL" clId="{18447838-0BCA-432B-86F3-BB78526C143F}" dt="2026-10-12T21:46:53.006" v="2073"/>
          <ac:spMkLst>
            <pc:docMk/>
            <pc:sldMk cId="1170087405" sldId="898"/>
            <ac:spMk id="14" creationId="{2331BE3D-D3BA-4E67-8E40-91C1AE7F2C33}"/>
          </ac:spMkLst>
        </pc:spChg>
        <pc:spChg chg="add del mod">
          <ac:chgData name="Minh Huynh" userId="01a137d4-0d81-46e0-aca6-c9185b391828" providerId="ADAL" clId="{18447838-0BCA-432B-86F3-BB78526C143F}" dt="2026-10-12T21:46:53.006" v="2073"/>
          <ac:spMkLst>
            <pc:docMk/>
            <pc:sldMk cId="1170087405" sldId="898"/>
            <ac:spMk id="15" creationId="{60DE0CFB-3849-4B49-A724-92B58F7FC2C9}"/>
          </ac:spMkLst>
        </pc:spChg>
        <pc:spChg chg="add del mod">
          <ac:chgData name="Minh Huynh" userId="01a137d4-0d81-46e0-aca6-c9185b391828" providerId="ADAL" clId="{18447838-0BCA-432B-86F3-BB78526C143F}" dt="2026-10-12T21:46:53.006" v="2073"/>
          <ac:spMkLst>
            <pc:docMk/>
            <pc:sldMk cId="1170087405" sldId="898"/>
            <ac:spMk id="16" creationId="{AFB039A4-382F-4560-996F-3395E468A22E}"/>
          </ac:spMkLst>
        </pc:spChg>
        <pc:spChg chg="add del mod">
          <ac:chgData name="Minh Huynh" userId="01a137d4-0d81-46e0-aca6-c9185b391828" providerId="ADAL" clId="{18447838-0BCA-432B-86F3-BB78526C143F}" dt="2026-10-12T21:46:53.006" v="2073"/>
          <ac:spMkLst>
            <pc:docMk/>
            <pc:sldMk cId="1170087405" sldId="898"/>
            <ac:spMk id="17" creationId="{5FCDD249-EC8D-4C85-97AD-6DDF8947BD5F}"/>
          </ac:spMkLst>
        </pc:spChg>
        <pc:spChg chg="add del mod">
          <ac:chgData name="Minh Huynh" userId="01a137d4-0d81-46e0-aca6-c9185b391828" providerId="ADAL" clId="{18447838-0BCA-432B-86F3-BB78526C143F}" dt="2026-10-12T21:46:53.006" v="2073"/>
          <ac:spMkLst>
            <pc:docMk/>
            <pc:sldMk cId="1170087405" sldId="898"/>
            <ac:spMk id="18" creationId="{510C26DC-6B2E-428B-A8A2-15224C501513}"/>
          </ac:spMkLst>
        </pc:spChg>
        <pc:spChg chg="add del mod">
          <ac:chgData name="Minh Huynh" userId="01a137d4-0d81-46e0-aca6-c9185b391828" providerId="ADAL" clId="{18447838-0BCA-432B-86F3-BB78526C143F}" dt="2026-10-12T21:46:53.006" v="2073"/>
          <ac:spMkLst>
            <pc:docMk/>
            <pc:sldMk cId="1170087405" sldId="898"/>
            <ac:spMk id="19" creationId="{3997F5C4-3498-486F-9DA8-10F40456AE85}"/>
          </ac:spMkLst>
        </pc:spChg>
        <pc:spChg chg="add del mod">
          <ac:chgData name="Minh Huynh" userId="01a137d4-0d81-46e0-aca6-c9185b391828" providerId="ADAL" clId="{18447838-0BCA-432B-86F3-BB78526C143F}" dt="2026-10-12T21:46:53.006" v="2073"/>
          <ac:spMkLst>
            <pc:docMk/>
            <pc:sldMk cId="1170087405" sldId="898"/>
            <ac:spMk id="20" creationId="{08B5C00C-E365-4D5F-868F-CE056283EDE9}"/>
          </ac:spMkLst>
        </pc:spChg>
        <pc:spChg chg="add del mod">
          <ac:chgData name="Minh Huynh" userId="01a137d4-0d81-46e0-aca6-c9185b391828" providerId="ADAL" clId="{18447838-0BCA-432B-86F3-BB78526C143F}" dt="2026-10-12T21:46:53.006" v="2073"/>
          <ac:spMkLst>
            <pc:docMk/>
            <pc:sldMk cId="1170087405" sldId="898"/>
            <ac:spMk id="21" creationId="{C5227287-B2BE-4128-A70B-B6E7E6D07BB5}"/>
          </ac:spMkLst>
        </pc:spChg>
        <pc:spChg chg="add del mod">
          <ac:chgData name="Minh Huynh" userId="01a137d4-0d81-46e0-aca6-c9185b391828" providerId="ADAL" clId="{18447838-0BCA-432B-86F3-BB78526C143F}" dt="2026-10-12T21:46:53.006" v="2073"/>
          <ac:spMkLst>
            <pc:docMk/>
            <pc:sldMk cId="1170087405" sldId="898"/>
            <ac:spMk id="22" creationId="{7D2EF6D4-018C-4E35-BD80-57E54CD6C85C}"/>
          </ac:spMkLst>
        </pc:spChg>
        <pc:spChg chg="add del mod">
          <ac:chgData name="Minh Huynh" userId="01a137d4-0d81-46e0-aca6-c9185b391828" providerId="ADAL" clId="{18447838-0BCA-432B-86F3-BB78526C143F}" dt="2026-10-12T21:46:53.006" v="2073"/>
          <ac:spMkLst>
            <pc:docMk/>
            <pc:sldMk cId="1170087405" sldId="898"/>
            <ac:spMk id="23" creationId="{9DADEE84-3FEA-4DD9-80E6-90F166043191}"/>
          </ac:spMkLst>
        </pc:spChg>
        <pc:spChg chg="add del mod">
          <ac:chgData name="Minh Huynh" userId="01a137d4-0d81-46e0-aca6-c9185b391828" providerId="ADAL" clId="{18447838-0BCA-432B-86F3-BB78526C143F}" dt="2026-10-12T21:46:53.006" v="2073"/>
          <ac:spMkLst>
            <pc:docMk/>
            <pc:sldMk cId="1170087405" sldId="898"/>
            <ac:spMk id="24" creationId="{DCF0644B-CB6C-40CB-8322-87423742EF9D}"/>
          </ac:spMkLst>
        </pc:spChg>
        <pc:spChg chg="add del mod">
          <ac:chgData name="Minh Huynh" userId="01a137d4-0d81-46e0-aca6-c9185b391828" providerId="ADAL" clId="{18447838-0BCA-432B-86F3-BB78526C143F}" dt="2026-10-12T21:46:53.006" v="2073"/>
          <ac:spMkLst>
            <pc:docMk/>
            <pc:sldMk cId="1170087405" sldId="898"/>
            <ac:spMk id="25" creationId="{2A04D61F-6097-45EE-B269-18EED1C528C8}"/>
          </ac:spMkLst>
        </pc:spChg>
        <pc:spChg chg="add del mod">
          <ac:chgData name="Minh Huynh" userId="01a137d4-0d81-46e0-aca6-c9185b391828" providerId="ADAL" clId="{18447838-0BCA-432B-86F3-BB78526C143F}" dt="2026-10-12T21:46:53.006" v="2073"/>
          <ac:spMkLst>
            <pc:docMk/>
            <pc:sldMk cId="1170087405" sldId="898"/>
            <ac:spMk id="26" creationId="{72A33212-2476-4D24-965E-3B90552F8F4B}"/>
          </ac:spMkLst>
        </pc:spChg>
        <pc:spChg chg="add del mod">
          <ac:chgData name="Minh Huynh" userId="01a137d4-0d81-46e0-aca6-c9185b391828" providerId="ADAL" clId="{18447838-0BCA-432B-86F3-BB78526C143F}" dt="2026-10-12T21:46:53.006" v="2073"/>
          <ac:spMkLst>
            <pc:docMk/>
            <pc:sldMk cId="1170087405" sldId="898"/>
            <ac:spMk id="27" creationId="{4E957318-510C-45AB-BBCA-C63126E1F6FB}"/>
          </ac:spMkLst>
        </pc:spChg>
        <pc:spChg chg="add del mod">
          <ac:chgData name="Minh Huynh" userId="01a137d4-0d81-46e0-aca6-c9185b391828" providerId="ADAL" clId="{18447838-0BCA-432B-86F3-BB78526C143F}" dt="2026-10-12T21:46:53.006" v="2073"/>
          <ac:spMkLst>
            <pc:docMk/>
            <pc:sldMk cId="1170087405" sldId="898"/>
            <ac:spMk id="28" creationId="{B02E081C-797A-4C69-B241-6B9A0CE2EE14}"/>
          </ac:spMkLst>
        </pc:spChg>
        <pc:spChg chg="add del mod">
          <ac:chgData name="Minh Huynh" userId="01a137d4-0d81-46e0-aca6-c9185b391828" providerId="ADAL" clId="{18447838-0BCA-432B-86F3-BB78526C143F}" dt="2026-10-12T21:46:53.006" v="2073"/>
          <ac:spMkLst>
            <pc:docMk/>
            <pc:sldMk cId="1170087405" sldId="898"/>
            <ac:spMk id="29" creationId="{3CEB79F5-1762-439F-92BA-FD9F48DDF48E}"/>
          </ac:spMkLst>
        </pc:spChg>
        <pc:spChg chg="add del mod">
          <ac:chgData name="Minh Huynh" userId="01a137d4-0d81-46e0-aca6-c9185b391828" providerId="ADAL" clId="{18447838-0BCA-432B-86F3-BB78526C143F}" dt="2026-10-12T21:46:53.006" v="2073"/>
          <ac:spMkLst>
            <pc:docMk/>
            <pc:sldMk cId="1170087405" sldId="898"/>
            <ac:spMk id="30" creationId="{5B374039-EAC4-4E05-97E2-5BA2214488B2}"/>
          </ac:spMkLst>
        </pc:spChg>
        <pc:spChg chg="add del mod">
          <ac:chgData name="Minh Huynh" userId="01a137d4-0d81-46e0-aca6-c9185b391828" providerId="ADAL" clId="{18447838-0BCA-432B-86F3-BB78526C143F}" dt="2026-10-12T21:46:53.006" v="2073"/>
          <ac:spMkLst>
            <pc:docMk/>
            <pc:sldMk cId="1170087405" sldId="898"/>
            <ac:spMk id="31" creationId="{6CAA9032-BFE9-4F43-9A19-86BA4F9E5E74}"/>
          </ac:spMkLst>
        </pc:spChg>
        <pc:spChg chg="add del mod">
          <ac:chgData name="Minh Huynh" userId="01a137d4-0d81-46e0-aca6-c9185b391828" providerId="ADAL" clId="{18447838-0BCA-432B-86F3-BB78526C143F}" dt="2026-10-12T21:46:53.006" v="2073"/>
          <ac:spMkLst>
            <pc:docMk/>
            <pc:sldMk cId="1170087405" sldId="898"/>
            <ac:spMk id="32" creationId="{BA4231B5-7121-4049-B272-064CE7E6C964}"/>
          </ac:spMkLst>
        </pc:spChg>
        <pc:spChg chg="add del mod">
          <ac:chgData name="Minh Huynh" userId="01a137d4-0d81-46e0-aca6-c9185b391828" providerId="ADAL" clId="{18447838-0BCA-432B-86F3-BB78526C143F}" dt="2026-10-12T21:46:53.006" v="2073"/>
          <ac:spMkLst>
            <pc:docMk/>
            <pc:sldMk cId="1170087405" sldId="898"/>
            <ac:spMk id="33" creationId="{5A4E521E-114F-4F26-B0D7-76864226234D}"/>
          </ac:spMkLst>
        </pc:spChg>
        <pc:spChg chg="add del mod">
          <ac:chgData name="Minh Huynh" userId="01a137d4-0d81-46e0-aca6-c9185b391828" providerId="ADAL" clId="{18447838-0BCA-432B-86F3-BB78526C143F}" dt="2026-10-12T21:46:53.006" v="2073"/>
          <ac:spMkLst>
            <pc:docMk/>
            <pc:sldMk cId="1170087405" sldId="898"/>
            <ac:spMk id="34" creationId="{B6996A9A-38B6-4C61-90DA-FE1D4060E067}"/>
          </ac:spMkLst>
        </pc:spChg>
        <pc:spChg chg="add del mod">
          <ac:chgData name="Minh Huynh" userId="01a137d4-0d81-46e0-aca6-c9185b391828" providerId="ADAL" clId="{18447838-0BCA-432B-86F3-BB78526C143F}" dt="2026-10-12T21:46:53.006" v="2073"/>
          <ac:spMkLst>
            <pc:docMk/>
            <pc:sldMk cId="1170087405" sldId="898"/>
            <ac:spMk id="35" creationId="{F2597A63-3448-4EDF-B74A-C463373A583B}"/>
          </ac:spMkLst>
        </pc:spChg>
        <pc:spChg chg="add del mod">
          <ac:chgData name="Minh Huynh" userId="01a137d4-0d81-46e0-aca6-c9185b391828" providerId="ADAL" clId="{18447838-0BCA-432B-86F3-BB78526C143F}" dt="2026-10-12T21:46:53.006" v="2073"/>
          <ac:spMkLst>
            <pc:docMk/>
            <pc:sldMk cId="1170087405" sldId="898"/>
            <ac:spMk id="36" creationId="{6AECA036-EA51-4D1F-9832-F5E8B88FD284}"/>
          </ac:spMkLst>
        </pc:spChg>
        <pc:spChg chg="add del mod">
          <ac:chgData name="Minh Huynh" userId="01a137d4-0d81-46e0-aca6-c9185b391828" providerId="ADAL" clId="{18447838-0BCA-432B-86F3-BB78526C143F}" dt="2026-10-12T21:46:53.006" v="2073"/>
          <ac:spMkLst>
            <pc:docMk/>
            <pc:sldMk cId="1170087405" sldId="898"/>
            <ac:spMk id="37" creationId="{37EACBE4-996A-474D-A16A-F2628633A736}"/>
          </ac:spMkLst>
        </pc:spChg>
        <pc:spChg chg="add del mod">
          <ac:chgData name="Minh Huynh" userId="01a137d4-0d81-46e0-aca6-c9185b391828" providerId="ADAL" clId="{18447838-0BCA-432B-86F3-BB78526C143F}" dt="2026-10-12T21:46:53.006" v="2073"/>
          <ac:spMkLst>
            <pc:docMk/>
            <pc:sldMk cId="1170087405" sldId="898"/>
            <ac:spMk id="38" creationId="{E6ED06D2-BE34-4462-AF95-149948B794E0}"/>
          </ac:spMkLst>
        </pc:spChg>
        <pc:spChg chg="add del mod">
          <ac:chgData name="Minh Huynh" userId="01a137d4-0d81-46e0-aca6-c9185b391828" providerId="ADAL" clId="{18447838-0BCA-432B-86F3-BB78526C143F}" dt="2026-10-12T21:46:53.006" v="2073"/>
          <ac:spMkLst>
            <pc:docMk/>
            <pc:sldMk cId="1170087405" sldId="898"/>
            <ac:spMk id="39" creationId="{8E583CBB-93D9-41EB-AD56-238E0B6D774F}"/>
          </ac:spMkLst>
        </pc:spChg>
        <pc:spChg chg="add del mod">
          <ac:chgData name="Minh Huynh" userId="01a137d4-0d81-46e0-aca6-c9185b391828" providerId="ADAL" clId="{18447838-0BCA-432B-86F3-BB78526C143F}" dt="2026-10-12T21:46:53.006" v="2073"/>
          <ac:spMkLst>
            <pc:docMk/>
            <pc:sldMk cId="1170087405" sldId="898"/>
            <ac:spMk id="40" creationId="{07EB1059-8286-47DA-9281-C748E3EBF882}"/>
          </ac:spMkLst>
        </pc:spChg>
        <pc:spChg chg="add del mod">
          <ac:chgData name="Minh Huynh" userId="01a137d4-0d81-46e0-aca6-c9185b391828" providerId="ADAL" clId="{18447838-0BCA-432B-86F3-BB78526C143F}" dt="2026-10-12T21:46:53.006" v="2073"/>
          <ac:spMkLst>
            <pc:docMk/>
            <pc:sldMk cId="1170087405" sldId="898"/>
            <ac:spMk id="41" creationId="{8C5F382E-C774-4270-93F0-003DF6125A57}"/>
          </ac:spMkLst>
        </pc:spChg>
        <pc:spChg chg="add del mod">
          <ac:chgData name="Minh Huynh" userId="01a137d4-0d81-46e0-aca6-c9185b391828" providerId="ADAL" clId="{18447838-0BCA-432B-86F3-BB78526C143F}" dt="2026-10-12T21:46:53.006" v="2073"/>
          <ac:spMkLst>
            <pc:docMk/>
            <pc:sldMk cId="1170087405" sldId="898"/>
            <ac:spMk id="42" creationId="{9AA7B187-9898-486C-8278-D19BD859D98A}"/>
          </ac:spMkLst>
        </pc:spChg>
        <pc:spChg chg="add mod">
          <ac:chgData name="Minh Huynh" userId="01a137d4-0d81-46e0-aca6-c9185b391828" providerId="ADAL" clId="{18447838-0BCA-432B-86F3-BB78526C143F}" dt="2026-10-12T21:48:11.068" v="2091" actId="1076"/>
          <ac:spMkLst>
            <pc:docMk/>
            <pc:sldMk cId="1170087405" sldId="898"/>
            <ac:spMk id="43" creationId="{69A8A8E9-2BCA-4A04-B64C-CEA3E2D76B9F}"/>
          </ac:spMkLst>
        </pc:spChg>
        <pc:spChg chg="add mod">
          <ac:chgData name="Minh Huynh" userId="01a137d4-0d81-46e0-aca6-c9185b391828" providerId="ADAL" clId="{18447838-0BCA-432B-86F3-BB78526C143F}" dt="2026-10-12T21:48:11.068" v="2091" actId="1076"/>
          <ac:spMkLst>
            <pc:docMk/>
            <pc:sldMk cId="1170087405" sldId="898"/>
            <ac:spMk id="44" creationId="{223E4926-F6D6-4394-BBF5-F8AC914C37EA}"/>
          </ac:spMkLst>
        </pc:spChg>
        <pc:spChg chg="add mod">
          <ac:chgData name="Minh Huynh" userId="01a137d4-0d81-46e0-aca6-c9185b391828" providerId="ADAL" clId="{18447838-0BCA-432B-86F3-BB78526C143F}" dt="2026-10-12T21:48:11.068" v="2091" actId="1076"/>
          <ac:spMkLst>
            <pc:docMk/>
            <pc:sldMk cId="1170087405" sldId="898"/>
            <ac:spMk id="45" creationId="{DD1EF746-F3EF-483A-832C-791A27BD1729}"/>
          </ac:spMkLst>
        </pc:spChg>
        <pc:spChg chg="add mod">
          <ac:chgData name="Minh Huynh" userId="01a137d4-0d81-46e0-aca6-c9185b391828" providerId="ADAL" clId="{18447838-0BCA-432B-86F3-BB78526C143F}" dt="2026-10-12T21:48:11.068" v="2091" actId="1076"/>
          <ac:spMkLst>
            <pc:docMk/>
            <pc:sldMk cId="1170087405" sldId="898"/>
            <ac:spMk id="46" creationId="{51DE99A3-1C86-4463-820A-D7F1EB7336B5}"/>
          </ac:spMkLst>
        </pc:spChg>
        <pc:spChg chg="add mod">
          <ac:chgData name="Minh Huynh" userId="01a137d4-0d81-46e0-aca6-c9185b391828" providerId="ADAL" clId="{18447838-0BCA-432B-86F3-BB78526C143F}" dt="2026-10-12T21:48:11.068" v="2091" actId="1076"/>
          <ac:spMkLst>
            <pc:docMk/>
            <pc:sldMk cId="1170087405" sldId="898"/>
            <ac:spMk id="47" creationId="{9714C4A4-0B41-4044-B6D8-6C739A77E2A9}"/>
          </ac:spMkLst>
        </pc:spChg>
        <pc:spChg chg="add mod">
          <ac:chgData name="Minh Huynh" userId="01a137d4-0d81-46e0-aca6-c9185b391828" providerId="ADAL" clId="{18447838-0BCA-432B-86F3-BB78526C143F}" dt="2026-10-12T21:48:11.068" v="2091" actId="1076"/>
          <ac:spMkLst>
            <pc:docMk/>
            <pc:sldMk cId="1170087405" sldId="898"/>
            <ac:spMk id="48" creationId="{C2FDB5D0-BD63-4B53-9542-9A964682B26C}"/>
          </ac:spMkLst>
        </pc:spChg>
        <pc:spChg chg="add mod">
          <ac:chgData name="Minh Huynh" userId="01a137d4-0d81-46e0-aca6-c9185b391828" providerId="ADAL" clId="{18447838-0BCA-432B-86F3-BB78526C143F}" dt="2026-10-12T21:48:11.068" v="2091" actId="1076"/>
          <ac:spMkLst>
            <pc:docMk/>
            <pc:sldMk cId="1170087405" sldId="898"/>
            <ac:spMk id="49" creationId="{4FF0C270-981A-4974-A444-97EA98243EB0}"/>
          </ac:spMkLst>
        </pc:spChg>
        <pc:spChg chg="add mod">
          <ac:chgData name="Minh Huynh" userId="01a137d4-0d81-46e0-aca6-c9185b391828" providerId="ADAL" clId="{18447838-0BCA-432B-86F3-BB78526C143F}" dt="2026-10-12T21:48:11.068" v="2091" actId="1076"/>
          <ac:spMkLst>
            <pc:docMk/>
            <pc:sldMk cId="1170087405" sldId="898"/>
            <ac:spMk id="50" creationId="{72FCF5EA-57FE-45B1-B1AD-31ADD4B2E56E}"/>
          </ac:spMkLst>
        </pc:spChg>
        <pc:spChg chg="add mod">
          <ac:chgData name="Minh Huynh" userId="01a137d4-0d81-46e0-aca6-c9185b391828" providerId="ADAL" clId="{18447838-0BCA-432B-86F3-BB78526C143F}" dt="2026-10-12T21:48:11.068" v="2091" actId="1076"/>
          <ac:spMkLst>
            <pc:docMk/>
            <pc:sldMk cId="1170087405" sldId="898"/>
            <ac:spMk id="51" creationId="{273F54FC-1D27-4322-95D9-112F3E8B3C5C}"/>
          </ac:spMkLst>
        </pc:spChg>
        <pc:spChg chg="add mod">
          <ac:chgData name="Minh Huynh" userId="01a137d4-0d81-46e0-aca6-c9185b391828" providerId="ADAL" clId="{18447838-0BCA-432B-86F3-BB78526C143F}" dt="2026-10-12T21:48:11.068" v="2091" actId="1076"/>
          <ac:spMkLst>
            <pc:docMk/>
            <pc:sldMk cId="1170087405" sldId="898"/>
            <ac:spMk id="52" creationId="{72F6B31D-4AB6-47EF-81F6-FE28D0BC60D0}"/>
          </ac:spMkLst>
        </pc:spChg>
        <pc:spChg chg="add mod">
          <ac:chgData name="Minh Huynh" userId="01a137d4-0d81-46e0-aca6-c9185b391828" providerId="ADAL" clId="{18447838-0BCA-432B-86F3-BB78526C143F}" dt="2026-10-12T21:48:11.068" v="2091" actId="1076"/>
          <ac:spMkLst>
            <pc:docMk/>
            <pc:sldMk cId="1170087405" sldId="898"/>
            <ac:spMk id="53" creationId="{69B971AB-B962-405C-BD3F-8E51BA1BD0F8}"/>
          </ac:spMkLst>
        </pc:spChg>
        <pc:spChg chg="add mod">
          <ac:chgData name="Minh Huynh" userId="01a137d4-0d81-46e0-aca6-c9185b391828" providerId="ADAL" clId="{18447838-0BCA-432B-86F3-BB78526C143F}" dt="2026-10-12T21:48:11.068" v="2091" actId="1076"/>
          <ac:spMkLst>
            <pc:docMk/>
            <pc:sldMk cId="1170087405" sldId="898"/>
            <ac:spMk id="54" creationId="{35D82957-981A-4305-9039-4258010C94D6}"/>
          </ac:spMkLst>
        </pc:spChg>
        <pc:spChg chg="add mod">
          <ac:chgData name="Minh Huynh" userId="01a137d4-0d81-46e0-aca6-c9185b391828" providerId="ADAL" clId="{18447838-0BCA-432B-86F3-BB78526C143F}" dt="2026-10-12T21:48:11.068" v="2091" actId="1076"/>
          <ac:spMkLst>
            <pc:docMk/>
            <pc:sldMk cId="1170087405" sldId="898"/>
            <ac:spMk id="55" creationId="{299B7BDC-9094-421D-A164-7890B3EFF742}"/>
          </ac:spMkLst>
        </pc:spChg>
        <pc:spChg chg="add mod">
          <ac:chgData name="Minh Huynh" userId="01a137d4-0d81-46e0-aca6-c9185b391828" providerId="ADAL" clId="{18447838-0BCA-432B-86F3-BB78526C143F}" dt="2026-10-12T21:48:11.068" v="2091" actId="1076"/>
          <ac:spMkLst>
            <pc:docMk/>
            <pc:sldMk cId="1170087405" sldId="898"/>
            <ac:spMk id="56" creationId="{892F4DEE-9B55-4C7D-B71F-366562709D6B}"/>
          </ac:spMkLst>
        </pc:spChg>
        <pc:spChg chg="add mod">
          <ac:chgData name="Minh Huynh" userId="01a137d4-0d81-46e0-aca6-c9185b391828" providerId="ADAL" clId="{18447838-0BCA-432B-86F3-BB78526C143F}" dt="2026-10-12T21:48:11.068" v="2091" actId="1076"/>
          <ac:spMkLst>
            <pc:docMk/>
            <pc:sldMk cId="1170087405" sldId="898"/>
            <ac:spMk id="57" creationId="{DEC672AE-64FF-4642-B1FC-E2C95F53B6D5}"/>
          </ac:spMkLst>
        </pc:spChg>
        <pc:spChg chg="add mod">
          <ac:chgData name="Minh Huynh" userId="01a137d4-0d81-46e0-aca6-c9185b391828" providerId="ADAL" clId="{18447838-0BCA-432B-86F3-BB78526C143F}" dt="2026-10-12T21:48:11.068" v="2091" actId="1076"/>
          <ac:spMkLst>
            <pc:docMk/>
            <pc:sldMk cId="1170087405" sldId="898"/>
            <ac:spMk id="58" creationId="{4EFF00FD-0982-4A9F-AB93-865554600B3D}"/>
          </ac:spMkLst>
        </pc:spChg>
        <pc:spChg chg="add mod">
          <ac:chgData name="Minh Huynh" userId="01a137d4-0d81-46e0-aca6-c9185b391828" providerId="ADAL" clId="{18447838-0BCA-432B-86F3-BB78526C143F}" dt="2026-10-12T21:48:11.068" v="2091" actId="1076"/>
          <ac:spMkLst>
            <pc:docMk/>
            <pc:sldMk cId="1170087405" sldId="898"/>
            <ac:spMk id="59" creationId="{E680563A-8D5B-4A81-A4F0-780F2074A871}"/>
          </ac:spMkLst>
        </pc:spChg>
        <pc:spChg chg="add mod">
          <ac:chgData name="Minh Huynh" userId="01a137d4-0d81-46e0-aca6-c9185b391828" providerId="ADAL" clId="{18447838-0BCA-432B-86F3-BB78526C143F}" dt="2026-10-12T21:48:11.068" v="2091" actId="1076"/>
          <ac:spMkLst>
            <pc:docMk/>
            <pc:sldMk cId="1170087405" sldId="898"/>
            <ac:spMk id="60" creationId="{55234845-2072-478F-BC9B-8256B43949B1}"/>
          </ac:spMkLst>
        </pc:spChg>
        <pc:spChg chg="add mod">
          <ac:chgData name="Minh Huynh" userId="01a137d4-0d81-46e0-aca6-c9185b391828" providerId="ADAL" clId="{18447838-0BCA-432B-86F3-BB78526C143F}" dt="2026-10-12T21:48:11.068" v="2091" actId="1076"/>
          <ac:spMkLst>
            <pc:docMk/>
            <pc:sldMk cId="1170087405" sldId="898"/>
            <ac:spMk id="61" creationId="{E51522CB-1684-497D-84DC-562E92C90835}"/>
          </ac:spMkLst>
        </pc:spChg>
        <pc:spChg chg="add mod">
          <ac:chgData name="Minh Huynh" userId="01a137d4-0d81-46e0-aca6-c9185b391828" providerId="ADAL" clId="{18447838-0BCA-432B-86F3-BB78526C143F}" dt="2026-10-12T21:48:11.068" v="2091" actId="1076"/>
          <ac:spMkLst>
            <pc:docMk/>
            <pc:sldMk cId="1170087405" sldId="898"/>
            <ac:spMk id="62" creationId="{EE7AC28F-A440-4B68-8197-96B3EDF1072C}"/>
          </ac:spMkLst>
        </pc:spChg>
        <pc:spChg chg="add mod">
          <ac:chgData name="Minh Huynh" userId="01a137d4-0d81-46e0-aca6-c9185b391828" providerId="ADAL" clId="{18447838-0BCA-432B-86F3-BB78526C143F}" dt="2026-10-12T21:48:11.068" v="2091" actId="1076"/>
          <ac:spMkLst>
            <pc:docMk/>
            <pc:sldMk cId="1170087405" sldId="898"/>
            <ac:spMk id="63" creationId="{65DE6682-C0B1-4C3C-8EBE-0575D02094DB}"/>
          </ac:spMkLst>
        </pc:spChg>
        <pc:spChg chg="add mod">
          <ac:chgData name="Minh Huynh" userId="01a137d4-0d81-46e0-aca6-c9185b391828" providerId="ADAL" clId="{18447838-0BCA-432B-86F3-BB78526C143F}" dt="2026-10-12T21:48:11.068" v="2091" actId="1076"/>
          <ac:spMkLst>
            <pc:docMk/>
            <pc:sldMk cId="1170087405" sldId="898"/>
            <ac:spMk id="64" creationId="{9ADF1E88-C075-43C4-96EF-7A690D892063}"/>
          </ac:spMkLst>
        </pc:spChg>
        <pc:spChg chg="add mod">
          <ac:chgData name="Minh Huynh" userId="01a137d4-0d81-46e0-aca6-c9185b391828" providerId="ADAL" clId="{18447838-0BCA-432B-86F3-BB78526C143F}" dt="2026-10-12T21:48:11.068" v="2091" actId="1076"/>
          <ac:spMkLst>
            <pc:docMk/>
            <pc:sldMk cId="1170087405" sldId="898"/>
            <ac:spMk id="65" creationId="{BFC997B9-45EC-4D2D-932B-FAAA278897E8}"/>
          </ac:spMkLst>
        </pc:spChg>
        <pc:spChg chg="add mod">
          <ac:chgData name="Minh Huynh" userId="01a137d4-0d81-46e0-aca6-c9185b391828" providerId="ADAL" clId="{18447838-0BCA-432B-86F3-BB78526C143F}" dt="2026-10-12T21:48:11.068" v="2091" actId="1076"/>
          <ac:spMkLst>
            <pc:docMk/>
            <pc:sldMk cId="1170087405" sldId="898"/>
            <ac:spMk id="66" creationId="{2D555CD5-9E67-43C4-AD88-4D62E69C0220}"/>
          </ac:spMkLst>
        </pc:spChg>
        <pc:spChg chg="add mod">
          <ac:chgData name="Minh Huynh" userId="01a137d4-0d81-46e0-aca6-c9185b391828" providerId="ADAL" clId="{18447838-0BCA-432B-86F3-BB78526C143F}" dt="2026-10-12T21:48:11.068" v="2091" actId="1076"/>
          <ac:spMkLst>
            <pc:docMk/>
            <pc:sldMk cId="1170087405" sldId="898"/>
            <ac:spMk id="67" creationId="{8267ADF9-1A1B-4E29-AA2B-DA6A710341EA}"/>
          </ac:spMkLst>
        </pc:spChg>
        <pc:spChg chg="add mod">
          <ac:chgData name="Minh Huynh" userId="01a137d4-0d81-46e0-aca6-c9185b391828" providerId="ADAL" clId="{18447838-0BCA-432B-86F3-BB78526C143F}" dt="2026-10-12T21:48:11.068" v="2091" actId="1076"/>
          <ac:spMkLst>
            <pc:docMk/>
            <pc:sldMk cId="1170087405" sldId="898"/>
            <ac:spMk id="68" creationId="{E5B6B727-EF57-486E-87DD-6EA07350BC89}"/>
          </ac:spMkLst>
        </pc:spChg>
        <pc:spChg chg="add mod">
          <ac:chgData name="Minh Huynh" userId="01a137d4-0d81-46e0-aca6-c9185b391828" providerId="ADAL" clId="{18447838-0BCA-432B-86F3-BB78526C143F}" dt="2026-10-12T21:48:11.068" v="2091" actId="1076"/>
          <ac:spMkLst>
            <pc:docMk/>
            <pc:sldMk cId="1170087405" sldId="898"/>
            <ac:spMk id="69" creationId="{AB57A66E-11C8-45E8-BF11-7F4E727FEB6B}"/>
          </ac:spMkLst>
        </pc:spChg>
        <pc:spChg chg="add mod">
          <ac:chgData name="Minh Huynh" userId="01a137d4-0d81-46e0-aca6-c9185b391828" providerId="ADAL" clId="{18447838-0BCA-432B-86F3-BB78526C143F}" dt="2026-10-12T21:48:11.068" v="2091" actId="1076"/>
          <ac:spMkLst>
            <pc:docMk/>
            <pc:sldMk cId="1170087405" sldId="898"/>
            <ac:spMk id="70" creationId="{B4D0EA10-2A2B-4B8F-9D23-039777E70773}"/>
          </ac:spMkLst>
        </pc:spChg>
        <pc:spChg chg="add mod">
          <ac:chgData name="Minh Huynh" userId="01a137d4-0d81-46e0-aca6-c9185b391828" providerId="ADAL" clId="{18447838-0BCA-432B-86F3-BB78526C143F}" dt="2026-10-12T21:48:11.068" v="2091" actId="1076"/>
          <ac:spMkLst>
            <pc:docMk/>
            <pc:sldMk cId="1170087405" sldId="898"/>
            <ac:spMk id="71" creationId="{989EA338-B217-4E11-8E95-356C071F52BF}"/>
          </ac:spMkLst>
        </pc:spChg>
        <pc:spChg chg="add mod">
          <ac:chgData name="Minh Huynh" userId="01a137d4-0d81-46e0-aca6-c9185b391828" providerId="ADAL" clId="{18447838-0BCA-432B-86F3-BB78526C143F}" dt="2026-10-12T21:48:11.068" v="2091" actId="1076"/>
          <ac:spMkLst>
            <pc:docMk/>
            <pc:sldMk cId="1170087405" sldId="898"/>
            <ac:spMk id="72" creationId="{DF94561F-8BEE-4A69-BBC5-AF010937F9FA}"/>
          </ac:spMkLst>
        </pc:spChg>
        <pc:spChg chg="add mod">
          <ac:chgData name="Minh Huynh" userId="01a137d4-0d81-46e0-aca6-c9185b391828" providerId="ADAL" clId="{18447838-0BCA-432B-86F3-BB78526C143F}" dt="2026-10-12T21:48:11.068" v="2091" actId="1076"/>
          <ac:spMkLst>
            <pc:docMk/>
            <pc:sldMk cId="1170087405" sldId="898"/>
            <ac:spMk id="73" creationId="{5D4CDBED-FA7F-481F-8569-D6C3132E62EA}"/>
          </ac:spMkLst>
        </pc:spChg>
        <pc:spChg chg="add mod">
          <ac:chgData name="Minh Huynh" userId="01a137d4-0d81-46e0-aca6-c9185b391828" providerId="ADAL" clId="{18447838-0BCA-432B-86F3-BB78526C143F}" dt="2026-10-12T21:48:11.068" v="2091" actId="1076"/>
          <ac:spMkLst>
            <pc:docMk/>
            <pc:sldMk cId="1170087405" sldId="898"/>
            <ac:spMk id="74" creationId="{97C54D7E-C124-4470-A0B9-B3E89B17DF5A}"/>
          </ac:spMkLst>
        </pc:spChg>
        <pc:spChg chg="add mod">
          <ac:chgData name="Minh Huynh" userId="01a137d4-0d81-46e0-aca6-c9185b391828" providerId="ADAL" clId="{18447838-0BCA-432B-86F3-BB78526C143F}" dt="2026-10-12T21:51:44.898" v="2160" actId="15"/>
          <ac:spMkLst>
            <pc:docMk/>
            <pc:sldMk cId="1170087405" sldId="898"/>
            <ac:spMk id="75" creationId="{49DF9D2F-8E65-4D63-82C3-27F8FA7882BF}"/>
          </ac:spMkLst>
        </pc:spChg>
        <pc:picChg chg="add del">
          <ac:chgData name="Minh Huynh" userId="01a137d4-0d81-46e0-aca6-c9185b391828" providerId="ADAL" clId="{18447838-0BCA-432B-86F3-BB78526C143F}" dt="2026-10-12T21:47:32.131" v="2080" actId="22"/>
          <ac:picMkLst>
            <pc:docMk/>
            <pc:sldMk cId="1170087405" sldId="898"/>
            <ac:picMk id="3" creationId="{4C38A8ED-1A6D-4A7F-A0FE-8A70513DD6AF}"/>
          </ac:picMkLst>
        </pc:picChg>
        <pc:picChg chg="del">
          <ac:chgData name="Minh Huynh" userId="01a137d4-0d81-46e0-aca6-c9185b391828" providerId="ADAL" clId="{18447838-0BCA-432B-86F3-BB78526C143F}" dt="2026-10-12T21:46:42.421" v="2071" actId="478"/>
          <ac:picMkLst>
            <pc:docMk/>
            <pc:sldMk cId="1170087405" sldId="898"/>
            <ac:picMk id="8" creationId="{42D3A573-1FDA-4AF2-ABA1-D8A5761FA793}"/>
          </ac:picMkLst>
        </pc:picChg>
      </pc:sldChg>
      <pc:sldChg chg="del">
        <pc:chgData name="Minh Huynh" userId="01a137d4-0d81-46e0-aca6-c9185b391828" providerId="ADAL" clId="{18447838-0BCA-432B-86F3-BB78526C143F}" dt="2026-10-12T12:12:45.996" v="0" actId="47"/>
        <pc:sldMkLst>
          <pc:docMk/>
          <pc:sldMk cId="1519634311" sldId="898"/>
        </pc:sldMkLst>
      </pc:sldChg>
      <pc:sldChg chg="addSp delSp modSp add mod">
        <pc:chgData name="Minh Huynh" userId="01a137d4-0d81-46e0-aca6-c9185b391828" providerId="ADAL" clId="{18447838-0BCA-432B-86F3-BB78526C143F}" dt="2026-10-12T21:51:26.347" v="2159" actId="15"/>
        <pc:sldMkLst>
          <pc:docMk/>
          <pc:sldMk cId="224993826" sldId="899"/>
        </pc:sldMkLst>
        <pc:spChg chg="mod">
          <ac:chgData name="Minh Huynh" userId="01a137d4-0d81-46e0-aca6-c9185b391828" providerId="ADAL" clId="{18447838-0BCA-432B-86F3-BB78526C143F}" dt="2026-10-12T21:48:27.755" v="2115" actId="20577"/>
          <ac:spMkLst>
            <pc:docMk/>
            <pc:sldMk cId="224993826" sldId="899"/>
            <ac:spMk id="4" creationId="{7BC73E8E-0D58-4B4B-A5C4-A8AE38997407}"/>
          </ac:spMkLst>
        </pc:spChg>
        <pc:spChg chg="add del mod">
          <ac:chgData name="Minh Huynh" userId="01a137d4-0d81-46e0-aca6-c9185b391828" providerId="ADAL" clId="{18447838-0BCA-432B-86F3-BB78526C143F}" dt="2026-10-12T21:48:38.751" v="2118"/>
          <ac:spMkLst>
            <pc:docMk/>
            <pc:sldMk cId="224993826" sldId="899"/>
            <ac:spMk id="36" creationId="{340709BC-5E5D-4CEF-A9C4-4C74B8350A77}"/>
          </ac:spMkLst>
        </pc:spChg>
        <pc:spChg chg="add del mod">
          <ac:chgData name="Minh Huynh" userId="01a137d4-0d81-46e0-aca6-c9185b391828" providerId="ADAL" clId="{18447838-0BCA-432B-86F3-BB78526C143F}" dt="2026-10-12T21:48:38.751" v="2118"/>
          <ac:spMkLst>
            <pc:docMk/>
            <pc:sldMk cId="224993826" sldId="899"/>
            <ac:spMk id="37" creationId="{EC105A5B-8CCA-43B6-A468-25B77D04FB50}"/>
          </ac:spMkLst>
        </pc:spChg>
        <pc:spChg chg="add del mod">
          <ac:chgData name="Minh Huynh" userId="01a137d4-0d81-46e0-aca6-c9185b391828" providerId="ADAL" clId="{18447838-0BCA-432B-86F3-BB78526C143F}" dt="2026-10-12T21:48:38.751" v="2118"/>
          <ac:spMkLst>
            <pc:docMk/>
            <pc:sldMk cId="224993826" sldId="899"/>
            <ac:spMk id="38" creationId="{926E83CF-47BF-42C1-BCEC-44BC431FCCB3}"/>
          </ac:spMkLst>
        </pc:spChg>
        <pc:spChg chg="add del mod">
          <ac:chgData name="Minh Huynh" userId="01a137d4-0d81-46e0-aca6-c9185b391828" providerId="ADAL" clId="{18447838-0BCA-432B-86F3-BB78526C143F}" dt="2026-10-12T21:48:38.751" v="2118"/>
          <ac:spMkLst>
            <pc:docMk/>
            <pc:sldMk cId="224993826" sldId="899"/>
            <ac:spMk id="39" creationId="{4E615320-6738-4A8C-8BA4-72E0990ED227}"/>
          </ac:spMkLst>
        </pc:spChg>
        <pc:spChg chg="add del mod">
          <ac:chgData name="Minh Huynh" userId="01a137d4-0d81-46e0-aca6-c9185b391828" providerId="ADAL" clId="{18447838-0BCA-432B-86F3-BB78526C143F}" dt="2026-10-12T21:48:38.751" v="2118"/>
          <ac:spMkLst>
            <pc:docMk/>
            <pc:sldMk cId="224993826" sldId="899"/>
            <ac:spMk id="40" creationId="{76B536F0-64EE-4555-9A03-6055EED9EAE2}"/>
          </ac:spMkLst>
        </pc:spChg>
        <pc:spChg chg="add del mod">
          <ac:chgData name="Minh Huynh" userId="01a137d4-0d81-46e0-aca6-c9185b391828" providerId="ADAL" clId="{18447838-0BCA-432B-86F3-BB78526C143F}" dt="2026-10-12T21:48:38.751" v="2118"/>
          <ac:spMkLst>
            <pc:docMk/>
            <pc:sldMk cId="224993826" sldId="899"/>
            <ac:spMk id="41" creationId="{22C3EF60-EA7F-4318-8A53-4457EEC02E72}"/>
          </ac:spMkLst>
        </pc:spChg>
        <pc:spChg chg="add del mod">
          <ac:chgData name="Minh Huynh" userId="01a137d4-0d81-46e0-aca6-c9185b391828" providerId="ADAL" clId="{18447838-0BCA-432B-86F3-BB78526C143F}" dt="2026-10-12T21:48:38.751" v="2118"/>
          <ac:spMkLst>
            <pc:docMk/>
            <pc:sldMk cId="224993826" sldId="899"/>
            <ac:spMk id="42" creationId="{1AD9F24F-C1C5-43D0-AEEA-424E7C073971}"/>
          </ac:spMkLst>
        </pc:spChg>
        <pc:spChg chg="del">
          <ac:chgData name="Minh Huynh" userId="01a137d4-0d81-46e0-aca6-c9185b391828" providerId="ADAL" clId="{18447838-0BCA-432B-86F3-BB78526C143F}" dt="2026-10-12T21:48:37.019" v="2116" actId="478"/>
          <ac:spMkLst>
            <pc:docMk/>
            <pc:sldMk cId="224993826" sldId="899"/>
            <ac:spMk id="43" creationId="{69A8A8E9-2BCA-4A04-B64C-CEA3E2D76B9F}"/>
          </ac:spMkLst>
        </pc:spChg>
        <pc:spChg chg="del">
          <ac:chgData name="Minh Huynh" userId="01a137d4-0d81-46e0-aca6-c9185b391828" providerId="ADAL" clId="{18447838-0BCA-432B-86F3-BB78526C143F}" dt="2026-10-12T21:48:37.019" v="2116" actId="478"/>
          <ac:spMkLst>
            <pc:docMk/>
            <pc:sldMk cId="224993826" sldId="899"/>
            <ac:spMk id="44" creationId="{223E4926-F6D6-4394-BBF5-F8AC914C37EA}"/>
          </ac:spMkLst>
        </pc:spChg>
        <pc:spChg chg="del">
          <ac:chgData name="Minh Huynh" userId="01a137d4-0d81-46e0-aca6-c9185b391828" providerId="ADAL" clId="{18447838-0BCA-432B-86F3-BB78526C143F}" dt="2026-10-12T21:48:37.019" v="2116" actId="478"/>
          <ac:spMkLst>
            <pc:docMk/>
            <pc:sldMk cId="224993826" sldId="899"/>
            <ac:spMk id="45" creationId="{DD1EF746-F3EF-483A-832C-791A27BD1729}"/>
          </ac:spMkLst>
        </pc:spChg>
        <pc:spChg chg="del">
          <ac:chgData name="Minh Huynh" userId="01a137d4-0d81-46e0-aca6-c9185b391828" providerId="ADAL" clId="{18447838-0BCA-432B-86F3-BB78526C143F}" dt="2026-10-12T21:48:37.019" v="2116" actId="478"/>
          <ac:spMkLst>
            <pc:docMk/>
            <pc:sldMk cId="224993826" sldId="899"/>
            <ac:spMk id="46" creationId="{51DE99A3-1C86-4463-820A-D7F1EB7336B5}"/>
          </ac:spMkLst>
        </pc:spChg>
        <pc:spChg chg="del">
          <ac:chgData name="Minh Huynh" userId="01a137d4-0d81-46e0-aca6-c9185b391828" providerId="ADAL" clId="{18447838-0BCA-432B-86F3-BB78526C143F}" dt="2026-10-12T21:48:37.019" v="2116" actId="478"/>
          <ac:spMkLst>
            <pc:docMk/>
            <pc:sldMk cId="224993826" sldId="899"/>
            <ac:spMk id="47" creationId="{9714C4A4-0B41-4044-B6D8-6C739A77E2A9}"/>
          </ac:spMkLst>
        </pc:spChg>
        <pc:spChg chg="del">
          <ac:chgData name="Minh Huynh" userId="01a137d4-0d81-46e0-aca6-c9185b391828" providerId="ADAL" clId="{18447838-0BCA-432B-86F3-BB78526C143F}" dt="2026-10-12T21:48:37.019" v="2116" actId="478"/>
          <ac:spMkLst>
            <pc:docMk/>
            <pc:sldMk cId="224993826" sldId="899"/>
            <ac:spMk id="48" creationId="{C2FDB5D0-BD63-4B53-9542-9A964682B26C}"/>
          </ac:spMkLst>
        </pc:spChg>
        <pc:spChg chg="del">
          <ac:chgData name="Minh Huynh" userId="01a137d4-0d81-46e0-aca6-c9185b391828" providerId="ADAL" clId="{18447838-0BCA-432B-86F3-BB78526C143F}" dt="2026-10-12T21:48:37.019" v="2116" actId="478"/>
          <ac:spMkLst>
            <pc:docMk/>
            <pc:sldMk cId="224993826" sldId="899"/>
            <ac:spMk id="49" creationId="{4FF0C270-981A-4974-A444-97EA98243EB0}"/>
          </ac:spMkLst>
        </pc:spChg>
        <pc:spChg chg="del">
          <ac:chgData name="Minh Huynh" userId="01a137d4-0d81-46e0-aca6-c9185b391828" providerId="ADAL" clId="{18447838-0BCA-432B-86F3-BB78526C143F}" dt="2026-10-12T21:48:37.019" v="2116" actId="478"/>
          <ac:spMkLst>
            <pc:docMk/>
            <pc:sldMk cId="224993826" sldId="899"/>
            <ac:spMk id="50" creationId="{72FCF5EA-57FE-45B1-B1AD-31ADD4B2E56E}"/>
          </ac:spMkLst>
        </pc:spChg>
        <pc:spChg chg="del">
          <ac:chgData name="Minh Huynh" userId="01a137d4-0d81-46e0-aca6-c9185b391828" providerId="ADAL" clId="{18447838-0BCA-432B-86F3-BB78526C143F}" dt="2026-10-12T21:48:37.019" v="2116" actId="478"/>
          <ac:spMkLst>
            <pc:docMk/>
            <pc:sldMk cId="224993826" sldId="899"/>
            <ac:spMk id="51" creationId="{273F54FC-1D27-4322-95D9-112F3E8B3C5C}"/>
          </ac:spMkLst>
        </pc:spChg>
        <pc:spChg chg="del">
          <ac:chgData name="Minh Huynh" userId="01a137d4-0d81-46e0-aca6-c9185b391828" providerId="ADAL" clId="{18447838-0BCA-432B-86F3-BB78526C143F}" dt="2026-10-12T21:48:37.019" v="2116" actId="478"/>
          <ac:spMkLst>
            <pc:docMk/>
            <pc:sldMk cId="224993826" sldId="899"/>
            <ac:spMk id="52" creationId="{72F6B31D-4AB6-47EF-81F6-FE28D0BC60D0}"/>
          </ac:spMkLst>
        </pc:spChg>
        <pc:spChg chg="del">
          <ac:chgData name="Minh Huynh" userId="01a137d4-0d81-46e0-aca6-c9185b391828" providerId="ADAL" clId="{18447838-0BCA-432B-86F3-BB78526C143F}" dt="2026-10-12T21:48:37.019" v="2116" actId="478"/>
          <ac:spMkLst>
            <pc:docMk/>
            <pc:sldMk cId="224993826" sldId="899"/>
            <ac:spMk id="53" creationId="{69B971AB-B962-405C-BD3F-8E51BA1BD0F8}"/>
          </ac:spMkLst>
        </pc:spChg>
        <pc:spChg chg="del">
          <ac:chgData name="Minh Huynh" userId="01a137d4-0d81-46e0-aca6-c9185b391828" providerId="ADAL" clId="{18447838-0BCA-432B-86F3-BB78526C143F}" dt="2026-10-12T21:48:37.019" v="2116" actId="478"/>
          <ac:spMkLst>
            <pc:docMk/>
            <pc:sldMk cId="224993826" sldId="899"/>
            <ac:spMk id="54" creationId="{35D82957-981A-4305-9039-4258010C94D6}"/>
          </ac:spMkLst>
        </pc:spChg>
        <pc:spChg chg="del">
          <ac:chgData name="Minh Huynh" userId="01a137d4-0d81-46e0-aca6-c9185b391828" providerId="ADAL" clId="{18447838-0BCA-432B-86F3-BB78526C143F}" dt="2026-10-12T21:48:37.019" v="2116" actId="478"/>
          <ac:spMkLst>
            <pc:docMk/>
            <pc:sldMk cId="224993826" sldId="899"/>
            <ac:spMk id="55" creationId="{299B7BDC-9094-421D-A164-7890B3EFF742}"/>
          </ac:spMkLst>
        </pc:spChg>
        <pc:spChg chg="del">
          <ac:chgData name="Minh Huynh" userId="01a137d4-0d81-46e0-aca6-c9185b391828" providerId="ADAL" clId="{18447838-0BCA-432B-86F3-BB78526C143F}" dt="2026-10-12T21:48:37.019" v="2116" actId="478"/>
          <ac:spMkLst>
            <pc:docMk/>
            <pc:sldMk cId="224993826" sldId="899"/>
            <ac:spMk id="56" creationId="{892F4DEE-9B55-4C7D-B71F-366562709D6B}"/>
          </ac:spMkLst>
        </pc:spChg>
        <pc:spChg chg="del">
          <ac:chgData name="Minh Huynh" userId="01a137d4-0d81-46e0-aca6-c9185b391828" providerId="ADAL" clId="{18447838-0BCA-432B-86F3-BB78526C143F}" dt="2026-10-12T21:48:37.019" v="2116" actId="478"/>
          <ac:spMkLst>
            <pc:docMk/>
            <pc:sldMk cId="224993826" sldId="899"/>
            <ac:spMk id="57" creationId="{DEC672AE-64FF-4642-B1FC-E2C95F53B6D5}"/>
          </ac:spMkLst>
        </pc:spChg>
        <pc:spChg chg="del">
          <ac:chgData name="Minh Huynh" userId="01a137d4-0d81-46e0-aca6-c9185b391828" providerId="ADAL" clId="{18447838-0BCA-432B-86F3-BB78526C143F}" dt="2026-10-12T21:48:37.019" v="2116" actId="478"/>
          <ac:spMkLst>
            <pc:docMk/>
            <pc:sldMk cId="224993826" sldId="899"/>
            <ac:spMk id="58" creationId="{4EFF00FD-0982-4A9F-AB93-865554600B3D}"/>
          </ac:spMkLst>
        </pc:spChg>
        <pc:spChg chg="del">
          <ac:chgData name="Minh Huynh" userId="01a137d4-0d81-46e0-aca6-c9185b391828" providerId="ADAL" clId="{18447838-0BCA-432B-86F3-BB78526C143F}" dt="2026-10-12T21:48:37.019" v="2116" actId="478"/>
          <ac:spMkLst>
            <pc:docMk/>
            <pc:sldMk cId="224993826" sldId="899"/>
            <ac:spMk id="59" creationId="{E680563A-8D5B-4A81-A4F0-780F2074A871}"/>
          </ac:spMkLst>
        </pc:spChg>
        <pc:spChg chg="del">
          <ac:chgData name="Minh Huynh" userId="01a137d4-0d81-46e0-aca6-c9185b391828" providerId="ADAL" clId="{18447838-0BCA-432B-86F3-BB78526C143F}" dt="2026-10-12T21:48:37.019" v="2116" actId="478"/>
          <ac:spMkLst>
            <pc:docMk/>
            <pc:sldMk cId="224993826" sldId="899"/>
            <ac:spMk id="60" creationId="{55234845-2072-478F-BC9B-8256B43949B1}"/>
          </ac:spMkLst>
        </pc:spChg>
        <pc:spChg chg="del">
          <ac:chgData name="Minh Huynh" userId="01a137d4-0d81-46e0-aca6-c9185b391828" providerId="ADAL" clId="{18447838-0BCA-432B-86F3-BB78526C143F}" dt="2026-10-12T21:48:37.019" v="2116" actId="478"/>
          <ac:spMkLst>
            <pc:docMk/>
            <pc:sldMk cId="224993826" sldId="899"/>
            <ac:spMk id="61" creationId="{E51522CB-1684-497D-84DC-562E92C90835}"/>
          </ac:spMkLst>
        </pc:spChg>
        <pc:spChg chg="del">
          <ac:chgData name="Minh Huynh" userId="01a137d4-0d81-46e0-aca6-c9185b391828" providerId="ADAL" clId="{18447838-0BCA-432B-86F3-BB78526C143F}" dt="2026-10-12T21:48:37.019" v="2116" actId="478"/>
          <ac:spMkLst>
            <pc:docMk/>
            <pc:sldMk cId="224993826" sldId="899"/>
            <ac:spMk id="62" creationId="{EE7AC28F-A440-4B68-8197-96B3EDF1072C}"/>
          </ac:spMkLst>
        </pc:spChg>
        <pc:spChg chg="del">
          <ac:chgData name="Minh Huynh" userId="01a137d4-0d81-46e0-aca6-c9185b391828" providerId="ADAL" clId="{18447838-0BCA-432B-86F3-BB78526C143F}" dt="2026-10-12T21:48:37.019" v="2116" actId="478"/>
          <ac:spMkLst>
            <pc:docMk/>
            <pc:sldMk cId="224993826" sldId="899"/>
            <ac:spMk id="63" creationId="{65DE6682-C0B1-4C3C-8EBE-0575D02094DB}"/>
          </ac:spMkLst>
        </pc:spChg>
        <pc:spChg chg="del">
          <ac:chgData name="Minh Huynh" userId="01a137d4-0d81-46e0-aca6-c9185b391828" providerId="ADAL" clId="{18447838-0BCA-432B-86F3-BB78526C143F}" dt="2026-10-12T21:48:37.019" v="2116" actId="478"/>
          <ac:spMkLst>
            <pc:docMk/>
            <pc:sldMk cId="224993826" sldId="899"/>
            <ac:spMk id="64" creationId="{9ADF1E88-C075-43C4-96EF-7A690D892063}"/>
          </ac:spMkLst>
        </pc:spChg>
        <pc:spChg chg="del">
          <ac:chgData name="Minh Huynh" userId="01a137d4-0d81-46e0-aca6-c9185b391828" providerId="ADAL" clId="{18447838-0BCA-432B-86F3-BB78526C143F}" dt="2026-10-12T21:48:37.019" v="2116" actId="478"/>
          <ac:spMkLst>
            <pc:docMk/>
            <pc:sldMk cId="224993826" sldId="899"/>
            <ac:spMk id="65" creationId="{BFC997B9-45EC-4D2D-932B-FAAA278897E8}"/>
          </ac:spMkLst>
        </pc:spChg>
        <pc:spChg chg="del">
          <ac:chgData name="Minh Huynh" userId="01a137d4-0d81-46e0-aca6-c9185b391828" providerId="ADAL" clId="{18447838-0BCA-432B-86F3-BB78526C143F}" dt="2026-10-12T21:48:37.019" v="2116" actId="478"/>
          <ac:spMkLst>
            <pc:docMk/>
            <pc:sldMk cId="224993826" sldId="899"/>
            <ac:spMk id="66" creationId="{2D555CD5-9E67-43C4-AD88-4D62E69C0220}"/>
          </ac:spMkLst>
        </pc:spChg>
        <pc:spChg chg="del">
          <ac:chgData name="Minh Huynh" userId="01a137d4-0d81-46e0-aca6-c9185b391828" providerId="ADAL" clId="{18447838-0BCA-432B-86F3-BB78526C143F}" dt="2026-10-12T21:48:37.019" v="2116" actId="478"/>
          <ac:spMkLst>
            <pc:docMk/>
            <pc:sldMk cId="224993826" sldId="899"/>
            <ac:spMk id="67" creationId="{8267ADF9-1A1B-4E29-AA2B-DA6A710341EA}"/>
          </ac:spMkLst>
        </pc:spChg>
        <pc:spChg chg="del">
          <ac:chgData name="Minh Huynh" userId="01a137d4-0d81-46e0-aca6-c9185b391828" providerId="ADAL" clId="{18447838-0BCA-432B-86F3-BB78526C143F}" dt="2026-10-12T21:48:37.019" v="2116" actId="478"/>
          <ac:spMkLst>
            <pc:docMk/>
            <pc:sldMk cId="224993826" sldId="899"/>
            <ac:spMk id="68" creationId="{E5B6B727-EF57-486E-87DD-6EA07350BC89}"/>
          </ac:spMkLst>
        </pc:spChg>
        <pc:spChg chg="del">
          <ac:chgData name="Minh Huynh" userId="01a137d4-0d81-46e0-aca6-c9185b391828" providerId="ADAL" clId="{18447838-0BCA-432B-86F3-BB78526C143F}" dt="2026-10-12T21:48:37.019" v="2116" actId="478"/>
          <ac:spMkLst>
            <pc:docMk/>
            <pc:sldMk cId="224993826" sldId="899"/>
            <ac:spMk id="69" creationId="{AB57A66E-11C8-45E8-BF11-7F4E727FEB6B}"/>
          </ac:spMkLst>
        </pc:spChg>
        <pc:spChg chg="del">
          <ac:chgData name="Minh Huynh" userId="01a137d4-0d81-46e0-aca6-c9185b391828" providerId="ADAL" clId="{18447838-0BCA-432B-86F3-BB78526C143F}" dt="2026-10-12T21:48:37.019" v="2116" actId="478"/>
          <ac:spMkLst>
            <pc:docMk/>
            <pc:sldMk cId="224993826" sldId="899"/>
            <ac:spMk id="70" creationId="{B4D0EA10-2A2B-4B8F-9D23-039777E70773}"/>
          </ac:spMkLst>
        </pc:spChg>
        <pc:spChg chg="del">
          <ac:chgData name="Minh Huynh" userId="01a137d4-0d81-46e0-aca6-c9185b391828" providerId="ADAL" clId="{18447838-0BCA-432B-86F3-BB78526C143F}" dt="2026-10-12T21:48:37.019" v="2116" actId="478"/>
          <ac:spMkLst>
            <pc:docMk/>
            <pc:sldMk cId="224993826" sldId="899"/>
            <ac:spMk id="71" creationId="{989EA338-B217-4E11-8E95-356C071F52BF}"/>
          </ac:spMkLst>
        </pc:spChg>
        <pc:spChg chg="del">
          <ac:chgData name="Minh Huynh" userId="01a137d4-0d81-46e0-aca6-c9185b391828" providerId="ADAL" clId="{18447838-0BCA-432B-86F3-BB78526C143F}" dt="2026-10-12T21:48:37.019" v="2116" actId="478"/>
          <ac:spMkLst>
            <pc:docMk/>
            <pc:sldMk cId="224993826" sldId="899"/>
            <ac:spMk id="72" creationId="{DF94561F-8BEE-4A69-BBC5-AF010937F9FA}"/>
          </ac:spMkLst>
        </pc:spChg>
        <pc:spChg chg="del">
          <ac:chgData name="Minh Huynh" userId="01a137d4-0d81-46e0-aca6-c9185b391828" providerId="ADAL" clId="{18447838-0BCA-432B-86F3-BB78526C143F}" dt="2026-10-12T21:48:37.019" v="2116" actId="478"/>
          <ac:spMkLst>
            <pc:docMk/>
            <pc:sldMk cId="224993826" sldId="899"/>
            <ac:spMk id="73" creationId="{5D4CDBED-FA7F-481F-8569-D6C3132E62EA}"/>
          </ac:spMkLst>
        </pc:spChg>
        <pc:spChg chg="del">
          <ac:chgData name="Minh Huynh" userId="01a137d4-0d81-46e0-aca6-c9185b391828" providerId="ADAL" clId="{18447838-0BCA-432B-86F3-BB78526C143F}" dt="2026-10-12T21:48:37.019" v="2116" actId="478"/>
          <ac:spMkLst>
            <pc:docMk/>
            <pc:sldMk cId="224993826" sldId="899"/>
            <ac:spMk id="74" creationId="{97C54D7E-C124-4470-A0B9-B3E89B17DF5A}"/>
          </ac:spMkLst>
        </pc:spChg>
        <pc:spChg chg="mod">
          <ac:chgData name="Minh Huynh" userId="01a137d4-0d81-46e0-aca6-c9185b391828" providerId="ADAL" clId="{18447838-0BCA-432B-86F3-BB78526C143F}" dt="2026-10-12T21:51:26.347" v="2159" actId="15"/>
          <ac:spMkLst>
            <pc:docMk/>
            <pc:sldMk cId="224993826" sldId="899"/>
            <ac:spMk id="75" creationId="{49DF9D2F-8E65-4D63-82C3-27F8FA7882BF}"/>
          </ac:spMkLst>
        </pc:spChg>
        <pc:spChg chg="add del mod">
          <ac:chgData name="Minh Huynh" userId="01a137d4-0d81-46e0-aca6-c9185b391828" providerId="ADAL" clId="{18447838-0BCA-432B-86F3-BB78526C143F}" dt="2026-10-12T21:48:38.751" v="2118"/>
          <ac:spMkLst>
            <pc:docMk/>
            <pc:sldMk cId="224993826" sldId="899"/>
            <ac:spMk id="76" creationId="{BAB71273-A99A-420D-918A-77157A89DEC7}"/>
          </ac:spMkLst>
        </pc:spChg>
        <pc:spChg chg="add del mod">
          <ac:chgData name="Minh Huynh" userId="01a137d4-0d81-46e0-aca6-c9185b391828" providerId="ADAL" clId="{18447838-0BCA-432B-86F3-BB78526C143F}" dt="2026-10-12T21:48:38.751" v="2118"/>
          <ac:spMkLst>
            <pc:docMk/>
            <pc:sldMk cId="224993826" sldId="899"/>
            <ac:spMk id="77" creationId="{5F03C7CF-40AA-4734-9AE7-E16CE6FD389A}"/>
          </ac:spMkLst>
        </pc:spChg>
        <pc:spChg chg="add del mod">
          <ac:chgData name="Minh Huynh" userId="01a137d4-0d81-46e0-aca6-c9185b391828" providerId="ADAL" clId="{18447838-0BCA-432B-86F3-BB78526C143F}" dt="2026-10-12T21:48:38.751" v="2118"/>
          <ac:spMkLst>
            <pc:docMk/>
            <pc:sldMk cId="224993826" sldId="899"/>
            <ac:spMk id="78" creationId="{DD270FF7-0CA2-4F57-9815-C9E56EE030E0}"/>
          </ac:spMkLst>
        </pc:spChg>
        <pc:spChg chg="add del mod">
          <ac:chgData name="Minh Huynh" userId="01a137d4-0d81-46e0-aca6-c9185b391828" providerId="ADAL" clId="{18447838-0BCA-432B-86F3-BB78526C143F}" dt="2026-10-12T21:48:38.751" v="2118"/>
          <ac:spMkLst>
            <pc:docMk/>
            <pc:sldMk cId="224993826" sldId="899"/>
            <ac:spMk id="79" creationId="{9CD2E683-AD54-4E1D-81FB-23E89C97DA78}"/>
          </ac:spMkLst>
        </pc:spChg>
        <pc:spChg chg="add del mod">
          <ac:chgData name="Minh Huynh" userId="01a137d4-0d81-46e0-aca6-c9185b391828" providerId="ADAL" clId="{18447838-0BCA-432B-86F3-BB78526C143F}" dt="2026-10-12T21:48:38.751" v="2118"/>
          <ac:spMkLst>
            <pc:docMk/>
            <pc:sldMk cId="224993826" sldId="899"/>
            <ac:spMk id="80" creationId="{7C8564D4-6E11-4C7D-ACFC-6847D2A0BD61}"/>
          </ac:spMkLst>
        </pc:spChg>
        <pc:spChg chg="add del mod">
          <ac:chgData name="Minh Huynh" userId="01a137d4-0d81-46e0-aca6-c9185b391828" providerId="ADAL" clId="{18447838-0BCA-432B-86F3-BB78526C143F}" dt="2026-10-12T21:48:38.751" v="2118"/>
          <ac:spMkLst>
            <pc:docMk/>
            <pc:sldMk cId="224993826" sldId="899"/>
            <ac:spMk id="81" creationId="{ECFD570B-EB68-440E-9AEA-01D2B4FA5A73}"/>
          </ac:spMkLst>
        </pc:spChg>
        <pc:spChg chg="add del mod">
          <ac:chgData name="Minh Huynh" userId="01a137d4-0d81-46e0-aca6-c9185b391828" providerId="ADAL" clId="{18447838-0BCA-432B-86F3-BB78526C143F}" dt="2026-10-12T21:48:38.751" v="2118"/>
          <ac:spMkLst>
            <pc:docMk/>
            <pc:sldMk cId="224993826" sldId="899"/>
            <ac:spMk id="82" creationId="{04355D0B-2876-48B7-B5E3-FD4ED0BC2CAA}"/>
          </ac:spMkLst>
        </pc:spChg>
        <pc:spChg chg="add del mod">
          <ac:chgData name="Minh Huynh" userId="01a137d4-0d81-46e0-aca6-c9185b391828" providerId="ADAL" clId="{18447838-0BCA-432B-86F3-BB78526C143F}" dt="2026-10-12T21:48:38.751" v="2118"/>
          <ac:spMkLst>
            <pc:docMk/>
            <pc:sldMk cId="224993826" sldId="899"/>
            <ac:spMk id="83" creationId="{9B0D2927-484B-412E-96A4-721CA3DA18D8}"/>
          </ac:spMkLst>
        </pc:spChg>
        <pc:spChg chg="add del mod">
          <ac:chgData name="Minh Huynh" userId="01a137d4-0d81-46e0-aca6-c9185b391828" providerId="ADAL" clId="{18447838-0BCA-432B-86F3-BB78526C143F}" dt="2026-10-12T21:48:38.751" v="2118"/>
          <ac:spMkLst>
            <pc:docMk/>
            <pc:sldMk cId="224993826" sldId="899"/>
            <ac:spMk id="84" creationId="{CD74E2DE-3085-4328-B325-ED2F6113112F}"/>
          </ac:spMkLst>
        </pc:spChg>
        <pc:spChg chg="add del mod">
          <ac:chgData name="Minh Huynh" userId="01a137d4-0d81-46e0-aca6-c9185b391828" providerId="ADAL" clId="{18447838-0BCA-432B-86F3-BB78526C143F}" dt="2026-10-12T21:48:38.751" v="2118"/>
          <ac:spMkLst>
            <pc:docMk/>
            <pc:sldMk cId="224993826" sldId="899"/>
            <ac:spMk id="85" creationId="{CF9D8EEA-ED71-4CB7-9405-A7649C5F1541}"/>
          </ac:spMkLst>
        </pc:spChg>
        <pc:spChg chg="add del mod">
          <ac:chgData name="Minh Huynh" userId="01a137d4-0d81-46e0-aca6-c9185b391828" providerId="ADAL" clId="{18447838-0BCA-432B-86F3-BB78526C143F}" dt="2026-10-12T21:48:38.751" v="2118"/>
          <ac:spMkLst>
            <pc:docMk/>
            <pc:sldMk cId="224993826" sldId="899"/>
            <ac:spMk id="86" creationId="{21270740-DBA9-4807-A094-44AE92BEF81C}"/>
          </ac:spMkLst>
        </pc:spChg>
        <pc:spChg chg="add del mod">
          <ac:chgData name="Minh Huynh" userId="01a137d4-0d81-46e0-aca6-c9185b391828" providerId="ADAL" clId="{18447838-0BCA-432B-86F3-BB78526C143F}" dt="2026-10-12T21:48:38.751" v="2118"/>
          <ac:spMkLst>
            <pc:docMk/>
            <pc:sldMk cId="224993826" sldId="899"/>
            <ac:spMk id="87" creationId="{03ABFE14-D5DC-4EB0-B0B0-BE1C9D865AC4}"/>
          </ac:spMkLst>
        </pc:spChg>
        <pc:spChg chg="add del mod">
          <ac:chgData name="Minh Huynh" userId="01a137d4-0d81-46e0-aca6-c9185b391828" providerId="ADAL" clId="{18447838-0BCA-432B-86F3-BB78526C143F}" dt="2026-10-12T21:48:38.751" v="2118"/>
          <ac:spMkLst>
            <pc:docMk/>
            <pc:sldMk cId="224993826" sldId="899"/>
            <ac:spMk id="88" creationId="{6BCCA5B6-8A4C-46BF-8D55-0F5EED039949}"/>
          </ac:spMkLst>
        </pc:spChg>
        <pc:spChg chg="add del mod">
          <ac:chgData name="Minh Huynh" userId="01a137d4-0d81-46e0-aca6-c9185b391828" providerId="ADAL" clId="{18447838-0BCA-432B-86F3-BB78526C143F}" dt="2026-10-12T21:48:38.751" v="2118"/>
          <ac:spMkLst>
            <pc:docMk/>
            <pc:sldMk cId="224993826" sldId="899"/>
            <ac:spMk id="89" creationId="{957126C1-1334-4094-A7A2-BA06A39C4C04}"/>
          </ac:spMkLst>
        </pc:spChg>
        <pc:spChg chg="add del mod">
          <ac:chgData name="Minh Huynh" userId="01a137d4-0d81-46e0-aca6-c9185b391828" providerId="ADAL" clId="{18447838-0BCA-432B-86F3-BB78526C143F}" dt="2026-10-12T21:48:38.751" v="2118"/>
          <ac:spMkLst>
            <pc:docMk/>
            <pc:sldMk cId="224993826" sldId="899"/>
            <ac:spMk id="90" creationId="{9B31B125-455B-42C3-9670-9D065EF041CC}"/>
          </ac:spMkLst>
        </pc:spChg>
        <pc:spChg chg="add del mod">
          <ac:chgData name="Minh Huynh" userId="01a137d4-0d81-46e0-aca6-c9185b391828" providerId="ADAL" clId="{18447838-0BCA-432B-86F3-BB78526C143F}" dt="2026-10-12T21:48:38.751" v="2118"/>
          <ac:spMkLst>
            <pc:docMk/>
            <pc:sldMk cId="224993826" sldId="899"/>
            <ac:spMk id="91" creationId="{EB46DA12-694A-4205-BD6F-A60B88078556}"/>
          </ac:spMkLst>
        </pc:spChg>
        <pc:spChg chg="add del mod">
          <ac:chgData name="Minh Huynh" userId="01a137d4-0d81-46e0-aca6-c9185b391828" providerId="ADAL" clId="{18447838-0BCA-432B-86F3-BB78526C143F}" dt="2026-10-12T21:48:38.751" v="2118"/>
          <ac:spMkLst>
            <pc:docMk/>
            <pc:sldMk cId="224993826" sldId="899"/>
            <ac:spMk id="92" creationId="{E2637896-0EF4-42D7-B723-00BCEF22E909}"/>
          </ac:spMkLst>
        </pc:spChg>
        <pc:spChg chg="add del mod">
          <ac:chgData name="Minh Huynh" userId="01a137d4-0d81-46e0-aca6-c9185b391828" providerId="ADAL" clId="{18447838-0BCA-432B-86F3-BB78526C143F}" dt="2026-10-12T21:48:38.751" v="2118"/>
          <ac:spMkLst>
            <pc:docMk/>
            <pc:sldMk cId="224993826" sldId="899"/>
            <ac:spMk id="93" creationId="{51C47279-E5A2-4C30-9C7B-A38514A3164D}"/>
          </ac:spMkLst>
        </pc:spChg>
        <pc:spChg chg="add del mod">
          <ac:chgData name="Minh Huynh" userId="01a137d4-0d81-46e0-aca6-c9185b391828" providerId="ADAL" clId="{18447838-0BCA-432B-86F3-BB78526C143F}" dt="2026-10-12T21:48:38.751" v="2118"/>
          <ac:spMkLst>
            <pc:docMk/>
            <pc:sldMk cId="224993826" sldId="899"/>
            <ac:spMk id="94" creationId="{19DC89E0-7F57-4409-82B7-DC998F0117C7}"/>
          </ac:spMkLst>
        </pc:spChg>
        <pc:spChg chg="add del mod">
          <ac:chgData name="Minh Huynh" userId="01a137d4-0d81-46e0-aca6-c9185b391828" providerId="ADAL" clId="{18447838-0BCA-432B-86F3-BB78526C143F}" dt="2026-10-12T21:48:38.751" v="2118"/>
          <ac:spMkLst>
            <pc:docMk/>
            <pc:sldMk cId="224993826" sldId="899"/>
            <ac:spMk id="95" creationId="{AAFA8444-97BF-4319-94D4-7DA7EE9EFA45}"/>
          </ac:spMkLst>
        </pc:spChg>
        <pc:spChg chg="add del mod">
          <ac:chgData name="Minh Huynh" userId="01a137d4-0d81-46e0-aca6-c9185b391828" providerId="ADAL" clId="{18447838-0BCA-432B-86F3-BB78526C143F}" dt="2026-10-12T21:48:38.751" v="2118"/>
          <ac:spMkLst>
            <pc:docMk/>
            <pc:sldMk cId="224993826" sldId="899"/>
            <ac:spMk id="96" creationId="{61B7AED5-2BDB-4526-9A2F-8934D37B1B20}"/>
          </ac:spMkLst>
        </pc:spChg>
        <pc:spChg chg="add del mod">
          <ac:chgData name="Minh Huynh" userId="01a137d4-0d81-46e0-aca6-c9185b391828" providerId="ADAL" clId="{18447838-0BCA-432B-86F3-BB78526C143F}" dt="2026-10-12T21:48:38.751" v="2118"/>
          <ac:spMkLst>
            <pc:docMk/>
            <pc:sldMk cId="224993826" sldId="899"/>
            <ac:spMk id="97" creationId="{92C8B8B1-3D71-4723-90B1-FB5DEFA464EB}"/>
          </ac:spMkLst>
        </pc:spChg>
        <pc:spChg chg="add del mod">
          <ac:chgData name="Minh Huynh" userId="01a137d4-0d81-46e0-aca6-c9185b391828" providerId="ADAL" clId="{18447838-0BCA-432B-86F3-BB78526C143F}" dt="2026-10-12T21:48:38.751" v="2118"/>
          <ac:spMkLst>
            <pc:docMk/>
            <pc:sldMk cId="224993826" sldId="899"/>
            <ac:spMk id="98" creationId="{95A83C63-CC54-4593-8119-A6DD3B3B1256}"/>
          </ac:spMkLst>
        </pc:spChg>
        <pc:spChg chg="add del mod">
          <ac:chgData name="Minh Huynh" userId="01a137d4-0d81-46e0-aca6-c9185b391828" providerId="ADAL" clId="{18447838-0BCA-432B-86F3-BB78526C143F}" dt="2026-10-12T21:48:38.751" v="2118"/>
          <ac:spMkLst>
            <pc:docMk/>
            <pc:sldMk cId="224993826" sldId="899"/>
            <ac:spMk id="99" creationId="{91C1325E-6C11-4CEF-A977-E37E8D316021}"/>
          </ac:spMkLst>
        </pc:spChg>
        <pc:spChg chg="add del mod">
          <ac:chgData name="Minh Huynh" userId="01a137d4-0d81-46e0-aca6-c9185b391828" providerId="ADAL" clId="{18447838-0BCA-432B-86F3-BB78526C143F}" dt="2026-10-12T21:48:38.751" v="2118"/>
          <ac:spMkLst>
            <pc:docMk/>
            <pc:sldMk cId="224993826" sldId="899"/>
            <ac:spMk id="100" creationId="{BAAB8CB5-0732-4EEA-AF43-FC823DFBF903}"/>
          </ac:spMkLst>
        </pc:spChg>
        <pc:spChg chg="add del mod">
          <ac:chgData name="Minh Huynh" userId="01a137d4-0d81-46e0-aca6-c9185b391828" providerId="ADAL" clId="{18447838-0BCA-432B-86F3-BB78526C143F}" dt="2026-10-12T21:48:38.751" v="2118"/>
          <ac:spMkLst>
            <pc:docMk/>
            <pc:sldMk cId="224993826" sldId="899"/>
            <ac:spMk id="101" creationId="{1ED21D60-469F-415C-A525-90EF6C37F982}"/>
          </ac:spMkLst>
        </pc:spChg>
        <pc:spChg chg="add del mod">
          <ac:chgData name="Minh Huynh" userId="01a137d4-0d81-46e0-aca6-c9185b391828" providerId="ADAL" clId="{18447838-0BCA-432B-86F3-BB78526C143F}" dt="2026-10-12T21:48:38.751" v="2118"/>
          <ac:spMkLst>
            <pc:docMk/>
            <pc:sldMk cId="224993826" sldId="899"/>
            <ac:spMk id="102" creationId="{884E8C7E-26CE-482B-821A-1D896C032F87}"/>
          </ac:spMkLst>
        </pc:spChg>
        <pc:spChg chg="add del mod">
          <ac:chgData name="Minh Huynh" userId="01a137d4-0d81-46e0-aca6-c9185b391828" providerId="ADAL" clId="{18447838-0BCA-432B-86F3-BB78526C143F}" dt="2026-10-12T21:48:38.751" v="2118"/>
          <ac:spMkLst>
            <pc:docMk/>
            <pc:sldMk cId="224993826" sldId="899"/>
            <ac:spMk id="103" creationId="{2948A5EF-1F25-4BA7-93DA-69C718E06532}"/>
          </ac:spMkLst>
        </pc:spChg>
        <pc:spChg chg="add del mod">
          <ac:chgData name="Minh Huynh" userId="01a137d4-0d81-46e0-aca6-c9185b391828" providerId="ADAL" clId="{18447838-0BCA-432B-86F3-BB78526C143F}" dt="2026-10-12T21:48:38.751" v="2118"/>
          <ac:spMkLst>
            <pc:docMk/>
            <pc:sldMk cId="224993826" sldId="899"/>
            <ac:spMk id="104" creationId="{EFA692C3-7F13-4E16-9958-7D0A5F0E937F}"/>
          </ac:spMkLst>
        </pc:spChg>
        <pc:spChg chg="add del mod">
          <ac:chgData name="Minh Huynh" userId="01a137d4-0d81-46e0-aca6-c9185b391828" providerId="ADAL" clId="{18447838-0BCA-432B-86F3-BB78526C143F}" dt="2026-10-12T21:48:38.751" v="2118"/>
          <ac:spMkLst>
            <pc:docMk/>
            <pc:sldMk cId="224993826" sldId="899"/>
            <ac:spMk id="105" creationId="{33C89F98-5ADD-4FF9-A586-F28753CF66DD}"/>
          </ac:spMkLst>
        </pc:spChg>
        <pc:spChg chg="add del mod">
          <ac:chgData name="Minh Huynh" userId="01a137d4-0d81-46e0-aca6-c9185b391828" providerId="ADAL" clId="{18447838-0BCA-432B-86F3-BB78526C143F}" dt="2026-10-12T21:48:38.751" v="2118"/>
          <ac:spMkLst>
            <pc:docMk/>
            <pc:sldMk cId="224993826" sldId="899"/>
            <ac:spMk id="106" creationId="{8D776558-17D9-4711-9986-73952A77B26E}"/>
          </ac:spMkLst>
        </pc:spChg>
        <pc:spChg chg="add del mod">
          <ac:chgData name="Minh Huynh" userId="01a137d4-0d81-46e0-aca6-c9185b391828" providerId="ADAL" clId="{18447838-0BCA-432B-86F3-BB78526C143F}" dt="2026-10-12T21:48:38.751" v="2118"/>
          <ac:spMkLst>
            <pc:docMk/>
            <pc:sldMk cId="224993826" sldId="899"/>
            <ac:spMk id="107" creationId="{EF858AC5-F791-4B61-B94E-22ECA9E78795}"/>
          </ac:spMkLst>
        </pc:spChg>
        <pc:spChg chg="add del mod">
          <ac:chgData name="Minh Huynh" userId="01a137d4-0d81-46e0-aca6-c9185b391828" providerId="ADAL" clId="{18447838-0BCA-432B-86F3-BB78526C143F}" dt="2026-10-12T21:48:38.751" v="2118"/>
          <ac:spMkLst>
            <pc:docMk/>
            <pc:sldMk cId="224993826" sldId="899"/>
            <ac:spMk id="108" creationId="{3A3F8A11-BD8C-4856-90D2-FE3AD5B15381}"/>
          </ac:spMkLst>
        </pc:spChg>
        <pc:spChg chg="add mod">
          <ac:chgData name="Minh Huynh" userId="01a137d4-0d81-46e0-aca6-c9185b391828" providerId="ADAL" clId="{18447838-0BCA-432B-86F3-BB78526C143F}" dt="2026-10-12T21:48:42.194" v="2120" actId="1076"/>
          <ac:spMkLst>
            <pc:docMk/>
            <pc:sldMk cId="224993826" sldId="899"/>
            <ac:spMk id="109" creationId="{3D39CCBB-818F-4C2C-A0F1-C483687AD860}"/>
          </ac:spMkLst>
        </pc:spChg>
        <pc:spChg chg="add mod">
          <ac:chgData name="Minh Huynh" userId="01a137d4-0d81-46e0-aca6-c9185b391828" providerId="ADAL" clId="{18447838-0BCA-432B-86F3-BB78526C143F}" dt="2026-10-12T21:48:42.194" v="2120" actId="1076"/>
          <ac:spMkLst>
            <pc:docMk/>
            <pc:sldMk cId="224993826" sldId="899"/>
            <ac:spMk id="110" creationId="{F0810AB7-887E-4CEE-985B-E801F950FD75}"/>
          </ac:spMkLst>
        </pc:spChg>
        <pc:spChg chg="add mod">
          <ac:chgData name="Minh Huynh" userId="01a137d4-0d81-46e0-aca6-c9185b391828" providerId="ADAL" clId="{18447838-0BCA-432B-86F3-BB78526C143F}" dt="2026-10-12T21:48:42.194" v="2120" actId="1076"/>
          <ac:spMkLst>
            <pc:docMk/>
            <pc:sldMk cId="224993826" sldId="899"/>
            <ac:spMk id="111" creationId="{8C14A1BE-23D6-4A71-B469-AA85A0AB249E}"/>
          </ac:spMkLst>
        </pc:spChg>
        <pc:spChg chg="add mod">
          <ac:chgData name="Minh Huynh" userId="01a137d4-0d81-46e0-aca6-c9185b391828" providerId="ADAL" clId="{18447838-0BCA-432B-86F3-BB78526C143F}" dt="2026-10-12T21:48:42.194" v="2120" actId="1076"/>
          <ac:spMkLst>
            <pc:docMk/>
            <pc:sldMk cId="224993826" sldId="899"/>
            <ac:spMk id="112" creationId="{DA270779-A8F0-4C7B-91A9-25376A9819EA}"/>
          </ac:spMkLst>
        </pc:spChg>
        <pc:spChg chg="add mod">
          <ac:chgData name="Minh Huynh" userId="01a137d4-0d81-46e0-aca6-c9185b391828" providerId="ADAL" clId="{18447838-0BCA-432B-86F3-BB78526C143F}" dt="2026-10-12T21:48:42.194" v="2120" actId="1076"/>
          <ac:spMkLst>
            <pc:docMk/>
            <pc:sldMk cId="224993826" sldId="899"/>
            <ac:spMk id="113" creationId="{8B9A20E8-B4EB-4D8E-B1CD-95786CEF4741}"/>
          </ac:spMkLst>
        </pc:spChg>
        <pc:spChg chg="add mod">
          <ac:chgData name="Minh Huynh" userId="01a137d4-0d81-46e0-aca6-c9185b391828" providerId="ADAL" clId="{18447838-0BCA-432B-86F3-BB78526C143F}" dt="2026-10-12T21:48:42.194" v="2120" actId="1076"/>
          <ac:spMkLst>
            <pc:docMk/>
            <pc:sldMk cId="224993826" sldId="899"/>
            <ac:spMk id="114" creationId="{3D649E51-293D-4A75-8A32-668C87119407}"/>
          </ac:spMkLst>
        </pc:spChg>
        <pc:spChg chg="add mod">
          <ac:chgData name="Minh Huynh" userId="01a137d4-0d81-46e0-aca6-c9185b391828" providerId="ADAL" clId="{18447838-0BCA-432B-86F3-BB78526C143F}" dt="2026-10-12T21:48:42.194" v="2120" actId="1076"/>
          <ac:spMkLst>
            <pc:docMk/>
            <pc:sldMk cId="224993826" sldId="899"/>
            <ac:spMk id="115" creationId="{BB84CD00-8CF5-4A7D-B233-10B5631A61B3}"/>
          </ac:spMkLst>
        </pc:spChg>
        <pc:spChg chg="add mod">
          <ac:chgData name="Minh Huynh" userId="01a137d4-0d81-46e0-aca6-c9185b391828" providerId="ADAL" clId="{18447838-0BCA-432B-86F3-BB78526C143F}" dt="2026-10-12T21:48:42.194" v="2120" actId="1076"/>
          <ac:spMkLst>
            <pc:docMk/>
            <pc:sldMk cId="224993826" sldId="899"/>
            <ac:spMk id="116" creationId="{FC78B74D-A1C5-4F32-93D6-361679E758D7}"/>
          </ac:spMkLst>
        </pc:spChg>
        <pc:spChg chg="add mod">
          <ac:chgData name="Minh Huynh" userId="01a137d4-0d81-46e0-aca6-c9185b391828" providerId="ADAL" clId="{18447838-0BCA-432B-86F3-BB78526C143F}" dt="2026-10-12T21:48:42.194" v="2120" actId="1076"/>
          <ac:spMkLst>
            <pc:docMk/>
            <pc:sldMk cId="224993826" sldId="899"/>
            <ac:spMk id="117" creationId="{43AF4A22-2BCC-4A91-B0D7-D0EAD58769F8}"/>
          </ac:spMkLst>
        </pc:spChg>
        <pc:spChg chg="add mod">
          <ac:chgData name="Minh Huynh" userId="01a137d4-0d81-46e0-aca6-c9185b391828" providerId="ADAL" clId="{18447838-0BCA-432B-86F3-BB78526C143F}" dt="2026-10-12T21:48:42.194" v="2120" actId="1076"/>
          <ac:spMkLst>
            <pc:docMk/>
            <pc:sldMk cId="224993826" sldId="899"/>
            <ac:spMk id="118" creationId="{26F7F4D0-F82B-479D-BE73-C57D24929D87}"/>
          </ac:spMkLst>
        </pc:spChg>
        <pc:spChg chg="add mod">
          <ac:chgData name="Minh Huynh" userId="01a137d4-0d81-46e0-aca6-c9185b391828" providerId="ADAL" clId="{18447838-0BCA-432B-86F3-BB78526C143F}" dt="2026-10-12T21:48:42.194" v="2120" actId="1076"/>
          <ac:spMkLst>
            <pc:docMk/>
            <pc:sldMk cId="224993826" sldId="899"/>
            <ac:spMk id="119" creationId="{8FA59F90-3109-4ACB-8BBC-368F3EECF04F}"/>
          </ac:spMkLst>
        </pc:spChg>
        <pc:spChg chg="add mod">
          <ac:chgData name="Minh Huynh" userId="01a137d4-0d81-46e0-aca6-c9185b391828" providerId="ADAL" clId="{18447838-0BCA-432B-86F3-BB78526C143F}" dt="2026-10-12T21:48:42.194" v="2120" actId="1076"/>
          <ac:spMkLst>
            <pc:docMk/>
            <pc:sldMk cId="224993826" sldId="899"/>
            <ac:spMk id="120" creationId="{208231C7-54E8-4C15-A4B7-9F19F10DF278}"/>
          </ac:spMkLst>
        </pc:spChg>
        <pc:spChg chg="add mod">
          <ac:chgData name="Minh Huynh" userId="01a137d4-0d81-46e0-aca6-c9185b391828" providerId="ADAL" clId="{18447838-0BCA-432B-86F3-BB78526C143F}" dt="2026-10-12T21:48:42.194" v="2120" actId="1076"/>
          <ac:spMkLst>
            <pc:docMk/>
            <pc:sldMk cId="224993826" sldId="899"/>
            <ac:spMk id="121" creationId="{58B9E9C3-3A9C-48CC-B2B2-D7404856E10D}"/>
          </ac:spMkLst>
        </pc:spChg>
        <pc:spChg chg="add mod">
          <ac:chgData name="Minh Huynh" userId="01a137d4-0d81-46e0-aca6-c9185b391828" providerId="ADAL" clId="{18447838-0BCA-432B-86F3-BB78526C143F}" dt="2026-10-12T21:48:42.194" v="2120" actId="1076"/>
          <ac:spMkLst>
            <pc:docMk/>
            <pc:sldMk cId="224993826" sldId="899"/>
            <ac:spMk id="122" creationId="{720A4586-7609-4D23-90F5-A532E75A06A0}"/>
          </ac:spMkLst>
        </pc:spChg>
        <pc:spChg chg="add mod">
          <ac:chgData name="Minh Huynh" userId="01a137d4-0d81-46e0-aca6-c9185b391828" providerId="ADAL" clId="{18447838-0BCA-432B-86F3-BB78526C143F}" dt="2026-10-12T21:48:42.194" v="2120" actId="1076"/>
          <ac:spMkLst>
            <pc:docMk/>
            <pc:sldMk cId="224993826" sldId="899"/>
            <ac:spMk id="123" creationId="{1EE6A027-EBE3-492F-A9D8-A7CF22F1ADE3}"/>
          </ac:spMkLst>
        </pc:spChg>
        <pc:spChg chg="add mod">
          <ac:chgData name="Minh Huynh" userId="01a137d4-0d81-46e0-aca6-c9185b391828" providerId="ADAL" clId="{18447838-0BCA-432B-86F3-BB78526C143F}" dt="2026-10-12T21:48:42.194" v="2120" actId="1076"/>
          <ac:spMkLst>
            <pc:docMk/>
            <pc:sldMk cId="224993826" sldId="899"/>
            <ac:spMk id="124" creationId="{70CDC884-6E92-4AB0-AAE1-44134FF18D8A}"/>
          </ac:spMkLst>
        </pc:spChg>
        <pc:spChg chg="add mod">
          <ac:chgData name="Minh Huynh" userId="01a137d4-0d81-46e0-aca6-c9185b391828" providerId="ADAL" clId="{18447838-0BCA-432B-86F3-BB78526C143F}" dt="2026-10-12T21:48:42.194" v="2120" actId="1076"/>
          <ac:spMkLst>
            <pc:docMk/>
            <pc:sldMk cId="224993826" sldId="899"/>
            <ac:spMk id="125" creationId="{C36F9355-E55C-4F29-9998-E17F4C767094}"/>
          </ac:spMkLst>
        </pc:spChg>
        <pc:spChg chg="add mod">
          <ac:chgData name="Minh Huynh" userId="01a137d4-0d81-46e0-aca6-c9185b391828" providerId="ADAL" clId="{18447838-0BCA-432B-86F3-BB78526C143F}" dt="2026-10-12T21:48:42.194" v="2120" actId="1076"/>
          <ac:spMkLst>
            <pc:docMk/>
            <pc:sldMk cId="224993826" sldId="899"/>
            <ac:spMk id="126" creationId="{F1C80EEF-F4E0-4202-ABF8-897A5B1974C9}"/>
          </ac:spMkLst>
        </pc:spChg>
        <pc:spChg chg="add mod">
          <ac:chgData name="Minh Huynh" userId="01a137d4-0d81-46e0-aca6-c9185b391828" providerId="ADAL" clId="{18447838-0BCA-432B-86F3-BB78526C143F}" dt="2026-10-12T21:48:42.194" v="2120" actId="1076"/>
          <ac:spMkLst>
            <pc:docMk/>
            <pc:sldMk cId="224993826" sldId="899"/>
            <ac:spMk id="127" creationId="{28ECCE3F-B26C-4D7F-9734-016D658D7791}"/>
          </ac:spMkLst>
        </pc:spChg>
        <pc:spChg chg="add mod">
          <ac:chgData name="Minh Huynh" userId="01a137d4-0d81-46e0-aca6-c9185b391828" providerId="ADAL" clId="{18447838-0BCA-432B-86F3-BB78526C143F}" dt="2026-10-12T21:48:42.194" v="2120" actId="1076"/>
          <ac:spMkLst>
            <pc:docMk/>
            <pc:sldMk cId="224993826" sldId="899"/>
            <ac:spMk id="128" creationId="{AC2159AF-D14C-4BE5-8BBF-ED4ABD6F422F}"/>
          </ac:spMkLst>
        </pc:spChg>
        <pc:spChg chg="add mod">
          <ac:chgData name="Minh Huynh" userId="01a137d4-0d81-46e0-aca6-c9185b391828" providerId="ADAL" clId="{18447838-0BCA-432B-86F3-BB78526C143F}" dt="2026-10-12T21:48:42.194" v="2120" actId="1076"/>
          <ac:spMkLst>
            <pc:docMk/>
            <pc:sldMk cId="224993826" sldId="899"/>
            <ac:spMk id="129" creationId="{C02D6605-D919-4520-B5EB-A6BF078F19A1}"/>
          </ac:spMkLst>
        </pc:spChg>
        <pc:spChg chg="add mod">
          <ac:chgData name="Minh Huynh" userId="01a137d4-0d81-46e0-aca6-c9185b391828" providerId="ADAL" clId="{18447838-0BCA-432B-86F3-BB78526C143F}" dt="2026-10-12T21:48:42.194" v="2120" actId="1076"/>
          <ac:spMkLst>
            <pc:docMk/>
            <pc:sldMk cId="224993826" sldId="899"/>
            <ac:spMk id="130" creationId="{0CC0B17D-A966-446E-843A-8C9DA02AB9C0}"/>
          </ac:spMkLst>
        </pc:spChg>
        <pc:spChg chg="add mod">
          <ac:chgData name="Minh Huynh" userId="01a137d4-0d81-46e0-aca6-c9185b391828" providerId="ADAL" clId="{18447838-0BCA-432B-86F3-BB78526C143F}" dt="2026-10-12T21:48:42.194" v="2120" actId="1076"/>
          <ac:spMkLst>
            <pc:docMk/>
            <pc:sldMk cId="224993826" sldId="899"/>
            <ac:spMk id="131" creationId="{36EBA0CB-78DD-4264-B31A-444991CA79D8}"/>
          </ac:spMkLst>
        </pc:spChg>
        <pc:spChg chg="add mod">
          <ac:chgData name="Minh Huynh" userId="01a137d4-0d81-46e0-aca6-c9185b391828" providerId="ADAL" clId="{18447838-0BCA-432B-86F3-BB78526C143F}" dt="2026-10-12T21:48:42.194" v="2120" actId="1076"/>
          <ac:spMkLst>
            <pc:docMk/>
            <pc:sldMk cId="224993826" sldId="899"/>
            <ac:spMk id="132" creationId="{8C5E9F7D-FCC9-468A-9459-8BF7BC235CEF}"/>
          </ac:spMkLst>
        </pc:spChg>
        <pc:spChg chg="add mod">
          <ac:chgData name="Minh Huynh" userId="01a137d4-0d81-46e0-aca6-c9185b391828" providerId="ADAL" clId="{18447838-0BCA-432B-86F3-BB78526C143F}" dt="2026-10-12T21:48:42.194" v="2120" actId="1076"/>
          <ac:spMkLst>
            <pc:docMk/>
            <pc:sldMk cId="224993826" sldId="899"/>
            <ac:spMk id="133" creationId="{328ABEDB-6DD7-4DDE-997C-7FBF738D14C9}"/>
          </ac:spMkLst>
        </pc:spChg>
        <pc:spChg chg="add mod">
          <ac:chgData name="Minh Huynh" userId="01a137d4-0d81-46e0-aca6-c9185b391828" providerId="ADAL" clId="{18447838-0BCA-432B-86F3-BB78526C143F}" dt="2026-10-12T21:48:42.194" v="2120" actId="1076"/>
          <ac:spMkLst>
            <pc:docMk/>
            <pc:sldMk cId="224993826" sldId="899"/>
            <ac:spMk id="134" creationId="{32743519-AA83-43F1-ADE0-6DD3E0C0218E}"/>
          </ac:spMkLst>
        </pc:spChg>
        <pc:spChg chg="add mod">
          <ac:chgData name="Minh Huynh" userId="01a137d4-0d81-46e0-aca6-c9185b391828" providerId="ADAL" clId="{18447838-0BCA-432B-86F3-BB78526C143F}" dt="2026-10-12T21:48:42.194" v="2120" actId="1076"/>
          <ac:spMkLst>
            <pc:docMk/>
            <pc:sldMk cId="224993826" sldId="899"/>
            <ac:spMk id="135" creationId="{DAC1265D-48B0-4EF6-9E5F-C8B095DA93F7}"/>
          </ac:spMkLst>
        </pc:spChg>
        <pc:spChg chg="add mod">
          <ac:chgData name="Minh Huynh" userId="01a137d4-0d81-46e0-aca6-c9185b391828" providerId="ADAL" clId="{18447838-0BCA-432B-86F3-BB78526C143F}" dt="2026-10-12T21:48:42.194" v="2120" actId="1076"/>
          <ac:spMkLst>
            <pc:docMk/>
            <pc:sldMk cId="224993826" sldId="899"/>
            <ac:spMk id="136" creationId="{B2D86BC5-52CB-4A8D-B0A2-5DFFEA5CAFA8}"/>
          </ac:spMkLst>
        </pc:spChg>
        <pc:spChg chg="add mod">
          <ac:chgData name="Minh Huynh" userId="01a137d4-0d81-46e0-aca6-c9185b391828" providerId="ADAL" clId="{18447838-0BCA-432B-86F3-BB78526C143F}" dt="2026-10-12T21:48:42.194" v="2120" actId="1076"/>
          <ac:spMkLst>
            <pc:docMk/>
            <pc:sldMk cId="224993826" sldId="899"/>
            <ac:spMk id="137" creationId="{8A028BDE-3F0D-42CD-9980-B641A1CD684D}"/>
          </ac:spMkLst>
        </pc:spChg>
        <pc:spChg chg="add mod">
          <ac:chgData name="Minh Huynh" userId="01a137d4-0d81-46e0-aca6-c9185b391828" providerId="ADAL" clId="{18447838-0BCA-432B-86F3-BB78526C143F}" dt="2026-10-12T21:48:42.194" v="2120" actId="1076"/>
          <ac:spMkLst>
            <pc:docMk/>
            <pc:sldMk cId="224993826" sldId="899"/>
            <ac:spMk id="138" creationId="{231536C3-9E58-49BE-A46B-4F5AD969218C}"/>
          </ac:spMkLst>
        </pc:spChg>
        <pc:spChg chg="add mod">
          <ac:chgData name="Minh Huynh" userId="01a137d4-0d81-46e0-aca6-c9185b391828" providerId="ADAL" clId="{18447838-0BCA-432B-86F3-BB78526C143F}" dt="2026-10-12T21:48:42.194" v="2120" actId="1076"/>
          <ac:spMkLst>
            <pc:docMk/>
            <pc:sldMk cId="224993826" sldId="899"/>
            <ac:spMk id="139" creationId="{BB7BDFF3-160E-4508-A5C1-D1FD45994602}"/>
          </ac:spMkLst>
        </pc:spChg>
        <pc:spChg chg="add mod">
          <ac:chgData name="Minh Huynh" userId="01a137d4-0d81-46e0-aca6-c9185b391828" providerId="ADAL" clId="{18447838-0BCA-432B-86F3-BB78526C143F}" dt="2026-10-12T21:48:42.194" v="2120" actId="1076"/>
          <ac:spMkLst>
            <pc:docMk/>
            <pc:sldMk cId="224993826" sldId="899"/>
            <ac:spMk id="140" creationId="{5726F58C-EB48-458B-BC16-727F6423FD1C}"/>
          </ac:spMkLst>
        </pc:spChg>
        <pc:spChg chg="add mod">
          <ac:chgData name="Minh Huynh" userId="01a137d4-0d81-46e0-aca6-c9185b391828" providerId="ADAL" clId="{18447838-0BCA-432B-86F3-BB78526C143F}" dt="2026-10-12T21:48:42.194" v="2120" actId="1076"/>
          <ac:spMkLst>
            <pc:docMk/>
            <pc:sldMk cId="224993826" sldId="899"/>
            <ac:spMk id="141" creationId="{C01A2791-5FBA-4B1A-B5ED-4E4CEF488E57}"/>
          </ac:spMkLst>
        </pc:spChg>
        <pc:spChg chg="add mod">
          <ac:chgData name="Minh Huynh" userId="01a137d4-0d81-46e0-aca6-c9185b391828" providerId="ADAL" clId="{18447838-0BCA-432B-86F3-BB78526C143F}" dt="2026-10-12T21:48:42.194" v="2120" actId="1076"/>
          <ac:spMkLst>
            <pc:docMk/>
            <pc:sldMk cId="224993826" sldId="899"/>
            <ac:spMk id="142" creationId="{B738D2B9-DB79-4B80-8727-91E25C4E14B6}"/>
          </ac:spMkLst>
        </pc:spChg>
        <pc:spChg chg="add mod">
          <ac:chgData name="Minh Huynh" userId="01a137d4-0d81-46e0-aca6-c9185b391828" providerId="ADAL" clId="{18447838-0BCA-432B-86F3-BB78526C143F}" dt="2026-10-12T21:48:42.194" v="2120" actId="1076"/>
          <ac:spMkLst>
            <pc:docMk/>
            <pc:sldMk cId="224993826" sldId="899"/>
            <ac:spMk id="143" creationId="{49AA32A9-21E7-4464-87CA-C24C95379201}"/>
          </ac:spMkLst>
        </pc:spChg>
        <pc:spChg chg="add mod">
          <ac:chgData name="Minh Huynh" userId="01a137d4-0d81-46e0-aca6-c9185b391828" providerId="ADAL" clId="{18447838-0BCA-432B-86F3-BB78526C143F}" dt="2026-10-12T21:48:42.194" v="2120" actId="1076"/>
          <ac:spMkLst>
            <pc:docMk/>
            <pc:sldMk cId="224993826" sldId="899"/>
            <ac:spMk id="144" creationId="{97DD5D34-DCC0-4FC2-9865-09919F320786}"/>
          </ac:spMkLst>
        </pc:spChg>
        <pc:spChg chg="add mod">
          <ac:chgData name="Minh Huynh" userId="01a137d4-0d81-46e0-aca6-c9185b391828" providerId="ADAL" clId="{18447838-0BCA-432B-86F3-BB78526C143F}" dt="2026-10-12T21:48:42.194" v="2120" actId="1076"/>
          <ac:spMkLst>
            <pc:docMk/>
            <pc:sldMk cId="224993826" sldId="899"/>
            <ac:spMk id="145" creationId="{6ABE33D3-8E8E-4407-89A4-1146CAB6DFFF}"/>
          </ac:spMkLst>
        </pc:spChg>
        <pc:spChg chg="add mod">
          <ac:chgData name="Minh Huynh" userId="01a137d4-0d81-46e0-aca6-c9185b391828" providerId="ADAL" clId="{18447838-0BCA-432B-86F3-BB78526C143F}" dt="2026-10-12T21:48:42.194" v="2120" actId="1076"/>
          <ac:spMkLst>
            <pc:docMk/>
            <pc:sldMk cId="224993826" sldId="899"/>
            <ac:spMk id="146" creationId="{9F406BE7-BB42-4381-B919-C99F906C68A8}"/>
          </ac:spMkLst>
        </pc:spChg>
        <pc:spChg chg="add mod">
          <ac:chgData name="Minh Huynh" userId="01a137d4-0d81-46e0-aca6-c9185b391828" providerId="ADAL" clId="{18447838-0BCA-432B-86F3-BB78526C143F}" dt="2026-10-12T21:48:42.194" v="2120" actId="1076"/>
          <ac:spMkLst>
            <pc:docMk/>
            <pc:sldMk cId="224993826" sldId="899"/>
            <ac:spMk id="147" creationId="{9190E31B-21C1-4752-80DC-EB225F8B8FE7}"/>
          </ac:spMkLst>
        </pc:spChg>
        <pc:spChg chg="add mod">
          <ac:chgData name="Minh Huynh" userId="01a137d4-0d81-46e0-aca6-c9185b391828" providerId="ADAL" clId="{18447838-0BCA-432B-86F3-BB78526C143F}" dt="2026-10-12T21:48:42.194" v="2120" actId="1076"/>
          <ac:spMkLst>
            <pc:docMk/>
            <pc:sldMk cId="224993826" sldId="899"/>
            <ac:spMk id="148" creationId="{FD5DD199-737A-495E-88C7-4539D7CCD69A}"/>
          </ac:spMkLst>
        </pc:spChg>
      </pc:sldChg>
      <pc:sldChg chg="addSp delSp modSp add mod">
        <pc:chgData name="Minh Huynh" userId="01a137d4-0d81-46e0-aca6-c9185b391828" providerId="ADAL" clId="{18447838-0BCA-432B-86F3-BB78526C143F}" dt="2026-10-12T21:55:53.872" v="2313" actId="57"/>
        <pc:sldMkLst>
          <pc:docMk/>
          <pc:sldMk cId="1572259855" sldId="900"/>
        </pc:sldMkLst>
        <pc:spChg chg="mod">
          <ac:chgData name="Minh Huynh" userId="01a137d4-0d81-46e0-aca6-c9185b391828" providerId="ADAL" clId="{18447838-0BCA-432B-86F3-BB78526C143F}" dt="2026-10-12T21:51:56.285" v="2169" actId="20577"/>
          <ac:spMkLst>
            <pc:docMk/>
            <pc:sldMk cId="1572259855" sldId="900"/>
            <ac:spMk id="4" creationId="{7BC73E8E-0D58-4B4B-A5C4-A8AE38997407}"/>
          </ac:spMkLst>
        </pc:spChg>
        <pc:spChg chg="add del mod">
          <ac:chgData name="Minh Huynh" userId="01a137d4-0d81-46e0-aca6-c9185b391828" providerId="ADAL" clId="{18447838-0BCA-432B-86F3-BB78526C143F}" dt="2026-10-12T21:53:38.709" v="2212"/>
          <ac:spMkLst>
            <pc:docMk/>
            <pc:sldMk cId="1572259855" sldId="900"/>
            <ac:spMk id="44" creationId="{D516272F-06F8-48BC-9B00-D74C88CB6B5B}"/>
          </ac:spMkLst>
        </pc:spChg>
        <pc:spChg chg="add del mod">
          <ac:chgData name="Minh Huynh" userId="01a137d4-0d81-46e0-aca6-c9185b391828" providerId="ADAL" clId="{18447838-0BCA-432B-86F3-BB78526C143F}" dt="2026-10-12T21:53:38.709" v="2212"/>
          <ac:spMkLst>
            <pc:docMk/>
            <pc:sldMk cId="1572259855" sldId="900"/>
            <ac:spMk id="45" creationId="{20336F2F-E3F1-4663-8BFD-90707764F0E1}"/>
          </ac:spMkLst>
        </pc:spChg>
        <pc:spChg chg="add del mod">
          <ac:chgData name="Minh Huynh" userId="01a137d4-0d81-46e0-aca6-c9185b391828" providerId="ADAL" clId="{18447838-0BCA-432B-86F3-BB78526C143F}" dt="2026-10-12T21:53:38.709" v="2212"/>
          <ac:spMkLst>
            <pc:docMk/>
            <pc:sldMk cId="1572259855" sldId="900"/>
            <ac:spMk id="46" creationId="{384E353A-3D6F-4F40-B1D4-C8FFEEC2C75F}"/>
          </ac:spMkLst>
        </pc:spChg>
        <pc:spChg chg="add del mod">
          <ac:chgData name="Minh Huynh" userId="01a137d4-0d81-46e0-aca6-c9185b391828" providerId="ADAL" clId="{18447838-0BCA-432B-86F3-BB78526C143F}" dt="2026-10-12T21:53:38.709" v="2212"/>
          <ac:spMkLst>
            <pc:docMk/>
            <pc:sldMk cId="1572259855" sldId="900"/>
            <ac:spMk id="47" creationId="{6F4C853E-84C5-4769-B95B-B78C1DAA5158}"/>
          </ac:spMkLst>
        </pc:spChg>
        <pc:spChg chg="add del mod">
          <ac:chgData name="Minh Huynh" userId="01a137d4-0d81-46e0-aca6-c9185b391828" providerId="ADAL" clId="{18447838-0BCA-432B-86F3-BB78526C143F}" dt="2026-10-12T21:53:38.709" v="2212"/>
          <ac:spMkLst>
            <pc:docMk/>
            <pc:sldMk cId="1572259855" sldId="900"/>
            <ac:spMk id="48" creationId="{FF5D0D5C-2DC2-4E76-B5E0-BE7B526B5B02}"/>
          </ac:spMkLst>
        </pc:spChg>
        <pc:spChg chg="add del mod">
          <ac:chgData name="Minh Huynh" userId="01a137d4-0d81-46e0-aca6-c9185b391828" providerId="ADAL" clId="{18447838-0BCA-432B-86F3-BB78526C143F}" dt="2026-10-12T21:53:38.709" v="2212"/>
          <ac:spMkLst>
            <pc:docMk/>
            <pc:sldMk cId="1572259855" sldId="900"/>
            <ac:spMk id="49" creationId="{132C8396-05BB-49F6-9162-D544443B2F2D}"/>
          </ac:spMkLst>
        </pc:spChg>
        <pc:spChg chg="add del mod">
          <ac:chgData name="Minh Huynh" userId="01a137d4-0d81-46e0-aca6-c9185b391828" providerId="ADAL" clId="{18447838-0BCA-432B-86F3-BB78526C143F}" dt="2026-10-12T21:53:38.709" v="2212"/>
          <ac:spMkLst>
            <pc:docMk/>
            <pc:sldMk cId="1572259855" sldId="900"/>
            <ac:spMk id="50" creationId="{5280BAC9-0533-469F-B4BC-325866317D60}"/>
          </ac:spMkLst>
        </pc:spChg>
        <pc:spChg chg="add del mod">
          <ac:chgData name="Minh Huynh" userId="01a137d4-0d81-46e0-aca6-c9185b391828" providerId="ADAL" clId="{18447838-0BCA-432B-86F3-BB78526C143F}" dt="2026-10-12T21:53:38.709" v="2212"/>
          <ac:spMkLst>
            <pc:docMk/>
            <pc:sldMk cId="1572259855" sldId="900"/>
            <ac:spMk id="51" creationId="{3DE91276-54E9-4C87-884D-04FCF204AFDD}"/>
          </ac:spMkLst>
        </pc:spChg>
        <pc:spChg chg="add del mod">
          <ac:chgData name="Minh Huynh" userId="01a137d4-0d81-46e0-aca6-c9185b391828" providerId="ADAL" clId="{18447838-0BCA-432B-86F3-BB78526C143F}" dt="2026-10-12T21:53:38.709" v="2212"/>
          <ac:spMkLst>
            <pc:docMk/>
            <pc:sldMk cId="1572259855" sldId="900"/>
            <ac:spMk id="52" creationId="{53180FC7-6FB6-4A20-B521-B9C6ADEE7785}"/>
          </ac:spMkLst>
        </pc:spChg>
        <pc:spChg chg="add del mod">
          <ac:chgData name="Minh Huynh" userId="01a137d4-0d81-46e0-aca6-c9185b391828" providerId="ADAL" clId="{18447838-0BCA-432B-86F3-BB78526C143F}" dt="2026-10-12T21:53:38.709" v="2212"/>
          <ac:spMkLst>
            <pc:docMk/>
            <pc:sldMk cId="1572259855" sldId="900"/>
            <ac:spMk id="53" creationId="{55146D1C-0732-4926-8215-D2D38AF66E36}"/>
          </ac:spMkLst>
        </pc:spChg>
        <pc:spChg chg="add del mod">
          <ac:chgData name="Minh Huynh" userId="01a137d4-0d81-46e0-aca6-c9185b391828" providerId="ADAL" clId="{18447838-0BCA-432B-86F3-BB78526C143F}" dt="2026-10-12T21:53:38.709" v="2212"/>
          <ac:spMkLst>
            <pc:docMk/>
            <pc:sldMk cId="1572259855" sldId="900"/>
            <ac:spMk id="54" creationId="{87B802FE-9DA4-440E-BCF7-F8D1C8FD225B}"/>
          </ac:spMkLst>
        </pc:spChg>
        <pc:spChg chg="add del mod">
          <ac:chgData name="Minh Huynh" userId="01a137d4-0d81-46e0-aca6-c9185b391828" providerId="ADAL" clId="{18447838-0BCA-432B-86F3-BB78526C143F}" dt="2026-10-12T21:53:38.709" v="2212"/>
          <ac:spMkLst>
            <pc:docMk/>
            <pc:sldMk cId="1572259855" sldId="900"/>
            <ac:spMk id="55" creationId="{E63D5F7B-9BDA-40C2-8D46-02D593E4F9AE}"/>
          </ac:spMkLst>
        </pc:spChg>
        <pc:spChg chg="add del mod">
          <ac:chgData name="Minh Huynh" userId="01a137d4-0d81-46e0-aca6-c9185b391828" providerId="ADAL" clId="{18447838-0BCA-432B-86F3-BB78526C143F}" dt="2026-10-12T21:53:38.709" v="2212"/>
          <ac:spMkLst>
            <pc:docMk/>
            <pc:sldMk cId="1572259855" sldId="900"/>
            <ac:spMk id="56" creationId="{49477637-2B46-42C1-BD25-15AB06279BBB}"/>
          </ac:spMkLst>
        </pc:spChg>
        <pc:spChg chg="add del mod">
          <ac:chgData name="Minh Huynh" userId="01a137d4-0d81-46e0-aca6-c9185b391828" providerId="ADAL" clId="{18447838-0BCA-432B-86F3-BB78526C143F}" dt="2026-10-12T21:53:38.709" v="2212"/>
          <ac:spMkLst>
            <pc:docMk/>
            <pc:sldMk cId="1572259855" sldId="900"/>
            <ac:spMk id="57" creationId="{7AEE6190-0DB6-4562-BC8B-81D842234839}"/>
          </ac:spMkLst>
        </pc:spChg>
        <pc:spChg chg="add del mod">
          <ac:chgData name="Minh Huynh" userId="01a137d4-0d81-46e0-aca6-c9185b391828" providerId="ADAL" clId="{18447838-0BCA-432B-86F3-BB78526C143F}" dt="2026-10-12T21:53:38.709" v="2212"/>
          <ac:spMkLst>
            <pc:docMk/>
            <pc:sldMk cId="1572259855" sldId="900"/>
            <ac:spMk id="58" creationId="{C8FA79F7-C098-46C2-9FBA-5FF70FC5D18B}"/>
          </ac:spMkLst>
        </pc:spChg>
        <pc:spChg chg="add del mod">
          <ac:chgData name="Minh Huynh" userId="01a137d4-0d81-46e0-aca6-c9185b391828" providerId="ADAL" clId="{18447838-0BCA-432B-86F3-BB78526C143F}" dt="2026-10-12T21:53:38.709" v="2212"/>
          <ac:spMkLst>
            <pc:docMk/>
            <pc:sldMk cId="1572259855" sldId="900"/>
            <ac:spMk id="59" creationId="{1B0C6BF2-3D46-4480-8787-420270E09F6F}"/>
          </ac:spMkLst>
        </pc:spChg>
        <pc:spChg chg="add del mod">
          <ac:chgData name="Minh Huynh" userId="01a137d4-0d81-46e0-aca6-c9185b391828" providerId="ADAL" clId="{18447838-0BCA-432B-86F3-BB78526C143F}" dt="2026-10-12T21:53:38.709" v="2212"/>
          <ac:spMkLst>
            <pc:docMk/>
            <pc:sldMk cId="1572259855" sldId="900"/>
            <ac:spMk id="60" creationId="{EF3DE128-D044-4571-82F0-AA188AB45D32}"/>
          </ac:spMkLst>
        </pc:spChg>
        <pc:spChg chg="add del mod">
          <ac:chgData name="Minh Huynh" userId="01a137d4-0d81-46e0-aca6-c9185b391828" providerId="ADAL" clId="{18447838-0BCA-432B-86F3-BB78526C143F}" dt="2026-10-12T21:53:38.709" v="2212"/>
          <ac:spMkLst>
            <pc:docMk/>
            <pc:sldMk cId="1572259855" sldId="900"/>
            <ac:spMk id="61" creationId="{470C8668-AAF7-4494-8CCE-F9EEF3A15055}"/>
          </ac:spMkLst>
        </pc:spChg>
        <pc:spChg chg="add del mod">
          <ac:chgData name="Minh Huynh" userId="01a137d4-0d81-46e0-aca6-c9185b391828" providerId="ADAL" clId="{18447838-0BCA-432B-86F3-BB78526C143F}" dt="2026-10-12T21:53:38.709" v="2212"/>
          <ac:spMkLst>
            <pc:docMk/>
            <pc:sldMk cId="1572259855" sldId="900"/>
            <ac:spMk id="62" creationId="{0BAA67CE-C9D1-4C9B-8258-76AEE30F3CC6}"/>
          </ac:spMkLst>
        </pc:spChg>
        <pc:spChg chg="add del mod">
          <ac:chgData name="Minh Huynh" userId="01a137d4-0d81-46e0-aca6-c9185b391828" providerId="ADAL" clId="{18447838-0BCA-432B-86F3-BB78526C143F}" dt="2026-10-12T21:53:38.709" v="2212"/>
          <ac:spMkLst>
            <pc:docMk/>
            <pc:sldMk cId="1572259855" sldId="900"/>
            <ac:spMk id="63" creationId="{22415FF8-465F-430D-A18E-A4E1A1584622}"/>
          </ac:spMkLst>
        </pc:spChg>
        <pc:spChg chg="add del mod">
          <ac:chgData name="Minh Huynh" userId="01a137d4-0d81-46e0-aca6-c9185b391828" providerId="ADAL" clId="{18447838-0BCA-432B-86F3-BB78526C143F}" dt="2026-10-12T21:53:38.709" v="2212"/>
          <ac:spMkLst>
            <pc:docMk/>
            <pc:sldMk cId="1572259855" sldId="900"/>
            <ac:spMk id="64" creationId="{5114B134-2DA0-41F7-BE91-EC66B079FD49}"/>
          </ac:spMkLst>
        </pc:spChg>
        <pc:spChg chg="add del mod">
          <ac:chgData name="Minh Huynh" userId="01a137d4-0d81-46e0-aca6-c9185b391828" providerId="ADAL" clId="{18447838-0BCA-432B-86F3-BB78526C143F}" dt="2026-10-12T21:53:38.709" v="2212"/>
          <ac:spMkLst>
            <pc:docMk/>
            <pc:sldMk cId="1572259855" sldId="900"/>
            <ac:spMk id="65" creationId="{10800792-D212-4E26-BB3A-9DD25F2B2E9A}"/>
          </ac:spMkLst>
        </pc:spChg>
        <pc:spChg chg="add del mod">
          <ac:chgData name="Minh Huynh" userId="01a137d4-0d81-46e0-aca6-c9185b391828" providerId="ADAL" clId="{18447838-0BCA-432B-86F3-BB78526C143F}" dt="2026-10-12T21:53:38.709" v="2212"/>
          <ac:spMkLst>
            <pc:docMk/>
            <pc:sldMk cId="1572259855" sldId="900"/>
            <ac:spMk id="66" creationId="{70949F39-A247-4DD5-B3C3-BE087E3D6A27}"/>
          </ac:spMkLst>
        </pc:spChg>
        <pc:spChg chg="add del mod">
          <ac:chgData name="Minh Huynh" userId="01a137d4-0d81-46e0-aca6-c9185b391828" providerId="ADAL" clId="{18447838-0BCA-432B-86F3-BB78526C143F}" dt="2026-10-12T21:53:38.709" v="2212"/>
          <ac:spMkLst>
            <pc:docMk/>
            <pc:sldMk cId="1572259855" sldId="900"/>
            <ac:spMk id="67" creationId="{01EADCFD-010F-4AEA-BCD4-BFDFA3D1DFE1}"/>
          </ac:spMkLst>
        </pc:spChg>
        <pc:spChg chg="add del mod">
          <ac:chgData name="Minh Huynh" userId="01a137d4-0d81-46e0-aca6-c9185b391828" providerId="ADAL" clId="{18447838-0BCA-432B-86F3-BB78526C143F}" dt="2026-10-12T21:53:38.709" v="2212"/>
          <ac:spMkLst>
            <pc:docMk/>
            <pc:sldMk cId="1572259855" sldId="900"/>
            <ac:spMk id="68" creationId="{55ABE877-C644-4CDE-AFF8-2DBD98506169}"/>
          </ac:spMkLst>
        </pc:spChg>
        <pc:spChg chg="add del mod">
          <ac:chgData name="Minh Huynh" userId="01a137d4-0d81-46e0-aca6-c9185b391828" providerId="ADAL" clId="{18447838-0BCA-432B-86F3-BB78526C143F}" dt="2026-10-12T21:53:38.709" v="2212"/>
          <ac:spMkLst>
            <pc:docMk/>
            <pc:sldMk cId="1572259855" sldId="900"/>
            <ac:spMk id="69" creationId="{9297DD5E-4B35-473C-8C3A-32820AFEED90}"/>
          </ac:spMkLst>
        </pc:spChg>
        <pc:spChg chg="add del mod">
          <ac:chgData name="Minh Huynh" userId="01a137d4-0d81-46e0-aca6-c9185b391828" providerId="ADAL" clId="{18447838-0BCA-432B-86F3-BB78526C143F}" dt="2026-10-12T21:53:38.709" v="2212"/>
          <ac:spMkLst>
            <pc:docMk/>
            <pc:sldMk cId="1572259855" sldId="900"/>
            <ac:spMk id="70" creationId="{5D6CF9D9-D148-4FC7-8259-6CB104CEED11}"/>
          </ac:spMkLst>
        </pc:spChg>
        <pc:spChg chg="add del mod">
          <ac:chgData name="Minh Huynh" userId="01a137d4-0d81-46e0-aca6-c9185b391828" providerId="ADAL" clId="{18447838-0BCA-432B-86F3-BB78526C143F}" dt="2026-10-12T21:53:38.709" v="2212"/>
          <ac:spMkLst>
            <pc:docMk/>
            <pc:sldMk cId="1572259855" sldId="900"/>
            <ac:spMk id="71" creationId="{C896B697-DAEE-406F-8AC3-71C8BF9FDA0E}"/>
          </ac:spMkLst>
        </pc:spChg>
        <pc:spChg chg="add del mod">
          <ac:chgData name="Minh Huynh" userId="01a137d4-0d81-46e0-aca6-c9185b391828" providerId="ADAL" clId="{18447838-0BCA-432B-86F3-BB78526C143F}" dt="2026-10-12T21:53:38.709" v="2212"/>
          <ac:spMkLst>
            <pc:docMk/>
            <pc:sldMk cId="1572259855" sldId="900"/>
            <ac:spMk id="72" creationId="{0F3F7690-8BFD-431F-BF7D-4138CB78C7D3}"/>
          </ac:spMkLst>
        </pc:spChg>
        <pc:spChg chg="add del mod">
          <ac:chgData name="Minh Huynh" userId="01a137d4-0d81-46e0-aca6-c9185b391828" providerId="ADAL" clId="{18447838-0BCA-432B-86F3-BB78526C143F}" dt="2026-10-12T21:53:38.709" v="2212"/>
          <ac:spMkLst>
            <pc:docMk/>
            <pc:sldMk cId="1572259855" sldId="900"/>
            <ac:spMk id="73" creationId="{8EFA7FC1-F90A-48C0-AE0F-FD79A58B4749}"/>
          </ac:spMkLst>
        </pc:spChg>
        <pc:spChg chg="add del mod">
          <ac:chgData name="Minh Huynh" userId="01a137d4-0d81-46e0-aca6-c9185b391828" providerId="ADAL" clId="{18447838-0BCA-432B-86F3-BB78526C143F}" dt="2026-10-12T21:53:38.709" v="2212"/>
          <ac:spMkLst>
            <pc:docMk/>
            <pc:sldMk cId="1572259855" sldId="900"/>
            <ac:spMk id="74" creationId="{D384DAA5-3C08-46C2-B2EB-B68A25D77C39}"/>
          </ac:spMkLst>
        </pc:spChg>
        <pc:spChg chg="mod">
          <ac:chgData name="Minh Huynh" userId="01a137d4-0d81-46e0-aca6-c9185b391828" providerId="ADAL" clId="{18447838-0BCA-432B-86F3-BB78526C143F}" dt="2026-10-12T21:55:53.872" v="2313" actId="57"/>
          <ac:spMkLst>
            <pc:docMk/>
            <pc:sldMk cId="1572259855" sldId="900"/>
            <ac:spMk id="75" creationId="{49DF9D2F-8E65-4D63-82C3-27F8FA7882BF}"/>
          </ac:spMkLst>
        </pc:spChg>
        <pc:spChg chg="add del mod">
          <ac:chgData name="Minh Huynh" userId="01a137d4-0d81-46e0-aca6-c9185b391828" providerId="ADAL" clId="{18447838-0BCA-432B-86F3-BB78526C143F}" dt="2026-10-12T21:53:38.709" v="2212"/>
          <ac:spMkLst>
            <pc:docMk/>
            <pc:sldMk cId="1572259855" sldId="900"/>
            <ac:spMk id="76" creationId="{2E6FBF43-0122-458E-B137-0DAFD0CCB7F4}"/>
          </ac:spMkLst>
        </pc:spChg>
        <pc:spChg chg="add del mod">
          <ac:chgData name="Minh Huynh" userId="01a137d4-0d81-46e0-aca6-c9185b391828" providerId="ADAL" clId="{18447838-0BCA-432B-86F3-BB78526C143F}" dt="2026-10-12T21:53:38.709" v="2212"/>
          <ac:spMkLst>
            <pc:docMk/>
            <pc:sldMk cId="1572259855" sldId="900"/>
            <ac:spMk id="77" creationId="{D4757130-AE89-4C5F-98A5-56CEC96AE442}"/>
          </ac:spMkLst>
        </pc:spChg>
        <pc:spChg chg="add del mod">
          <ac:chgData name="Minh Huynh" userId="01a137d4-0d81-46e0-aca6-c9185b391828" providerId="ADAL" clId="{18447838-0BCA-432B-86F3-BB78526C143F}" dt="2026-10-12T21:53:38.709" v="2212"/>
          <ac:spMkLst>
            <pc:docMk/>
            <pc:sldMk cId="1572259855" sldId="900"/>
            <ac:spMk id="78" creationId="{84D7B0B5-902E-489F-8B16-0AF1D6BB79C8}"/>
          </ac:spMkLst>
        </pc:spChg>
        <pc:spChg chg="add del mod">
          <ac:chgData name="Minh Huynh" userId="01a137d4-0d81-46e0-aca6-c9185b391828" providerId="ADAL" clId="{18447838-0BCA-432B-86F3-BB78526C143F}" dt="2026-10-12T21:53:38.709" v="2212"/>
          <ac:spMkLst>
            <pc:docMk/>
            <pc:sldMk cId="1572259855" sldId="900"/>
            <ac:spMk id="79" creationId="{5CAE0427-743D-43D5-AD84-607335C54FCF}"/>
          </ac:spMkLst>
        </pc:spChg>
        <pc:spChg chg="add del mod">
          <ac:chgData name="Minh Huynh" userId="01a137d4-0d81-46e0-aca6-c9185b391828" providerId="ADAL" clId="{18447838-0BCA-432B-86F3-BB78526C143F}" dt="2026-10-12T21:53:38.709" v="2212"/>
          <ac:spMkLst>
            <pc:docMk/>
            <pc:sldMk cId="1572259855" sldId="900"/>
            <ac:spMk id="80" creationId="{722EA031-077E-4D22-8ABF-170041A327C1}"/>
          </ac:spMkLst>
        </pc:spChg>
        <pc:spChg chg="add del mod">
          <ac:chgData name="Minh Huynh" userId="01a137d4-0d81-46e0-aca6-c9185b391828" providerId="ADAL" clId="{18447838-0BCA-432B-86F3-BB78526C143F}" dt="2026-10-12T21:53:38.709" v="2212"/>
          <ac:spMkLst>
            <pc:docMk/>
            <pc:sldMk cId="1572259855" sldId="900"/>
            <ac:spMk id="81" creationId="{639525BF-9A3C-42BE-8B8F-78449493D8F0}"/>
          </ac:spMkLst>
        </pc:spChg>
        <pc:spChg chg="add del mod">
          <ac:chgData name="Minh Huynh" userId="01a137d4-0d81-46e0-aca6-c9185b391828" providerId="ADAL" clId="{18447838-0BCA-432B-86F3-BB78526C143F}" dt="2026-10-12T21:53:38.709" v="2212"/>
          <ac:spMkLst>
            <pc:docMk/>
            <pc:sldMk cId="1572259855" sldId="900"/>
            <ac:spMk id="82" creationId="{AA61A315-5EAF-4FAC-9160-3324ED96CA53}"/>
          </ac:spMkLst>
        </pc:spChg>
        <pc:spChg chg="add del mod">
          <ac:chgData name="Minh Huynh" userId="01a137d4-0d81-46e0-aca6-c9185b391828" providerId="ADAL" clId="{18447838-0BCA-432B-86F3-BB78526C143F}" dt="2026-10-12T21:53:38.709" v="2212"/>
          <ac:spMkLst>
            <pc:docMk/>
            <pc:sldMk cId="1572259855" sldId="900"/>
            <ac:spMk id="83" creationId="{EBB008E0-1234-4FBD-867F-6D46F47EC3AA}"/>
          </ac:spMkLst>
        </pc:spChg>
        <pc:spChg chg="add del mod">
          <ac:chgData name="Minh Huynh" userId="01a137d4-0d81-46e0-aca6-c9185b391828" providerId="ADAL" clId="{18447838-0BCA-432B-86F3-BB78526C143F}" dt="2026-10-12T21:53:38.709" v="2212"/>
          <ac:spMkLst>
            <pc:docMk/>
            <pc:sldMk cId="1572259855" sldId="900"/>
            <ac:spMk id="84" creationId="{F7A301CC-F1B1-4F0B-B2D5-A8AB9A39C756}"/>
          </ac:spMkLst>
        </pc:spChg>
        <pc:spChg chg="add del mod">
          <ac:chgData name="Minh Huynh" userId="01a137d4-0d81-46e0-aca6-c9185b391828" providerId="ADAL" clId="{18447838-0BCA-432B-86F3-BB78526C143F}" dt="2026-10-12T21:53:38.709" v="2212"/>
          <ac:spMkLst>
            <pc:docMk/>
            <pc:sldMk cId="1572259855" sldId="900"/>
            <ac:spMk id="85" creationId="{F7B877F6-1BE8-4052-84B5-CB6AA85A0AB6}"/>
          </ac:spMkLst>
        </pc:spChg>
        <pc:spChg chg="add del mod">
          <ac:chgData name="Minh Huynh" userId="01a137d4-0d81-46e0-aca6-c9185b391828" providerId="ADAL" clId="{18447838-0BCA-432B-86F3-BB78526C143F}" dt="2026-10-12T21:53:38.709" v="2212"/>
          <ac:spMkLst>
            <pc:docMk/>
            <pc:sldMk cId="1572259855" sldId="900"/>
            <ac:spMk id="86" creationId="{D17CEC4A-564A-4BE1-B022-479CC91FB3AE}"/>
          </ac:spMkLst>
        </pc:spChg>
        <pc:spChg chg="add del mod">
          <ac:chgData name="Minh Huynh" userId="01a137d4-0d81-46e0-aca6-c9185b391828" providerId="ADAL" clId="{18447838-0BCA-432B-86F3-BB78526C143F}" dt="2026-10-12T21:53:38.709" v="2212"/>
          <ac:spMkLst>
            <pc:docMk/>
            <pc:sldMk cId="1572259855" sldId="900"/>
            <ac:spMk id="87" creationId="{4CE955E1-AB93-40CE-BC4B-2CF9ADD3A1D2}"/>
          </ac:spMkLst>
        </pc:spChg>
        <pc:spChg chg="add mod">
          <ac:chgData name="Minh Huynh" userId="01a137d4-0d81-46e0-aca6-c9185b391828" providerId="ADAL" clId="{18447838-0BCA-432B-86F3-BB78526C143F}" dt="2026-10-12T21:53:42.505" v="2214" actId="1076"/>
          <ac:spMkLst>
            <pc:docMk/>
            <pc:sldMk cId="1572259855" sldId="900"/>
            <ac:spMk id="88" creationId="{DD7F568A-E10A-42A6-8DD7-89708932C924}"/>
          </ac:spMkLst>
        </pc:spChg>
        <pc:spChg chg="add mod">
          <ac:chgData name="Minh Huynh" userId="01a137d4-0d81-46e0-aca6-c9185b391828" providerId="ADAL" clId="{18447838-0BCA-432B-86F3-BB78526C143F}" dt="2026-10-12T21:53:42.505" v="2214" actId="1076"/>
          <ac:spMkLst>
            <pc:docMk/>
            <pc:sldMk cId="1572259855" sldId="900"/>
            <ac:spMk id="89" creationId="{46F8458C-5F60-4B54-8B52-86BFF0E7BFCB}"/>
          </ac:spMkLst>
        </pc:spChg>
        <pc:spChg chg="add mod">
          <ac:chgData name="Minh Huynh" userId="01a137d4-0d81-46e0-aca6-c9185b391828" providerId="ADAL" clId="{18447838-0BCA-432B-86F3-BB78526C143F}" dt="2026-10-12T21:53:42.505" v="2214" actId="1076"/>
          <ac:spMkLst>
            <pc:docMk/>
            <pc:sldMk cId="1572259855" sldId="900"/>
            <ac:spMk id="90" creationId="{CAEC0739-F223-4399-AA9D-C8873B374836}"/>
          </ac:spMkLst>
        </pc:spChg>
        <pc:spChg chg="add mod">
          <ac:chgData name="Minh Huynh" userId="01a137d4-0d81-46e0-aca6-c9185b391828" providerId="ADAL" clId="{18447838-0BCA-432B-86F3-BB78526C143F}" dt="2026-10-12T21:53:42.505" v="2214" actId="1076"/>
          <ac:spMkLst>
            <pc:docMk/>
            <pc:sldMk cId="1572259855" sldId="900"/>
            <ac:spMk id="91" creationId="{B6403C4B-018A-4CC1-8C10-9982F249BAFB}"/>
          </ac:spMkLst>
        </pc:spChg>
        <pc:spChg chg="add mod">
          <ac:chgData name="Minh Huynh" userId="01a137d4-0d81-46e0-aca6-c9185b391828" providerId="ADAL" clId="{18447838-0BCA-432B-86F3-BB78526C143F}" dt="2026-10-12T21:53:42.505" v="2214" actId="1076"/>
          <ac:spMkLst>
            <pc:docMk/>
            <pc:sldMk cId="1572259855" sldId="900"/>
            <ac:spMk id="92" creationId="{15164FBA-393B-48E9-AA99-ADA9AFD450C9}"/>
          </ac:spMkLst>
        </pc:spChg>
        <pc:spChg chg="add mod">
          <ac:chgData name="Minh Huynh" userId="01a137d4-0d81-46e0-aca6-c9185b391828" providerId="ADAL" clId="{18447838-0BCA-432B-86F3-BB78526C143F}" dt="2026-10-12T21:53:42.505" v="2214" actId="1076"/>
          <ac:spMkLst>
            <pc:docMk/>
            <pc:sldMk cId="1572259855" sldId="900"/>
            <ac:spMk id="93" creationId="{01EC23A7-0FB8-4BB0-BDDF-E77B9D4D8CF0}"/>
          </ac:spMkLst>
        </pc:spChg>
        <pc:spChg chg="add mod">
          <ac:chgData name="Minh Huynh" userId="01a137d4-0d81-46e0-aca6-c9185b391828" providerId="ADAL" clId="{18447838-0BCA-432B-86F3-BB78526C143F}" dt="2026-10-12T21:53:42.505" v="2214" actId="1076"/>
          <ac:spMkLst>
            <pc:docMk/>
            <pc:sldMk cId="1572259855" sldId="900"/>
            <ac:spMk id="94" creationId="{7612F2A8-B096-4386-B4E3-2FBBB3B19281}"/>
          </ac:spMkLst>
        </pc:spChg>
        <pc:spChg chg="add mod">
          <ac:chgData name="Minh Huynh" userId="01a137d4-0d81-46e0-aca6-c9185b391828" providerId="ADAL" clId="{18447838-0BCA-432B-86F3-BB78526C143F}" dt="2026-10-12T21:53:42.505" v="2214" actId="1076"/>
          <ac:spMkLst>
            <pc:docMk/>
            <pc:sldMk cId="1572259855" sldId="900"/>
            <ac:spMk id="95" creationId="{249DC1CC-BBC8-487C-8E71-B729AFA26698}"/>
          </ac:spMkLst>
        </pc:spChg>
        <pc:spChg chg="add mod">
          <ac:chgData name="Minh Huynh" userId="01a137d4-0d81-46e0-aca6-c9185b391828" providerId="ADAL" clId="{18447838-0BCA-432B-86F3-BB78526C143F}" dt="2026-10-12T21:53:42.505" v="2214" actId="1076"/>
          <ac:spMkLst>
            <pc:docMk/>
            <pc:sldMk cId="1572259855" sldId="900"/>
            <ac:spMk id="96" creationId="{3F31811F-B8BB-4CC7-9E0B-EA31337D3346}"/>
          </ac:spMkLst>
        </pc:spChg>
        <pc:spChg chg="add mod">
          <ac:chgData name="Minh Huynh" userId="01a137d4-0d81-46e0-aca6-c9185b391828" providerId="ADAL" clId="{18447838-0BCA-432B-86F3-BB78526C143F}" dt="2026-10-12T21:53:42.505" v="2214" actId="1076"/>
          <ac:spMkLst>
            <pc:docMk/>
            <pc:sldMk cId="1572259855" sldId="900"/>
            <ac:spMk id="97" creationId="{2A6C4381-B73D-4F25-8F78-5A572C11DA6E}"/>
          </ac:spMkLst>
        </pc:spChg>
        <pc:spChg chg="add mod">
          <ac:chgData name="Minh Huynh" userId="01a137d4-0d81-46e0-aca6-c9185b391828" providerId="ADAL" clId="{18447838-0BCA-432B-86F3-BB78526C143F}" dt="2026-10-12T21:53:42.505" v="2214" actId="1076"/>
          <ac:spMkLst>
            <pc:docMk/>
            <pc:sldMk cId="1572259855" sldId="900"/>
            <ac:spMk id="98" creationId="{00084E4B-67AD-406C-BCE5-11BB2D96174F}"/>
          </ac:spMkLst>
        </pc:spChg>
        <pc:spChg chg="add mod">
          <ac:chgData name="Minh Huynh" userId="01a137d4-0d81-46e0-aca6-c9185b391828" providerId="ADAL" clId="{18447838-0BCA-432B-86F3-BB78526C143F}" dt="2026-10-12T21:53:42.505" v="2214" actId="1076"/>
          <ac:spMkLst>
            <pc:docMk/>
            <pc:sldMk cId="1572259855" sldId="900"/>
            <ac:spMk id="99" creationId="{E8D2E691-0891-443B-8FF9-2D053A9F71E3}"/>
          </ac:spMkLst>
        </pc:spChg>
        <pc:spChg chg="add mod">
          <ac:chgData name="Minh Huynh" userId="01a137d4-0d81-46e0-aca6-c9185b391828" providerId="ADAL" clId="{18447838-0BCA-432B-86F3-BB78526C143F}" dt="2026-10-12T21:53:42.505" v="2214" actId="1076"/>
          <ac:spMkLst>
            <pc:docMk/>
            <pc:sldMk cId="1572259855" sldId="900"/>
            <ac:spMk id="100" creationId="{A3BF1D4D-579B-4F41-A96E-812F464E839E}"/>
          </ac:spMkLst>
        </pc:spChg>
        <pc:spChg chg="add mod">
          <ac:chgData name="Minh Huynh" userId="01a137d4-0d81-46e0-aca6-c9185b391828" providerId="ADAL" clId="{18447838-0BCA-432B-86F3-BB78526C143F}" dt="2026-10-12T21:53:42.505" v="2214" actId="1076"/>
          <ac:spMkLst>
            <pc:docMk/>
            <pc:sldMk cId="1572259855" sldId="900"/>
            <ac:spMk id="101" creationId="{ADB1EB13-4BE8-4854-B309-0C96D88C67FE}"/>
          </ac:spMkLst>
        </pc:spChg>
        <pc:spChg chg="add mod">
          <ac:chgData name="Minh Huynh" userId="01a137d4-0d81-46e0-aca6-c9185b391828" providerId="ADAL" clId="{18447838-0BCA-432B-86F3-BB78526C143F}" dt="2026-10-12T21:53:42.505" v="2214" actId="1076"/>
          <ac:spMkLst>
            <pc:docMk/>
            <pc:sldMk cId="1572259855" sldId="900"/>
            <ac:spMk id="102" creationId="{1D443D0C-3FD4-40A7-9D65-5F41331FA545}"/>
          </ac:spMkLst>
        </pc:spChg>
        <pc:spChg chg="add mod">
          <ac:chgData name="Minh Huynh" userId="01a137d4-0d81-46e0-aca6-c9185b391828" providerId="ADAL" clId="{18447838-0BCA-432B-86F3-BB78526C143F}" dt="2026-10-12T21:53:42.505" v="2214" actId="1076"/>
          <ac:spMkLst>
            <pc:docMk/>
            <pc:sldMk cId="1572259855" sldId="900"/>
            <ac:spMk id="103" creationId="{2B9A8AE0-96E8-4C2B-A774-1481FBB65B89}"/>
          </ac:spMkLst>
        </pc:spChg>
        <pc:spChg chg="add mod">
          <ac:chgData name="Minh Huynh" userId="01a137d4-0d81-46e0-aca6-c9185b391828" providerId="ADAL" clId="{18447838-0BCA-432B-86F3-BB78526C143F}" dt="2026-10-12T21:53:42.505" v="2214" actId="1076"/>
          <ac:spMkLst>
            <pc:docMk/>
            <pc:sldMk cId="1572259855" sldId="900"/>
            <ac:spMk id="104" creationId="{FF15C818-59D4-4522-8833-371EBDFD1665}"/>
          </ac:spMkLst>
        </pc:spChg>
        <pc:spChg chg="add mod">
          <ac:chgData name="Minh Huynh" userId="01a137d4-0d81-46e0-aca6-c9185b391828" providerId="ADAL" clId="{18447838-0BCA-432B-86F3-BB78526C143F}" dt="2026-10-12T21:53:42.505" v="2214" actId="1076"/>
          <ac:spMkLst>
            <pc:docMk/>
            <pc:sldMk cId="1572259855" sldId="900"/>
            <ac:spMk id="105" creationId="{E6CF411F-1380-4F4F-9AB7-C00595D29714}"/>
          </ac:spMkLst>
        </pc:spChg>
        <pc:spChg chg="add mod">
          <ac:chgData name="Minh Huynh" userId="01a137d4-0d81-46e0-aca6-c9185b391828" providerId="ADAL" clId="{18447838-0BCA-432B-86F3-BB78526C143F}" dt="2026-10-12T21:53:42.505" v="2214" actId="1076"/>
          <ac:spMkLst>
            <pc:docMk/>
            <pc:sldMk cId="1572259855" sldId="900"/>
            <ac:spMk id="106" creationId="{06262F71-8E9B-4E8B-BAC9-518A2BC779BF}"/>
          </ac:spMkLst>
        </pc:spChg>
        <pc:spChg chg="add mod">
          <ac:chgData name="Minh Huynh" userId="01a137d4-0d81-46e0-aca6-c9185b391828" providerId="ADAL" clId="{18447838-0BCA-432B-86F3-BB78526C143F}" dt="2026-10-12T21:53:42.505" v="2214" actId="1076"/>
          <ac:spMkLst>
            <pc:docMk/>
            <pc:sldMk cId="1572259855" sldId="900"/>
            <ac:spMk id="107" creationId="{F2649D6C-8552-4CE2-B9DD-06B336D3C297}"/>
          </ac:spMkLst>
        </pc:spChg>
        <pc:spChg chg="add mod">
          <ac:chgData name="Minh Huynh" userId="01a137d4-0d81-46e0-aca6-c9185b391828" providerId="ADAL" clId="{18447838-0BCA-432B-86F3-BB78526C143F}" dt="2026-10-12T21:53:42.505" v="2214" actId="1076"/>
          <ac:spMkLst>
            <pc:docMk/>
            <pc:sldMk cId="1572259855" sldId="900"/>
            <ac:spMk id="108" creationId="{A3754F7B-EB72-4111-AA04-1B47F01AAA98}"/>
          </ac:spMkLst>
        </pc:spChg>
        <pc:spChg chg="del">
          <ac:chgData name="Minh Huynh" userId="01a137d4-0d81-46e0-aca6-c9185b391828" providerId="ADAL" clId="{18447838-0BCA-432B-86F3-BB78526C143F}" dt="2026-10-12T21:53:27.054" v="2210" actId="478"/>
          <ac:spMkLst>
            <pc:docMk/>
            <pc:sldMk cId="1572259855" sldId="900"/>
            <ac:spMk id="109" creationId="{3D39CCBB-818F-4C2C-A0F1-C483687AD860}"/>
          </ac:spMkLst>
        </pc:spChg>
        <pc:spChg chg="del">
          <ac:chgData name="Minh Huynh" userId="01a137d4-0d81-46e0-aca6-c9185b391828" providerId="ADAL" clId="{18447838-0BCA-432B-86F3-BB78526C143F}" dt="2026-10-12T21:53:27.054" v="2210" actId="478"/>
          <ac:spMkLst>
            <pc:docMk/>
            <pc:sldMk cId="1572259855" sldId="900"/>
            <ac:spMk id="110" creationId="{F0810AB7-887E-4CEE-985B-E801F950FD75}"/>
          </ac:spMkLst>
        </pc:spChg>
        <pc:spChg chg="del">
          <ac:chgData name="Minh Huynh" userId="01a137d4-0d81-46e0-aca6-c9185b391828" providerId="ADAL" clId="{18447838-0BCA-432B-86F3-BB78526C143F}" dt="2026-10-12T21:53:27.054" v="2210" actId="478"/>
          <ac:spMkLst>
            <pc:docMk/>
            <pc:sldMk cId="1572259855" sldId="900"/>
            <ac:spMk id="111" creationId="{8C14A1BE-23D6-4A71-B469-AA85A0AB249E}"/>
          </ac:spMkLst>
        </pc:spChg>
        <pc:spChg chg="del">
          <ac:chgData name="Minh Huynh" userId="01a137d4-0d81-46e0-aca6-c9185b391828" providerId="ADAL" clId="{18447838-0BCA-432B-86F3-BB78526C143F}" dt="2026-10-12T21:53:27.054" v="2210" actId="478"/>
          <ac:spMkLst>
            <pc:docMk/>
            <pc:sldMk cId="1572259855" sldId="900"/>
            <ac:spMk id="112" creationId="{DA270779-A8F0-4C7B-91A9-25376A9819EA}"/>
          </ac:spMkLst>
        </pc:spChg>
        <pc:spChg chg="del">
          <ac:chgData name="Minh Huynh" userId="01a137d4-0d81-46e0-aca6-c9185b391828" providerId="ADAL" clId="{18447838-0BCA-432B-86F3-BB78526C143F}" dt="2026-10-12T21:53:27.054" v="2210" actId="478"/>
          <ac:spMkLst>
            <pc:docMk/>
            <pc:sldMk cId="1572259855" sldId="900"/>
            <ac:spMk id="113" creationId="{8B9A20E8-B4EB-4D8E-B1CD-95786CEF4741}"/>
          </ac:spMkLst>
        </pc:spChg>
        <pc:spChg chg="del">
          <ac:chgData name="Minh Huynh" userId="01a137d4-0d81-46e0-aca6-c9185b391828" providerId="ADAL" clId="{18447838-0BCA-432B-86F3-BB78526C143F}" dt="2026-10-12T21:53:27.054" v="2210" actId="478"/>
          <ac:spMkLst>
            <pc:docMk/>
            <pc:sldMk cId="1572259855" sldId="900"/>
            <ac:spMk id="114" creationId="{3D649E51-293D-4A75-8A32-668C87119407}"/>
          </ac:spMkLst>
        </pc:spChg>
        <pc:spChg chg="del">
          <ac:chgData name="Minh Huynh" userId="01a137d4-0d81-46e0-aca6-c9185b391828" providerId="ADAL" clId="{18447838-0BCA-432B-86F3-BB78526C143F}" dt="2026-10-12T21:53:27.054" v="2210" actId="478"/>
          <ac:spMkLst>
            <pc:docMk/>
            <pc:sldMk cId="1572259855" sldId="900"/>
            <ac:spMk id="115" creationId="{BB84CD00-8CF5-4A7D-B233-10B5631A61B3}"/>
          </ac:spMkLst>
        </pc:spChg>
        <pc:spChg chg="del">
          <ac:chgData name="Minh Huynh" userId="01a137d4-0d81-46e0-aca6-c9185b391828" providerId="ADAL" clId="{18447838-0BCA-432B-86F3-BB78526C143F}" dt="2026-10-12T21:53:27.054" v="2210" actId="478"/>
          <ac:spMkLst>
            <pc:docMk/>
            <pc:sldMk cId="1572259855" sldId="900"/>
            <ac:spMk id="116" creationId="{FC78B74D-A1C5-4F32-93D6-361679E758D7}"/>
          </ac:spMkLst>
        </pc:spChg>
        <pc:spChg chg="del">
          <ac:chgData name="Minh Huynh" userId="01a137d4-0d81-46e0-aca6-c9185b391828" providerId="ADAL" clId="{18447838-0BCA-432B-86F3-BB78526C143F}" dt="2026-10-12T21:53:27.054" v="2210" actId="478"/>
          <ac:spMkLst>
            <pc:docMk/>
            <pc:sldMk cId="1572259855" sldId="900"/>
            <ac:spMk id="117" creationId="{43AF4A22-2BCC-4A91-B0D7-D0EAD58769F8}"/>
          </ac:spMkLst>
        </pc:spChg>
        <pc:spChg chg="del">
          <ac:chgData name="Minh Huynh" userId="01a137d4-0d81-46e0-aca6-c9185b391828" providerId="ADAL" clId="{18447838-0BCA-432B-86F3-BB78526C143F}" dt="2026-10-12T21:53:27.054" v="2210" actId="478"/>
          <ac:spMkLst>
            <pc:docMk/>
            <pc:sldMk cId="1572259855" sldId="900"/>
            <ac:spMk id="118" creationId="{26F7F4D0-F82B-479D-BE73-C57D24929D87}"/>
          </ac:spMkLst>
        </pc:spChg>
        <pc:spChg chg="del">
          <ac:chgData name="Minh Huynh" userId="01a137d4-0d81-46e0-aca6-c9185b391828" providerId="ADAL" clId="{18447838-0BCA-432B-86F3-BB78526C143F}" dt="2026-10-12T21:53:27.054" v="2210" actId="478"/>
          <ac:spMkLst>
            <pc:docMk/>
            <pc:sldMk cId="1572259855" sldId="900"/>
            <ac:spMk id="119" creationId="{8FA59F90-3109-4ACB-8BBC-368F3EECF04F}"/>
          </ac:spMkLst>
        </pc:spChg>
        <pc:spChg chg="del">
          <ac:chgData name="Minh Huynh" userId="01a137d4-0d81-46e0-aca6-c9185b391828" providerId="ADAL" clId="{18447838-0BCA-432B-86F3-BB78526C143F}" dt="2026-10-12T21:53:27.054" v="2210" actId="478"/>
          <ac:spMkLst>
            <pc:docMk/>
            <pc:sldMk cId="1572259855" sldId="900"/>
            <ac:spMk id="120" creationId="{208231C7-54E8-4C15-A4B7-9F19F10DF278}"/>
          </ac:spMkLst>
        </pc:spChg>
        <pc:spChg chg="del">
          <ac:chgData name="Minh Huynh" userId="01a137d4-0d81-46e0-aca6-c9185b391828" providerId="ADAL" clId="{18447838-0BCA-432B-86F3-BB78526C143F}" dt="2026-10-12T21:53:27.054" v="2210" actId="478"/>
          <ac:spMkLst>
            <pc:docMk/>
            <pc:sldMk cId="1572259855" sldId="900"/>
            <ac:spMk id="121" creationId="{58B9E9C3-3A9C-48CC-B2B2-D7404856E10D}"/>
          </ac:spMkLst>
        </pc:spChg>
        <pc:spChg chg="del">
          <ac:chgData name="Minh Huynh" userId="01a137d4-0d81-46e0-aca6-c9185b391828" providerId="ADAL" clId="{18447838-0BCA-432B-86F3-BB78526C143F}" dt="2026-10-12T21:53:27.054" v="2210" actId="478"/>
          <ac:spMkLst>
            <pc:docMk/>
            <pc:sldMk cId="1572259855" sldId="900"/>
            <ac:spMk id="122" creationId="{720A4586-7609-4D23-90F5-A532E75A06A0}"/>
          </ac:spMkLst>
        </pc:spChg>
        <pc:spChg chg="del">
          <ac:chgData name="Minh Huynh" userId="01a137d4-0d81-46e0-aca6-c9185b391828" providerId="ADAL" clId="{18447838-0BCA-432B-86F3-BB78526C143F}" dt="2026-10-12T21:53:27.054" v="2210" actId="478"/>
          <ac:spMkLst>
            <pc:docMk/>
            <pc:sldMk cId="1572259855" sldId="900"/>
            <ac:spMk id="123" creationId="{1EE6A027-EBE3-492F-A9D8-A7CF22F1ADE3}"/>
          </ac:spMkLst>
        </pc:spChg>
        <pc:spChg chg="del">
          <ac:chgData name="Minh Huynh" userId="01a137d4-0d81-46e0-aca6-c9185b391828" providerId="ADAL" clId="{18447838-0BCA-432B-86F3-BB78526C143F}" dt="2026-10-12T21:53:27.054" v="2210" actId="478"/>
          <ac:spMkLst>
            <pc:docMk/>
            <pc:sldMk cId="1572259855" sldId="900"/>
            <ac:spMk id="124" creationId="{70CDC884-6E92-4AB0-AAE1-44134FF18D8A}"/>
          </ac:spMkLst>
        </pc:spChg>
        <pc:spChg chg="del">
          <ac:chgData name="Minh Huynh" userId="01a137d4-0d81-46e0-aca6-c9185b391828" providerId="ADAL" clId="{18447838-0BCA-432B-86F3-BB78526C143F}" dt="2026-10-12T21:53:27.054" v="2210" actId="478"/>
          <ac:spMkLst>
            <pc:docMk/>
            <pc:sldMk cId="1572259855" sldId="900"/>
            <ac:spMk id="125" creationId="{C36F9355-E55C-4F29-9998-E17F4C767094}"/>
          </ac:spMkLst>
        </pc:spChg>
        <pc:spChg chg="del">
          <ac:chgData name="Minh Huynh" userId="01a137d4-0d81-46e0-aca6-c9185b391828" providerId="ADAL" clId="{18447838-0BCA-432B-86F3-BB78526C143F}" dt="2026-10-12T21:53:27.054" v="2210" actId="478"/>
          <ac:spMkLst>
            <pc:docMk/>
            <pc:sldMk cId="1572259855" sldId="900"/>
            <ac:spMk id="126" creationId="{F1C80EEF-F4E0-4202-ABF8-897A5B1974C9}"/>
          </ac:spMkLst>
        </pc:spChg>
        <pc:spChg chg="del">
          <ac:chgData name="Minh Huynh" userId="01a137d4-0d81-46e0-aca6-c9185b391828" providerId="ADAL" clId="{18447838-0BCA-432B-86F3-BB78526C143F}" dt="2026-10-12T21:53:27.054" v="2210" actId="478"/>
          <ac:spMkLst>
            <pc:docMk/>
            <pc:sldMk cId="1572259855" sldId="900"/>
            <ac:spMk id="127" creationId="{28ECCE3F-B26C-4D7F-9734-016D658D7791}"/>
          </ac:spMkLst>
        </pc:spChg>
        <pc:spChg chg="del">
          <ac:chgData name="Minh Huynh" userId="01a137d4-0d81-46e0-aca6-c9185b391828" providerId="ADAL" clId="{18447838-0BCA-432B-86F3-BB78526C143F}" dt="2026-10-12T21:53:27.054" v="2210" actId="478"/>
          <ac:spMkLst>
            <pc:docMk/>
            <pc:sldMk cId="1572259855" sldId="900"/>
            <ac:spMk id="128" creationId="{AC2159AF-D14C-4BE5-8BBF-ED4ABD6F422F}"/>
          </ac:spMkLst>
        </pc:spChg>
        <pc:spChg chg="del">
          <ac:chgData name="Minh Huynh" userId="01a137d4-0d81-46e0-aca6-c9185b391828" providerId="ADAL" clId="{18447838-0BCA-432B-86F3-BB78526C143F}" dt="2026-10-12T21:53:27.054" v="2210" actId="478"/>
          <ac:spMkLst>
            <pc:docMk/>
            <pc:sldMk cId="1572259855" sldId="900"/>
            <ac:spMk id="129" creationId="{C02D6605-D919-4520-B5EB-A6BF078F19A1}"/>
          </ac:spMkLst>
        </pc:spChg>
        <pc:spChg chg="del">
          <ac:chgData name="Minh Huynh" userId="01a137d4-0d81-46e0-aca6-c9185b391828" providerId="ADAL" clId="{18447838-0BCA-432B-86F3-BB78526C143F}" dt="2026-10-12T21:53:27.054" v="2210" actId="478"/>
          <ac:spMkLst>
            <pc:docMk/>
            <pc:sldMk cId="1572259855" sldId="900"/>
            <ac:spMk id="130" creationId="{0CC0B17D-A966-446E-843A-8C9DA02AB9C0}"/>
          </ac:spMkLst>
        </pc:spChg>
        <pc:spChg chg="del">
          <ac:chgData name="Minh Huynh" userId="01a137d4-0d81-46e0-aca6-c9185b391828" providerId="ADAL" clId="{18447838-0BCA-432B-86F3-BB78526C143F}" dt="2026-10-12T21:53:27.054" v="2210" actId="478"/>
          <ac:spMkLst>
            <pc:docMk/>
            <pc:sldMk cId="1572259855" sldId="900"/>
            <ac:spMk id="131" creationId="{36EBA0CB-78DD-4264-B31A-444991CA79D8}"/>
          </ac:spMkLst>
        </pc:spChg>
        <pc:spChg chg="del">
          <ac:chgData name="Minh Huynh" userId="01a137d4-0d81-46e0-aca6-c9185b391828" providerId="ADAL" clId="{18447838-0BCA-432B-86F3-BB78526C143F}" dt="2026-10-12T21:53:27.054" v="2210" actId="478"/>
          <ac:spMkLst>
            <pc:docMk/>
            <pc:sldMk cId="1572259855" sldId="900"/>
            <ac:spMk id="132" creationId="{8C5E9F7D-FCC9-468A-9459-8BF7BC235CEF}"/>
          </ac:spMkLst>
        </pc:spChg>
        <pc:spChg chg="del">
          <ac:chgData name="Minh Huynh" userId="01a137d4-0d81-46e0-aca6-c9185b391828" providerId="ADAL" clId="{18447838-0BCA-432B-86F3-BB78526C143F}" dt="2026-10-12T21:53:27.054" v="2210" actId="478"/>
          <ac:spMkLst>
            <pc:docMk/>
            <pc:sldMk cId="1572259855" sldId="900"/>
            <ac:spMk id="133" creationId="{328ABEDB-6DD7-4DDE-997C-7FBF738D14C9}"/>
          </ac:spMkLst>
        </pc:spChg>
        <pc:spChg chg="del">
          <ac:chgData name="Minh Huynh" userId="01a137d4-0d81-46e0-aca6-c9185b391828" providerId="ADAL" clId="{18447838-0BCA-432B-86F3-BB78526C143F}" dt="2026-10-12T21:53:27.054" v="2210" actId="478"/>
          <ac:spMkLst>
            <pc:docMk/>
            <pc:sldMk cId="1572259855" sldId="900"/>
            <ac:spMk id="134" creationId="{32743519-AA83-43F1-ADE0-6DD3E0C0218E}"/>
          </ac:spMkLst>
        </pc:spChg>
        <pc:spChg chg="del">
          <ac:chgData name="Minh Huynh" userId="01a137d4-0d81-46e0-aca6-c9185b391828" providerId="ADAL" clId="{18447838-0BCA-432B-86F3-BB78526C143F}" dt="2026-10-12T21:53:27.054" v="2210" actId="478"/>
          <ac:spMkLst>
            <pc:docMk/>
            <pc:sldMk cId="1572259855" sldId="900"/>
            <ac:spMk id="135" creationId="{DAC1265D-48B0-4EF6-9E5F-C8B095DA93F7}"/>
          </ac:spMkLst>
        </pc:spChg>
        <pc:spChg chg="del">
          <ac:chgData name="Minh Huynh" userId="01a137d4-0d81-46e0-aca6-c9185b391828" providerId="ADAL" clId="{18447838-0BCA-432B-86F3-BB78526C143F}" dt="2026-10-12T21:53:27.054" v="2210" actId="478"/>
          <ac:spMkLst>
            <pc:docMk/>
            <pc:sldMk cId="1572259855" sldId="900"/>
            <ac:spMk id="136" creationId="{B2D86BC5-52CB-4A8D-B0A2-5DFFEA5CAFA8}"/>
          </ac:spMkLst>
        </pc:spChg>
        <pc:spChg chg="del">
          <ac:chgData name="Minh Huynh" userId="01a137d4-0d81-46e0-aca6-c9185b391828" providerId="ADAL" clId="{18447838-0BCA-432B-86F3-BB78526C143F}" dt="2026-10-12T21:53:27.054" v="2210" actId="478"/>
          <ac:spMkLst>
            <pc:docMk/>
            <pc:sldMk cId="1572259855" sldId="900"/>
            <ac:spMk id="137" creationId="{8A028BDE-3F0D-42CD-9980-B641A1CD684D}"/>
          </ac:spMkLst>
        </pc:spChg>
        <pc:spChg chg="del">
          <ac:chgData name="Minh Huynh" userId="01a137d4-0d81-46e0-aca6-c9185b391828" providerId="ADAL" clId="{18447838-0BCA-432B-86F3-BB78526C143F}" dt="2026-10-12T21:53:27.054" v="2210" actId="478"/>
          <ac:spMkLst>
            <pc:docMk/>
            <pc:sldMk cId="1572259855" sldId="900"/>
            <ac:spMk id="138" creationId="{231536C3-9E58-49BE-A46B-4F5AD969218C}"/>
          </ac:spMkLst>
        </pc:spChg>
        <pc:spChg chg="del">
          <ac:chgData name="Minh Huynh" userId="01a137d4-0d81-46e0-aca6-c9185b391828" providerId="ADAL" clId="{18447838-0BCA-432B-86F3-BB78526C143F}" dt="2026-10-12T21:53:27.054" v="2210" actId="478"/>
          <ac:spMkLst>
            <pc:docMk/>
            <pc:sldMk cId="1572259855" sldId="900"/>
            <ac:spMk id="139" creationId="{BB7BDFF3-160E-4508-A5C1-D1FD45994602}"/>
          </ac:spMkLst>
        </pc:spChg>
        <pc:spChg chg="del">
          <ac:chgData name="Minh Huynh" userId="01a137d4-0d81-46e0-aca6-c9185b391828" providerId="ADAL" clId="{18447838-0BCA-432B-86F3-BB78526C143F}" dt="2026-10-12T21:53:27.054" v="2210" actId="478"/>
          <ac:spMkLst>
            <pc:docMk/>
            <pc:sldMk cId="1572259855" sldId="900"/>
            <ac:spMk id="140" creationId="{5726F58C-EB48-458B-BC16-727F6423FD1C}"/>
          </ac:spMkLst>
        </pc:spChg>
        <pc:spChg chg="del">
          <ac:chgData name="Minh Huynh" userId="01a137d4-0d81-46e0-aca6-c9185b391828" providerId="ADAL" clId="{18447838-0BCA-432B-86F3-BB78526C143F}" dt="2026-10-12T21:53:27.054" v="2210" actId="478"/>
          <ac:spMkLst>
            <pc:docMk/>
            <pc:sldMk cId="1572259855" sldId="900"/>
            <ac:spMk id="141" creationId="{C01A2791-5FBA-4B1A-B5ED-4E4CEF488E57}"/>
          </ac:spMkLst>
        </pc:spChg>
        <pc:spChg chg="del">
          <ac:chgData name="Minh Huynh" userId="01a137d4-0d81-46e0-aca6-c9185b391828" providerId="ADAL" clId="{18447838-0BCA-432B-86F3-BB78526C143F}" dt="2026-10-12T21:53:27.054" v="2210" actId="478"/>
          <ac:spMkLst>
            <pc:docMk/>
            <pc:sldMk cId="1572259855" sldId="900"/>
            <ac:spMk id="142" creationId="{B738D2B9-DB79-4B80-8727-91E25C4E14B6}"/>
          </ac:spMkLst>
        </pc:spChg>
        <pc:spChg chg="del">
          <ac:chgData name="Minh Huynh" userId="01a137d4-0d81-46e0-aca6-c9185b391828" providerId="ADAL" clId="{18447838-0BCA-432B-86F3-BB78526C143F}" dt="2026-10-12T21:53:27.054" v="2210" actId="478"/>
          <ac:spMkLst>
            <pc:docMk/>
            <pc:sldMk cId="1572259855" sldId="900"/>
            <ac:spMk id="143" creationId="{49AA32A9-21E7-4464-87CA-C24C95379201}"/>
          </ac:spMkLst>
        </pc:spChg>
        <pc:spChg chg="del">
          <ac:chgData name="Minh Huynh" userId="01a137d4-0d81-46e0-aca6-c9185b391828" providerId="ADAL" clId="{18447838-0BCA-432B-86F3-BB78526C143F}" dt="2026-10-12T21:53:27.054" v="2210" actId="478"/>
          <ac:spMkLst>
            <pc:docMk/>
            <pc:sldMk cId="1572259855" sldId="900"/>
            <ac:spMk id="144" creationId="{97DD5D34-DCC0-4FC2-9865-09919F320786}"/>
          </ac:spMkLst>
        </pc:spChg>
        <pc:spChg chg="del">
          <ac:chgData name="Minh Huynh" userId="01a137d4-0d81-46e0-aca6-c9185b391828" providerId="ADAL" clId="{18447838-0BCA-432B-86F3-BB78526C143F}" dt="2026-10-12T21:53:27.054" v="2210" actId="478"/>
          <ac:spMkLst>
            <pc:docMk/>
            <pc:sldMk cId="1572259855" sldId="900"/>
            <ac:spMk id="145" creationId="{6ABE33D3-8E8E-4407-89A4-1146CAB6DFFF}"/>
          </ac:spMkLst>
        </pc:spChg>
        <pc:spChg chg="del">
          <ac:chgData name="Minh Huynh" userId="01a137d4-0d81-46e0-aca6-c9185b391828" providerId="ADAL" clId="{18447838-0BCA-432B-86F3-BB78526C143F}" dt="2026-10-12T21:53:27.054" v="2210" actId="478"/>
          <ac:spMkLst>
            <pc:docMk/>
            <pc:sldMk cId="1572259855" sldId="900"/>
            <ac:spMk id="146" creationId="{9F406BE7-BB42-4381-B919-C99F906C68A8}"/>
          </ac:spMkLst>
        </pc:spChg>
        <pc:spChg chg="del">
          <ac:chgData name="Minh Huynh" userId="01a137d4-0d81-46e0-aca6-c9185b391828" providerId="ADAL" clId="{18447838-0BCA-432B-86F3-BB78526C143F}" dt="2026-10-12T21:53:27.054" v="2210" actId="478"/>
          <ac:spMkLst>
            <pc:docMk/>
            <pc:sldMk cId="1572259855" sldId="900"/>
            <ac:spMk id="147" creationId="{9190E31B-21C1-4752-80DC-EB225F8B8FE7}"/>
          </ac:spMkLst>
        </pc:spChg>
        <pc:spChg chg="del">
          <ac:chgData name="Minh Huynh" userId="01a137d4-0d81-46e0-aca6-c9185b391828" providerId="ADAL" clId="{18447838-0BCA-432B-86F3-BB78526C143F}" dt="2026-10-12T21:53:27.054" v="2210" actId="478"/>
          <ac:spMkLst>
            <pc:docMk/>
            <pc:sldMk cId="1572259855" sldId="900"/>
            <ac:spMk id="148" creationId="{FD5DD199-737A-495E-88C7-4539D7CCD69A}"/>
          </ac:spMkLst>
        </pc:spChg>
        <pc:spChg chg="add mod">
          <ac:chgData name="Minh Huynh" userId="01a137d4-0d81-46e0-aca6-c9185b391828" providerId="ADAL" clId="{18447838-0BCA-432B-86F3-BB78526C143F}" dt="2026-10-12T21:53:42.505" v="2214" actId="1076"/>
          <ac:spMkLst>
            <pc:docMk/>
            <pc:sldMk cId="1572259855" sldId="900"/>
            <ac:spMk id="149" creationId="{21DFD56D-3523-4608-9402-BFB284590709}"/>
          </ac:spMkLst>
        </pc:spChg>
        <pc:spChg chg="add mod">
          <ac:chgData name="Minh Huynh" userId="01a137d4-0d81-46e0-aca6-c9185b391828" providerId="ADAL" clId="{18447838-0BCA-432B-86F3-BB78526C143F}" dt="2026-10-12T21:53:42.505" v="2214" actId="1076"/>
          <ac:spMkLst>
            <pc:docMk/>
            <pc:sldMk cId="1572259855" sldId="900"/>
            <ac:spMk id="150" creationId="{6DBAB6A7-C461-484C-ADB3-AABA62871EAB}"/>
          </ac:spMkLst>
        </pc:spChg>
        <pc:spChg chg="add mod">
          <ac:chgData name="Minh Huynh" userId="01a137d4-0d81-46e0-aca6-c9185b391828" providerId="ADAL" clId="{18447838-0BCA-432B-86F3-BB78526C143F}" dt="2026-10-12T21:53:42.505" v="2214" actId="1076"/>
          <ac:spMkLst>
            <pc:docMk/>
            <pc:sldMk cId="1572259855" sldId="900"/>
            <ac:spMk id="151" creationId="{90614140-0FC7-4B2C-AC00-25A3D449D757}"/>
          </ac:spMkLst>
        </pc:spChg>
        <pc:spChg chg="add mod">
          <ac:chgData name="Minh Huynh" userId="01a137d4-0d81-46e0-aca6-c9185b391828" providerId="ADAL" clId="{18447838-0BCA-432B-86F3-BB78526C143F}" dt="2026-10-12T21:53:42.505" v="2214" actId="1076"/>
          <ac:spMkLst>
            <pc:docMk/>
            <pc:sldMk cId="1572259855" sldId="900"/>
            <ac:spMk id="152" creationId="{A39311CA-B5A0-452F-8DE5-15587543E5DB}"/>
          </ac:spMkLst>
        </pc:spChg>
        <pc:spChg chg="add mod">
          <ac:chgData name="Minh Huynh" userId="01a137d4-0d81-46e0-aca6-c9185b391828" providerId="ADAL" clId="{18447838-0BCA-432B-86F3-BB78526C143F}" dt="2026-10-12T21:53:42.505" v="2214" actId="1076"/>
          <ac:spMkLst>
            <pc:docMk/>
            <pc:sldMk cId="1572259855" sldId="900"/>
            <ac:spMk id="153" creationId="{CC4135C1-925C-4734-8A19-3FA170BED018}"/>
          </ac:spMkLst>
        </pc:spChg>
        <pc:spChg chg="add mod">
          <ac:chgData name="Minh Huynh" userId="01a137d4-0d81-46e0-aca6-c9185b391828" providerId="ADAL" clId="{18447838-0BCA-432B-86F3-BB78526C143F}" dt="2026-10-12T21:53:42.505" v="2214" actId="1076"/>
          <ac:spMkLst>
            <pc:docMk/>
            <pc:sldMk cId="1572259855" sldId="900"/>
            <ac:spMk id="154" creationId="{E50D65BB-3A00-40D4-BEB3-639AF96917D6}"/>
          </ac:spMkLst>
        </pc:spChg>
        <pc:spChg chg="add mod">
          <ac:chgData name="Minh Huynh" userId="01a137d4-0d81-46e0-aca6-c9185b391828" providerId="ADAL" clId="{18447838-0BCA-432B-86F3-BB78526C143F}" dt="2026-10-12T21:53:42.505" v="2214" actId="1076"/>
          <ac:spMkLst>
            <pc:docMk/>
            <pc:sldMk cId="1572259855" sldId="900"/>
            <ac:spMk id="155" creationId="{F88CA61F-761B-40D0-9A17-10D593B3247F}"/>
          </ac:spMkLst>
        </pc:spChg>
        <pc:spChg chg="add mod">
          <ac:chgData name="Minh Huynh" userId="01a137d4-0d81-46e0-aca6-c9185b391828" providerId="ADAL" clId="{18447838-0BCA-432B-86F3-BB78526C143F}" dt="2026-10-12T21:53:42.505" v="2214" actId="1076"/>
          <ac:spMkLst>
            <pc:docMk/>
            <pc:sldMk cId="1572259855" sldId="900"/>
            <ac:spMk id="156" creationId="{6C3D556A-27F9-499F-A789-55B42F8AB778}"/>
          </ac:spMkLst>
        </pc:spChg>
        <pc:spChg chg="add mod">
          <ac:chgData name="Minh Huynh" userId="01a137d4-0d81-46e0-aca6-c9185b391828" providerId="ADAL" clId="{18447838-0BCA-432B-86F3-BB78526C143F}" dt="2026-10-12T21:53:42.505" v="2214" actId="1076"/>
          <ac:spMkLst>
            <pc:docMk/>
            <pc:sldMk cId="1572259855" sldId="900"/>
            <ac:spMk id="157" creationId="{A38F0726-2FB3-4CE1-AB85-658E951878E0}"/>
          </ac:spMkLst>
        </pc:spChg>
        <pc:spChg chg="add mod">
          <ac:chgData name="Minh Huynh" userId="01a137d4-0d81-46e0-aca6-c9185b391828" providerId="ADAL" clId="{18447838-0BCA-432B-86F3-BB78526C143F}" dt="2026-10-12T21:53:42.505" v="2214" actId="1076"/>
          <ac:spMkLst>
            <pc:docMk/>
            <pc:sldMk cId="1572259855" sldId="900"/>
            <ac:spMk id="158" creationId="{9A532184-9FAF-442F-A2B6-22F5DE3F3A1C}"/>
          </ac:spMkLst>
        </pc:spChg>
        <pc:spChg chg="add mod">
          <ac:chgData name="Minh Huynh" userId="01a137d4-0d81-46e0-aca6-c9185b391828" providerId="ADAL" clId="{18447838-0BCA-432B-86F3-BB78526C143F}" dt="2026-10-12T21:53:42.505" v="2214" actId="1076"/>
          <ac:spMkLst>
            <pc:docMk/>
            <pc:sldMk cId="1572259855" sldId="900"/>
            <ac:spMk id="159" creationId="{5A86A892-1579-4A9B-8153-0B7325B32AB9}"/>
          </ac:spMkLst>
        </pc:spChg>
        <pc:spChg chg="add mod">
          <ac:chgData name="Minh Huynh" userId="01a137d4-0d81-46e0-aca6-c9185b391828" providerId="ADAL" clId="{18447838-0BCA-432B-86F3-BB78526C143F}" dt="2026-10-12T21:53:42.505" v="2214" actId="1076"/>
          <ac:spMkLst>
            <pc:docMk/>
            <pc:sldMk cId="1572259855" sldId="900"/>
            <ac:spMk id="160" creationId="{BBAAE345-78C0-4389-A2C3-163D462D2335}"/>
          </ac:spMkLst>
        </pc:spChg>
        <pc:spChg chg="add mod">
          <ac:chgData name="Minh Huynh" userId="01a137d4-0d81-46e0-aca6-c9185b391828" providerId="ADAL" clId="{18447838-0BCA-432B-86F3-BB78526C143F}" dt="2026-10-12T21:53:42.505" v="2214" actId="1076"/>
          <ac:spMkLst>
            <pc:docMk/>
            <pc:sldMk cId="1572259855" sldId="900"/>
            <ac:spMk id="161" creationId="{3B9021A5-D70D-44D9-8FD2-334714F68809}"/>
          </ac:spMkLst>
        </pc:spChg>
        <pc:spChg chg="add mod">
          <ac:chgData name="Minh Huynh" userId="01a137d4-0d81-46e0-aca6-c9185b391828" providerId="ADAL" clId="{18447838-0BCA-432B-86F3-BB78526C143F}" dt="2026-10-12T21:53:42.505" v="2214" actId="1076"/>
          <ac:spMkLst>
            <pc:docMk/>
            <pc:sldMk cId="1572259855" sldId="900"/>
            <ac:spMk id="162" creationId="{7CE1599A-9562-41D5-8D00-D2CC724664C8}"/>
          </ac:spMkLst>
        </pc:spChg>
        <pc:spChg chg="add mod">
          <ac:chgData name="Minh Huynh" userId="01a137d4-0d81-46e0-aca6-c9185b391828" providerId="ADAL" clId="{18447838-0BCA-432B-86F3-BB78526C143F}" dt="2026-10-12T21:53:42.505" v="2214" actId="1076"/>
          <ac:spMkLst>
            <pc:docMk/>
            <pc:sldMk cId="1572259855" sldId="900"/>
            <ac:spMk id="163" creationId="{919F206C-7941-4701-A201-F83FBE7FA58D}"/>
          </ac:spMkLst>
        </pc:spChg>
        <pc:spChg chg="add mod">
          <ac:chgData name="Minh Huynh" userId="01a137d4-0d81-46e0-aca6-c9185b391828" providerId="ADAL" clId="{18447838-0BCA-432B-86F3-BB78526C143F}" dt="2026-10-12T21:53:42.505" v="2214" actId="1076"/>
          <ac:spMkLst>
            <pc:docMk/>
            <pc:sldMk cId="1572259855" sldId="900"/>
            <ac:spMk id="164" creationId="{EB101FD7-1E88-42E7-B8F3-03B503462AE1}"/>
          </ac:spMkLst>
        </pc:spChg>
        <pc:spChg chg="add mod">
          <ac:chgData name="Minh Huynh" userId="01a137d4-0d81-46e0-aca6-c9185b391828" providerId="ADAL" clId="{18447838-0BCA-432B-86F3-BB78526C143F}" dt="2026-10-12T21:53:42.505" v="2214" actId="1076"/>
          <ac:spMkLst>
            <pc:docMk/>
            <pc:sldMk cId="1572259855" sldId="900"/>
            <ac:spMk id="165" creationId="{BA151476-867D-404B-BC73-2F03730FC3EF}"/>
          </ac:spMkLst>
        </pc:spChg>
        <pc:spChg chg="add mod">
          <ac:chgData name="Minh Huynh" userId="01a137d4-0d81-46e0-aca6-c9185b391828" providerId="ADAL" clId="{18447838-0BCA-432B-86F3-BB78526C143F}" dt="2026-10-12T21:53:42.505" v="2214" actId="1076"/>
          <ac:spMkLst>
            <pc:docMk/>
            <pc:sldMk cId="1572259855" sldId="900"/>
            <ac:spMk id="166" creationId="{E4C53C5F-A54D-401E-8FE0-1CAF2FB857D7}"/>
          </ac:spMkLst>
        </pc:spChg>
        <pc:spChg chg="add mod">
          <ac:chgData name="Minh Huynh" userId="01a137d4-0d81-46e0-aca6-c9185b391828" providerId="ADAL" clId="{18447838-0BCA-432B-86F3-BB78526C143F}" dt="2026-10-12T21:53:42.505" v="2214" actId="1076"/>
          <ac:spMkLst>
            <pc:docMk/>
            <pc:sldMk cId="1572259855" sldId="900"/>
            <ac:spMk id="167" creationId="{675DDA17-543F-4915-AA09-F64037DC075E}"/>
          </ac:spMkLst>
        </pc:spChg>
        <pc:spChg chg="add mod">
          <ac:chgData name="Minh Huynh" userId="01a137d4-0d81-46e0-aca6-c9185b391828" providerId="ADAL" clId="{18447838-0BCA-432B-86F3-BB78526C143F}" dt="2026-10-12T21:53:42.505" v="2214" actId="1076"/>
          <ac:spMkLst>
            <pc:docMk/>
            <pc:sldMk cId="1572259855" sldId="900"/>
            <ac:spMk id="168" creationId="{D3B8DB5D-B3EF-4ADB-B873-D530E075329A}"/>
          </ac:spMkLst>
        </pc:spChg>
        <pc:spChg chg="add mod">
          <ac:chgData name="Minh Huynh" userId="01a137d4-0d81-46e0-aca6-c9185b391828" providerId="ADAL" clId="{18447838-0BCA-432B-86F3-BB78526C143F}" dt="2026-10-12T21:53:42.505" v="2214" actId="1076"/>
          <ac:spMkLst>
            <pc:docMk/>
            <pc:sldMk cId="1572259855" sldId="900"/>
            <ac:spMk id="169" creationId="{02C300F5-1222-4D33-97BD-57965A511AF5}"/>
          </ac:spMkLst>
        </pc:spChg>
        <pc:spChg chg="add mod">
          <ac:chgData name="Minh Huynh" userId="01a137d4-0d81-46e0-aca6-c9185b391828" providerId="ADAL" clId="{18447838-0BCA-432B-86F3-BB78526C143F}" dt="2026-10-12T21:53:42.505" v="2214" actId="1076"/>
          <ac:spMkLst>
            <pc:docMk/>
            <pc:sldMk cId="1572259855" sldId="900"/>
            <ac:spMk id="170" creationId="{89D33540-E4B3-45BB-9DE8-CB56F094F072}"/>
          </ac:spMkLst>
        </pc:spChg>
      </pc:sldChg>
      <pc:sldChg chg="del">
        <pc:chgData name="Minh Huynh" userId="01a137d4-0d81-46e0-aca6-c9185b391828" providerId="ADAL" clId="{18447838-0BCA-432B-86F3-BB78526C143F}" dt="2026-10-12T12:12:45.996" v="0" actId="47"/>
        <pc:sldMkLst>
          <pc:docMk/>
          <pc:sldMk cId="3070512887" sldId="900"/>
        </pc:sldMkLst>
      </pc:sldChg>
      <pc:sldChg chg="addSp delSp modSp add mod">
        <pc:chgData name="Minh Huynh" userId="01a137d4-0d81-46e0-aca6-c9185b391828" providerId="ADAL" clId="{18447838-0BCA-432B-86F3-BB78526C143F}" dt="2026-10-12T21:58:38.944" v="2364" actId="20577"/>
        <pc:sldMkLst>
          <pc:docMk/>
          <pc:sldMk cId="232970683" sldId="901"/>
        </pc:sldMkLst>
        <pc:spChg chg="mod">
          <ac:chgData name="Minh Huynh" userId="01a137d4-0d81-46e0-aca6-c9185b391828" providerId="ADAL" clId="{18447838-0BCA-432B-86F3-BB78526C143F}" dt="2026-10-12T21:56:16.067" v="2332" actId="20577"/>
          <ac:spMkLst>
            <pc:docMk/>
            <pc:sldMk cId="232970683" sldId="901"/>
            <ac:spMk id="4" creationId="{7BC73E8E-0D58-4B4B-A5C4-A8AE38997407}"/>
          </ac:spMkLst>
        </pc:spChg>
        <pc:spChg chg="add del mod">
          <ac:chgData name="Minh Huynh" userId="01a137d4-0d81-46e0-aca6-c9185b391828" providerId="ADAL" clId="{18447838-0BCA-432B-86F3-BB78526C143F}" dt="2026-10-12T21:56:25.478" v="2335"/>
          <ac:spMkLst>
            <pc:docMk/>
            <pc:sldMk cId="232970683" sldId="901"/>
            <ac:spMk id="47" creationId="{2199A702-03D6-415E-8F03-8F1BB33C3D45}"/>
          </ac:spMkLst>
        </pc:spChg>
        <pc:spChg chg="add del mod">
          <ac:chgData name="Minh Huynh" userId="01a137d4-0d81-46e0-aca6-c9185b391828" providerId="ADAL" clId="{18447838-0BCA-432B-86F3-BB78526C143F}" dt="2026-10-12T21:56:25.478" v="2335"/>
          <ac:spMkLst>
            <pc:docMk/>
            <pc:sldMk cId="232970683" sldId="901"/>
            <ac:spMk id="48" creationId="{C40C5762-B1B7-40DE-B23D-153CE17158AA}"/>
          </ac:spMkLst>
        </pc:spChg>
        <pc:spChg chg="add del mod">
          <ac:chgData name="Minh Huynh" userId="01a137d4-0d81-46e0-aca6-c9185b391828" providerId="ADAL" clId="{18447838-0BCA-432B-86F3-BB78526C143F}" dt="2026-10-12T21:56:25.478" v="2335"/>
          <ac:spMkLst>
            <pc:docMk/>
            <pc:sldMk cId="232970683" sldId="901"/>
            <ac:spMk id="49" creationId="{E7F43684-6224-4F98-AB05-C1C8FBB5F856}"/>
          </ac:spMkLst>
        </pc:spChg>
        <pc:spChg chg="add del mod">
          <ac:chgData name="Minh Huynh" userId="01a137d4-0d81-46e0-aca6-c9185b391828" providerId="ADAL" clId="{18447838-0BCA-432B-86F3-BB78526C143F}" dt="2026-10-12T21:56:25.478" v="2335"/>
          <ac:spMkLst>
            <pc:docMk/>
            <pc:sldMk cId="232970683" sldId="901"/>
            <ac:spMk id="50" creationId="{2C2BF9A0-1D2F-46F3-AFD3-85192566E249}"/>
          </ac:spMkLst>
        </pc:spChg>
        <pc:spChg chg="add del mod">
          <ac:chgData name="Minh Huynh" userId="01a137d4-0d81-46e0-aca6-c9185b391828" providerId="ADAL" clId="{18447838-0BCA-432B-86F3-BB78526C143F}" dt="2026-10-12T21:56:25.478" v="2335"/>
          <ac:spMkLst>
            <pc:docMk/>
            <pc:sldMk cId="232970683" sldId="901"/>
            <ac:spMk id="51" creationId="{C3D7EDF1-73C1-421B-AD1F-C6A5827EA15F}"/>
          </ac:spMkLst>
        </pc:spChg>
        <pc:spChg chg="add del mod">
          <ac:chgData name="Minh Huynh" userId="01a137d4-0d81-46e0-aca6-c9185b391828" providerId="ADAL" clId="{18447838-0BCA-432B-86F3-BB78526C143F}" dt="2026-10-12T21:56:25.478" v="2335"/>
          <ac:spMkLst>
            <pc:docMk/>
            <pc:sldMk cId="232970683" sldId="901"/>
            <ac:spMk id="52" creationId="{AB5303AC-7B45-428D-BFE8-17AC9B17655F}"/>
          </ac:spMkLst>
        </pc:spChg>
        <pc:spChg chg="add del mod">
          <ac:chgData name="Minh Huynh" userId="01a137d4-0d81-46e0-aca6-c9185b391828" providerId="ADAL" clId="{18447838-0BCA-432B-86F3-BB78526C143F}" dt="2026-10-12T21:56:25.478" v="2335"/>
          <ac:spMkLst>
            <pc:docMk/>
            <pc:sldMk cId="232970683" sldId="901"/>
            <ac:spMk id="53" creationId="{9D6DDE0C-3B46-479E-A80B-F3FC94FE0BB6}"/>
          </ac:spMkLst>
        </pc:spChg>
        <pc:spChg chg="add del mod">
          <ac:chgData name="Minh Huynh" userId="01a137d4-0d81-46e0-aca6-c9185b391828" providerId="ADAL" clId="{18447838-0BCA-432B-86F3-BB78526C143F}" dt="2026-10-12T21:56:25.478" v="2335"/>
          <ac:spMkLst>
            <pc:docMk/>
            <pc:sldMk cId="232970683" sldId="901"/>
            <ac:spMk id="54" creationId="{51549B7E-ED0F-4436-8FC8-5EF864D948CF}"/>
          </ac:spMkLst>
        </pc:spChg>
        <pc:spChg chg="add del mod">
          <ac:chgData name="Minh Huynh" userId="01a137d4-0d81-46e0-aca6-c9185b391828" providerId="ADAL" clId="{18447838-0BCA-432B-86F3-BB78526C143F}" dt="2026-10-12T21:56:25.478" v="2335"/>
          <ac:spMkLst>
            <pc:docMk/>
            <pc:sldMk cId="232970683" sldId="901"/>
            <ac:spMk id="55" creationId="{8744D3EF-CDF2-4D14-AACC-0982E0274A33}"/>
          </ac:spMkLst>
        </pc:spChg>
        <pc:spChg chg="add del mod">
          <ac:chgData name="Minh Huynh" userId="01a137d4-0d81-46e0-aca6-c9185b391828" providerId="ADAL" clId="{18447838-0BCA-432B-86F3-BB78526C143F}" dt="2026-10-12T21:56:25.478" v="2335"/>
          <ac:spMkLst>
            <pc:docMk/>
            <pc:sldMk cId="232970683" sldId="901"/>
            <ac:spMk id="56" creationId="{CE8F68C2-1A0B-4759-9A65-700BAD50CAB3}"/>
          </ac:spMkLst>
        </pc:spChg>
        <pc:spChg chg="add del mod">
          <ac:chgData name="Minh Huynh" userId="01a137d4-0d81-46e0-aca6-c9185b391828" providerId="ADAL" clId="{18447838-0BCA-432B-86F3-BB78526C143F}" dt="2026-10-12T21:56:25.478" v="2335"/>
          <ac:spMkLst>
            <pc:docMk/>
            <pc:sldMk cId="232970683" sldId="901"/>
            <ac:spMk id="57" creationId="{B5A0ED94-A0FD-48F3-AF08-DA007E0F44F0}"/>
          </ac:spMkLst>
        </pc:spChg>
        <pc:spChg chg="add del mod">
          <ac:chgData name="Minh Huynh" userId="01a137d4-0d81-46e0-aca6-c9185b391828" providerId="ADAL" clId="{18447838-0BCA-432B-86F3-BB78526C143F}" dt="2026-10-12T21:56:25.478" v="2335"/>
          <ac:spMkLst>
            <pc:docMk/>
            <pc:sldMk cId="232970683" sldId="901"/>
            <ac:spMk id="58" creationId="{71EEC9DC-7311-4F5B-B9D2-9465275AE2B6}"/>
          </ac:spMkLst>
        </pc:spChg>
        <pc:spChg chg="add del mod">
          <ac:chgData name="Minh Huynh" userId="01a137d4-0d81-46e0-aca6-c9185b391828" providerId="ADAL" clId="{18447838-0BCA-432B-86F3-BB78526C143F}" dt="2026-10-12T21:56:25.478" v="2335"/>
          <ac:spMkLst>
            <pc:docMk/>
            <pc:sldMk cId="232970683" sldId="901"/>
            <ac:spMk id="59" creationId="{73B41FAD-1A52-4E93-89E9-F6CF0EB51BA9}"/>
          </ac:spMkLst>
        </pc:spChg>
        <pc:spChg chg="add del mod">
          <ac:chgData name="Minh Huynh" userId="01a137d4-0d81-46e0-aca6-c9185b391828" providerId="ADAL" clId="{18447838-0BCA-432B-86F3-BB78526C143F}" dt="2026-10-12T21:56:25.478" v="2335"/>
          <ac:spMkLst>
            <pc:docMk/>
            <pc:sldMk cId="232970683" sldId="901"/>
            <ac:spMk id="60" creationId="{AD402632-D8B5-48CC-A946-FEDBA74AA314}"/>
          </ac:spMkLst>
        </pc:spChg>
        <pc:spChg chg="add del mod">
          <ac:chgData name="Minh Huynh" userId="01a137d4-0d81-46e0-aca6-c9185b391828" providerId="ADAL" clId="{18447838-0BCA-432B-86F3-BB78526C143F}" dt="2026-10-12T21:56:25.478" v="2335"/>
          <ac:spMkLst>
            <pc:docMk/>
            <pc:sldMk cId="232970683" sldId="901"/>
            <ac:spMk id="61" creationId="{74A91AC0-56E6-4DF0-8622-D9D04FA79A94}"/>
          </ac:spMkLst>
        </pc:spChg>
        <pc:spChg chg="add del mod">
          <ac:chgData name="Minh Huynh" userId="01a137d4-0d81-46e0-aca6-c9185b391828" providerId="ADAL" clId="{18447838-0BCA-432B-86F3-BB78526C143F}" dt="2026-10-12T21:56:25.478" v="2335"/>
          <ac:spMkLst>
            <pc:docMk/>
            <pc:sldMk cId="232970683" sldId="901"/>
            <ac:spMk id="62" creationId="{C28F6269-B518-489C-985A-1299BFB61069}"/>
          </ac:spMkLst>
        </pc:spChg>
        <pc:spChg chg="add del mod">
          <ac:chgData name="Minh Huynh" userId="01a137d4-0d81-46e0-aca6-c9185b391828" providerId="ADAL" clId="{18447838-0BCA-432B-86F3-BB78526C143F}" dt="2026-10-12T21:56:25.478" v="2335"/>
          <ac:spMkLst>
            <pc:docMk/>
            <pc:sldMk cId="232970683" sldId="901"/>
            <ac:spMk id="63" creationId="{C7CE1B46-C1B2-41D0-BEF4-5D8345265AF2}"/>
          </ac:spMkLst>
        </pc:spChg>
        <pc:spChg chg="add del mod">
          <ac:chgData name="Minh Huynh" userId="01a137d4-0d81-46e0-aca6-c9185b391828" providerId="ADAL" clId="{18447838-0BCA-432B-86F3-BB78526C143F}" dt="2026-10-12T21:56:25.478" v="2335"/>
          <ac:spMkLst>
            <pc:docMk/>
            <pc:sldMk cId="232970683" sldId="901"/>
            <ac:spMk id="64" creationId="{A28FFE30-1FC0-41E0-A4C6-436AA0538374}"/>
          </ac:spMkLst>
        </pc:spChg>
        <pc:spChg chg="add del mod">
          <ac:chgData name="Minh Huynh" userId="01a137d4-0d81-46e0-aca6-c9185b391828" providerId="ADAL" clId="{18447838-0BCA-432B-86F3-BB78526C143F}" dt="2026-10-12T21:56:25.478" v="2335"/>
          <ac:spMkLst>
            <pc:docMk/>
            <pc:sldMk cId="232970683" sldId="901"/>
            <ac:spMk id="65" creationId="{DE4312D7-0F41-4703-B757-E6F0C68704E2}"/>
          </ac:spMkLst>
        </pc:spChg>
        <pc:spChg chg="add del mod">
          <ac:chgData name="Minh Huynh" userId="01a137d4-0d81-46e0-aca6-c9185b391828" providerId="ADAL" clId="{18447838-0BCA-432B-86F3-BB78526C143F}" dt="2026-10-12T21:56:25.478" v="2335"/>
          <ac:spMkLst>
            <pc:docMk/>
            <pc:sldMk cId="232970683" sldId="901"/>
            <ac:spMk id="66" creationId="{49658F91-D475-4E61-9340-C2CAF90091D9}"/>
          </ac:spMkLst>
        </pc:spChg>
        <pc:spChg chg="add del mod">
          <ac:chgData name="Minh Huynh" userId="01a137d4-0d81-46e0-aca6-c9185b391828" providerId="ADAL" clId="{18447838-0BCA-432B-86F3-BB78526C143F}" dt="2026-10-12T21:56:25.478" v="2335"/>
          <ac:spMkLst>
            <pc:docMk/>
            <pc:sldMk cId="232970683" sldId="901"/>
            <ac:spMk id="67" creationId="{41E8D5A6-BEF6-44EA-9C65-5048ADEBFEFF}"/>
          </ac:spMkLst>
        </pc:spChg>
        <pc:spChg chg="add del mod">
          <ac:chgData name="Minh Huynh" userId="01a137d4-0d81-46e0-aca6-c9185b391828" providerId="ADAL" clId="{18447838-0BCA-432B-86F3-BB78526C143F}" dt="2026-10-12T21:56:25.478" v="2335"/>
          <ac:spMkLst>
            <pc:docMk/>
            <pc:sldMk cId="232970683" sldId="901"/>
            <ac:spMk id="68" creationId="{CEBD0FE3-FE55-4170-82B8-99AEB29BE209}"/>
          </ac:spMkLst>
        </pc:spChg>
        <pc:spChg chg="add del mod">
          <ac:chgData name="Minh Huynh" userId="01a137d4-0d81-46e0-aca6-c9185b391828" providerId="ADAL" clId="{18447838-0BCA-432B-86F3-BB78526C143F}" dt="2026-10-12T21:56:25.478" v="2335"/>
          <ac:spMkLst>
            <pc:docMk/>
            <pc:sldMk cId="232970683" sldId="901"/>
            <ac:spMk id="69" creationId="{0753D5AA-786A-4E4A-9259-35AD0A9DBFEA}"/>
          </ac:spMkLst>
        </pc:spChg>
        <pc:spChg chg="add del mod">
          <ac:chgData name="Minh Huynh" userId="01a137d4-0d81-46e0-aca6-c9185b391828" providerId="ADAL" clId="{18447838-0BCA-432B-86F3-BB78526C143F}" dt="2026-10-12T21:56:25.478" v="2335"/>
          <ac:spMkLst>
            <pc:docMk/>
            <pc:sldMk cId="232970683" sldId="901"/>
            <ac:spMk id="70" creationId="{A79B6DCC-EB5D-4226-AD22-841532287E12}"/>
          </ac:spMkLst>
        </pc:spChg>
        <pc:spChg chg="add del mod">
          <ac:chgData name="Minh Huynh" userId="01a137d4-0d81-46e0-aca6-c9185b391828" providerId="ADAL" clId="{18447838-0BCA-432B-86F3-BB78526C143F}" dt="2026-10-12T21:56:25.478" v="2335"/>
          <ac:spMkLst>
            <pc:docMk/>
            <pc:sldMk cId="232970683" sldId="901"/>
            <ac:spMk id="71" creationId="{F27DDE7D-2152-4850-8DDD-D46E2E70E4B2}"/>
          </ac:spMkLst>
        </pc:spChg>
        <pc:spChg chg="add del mod">
          <ac:chgData name="Minh Huynh" userId="01a137d4-0d81-46e0-aca6-c9185b391828" providerId="ADAL" clId="{18447838-0BCA-432B-86F3-BB78526C143F}" dt="2026-10-12T21:56:25.478" v="2335"/>
          <ac:spMkLst>
            <pc:docMk/>
            <pc:sldMk cId="232970683" sldId="901"/>
            <ac:spMk id="72" creationId="{6AEFAE03-24FA-423B-BE18-93953B5CA8D5}"/>
          </ac:spMkLst>
        </pc:spChg>
        <pc:spChg chg="add del mod">
          <ac:chgData name="Minh Huynh" userId="01a137d4-0d81-46e0-aca6-c9185b391828" providerId="ADAL" clId="{18447838-0BCA-432B-86F3-BB78526C143F}" dt="2026-10-12T21:56:25.478" v="2335"/>
          <ac:spMkLst>
            <pc:docMk/>
            <pc:sldMk cId="232970683" sldId="901"/>
            <ac:spMk id="73" creationId="{5731BD19-C6AB-4551-B931-198F91B640A3}"/>
          </ac:spMkLst>
        </pc:spChg>
        <pc:spChg chg="add del mod">
          <ac:chgData name="Minh Huynh" userId="01a137d4-0d81-46e0-aca6-c9185b391828" providerId="ADAL" clId="{18447838-0BCA-432B-86F3-BB78526C143F}" dt="2026-10-12T21:56:25.478" v="2335"/>
          <ac:spMkLst>
            <pc:docMk/>
            <pc:sldMk cId="232970683" sldId="901"/>
            <ac:spMk id="74" creationId="{3BC31FF5-A5F4-4757-BC4D-F615042902EB}"/>
          </ac:spMkLst>
        </pc:spChg>
        <pc:spChg chg="mod">
          <ac:chgData name="Minh Huynh" userId="01a137d4-0d81-46e0-aca6-c9185b391828" providerId="ADAL" clId="{18447838-0BCA-432B-86F3-BB78526C143F}" dt="2026-10-12T21:58:38.944" v="2364" actId="20577"/>
          <ac:spMkLst>
            <pc:docMk/>
            <pc:sldMk cId="232970683" sldId="901"/>
            <ac:spMk id="75" creationId="{49DF9D2F-8E65-4D63-82C3-27F8FA7882BF}"/>
          </ac:spMkLst>
        </pc:spChg>
        <pc:spChg chg="add del mod">
          <ac:chgData name="Minh Huynh" userId="01a137d4-0d81-46e0-aca6-c9185b391828" providerId="ADAL" clId="{18447838-0BCA-432B-86F3-BB78526C143F}" dt="2026-10-12T21:56:25.478" v="2335"/>
          <ac:spMkLst>
            <pc:docMk/>
            <pc:sldMk cId="232970683" sldId="901"/>
            <ac:spMk id="76" creationId="{73A645AE-664A-423F-8DDD-C8C06B3A7A74}"/>
          </ac:spMkLst>
        </pc:spChg>
        <pc:spChg chg="add del mod">
          <ac:chgData name="Minh Huynh" userId="01a137d4-0d81-46e0-aca6-c9185b391828" providerId="ADAL" clId="{18447838-0BCA-432B-86F3-BB78526C143F}" dt="2026-10-12T21:56:25.478" v="2335"/>
          <ac:spMkLst>
            <pc:docMk/>
            <pc:sldMk cId="232970683" sldId="901"/>
            <ac:spMk id="77" creationId="{91C42E6C-C30A-438C-A7C9-8F2CD7266D13}"/>
          </ac:spMkLst>
        </pc:spChg>
        <pc:spChg chg="add del mod">
          <ac:chgData name="Minh Huynh" userId="01a137d4-0d81-46e0-aca6-c9185b391828" providerId="ADAL" clId="{18447838-0BCA-432B-86F3-BB78526C143F}" dt="2026-10-12T21:56:25.478" v="2335"/>
          <ac:spMkLst>
            <pc:docMk/>
            <pc:sldMk cId="232970683" sldId="901"/>
            <ac:spMk id="78" creationId="{DD3189FF-241A-4A75-AE5F-A51CA8757917}"/>
          </ac:spMkLst>
        </pc:spChg>
        <pc:spChg chg="add del mod">
          <ac:chgData name="Minh Huynh" userId="01a137d4-0d81-46e0-aca6-c9185b391828" providerId="ADAL" clId="{18447838-0BCA-432B-86F3-BB78526C143F}" dt="2026-10-12T21:56:25.478" v="2335"/>
          <ac:spMkLst>
            <pc:docMk/>
            <pc:sldMk cId="232970683" sldId="901"/>
            <ac:spMk id="79" creationId="{95711114-0F70-41C9-A34D-5B078FF651B1}"/>
          </ac:spMkLst>
        </pc:spChg>
        <pc:spChg chg="add mod">
          <ac:chgData name="Minh Huynh" userId="01a137d4-0d81-46e0-aca6-c9185b391828" providerId="ADAL" clId="{18447838-0BCA-432B-86F3-BB78526C143F}" dt="2026-10-12T21:56:28.075" v="2337" actId="1076"/>
          <ac:spMkLst>
            <pc:docMk/>
            <pc:sldMk cId="232970683" sldId="901"/>
            <ac:spMk id="80" creationId="{CEE9F308-9C88-4767-BF59-94E0E170FD9F}"/>
          </ac:spMkLst>
        </pc:spChg>
        <pc:spChg chg="add mod">
          <ac:chgData name="Minh Huynh" userId="01a137d4-0d81-46e0-aca6-c9185b391828" providerId="ADAL" clId="{18447838-0BCA-432B-86F3-BB78526C143F}" dt="2026-10-12T21:56:28.075" v="2337" actId="1076"/>
          <ac:spMkLst>
            <pc:docMk/>
            <pc:sldMk cId="232970683" sldId="901"/>
            <ac:spMk id="81" creationId="{8FD1ED4D-249D-4DB7-AEAE-FF0118BDF3FC}"/>
          </ac:spMkLst>
        </pc:spChg>
        <pc:spChg chg="add mod">
          <ac:chgData name="Minh Huynh" userId="01a137d4-0d81-46e0-aca6-c9185b391828" providerId="ADAL" clId="{18447838-0BCA-432B-86F3-BB78526C143F}" dt="2026-10-12T21:56:28.075" v="2337" actId="1076"/>
          <ac:spMkLst>
            <pc:docMk/>
            <pc:sldMk cId="232970683" sldId="901"/>
            <ac:spMk id="82" creationId="{26B6592C-6A4F-4B6E-BE7C-D2CC943185E7}"/>
          </ac:spMkLst>
        </pc:spChg>
        <pc:spChg chg="add mod">
          <ac:chgData name="Minh Huynh" userId="01a137d4-0d81-46e0-aca6-c9185b391828" providerId="ADAL" clId="{18447838-0BCA-432B-86F3-BB78526C143F}" dt="2026-10-12T21:56:28.075" v="2337" actId="1076"/>
          <ac:spMkLst>
            <pc:docMk/>
            <pc:sldMk cId="232970683" sldId="901"/>
            <ac:spMk id="83" creationId="{002EFBA7-9647-4B78-9C42-134F81FCCB4E}"/>
          </ac:spMkLst>
        </pc:spChg>
        <pc:spChg chg="add mod">
          <ac:chgData name="Minh Huynh" userId="01a137d4-0d81-46e0-aca6-c9185b391828" providerId="ADAL" clId="{18447838-0BCA-432B-86F3-BB78526C143F}" dt="2026-10-12T21:56:28.075" v="2337" actId="1076"/>
          <ac:spMkLst>
            <pc:docMk/>
            <pc:sldMk cId="232970683" sldId="901"/>
            <ac:spMk id="84" creationId="{D6BEC4FF-41F5-4F72-BE0F-3BB2B3C956D4}"/>
          </ac:spMkLst>
        </pc:spChg>
        <pc:spChg chg="add mod">
          <ac:chgData name="Minh Huynh" userId="01a137d4-0d81-46e0-aca6-c9185b391828" providerId="ADAL" clId="{18447838-0BCA-432B-86F3-BB78526C143F}" dt="2026-10-12T21:56:28.075" v="2337" actId="1076"/>
          <ac:spMkLst>
            <pc:docMk/>
            <pc:sldMk cId="232970683" sldId="901"/>
            <ac:spMk id="85" creationId="{7788472F-4A55-4BB7-8E7C-C1DEB43EBE50}"/>
          </ac:spMkLst>
        </pc:spChg>
        <pc:spChg chg="add mod">
          <ac:chgData name="Minh Huynh" userId="01a137d4-0d81-46e0-aca6-c9185b391828" providerId="ADAL" clId="{18447838-0BCA-432B-86F3-BB78526C143F}" dt="2026-10-12T21:56:28.075" v="2337" actId="1076"/>
          <ac:spMkLst>
            <pc:docMk/>
            <pc:sldMk cId="232970683" sldId="901"/>
            <ac:spMk id="86" creationId="{8A8E4DE9-499B-4A49-97D4-C23912E91760}"/>
          </ac:spMkLst>
        </pc:spChg>
        <pc:spChg chg="add mod">
          <ac:chgData name="Minh Huynh" userId="01a137d4-0d81-46e0-aca6-c9185b391828" providerId="ADAL" clId="{18447838-0BCA-432B-86F3-BB78526C143F}" dt="2026-10-12T21:56:28.075" v="2337" actId="1076"/>
          <ac:spMkLst>
            <pc:docMk/>
            <pc:sldMk cId="232970683" sldId="901"/>
            <ac:spMk id="87" creationId="{7DB7774F-5DA3-4524-ABD4-0306EACADA66}"/>
          </ac:spMkLst>
        </pc:spChg>
        <pc:spChg chg="del">
          <ac:chgData name="Minh Huynh" userId="01a137d4-0d81-46e0-aca6-c9185b391828" providerId="ADAL" clId="{18447838-0BCA-432B-86F3-BB78526C143F}" dt="2026-10-12T21:56:23.152" v="2333" actId="478"/>
          <ac:spMkLst>
            <pc:docMk/>
            <pc:sldMk cId="232970683" sldId="901"/>
            <ac:spMk id="88" creationId="{DD7F568A-E10A-42A6-8DD7-89708932C924}"/>
          </ac:spMkLst>
        </pc:spChg>
        <pc:spChg chg="del">
          <ac:chgData name="Minh Huynh" userId="01a137d4-0d81-46e0-aca6-c9185b391828" providerId="ADAL" clId="{18447838-0BCA-432B-86F3-BB78526C143F}" dt="2026-10-12T21:56:23.152" v="2333" actId="478"/>
          <ac:spMkLst>
            <pc:docMk/>
            <pc:sldMk cId="232970683" sldId="901"/>
            <ac:spMk id="89" creationId="{46F8458C-5F60-4B54-8B52-86BFF0E7BFCB}"/>
          </ac:spMkLst>
        </pc:spChg>
        <pc:spChg chg="del">
          <ac:chgData name="Minh Huynh" userId="01a137d4-0d81-46e0-aca6-c9185b391828" providerId="ADAL" clId="{18447838-0BCA-432B-86F3-BB78526C143F}" dt="2026-10-12T21:56:23.152" v="2333" actId="478"/>
          <ac:spMkLst>
            <pc:docMk/>
            <pc:sldMk cId="232970683" sldId="901"/>
            <ac:spMk id="90" creationId="{CAEC0739-F223-4399-AA9D-C8873B374836}"/>
          </ac:spMkLst>
        </pc:spChg>
        <pc:spChg chg="del">
          <ac:chgData name="Minh Huynh" userId="01a137d4-0d81-46e0-aca6-c9185b391828" providerId="ADAL" clId="{18447838-0BCA-432B-86F3-BB78526C143F}" dt="2026-10-12T21:56:23.152" v="2333" actId="478"/>
          <ac:spMkLst>
            <pc:docMk/>
            <pc:sldMk cId="232970683" sldId="901"/>
            <ac:spMk id="91" creationId="{B6403C4B-018A-4CC1-8C10-9982F249BAFB}"/>
          </ac:spMkLst>
        </pc:spChg>
        <pc:spChg chg="del">
          <ac:chgData name="Minh Huynh" userId="01a137d4-0d81-46e0-aca6-c9185b391828" providerId="ADAL" clId="{18447838-0BCA-432B-86F3-BB78526C143F}" dt="2026-10-12T21:56:23.152" v="2333" actId="478"/>
          <ac:spMkLst>
            <pc:docMk/>
            <pc:sldMk cId="232970683" sldId="901"/>
            <ac:spMk id="92" creationId="{15164FBA-393B-48E9-AA99-ADA9AFD450C9}"/>
          </ac:spMkLst>
        </pc:spChg>
        <pc:spChg chg="del">
          <ac:chgData name="Minh Huynh" userId="01a137d4-0d81-46e0-aca6-c9185b391828" providerId="ADAL" clId="{18447838-0BCA-432B-86F3-BB78526C143F}" dt="2026-10-12T21:56:23.152" v="2333" actId="478"/>
          <ac:spMkLst>
            <pc:docMk/>
            <pc:sldMk cId="232970683" sldId="901"/>
            <ac:spMk id="93" creationId="{01EC23A7-0FB8-4BB0-BDDF-E77B9D4D8CF0}"/>
          </ac:spMkLst>
        </pc:spChg>
        <pc:spChg chg="del">
          <ac:chgData name="Minh Huynh" userId="01a137d4-0d81-46e0-aca6-c9185b391828" providerId="ADAL" clId="{18447838-0BCA-432B-86F3-BB78526C143F}" dt="2026-10-12T21:56:23.152" v="2333" actId="478"/>
          <ac:spMkLst>
            <pc:docMk/>
            <pc:sldMk cId="232970683" sldId="901"/>
            <ac:spMk id="94" creationId="{7612F2A8-B096-4386-B4E3-2FBBB3B19281}"/>
          </ac:spMkLst>
        </pc:spChg>
        <pc:spChg chg="del">
          <ac:chgData name="Minh Huynh" userId="01a137d4-0d81-46e0-aca6-c9185b391828" providerId="ADAL" clId="{18447838-0BCA-432B-86F3-BB78526C143F}" dt="2026-10-12T21:56:23.152" v="2333" actId="478"/>
          <ac:spMkLst>
            <pc:docMk/>
            <pc:sldMk cId="232970683" sldId="901"/>
            <ac:spMk id="95" creationId="{249DC1CC-BBC8-487C-8E71-B729AFA26698}"/>
          </ac:spMkLst>
        </pc:spChg>
        <pc:spChg chg="del">
          <ac:chgData name="Minh Huynh" userId="01a137d4-0d81-46e0-aca6-c9185b391828" providerId="ADAL" clId="{18447838-0BCA-432B-86F3-BB78526C143F}" dt="2026-10-12T21:56:23.152" v="2333" actId="478"/>
          <ac:spMkLst>
            <pc:docMk/>
            <pc:sldMk cId="232970683" sldId="901"/>
            <ac:spMk id="96" creationId="{3F31811F-B8BB-4CC7-9E0B-EA31337D3346}"/>
          </ac:spMkLst>
        </pc:spChg>
        <pc:spChg chg="del">
          <ac:chgData name="Minh Huynh" userId="01a137d4-0d81-46e0-aca6-c9185b391828" providerId="ADAL" clId="{18447838-0BCA-432B-86F3-BB78526C143F}" dt="2026-10-12T21:56:23.152" v="2333" actId="478"/>
          <ac:spMkLst>
            <pc:docMk/>
            <pc:sldMk cId="232970683" sldId="901"/>
            <ac:spMk id="97" creationId="{2A6C4381-B73D-4F25-8F78-5A572C11DA6E}"/>
          </ac:spMkLst>
        </pc:spChg>
        <pc:spChg chg="del">
          <ac:chgData name="Minh Huynh" userId="01a137d4-0d81-46e0-aca6-c9185b391828" providerId="ADAL" clId="{18447838-0BCA-432B-86F3-BB78526C143F}" dt="2026-10-12T21:56:23.152" v="2333" actId="478"/>
          <ac:spMkLst>
            <pc:docMk/>
            <pc:sldMk cId="232970683" sldId="901"/>
            <ac:spMk id="98" creationId="{00084E4B-67AD-406C-BCE5-11BB2D96174F}"/>
          </ac:spMkLst>
        </pc:spChg>
        <pc:spChg chg="del">
          <ac:chgData name="Minh Huynh" userId="01a137d4-0d81-46e0-aca6-c9185b391828" providerId="ADAL" clId="{18447838-0BCA-432B-86F3-BB78526C143F}" dt="2026-10-12T21:56:23.152" v="2333" actId="478"/>
          <ac:spMkLst>
            <pc:docMk/>
            <pc:sldMk cId="232970683" sldId="901"/>
            <ac:spMk id="99" creationId="{E8D2E691-0891-443B-8FF9-2D053A9F71E3}"/>
          </ac:spMkLst>
        </pc:spChg>
        <pc:spChg chg="del">
          <ac:chgData name="Minh Huynh" userId="01a137d4-0d81-46e0-aca6-c9185b391828" providerId="ADAL" clId="{18447838-0BCA-432B-86F3-BB78526C143F}" dt="2026-10-12T21:56:23.152" v="2333" actId="478"/>
          <ac:spMkLst>
            <pc:docMk/>
            <pc:sldMk cId="232970683" sldId="901"/>
            <ac:spMk id="100" creationId="{A3BF1D4D-579B-4F41-A96E-812F464E839E}"/>
          </ac:spMkLst>
        </pc:spChg>
        <pc:spChg chg="del">
          <ac:chgData name="Minh Huynh" userId="01a137d4-0d81-46e0-aca6-c9185b391828" providerId="ADAL" clId="{18447838-0BCA-432B-86F3-BB78526C143F}" dt="2026-10-12T21:56:23.152" v="2333" actId="478"/>
          <ac:spMkLst>
            <pc:docMk/>
            <pc:sldMk cId="232970683" sldId="901"/>
            <ac:spMk id="101" creationId="{ADB1EB13-4BE8-4854-B309-0C96D88C67FE}"/>
          </ac:spMkLst>
        </pc:spChg>
        <pc:spChg chg="del">
          <ac:chgData name="Minh Huynh" userId="01a137d4-0d81-46e0-aca6-c9185b391828" providerId="ADAL" clId="{18447838-0BCA-432B-86F3-BB78526C143F}" dt="2026-10-12T21:56:23.152" v="2333" actId="478"/>
          <ac:spMkLst>
            <pc:docMk/>
            <pc:sldMk cId="232970683" sldId="901"/>
            <ac:spMk id="102" creationId="{1D443D0C-3FD4-40A7-9D65-5F41331FA545}"/>
          </ac:spMkLst>
        </pc:spChg>
        <pc:spChg chg="del">
          <ac:chgData name="Minh Huynh" userId="01a137d4-0d81-46e0-aca6-c9185b391828" providerId="ADAL" clId="{18447838-0BCA-432B-86F3-BB78526C143F}" dt="2026-10-12T21:56:23.152" v="2333" actId="478"/>
          <ac:spMkLst>
            <pc:docMk/>
            <pc:sldMk cId="232970683" sldId="901"/>
            <ac:spMk id="103" creationId="{2B9A8AE0-96E8-4C2B-A774-1481FBB65B89}"/>
          </ac:spMkLst>
        </pc:spChg>
        <pc:spChg chg="del">
          <ac:chgData name="Minh Huynh" userId="01a137d4-0d81-46e0-aca6-c9185b391828" providerId="ADAL" clId="{18447838-0BCA-432B-86F3-BB78526C143F}" dt="2026-10-12T21:56:23.152" v="2333" actId="478"/>
          <ac:spMkLst>
            <pc:docMk/>
            <pc:sldMk cId="232970683" sldId="901"/>
            <ac:spMk id="104" creationId="{FF15C818-59D4-4522-8833-371EBDFD1665}"/>
          </ac:spMkLst>
        </pc:spChg>
        <pc:spChg chg="del">
          <ac:chgData name="Minh Huynh" userId="01a137d4-0d81-46e0-aca6-c9185b391828" providerId="ADAL" clId="{18447838-0BCA-432B-86F3-BB78526C143F}" dt="2026-10-12T21:56:23.152" v="2333" actId="478"/>
          <ac:spMkLst>
            <pc:docMk/>
            <pc:sldMk cId="232970683" sldId="901"/>
            <ac:spMk id="105" creationId="{E6CF411F-1380-4F4F-9AB7-C00595D29714}"/>
          </ac:spMkLst>
        </pc:spChg>
        <pc:spChg chg="del">
          <ac:chgData name="Minh Huynh" userId="01a137d4-0d81-46e0-aca6-c9185b391828" providerId="ADAL" clId="{18447838-0BCA-432B-86F3-BB78526C143F}" dt="2026-10-12T21:56:23.152" v="2333" actId="478"/>
          <ac:spMkLst>
            <pc:docMk/>
            <pc:sldMk cId="232970683" sldId="901"/>
            <ac:spMk id="106" creationId="{06262F71-8E9B-4E8B-BAC9-518A2BC779BF}"/>
          </ac:spMkLst>
        </pc:spChg>
        <pc:spChg chg="del">
          <ac:chgData name="Minh Huynh" userId="01a137d4-0d81-46e0-aca6-c9185b391828" providerId="ADAL" clId="{18447838-0BCA-432B-86F3-BB78526C143F}" dt="2026-10-12T21:56:23.152" v="2333" actId="478"/>
          <ac:spMkLst>
            <pc:docMk/>
            <pc:sldMk cId="232970683" sldId="901"/>
            <ac:spMk id="107" creationId="{F2649D6C-8552-4CE2-B9DD-06B336D3C297}"/>
          </ac:spMkLst>
        </pc:spChg>
        <pc:spChg chg="del">
          <ac:chgData name="Minh Huynh" userId="01a137d4-0d81-46e0-aca6-c9185b391828" providerId="ADAL" clId="{18447838-0BCA-432B-86F3-BB78526C143F}" dt="2026-10-12T21:56:23.152" v="2333" actId="478"/>
          <ac:spMkLst>
            <pc:docMk/>
            <pc:sldMk cId="232970683" sldId="901"/>
            <ac:spMk id="108" creationId="{A3754F7B-EB72-4111-AA04-1B47F01AAA98}"/>
          </ac:spMkLst>
        </pc:spChg>
        <pc:spChg chg="add mod">
          <ac:chgData name="Minh Huynh" userId="01a137d4-0d81-46e0-aca6-c9185b391828" providerId="ADAL" clId="{18447838-0BCA-432B-86F3-BB78526C143F}" dt="2026-10-12T21:56:28.075" v="2337" actId="1076"/>
          <ac:spMkLst>
            <pc:docMk/>
            <pc:sldMk cId="232970683" sldId="901"/>
            <ac:spMk id="109" creationId="{70E29BDE-D582-44E9-A981-A922657C9737}"/>
          </ac:spMkLst>
        </pc:spChg>
        <pc:spChg chg="add mod">
          <ac:chgData name="Minh Huynh" userId="01a137d4-0d81-46e0-aca6-c9185b391828" providerId="ADAL" clId="{18447838-0BCA-432B-86F3-BB78526C143F}" dt="2026-10-12T21:56:28.075" v="2337" actId="1076"/>
          <ac:spMkLst>
            <pc:docMk/>
            <pc:sldMk cId="232970683" sldId="901"/>
            <ac:spMk id="110" creationId="{C84A6944-673D-40A5-8054-D4A16C4F12F0}"/>
          </ac:spMkLst>
        </pc:spChg>
        <pc:spChg chg="add mod">
          <ac:chgData name="Minh Huynh" userId="01a137d4-0d81-46e0-aca6-c9185b391828" providerId="ADAL" clId="{18447838-0BCA-432B-86F3-BB78526C143F}" dt="2026-10-12T21:56:28.075" v="2337" actId="1076"/>
          <ac:spMkLst>
            <pc:docMk/>
            <pc:sldMk cId="232970683" sldId="901"/>
            <ac:spMk id="111" creationId="{A3211B5B-E568-4BCD-AFD2-F7D4F1FA6F6B}"/>
          </ac:spMkLst>
        </pc:spChg>
        <pc:spChg chg="add mod">
          <ac:chgData name="Minh Huynh" userId="01a137d4-0d81-46e0-aca6-c9185b391828" providerId="ADAL" clId="{18447838-0BCA-432B-86F3-BB78526C143F}" dt="2026-10-12T21:56:28.075" v="2337" actId="1076"/>
          <ac:spMkLst>
            <pc:docMk/>
            <pc:sldMk cId="232970683" sldId="901"/>
            <ac:spMk id="112" creationId="{6AE57762-497E-4CB6-933E-224650C85615}"/>
          </ac:spMkLst>
        </pc:spChg>
        <pc:spChg chg="add mod">
          <ac:chgData name="Minh Huynh" userId="01a137d4-0d81-46e0-aca6-c9185b391828" providerId="ADAL" clId="{18447838-0BCA-432B-86F3-BB78526C143F}" dt="2026-10-12T21:56:28.075" v="2337" actId="1076"/>
          <ac:spMkLst>
            <pc:docMk/>
            <pc:sldMk cId="232970683" sldId="901"/>
            <ac:spMk id="113" creationId="{22AC1789-9CDA-4576-BE0B-2EA3F94D1B29}"/>
          </ac:spMkLst>
        </pc:spChg>
        <pc:spChg chg="add mod">
          <ac:chgData name="Minh Huynh" userId="01a137d4-0d81-46e0-aca6-c9185b391828" providerId="ADAL" clId="{18447838-0BCA-432B-86F3-BB78526C143F}" dt="2026-10-12T21:56:28.075" v="2337" actId="1076"/>
          <ac:spMkLst>
            <pc:docMk/>
            <pc:sldMk cId="232970683" sldId="901"/>
            <ac:spMk id="114" creationId="{1D15B502-FBD0-4D52-9373-9E8C3C5E6C6E}"/>
          </ac:spMkLst>
        </pc:spChg>
        <pc:spChg chg="add mod">
          <ac:chgData name="Minh Huynh" userId="01a137d4-0d81-46e0-aca6-c9185b391828" providerId="ADAL" clId="{18447838-0BCA-432B-86F3-BB78526C143F}" dt="2026-10-12T21:56:28.075" v="2337" actId="1076"/>
          <ac:spMkLst>
            <pc:docMk/>
            <pc:sldMk cId="232970683" sldId="901"/>
            <ac:spMk id="115" creationId="{5C482160-BFF2-46FA-A335-C33D27054EB2}"/>
          </ac:spMkLst>
        </pc:spChg>
        <pc:spChg chg="add mod">
          <ac:chgData name="Minh Huynh" userId="01a137d4-0d81-46e0-aca6-c9185b391828" providerId="ADAL" clId="{18447838-0BCA-432B-86F3-BB78526C143F}" dt="2026-10-12T21:56:28.075" v="2337" actId="1076"/>
          <ac:spMkLst>
            <pc:docMk/>
            <pc:sldMk cId="232970683" sldId="901"/>
            <ac:spMk id="116" creationId="{BE32DE41-260C-4BDD-9995-B5E7CE4AE13B}"/>
          </ac:spMkLst>
        </pc:spChg>
        <pc:spChg chg="add mod">
          <ac:chgData name="Minh Huynh" userId="01a137d4-0d81-46e0-aca6-c9185b391828" providerId="ADAL" clId="{18447838-0BCA-432B-86F3-BB78526C143F}" dt="2026-10-12T21:56:28.075" v="2337" actId="1076"/>
          <ac:spMkLst>
            <pc:docMk/>
            <pc:sldMk cId="232970683" sldId="901"/>
            <ac:spMk id="117" creationId="{3923A32C-8BB8-422A-9C5B-425274790048}"/>
          </ac:spMkLst>
        </pc:spChg>
        <pc:spChg chg="add mod">
          <ac:chgData name="Minh Huynh" userId="01a137d4-0d81-46e0-aca6-c9185b391828" providerId="ADAL" clId="{18447838-0BCA-432B-86F3-BB78526C143F}" dt="2026-10-12T21:56:28.075" v="2337" actId="1076"/>
          <ac:spMkLst>
            <pc:docMk/>
            <pc:sldMk cId="232970683" sldId="901"/>
            <ac:spMk id="118" creationId="{97D0E181-35A6-4620-AB7C-D7E5C0456EE6}"/>
          </ac:spMkLst>
        </pc:spChg>
        <pc:spChg chg="add mod">
          <ac:chgData name="Minh Huynh" userId="01a137d4-0d81-46e0-aca6-c9185b391828" providerId="ADAL" clId="{18447838-0BCA-432B-86F3-BB78526C143F}" dt="2026-10-12T21:56:28.075" v="2337" actId="1076"/>
          <ac:spMkLst>
            <pc:docMk/>
            <pc:sldMk cId="232970683" sldId="901"/>
            <ac:spMk id="119" creationId="{CA00CEB9-7A7D-41C6-B0D7-3D7A51935ACD}"/>
          </ac:spMkLst>
        </pc:spChg>
        <pc:spChg chg="add mod">
          <ac:chgData name="Minh Huynh" userId="01a137d4-0d81-46e0-aca6-c9185b391828" providerId="ADAL" clId="{18447838-0BCA-432B-86F3-BB78526C143F}" dt="2026-10-12T21:56:28.075" v="2337" actId="1076"/>
          <ac:spMkLst>
            <pc:docMk/>
            <pc:sldMk cId="232970683" sldId="901"/>
            <ac:spMk id="120" creationId="{CC2D1360-1673-4D92-B422-6748B526114A}"/>
          </ac:spMkLst>
        </pc:spChg>
        <pc:spChg chg="add mod">
          <ac:chgData name="Minh Huynh" userId="01a137d4-0d81-46e0-aca6-c9185b391828" providerId="ADAL" clId="{18447838-0BCA-432B-86F3-BB78526C143F}" dt="2026-10-12T21:56:28.075" v="2337" actId="1076"/>
          <ac:spMkLst>
            <pc:docMk/>
            <pc:sldMk cId="232970683" sldId="901"/>
            <ac:spMk id="121" creationId="{1CBDF342-4891-4AAD-A4AA-A80D531935B7}"/>
          </ac:spMkLst>
        </pc:spChg>
        <pc:spChg chg="add mod">
          <ac:chgData name="Minh Huynh" userId="01a137d4-0d81-46e0-aca6-c9185b391828" providerId="ADAL" clId="{18447838-0BCA-432B-86F3-BB78526C143F}" dt="2026-10-12T21:56:28.075" v="2337" actId="1076"/>
          <ac:spMkLst>
            <pc:docMk/>
            <pc:sldMk cId="232970683" sldId="901"/>
            <ac:spMk id="122" creationId="{BA41133E-FC1A-46BE-A12E-701B621316C2}"/>
          </ac:spMkLst>
        </pc:spChg>
        <pc:spChg chg="add mod">
          <ac:chgData name="Minh Huynh" userId="01a137d4-0d81-46e0-aca6-c9185b391828" providerId="ADAL" clId="{18447838-0BCA-432B-86F3-BB78526C143F}" dt="2026-10-12T21:56:28.075" v="2337" actId="1076"/>
          <ac:spMkLst>
            <pc:docMk/>
            <pc:sldMk cId="232970683" sldId="901"/>
            <ac:spMk id="123" creationId="{19CA7375-E97A-4DB4-A23B-2CB2E1370747}"/>
          </ac:spMkLst>
        </pc:spChg>
        <pc:spChg chg="add mod">
          <ac:chgData name="Minh Huynh" userId="01a137d4-0d81-46e0-aca6-c9185b391828" providerId="ADAL" clId="{18447838-0BCA-432B-86F3-BB78526C143F}" dt="2026-10-12T21:56:28.075" v="2337" actId="1076"/>
          <ac:spMkLst>
            <pc:docMk/>
            <pc:sldMk cId="232970683" sldId="901"/>
            <ac:spMk id="124" creationId="{956C46C7-24AB-4D9B-8904-EE60CFACC0C6}"/>
          </ac:spMkLst>
        </pc:spChg>
        <pc:spChg chg="add mod">
          <ac:chgData name="Minh Huynh" userId="01a137d4-0d81-46e0-aca6-c9185b391828" providerId="ADAL" clId="{18447838-0BCA-432B-86F3-BB78526C143F}" dt="2026-10-12T21:56:28.075" v="2337" actId="1076"/>
          <ac:spMkLst>
            <pc:docMk/>
            <pc:sldMk cId="232970683" sldId="901"/>
            <ac:spMk id="125" creationId="{C70FC9DB-627A-4C73-A98E-F101407A2A4E}"/>
          </ac:spMkLst>
        </pc:spChg>
        <pc:spChg chg="add mod">
          <ac:chgData name="Minh Huynh" userId="01a137d4-0d81-46e0-aca6-c9185b391828" providerId="ADAL" clId="{18447838-0BCA-432B-86F3-BB78526C143F}" dt="2026-10-12T21:56:28.075" v="2337" actId="1076"/>
          <ac:spMkLst>
            <pc:docMk/>
            <pc:sldMk cId="232970683" sldId="901"/>
            <ac:spMk id="126" creationId="{C209B7AC-2022-4EFA-BAE5-3578AB6F8C62}"/>
          </ac:spMkLst>
        </pc:spChg>
        <pc:spChg chg="add mod">
          <ac:chgData name="Minh Huynh" userId="01a137d4-0d81-46e0-aca6-c9185b391828" providerId="ADAL" clId="{18447838-0BCA-432B-86F3-BB78526C143F}" dt="2026-10-12T21:56:28.075" v="2337" actId="1076"/>
          <ac:spMkLst>
            <pc:docMk/>
            <pc:sldMk cId="232970683" sldId="901"/>
            <ac:spMk id="127" creationId="{A3D722CA-4697-4C49-81D8-CCB269685479}"/>
          </ac:spMkLst>
        </pc:spChg>
        <pc:spChg chg="add mod">
          <ac:chgData name="Minh Huynh" userId="01a137d4-0d81-46e0-aca6-c9185b391828" providerId="ADAL" clId="{18447838-0BCA-432B-86F3-BB78526C143F}" dt="2026-10-12T21:56:28.075" v="2337" actId="1076"/>
          <ac:spMkLst>
            <pc:docMk/>
            <pc:sldMk cId="232970683" sldId="901"/>
            <ac:spMk id="128" creationId="{90C02011-FD70-4FC2-8A42-4EA647BB5C97}"/>
          </ac:spMkLst>
        </pc:spChg>
        <pc:spChg chg="add mod">
          <ac:chgData name="Minh Huynh" userId="01a137d4-0d81-46e0-aca6-c9185b391828" providerId="ADAL" clId="{18447838-0BCA-432B-86F3-BB78526C143F}" dt="2026-10-12T21:56:28.075" v="2337" actId="1076"/>
          <ac:spMkLst>
            <pc:docMk/>
            <pc:sldMk cId="232970683" sldId="901"/>
            <ac:spMk id="129" creationId="{CCC6A48B-32D9-47A5-B49D-4E8A82FC0D93}"/>
          </ac:spMkLst>
        </pc:spChg>
        <pc:spChg chg="add mod">
          <ac:chgData name="Minh Huynh" userId="01a137d4-0d81-46e0-aca6-c9185b391828" providerId="ADAL" clId="{18447838-0BCA-432B-86F3-BB78526C143F}" dt="2026-10-12T21:56:28.075" v="2337" actId="1076"/>
          <ac:spMkLst>
            <pc:docMk/>
            <pc:sldMk cId="232970683" sldId="901"/>
            <ac:spMk id="130" creationId="{09B8E903-5294-4D19-B51B-70020377B7A8}"/>
          </ac:spMkLst>
        </pc:spChg>
        <pc:spChg chg="add mod">
          <ac:chgData name="Minh Huynh" userId="01a137d4-0d81-46e0-aca6-c9185b391828" providerId="ADAL" clId="{18447838-0BCA-432B-86F3-BB78526C143F}" dt="2026-10-12T21:56:28.075" v="2337" actId="1076"/>
          <ac:spMkLst>
            <pc:docMk/>
            <pc:sldMk cId="232970683" sldId="901"/>
            <ac:spMk id="131" creationId="{6766EA1A-5560-4A9D-8492-7A266BF81F00}"/>
          </ac:spMkLst>
        </pc:spChg>
        <pc:spChg chg="add mod">
          <ac:chgData name="Minh Huynh" userId="01a137d4-0d81-46e0-aca6-c9185b391828" providerId="ADAL" clId="{18447838-0BCA-432B-86F3-BB78526C143F}" dt="2026-10-12T21:56:28.075" v="2337" actId="1076"/>
          <ac:spMkLst>
            <pc:docMk/>
            <pc:sldMk cId="232970683" sldId="901"/>
            <ac:spMk id="132" creationId="{E4130D3F-8F23-423F-ABE1-9E13C1E0581A}"/>
          </ac:spMkLst>
        </pc:spChg>
        <pc:spChg chg="del">
          <ac:chgData name="Minh Huynh" userId="01a137d4-0d81-46e0-aca6-c9185b391828" providerId="ADAL" clId="{18447838-0BCA-432B-86F3-BB78526C143F}" dt="2026-10-12T21:56:23.152" v="2333" actId="478"/>
          <ac:spMkLst>
            <pc:docMk/>
            <pc:sldMk cId="232970683" sldId="901"/>
            <ac:spMk id="149" creationId="{21DFD56D-3523-4608-9402-BFB284590709}"/>
          </ac:spMkLst>
        </pc:spChg>
        <pc:spChg chg="del">
          <ac:chgData name="Minh Huynh" userId="01a137d4-0d81-46e0-aca6-c9185b391828" providerId="ADAL" clId="{18447838-0BCA-432B-86F3-BB78526C143F}" dt="2026-10-12T21:56:23.152" v="2333" actId="478"/>
          <ac:spMkLst>
            <pc:docMk/>
            <pc:sldMk cId="232970683" sldId="901"/>
            <ac:spMk id="150" creationId="{6DBAB6A7-C461-484C-ADB3-AABA62871EAB}"/>
          </ac:spMkLst>
        </pc:spChg>
        <pc:spChg chg="del">
          <ac:chgData name="Minh Huynh" userId="01a137d4-0d81-46e0-aca6-c9185b391828" providerId="ADAL" clId="{18447838-0BCA-432B-86F3-BB78526C143F}" dt="2026-10-12T21:56:23.152" v="2333" actId="478"/>
          <ac:spMkLst>
            <pc:docMk/>
            <pc:sldMk cId="232970683" sldId="901"/>
            <ac:spMk id="151" creationId="{90614140-0FC7-4B2C-AC00-25A3D449D757}"/>
          </ac:spMkLst>
        </pc:spChg>
        <pc:spChg chg="del">
          <ac:chgData name="Minh Huynh" userId="01a137d4-0d81-46e0-aca6-c9185b391828" providerId="ADAL" clId="{18447838-0BCA-432B-86F3-BB78526C143F}" dt="2026-10-12T21:56:23.152" v="2333" actId="478"/>
          <ac:spMkLst>
            <pc:docMk/>
            <pc:sldMk cId="232970683" sldId="901"/>
            <ac:spMk id="152" creationId="{A39311CA-B5A0-452F-8DE5-15587543E5DB}"/>
          </ac:spMkLst>
        </pc:spChg>
        <pc:spChg chg="del">
          <ac:chgData name="Minh Huynh" userId="01a137d4-0d81-46e0-aca6-c9185b391828" providerId="ADAL" clId="{18447838-0BCA-432B-86F3-BB78526C143F}" dt="2026-10-12T21:56:23.152" v="2333" actId="478"/>
          <ac:spMkLst>
            <pc:docMk/>
            <pc:sldMk cId="232970683" sldId="901"/>
            <ac:spMk id="153" creationId="{CC4135C1-925C-4734-8A19-3FA170BED018}"/>
          </ac:spMkLst>
        </pc:spChg>
        <pc:spChg chg="del">
          <ac:chgData name="Minh Huynh" userId="01a137d4-0d81-46e0-aca6-c9185b391828" providerId="ADAL" clId="{18447838-0BCA-432B-86F3-BB78526C143F}" dt="2026-10-12T21:56:23.152" v="2333" actId="478"/>
          <ac:spMkLst>
            <pc:docMk/>
            <pc:sldMk cId="232970683" sldId="901"/>
            <ac:spMk id="154" creationId="{E50D65BB-3A00-40D4-BEB3-639AF96917D6}"/>
          </ac:spMkLst>
        </pc:spChg>
        <pc:spChg chg="del">
          <ac:chgData name="Minh Huynh" userId="01a137d4-0d81-46e0-aca6-c9185b391828" providerId="ADAL" clId="{18447838-0BCA-432B-86F3-BB78526C143F}" dt="2026-10-12T21:56:23.152" v="2333" actId="478"/>
          <ac:spMkLst>
            <pc:docMk/>
            <pc:sldMk cId="232970683" sldId="901"/>
            <ac:spMk id="155" creationId="{F88CA61F-761B-40D0-9A17-10D593B3247F}"/>
          </ac:spMkLst>
        </pc:spChg>
        <pc:spChg chg="del">
          <ac:chgData name="Minh Huynh" userId="01a137d4-0d81-46e0-aca6-c9185b391828" providerId="ADAL" clId="{18447838-0BCA-432B-86F3-BB78526C143F}" dt="2026-10-12T21:56:23.152" v="2333" actId="478"/>
          <ac:spMkLst>
            <pc:docMk/>
            <pc:sldMk cId="232970683" sldId="901"/>
            <ac:spMk id="156" creationId="{6C3D556A-27F9-499F-A789-55B42F8AB778}"/>
          </ac:spMkLst>
        </pc:spChg>
        <pc:spChg chg="del">
          <ac:chgData name="Minh Huynh" userId="01a137d4-0d81-46e0-aca6-c9185b391828" providerId="ADAL" clId="{18447838-0BCA-432B-86F3-BB78526C143F}" dt="2026-10-12T21:56:23.152" v="2333" actId="478"/>
          <ac:spMkLst>
            <pc:docMk/>
            <pc:sldMk cId="232970683" sldId="901"/>
            <ac:spMk id="157" creationId="{A38F0726-2FB3-4CE1-AB85-658E951878E0}"/>
          </ac:spMkLst>
        </pc:spChg>
        <pc:spChg chg="del">
          <ac:chgData name="Minh Huynh" userId="01a137d4-0d81-46e0-aca6-c9185b391828" providerId="ADAL" clId="{18447838-0BCA-432B-86F3-BB78526C143F}" dt="2026-10-12T21:56:23.152" v="2333" actId="478"/>
          <ac:spMkLst>
            <pc:docMk/>
            <pc:sldMk cId="232970683" sldId="901"/>
            <ac:spMk id="158" creationId="{9A532184-9FAF-442F-A2B6-22F5DE3F3A1C}"/>
          </ac:spMkLst>
        </pc:spChg>
        <pc:spChg chg="del">
          <ac:chgData name="Minh Huynh" userId="01a137d4-0d81-46e0-aca6-c9185b391828" providerId="ADAL" clId="{18447838-0BCA-432B-86F3-BB78526C143F}" dt="2026-10-12T21:56:23.152" v="2333" actId="478"/>
          <ac:spMkLst>
            <pc:docMk/>
            <pc:sldMk cId="232970683" sldId="901"/>
            <ac:spMk id="159" creationId="{5A86A892-1579-4A9B-8153-0B7325B32AB9}"/>
          </ac:spMkLst>
        </pc:spChg>
        <pc:spChg chg="del">
          <ac:chgData name="Minh Huynh" userId="01a137d4-0d81-46e0-aca6-c9185b391828" providerId="ADAL" clId="{18447838-0BCA-432B-86F3-BB78526C143F}" dt="2026-10-12T21:56:23.152" v="2333" actId="478"/>
          <ac:spMkLst>
            <pc:docMk/>
            <pc:sldMk cId="232970683" sldId="901"/>
            <ac:spMk id="160" creationId="{BBAAE345-78C0-4389-A2C3-163D462D2335}"/>
          </ac:spMkLst>
        </pc:spChg>
        <pc:spChg chg="del">
          <ac:chgData name="Minh Huynh" userId="01a137d4-0d81-46e0-aca6-c9185b391828" providerId="ADAL" clId="{18447838-0BCA-432B-86F3-BB78526C143F}" dt="2026-10-12T21:56:23.152" v="2333" actId="478"/>
          <ac:spMkLst>
            <pc:docMk/>
            <pc:sldMk cId="232970683" sldId="901"/>
            <ac:spMk id="161" creationId="{3B9021A5-D70D-44D9-8FD2-334714F68809}"/>
          </ac:spMkLst>
        </pc:spChg>
        <pc:spChg chg="del">
          <ac:chgData name="Minh Huynh" userId="01a137d4-0d81-46e0-aca6-c9185b391828" providerId="ADAL" clId="{18447838-0BCA-432B-86F3-BB78526C143F}" dt="2026-10-12T21:56:23.152" v="2333" actId="478"/>
          <ac:spMkLst>
            <pc:docMk/>
            <pc:sldMk cId="232970683" sldId="901"/>
            <ac:spMk id="162" creationId="{7CE1599A-9562-41D5-8D00-D2CC724664C8}"/>
          </ac:spMkLst>
        </pc:spChg>
        <pc:spChg chg="del">
          <ac:chgData name="Minh Huynh" userId="01a137d4-0d81-46e0-aca6-c9185b391828" providerId="ADAL" clId="{18447838-0BCA-432B-86F3-BB78526C143F}" dt="2026-10-12T21:56:23.152" v="2333" actId="478"/>
          <ac:spMkLst>
            <pc:docMk/>
            <pc:sldMk cId="232970683" sldId="901"/>
            <ac:spMk id="163" creationId="{919F206C-7941-4701-A201-F83FBE7FA58D}"/>
          </ac:spMkLst>
        </pc:spChg>
        <pc:spChg chg="del">
          <ac:chgData name="Minh Huynh" userId="01a137d4-0d81-46e0-aca6-c9185b391828" providerId="ADAL" clId="{18447838-0BCA-432B-86F3-BB78526C143F}" dt="2026-10-12T21:56:23.152" v="2333" actId="478"/>
          <ac:spMkLst>
            <pc:docMk/>
            <pc:sldMk cId="232970683" sldId="901"/>
            <ac:spMk id="164" creationId="{EB101FD7-1E88-42E7-B8F3-03B503462AE1}"/>
          </ac:spMkLst>
        </pc:spChg>
        <pc:spChg chg="del">
          <ac:chgData name="Minh Huynh" userId="01a137d4-0d81-46e0-aca6-c9185b391828" providerId="ADAL" clId="{18447838-0BCA-432B-86F3-BB78526C143F}" dt="2026-10-12T21:56:23.152" v="2333" actId="478"/>
          <ac:spMkLst>
            <pc:docMk/>
            <pc:sldMk cId="232970683" sldId="901"/>
            <ac:spMk id="165" creationId="{BA151476-867D-404B-BC73-2F03730FC3EF}"/>
          </ac:spMkLst>
        </pc:spChg>
        <pc:spChg chg="del">
          <ac:chgData name="Minh Huynh" userId="01a137d4-0d81-46e0-aca6-c9185b391828" providerId="ADAL" clId="{18447838-0BCA-432B-86F3-BB78526C143F}" dt="2026-10-12T21:56:23.152" v="2333" actId="478"/>
          <ac:spMkLst>
            <pc:docMk/>
            <pc:sldMk cId="232970683" sldId="901"/>
            <ac:spMk id="166" creationId="{E4C53C5F-A54D-401E-8FE0-1CAF2FB857D7}"/>
          </ac:spMkLst>
        </pc:spChg>
        <pc:spChg chg="del">
          <ac:chgData name="Minh Huynh" userId="01a137d4-0d81-46e0-aca6-c9185b391828" providerId="ADAL" clId="{18447838-0BCA-432B-86F3-BB78526C143F}" dt="2026-10-12T21:56:23.152" v="2333" actId="478"/>
          <ac:spMkLst>
            <pc:docMk/>
            <pc:sldMk cId="232970683" sldId="901"/>
            <ac:spMk id="167" creationId="{675DDA17-543F-4915-AA09-F64037DC075E}"/>
          </ac:spMkLst>
        </pc:spChg>
        <pc:spChg chg="del">
          <ac:chgData name="Minh Huynh" userId="01a137d4-0d81-46e0-aca6-c9185b391828" providerId="ADAL" clId="{18447838-0BCA-432B-86F3-BB78526C143F}" dt="2026-10-12T21:56:23.152" v="2333" actId="478"/>
          <ac:spMkLst>
            <pc:docMk/>
            <pc:sldMk cId="232970683" sldId="901"/>
            <ac:spMk id="168" creationId="{D3B8DB5D-B3EF-4ADB-B873-D530E075329A}"/>
          </ac:spMkLst>
        </pc:spChg>
        <pc:spChg chg="del">
          <ac:chgData name="Minh Huynh" userId="01a137d4-0d81-46e0-aca6-c9185b391828" providerId="ADAL" clId="{18447838-0BCA-432B-86F3-BB78526C143F}" dt="2026-10-12T21:56:23.152" v="2333" actId="478"/>
          <ac:spMkLst>
            <pc:docMk/>
            <pc:sldMk cId="232970683" sldId="901"/>
            <ac:spMk id="169" creationId="{02C300F5-1222-4D33-97BD-57965A511AF5}"/>
          </ac:spMkLst>
        </pc:spChg>
        <pc:spChg chg="del">
          <ac:chgData name="Minh Huynh" userId="01a137d4-0d81-46e0-aca6-c9185b391828" providerId="ADAL" clId="{18447838-0BCA-432B-86F3-BB78526C143F}" dt="2026-10-12T21:56:23.152" v="2333" actId="478"/>
          <ac:spMkLst>
            <pc:docMk/>
            <pc:sldMk cId="232970683" sldId="901"/>
            <ac:spMk id="170" creationId="{89D33540-E4B3-45BB-9DE8-CB56F094F072}"/>
          </ac:spMkLst>
        </pc:spChg>
      </pc:sldChg>
      <pc:sldChg chg="del">
        <pc:chgData name="Minh Huynh" userId="01a137d4-0d81-46e0-aca6-c9185b391828" providerId="ADAL" clId="{18447838-0BCA-432B-86F3-BB78526C143F}" dt="2026-10-12T12:12:45.996" v="0" actId="47"/>
        <pc:sldMkLst>
          <pc:docMk/>
          <pc:sldMk cId="2782254885" sldId="901"/>
        </pc:sldMkLst>
      </pc:sldChg>
      <pc:sldChg chg="addSp delSp modSp add mod">
        <pc:chgData name="Minh Huynh" userId="01a137d4-0d81-46e0-aca6-c9185b391828" providerId="ADAL" clId="{18447838-0BCA-432B-86F3-BB78526C143F}" dt="2026-10-13T02:51:01.163" v="2453" actId="14100"/>
        <pc:sldMkLst>
          <pc:docMk/>
          <pc:sldMk cId="2487047363" sldId="902"/>
        </pc:sldMkLst>
        <pc:spChg chg="mod">
          <ac:chgData name="Minh Huynh" userId="01a137d4-0d81-46e0-aca6-c9185b391828" providerId="ADAL" clId="{18447838-0BCA-432B-86F3-BB78526C143F}" dt="2026-10-13T02:49:08.771" v="2403" actId="20577"/>
          <ac:spMkLst>
            <pc:docMk/>
            <pc:sldMk cId="2487047363" sldId="902"/>
            <ac:spMk id="4" creationId="{7BC73E8E-0D58-4B4B-A5C4-A8AE38997407}"/>
          </ac:spMkLst>
        </pc:spChg>
        <pc:spChg chg="add del mod">
          <ac:chgData name="Minh Huynh" userId="01a137d4-0d81-46e0-aca6-c9185b391828" providerId="ADAL" clId="{18447838-0BCA-432B-86F3-BB78526C143F}" dt="2026-10-13T02:50:32.983" v="2444"/>
          <ac:spMkLst>
            <pc:docMk/>
            <pc:sldMk cId="2487047363" sldId="902"/>
            <ac:spMk id="36" creationId="{D5C76A90-EC58-483F-BA63-C54B3AE8E0B5}"/>
          </ac:spMkLst>
        </pc:spChg>
        <pc:spChg chg="add del mod">
          <ac:chgData name="Minh Huynh" userId="01a137d4-0d81-46e0-aca6-c9185b391828" providerId="ADAL" clId="{18447838-0BCA-432B-86F3-BB78526C143F}" dt="2026-10-13T02:50:32.983" v="2444"/>
          <ac:spMkLst>
            <pc:docMk/>
            <pc:sldMk cId="2487047363" sldId="902"/>
            <ac:spMk id="37" creationId="{6C5B3935-C11C-4582-913F-B018CC09A810}"/>
          </ac:spMkLst>
        </pc:spChg>
        <pc:spChg chg="add del mod">
          <ac:chgData name="Minh Huynh" userId="01a137d4-0d81-46e0-aca6-c9185b391828" providerId="ADAL" clId="{18447838-0BCA-432B-86F3-BB78526C143F}" dt="2026-10-13T02:50:32.983" v="2444"/>
          <ac:spMkLst>
            <pc:docMk/>
            <pc:sldMk cId="2487047363" sldId="902"/>
            <ac:spMk id="38" creationId="{99505BA9-B9DE-4B2A-B684-E5CE80A45AC4}"/>
          </ac:spMkLst>
        </pc:spChg>
        <pc:spChg chg="add del mod">
          <ac:chgData name="Minh Huynh" userId="01a137d4-0d81-46e0-aca6-c9185b391828" providerId="ADAL" clId="{18447838-0BCA-432B-86F3-BB78526C143F}" dt="2026-10-13T02:50:32.983" v="2444"/>
          <ac:spMkLst>
            <pc:docMk/>
            <pc:sldMk cId="2487047363" sldId="902"/>
            <ac:spMk id="39" creationId="{2058982F-5033-4DBE-8A93-C0EB78BA2C6B}"/>
          </ac:spMkLst>
        </pc:spChg>
        <pc:spChg chg="add del mod">
          <ac:chgData name="Minh Huynh" userId="01a137d4-0d81-46e0-aca6-c9185b391828" providerId="ADAL" clId="{18447838-0BCA-432B-86F3-BB78526C143F}" dt="2026-10-13T02:50:32.983" v="2444"/>
          <ac:spMkLst>
            <pc:docMk/>
            <pc:sldMk cId="2487047363" sldId="902"/>
            <ac:spMk id="40" creationId="{9AA65E4C-6435-4406-895C-49C36A20458A}"/>
          </ac:spMkLst>
        </pc:spChg>
        <pc:spChg chg="add del mod">
          <ac:chgData name="Minh Huynh" userId="01a137d4-0d81-46e0-aca6-c9185b391828" providerId="ADAL" clId="{18447838-0BCA-432B-86F3-BB78526C143F}" dt="2026-10-13T02:50:32.983" v="2444"/>
          <ac:spMkLst>
            <pc:docMk/>
            <pc:sldMk cId="2487047363" sldId="902"/>
            <ac:spMk id="41" creationId="{E87C0E9F-FF49-4F7F-A9E5-6036524C6F6A}"/>
          </ac:spMkLst>
        </pc:spChg>
        <pc:spChg chg="add del mod">
          <ac:chgData name="Minh Huynh" userId="01a137d4-0d81-46e0-aca6-c9185b391828" providerId="ADAL" clId="{18447838-0BCA-432B-86F3-BB78526C143F}" dt="2026-10-13T02:50:32.983" v="2444"/>
          <ac:spMkLst>
            <pc:docMk/>
            <pc:sldMk cId="2487047363" sldId="902"/>
            <ac:spMk id="42" creationId="{5E665120-A57F-4287-BE6C-0FC157C33155}"/>
          </ac:spMkLst>
        </pc:spChg>
        <pc:spChg chg="add del mod">
          <ac:chgData name="Minh Huynh" userId="01a137d4-0d81-46e0-aca6-c9185b391828" providerId="ADAL" clId="{18447838-0BCA-432B-86F3-BB78526C143F}" dt="2026-10-13T02:50:32.983" v="2444"/>
          <ac:spMkLst>
            <pc:docMk/>
            <pc:sldMk cId="2487047363" sldId="902"/>
            <ac:spMk id="43" creationId="{E2555B8C-AC38-4F06-B192-54A6F35AD3A7}"/>
          </ac:spMkLst>
        </pc:spChg>
        <pc:spChg chg="add del mod">
          <ac:chgData name="Minh Huynh" userId="01a137d4-0d81-46e0-aca6-c9185b391828" providerId="ADAL" clId="{18447838-0BCA-432B-86F3-BB78526C143F}" dt="2026-10-13T02:50:32.983" v="2444"/>
          <ac:spMkLst>
            <pc:docMk/>
            <pc:sldMk cId="2487047363" sldId="902"/>
            <ac:spMk id="44" creationId="{5CD5B599-F530-4C52-95E0-623B9B012996}"/>
          </ac:spMkLst>
        </pc:spChg>
        <pc:spChg chg="add del mod">
          <ac:chgData name="Minh Huynh" userId="01a137d4-0d81-46e0-aca6-c9185b391828" providerId="ADAL" clId="{18447838-0BCA-432B-86F3-BB78526C143F}" dt="2026-10-13T02:50:32.983" v="2444"/>
          <ac:spMkLst>
            <pc:docMk/>
            <pc:sldMk cId="2487047363" sldId="902"/>
            <ac:spMk id="45" creationId="{170E2E09-9F88-4E83-8277-B9F39C337FB8}"/>
          </ac:spMkLst>
        </pc:spChg>
        <pc:spChg chg="add del mod">
          <ac:chgData name="Minh Huynh" userId="01a137d4-0d81-46e0-aca6-c9185b391828" providerId="ADAL" clId="{18447838-0BCA-432B-86F3-BB78526C143F}" dt="2026-10-13T02:50:32.983" v="2444"/>
          <ac:spMkLst>
            <pc:docMk/>
            <pc:sldMk cId="2487047363" sldId="902"/>
            <ac:spMk id="46" creationId="{04FD84DD-84E1-409B-AEAA-C0AB867AB479}"/>
          </ac:spMkLst>
        </pc:spChg>
        <pc:spChg chg="add del mod">
          <ac:chgData name="Minh Huynh" userId="01a137d4-0d81-46e0-aca6-c9185b391828" providerId="ADAL" clId="{18447838-0BCA-432B-86F3-BB78526C143F}" dt="2026-10-13T02:50:32.983" v="2444"/>
          <ac:spMkLst>
            <pc:docMk/>
            <pc:sldMk cId="2487047363" sldId="902"/>
            <ac:spMk id="47" creationId="{38038D13-6956-4514-ADBB-43F344C9F936}"/>
          </ac:spMkLst>
        </pc:spChg>
        <pc:spChg chg="add del mod">
          <ac:chgData name="Minh Huynh" userId="01a137d4-0d81-46e0-aca6-c9185b391828" providerId="ADAL" clId="{18447838-0BCA-432B-86F3-BB78526C143F}" dt="2026-10-13T02:50:32.983" v="2444"/>
          <ac:spMkLst>
            <pc:docMk/>
            <pc:sldMk cId="2487047363" sldId="902"/>
            <ac:spMk id="48" creationId="{F0F15E31-12AA-4CAE-BE15-7F6D9E0B926C}"/>
          </ac:spMkLst>
        </pc:spChg>
        <pc:spChg chg="add del mod">
          <ac:chgData name="Minh Huynh" userId="01a137d4-0d81-46e0-aca6-c9185b391828" providerId="ADAL" clId="{18447838-0BCA-432B-86F3-BB78526C143F}" dt="2026-10-13T02:50:32.983" v="2444"/>
          <ac:spMkLst>
            <pc:docMk/>
            <pc:sldMk cId="2487047363" sldId="902"/>
            <ac:spMk id="49" creationId="{1902B7B7-89FB-4E99-AAB0-20876F1B714D}"/>
          </ac:spMkLst>
        </pc:spChg>
        <pc:spChg chg="add del mod">
          <ac:chgData name="Minh Huynh" userId="01a137d4-0d81-46e0-aca6-c9185b391828" providerId="ADAL" clId="{18447838-0BCA-432B-86F3-BB78526C143F}" dt="2026-10-13T02:50:32.983" v="2444"/>
          <ac:spMkLst>
            <pc:docMk/>
            <pc:sldMk cId="2487047363" sldId="902"/>
            <ac:spMk id="50" creationId="{10F3A7C5-7D12-4B60-9E14-49CB5B416E49}"/>
          </ac:spMkLst>
        </pc:spChg>
        <pc:spChg chg="add del mod">
          <ac:chgData name="Minh Huynh" userId="01a137d4-0d81-46e0-aca6-c9185b391828" providerId="ADAL" clId="{18447838-0BCA-432B-86F3-BB78526C143F}" dt="2026-10-13T02:50:32.983" v="2444"/>
          <ac:spMkLst>
            <pc:docMk/>
            <pc:sldMk cId="2487047363" sldId="902"/>
            <ac:spMk id="51" creationId="{4207EA15-8D58-4672-840C-A0E0C5AD8D71}"/>
          </ac:spMkLst>
        </pc:spChg>
        <pc:spChg chg="add del mod">
          <ac:chgData name="Minh Huynh" userId="01a137d4-0d81-46e0-aca6-c9185b391828" providerId="ADAL" clId="{18447838-0BCA-432B-86F3-BB78526C143F}" dt="2026-10-13T02:50:32.983" v="2444"/>
          <ac:spMkLst>
            <pc:docMk/>
            <pc:sldMk cId="2487047363" sldId="902"/>
            <ac:spMk id="52" creationId="{8F3C5456-3597-4F46-965F-3E3F26789C6E}"/>
          </ac:spMkLst>
        </pc:spChg>
        <pc:spChg chg="add del mod">
          <ac:chgData name="Minh Huynh" userId="01a137d4-0d81-46e0-aca6-c9185b391828" providerId="ADAL" clId="{18447838-0BCA-432B-86F3-BB78526C143F}" dt="2026-10-13T02:50:32.983" v="2444"/>
          <ac:spMkLst>
            <pc:docMk/>
            <pc:sldMk cId="2487047363" sldId="902"/>
            <ac:spMk id="53" creationId="{73CF5687-73A6-43F3-85CD-886056F16A15}"/>
          </ac:spMkLst>
        </pc:spChg>
        <pc:spChg chg="add del mod">
          <ac:chgData name="Minh Huynh" userId="01a137d4-0d81-46e0-aca6-c9185b391828" providerId="ADAL" clId="{18447838-0BCA-432B-86F3-BB78526C143F}" dt="2026-10-13T02:50:32.983" v="2444"/>
          <ac:spMkLst>
            <pc:docMk/>
            <pc:sldMk cId="2487047363" sldId="902"/>
            <ac:spMk id="54" creationId="{FF940E9C-F98E-4E71-9FDE-F3DE7DBB745D}"/>
          </ac:spMkLst>
        </pc:spChg>
        <pc:spChg chg="add del mod">
          <ac:chgData name="Minh Huynh" userId="01a137d4-0d81-46e0-aca6-c9185b391828" providerId="ADAL" clId="{18447838-0BCA-432B-86F3-BB78526C143F}" dt="2026-10-13T02:50:32.983" v="2444"/>
          <ac:spMkLst>
            <pc:docMk/>
            <pc:sldMk cId="2487047363" sldId="902"/>
            <ac:spMk id="55" creationId="{575B8533-9CE5-48C4-B13E-76DC419A06B6}"/>
          </ac:spMkLst>
        </pc:spChg>
        <pc:spChg chg="add del mod">
          <ac:chgData name="Minh Huynh" userId="01a137d4-0d81-46e0-aca6-c9185b391828" providerId="ADAL" clId="{18447838-0BCA-432B-86F3-BB78526C143F}" dt="2026-10-13T02:50:32.983" v="2444"/>
          <ac:spMkLst>
            <pc:docMk/>
            <pc:sldMk cId="2487047363" sldId="902"/>
            <ac:spMk id="56" creationId="{FEFBD3AC-FE54-4088-BE80-6CB8CC0B7B23}"/>
          </ac:spMkLst>
        </pc:spChg>
        <pc:spChg chg="add del mod">
          <ac:chgData name="Minh Huynh" userId="01a137d4-0d81-46e0-aca6-c9185b391828" providerId="ADAL" clId="{18447838-0BCA-432B-86F3-BB78526C143F}" dt="2026-10-13T02:50:32.983" v="2444"/>
          <ac:spMkLst>
            <pc:docMk/>
            <pc:sldMk cId="2487047363" sldId="902"/>
            <ac:spMk id="57" creationId="{A71E8C65-26F8-442C-89AB-9D1709F3BBA7}"/>
          </ac:spMkLst>
        </pc:spChg>
        <pc:spChg chg="add del mod">
          <ac:chgData name="Minh Huynh" userId="01a137d4-0d81-46e0-aca6-c9185b391828" providerId="ADAL" clId="{18447838-0BCA-432B-86F3-BB78526C143F}" dt="2026-10-13T02:50:32.983" v="2444"/>
          <ac:spMkLst>
            <pc:docMk/>
            <pc:sldMk cId="2487047363" sldId="902"/>
            <ac:spMk id="58" creationId="{4D971A3D-5CC3-4804-85C6-131B3B435D66}"/>
          </ac:spMkLst>
        </pc:spChg>
        <pc:spChg chg="add del mod">
          <ac:chgData name="Minh Huynh" userId="01a137d4-0d81-46e0-aca6-c9185b391828" providerId="ADAL" clId="{18447838-0BCA-432B-86F3-BB78526C143F}" dt="2026-10-13T02:50:32.983" v="2444"/>
          <ac:spMkLst>
            <pc:docMk/>
            <pc:sldMk cId="2487047363" sldId="902"/>
            <ac:spMk id="59" creationId="{20C7DCFB-1F5C-419B-8E6E-89EAC5581464}"/>
          </ac:spMkLst>
        </pc:spChg>
        <pc:spChg chg="add del mod">
          <ac:chgData name="Minh Huynh" userId="01a137d4-0d81-46e0-aca6-c9185b391828" providerId="ADAL" clId="{18447838-0BCA-432B-86F3-BB78526C143F}" dt="2026-10-13T02:50:32.983" v="2444"/>
          <ac:spMkLst>
            <pc:docMk/>
            <pc:sldMk cId="2487047363" sldId="902"/>
            <ac:spMk id="60" creationId="{092B3514-F4CE-4443-BCDD-6B65F7870289}"/>
          </ac:spMkLst>
        </pc:spChg>
        <pc:spChg chg="add del mod">
          <ac:chgData name="Minh Huynh" userId="01a137d4-0d81-46e0-aca6-c9185b391828" providerId="ADAL" clId="{18447838-0BCA-432B-86F3-BB78526C143F}" dt="2026-10-13T02:50:32.983" v="2444"/>
          <ac:spMkLst>
            <pc:docMk/>
            <pc:sldMk cId="2487047363" sldId="902"/>
            <ac:spMk id="61" creationId="{31DF323A-8DD1-4EAA-93BB-76F94BFAD658}"/>
          </ac:spMkLst>
        </pc:spChg>
        <pc:spChg chg="add del mod">
          <ac:chgData name="Minh Huynh" userId="01a137d4-0d81-46e0-aca6-c9185b391828" providerId="ADAL" clId="{18447838-0BCA-432B-86F3-BB78526C143F}" dt="2026-10-13T02:50:32.983" v="2444"/>
          <ac:spMkLst>
            <pc:docMk/>
            <pc:sldMk cId="2487047363" sldId="902"/>
            <ac:spMk id="62" creationId="{6F7BC4AA-3B4C-450D-85BD-62983A584652}"/>
          </ac:spMkLst>
        </pc:spChg>
        <pc:spChg chg="add del mod">
          <ac:chgData name="Minh Huynh" userId="01a137d4-0d81-46e0-aca6-c9185b391828" providerId="ADAL" clId="{18447838-0BCA-432B-86F3-BB78526C143F}" dt="2026-10-13T02:50:32.983" v="2444"/>
          <ac:spMkLst>
            <pc:docMk/>
            <pc:sldMk cId="2487047363" sldId="902"/>
            <ac:spMk id="63" creationId="{29958C97-DE55-46FD-87FD-9FB937DE8A14}"/>
          </ac:spMkLst>
        </pc:spChg>
        <pc:spChg chg="add del mod">
          <ac:chgData name="Minh Huynh" userId="01a137d4-0d81-46e0-aca6-c9185b391828" providerId="ADAL" clId="{18447838-0BCA-432B-86F3-BB78526C143F}" dt="2026-10-13T02:50:32.983" v="2444"/>
          <ac:spMkLst>
            <pc:docMk/>
            <pc:sldMk cId="2487047363" sldId="902"/>
            <ac:spMk id="64" creationId="{C4AD46F8-283A-43C6-9D3C-4DB4E43C0A5F}"/>
          </ac:spMkLst>
        </pc:spChg>
        <pc:spChg chg="add del mod">
          <ac:chgData name="Minh Huynh" userId="01a137d4-0d81-46e0-aca6-c9185b391828" providerId="ADAL" clId="{18447838-0BCA-432B-86F3-BB78526C143F}" dt="2026-10-13T02:50:32.983" v="2444"/>
          <ac:spMkLst>
            <pc:docMk/>
            <pc:sldMk cId="2487047363" sldId="902"/>
            <ac:spMk id="65" creationId="{87A8F7FD-D6D5-475B-B13E-EB21BBFFFFE7}"/>
          </ac:spMkLst>
        </pc:spChg>
        <pc:spChg chg="add del mod">
          <ac:chgData name="Minh Huynh" userId="01a137d4-0d81-46e0-aca6-c9185b391828" providerId="ADAL" clId="{18447838-0BCA-432B-86F3-BB78526C143F}" dt="2026-10-13T02:50:32.983" v="2444"/>
          <ac:spMkLst>
            <pc:docMk/>
            <pc:sldMk cId="2487047363" sldId="902"/>
            <ac:spMk id="66" creationId="{37285192-4EE9-4D01-915B-5FDDC626B08D}"/>
          </ac:spMkLst>
        </pc:spChg>
        <pc:spChg chg="add del mod">
          <ac:chgData name="Minh Huynh" userId="01a137d4-0d81-46e0-aca6-c9185b391828" providerId="ADAL" clId="{18447838-0BCA-432B-86F3-BB78526C143F}" dt="2026-10-13T02:50:32.983" v="2444"/>
          <ac:spMkLst>
            <pc:docMk/>
            <pc:sldMk cId="2487047363" sldId="902"/>
            <ac:spMk id="67" creationId="{FED09083-3068-491A-9969-0DD5D8486970}"/>
          </ac:spMkLst>
        </pc:spChg>
        <pc:spChg chg="add del mod">
          <ac:chgData name="Minh Huynh" userId="01a137d4-0d81-46e0-aca6-c9185b391828" providerId="ADAL" clId="{18447838-0BCA-432B-86F3-BB78526C143F}" dt="2026-10-13T02:50:32.983" v="2444"/>
          <ac:spMkLst>
            <pc:docMk/>
            <pc:sldMk cId="2487047363" sldId="902"/>
            <ac:spMk id="68" creationId="{CCD52D7D-D9BB-4722-8AC2-8600EAA82A08}"/>
          </ac:spMkLst>
        </pc:spChg>
        <pc:spChg chg="add del mod">
          <ac:chgData name="Minh Huynh" userId="01a137d4-0d81-46e0-aca6-c9185b391828" providerId="ADAL" clId="{18447838-0BCA-432B-86F3-BB78526C143F}" dt="2026-10-13T02:50:32.983" v="2444"/>
          <ac:spMkLst>
            <pc:docMk/>
            <pc:sldMk cId="2487047363" sldId="902"/>
            <ac:spMk id="69" creationId="{F9E8E363-5414-4102-A2E7-7FA6410BAA8C}"/>
          </ac:spMkLst>
        </pc:spChg>
        <pc:spChg chg="add del mod">
          <ac:chgData name="Minh Huynh" userId="01a137d4-0d81-46e0-aca6-c9185b391828" providerId="ADAL" clId="{18447838-0BCA-432B-86F3-BB78526C143F}" dt="2026-10-13T02:50:32.983" v="2444"/>
          <ac:spMkLst>
            <pc:docMk/>
            <pc:sldMk cId="2487047363" sldId="902"/>
            <ac:spMk id="70" creationId="{4A55D290-73E1-43E4-A3DC-FB8FCB77982A}"/>
          </ac:spMkLst>
        </pc:spChg>
        <pc:spChg chg="add del mod">
          <ac:chgData name="Minh Huynh" userId="01a137d4-0d81-46e0-aca6-c9185b391828" providerId="ADAL" clId="{18447838-0BCA-432B-86F3-BB78526C143F}" dt="2026-10-13T02:50:32.983" v="2444"/>
          <ac:spMkLst>
            <pc:docMk/>
            <pc:sldMk cId="2487047363" sldId="902"/>
            <ac:spMk id="71" creationId="{C7A075F8-871A-4C89-885E-CF67F21EEC1E}"/>
          </ac:spMkLst>
        </pc:spChg>
        <pc:spChg chg="add del mod">
          <ac:chgData name="Minh Huynh" userId="01a137d4-0d81-46e0-aca6-c9185b391828" providerId="ADAL" clId="{18447838-0BCA-432B-86F3-BB78526C143F}" dt="2026-10-13T02:50:32.983" v="2444"/>
          <ac:spMkLst>
            <pc:docMk/>
            <pc:sldMk cId="2487047363" sldId="902"/>
            <ac:spMk id="72" creationId="{90781B4B-0CE1-4626-B836-6E38B6BD6804}"/>
          </ac:spMkLst>
        </pc:spChg>
        <pc:spChg chg="add del mod">
          <ac:chgData name="Minh Huynh" userId="01a137d4-0d81-46e0-aca6-c9185b391828" providerId="ADAL" clId="{18447838-0BCA-432B-86F3-BB78526C143F}" dt="2026-10-13T02:50:32.983" v="2444"/>
          <ac:spMkLst>
            <pc:docMk/>
            <pc:sldMk cId="2487047363" sldId="902"/>
            <ac:spMk id="73" creationId="{5E9A8468-12A9-4BA5-9A26-D6F483E360C7}"/>
          </ac:spMkLst>
        </pc:spChg>
        <pc:spChg chg="add del mod">
          <ac:chgData name="Minh Huynh" userId="01a137d4-0d81-46e0-aca6-c9185b391828" providerId="ADAL" clId="{18447838-0BCA-432B-86F3-BB78526C143F}" dt="2026-10-13T02:50:32.983" v="2444"/>
          <ac:spMkLst>
            <pc:docMk/>
            <pc:sldMk cId="2487047363" sldId="902"/>
            <ac:spMk id="74" creationId="{9F937CE0-91F0-4C7D-B44D-61C5A0168373}"/>
          </ac:spMkLst>
        </pc:spChg>
        <pc:spChg chg="mod">
          <ac:chgData name="Minh Huynh" userId="01a137d4-0d81-46e0-aca6-c9185b391828" providerId="ADAL" clId="{18447838-0BCA-432B-86F3-BB78526C143F}" dt="2026-10-13T02:50:22.651" v="2440" actId="14100"/>
          <ac:spMkLst>
            <pc:docMk/>
            <pc:sldMk cId="2487047363" sldId="902"/>
            <ac:spMk id="75" creationId="{49DF9D2F-8E65-4D63-82C3-27F8FA7882BF}"/>
          </ac:spMkLst>
        </pc:spChg>
        <pc:spChg chg="add del mod">
          <ac:chgData name="Minh Huynh" userId="01a137d4-0d81-46e0-aca6-c9185b391828" providerId="ADAL" clId="{18447838-0BCA-432B-86F3-BB78526C143F}" dt="2026-10-13T02:50:32.983" v="2444"/>
          <ac:spMkLst>
            <pc:docMk/>
            <pc:sldMk cId="2487047363" sldId="902"/>
            <ac:spMk id="76" creationId="{DAC7E202-A49C-4EA7-B11A-44E12B7A2FDA}"/>
          </ac:spMkLst>
        </pc:spChg>
        <pc:spChg chg="add del mod">
          <ac:chgData name="Minh Huynh" userId="01a137d4-0d81-46e0-aca6-c9185b391828" providerId="ADAL" clId="{18447838-0BCA-432B-86F3-BB78526C143F}" dt="2026-10-13T02:50:32.983" v="2444"/>
          <ac:spMkLst>
            <pc:docMk/>
            <pc:sldMk cId="2487047363" sldId="902"/>
            <ac:spMk id="77" creationId="{62A43434-78A1-4B5B-BEFD-16359EB47877}"/>
          </ac:spMkLst>
        </pc:spChg>
        <pc:spChg chg="add del mod">
          <ac:chgData name="Minh Huynh" userId="01a137d4-0d81-46e0-aca6-c9185b391828" providerId="ADAL" clId="{18447838-0BCA-432B-86F3-BB78526C143F}" dt="2026-10-13T02:50:32.983" v="2444"/>
          <ac:spMkLst>
            <pc:docMk/>
            <pc:sldMk cId="2487047363" sldId="902"/>
            <ac:spMk id="78" creationId="{0B1343DD-8CFB-43D3-8549-2E513BCA4D27}"/>
          </ac:spMkLst>
        </pc:spChg>
        <pc:spChg chg="add del mod">
          <ac:chgData name="Minh Huynh" userId="01a137d4-0d81-46e0-aca6-c9185b391828" providerId="ADAL" clId="{18447838-0BCA-432B-86F3-BB78526C143F}" dt="2026-10-13T02:50:32.983" v="2444"/>
          <ac:spMkLst>
            <pc:docMk/>
            <pc:sldMk cId="2487047363" sldId="902"/>
            <ac:spMk id="79" creationId="{DDB2D4AF-25A6-492C-8C5B-499257DBF71A}"/>
          </ac:spMkLst>
        </pc:spChg>
        <pc:spChg chg="del">
          <ac:chgData name="Minh Huynh" userId="01a137d4-0d81-46e0-aca6-c9185b391828" providerId="ADAL" clId="{18447838-0BCA-432B-86F3-BB78526C143F}" dt="2026-10-13T02:50:24.303" v="2441" actId="478"/>
          <ac:spMkLst>
            <pc:docMk/>
            <pc:sldMk cId="2487047363" sldId="902"/>
            <ac:spMk id="80" creationId="{CEE9F308-9C88-4767-BF59-94E0E170FD9F}"/>
          </ac:spMkLst>
        </pc:spChg>
        <pc:spChg chg="del">
          <ac:chgData name="Minh Huynh" userId="01a137d4-0d81-46e0-aca6-c9185b391828" providerId="ADAL" clId="{18447838-0BCA-432B-86F3-BB78526C143F}" dt="2026-10-13T02:50:26.209" v="2442" actId="478"/>
          <ac:spMkLst>
            <pc:docMk/>
            <pc:sldMk cId="2487047363" sldId="902"/>
            <ac:spMk id="81" creationId="{8FD1ED4D-249D-4DB7-AEAE-FF0118BDF3FC}"/>
          </ac:spMkLst>
        </pc:spChg>
        <pc:spChg chg="del">
          <ac:chgData name="Minh Huynh" userId="01a137d4-0d81-46e0-aca6-c9185b391828" providerId="ADAL" clId="{18447838-0BCA-432B-86F3-BB78526C143F}" dt="2026-10-13T02:50:26.209" v="2442" actId="478"/>
          <ac:spMkLst>
            <pc:docMk/>
            <pc:sldMk cId="2487047363" sldId="902"/>
            <ac:spMk id="82" creationId="{26B6592C-6A4F-4B6E-BE7C-D2CC943185E7}"/>
          </ac:spMkLst>
        </pc:spChg>
        <pc:spChg chg="del">
          <ac:chgData name="Minh Huynh" userId="01a137d4-0d81-46e0-aca6-c9185b391828" providerId="ADAL" clId="{18447838-0BCA-432B-86F3-BB78526C143F}" dt="2026-10-13T02:50:26.209" v="2442" actId="478"/>
          <ac:spMkLst>
            <pc:docMk/>
            <pc:sldMk cId="2487047363" sldId="902"/>
            <ac:spMk id="83" creationId="{002EFBA7-9647-4B78-9C42-134F81FCCB4E}"/>
          </ac:spMkLst>
        </pc:spChg>
        <pc:spChg chg="del">
          <ac:chgData name="Minh Huynh" userId="01a137d4-0d81-46e0-aca6-c9185b391828" providerId="ADAL" clId="{18447838-0BCA-432B-86F3-BB78526C143F}" dt="2026-10-13T02:50:26.209" v="2442" actId="478"/>
          <ac:spMkLst>
            <pc:docMk/>
            <pc:sldMk cId="2487047363" sldId="902"/>
            <ac:spMk id="84" creationId="{D6BEC4FF-41F5-4F72-BE0F-3BB2B3C956D4}"/>
          </ac:spMkLst>
        </pc:spChg>
        <pc:spChg chg="del">
          <ac:chgData name="Minh Huynh" userId="01a137d4-0d81-46e0-aca6-c9185b391828" providerId="ADAL" clId="{18447838-0BCA-432B-86F3-BB78526C143F}" dt="2026-10-13T02:50:26.209" v="2442" actId="478"/>
          <ac:spMkLst>
            <pc:docMk/>
            <pc:sldMk cId="2487047363" sldId="902"/>
            <ac:spMk id="85" creationId="{7788472F-4A55-4BB7-8E7C-C1DEB43EBE50}"/>
          </ac:spMkLst>
        </pc:spChg>
        <pc:spChg chg="del">
          <ac:chgData name="Minh Huynh" userId="01a137d4-0d81-46e0-aca6-c9185b391828" providerId="ADAL" clId="{18447838-0BCA-432B-86F3-BB78526C143F}" dt="2026-10-13T02:50:26.209" v="2442" actId="478"/>
          <ac:spMkLst>
            <pc:docMk/>
            <pc:sldMk cId="2487047363" sldId="902"/>
            <ac:spMk id="86" creationId="{8A8E4DE9-499B-4A49-97D4-C23912E91760}"/>
          </ac:spMkLst>
        </pc:spChg>
        <pc:spChg chg="del">
          <ac:chgData name="Minh Huynh" userId="01a137d4-0d81-46e0-aca6-c9185b391828" providerId="ADAL" clId="{18447838-0BCA-432B-86F3-BB78526C143F}" dt="2026-10-13T02:50:26.209" v="2442" actId="478"/>
          <ac:spMkLst>
            <pc:docMk/>
            <pc:sldMk cId="2487047363" sldId="902"/>
            <ac:spMk id="87" creationId="{7DB7774F-5DA3-4524-ABD4-0306EACADA66}"/>
          </ac:spMkLst>
        </pc:spChg>
        <pc:spChg chg="add del mod">
          <ac:chgData name="Minh Huynh" userId="01a137d4-0d81-46e0-aca6-c9185b391828" providerId="ADAL" clId="{18447838-0BCA-432B-86F3-BB78526C143F}" dt="2026-10-13T02:50:48.236" v="2447" actId="478"/>
          <ac:spMkLst>
            <pc:docMk/>
            <pc:sldMk cId="2487047363" sldId="902"/>
            <ac:spMk id="88" creationId="{26005E6A-6EA8-4151-A779-A0663F80CA60}"/>
          </ac:spMkLst>
        </pc:spChg>
        <pc:spChg chg="add del mod">
          <ac:chgData name="Minh Huynh" userId="01a137d4-0d81-46e0-aca6-c9185b391828" providerId="ADAL" clId="{18447838-0BCA-432B-86F3-BB78526C143F}" dt="2026-10-13T02:50:48.236" v="2447" actId="478"/>
          <ac:spMkLst>
            <pc:docMk/>
            <pc:sldMk cId="2487047363" sldId="902"/>
            <ac:spMk id="89" creationId="{B414DED1-86DC-4E79-9517-D9ACDBB9D824}"/>
          </ac:spMkLst>
        </pc:spChg>
        <pc:spChg chg="add del mod">
          <ac:chgData name="Minh Huynh" userId="01a137d4-0d81-46e0-aca6-c9185b391828" providerId="ADAL" clId="{18447838-0BCA-432B-86F3-BB78526C143F}" dt="2026-10-13T02:50:48.236" v="2447" actId="478"/>
          <ac:spMkLst>
            <pc:docMk/>
            <pc:sldMk cId="2487047363" sldId="902"/>
            <ac:spMk id="90" creationId="{01591618-CC17-4AEA-B6DB-4F5BE55B44F8}"/>
          </ac:spMkLst>
        </pc:spChg>
        <pc:spChg chg="add del mod">
          <ac:chgData name="Minh Huynh" userId="01a137d4-0d81-46e0-aca6-c9185b391828" providerId="ADAL" clId="{18447838-0BCA-432B-86F3-BB78526C143F}" dt="2026-10-13T02:50:48.236" v="2447" actId="478"/>
          <ac:spMkLst>
            <pc:docMk/>
            <pc:sldMk cId="2487047363" sldId="902"/>
            <ac:spMk id="91" creationId="{81025A3E-A2F6-4449-B62F-979BCFF3419B}"/>
          </ac:spMkLst>
        </pc:spChg>
        <pc:spChg chg="add del mod">
          <ac:chgData name="Minh Huynh" userId="01a137d4-0d81-46e0-aca6-c9185b391828" providerId="ADAL" clId="{18447838-0BCA-432B-86F3-BB78526C143F}" dt="2026-10-13T02:50:48.236" v="2447" actId="478"/>
          <ac:spMkLst>
            <pc:docMk/>
            <pc:sldMk cId="2487047363" sldId="902"/>
            <ac:spMk id="92" creationId="{C343450D-2406-4D89-8E41-1555AF0EB1A4}"/>
          </ac:spMkLst>
        </pc:spChg>
        <pc:spChg chg="add del mod">
          <ac:chgData name="Minh Huynh" userId="01a137d4-0d81-46e0-aca6-c9185b391828" providerId="ADAL" clId="{18447838-0BCA-432B-86F3-BB78526C143F}" dt="2026-10-13T02:50:48.236" v="2447" actId="478"/>
          <ac:spMkLst>
            <pc:docMk/>
            <pc:sldMk cId="2487047363" sldId="902"/>
            <ac:spMk id="93" creationId="{C5CD930C-ABA5-4C66-BFCB-4F06B1FE866A}"/>
          </ac:spMkLst>
        </pc:spChg>
        <pc:spChg chg="add del mod">
          <ac:chgData name="Minh Huynh" userId="01a137d4-0d81-46e0-aca6-c9185b391828" providerId="ADAL" clId="{18447838-0BCA-432B-86F3-BB78526C143F}" dt="2026-10-13T02:50:48.236" v="2447" actId="478"/>
          <ac:spMkLst>
            <pc:docMk/>
            <pc:sldMk cId="2487047363" sldId="902"/>
            <ac:spMk id="94" creationId="{3B0F03BB-997A-4362-ACE0-66681911D159}"/>
          </ac:spMkLst>
        </pc:spChg>
        <pc:spChg chg="add del mod">
          <ac:chgData name="Minh Huynh" userId="01a137d4-0d81-46e0-aca6-c9185b391828" providerId="ADAL" clId="{18447838-0BCA-432B-86F3-BB78526C143F}" dt="2026-10-13T02:50:48.236" v="2447" actId="478"/>
          <ac:spMkLst>
            <pc:docMk/>
            <pc:sldMk cId="2487047363" sldId="902"/>
            <ac:spMk id="95" creationId="{182FDF43-7ADB-47DA-ABFA-E46A8149C7B7}"/>
          </ac:spMkLst>
        </pc:spChg>
        <pc:spChg chg="add del mod">
          <ac:chgData name="Minh Huynh" userId="01a137d4-0d81-46e0-aca6-c9185b391828" providerId="ADAL" clId="{18447838-0BCA-432B-86F3-BB78526C143F}" dt="2026-10-13T02:50:48.236" v="2447" actId="478"/>
          <ac:spMkLst>
            <pc:docMk/>
            <pc:sldMk cId="2487047363" sldId="902"/>
            <ac:spMk id="96" creationId="{A26E7D74-1407-4B33-A059-1ACFFCFFA716}"/>
          </ac:spMkLst>
        </pc:spChg>
        <pc:spChg chg="add del mod">
          <ac:chgData name="Minh Huynh" userId="01a137d4-0d81-46e0-aca6-c9185b391828" providerId="ADAL" clId="{18447838-0BCA-432B-86F3-BB78526C143F}" dt="2026-10-13T02:50:48.236" v="2447" actId="478"/>
          <ac:spMkLst>
            <pc:docMk/>
            <pc:sldMk cId="2487047363" sldId="902"/>
            <ac:spMk id="97" creationId="{C5FCD331-6E0B-4AC0-B40B-34B864E6277D}"/>
          </ac:spMkLst>
        </pc:spChg>
        <pc:spChg chg="add del mod">
          <ac:chgData name="Minh Huynh" userId="01a137d4-0d81-46e0-aca6-c9185b391828" providerId="ADAL" clId="{18447838-0BCA-432B-86F3-BB78526C143F}" dt="2026-10-13T02:50:48.236" v="2447" actId="478"/>
          <ac:spMkLst>
            <pc:docMk/>
            <pc:sldMk cId="2487047363" sldId="902"/>
            <ac:spMk id="98" creationId="{35399F7F-49C2-4117-B855-3694C030968C}"/>
          </ac:spMkLst>
        </pc:spChg>
        <pc:spChg chg="add del mod">
          <ac:chgData name="Minh Huynh" userId="01a137d4-0d81-46e0-aca6-c9185b391828" providerId="ADAL" clId="{18447838-0BCA-432B-86F3-BB78526C143F}" dt="2026-10-13T02:50:48.236" v="2447" actId="478"/>
          <ac:spMkLst>
            <pc:docMk/>
            <pc:sldMk cId="2487047363" sldId="902"/>
            <ac:spMk id="99" creationId="{07DB01D2-9121-4AA0-889D-AC1DFA1E0B17}"/>
          </ac:spMkLst>
        </pc:spChg>
        <pc:spChg chg="add del mod">
          <ac:chgData name="Minh Huynh" userId="01a137d4-0d81-46e0-aca6-c9185b391828" providerId="ADAL" clId="{18447838-0BCA-432B-86F3-BB78526C143F}" dt="2026-10-13T02:50:48.236" v="2447" actId="478"/>
          <ac:spMkLst>
            <pc:docMk/>
            <pc:sldMk cId="2487047363" sldId="902"/>
            <ac:spMk id="100" creationId="{2CADFEF8-43F1-4C66-8923-9C0E719B6E81}"/>
          </ac:spMkLst>
        </pc:spChg>
        <pc:spChg chg="add del mod">
          <ac:chgData name="Minh Huynh" userId="01a137d4-0d81-46e0-aca6-c9185b391828" providerId="ADAL" clId="{18447838-0BCA-432B-86F3-BB78526C143F}" dt="2026-10-13T02:50:48.236" v="2447" actId="478"/>
          <ac:spMkLst>
            <pc:docMk/>
            <pc:sldMk cId="2487047363" sldId="902"/>
            <ac:spMk id="101" creationId="{BA24A5E0-0AD4-4A58-B365-9104414967BD}"/>
          </ac:spMkLst>
        </pc:spChg>
        <pc:spChg chg="add del mod">
          <ac:chgData name="Minh Huynh" userId="01a137d4-0d81-46e0-aca6-c9185b391828" providerId="ADAL" clId="{18447838-0BCA-432B-86F3-BB78526C143F}" dt="2026-10-13T02:50:48.236" v="2447" actId="478"/>
          <ac:spMkLst>
            <pc:docMk/>
            <pc:sldMk cId="2487047363" sldId="902"/>
            <ac:spMk id="102" creationId="{7FF04EC5-0235-4979-BC5D-42FF3EAB0188}"/>
          </ac:spMkLst>
        </pc:spChg>
        <pc:spChg chg="add del mod">
          <ac:chgData name="Minh Huynh" userId="01a137d4-0d81-46e0-aca6-c9185b391828" providerId="ADAL" clId="{18447838-0BCA-432B-86F3-BB78526C143F}" dt="2026-10-13T02:50:48.236" v="2447" actId="478"/>
          <ac:spMkLst>
            <pc:docMk/>
            <pc:sldMk cId="2487047363" sldId="902"/>
            <ac:spMk id="103" creationId="{2E5DC29A-FB52-417E-9C27-28C31B928300}"/>
          </ac:spMkLst>
        </pc:spChg>
        <pc:spChg chg="add del mod">
          <ac:chgData name="Minh Huynh" userId="01a137d4-0d81-46e0-aca6-c9185b391828" providerId="ADAL" clId="{18447838-0BCA-432B-86F3-BB78526C143F}" dt="2026-10-13T02:50:48.236" v="2447" actId="478"/>
          <ac:spMkLst>
            <pc:docMk/>
            <pc:sldMk cId="2487047363" sldId="902"/>
            <ac:spMk id="104" creationId="{3A6556C6-597E-4DAA-A539-07379D4CDB03}"/>
          </ac:spMkLst>
        </pc:spChg>
        <pc:spChg chg="add del mod">
          <ac:chgData name="Minh Huynh" userId="01a137d4-0d81-46e0-aca6-c9185b391828" providerId="ADAL" clId="{18447838-0BCA-432B-86F3-BB78526C143F}" dt="2026-10-13T02:50:48.236" v="2447" actId="478"/>
          <ac:spMkLst>
            <pc:docMk/>
            <pc:sldMk cId="2487047363" sldId="902"/>
            <ac:spMk id="105" creationId="{B507C91C-DA60-45C2-B822-1AA04E381167}"/>
          </ac:spMkLst>
        </pc:spChg>
        <pc:spChg chg="add del mod">
          <ac:chgData name="Minh Huynh" userId="01a137d4-0d81-46e0-aca6-c9185b391828" providerId="ADAL" clId="{18447838-0BCA-432B-86F3-BB78526C143F}" dt="2026-10-13T02:50:48.236" v="2447" actId="478"/>
          <ac:spMkLst>
            <pc:docMk/>
            <pc:sldMk cId="2487047363" sldId="902"/>
            <ac:spMk id="106" creationId="{E10A5471-C1CA-42A3-8337-D0B79872C93A}"/>
          </ac:spMkLst>
        </pc:spChg>
        <pc:spChg chg="add del mod">
          <ac:chgData name="Minh Huynh" userId="01a137d4-0d81-46e0-aca6-c9185b391828" providerId="ADAL" clId="{18447838-0BCA-432B-86F3-BB78526C143F}" dt="2026-10-13T02:50:48.236" v="2447" actId="478"/>
          <ac:spMkLst>
            <pc:docMk/>
            <pc:sldMk cId="2487047363" sldId="902"/>
            <ac:spMk id="107" creationId="{5D889565-9B4B-46CC-85D1-BA45C078622B}"/>
          </ac:spMkLst>
        </pc:spChg>
        <pc:spChg chg="add del mod">
          <ac:chgData name="Minh Huynh" userId="01a137d4-0d81-46e0-aca6-c9185b391828" providerId="ADAL" clId="{18447838-0BCA-432B-86F3-BB78526C143F}" dt="2026-10-13T02:50:48.236" v="2447" actId="478"/>
          <ac:spMkLst>
            <pc:docMk/>
            <pc:sldMk cId="2487047363" sldId="902"/>
            <ac:spMk id="108" creationId="{947076CE-710C-43BC-9729-231897829D95}"/>
          </ac:spMkLst>
        </pc:spChg>
        <pc:spChg chg="del">
          <ac:chgData name="Minh Huynh" userId="01a137d4-0d81-46e0-aca6-c9185b391828" providerId="ADAL" clId="{18447838-0BCA-432B-86F3-BB78526C143F}" dt="2026-10-13T02:50:26.209" v="2442" actId="478"/>
          <ac:spMkLst>
            <pc:docMk/>
            <pc:sldMk cId="2487047363" sldId="902"/>
            <ac:spMk id="109" creationId="{70E29BDE-D582-44E9-A981-A922657C9737}"/>
          </ac:spMkLst>
        </pc:spChg>
        <pc:spChg chg="del">
          <ac:chgData name="Minh Huynh" userId="01a137d4-0d81-46e0-aca6-c9185b391828" providerId="ADAL" clId="{18447838-0BCA-432B-86F3-BB78526C143F}" dt="2026-10-13T02:50:26.209" v="2442" actId="478"/>
          <ac:spMkLst>
            <pc:docMk/>
            <pc:sldMk cId="2487047363" sldId="902"/>
            <ac:spMk id="110" creationId="{C84A6944-673D-40A5-8054-D4A16C4F12F0}"/>
          </ac:spMkLst>
        </pc:spChg>
        <pc:spChg chg="del">
          <ac:chgData name="Minh Huynh" userId="01a137d4-0d81-46e0-aca6-c9185b391828" providerId="ADAL" clId="{18447838-0BCA-432B-86F3-BB78526C143F}" dt="2026-10-13T02:50:26.209" v="2442" actId="478"/>
          <ac:spMkLst>
            <pc:docMk/>
            <pc:sldMk cId="2487047363" sldId="902"/>
            <ac:spMk id="111" creationId="{A3211B5B-E568-4BCD-AFD2-F7D4F1FA6F6B}"/>
          </ac:spMkLst>
        </pc:spChg>
        <pc:spChg chg="del">
          <ac:chgData name="Minh Huynh" userId="01a137d4-0d81-46e0-aca6-c9185b391828" providerId="ADAL" clId="{18447838-0BCA-432B-86F3-BB78526C143F}" dt="2026-10-13T02:50:26.209" v="2442" actId="478"/>
          <ac:spMkLst>
            <pc:docMk/>
            <pc:sldMk cId="2487047363" sldId="902"/>
            <ac:spMk id="112" creationId="{6AE57762-497E-4CB6-933E-224650C85615}"/>
          </ac:spMkLst>
        </pc:spChg>
        <pc:spChg chg="del">
          <ac:chgData name="Minh Huynh" userId="01a137d4-0d81-46e0-aca6-c9185b391828" providerId="ADAL" clId="{18447838-0BCA-432B-86F3-BB78526C143F}" dt="2026-10-13T02:50:26.209" v="2442" actId="478"/>
          <ac:spMkLst>
            <pc:docMk/>
            <pc:sldMk cId="2487047363" sldId="902"/>
            <ac:spMk id="113" creationId="{22AC1789-9CDA-4576-BE0B-2EA3F94D1B29}"/>
          </ac:spMkLst>
        </pc:spChg>
        <pc:spChg chg="del">
          <ac:chgData name="Minh Huynh" userId="01a137d4-0d81-46e0-aca6-c9185b391828" providerId="ADAL" clId="{18447838-0BCA-432B-86F3-BB78526C143F}" dt="2026-10-13T02:50:26.209" v="2442" actId="478"/>
          <ac:spMkLst>
            <pc:docMk/>
            <pc:sldMk cId="2487047363" sldId="902"/>
            <ac:spMk id="114" creationId="{1D15B502-FBD0-4D52-9373-9E8C3C5E6C6E}"/>
          </ac:spMkLst>
        </pc:spChg>
        <pc:spChg chg="del">
          <ac:chgData name="Minh Huynh" userId="01a137d4-0d81-46e0-aca6-c9185b391828" providerId="ADAL" clId="{18447838-0BCA-432B-86F3-BB78526C143F}" dt="2026-10-13T02:50:26.209" v="2442" actId="478"/>
          <ac:spMkLst>
            <pc:docMk/>
            <pc:sldMk cId="2487047363" sldId="902"/>
            <ac:spMk id="115" creationId="{5C482160-BFF2-46FA-A335-C33D27054EB2}"/>
          </ac:spMkLst>
        </pc:spChg>
        <pc:spChg chg="del">
          <ac:chgData name="Minh Huynh" userId="01a137d4-0d81-46e0-aca6-c9185b391828" providerId="ADAL" clId="{18447838-0BCA-432B-86F3-BB78526C143F}" dt="2026-10-13T02:50:26.209" v="2442" actId="478"/>
          <ac:spMkLst>
            <pc:docMk/>
            <pc:sldMk cId="2487047363" sldId="902"/>
            <ac:spMk id="116" creationId="{BE32DE41-260C-4BDD-9995-B5E7CE4AE13B}"/>
          </ac:spMkLst>
        </pc:spChg>
        <pc:spChg chg="del">
          <ac:chgData name="Minh Huynh" userId="01a137d4-0d81-46e0-aca6-c9185b391828" providerId="ADAL" clId="{18447838-0BCA-432B-86F3-BB78526C143F}" dt="2026-10-13T02:50:26.209" v="2442" actId="478"/>
          <ac:spMkLst>
            <pc:docMk/>
            <pc:sldMk cId="2487047363" sldId="902"/>
            <ac:spMk id="117" creationId="{3923A32C-8BB8-422A-9C5B-425274790048}"/>
          </ac:spMkLst>
        </pc:spChg>
        <pc:spChg chg="del">
          <ac:chgData name="Minh Huynh" userId="01a137d4-0d81-46e0-aca6-c9185b391828" providerId="ADAL" clId="{18447838-0BCA-432B-86F3-BB78526C143F}" dt="2026-10-13T02:50:26.209" v="2442" actId="478"/>
          <ac:spMkLst>
            <pc:docMk/>
            <pc:sldMk cId="2487047363" sldId="902"/>
            <ac:spMk id="118" creationId="{97D0E181-35A6-4620-AB7C-D7E5C0456EE6}"/>
          </ac:spMkLst>
        </pc:spChg>
        <pc:spChg chg="del">
          <ac:chgData name="Minh Huynh" userId="01a137d4-0d81-46e0-aca6-c9185b391828" providerId="ADAL" clId="{18447838-0BCA-432B-86F3-BB78526C143F}" dt="2026-10-13T02:50:26.209" v="2442" actId="478"/>
          <ac:spMkLst>
            <pc:docMk/>
            <pc:sldMk cId="2487047363" sldId="902"/>
            <ac:spMk id="119" creationId="{CA00CEB9-7A7D-41C6-B0D7-3D7A51935ACD}"/>
          </ac:spMkLst>
        </pc:spChg>
        <pc:spChg chg="del">
          <ac:chgData name="Minh Huynh" userId="01a137d4-0d81-46e0-aca6-c9185b391828" providerId="ADAL" clId="{18447838-0BCA-432B-86F3-BB78526C143F}" dt="2026-10-13T02:50:26.209" v="2442" actId="478"/>
          <ac:spMkLst>
            <pc:docMk/>
            <pc:sldMk cId="2487047363" sldId="902"/>
            <ac:spMk id="120" creationId="{CC2D1360-1673-4D92-B422-6748B526114A}"/>
          </ac:spMkLst>
        </pc:spChg>
        <pc:spChg chg="del">
          <ac:chgData name="Minh Huynh" userId="01a137d4-0d81-46e0-aca6-c9185b391828" providerId="ADAL" clId="{18447838-0BCA-432B-86F3-BB78526C143F}" dt="2026-10-13T02:50:26.209" v="2442" actId="478"/>
          <ac:spMkLst>
            <pc:docMk/>
            <pc:sldMk cId="2487047363" sldId="902"/>
            <ac:spMk id="121" creationId="{1CBDF342-4891-4AAD-A4AA-A80D531935B7}"/>
          </ac:spMkLst>
        </pc:spChg>
        <pc:spChg chg="del">
          <ac:chgData name="Minh Huynh" userId="01a137d4-0d81-46e0-aca6-c9185b391828" providerId="ADAL" clId="{18447838-0BCA-432B-86F3-BB78526C143F}" dt="2026-10-13T02:50:26.209" v="2442" actId="478"/>
          <ac:spMkLst>
            <pc:docMk/>
            <pc:sldMk cId="2487047363" sldId="902"/>
            <ac:spMk id="122" creationId="{BA41133E-FC1A-46BE-A12E-701B621316C2}"/>
          </ac:spMkLst>
        </pc:spChg>
        <pc:spChg chg="del">
          <ac:chgData name="Minh Huynh" userId="01a137d4-0d81-46e0-aca6-c9185b391828" providerId="ADAL" clId="{18447838-0BCA-432B-86F3-BB78526C143F}" dt="2026-10-13T02:50:26.209" v="2442" actId="478"/>
          <ac:spMkLst>
            <pc:docMk/>
            <pc:sldMk cId="2487047363" sldId="902"/>
            <ac:spMk id="123" creationId="{19CA7375-E97A-4DB4-A23B-2CB2E1370747}"/>
          </ac:spMkLst>
        </pc:spChg>
        <pc:spChg chg="del">
          <ac:chgData name="Minh Huynh" userId="01a137d4-0d81-46e0-aca6-c9185b391828" providerId="ADAL" clId="{18447838-0BCA-432B-86F3-BB78526C143F}" dt="2026-10-13T02:50:26.209" v="2442" actId="478"/>
          <ac:spMkLst>
            <pc:docMk/>
            <pc:sldMk cId="2487047363" sldId="902"/>
            <ac:spMk id="124" creationId="{956C46C7-24AB-4D9B-8904-EE60CFACC0C6}"/>
          </ac:spMkLst>
        </pc:spChg>
        <pc:spChg chg="del">
          <ac:chgData name="Minh Huynh" userId="01a137d4-0d81-46e0-aca6-c9185b391828" providerId="ADAL" clId="{18447838-0BCA-432B-86F3-BB78526C143F}" dt="2026-10-13T02:50:26.209" v="2442" actId="478"/>
          <ac:spMkLst>
            <pc:docMk/>
            <pc:sldMk cId="2487047363" sldId="902"/>
            <ac:spMk id="125" creationId="{C70FC9DB-627A-4C73-A98E-F101407A2A4E}"/>
          </ac:spMkLst>
        </pc:spChg>
        <pc:spChg chg="del">
          <ac:chgData name="Minh Huynh" userId="01a137d4-0d81-46e0-aca6-c9185b391828" providerId="ADAL" clId="{18447838-0BCA-432B-86F3-BB78526C143F}" dt="2026-10-13T02:50:26.209" v="2442" actId="478"/>
          <ac:spMkLst>
            <pc:docMk/>
            <pc:sldMk cId="2487047363" sldId="902"/>
            <ac:spMk id="126" creationId="{C209B7AC-2022-4EFA-BAE5-3578AB6F8C62}"/>
          </ac:spMkLst>
        </pc:spChg>
        <pc:spChg chg="del">
          <ac:chgData name="Minh Huynh" userId="01a137d4-0d81-46e0-aca6-c9185b391828" providerId="ADAL" clId="{18447838-0BCA-432B-86F3-BB78526C143F}" dt="2026-10-13T02:50:26.209" v="2442" actId="478"/>
          <ac:spMkLst>
            <pc:docMk/>
            <pc:sldMk cId="2487047363" sldId="902"/>
            <ac:spMk id="127" creationId="{A3D722CA-4697-4C49-81D8-CCB269685479}"/>
          </ac:spMkLst>
        </pc:spChg>
        <pc:spChg chg="del">
          <ac:chgData name="Minh Huynh" userId="01a137d4-0d81-46e0-aca6-c9185b391828" providerId="ADAL" clId="{18447838-0BCA-432B-86F3-BB78526C143F}" dt="2026-10-13T02:50:26.209" v="2442" actId="478"/>
          <ac:spMkLst>
            <pc:docMk/>
            <pc:sldMk cId="2487047363" sldId="902"/>
            <ac:spMk id="128" creationId="{90C02011-FD70-4FC2-8A42-4EA647BB5C97}"/>
          </ac:spMkLst>
        </pc:spChg>
        <pc:spChg chg="del">
          <ac:chgData name="Minh Huynh" userId="01a137d4-0d81-46e0-aca6-c9185b391828" providerId="ADAL" clId="{18447838-0BCA-432B-86F3-BB78526C143F}" dt="2026-10-13T02:50:26.209" v="2442" actId="478"/>
          <ac:spMkLst>
            <pc:docMk/>
            <pc:sldMk cId="2487047363" sldId="902"/>
            <ac:spMk id="129" creationId="{CCC6A48B-32D9-47A5-B49D-4E8A82FC0D93}"/>
          </ac:spMkLst>
        </pc:spChg>
        <pc:spChg chg="del">
          <ac:chgData name="Minh Huynh" userId="01a137d4-0d81-46e0-aca6-c9185b391828" providerId="ADAL" clId="{18447838-0BCA-432B-86F3-BB78526C143F}" dt="2026-10-13T02:50:26.209" v="2442" actId="478"/>
          <ac:spMkLst>
            <pc:docMk/>
            <pc:sldMk cId="2487047363" sldId="902"/>
            <ac:spMk id="130" creationId="{09B8E903-5294-4D19-B51B-70020377B7A8}"/>
          </ac:spMkLst>
        </pc:spChg>
        <pc:spChg chg="del">
          <ac:chgData name="Minh Huynh" userId="01a137d4-0d81-46e0-aca6-c9185b391828" providerId="ADAL" clId="{18447838-0BCA-432B-86F3-BB78526C143F}" dt="2026-10-13T02:50:26.209" v="2442" actId="478"/>
          <ac:spMkLst>
            <pc:docMk/>
            <pc:sldMk cId="2487047363" sldId="902"/>
            <ac:spMk id="131" creationId="{6766EA1A-5560-4A9D-8492-7A266BF81F00}"/>
          </ac:spMkLst>
        </pc:spChg>
        <pc:spChg chg="del">
          <ac:chgData name="Minh Huynh" userId="01a137d4-0d81-46e0-aca6-c9185b391828" providerId="ADAL" clId="{18447838-0BCA-432B-86F3-BB78526C143F}" dt="2026-10-13T02:50:26.209" v="2442" actId="478"/>
          <ac:spMkLst>
            <pc:docMk/>
            <pc:sldMk cId="2487047363" sldId="902"/>
            <ac:spMk id="132" creationId="{E4130D3F-8F23-423F-ABE1-9E13C1E0581A}"/>
          </ac:spMkLst>
        </pc:spChg>
        <pc:spChg chg="add del mod">
          <ac:chgData name="Minh Huynh" userId="01a137d4-0d81-46e0-aca6-c9185b391828" providerId="ADAL" clId="{18447838-0BCA-432B-86F3-BB78526C143F}" dt="2026-10-13T02:50:48.236" v="2447" actId="478"/>
          <ac:spMkLst>
            <pc:docMk/>
            <pc:sldMk cId="2487047363" sldId="902"/>
            <ac:spMk id="133" creationId="{9FFF96A4-E75E-48DE-84B8-E90875689B9B}"/>
          </ac:spMkLst>
        </pc:spChg>
        <pc:spChg chg="add del mod">
          <ac:chgData name="Minh Huynh" userId="01a137d4-0d81-46e0-aca6-c9185b391828" providerId="ADAL" clId="{18447838-0BCA-432B-86F3-BB78526C143F}" dt="2026-10-13T02:50:48.236" v="2447" actId="478"/>
          <ac:spMkLst>
            <pc:docMk/>
            <pc:sldMk cId="2487047363" sldId="902"/>
            <ac:spMk id="134" creationId="{1D673CAE-F566-45E1-A27B-3AB1792E1457}"/>
          </ac:spMkLst>
        </pc:spChg>
        <pc:spChg chg="add del mod">
          <ac:chgData name="Minh Huynh" userId="01a137d4-0d81-46e0-aca6-c9185b391828" providerId="ADAL" clId="{18447838-0BCA-432B-86F3-BB78526C143F}" dt="2026-10-13T02:50:48.236" v="2447" actId="478"/>
          <ac:spMkLst>
            <pc:docMk/>
            <pc:sldMk cId="2487047363" sldId="902"/>
            <ac:spMk id="135" creationId="{AA3CF724-A683-4028-94B6-B0B4B9ED8856}"/>
          </ac:spMkLst>
        </pc:spChg>
        <pc:spChg chg="add del mod">
          <ac:chgData name="Minh Huynh" userId="01a137d4-0d81-46e0-aca6-c9185b391828" providerId="ADAL" clId="{18447838-0BCA-432B-86F3-BB78526C143F}" dt="2026-10-13T02:50:48.236" v="2447" actId="478"/>
          <ac:spMkLst>
            <pc:docMk/>
            <pc:sldMk cId="2487047363" sldId="902"/>
            <ac:spMk id="136" creationId="{3D93E50F-CB56-4AA9-AC6C-2DB9C95B12AC}"/>
          </ac:spMkLst>
        </pc:spChg>
        <pc:spChg chg="add del mod">
          <ac:chgData name="Minh Huynh" userId="01a137d4-0d81-46e0-aca6-c9185b391828" providerId="ADAL" clId="{18447838-0BCA-432B-86F3-BB78526C143F}" dt="2026-10-13T02:50:48.236" v="2447" actId="478"/>
          <ac:spMkLst>
            <pc:docMk/>
            <pc:sldMk cId="2487047363" sldId="902"/>
            <ac:spMk id="137" creationId="{783EF8D4-BEB2-49B3-B8B4-FD533FF3523F}"/>
          </ac:spMkLst>
        </pc:spChg>
        <pc:spChg chg="add del mod">
          <ac:chgData name="Minh Huynh" userId="01a137d4-0d81-46e0-aca6-c9185b391828" providerId="ADAL" clId="{18447838-0BCA-432B-86F3-BB78526C143F}" dt="2026-10-13T02:50:48.236" v="2447" actId="478"/>
          <ac:spMkLst>
            <pc:docMk/>
            <pc:sldMk cId="2487047363" sldId="902"/>
            <ac:spMk id="138" creationId="{BAA48223-7F9E-4E34-A31C-1BB6A78B6585}"/>
          </ac:spMkLst>
        </pc:spChg>
        <pc:spChg chg="add del mod">
          <ac:chgData name="Minh Huynh" userId="01a137d4-0d81-46e0-aca6-c9185b391828" providerId="ADAL" clId="{18447838-0BCA-432B-86F3-BB78526C143F}" dt="2026-10-13T02:50:48.236" v="2447" actId="478"/>
          <ac:spMkLst>
            <pc:docMk/>
            <pc:sldMk cId="2487047363" sldId="902"/>
            <ac:spMk id="139" creationId="{9BF258A2-6828-4C8C-A633-4B6E8912A98B}"/>
          </ac:spMkLst>
        </pc:spChg>
        <pc:spChg chg="add del mod">
          <ac:chgData name="Minh Huynh" userId="01a137d4-0d81-46e0-aca6-c9185b391828" providerId="ADAL" clId="{18447838-0BCA-432B-86F3-BB78526C143F}" dt="2026-10-13T02:50:48.236" v="2447" actId="478"/>
          <ac:spMkLst>
            <pc:docMk/>
            <pc:sldMk cId="2487047363" sldId="902"/>
            <ac:spMk id="140" creationId="{7D5A4F7F-E256-49B1-A91C-34742774F3BC}"/>
          </ac:spMkLst>
        </pc:spChg>
        <pc:spChg chg="add del mod">
          <ac:chgData name="Minh Huynh" userId="01a137d4-0d81-46e0-aca6-c9185b391828" providerId="ADAL" clId="{18447838-0BCA-432B-86F3-BB78526C143F}" dt="2026-10-13T02:50:48.236" v="2447" actId="478"/>
          <ac:spMkLst>
            <pc:docMk/>
            <pc:sldMk cId="2487047363" sldId="902"/>
            <ac:spMk id="141" creationId="{4B4F8553-6D15-4BA0-8278-1FF4BFF4EA0E}"/>
          </ac:spMkLst>
        </pc:spChg>
        <pc:spChg chg="add del mod">
          <ac:chgData name="Minh Huynh" userId="01a137d4-0d81-46e0-aca6-c9185b391828" providerId="ADAL" clId="{18447838-0BCA-432B-86F3-BB78526C143F}" dt="2026-10-13T02:50:48.236" v="2447" actId="478"/>
          <ac:spMkLst>
            <pc:docMk/>
            <pc:sldMk cId="2487047363" sldId="902"/>
            <ac:spMk id="142" creationId="{E753C01D-C4CC-405F-A322-A659106F8D9E}"/>
          </ac:spMkLst>
        </pc:spChg>
        <pc:spChg chg="add del mod">
          <ac:chgData name="Minh Huynh" userId="01a137d4-0d81-46e0-aca6-c9185b391828" providerId="ADAL" clId="{18447838-0BCA-432B-86F3-BB78526C143F}" dt="2026-10-13T02:50:48.236" v="2447" actId="478"/>
          <ac:spMkLst>
            <pc:docMk/>
            <pc:sldMk cId="2487047363" sldId="902"/>
            <ac:spMk id="143" creationId="{BD7B5607-9BF6-481D-B504-53DB1C63D915}"/>
          </ac:spMkLst>
        </pc:spChg>
        <pc:spChg chg="add del mod">
          <ac:chgData name="Minh Huynh" userId="01a137d4-0d81-46e0-aca6-c9185b391828" providerId="ADAL" clId="{18447838-0BCA-432B-86F3-BB78526C143F}" dt="2026-10-13T02:50:48.236" v="2447" actId="478"/>
          <ac:spMkLst>
            <pc:docMk/>
            <pc:sldMk cId="2487047363" sldId="902"/>
            <ac:spMk id="144" creationId="{6BF21274-DDCE-4388-A34D-1837419984F3}"/>
          </ac:spMkLst>
        </pc:spChg>
        <pc:spChg chg="add del mod">
          <ac:chgData name="Minh Huynh" userId="01a137d4-0d81-46e0-aca6-c9185b391828" providerId="ADAL" clId="{18447838-0BCA-432B-86F3-BB78526C143F}" dt="2026-10-13T02:50:48.236" v="2447" actId="478"/>
          <ac:spMkLst>
            <pc:docMk/>
            <pc:sldMk cId="2487047363" sldId="902"/>
            <ac:spMk id="145" creationId="{F2442D25-959F-4A98-BE9C-6BD6D89948B5}"/>
          </ac:spMkLst>
        </pc:spChg>
        <pc:spChg chg="add del mod">
          <ac:chgData name="Minh Huynh" userId="01a137d4-0d81-46e0-aca6-c9185b391828" providerId="ADAL" clId="{18447838-0BCA-432B-86F3-BB78526C143F}" dt="2026-10-13T02:50:48.236" v="2447" actId="478"/>
          <ac:spMkLst>
            <pc:docMk/>
            <pc:sldMk cId="2487047363" sldId="902"/>
            <ac:spMk id="146" creationId="{2D2DAA67-747E-43A1-86BE-BC6B47BEBC98}"/>
          </ac:spMkLst>
        </pc:spChg>
        <pc:spChg chg="add del mod">
          <ac:chgData name="Minh Huynh" userId="01a137d4-0d81-46e0-aca6-c9185b391828" providerId="ADAL" clId="{18447838-0BCA-432B-86F3-BB78526C143F}" dt="2026-10-13T02:50:48.236" v="2447" actId="478"/>
          <ac:spMkLst>
            <pc:docMk/>
            <pc:sldMk cId="2487047363" sldId="902"/>
            <ac:spMk id="147" creationId="{FC4E3C91-C4F0-46E8-BE5C-51859AA92D2A}"/>
          </ac:spMkLst>
        </pc:spChg>
        <pc:spChg chg="add del mod">
          <ac:chgData name="Minh Huynh" userId="01a137d4-0d81-46e0-aca6-c9185b391828" providerId="ADAL" clId="{18447838-0BCA-432B-86F3-BB78526C143F}" dt="2026-10-13T02:50:48.236" v="2447" actId="478"/>
          <ac:spMkLst>
            <pc:docMk/>
            <pc:sldMk cId="2487047363" sldId="902"/>
            <ac:spMk id="148" creationId="{D3C1514A-AAA1-4CF4-8493-C1DF3B45784B}"/>
          </ac:spMkLst>
        </pc:spChg>
        <pc:spChg chg="add del mod">
          <ac:chgData name="Minh Huynh" userId="01a137d4-0d81-46e0-aca6-c9185b391828" providerId="ADAL" clId="{18447838-0BCA-432B-86F3-BB78526C143F}" dt="2026-10-13T02:50:48.236" v="2447" actId="478"/>
          <ac:spMkLst>
            <pc:docMk/>
            <pc:sldMk cId="2487047363" sldId="902"/>
            <ac:spMk id="149" creationId="{8F298063-E868-46A3-97E4-2AD127E35FBB}"/>
          </ac:spMkLst>
        </pc:spChg>
        <pc:spChg chg="add del mod">
          <ac:chgData name="Minh Huynh" userId="01a137d4-0d81-46e0-aca6-c9185b391828" providerId="ADAL" clId="{18447838-0BCA-432B-86F3-BB78526C143F}" dt="2026-10-13T02:50:48.236" v="2447" actId="478"/>
          <ac:spMkLst>
            <pc:docMk/>
            <pc:sldMk cId="2487047363" sldId="902"/>
            <ac:spMk id="150" creationId="{0CF6AC62-33AA-4FEF-B3DA-8CB4E936A876}"/>
          </ac:spMkLst>
        </pc:spChg>
        <pc:spChg chg="add del mod">
          <ac:chgData name="Minh Huynh" userId="01a137d4-0d81-46e0-aca6-c9185b391828" providerId="ADAL" clId="{18447838-0BCA-432B-86F3-BB78526C143F}" dt="2026-10-13T02:50:48.236" v="2447" actId="478"/>
          <ac:spMkLst>
            <pc:docMk/>
            <pc:sldMk cId="2487047363" sldId="902"/>
            <ac:spMk id="151" creationId="{DD4E1251-DD05-4456-838C-F2F904A1E11E}"/>
          </ac:spMkLst>
        </pc:spChg>
        <pc:spChg chg="add del mod">
          <ac:chgData name="Minh Huynh" userId="01a137d4-0d81-46e0-aca6-c9185b391828" providerId="ADAL" clId="{18447838-0BCA-432B-86F3-BB78526C143F}" dt="2026-10-13T02:50:48.236" v="2447" actId="478"/>
          <ac:spMkLst>
            <pc:docMk/>
            <pc:sldMk cId="2487047363" sldId="902"/>
            <ac:spMk id="152" creationId="{BD5E8EFD-A7FA-4C0F-8D22-7938804011F9}"/>
          </ac:spMkLst>
        </pc:spChg>
        <pc:spChg chg="add del mod">
          <ac:chgData name="Minh Huynh" userId="01a137d4-0d81-46e0-aca6-c9185b391828" providerId="ADAL" clId="{18447838-0BCA-432B-86F3-BB78526C143F}" dt="2026-10-13T02:50:48.236" v="2447" actId="478"/>
          <ac:spMkLst>
            <pc:docMk/>
            <pc:sldMk cId="2487047363" sldId="902"/>
            <ac:spMk id="153" creationId="{A05B3B2B-4858-4AD5-9B4A-CB527D0726D1}"/>
          </ac:spMkLst>
        </pc:spChg>
        <pc:spChg chg="add del mod">
          <ac:chgData name="Minh Huynh" userId="01a137d4-0d81-46e0-aca6-c9185b391828" providerId="ADAL" clId="{18447838-0BCA-432B-86F3-BB78526C143F}" dt="2026-10-13T02:50:48.236" v="2447" actId="478"/>
          <ac:spMkLst>
            <pc:docMk/>
            <pc:sldMk cId="2487047363" sldId="902"/>
            <ac:spMk id="154" creationId="{C5904B70-56B1-4F28-A9A3-5E609AD14434}"/>
          </ac:spMkLst>
        </pc:spChg>
        <pc:picChg chg="add mod modCrop">
          <ac:chgData name="Minh Huynh" userId="01a137d4-0d81-46e0-aca6-c9185b391828" providerId="ADAL" clId="{18447838-0BCA-432B-86F3-BB78526C143F}" dt="2026-10-13T02:51:01.163" v="2453" actId="14100"/>
          <ac:picMkLst>
            <pc:docMk/>
            <pc:sldMk cId="2487047363" sldId="902"/>
            <ac:picMk id="3" creationId="{FF9598AB-0C4F-493D-A633-16BD9A5A5B00}"/>
          </ac:picMkLst>
        </pc:picChg>
      </pc:sldChg>
      <pc:sldChg chg="del">
        <pc:chgData name="Minh Huynh" userId="01a137d4-0d81-46e0-aca6-c9185b391828" providerId="ADAL" clId="{18447838-0BCA-432B-86F3-BB78526C143F}" dt="2026-10-12T12:12:45.996" v="0" actId="47"/>
        <pc:sldMkLst>
          <pc:docMk/>
          <pc:sldMk cId="3254035699" sldId="902"/>
        </pc:sldMkLst>
      </pc:sldChg>
      <pc:sldChg chg="addSp delSp modSp add mod">
        <pc:chgData name="Minh Huynh" userId="01a137d4-0d81-46e0-aca6-c9185b391828" providerId="ADAL" clId="{18447838-0BCA-432B-86F3-BB78526C143F}" dt="2026-10-13T02:52:58.446" v="2495" actId="14100"/>
        <pc:sldMkLst>
          <pc:docMk/>
          <pc:sldMk cId="407186605" sldId="903"/>
        </pc:sldMkLst>
        <pc:spChg chg="mod">
          <ac:chgData name="Minh Huynh" userId="01a137d4-0d81-46e0-aca6-c9185b391828" providerId="ADAL" clId="{18447838-0BCA-432B-86F3-BB78526C143F}" dt="2026-10-13T02:52:05.608" v="2463" actId="20577"/>
          <ac:spMkLst>
            <pc:docMk/>
            <pc:sldMk cId="407186605" sldId="903"/>
            <ac:spMk id="4" creationId="{7BC73E8E-0D58-4B4B-A5C4-A8AE38997407}"/>
          </ac:spMkLst>
        </pc:spChg>
        <pc:spChg chg="add del mod">
          <ac:chgData name="Minh Huynh" userId="01a137d4-0d81-46e0-aca6-c9185b391828" providerId="ADAL" clId="{18447838-0BCA-432B-86F3-BB78526C143F}" dt="2026-10-13T02:52:53.567" v="2492"/>
          <ac:spMkLst>
            <pc:docMk/>
            <pc:sldMk cId="407186605" sldId="903"/>
            <ac:spMk id="5" creationId="{ADEC3FB9-46A0-42BC-BA1F-6F02818ADA0A}"/>
          </ac:spMkLst>
        </pc:spChg>
        <pc:spChg chg="add del mod">
          <ac:chgData name="Minh Huynh" userId="01a137d4-0d81-46e0-aca6-c9185b391828" providerId="ADAL" clId="{18447838-0BCA-432B-86F3-BB78526C143F}" dt="2026-10-13T02:52:53.567" v="2492"/>
          <ac:spMkLst>
            <pc:docMk/>
            <pc:sldMk cId="407186605" sldId="903"/>
            <ac:spMk id="6" creationId="{5BCF704C-2879-4F7C-999D-3A1FE9696CD7}"/>
          </ac:spMkLst>
        </pc:spChg>
        <pc:spChg chg="add del mod">
          <ac:chgData name="Minh Huynh" userId="01a137d4-0d81-46e0-aca6-c9185b391828" providerId="ADAL" clId="{18447838-0BCA-432B-86F3-BB78526C143F}" dt="2026-10-13T02:52:53.567" v="2492"/>
          <ac:spMkLst>
            <pc:docMk/>
            <pc:sldMk cId="407186605" sldId="903"/>
            <ac:spMk id="7" creationId="{4C08E428-9A3D-451F-9FDD-468FB8A5EAC0}"/>
          </ac:spMkLst>
        </pc:spChg>
        <pc:spChg chg="add del mod">
          <ac:chgData name="Minh Huynh" userId="01a137d4-0d81-46e0-aca6-c9185b391828" providerId="ADAL" clId="{18447838-0BCA-432B-86F3-BB78526C143F}" dt="2026-10-13T02:52:53.567" v="2492"/>
          <ac:spMkLst>
            <pc:docMk/>
            <pc:sldMk cId="407186605" sldId="903"/>
            <ac:spMk id="8" creationId="{2FD88ADD-0A7A-4F75-9212-61896E47E8E2}"/>
          </ac:spMkLst>
        </pc:spChg>
        <pc:spChg chg="add del mod">
          <ac:chgData name="Minh Huynh" userId="01a137d4-0d81-46e0-aca6-c9185b391828" providerId="ADAL" clId="{18447838-0BCA-432B-86F3-BB78526C143F}" dt="2026-10-13T02:52:53.567" v="2492"/>
          <ac:spMkLst>
            <pc:docMk/>
            <pc:sldMk cId="407186605" sldId="903"/>
            <ac:spMk id="9" creationId="{CEA850DB-253F-45EC-B8A4-D8536273C0C6}"/>
          </ac:spMkLst>
        </pc:spChg>
        <pc:spChg chg="add del mod">
          <ac:chgData name="Minh Huynh" userId="01a137d4-0d81-46e0-aca6-c9185b391828" providerId="ADAL" clId="{18447838-0BCA-432B-86F3-BB78526C143F}" dt="2026-10-13T02:52:53.567" v="2492"/>
          <ac:spMkLst>
            <pc:docMk/>
            <pc:sldMk cId="407186605" sldId="903"/>
            <ac:spMk id="10" creationId="{2B77C65E-EBB1-47DB-8DA2-B196D9DED29C}"/>
          </ac:spMkLst>
        </pc:spChg>
        <pc:spChg chg="add del mod">
          <ac:chgData name="Minh Huynh" userId="01a137d4-0d81-46e0-aca6-c9185b391828" providerId="ADAL" clId="{18447838-0BCA-432B-86F3-BB78526C143F}" dt="2026-10-13T02:52:53.567" v="2492"/>
          <ac:spMkLst>
            <pc:docMk/>
            <pc:sldMk cId="407186605" sldId="903"/>
            <ac:spMk id="11" creationId="{3B2D7323-76A2-420C-9013-8D5970D6530B}"/>
          </ac:spMkLst>
        </pc:spChg>
        <pc:spChg chg="add del mod">
          <ac:chgData name="Minh Huynh" userId="01a137d4-0d81-46e0-aca6-c9185b391828" providerId="ADAL" clId="{18447838-0BCA-432B-86F3-BB78526C143F}" dt="2026-10-13T02:52:53.567" v="2492"/>
          <ac:spMkLst>
            <pc:docMk/>
            <pc:sldMk cId="407186605" sldId="903"/>
            <ac:spMk id="12" creationId="{E5E1C936-9939-45C0-9CAC-D71E97BD66F3}"/>
          </ac:spMkLst>
        </pc:spChg>
        <pc:spChg chg="add del mod">
          <ac:chgData name="Minh Huynh" userId="01a137d4-0d81-46e0-aca6-c9185b391828" providerId="ADAL" clId="{18447838-0BCA-432B-86F3-BB78526C143F}" dt="2026-10-13T02:52:53.567" v="2492"/>
          <ac:spMkLst>
            <pc:docMk/>
            <pc:sldMk cId="407186605" sldId="903"/>
            <ac:spMk id="13" creationId="{0509C094-038E-42F8-98A7-4AA7EB8A1F24}"/>
          </ac:spMkLst>
        </pc:spChg>
        <pc:spChg chg="add del mod">
          <ac:chgData name="Minh Huynh" userId="01a137d4-0d81-46e0-aca6-c9185b391828" providerId="ADAL" clId="{18447838-0BCA-432B-86F3-BB78526C143F}" dt="2026-10-13T02:52:53.567" v="2492"/>
          <ac:spMkLst>
            <pc:docMk/>
            <pc:sldMk cId="407186605" sldId="903"/>
            <ac:spMk id="14" creationId="{C2322A7D-2283-4751-A992-F56BD97E0B28}"/>
          </ac:spMkLst>
        </pc:spChg>
        <pc:spChg chg="add del mod">
          <ac:chgData name="Minh Huynh" userId="01a137d4-0d81-46e0-aca6-c9185b391828" providerId="ADAL" clId="{18447838-0BCA-432B-86F3-BB78526C143F}" dt="2026-10-13T02:52:53.567" v="2492"/>
          <ac:spMkLst>
            <pc:docMk/>
            <pc:sldMk cId="407186605" sldId="903"/>
            <ac:spMk id="15" creationId="{91CA99DC-4B8F-4043-8F8C-15707D28C0E3}"/>
          </ac:spMkLst>
        </pc:spChg>
        <pc:spChg chg="add del mod">
          <ac:chgData name="Minh Huynh" userId="01a137d4-0d81-46e0-aca6-c9185b391828" providerId="ADAL" clId="{18447838-0BCA-432B-86F3-BB78526C143F}" dt="2026-10-13T02:52:53.567" v="2492"/>
          <ac:spMkLst>
            <pc:docMk/>
            <pc:sldMk cId="407186605" sldId="903"/>
            <ac:spMk id="16" creationId="{408747EB-23FD-406E-8607-91866E79D550}"/>
          </ac:spMkLst>
        </pc:spChg>
        <pc:spChg chg="add del mod">
          <ac:chgData name="Minh Huynh" userId="01a137d4-0d81-46e0-aca6-c9185b391828" providerId="ADAL" clId="{18447838-0BCA-432B-86F3-BB78526C143F}" dt="2026-10-13T02:52:53.567" v="2492"/>
          <ac:spMkLst>
            <pc:docMk/>
            <pc:sldMk cId="407186605" sldId="903"/>
            <ac:spMk id="17" creationId="{0B269119-08A1-4BE2-B96D-DA1278FCEFD8}"/>
          </ac:spMkLst>
        </pc:spChg>
        <pc:spChg chg="add del mod">
          <ac:chgData name="Minh Huynh" userId="01a137d4-0d81-46e0-aca6-c9185b391828" providerId="ADAL" clId="{18447838-0BCA-432B-86F3-BB78526C143F}" dt="2026-10-13T02:52:53.567" v="2492"/>
          <ac:spMkLst>
            <pc:docMk/>
            <pc:sldMk cId="407186605" sldId="903"/>
            <ac:spMk id="18" creationId="{B2BE9CB0-715D-47F6-A0D3-C4C34F37F289}"/>
          </ac:spMkLst>
        </pc:spChg>
        <pc:spChg chg="add del mod">
          <ac:chgData name="Minh Huynh" userId="01a137d4-0d81-46e0-aca6-c9185b391828" providerId="ADAL" clId="{18447838-0BCA-432B-86F3-BB78526C143F}" dt="2026-10-13T02:52:53.567" v="2492"/>
          <ac:spMkLst>
            <pc:docMk/>
            <pc:sldMk cId="407186605" sldId="903"/>
            <ac:spMk id="19" creationId="{DB4F1F6D-FE9B-44A1-BDEC-742016D0F220}"/>
          </ac:spMkLst>
        </pc:spChg>
        <pc:spChg chg="add del mod">
          <ac:chgData name="Minh Huynh" userId="01a137d4-0d81-46e0-aca6-c9185b391828" providerId="ADAL" clId="{18447838-0BCA-432B-86F3-BB78526C143F}" dt="2026-10-13T02:52:53.567" v="2492"/>
          <ac:spMkLst>
            <pc:docMk/>
            <pc:sldMk cId="407186605" sldId="903"/>
            <ac:spMk id="20" creationId="{FA31135B-F8C5-4F30-B357-960C685BDB26}"/>
          </ac:spMkLst>
        </pc:spChg>
        <pc:spChg chg="add del mod">
          <ac:chgData name="Minh Huynh" userId="01a137d4-0d81-46e0-aca6-c9185b391828" providerId="ADAL" clId="{18447838-0BCA-432B-86F3-BB78526C143F}" dt="2026-10-13T02:52:53.567" v="2492"/>
          <ac:spMkLst>
            <pc:docMk/>
            <pc:sldMk cId="407186605" sldId="903"/>
            <ac:spMk id="21" creationId="{6C2CC521-6DF9-4B5C-9051-6DE2E689858B}"/>
          </ac:spMkLst>
        </pc:spChg>
        <pc:spChg chg="add del mod">
          <ac:chgData name="Minh Huynh" userId="01a137d4-0d81-46e0-aca6-c9185b391828" providerId="ADAL" clId="{18447838-0BCA-432B-86F3-BB78526C143F}" dt="2026-10-13T02:52:53.567" v="2492"/>
          <ac:spMkLst>
            <pc:docMk/>
            <pc:sldMk cId="407186605" sldId="903"/>
            <ac:spMk id="22" creationId="{147B6001-433B-40A4-AE42-FC65EAFCEB61}"/>
          </ac:spMkLst>
        </pc:spChg>
        <pc:spChg chg="add del mod">
          <ac:chgData name="Minh Huynh" userId="01a137d4-0d81-46e0-aca6-c9185b391828" providerId="ADAL" clId="{18447838-0BCA-432B-86F3-BB78526C143F}" dt="2026-10-13T02:52:53.567" v="2492"/>
          <ac:spMkLst>
            <pc:docMk/>
            <pc:sldMk cId="407186605" sldId="903"/>
            <ac:spMk id="23" creationId="{94317183-4A29-46F9-8A8D-8C1704AAD7DE}"/>
          </ac:spMkLst>
        </pc:spChg>
        <pc:spChg chg="add del mod">
          <ac:chgData name="Minh Huynh" userId="01a137d4-0d81-46e0-aca6-c9185b391828" providerId="ADAL" clId="{18447838-0BCA-432B-86F3-BB78526C143F}" dt="2026-10-13T02:52:53.567" v="2492"/>
          <ac:spMkLst>
            <pc:docMk/>
            <pc:sldMk cId="407186605" sldId="903"/>
            <ac:spMk id="24" creationId="{90D3F90F-D5AD-4416-9955-DACB2A5E619C}"/>
          </ac:spMkLst>
        </pc:spChg>
        <pc:spChg chg="add del mod">
          <ac:chgData name="Minh Huynh" userId="01a137d4-0d81-46e0-aca6-c9185b391828" providerId="ADAL" clId="{18447838-0BCA-432B-86F3-BB78526C143F}" dt="2026-10-13T02:52:53.567" v="2492"/>
          <ac:spMkLst>
            <pc:docMk/>
            <pc:sldMk cId="407186605" sldId="903"/>
            <ac:spMk id="25" creationId="{538DEEF7-7A14-4C97-88FC-4F03EF55C7CD}"/>
          </ac:spMkLst>
        </pc:spChg>
        <pc:spChg chg="add del mod">
          <ac:chgData name="Minh Huynh" userId="01a137d4-0d81-46e0-aca6-c9185b391828" providerId="ADAL" clId="{18447838-0BCA-432B-86F3-BB78526C143F}" dt="2026-10-13T02:52:53.567" v="2492"/>
          <ac:spMkLst>
            <pc:docMk/>
            <pc:sldMk cId="407186605" sldId="903"/>
            <ac:spMk id="26" creationId="{8872A8E3-42AB-4E32-9943-C07A170A083A}"/>
          </ac:spMkLst>
        </pc:spChg>
        <pc:spChg chg="add del mod">
          <ac:chgData name="Minh Huynh" userId="01a137d4-0d81-46e0-aca6-c9185b391828" providerId="ADAL" clId="{18447838-0BCA-432B-86F3-BB78526C143F}" dt="2026-10-13T02:52:53.567" v="2492"/>
          <ac:spMkLst>
            <pc:docMk/>
            <pc:sldMk cId="407186605" sldId="903"/>
            <ac:spMk id="27" creationId="{47B64B21-4075-44DC-A0BA-307F44371E77}"/>
          </ac:spMkLst>
        </pc:spChg>
        <pc:spChg chg="add del mod">
          <ac:chgData name="Minh Huynh" userId="01a137d4-0d81-46e0-aca6-c9185b391828" providerId="ADAL" clId="{18447838-0BCA-432B-86F3-BB78526C143F}" dt="2026-10-13T02:52:53.567" v="2492"/>
          <ac:spMkLst>
            <pc:docMk/>
            <pc:sldMk cId="407186605" sldId="903"/>
            <ac:spMk id="28" creationId="{8C2A514C-18C6-42F6-B67A-09E66AA2FC80}"/>
          </ac:spMkLst>
        </pc:spChg>
        <pc:spChg chg="add del mod">
          <ac:chgData name="Minh Huynh" userId="01a137d4-0d81-46e0-aca6-c9185b391828" providerId="ADAL" clId="{18447838-0BCA-432B-86F3-BB78526C143F}" dt="2026-10-13T02:52:53.567" v="2492"/>
          <ac:spMkLst>
            <pc:docMk/>
            <pc:sldMk cId="407186605" sldId="903"/>
            <ac:spMk id="29" creationId="{289A509F-84D0-42CC-8741-F75A3820973D}"/>
          </ac:spMkLst>
        </pc:spChg>
        <pc:spChg chg="add del mod">
          <ac:chgData name="Minh Huynh" userId="01a137d4-0d81-46e0-aca6-c9185b391828" providerId="ADAL" clId="{18447838-0BCA-432B-86F3-BB78526C143F}" dt="2026-10-13T02:52:53.567" v="2492"/>
          <ac:spMkLst>
            <pc:docMk/>
            <pc:sldMk cId="407186605" sldId="903"/>
            <ac:spMk id="30" creationId="{3AFDCB15-9CD4-42DE-9D60-FB0BA7E47138}"/>
          </ac:spMkLst>
        </pc:spChg>
        <pc:spChg chg="add del mod">
          <ac:chgData name="Minh Huynh" userId="01a137d4-0d81-46e0-aca6-c9185b391828" providerId="ADAL" clId="{18447838-0BCA-432B-86F3-BB78526C143F}" dt="2026-10-13T02:52:53.567" v="2492"/>
          <ac:spMkLst>
            <pc:docMk/>
            <pc:sldMk cId="407186605" sldId="903"/>
            <ac:spMk id="31" creationId="{DAB9FBA9-E83D-4B41-8940-D09426DB17B6}"/>
          </ac:spMkLst>
        </pc:spChg>
        <pc:spChg chg="add del mod">
          <ac:chgData name="Minh Huynh" userId="01a137d4-0d81-46e0-aca6-c9185b391828" providerId="ADAL" clId="{18447838-0BCA-432B-86F3-BB78526C143F}" dt="2026-10-13T02:52:53.567" v="2492"/>
          <ac:spMkLst>
            <pc:docMk/>
            <pc:sldMk cId="407186605" sldId="903"/>
            <ac:spMk id="32" creationId="{F2E99E10-006F-4E61-AAD2-5CFBBF11AE3A}"/>
          </ac:spMkLst>
        </pc:spChg>
        <pc:spChg chg="add del mod">
          <ac:chgData name="Minh Huynh" userId="01a137d4-0d81-46e0-aca6-c9185b391828" providerId="ADAL" clId="{18447838-0BCA-432B-86F3-BB78526C143F}" dt="2026-10-13T02:52:53.567" v="2492"/>
          <ac:spMkLst>
            <pc:docMk/>
            <pc:sldMk cId="407186605" sldId="903"/>
            <ac:spMk id="33" creationId="{D9D9682F-D4F6-4BF7-8E8E-7D3C7CD4CA42}"/>
          </ac:spMkLst>
        </pc:spChg>
        <pc:spChg chg="add del mod">
          <ac:chgData name="Minh Huynh" userId="01a137d4-0d81-46e0-aca6-c9185b391828" providerId="ADAL" clId="{18447838-0BCA-432B-86F3-BB78526C143F}" dt="2026-10-13T02:52:53.567" v="2492"/>
          <ac:spMkLst>
            <pc:docMk/>
            <pc:sldMk cId="407186605" sldId="903"/>
            <ac:spMk id="34" creationId="{E62A4847-2C78-41C8-8A17-4763CE29FD70}"/>
          </ac:spMkLst>
        </pc:spChg>
        <pc:spChg chg="mod">
          <ac:chgData name="Minh Huynh" userId="01a137d4-0d81-46e0-aca6-c9185b391828" providerId="ADAL" clId="{18447838-0BCA-432B-86F3-BB78526C143F}" dt="2026-10-13T02:52:38.718" v="2489" actId="20577"/>
          <ac:spMkLst>
            <pc:docMk/>
            <pc:sldMk cId="407186605" sldId="903"/>
            <ac:spMk id="75" creationId="{49DF9D2F-8E65-4D63-82C3-27F8FA7882BF}"/>
          </ac:spMkLst>
        </pc:spChg>
        <pc:picChg chg="add mod">
          <ac:chgData name="Minh Huynh" userId="01a137d4-0d81-46e0-aca6-c9185b391828" providerId="ADAL" clId="{18447838-0BCA-432B-86F3-BB78526C143F}" dt="2026-10-13T02:52:58.446" v="2495" actId="14100"/>
          <ac:picMkLst>
            <pc:docMk/>
            <pc:sldMk cId="407186605" sldId="903"/>
            <ac:picMk id="2" creationId="{6FCA070F-4587-4399-9BD6-75A05A565D03}"/>
          </ac:picMkLst>
        </pc:picChg>
        <pc:picChg chg="del">
          <ac:chgData name="Minh Huynh" userId="01a137d4-0d81-46e0-aca6-c9185b391828" providerId="ADAL" clId="{18447838-0BCA-432B-86F3-BB78526C143F}" dt="2026-10-13T02:52:51.296" v="2490" actId="478"/>
          <ac:picMkLst>
            <pc:docMk/>
            <pc:sldMk cId="407186605" sldId="903"/>
            <ac:picMk id="3" creationId="{FF9598AB-0C4F-493D-A633-16BD9A5A5B00}"/>
          </ac:picMkLst>
        </pc:picChg>
      </pc:sldChg>
      <pc:sldChg chg="del">
        <pc:chgData name="Minh Huynh" userId="01a137d4-0d81-46e0-aca6-c9185b391828" providerId="ADAL" clId="{18447838-0BCA-432B-86F3-BB78526C143F}" dt="2026-10-12T12:12:45.996" v="0" actId="47"/>
        <pc:sldMkLst>
          <pc:docMk/>
          <pc:sldMk cId="2758277335" sldId="903"/>
        </pc:sldMkLst>
      </pc:sldChg>
      <pc:sldChg chg="addSp delSp modSp add mod">
        <pc:chgData name="Minh Huynh" userId="01a137d4-0d81-46e0-aca6-c9185b391828" providerId="ADAL" clId="{18447838-0BCA-432B-86F3-BB78526C143F}" dt="2026-10-13T02:55:25.047" v="2552"/>
        <pc:sldMkLst>
          <pc:docMk/>
          <pc:sldMk cId="1787648695" sldId="904"/>
        </pc:sldMkLst>
        <pc:spChg chg="mod">
          <ac:chgData name="Minh Huynh" userId="01a137d4-0d81-46e0-aca6-c9185b391828" providerId="ADAL" clId="{18447838-0BCA-432B-86F3-BB78526C143F}" dt="2026-10-13T02:55:04.442" v="2548" actId="20577"/>
          <ac:spMkLst>
            <pc:docMk/>
            <pc:sldMk cId="1787648695" sldId="904"/>
            <ac:spMk id="4" creationId="{7BC73E8E-0D58-4B4B-A5C4-A8AE38997407}"/>
          </ac:spMkLst>
        </pc:spChg>
        <pc:spChg chg="del">
          <ac:chgData name="Minh Huynh" userId="01a137d4-0d81-46e0-aca6-c9185b391828" providerId="ADAL" clId="{18447838-0BCA-432B-86F3-BB78526C143F}" dt="2026-10-13T02:55:12.923" v="2550" actId="478"/>
          <ac:spMkLst>
            <pc:docMk/>
            <pc:sldMk cId="1787648695" sldId="904"/>
            <ac:spMk id="75" creationId="{49DF9D2F-8E65-4D63-82C3-27F8FA7882BF}"/>
          </ac:spMkLst>
        </pc:spChg>
        <pc:graphicFrameChg chg="add mod">
          <ac:chgData name="Minh Huynh" userId="01a137d4-0d81-46e0-aca6-c9185b391828" providerId="ADAL" clId="{18447838-0BCA-432B-86F3-BB78526C143F}" dt="2026-10-13T02:55:17.528" v="2551"/>
          <ac:graphicFrameMkLst>
            <pc:docMk/>
            <pc:sldMk cId="1787648695" sldId="904"/>
            <ac:graphicFrameMk id="5" creationId="{ED8765C3-613A-4F4C-A180-3299951757A9}"/>
          </ac:graphicFrameMkLst>
        </pc:graphicFrameChg>
        <pc:graphicFrameChg chg="add mod">
          <ac:chgData name="Minh Huynh" userId="01a137d4-0d81-46e0-aca6-c9185b391828" providerId="ADAL" clId="{18447838-0BCA-432B-86F3-BB78526C143F}" dt="2026-10-13T02:55:25.047" v="2552"/>
          <ac:graphicFrameMkLst>
            <pc:docMk/>
            <pc:sldMk cId="1787648695" sldId="904"/>
            <ac:graphicFrameMk id="6" creationId="{1E019121-932F-4197-9A42-61D4D5DF8D3E}"/>
          </ac:graphicFrameMkLst>
        </pc:graphicFrameChg>
        <pc:picChg chg="del">
          <ac:chgData name="Minh Huynh" userId="01a137d4-0d81-46e0-aca6-c9185b391828" providerId="ADAL" clId="{18447838-0BCA-432B-86F3-BB78526C143F}" dt="2026-10-13T02:55:09.587" v="2549" actId="478"/>
          <ac:picMkLst>
            <pc:docMk/>
            <pc:sldMk cId="1787648695" sldId="904"/>
            <ac:picMk id="2" creationId="{6FCA070F-4587-4399-9BD6-75A05A565D03}"/>
          </ac:picMkLst>
        </pc:picChg>
      </pc:sldChg>
      <pc:sldChg chg="addSp delSp modSp add mod">
        <pc:chgData name="Minh Huynh" userId="01a137d4-0d81-46e0-aca6-c9185b391828" providerId="ADAL" clId="{18447838-0BCA-432B-86F3-BB78526C143F}" dt="2026-10-13T02:57:56.104" v="2599" actId="1076"/>
        <pc:sldMkLst>
          <pc:docMk/>
          <pc:sldMk cId="1045422390" sldId="905"/>
        </pc:sldMkLst>
        <pc:spChg chg="add del">
          <ac:chgData name="Minh Huynh" userId="01a137d4-0d81-46e0-aca6-c9185b391828" providerId="ADAL" clId="{18447838-0BCA-432B-86F3-BB78526C143F}" dt="2026-10-13T02:57:33.838" v="2556"/>
          <ac:spMkLst>
            <pc:docMk/>
            <pc:sldMk cId="1045422390" sldId="905"/>
            <ac:spMk id="2" creationId="{F1E60DDB-647A-44BE-BE48-8E5ECFC1A088}"/>
          </ac:spMkLst>
        </pc:spChg>
        <pc:spChg chg="mod">
          <ac:chgData name="Minh Huynh" userId="01a137d4-0d81-46e0-aca6-c9185b391828" providerId="ADAL" clId="{18447838-0BCA-432B-86F3-BB78526C143F}" dt="2026-10-13T02:57:47.455" v="2595" actId="20577"/>
          <ac:spMkLst>
            <pc:docMk/>
            <pc:sldMk cId="1045422390" sldId="905"/>
            <ac:spMk id="4" creationId="{7BC73E8E-0D58-4B4B-A5C4-A8AE38997407}"/>
          </ac:spMkLst>
        </pc:spChg>
        <pc:graphicFrameChg chg="del">
          <ac:chgData name="Minh Huynh" userId="01a137d4-0d81-46e0-aca6-c9185b391828" providerId="ADAL" clId="{18447838-0BCA-432B-86F3-BB78526C143F}" dt="2026-10-13T02:57:31.904" v="2554" actId="478"/>
          <ac:graphicFrameMkLst>
            <pc:docMk/>
            <pc:sldMk cId="1045422390" sldId="905"/>
            <ac:graphicFrameMk id="5" creationId="{ED8765C3-613A-4F4C-A180-3299951757A9}"/>
          </ac:graphicFrameMkLst>
        </pc:graphicFrameChg>
        <pc:graphicFrameChg chg="del">
          <ac:chgData name="Minh Huynh" userId="01a137d4-0d81-46e0-aca6-c9185b391828" providerId="ADAL" clId="{18447838-0BCA-432B-86F3-BB78526C143F}" dt="2026-10-13T02:57:31.904" v="2554" actId="478"/>
          <ac:graphicFrameMkLst>
            <pc:docMk/>
            <pc:sldMk cId="1045422390" sldId="905"/>
            <ac:graphicFrameMk id="6" creationId="{1E019121-932F-4197-9A42-61D4D5DF8D3E}"/>
          </ac:graphicFrameMkLst>
        </pc:graphicFrameChg>
        <pc:picChg chg="add mod modCrop">
          <ac:chgData name="Minh Huynh" userId="01a137d4-0d81-46e0-aca6-c9185b391828" providerId="ADAL" clId="{18447838-0BCA-432B-86F3-BB78526C143F}" dt="2026-10-13T02:57:56.104" v="2599" actId="1076"/>
          <ac:picMkLst>
            <pc:docMk/>
            <pc:sldMk cId="1045422390" sldId="905"/>
            <ac:picMk id="3" creationId="{408C6312-FD8B-4CBC-B76D-19D9F5BFB69F}"/>
          </ac:picMkLst>
        </pc:picChg>
      </pc:sldChg>
      <pc:sldChg chg="addSp delSp modSp add mod">
        <pc:chgData name="Minh Huynh" userId="01a137d4-0d81-46e0-aca6-c9185b391828" providerId="ADAL" clId="{18447838-0BCA-432B-86F3-BB78526C143F}" dt="2026-10-13T03:01:57.617" v="2674" actId="20577"/>
        <pc:sldMkLst>
          <pc:docMk/>
          <pc:sldMk cId="4258506999" sldId="906"/>
        </pc:sldMkLst>
        <pc:spChg chg="add del">
          <ac:chgData name="Minh Huynh" userId="01a137d4-0d81-46e0-aca6-c9185b391828" providerId="ADAL" clId="{18447838-0BCA-432B-86F3-BB78526C143F}" dt="2026-10-13T03:01:33.318" v="2603"/>
          <ac:spMkLst>
            <pc:docMk/>
            <pc:sldMk cId="4258506999" sldId="906"/>
            <ac:spMk id="2" creationId="{2B5DCEBB-3CA7-465A-BCB6-8273A98139B4}"/>
          </ac:spMkLst>
        </pc:spChg>
        <pc:spChg chg="mod">
          <ac:chgData name="Minh Huynh" userId="01a137d4-0d81-46e0-aca6-c9185b391828" providerId="ADAL" clId="{18447838-0BCA-432B-86F3-BB78526C143F}" dt="2026-10-13T03:01:57.617" v="2674" actId="20577"/>
          <ac:spMkLst>
            <pc:docMk/>
            <pc:sldMk cId="4258506999" sldId="906"/>
            <ac:spMk id="4" creationId="{7BC73E8E-0D58-4B4B-A5C4-A8AE38997407}"/>
          </ac:spMkLst>
        </pc:spChg>
        <pc:picChg chg="del">
          <ac:chgData name="Minh Huynh" userId="01a137d4-0d81-46e0-aca6-c9185b391828" providerId="ADAL" clId="{18447838-0BCA-432B-86F3-BB78526C143F}" dt="2026-10-13T03:01:31.307" v="2601" actId="478"/>
          <ac:picMkLst>
            <pc:docMk/>
            <pc:sldMk cId="4258506999" sldId="906"/>
            <ac:picMk id="3" creationId="{408C6312-FD8B-4CBC-B76D-19D9F5BFB69F}"/>
          </ac:picMkLst>
        </pc:picChg>
        <pc:picChg chg="add mod modCrop">
          <ac:chgData name="Minh Huynh" userId="01a137d4-0d81-46e0-aca6-c9185b391828" providerId="ADAL" clId="{18447838-0BCA-432B-86F3-BB78526C143F}" dt="2026-10-13T03:01:42.046" v="2607" actId="1076"/>
          <ac:picMkLst>
            <pc:docMk/>
            <pc:sldMk cId="4258506999" sldId="906"/>
            <ac:picMk id="5" creationId="{A8AC5D9D-3B8D-4A6F-B0B8-5820DD3642C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3T12:31:37.8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5196,'35'-10,"46"-7,-13 4,904-162,14 44,-298 42,-76 2,747-90,-929 136,618-64,-376 14,-208 24,876-89,-331 9,60-94,-18-69,-152-18,-28-57,-594 230,-219 117,-2-2,79-73,-119 97,0-1,-1-1,-1-1,-1 0,0 0,-2-1,0-1,-1 0,-1-1,-1 1,-1-2,-1 1,-1-1,-1 0,2-35,-6 25,-1 0,-1 0,-2 0,-1 0,-2 1,-1 0,-1 0,-2 1,-1 0,-20-36,-7-1,-3 1,-3 2,-2 2,-4 3,-2 1,-2 3,-75-58,26 35,-2 4,-4 5,-191-91,104 75,-3 9,-350-85,-449-8,-173 91,-4 62,715 22,-508 70,-1257 318,42 174,1203-226,816-269,3 8,4 6,-255 186,288-174,5 5,-137 151,203-193,2 3,4 1,2 3,3 2,3 1,-37 94,58-108,2 0,2 0,4 2,1-1,3 2,3-1,3 0,2 1,2-1,3 0,15 62,1-28,4-2,3-1,5-1,3-2,4-2,62 94,-73-131,3-1,2-2,2-1,45 40,-56-60,1-1,2-1,0-2,1-1,1-1,1-1,56 20,154 32,307 47,-388-86,386 70,-447-84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3T12:33:45.1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3228 514,'-35'-32,"-2"1,-77-49,105 73,-68-40,-2 2,-2 4,-1 4,-3 3,0 4,-165-35,93 38,-2 7,-1 7,-163 8,297 5,-28 1,-57 8,92-7,1 2,-1 1,1 0,0 1,1 1,-31 16,-17 17,2 3,-89 79,-97 122,177-161,3 4,4 2,4 3,4 2,5 3,3 2,5 2,-56 194,85-241,-13 106,25-129,1 0,2 0,1 1,9 58,-4-67,1-1,1 0,1-1,1 0,1 0,0-1,2 0,19 24,9 5,85 78,-70-78,2-3,2-2,2-2,69 32,-35-27,2-4,125 36,20-16,393 51,-635-114,193 29,294 4,-462-34,-1-2,0 0,0-2,-1-1,1-1,-1 0,0-2,-1-1,26-15,-10 2,-2-2,0-1,-1-2,40-42,-11-1,105-150,-142 182,0 0,-2-2,40-85,-54 98,-2-1,-1 0,-1 0,-1-1,4-57,-8 30,-2 1,-3-1,-2 1,-3 0,-2 0,-3 1,-2 0,-2 1,-3 0,-2 2,-52-94,-6 26,-4 3,-140-150,196 238,0 1,-2 2,-55-40,66 54,-1 1,-1 1,1 0,-2 2,1 0,-1 2,0 0,-23-3,-18 1,5 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3T12:33:47.7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0 809,'1'2,"-1"0,1 0,0 0,-1 0,1 0,0 0,1 0,-1 0,0-1,0 1,1 0,-1-1,1 1,-1-1,1 1,0-1,0 0,-1 0,1 0,0 0,2 1,47 19,-48-20,34 9,2-2,-1-2,1-1,0-3,0 0,39-5,0 2,53 2,396-10,-464 3,0-3,-1-3,76-24,173-77,-259 92,28-10,-1-3,-2-4,76-51,-106 55,-1-2,-2-2,47-52,-70 65,-1-2,30-51,-20 29,-29 47,1 1,-1-1,0 0,0 1,0-1,0 0,-1 0,1 0,0 0,-1 0,1 0,-1 0,0 0,0 0,1 0,-1 0,-1 0,1 0,0 0,-1-2,0 2,0 1,0-1,0 1,0 0,0 0,0-1,-1 1,1 0,0 0,-1 0,1 1,-1-1,1 0,-1 0,0 1,1-1,-1 1,1-1,-3 1,-9-2,1 1,-1 1,0 0,1 0,-17 4,-26 6,1 3,-95 36,42-12,76-30,-1-2,1 0,-1-2,0-2,-37-2,41 0,3-3,35-4,49-12,-49 17,349-89,-330 86,0 0,1 2,31-1,-32 3,0-1,0-1,34-9,-48 8,-7 2,0 0,0 1,1 0,0 0,-1 1,17 0,-23 1,1 0,-1 1,1 0,-1 0,0-1,1 1,-1 0,0 1,0-1,0 0,0 1,0-1,0 1,0 0,-1-1,1 1,0 0,-1 0,1 0,-1 0,0 1,0-1,0 0,0 0,0 1,0-1,-1 1,1-1,-1 3,6 30,-2 1,-1 0,-2 0,-7 62,2-2,4-71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4T15:48:21.3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0 992,'16'9,"-1"2,0-1,-1 2,0 0,-1 1,0 0,19 27,3 1,553 666,-294-345,-252-314,1-2,2-2,2-1,2-3,2-2,1-3,2-1,1-3,111 44,-61-34,519 231,-528-223,3-5,1-4,166 44,-245-79,0 0,0-1,0-2,0 0,0-1,0-1,1-1,-1 0,0-2,0-1,0 0,37-14,122-59,210-124,-71 33,134-65,-332 163,181-140,-46-1,185-140,-360 291,-38 27,2 1,73-38,27 7,3 8,190-46,-132 42,-39 3,-77 24,120-26,-10 10,33-7,231-6,-344 49,55-3,1204 16,-1163-16,-19 0,-147 12,49-10,-48 6,-50 7,1 0,0 0,0 0,-1-1,1 1,0 0,-1-1,1 0,-1 1,1-1,-1 0,1 0,-1 0,2-1,-2 2,-1-1,0 1,0-1,0 1,0-1,0 1,0 0,0-1,0 1,0-1,0 1,0-1,0 1,0-1,0 1,0 0,-1-1,1 1,0-1,0 1,-1 0,1-1,0 1,0 0,-1-1,1 1,0 0,-1-1,1 1,0 0,-1-1,0 1,-6-5,-1 0,0 1,0 0,-13-5,-111-40,-197-104,218 84,3-4,3-5,-122-118,142 131,24 20,60 45,1-1,-1 1,1 0,-1 0,1-1,-1 1,1 0,-1 0,1-1,0 1,-1 0,1-1,-1 1,1-1,0 1,0-1,-1 1,1 0,0-1,0 1,-1-1,1 1,0-1,0 1,0-1,0 1,0-1,0 1,0-2,15 2,27 13,150 88,-102-43,145 121,47 36,-131-104,-148-109,19 14,-1 1,-1 0,19 23,-15-19,4 5,-28-24,1-1,0 0,0 1,-1-1,1 1,-1-1,0 1,1 0,-1-1,0 1,0-1,0 1,0 0,0-1,0 1,0-1,-1 1,1 0,-1-1,1 1,-2 2,-5 10,0-1,-1 0,-1 0,0-1,-1 0,-13 13,-77 63,47-42,-129 114,156-131,-40 56,31-38,-118 148,141-179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3T10:34:09.9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1,'0'3,"0"1,0-1,1 1,-1-1,1 1,0-1,0 1,0-1,1 0,-1 1,1-1,3 5,5 11,18 28,2 0,1-2,3-1,1-2,57 52,236 176,-71-91,523 271,343 37,-354-214,12-33,1355 231,-589-244,3-61,-779-109,1187 112,-1931-166,5 0,54 13,-76-13,0 0,1 1,-1 1,-1-1,1 2,-1-1,0 1,15 12,33 32,3-3,2-2,1-4,2-2,2-3,2-3,137 46,-173-70,-1-3,2 0,55 1,99-10,-89 0,618-2,-626 11,0 3,160 38,-210-38,-29-6,40 5,-51-8,0 0,0 0,0 0,0 0,0 0,0 0,0 0,0 0,0-1,0 1,0 0,0-1,0 1,0-1,0 1,0-1,0 1,0-1,0 0,-1 1,1-1,0 0,0 0,-1 0,1 1,-1-1,1 0,-1 0,1 0,-1 0,1 0,-1 0,0 0,0 0,1 0,-1 0,0 0,0 0,0-2,-3-11,0 0,-1 0,-1 1,0-1,-1 1,0 0,-1 1,0 0,-10-13,-3-8,-228-357,247 387,-1 1,0-1,1 1,0-1,-1 0,1 0,0 0,0 1,1-1,-1 0,0-4,2 6,-1 1,0 0,0 0,0-1,0 1,1 0,-1 0,0 0,0-1,0 1,1 0,-1 0,0 0,0 0,1 0,-1-1,0 1,0 0,1 0,-1 0,0 0,1 0,-1 0,0 0,0 0,1 0,-1 0,0 0,1 0,-1 0,0 0,0 0,1 0,-1 1,0-1,0 0,1 0,-1 0,26 15,57 49,112 111,62 93,-240-249,199 227,-214-243,1 0,0 0,-1 1,0-1,1 1,-1 0,-1-1,1 1,0 0,-1 0,0 0,1 8,-2-10,-1 0,1 0,-1 0,0 0,0 0,0 0,0 0,0 0,-1 0,1 0,0 0,-1-1,0 1,1-1,-1 1,0-1,0 0,0 1,1-1,-1 0,-1 0,1 0,0-1,-3 2,-166 58,31-13,-427 192,360-147,118-54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4T15:59:48.3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291 46,'-2'12,"0"0,0-1,-2 1,1-1,-1 0,-1 0,0 0,-7 12,-8 16,-38 74,42-85,0 0,2 2,1 0,-13 46,-38 182,39-157,72-224,-32 78,3 0,45-85,-43 100,-2-1,-1-1,-2-1,-1 0,-2-1,11-44,-15 49,1 0,13-30,10-27,-29 71,-2 12,-1 1,1-1,0 0,-1 0,1 1,1-1,-1 1,0-1,3-3,7 5,6 17,20 27,1-1,3-2,1-2,1-2,3-1,0-3,75 39,-73-44,-2 3,0 1,62 58,144 91,-53-42,-155-101,-28-25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4T15:59:51.9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1,'2'30,"0"0,2 0,2-1,0 1,12 29,60 141,-58-151,199 463,-141-338,18 43,-30-69,86 140,-140-267,78 139,123 237,-139-226,-38-80,97 171,-108-226,1-1,2-2,50 48,107 74,-98-90,124 67,107 36,-144-78,-116-61,1-3,2-2,0-3,1-3,71 12,3 4,-104-24,1-1,1-1,-1-2,1-2,66 1,543-24,-583 20,33 0,171-21,-217 15,86 1,-7 0,-125 5,0-1,0 0,0 0,0 0,0 0,0-1,0 1,0 0,0 0,0-1,0 1,0 0,0-1,0 1,0-1,0 1,-1-1,1 0,0 1,0-1,0 0,-1 1,1-1,-1 0,1 0,0-1,-1 1,0-1,0 1,0 0,0-1,0 1,-1-1,1 1,0 0,-1-1,1 1,-1 0,1 0,-1-1,0 1,0 0,-1-2,-8-8,0 0,-21-18,25 24,-314-237,211 164,107 77,-47-35,-1 2,-77-38,119 67,11 3,25 3,38 9,-32-1,-1 1,-1 3,1 0,-2 2,54 34,132 115,-133-97,-38-34,-34-25,0 0,0 0,-1 2,17 17,-24-22,-1-1,0 1,0 0,0 1,-1-1,1 0,-1 1,-1-1,1 1,-1 0,0 0,0-1,0 1,-1 0,0 9,-4 28,-2 0,-1-1,-3 0,-20 60,-77 157,85-209,-8 14,-3-3,-3-1,-2-1,-48 56,44-48,31-46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14T16:02:39.7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2777 801,'-30'-30,"-41"-42,-113-88,55 66,-264-143,318 199,-3 3,0 4,-2 3,-1 4,-111-19,165 39,-1 2,1 0,-1 2,1 1,-1 1,1 1,-40 11,33-4,1 2,0 1,1 2,0 1,-40 27,9 1,-111 101,-41 71,213-213,-55 56,3 2,2 2,4 3,-70 125,105-162,1 2,1 0,2 0,-7 39,-11 131,26-189,-17 242,17 324,5-482,4-1,4 0,4 0,56 178,-21-137,6-3,6-3,6-2,5-4,6-3,4-3,138 145,-175-211,-22-22,1-2,1 0,1-2,2-2,0 0,58 33,-43-33,1-2,0-2,2-2,0-3,0-1,2-3,92 10,-70-20,-1-2,1-4,-1-3,0-3,-1-3,0-3,76-30,564-223,-638 236,-1-2,-2-4,-1-3,-3-2,-1-4,-3-2,-2-3,84-98,-82 80,154-200,-184 228,-2-1,-2-2,-3-1,27-70,-42 86,-1 0,-1-1,-2 0,-1 0,-2 0,-1 0,-2-1,-1 1,-2 0,-1 0,-1 1,-2-1,-1 1,-2 1,-1 0,-19-37,-237-384,198 340,-37-55,72 116,-1 0,-3 3,-3 1,-86-77,40 60,-2 4,-148-75,-212-61,343 157,-214-50,273 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20094-FB53-4D74-90C8-3B90ED5CA22C}"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D812-793F-4284-A735-A7869CB1D065}" type="slidenum">
              <a:rPr lang="en-AU" smtClean="0"/>
              <a:t>‹#›</a:t>
            </a:fld>
            <a:endParaRPr lang="en-AU"/>
          </a:p>
        </p:txBody>
      </p:sp>
    </p:spTree>
    <p:extLst>
      <p:ext uri="{BB962C8B-B14F-4D97-AF65-F5344CB8AC3E}">
        <p14:creationId xmlns:p14="http://schemas.microsoft.com/office/powerpoint/2010/main" val="290726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0166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01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5493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6406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534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475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883FAF4-8EDC-4403-98B9-985155B18E94}"/>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073198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883FAF4-8EDC-4403-98B9-985155B18E94}"/>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61330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34085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806244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859741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947550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020062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327354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808814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65158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16409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85811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416820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756948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576547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704496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294334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539840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074504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101925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856978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448898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6981315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655452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758233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7929604-0453-4B12-8528-DFF39539B8E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035239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71A4-B58C-40C7-ACC7-F9107E270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3DC486-8B1F-4847-A672-1F19F18B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8AE2605-B86B-4C39-8E3E-2CAE474A3377}"/>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13D65D82-0C1E-49B6-A4BF-143B5B0284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6B8211-EA2C-4B21-B907-FEB4789A834D}"/>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3932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4996-8C1B-4123-A1BC-945F2156E7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EFE586-118E-43AA-BDAC-F934F1B6A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FA799EE-A009-4AD7-8ED2-7354238C2A64}"/>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584790F5-AD0B-43F8-8DB0-7EECCB97BB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3C7043-66F3-4CEE-91CC-F1DF2161B801}"/>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68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CE0-F641-452D-A2FB-06326DFBD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AB81646-EEC0-40CE-811B-25E2D6676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82203-5BD0-460E-8CB1-736A09FDE6F3}"/>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800D4E99-EF41-40F5-9AD2-0BF43235F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D11A29-198E-45B2-8AA1-26302A6437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403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ABB1-27E8-436E-8391-4B8C0C3927F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9CA4C12-77F3-48C8-8BE1-E4A1C1989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B118EC-B1F9-4335-91E8-686527BD3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4E72C4C-E9D2-4A38-9DA8-9CCE4F364531}"/>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6FED95C8-3B1A-434B-8CFD-21357279D96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74E9D6-A6ED-44F2-B68F-235194BF1A5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29368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FE22-686D-475D-9181-FA16A63F258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757003-FCF9-427D-9B84-9D315916D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DC2113-0F6D-44B9-A7DA-15B001B53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3DCD859-3D33-4C96-B95D-D469DE6B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F3856-CFCB-4BA0-A8FF-F8316EBDC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FC432C-32B4-4CC8-B68C-47E17B6AC145}"/>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8" name="Footer Placeholder 7">
            <a:extLst>
              <a:ext uri="{FF2B5EF4-FFF2-40B4-BE49-F238E27FC236}">
                <a16:creationId xmlns:a16="http://schemas.microsoft.com/office/drawing/2014/main" id="{C7A80297-F617-45A3-B914-2442CE2A7B8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B97718-06C4-4512-A9E5-C903625D5E54}"/>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790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CC0-6B93-4300-A6C4-1180D4B8B2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5C27AA-EB2D-48E6-8049-520B20C3C559}"/>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4" name="Footer Placeholder 3">
            <a:extLst>
              <a:ext uri="{FF2B5EF4-FFF2-40B4-BE49-F238E27FC236}">
                <a16:creationId xmlns:a16="http://schemas.microsoft.com/office/drawing/2014/main" id="{255ACAC1-7E7C-4885-BC2B-375C36FC90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A04426-EFCE-4CF3-81B9-6AD5E3B936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419259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6C1FA-B0CD-4727-9A52-1C7BB44458C8}"/>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3" name="Footer Placeholder 2">
            <a:extLst>
              <a:ext uri="{FF2B5EF4-FFF2-40B4-BE49-F238E27FC236}">
                <a16:creationId xmlns:a16="http://schemas.microsoft.com/office/drawing/2014/main" id="{9E627923-117E-491B-923F-6124ABAB00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AE2EFD9-3B27-4105-B54F-231AB460A2C9}"/>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6367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437-EDEF-4324-99E9-547688B73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7CEB2CC-C30A-49F5-B061-BF9842728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0BBD8A7-1529-4F7D-BB45-A2DAFF9B6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747F8-1F0B-44CC-B76C-249768AB79E4}"/>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5B23826A-99D0-4B68-B53F-9FAF1218F4C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B7E538-222A-46EF-81A1-9B0B735ABD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19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5A6-C530-43CA-98DD-35BD7B597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E428680-95AA-4A86-9335-60A58BD82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BD835A1-2663-47F6-8582-B225E4F72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CF1C3-8D1D-47A7-A841-09CD8B0C7D66}"/>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34AD9B48-80EB-492B-A33D-C7623162D3B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7AA910-09B5-4489-B817-0A87DF35D6C6}"/>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447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DD80-9431-4960-B3E9-29FBBB99465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125B747-B8F9-4B6A-A480-D5F0BFC0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95DA87-F4D9-43E5-9761-FC0DCA404675}"/>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7F99904E-C9ED-4568-A230-6E7B1866C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F647D12-63D5-4AE8-9E5A-033061CA426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12052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CD830-63FA-49DB-9533-A5610633E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9578AE-FCA6-4113-965E-A40264BC2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4B8185-7406-4AA8-88F8-9E3C393475B7}"/>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0250EFAC-5B41-46D0-BA68-D4759CCE1F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127DBC-E9B6-4236-9E3A-9BB1EB52C1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0566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with logo">
  <p:cSld name="Blank slide with logo">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blip>
          <a:srcRect/>
          <a:stretch/>
        </p:blipFill>
        <p:spPr>
          <a:xfrm>
            <a:off x="144964" y="6061928"/>
            <a:ext cx="1712692" cy="729166"/>
          </a:xfrm>
          <a:prstGeom prst="rect">
            <a:avLst/>
          </a:prstGeom>
          <a:noFill/>
          <a:ln>
            <a:noFill/>
          </a:ln>
        </p:spPr>
      </p:pic>
    </p:spTree>
    <p:extLst>
      <p:ext uri="{BB962C8B-B14F-4D97-AF65-F5344CB8AC3E}">
        <p14:creationId xmlns:p14="http://schemas.microsoft.com/office/powerpoint/2010/main" val="56413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53226-C1E9-484E-AA28-9B754F452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E09D47-4554-4BAF-A6EB-D43FB5CB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33EB1F-CFEF-44CA-A347-2991A2779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CFD117A1-4C96-4D99-AEA5-541B9CFD84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F625DF-A619-40A9-A782-E56F44E3E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D1443-F093-47BB-852F-C71838E6DC6A}" type="slidenum">
              <a:rPr lang="en-AU" smtClean="0"/>
              <a:t>‹#›</a:t>
            </a:fld>
            <a:endParaRPr lang="en-AU"/>
          </a:p>
        </p:txBody>
      </p:sp>
    </p:spTree>
    <p:extLst>
      <p:ext uri="{BB962C8B-B14F-4D97-AF65-F5344CB8AC3E}">
        <p14:creationId xmlns:p14="http://schemas.microsoft.com/office/powerpoint/2010/main" val="1545353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png"/><Relationship Id="rId7" Type="http://schemas.openxmlformats.org/officeDocument/2006/relationships/image" Target="../media/image39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380.png"/><Relationship Id="rId4" Type="http://schemas.openxmlformats.org/officeDocument/2006/relationships/customXml" Target="../ink/ink1.xml"/><Relationship Id="rId9" Type="http://schemas.openxmlformats.org/officeDocument/2006/relationships/image" Target="../media/image40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10.png"/><Relationship Id="rId4" Type="http://schemas.openxmlformats.org/officeDocument/2006/relationships/image" Target="../media/image500.png"/></Relationships>
</file>

<file path=ppt/slides/_rels/slide9.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5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customXml" Target="../ink/ink5.xml"/><Relationship Id="rId5" Type="http://schemas.openxmlformats.org/officeDocument/2006/relationships/image" Target="../media/image95.png"/><Relationship Id="rId4" Type="http://schemas.openxmlformats.org/officeDocument/2006/relationships/customXml" Target="../ink/ink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4.png"/><Relationship Id="rId7" Type="http://schemas.openxmlformats.org/officeDocument/2006/relationships/image" Target="../media/image101.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customXml" Target="../ink/ink7.xml"/><Relationship Id="rId5" Type="http://schemas.openxmlformats.org/officeDocument/2006/relationships/image" Target="../media/image100.png"/><Relationship Id="rId10" Type="http://schemas.openxmlformats.org/officeDocument/2006/relationships/image" Target="../media/image102.png"/><Relationship Id="rId4" Type="http://schemas.openxmlformats.org/officeDocument/2006/relationships/customXml" Target="../ink/ink6.xml"/><Relationship Id="rId9" Type="http://schemas.openxmlformats.org/officeDocument/2006/relationships/customXml" Target="../ink/ink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4.png"/><Relationship Id="rId7" Type="http://schemas.openxmlformats.org/officeDocument/2006/relationships/image" Target="../media/image110.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6.png"/><Relationship Id="rId9" Type="http://schemas.openxmlformats.org/officeDocument/2006/relationships/image" Target="../media/image105.png"/></Relationships>
</file>

<file path=ppt/slides/_rels/slide22.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4.png"/><Relationship Id="rId7" Type="http://schemas.openxmlformats.org/officeDocument/2006/relationships/image" Target="../media/image13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06.png"/><Relationship Id="rId9" Type="http://schemas.openxmlformats.org/officeDocument/2006/relationships/image" Target="../media/image121.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33.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9CE681-010B-4831-B0B7-EA09487CDE64}"/>
              </a:ext>
            </a:extLst>
          </p:cNvPr>
          <p:cNvPicPr>
            <a:picLocks noChangeAspect="1"/>
          </p:cNvPicPr>
          <p:nvPr/>
        </p:nvPicPr>
        <p:blipFill>
          <a:blip r:embed="rId2"/>
          <a:stretch>
            <a:fillRect/>
          </a:stretch>
        </p:blipFill>
        <p:spPr>
          <a:xfrm>
            <a:off x="0" y="1823"/>
            <a:ext cx="12192000" cy="6854354"/>
          </a:xfrm>
          <a:prstGeom prst="rect">
            <a:avLst/>
          </a:prstGeom>
        </p:spPr>
      </p:pic>
      <p:sp>
        <p:nvSpPr>
          <p:cNvPr id="6" name="Freeform: Shape 5">
            <a:extLst>
              <a:ext uri="{FF2B5EF4-FFF2-40B4-BE49-F238E27FC236}">
                <a16:creationId xmlns:a16="http://schemas.microsoft.com/office/drawing/2014/main" id="{556F341A-4AE1-42E8-8AC0-A35CBFF2FFFA}"/>
              </a:ext>
            </a:extLst>
          </p:cNvPr>
          <p:cNvSpPr/>
          <p:nvPr/>
        </p:nvSpPr>
        <p:spPr>
          <a:xfrm>
            <a:off x="393403" y="318976"/>
            <a:ext cx="2658141" cy="6230680"/>
          </a:xfrm>
          <a:custGeom>
            <a:avLst/>
            <a:gdLst>
              <a:gd name="connsiteX0" fmla="*/ 0 w 2658141"/>
              <a:gd name="connsiteY0" fmla="*/ 0 h 6230680"/>
              <a:gd name="connsiteX1" fmla="*/ 1180216 w 2658141"/>
              <a:gd name="connsiteY1" fmla="*/ 0 h 6230680"/>
              <a:gd name="connsiteX2" fmla="*/ 1339704 w 2658141"/>
              <a:gd name="connsiteY2" fmla="*/ 2073350 h 6230680"/>
              <a:gd name="connsiteX3" fmla="*/ 1499192 w 2658141"/>
              <a:gd name="connsiteY3" fmla="*/ 0 h 6230680"/>
              <a:gd name="connsiteX4" fmla="*/ 2658141 w 2658141"/>
              <a:gd name="connsiteY4" fmla="*/ 0 h 6230680"/>
              <a:gd name="connsiteX5" fmla="*/ 2658141 w 2658141"/>
              <a:gd name="connsiteY5" fmla="*/ 6230680 h 6230680"/>
              <a:gd name="connsiteX6" fmla="*/ 1941343 w 2658141"/>
              <a:gd name="connsiteY6" fmla="*/ 6230680 h 6230680"/>
              <a:gd name="connsiteX7" fmla="*/ 1941343 w 2658141"/>
              <a:gd name="connsiteY7" fmla="*/ 3646968 h 6230680"/>
              <a:gd name="connsiteX8" fmla="*/ 1746943 w 2658141"/>
              <a:gd name="connsiteY8" fmla="*/ 6230680 h 6230680"/>
              <a:gd name="connsiteX9" fmla="*/ 941860 w 2658141"/>
              <a:gd name="connsiteY9" fmla="*/ 6230680 h 6230680"/>
              <a:gd name="connsiteX10" fmla="*/ 784255 w 2658141"/>
              <a:gd name="connsiteY10" fmla="*/ 4359982 h 6230680"/>
              <a:gd name="connsiteX11" fmla="*/ 729486 w 2658141"/>
              <a:gd name="connsiteY11" fmla="*/ 3636336 h 6230680"/>
              <a:gd name="connsiteX12" fmla="*/ 729486 w 2658141"/>
              <a:gd name="connsiteY12" fmla="*/ 3709898 h 6230680"/>
              <a:gd name="connsiteX13" fmla="*/ 728386 w 2658141"/>
              <a:gd name="connsiteY13" fmla="*/ 3696842 h 6230680"/>
              <a:gd name="connsiteX14" fmla="*/ 728386 w 2658141"/>
              <a:gd name="connsiteY14" fmla="*/ 6230680 h 6230680"/>
              <a:gd name="connsiteX15" fmla="*/ 0 w 2658141"/>
              <a:gd name="connsiteY15" fmla="*/ 6230680 h 623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8141" h="6230680">
                <a:moveTo>
                  <a:pt x="0" y="0"/>
                </a:moveTo>
                <a:lnTo>
                  <a:pt x="1180216" y="0"/>
                </a:lnTo>
                <a:lnTo>
                  <a:pt x="1339704" y="2073350"/>
                </a:lnTo>
                <a:lnTo>
                  <a:pt x="1499192" y="0"/>
                </a:lnTo>
                <a:lnTo>
                  <a:pt x="2658141" y="0"/>
                </a:lnTo>
                <a:lnTo>
                  <a:pt x="2658141" y="6230680"/>
                </a:lnTo>
                <a:lnTo>
                  <a:pt x="1941343" y="6230680"/>
                </a:lnTo>
                <a:lnTo>
                  <a:pt x="1941343" y="3646968"/>
                </a:lnTo>
                <a:lnTo>
                  <a:pt x="1746943" y="6230680"/>
                </a:lnTo>
                <a:lnTo>
                  <a:pt x="941860" y="6230680"/>
                </a:lnTo>
                <a:lnTo>
                  <a:pt x="784255" y="4359982"/>
                </a:lnTo>
                <a:lnTo>
                  <a:pt x="729486" y="3636336"/>
                </a:lnTo>
                <a:lnTo>
                  <a:pt x="729486" y="3709898"/>
                </a:lnTo>
                <a:lnTo>
                  <a:pt x="728386" y="3696842"/>
                </a:lnTo>
                <a:lnTo>
                  <a:pt x="728386" y="6230680"/>
                </a:lnTo>
                <a:lnTo>
                  <a:pt x="0" y="6230680"/>
                </a:lnTo>
                <a:close/>
              </a:path>
            </a:pathLst>
          </a:custGeom>
          <a:solidFill>
            <a:schemeClr val="bg1">
              <a:alpha val="60000"/>
            </a:schemeClr>
          </a:solidFill>
          <a:ln w="25400"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8" name="Picture 7">
            <a:extLst>
              <a:ext uri="{FF2B5EF4-FFF2-40B4-BE49-F238E27FC236}">
                <a16:creationId xmlns:a16="http://schemas.microsoft.com/office/drawing/2014/main" id="{0A488F87-1197-471A-B44E-DB7CDC810CD0}"/>
              </a:ext>
            </a:extLst>
          </p:cNvPr>
          <p:cNvPicPr>
            <a:picLocks noChangeAspect="1"/>
          </p:cNvPicPr>
          <p:nvPr/>
        </p:nvPicPr>
        <p:blipFill rotWithShape="1">
          <a:blip r:embed="rId2"/>
          <a:srcRect l="63454" t="7318" b="33527"/>
          <a:stretch/>
        </p:blipFill>
        <p:spPr>
          <a:xfrm>
            <a:off x="7736304" y="505326"/>
            <a:ext cx="4455695" cy="4054642"/>
          </a:xfrm>
          <a:prstGeom prst="rect">
            <a:avLst/>
          </a:prstGeom>
        </p:spPr>
      </p:pic>
      <p:pic>
        <p:nvPicPr>
          <p:cNvPr id="7" name="Picture 6" descr="Registry configuration summary | Monash Compulsory Units Portal (CUP)">
            <a:extLst>
              <a:ext uri="{FF2B5EF4-FFF2-40B4-BE49-F238E27FC236}">
                <a16:creationId xmlns:a16="http://schemas.microsoft.com/office/drawing/2014/main" id="{EBA1EB12-C8B5-4D38-A22A-F8EA37CBD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523" y="422390"/>
            <a:ext cx="2091086" cy="66076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3AD52F1-D9EC-43D5-B468-7D23A6262D47}"/>
              </a:ext>
            </a:extLst>
          </p:cNvPr>
          <p:cNvSpPr/>
          <p:nvPr/>
        </p:nvSpPr>
        <p:spPr>
          <a:xfrm>
            <a:off x="4818185" y="3077307"/>
            <a:ext cx="6570979" cy="1403610"/>
          </a:xfrm>
          <a:prstGeom prst="rect">
            <a:avLst/>
          </a:prstGeom>
          <a:solidFill>
            <a:schemeClr val="accent4">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0" b="1"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rPr>
              <a:t>STATISTICS</a:t>
            </a:r>
            <a:endParaRPr kumimoji="0" lang="en-AU" sz="120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endParaRPr>
          </a:p>
        </p:txBody>
      </p:sp>
      <p:sp>
        <p:nvSpPr>
          <p:cNvPr id="13" name="Rectangle 12">
            <a:extLst>
              <a:ext uri="{FF2B5EF4-FFF2-40B4-BE49-F238E27FC236}">
                <a16:creationId xmlns:a16="http://schemas.microsoft.com/office/drawing/2014/main" id="{F11B6F01-F247-4E5E-AC9E-2D11F2681474}"/>
              </a:ext>
            </a:extLst>
          </p:cNvPr>
          <p:cNvSpPr/>
          <p:nvPr/>
        </p:nvSpPr>
        <p:spPr>
          <a:xfrm>
            <a:off x="6096000" y="4553950"/>
            <a:ext cx="5293165" cy="50042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rPr>
              <a:t>Session 5: Estimation</a:t>
            </a:r>
            <a:endParaRPr kumimoji="0" lang="en-AU"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endParaRPr>
          </a:p>
        </p:txBody>
      </p:sp>
    </p:spTree>
    <p:extLst>
      <p:ext uri="{BB962C8B-B14F-4D97-AF65-F5344CB8AC3E}">
        <p14:creationId xmlns:p14="http://schemas.microsoft.com/office/powerpoint/2010/main" val="19726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12" name="Rounded Rectangle 6">
            <a:extLst>
              <a:ext uri="{FF2B5EF4-FFF2-40B4-BE49-F238E27FC236}">
                <a16:creationId xmlns:a16="http://schemas.microsoft.com/office/drawing/2014/main" id="{99909596-4106-4C2E-AEF5-D14E9DD946D3}"/>
              </a:ext>
            </a:extLst>
          </p:cNvPr>
          <p:cNvSpPr/>
          <p:nvPr/>
        </p:nvSpPr>
        <p:spPr>
          <a:xfrm>
            <a:off x="5727032" y="1228212"/>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3" name="Rounded Rectangle 10">
            <a:extLst>
              <a:ext uri="{FF2B5EF4-FFF2-40B4-BE49-F238E27FC236}">
                <a16:creationId xmlns:a16="http://schemas.microsoft.com/office/drawing/2014/main" id="{7949C2A5-CF7A-4FF1-B89B-94E67B22B181}"/>
              </a:ext>
            </a:extLst>
          </p:cNvPr>
          <p:cNvSpPr/>
          <p:nvPr/>
        </p:nvSpPr>
        <p:spPr>
          <a:xfrm>
            <a:off x="6642635" y="4922655"/>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4" name="Down Arrow 16">
            <a:extLst>
              <a:ext uri="{FF2B5EF4-FFF2-40B4-BE49-F238E27FC236}">
                <a16:creationId xmlns:a16="http://schemas.microsoft.com/office/drawing/2014/main" id="{E093260A-75FA-4DBB-A69F-EEA3755183F5}"/>
              </a:ext>
            </a:extLst>
          </p:cNvPr>
          <p:cNvSpPr/>
          <p:nvPr/>
        </p:nvSpPr>
        <p:spPr>
          <a:xfrm>
            <a:off x="7501752" y="3393897"/>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15" name="Picture 2" descr="Image result for stick figure">
            <a:extLst>
              <a:ext uri="{FF2B5EF4-FFF2-40B4-BE49-F238E27FC236}">
                <a16:creationId xmlns:a16="http://schemas.microsoft.com/office/drawing/2014/main" id="{7756684A-2B9F-4E46-9A05-C47D88A5FE9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98184"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6" name="Picture 2" descr="Image result for stick figure">
            <a:extLst>
              <a:ext uri="{FF2B5EF4-FFF2-40B4-BE49-F238E27FC236}">
                <a16:creationId xmlns:a16="http://schemas.microsoft.com/office/drawing/2014/main" id="{D9F6AB59-7B34-4BDC-8654-9B4A6120BF2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01515"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7" name="Picture 2" descr="Image result for stick figure">
            <a:extLst>
              <a:ext uri="{FF2B5EF4-FFF2-40B4-BE49-F238E27FC236}">
                <a16:creationId xmlns:a16="http://schemas.microsoft.com/office/drawing/2014/main" id="{950E685D-3E0D-47AA-A745-B7F5136F802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04846"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8" name="Picture 2" descr="Image result for stick figure">
            <a:extLst>
              <a:ext uri="{FF2B5EF4-FFF2-40B4-BE49-F238E27FC236}">
                <a16:creationId xmlns:a16="http://schemas.microsoft.com/office/drawing/2014/main" id="{88614ED3-41F3-4F8D-96B6-7888259FC9E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8177"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9" name="Picture 2" descr="Image result for stick figure">
            <a:extLst>
              <a:ext uri="{FF2B5EF4-FFF2-40B4-BE49-F238E27FC236}">
                <a16:creationId xmlns:a16="http://schemas.microsoft.com/office/drawing/2014/main" id="{562F16BC-ABB1-4BE3-BC1F-EF3B26D5FAC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11508"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0" name="Picture 2" descr="Image result for stick figure">
            <a:extLst>
              <a:ext uri="{FF2B5EF4-FFF2-40B4-BE49-F238E27FC236}">
                <a16:creationId xmlns:a16="http://schemas.microsoft.com/office/drawing/2014/main" id="{EDDA631D-47C2-4A0A-9006-E5FFFBEDEAB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00814"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1" name="Picture 2" descr="Image result for stick figure">
            <a:extLst>
              <a:ext uri="{FF2B5EF4-FFF2-40B4-BE49-F238E27FC236}">
                <a16:creationId xmlns:a16="http://schemas.microsoft.com/office/drawing/2014/main" id="{708921B7-FF9A-4ACA-A242-09C20F0095C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04145"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 descr="Image result for stick figure">
            <a:extLst>
              <a:ext uri="{FF2B5EF4-FFF2-40B4-BE49-F238E27FC236}">
                <a16:creationId xmlns:a16="http://schemas.microsoft.com/office/drawing/2014/main" id="{25EB6B56-E516-4001-A443-E38AC87C1AA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07476"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 descr="Image result for stick figure">
            <a:extLst>
              <a:ext uri="{FF2B5EF4-FFF2-40B4-BE49-F238E27FC236}">
                <a16:creationId xmlns:a16="http://schemas.microsoft.com/office/drawing/2014/main" id="{F08C7BEF-98FD-42D8-B2DB-AE769FFCA4E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10807"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 descr="Image result for stick figure">
            <a:extLst>
              <a:ext uri="{FF2B5EF4-FFF2-40B4-BE49-F238E27FC236}">
                <a16:creationId xmlns:a16="http://schemas.microsoft.com/office/drawing/2014/main" id="{D6076394-95CF-4A44-9B6C-CB1640AFDE4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14138" y="495150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 descr="Image result for stick figure">
            <a:extLst>
              <a:ext uri="{FF2B5EF4-FFF2-40B4-BE49-F238E27FC236}">
                <a16:creationId xmlns:a16="http://schemas.microsoft.com/office/drawing/2014/main" id="{6F46A4C1-AC8B-463C-AABA-49807C9BDA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1754"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6" name="Picture 2" descr="Image result for stick figure">
            <a:extLst>
              <a:ext uri="{FF2B5EF4-FFF2-40B4-BE49-F238E27FC236}">
                <a16:creationId xmlns:a16="http://schemas.microsoft.com/office/drawing/2014/main" id="{E5B67A25-2966-498F-BEC3-2C9938BC3C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085"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7" name="Picture 2" descr="Image result for stick figure">
            <a:extLst>
              <a:ext uri="{FF2B5EF4-FFF2-40B4-BE49-F238E27FC236}">
                <a16:creationId xmlns:a16="http://schemas.microsoft.com/office/drawing/2014/main" id="{992B6AD6-598B-41B8-9F47-6848C26712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747"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8" name="Picture 2" descr="Image result for stick figure">
            <a:extLst>
              <a:ext uri="{FF2B5EF4-FFF2-40B4-BE49-F238E27FC236}">
                <a16:creationId xmlns:a16="http://schemas.microsoft.com/office/drawing/2014/main" id="{21949EE7-4D4E-4320-BD42-502483E4D9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78"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9" name="Picture 2" descr="Image result for stick figure">
            <a:extLst>
              <a:ext uri="{FF2B5EF4-FFF2-40B4-BE49-F238E27FC236}">
                <a16:creationId xmlns:a16="http://schemas.microsoft.com/office/drawing/2014/main" id="{063A7C6E-D24D-4E9E-8313-72671E3E9E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384"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0" name="Picture 2" descr="Image result for stick figure">
            <a:extLst>
              <a:ext uri="{FF2B5EF4-FFF2-40B4-BE49-F238E27FC236}">
                <a16:creationId xmlns:a16="http://schemas.microsoft.com/office/drawing/2014/main" id="{E598B280-B405-484A-846A-4783AC264B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715"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1" name="Picture 2" descr="Image result for stick figure">
            <a:extLst>
              <a:ext uri="{FF2B5EF4-FFF2-40B4-BE49-F238E27FC236}">
                <a16:creationId xmlns:a16="http://schemas.microsoft.com/office/drawing/2014/main" id="{3B797D35-CE18-466A-A924-46145B74C7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1046"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2" name="Picture 2" descr="Image result for stick figure">
            <a:extLst>
              <a:ext uri="{FF2B5EF4-FFF2-40B4-BE49-F238E27FC236}">
                <a16:creationId xmlns:a16="http://schemas.microsoft.com/office/drawing/2014/main" id="{D0F420A0-A972-45DD-B3FD-D022AAA0F9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77"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3" name="Picture 2" descr="Image result for stick figure">
            <a:extLst>
              <a:ext uri="{FF2B5EF4-FFF2-40B4-BE49-F238E27FC236}">
                <a16:creationId xmlns:a16="http://schemas.microsoft.com/office/drawing/2014/main" id="{A86479E9-8FF5-4899-AABE-1B5E1DF089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708" y="128390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2" descr="Image result for stick figure">
            <a:extLst>
              <a:ext uri="{FF2B5EF4-FFF2-40B4-BE49-F238E27FC236}">
                <a16:creationId xmlns:a16="http://schemas.microsoft.com/office/drawing/2014/main" id="{9FB86DDF-2DA0-43F0-8C55-FAB877A452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039"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5" name="Picture 2" descr="Image result for stick figure">
            <a:extLst>
              <a:ext uri="{FF2B5EF4-FFF2-40B4-BE49-F238E27FC236}">
                <a16:creationId xmlns:a16="http://schemas.microsoft.com/office/drawing/2014/main" id="{82D12F7A-D1D5-428F-86A6-BA38DCD3CF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370"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6" name="Picture 2" descr="Image result for stick figure">
            <a:extLst>
              <a:ext uri="{FF2B5EF4-FFF2-40B4-BE49-F238E27FC236}">
                <a16:creationId xmlns:a16="http://schemas.microsoft.com/office/drawing/2014/main" id="{F28220F2-1931-4823-8259-050022374C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7701"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2" descr="Image result for stick figure">
            <a:extLst>
              <a:ext uri="{FF2B5EF4-FFF2-40B4-BE49-F238E27FC236}">
                <a16:creationId xmlns:a16="http://schemas.microsoft.com/office/drawing/2014/main" id="{89B8C2DC-38AD-4E30-8E9A-1809A09899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4363"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8" name="Picture 2" descr="Image result for stick figure">
            <a:extLst>
              <a:ext uri="{FF2B5EF4-FFF2-40B4-BE49-F238E27FC236}">
                <a16:creationId xmlns:a16="http://schemas.microsoft.com/office/drawing/2014/main" id="{8BD542C0-7E60-4D41-8E6B-DAD2594083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669"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9" name="Picture 2" descr="Image result for stick figure">
            <a:extLst>
              <a:ext uri="{FF2B5EF4-FFF2-40B4-BE49-F238E27FC236}">
                <a16:creationId xmlns:a16="http://schemas.microsoft.com/office/drawing/2014/main" id="{17CCE358-3454-42AF-8D94-31172CFA95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000" y="12846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0" name="Picture 2" descr="Image result for stick figure">
            <a:extLst>
              <a:ext uri="{FF2B5EF4-FFF2-40B4-BE49-F238E27FC236}">
                <a16:creationId xmlns:a16="http://schemas.microsoft.com/office/drawing/2014/main" id="{4348E4A0-0858-4748-9596-5D368E6371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1754"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1" name="Picture 2" descr="Image result for stick figure">
            <a:extLst>
              <a:ext uri="{FF2B5EF4-FFF2-40B4-BE49-F238E27FC236}">
                <a16:creationId xmlns:a16="http://schemas.microsoft.com/office/drawing/2014/main" id="{04F24B12-5F5F-49AD-A7FB-C26F2DDDFF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8416"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2" name="Picture 2" descr="Image result for stick figure">
            <a:extLst>
              <a:ext uri="{FF2B5EF4-FFF2-40B4-BE49-F238E27FC236}">
                <a16:creationId xmlns:a16="http://schemas.microsoft.com/office/drawing/2014/main" id="{67EF5DE4-CE52-4631-B6E7-0DCCF5507E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747"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3" name="Picture 2" descr="Image result for stick figure">
            <a:extLst>
              <a:ext uri="{FF2B5EF4-FFF2-40B4-BE49-F238E27FC236}">
                <a16:creationId xmlns:a16="http://schemas.microsoft.com/office/drawing/2014/main" id="{A2A37CD8-E700-43F8-ABF1-2755077724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78"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4" name="Picture 2" descr="Image result for stick figure">
            <a:extLst>
              <a:ext uri="{FF2B5EF4-FFF2-40B4-BE49-F238E27FC236}">
                <a16:creationId xmlns:a16="http://schemas.microsoft.com/office/drawing/2014/main" id="{BB0C3865-B325-4042-9E6C-8D4FB21801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715"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5" name="Picture 2" descr="Image result for stick figure">
            <a:extLst>
              <a:ext uri="{FF2B5EF4-FFF2-40B4-BE49-F238E27FC236}">
                <a16:creationId xmlns:a16="http://schemas.microsoft.com/office/drawing/2014/main" id="{539F971F-8B29-49F7-9864-0FF4CB104D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1046"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2" descr="Image result for stick figure">
            <a:extLst>
              <a:ext uri="{FF2B5EF4-FFF2-40B4-BE49-F238E27FC236}">
                <a16:creationId xmlns:a16="http://schemas.microsoft.com/office/drawing/2014/main" id="{ADC4BF6D-F25E-42A8-8B31-54A52C8A1A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77"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7" name="Picture 2" descr="Image result for stick figure">
            <a:extLst>
              <a:ext uri="{FF2B5EF4-FFF2-40B4-BE49-F238E27FC236}">
                <a16:creationId xmlns:a16="http://schemas.microsoft.com/office/drawing/2014/main" id="{AF6A593E-CCC1-4115-AC34-7E6DC2677E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708" y="1699473"/>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8" name="Picture 2" descr="Image result for stick figure">
            <a:extLst>
              <a:ext uri="{FF2B5EF4-FFF2-40B4-BE49-F238E27FC236}">
                <a16:creationId xmlns:a16="http://schemas.microsoft.com/office/drawing/2014/main" id="{A22A96C1-B0FD-44CF-9F59-5742A96C1A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039"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9" name="Picture 2" descr="Image result for stick figure">
            <a:extLst>
              <a:ext uri="{FF2B5EF4-FFF2-40B4-BE49-F238E27FC236}">
                <a16:creationId xmlns:a16="http://schemas.microsoft.com/office/drawing/2014/main" id="{23A68A81-B479-46C7-8685-8499DF0345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370"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2" descr="Image result for stick figure">
            <a:extLst>
              <a:ext uri="{FF2B5EF4-FFF2-40B4-BE49-F238E27FC236}">
                <a16:creationId xmlns:a16="http://schemas.microsoft.com/office/drawing/2014/main" id="{440543E7-4FF9-41F0-B268-AF34989D90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7701"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2" descr="Image result for stick figure">
            <a:extLst>
              <a:ext uri="{FF2B5EF4-FFF2-40B4-BE49-F238E27FC236}">
                <a16:creationId xmlns:a16="http://schemas.microsoft.com/office/drawing/2014/main" id="{84EA688A-1147-4BB9-A04D-A90873E1E3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1032"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2" name="Picture 2" descr="Image result for stick figure">
            <a:extLst>
              <a:ext uri="{FF2B5EF4-FFF2-40B4-BE49-F238E27FC236}">
                <a16:creationId xmlns:a16="http://schemas.microsoft.com/office/drawing/2014/main" id="{02750E9F-31D7-4265-AAE8-8DD330DB7C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4363"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3" name="Picture 2" descr="Image result for stick figure">
            <a:extLst>
              <a:ext uri="{FF2B5EF4-FFF2-40B4-BE49-F238E27FC236}">
                <a16:creationId xmlns:a16="http://schemas.microsoft.com/office/drawing/2014/main" id="{2A746F9E-DDA8-40EB-B7C3-0EABBDF6FB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669"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4" name="Picture 2" descr="Image result for stick figure">
            <a:extLst>
              <a:ext uri="{FF2B5EF4-FFF2-40B4-BE49-F238E27FC236}">
                <a16:creationId xmlns:a16="http://schemas.microsoft.com/office/drawing/2014/main" id="{7D868936-5DC1-4AAD-8FD0-B790E9F4D9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000"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5" name="Picture 2" descr="Image result for stick figure">
            <a:extLst>
              <a:ext uri="{FF2B5EF4-FFF2-40B4-BE49-F238E27FC236}">
                <a16:creationId xmlns:a16="http://schemas.microsoft.com/office/drawing/2014/main" id="{6F29CF1C-7414-4F1C-962F-F11B038919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0331" y="1700239"/>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6" name="Picture 2" descr="Image result for stick figure">
            <a:extLst>
              <a:ext uri="{FF2B5EF4-FFF2-40B4-BE49-F238E27FC236}">
                <a16:creationId xmlns:a16="http://schemas.microsoft.com/office/drawing/2014/main" id="{226F02C4-FB51-4043-8FAD-A239ABE17D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1754"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7" name="Picture 2" descr="Image result for stick figure">
            <a:extLst>
              <a:ext uri="{FF2B5EF4-FFF2-40B4-BE49-F238E27FC236}">
                <a16:creationId xmlns:a16="http://schemas.microsoft.com/office/drawing/2014/main" id="{4FCFBFDB-1E0F-4C26-A8C7-22E94B68E8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085"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8" name="Picture 2" descr="Image result for stick figure">
            <a:extLst>
              <a:ext uri="{FF2B5EF4-FFF2-40B4-BE49-F238E27FC236}">
                <a16:creationId xmlns:a16="http://schemas.microsoft.com/office/drawing/2014/main" id="{911FAE54-961F-4AB4-B66E-65E644D725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8416"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9" name="Picture 2" descr="Image result for stick figure">
            <a:extLst>
              <a:ext uri="{FF2B5EF4-FFF2-40B4-BE49-F238E27FC236}">
                <a16:creationId xmlns:a16="http://schemas.microsoft.com/office/drawing/2014/main" id="{E6E6B105-D33D-4EC1-8F65-CC148FA33C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747"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0" name="Picture 2" descr="Image result for stick figure">
            <a:extLst>
              <a:ext uri="{FF2B5EF4-FFF2-40B4-BE49-F238E27FC236}">
                <a16:creationId xmlns:a16="http://schemas.microsoft.com/office/drawing/2014/main" id="{8EEEA47D-A24D-4F6A-9384-F3A29D8E55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78"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1" name="Picture 2" descr="Image result for stick figure">
            <a:extLst>
              <a:ext uri="{FF2B5EF4-FFF2-40B4-BE49-F238E27FC236}">
                <a16:creationId xmlns:a16="http://schemas.microsoft.com/office/drawing/2014/main" id="{37C35B66-F6A2-40E3-8A5B-325253801A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384"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2" name="Picture 2" descr="Image result for stick figure">
            <a:extLst>
              <a:ext uri="{FF2B5EF4-FFF2-40B4-BE49-F238E27FC236}">
                <a16:creationId xmlns:a16="http://schemas.microsoft.com/office/drawing/2014/main" id="{42D03FBF-6E91-448A-A2BF-3120622AB6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715"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3" name="Picture 2" descr="Image result for stick figure">
            <a:extLst>
              <a:ext uri="{FF2B5EF4-FFF2-40B4-BE49-F238E27FC236}">
                <a16:creationId xmlns:a16="http://schemas.microsoft.com/office/drawing/2014/main" id="{846F5D5B-3905-4522-9D01-121C3EF9C6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1046"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4" name="Picture 2" descr="Image result for stick figure">
            <a:extLst>
              <a:ext uri="{FF2B5EF4-FFF2-40B4-BE49-F238E27FC236}">
                <a16:creationId xmlns:a16="http://schemas.microsoft.com/office/drawing/2014/main" id="{5C261A35-0277-43C8-9DA5-F843B17DF9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708" y="211927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5" name="Picture 2" descr="Image result for stick figure">
            <a:extLst>
              <a:ext uri="{FF2B5EF4-FFF2-40B4-BE49-F238E27FC236}">
                <a16:creationId xmlns:a16="http://schemas.microsoft.com/office/drawing/2014/main" id="{77D01A69-EBF3-40DE-9C72-CA40D7F90D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039"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6" name="Picture 2" descr="Image result for stick figure">
            <a:extLst>
              <a:ext uri="{FF2B5EF4-FFF2-40B4-BE49-F238E27FC236}">
                <a16:creationId xmlns:a16="http://schemas.microsoft.com/office/drawing/2014/main" id="{24318D4D-2C37-4F2B-B04D-19A7FA2041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370"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7" name="Picture 2" descr="Image result for stick figure">
            <a:extLst>
              <a:ext uri="{FF2B5EF4-FFF2-40B4-BE49-F238E27FC236}">
                <a16:creationId xmlns:a16="http://schemas.microsoft.com/office/drawing/2014/main" id="{B6E3ACD2-6DD6-49A6-913C-7D0D150139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7701"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8" name="Picture 2" descr="Image result for stick figure">
            <a:extLst>
              <a:ext uri="{FF2B5EF4-FFF2-40B4-BE49-F238E27FC236}">
                <a16:creationId xmlns:a16="http://schemas.microsoft.com/office/drawing/2014/main" id="{A1F5DC40-FCFE-4431-A8DB-E1E5FBE733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1032"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9" name="Picture 2" descr="Image result for stick figure">
            <a:extLst>
              <a:ext uri="{FF2B5EF4-FFF2-40B4-BE49-F238E27FC236}">
                <a16:creationId xmlns:a16="http://schemas.microsoft.com/office/drawing/2014/main" id="{F4DF776D-F9E3-4AF5-9F0C-385ECE4E56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4363"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0" name="Picture 2" descr="Image result for stick figure">
            <a:extLst>
              <a:ext uri="{FF2B5EF4-FFF2-40B4-BE49-F238E27FC236}">
                <a16:creationId xmlns:a16="http://schemas.microsoft.com/office/drawing/2014/main" id="{39BF851B-9AA8-40F5-8AE8-FD30771CBA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000"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1" name="Picture 2" descr="Image result for stick figure">
            <a:extLst>
              <a:ext uri="{FF2B5EF4-FFF2-40B4-BE49-F238E27FC236}">
                <a16:creationId xmlns:a16="http://schemas.microsoft.com/office/drawing/2014/main" id="{CDA40AE0-64EE-4A0F-AF11-DBA10E72A7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0331" y="21200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2" name="Picture 2" descr="Image result for stick figure">
            <a:extLst>
              <a:ext uri="{FF2B5EF4-FFF2-40B4-BE49-F238E27FC236}">
                <a16:creationId xmlns:a16="http://schemas.microsoft.com/office/drawing/2014/main" id="{63EEB4DE-50A3-4CC5-A00B-6CDEB6DD22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1754"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3" name="Picture 2" descr="Image result for stick figure">
            <a:extLst>
              <a:ext uri="{FF2B5EF4-FFF2-40B4-BE49-F238E27FC236}">
                <a16:creationId xmlns:a16="http://schemas.microsoft.com/office/drawing/2014/main" id="{1C146A5A-23D7-43E0-BE86-E463F64452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085"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4" name="Picture 2" descr="Image result for stick figure">
            <a:extLst>
              <a:ext uri="{FF2B5EF4-FFF2-40B4-BE49-F238E27FC236}">
                <a16:creationId xmlns:a16="http://schemas.microsoft.com/office/drawing/2014/main" id="{8B6621C6-4A55-44C4-B9F3-97B826B637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8416"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5" name="Picture 2" descr="Image result for stick figure">
            <a:extLst>
              <a:ext uri="{FF2B5EF4-FFF2-40B4-BE49-F238E27FC236}">
                <a16:creationId xmlns:a16="http://schemas.microsoft.com/office/drawing/2014/main" id="{924ABD49-80CF-492C-8869-E8280D775C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747"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6" name="Picture 2" descr="Image result for stick figure">
            <a:extLst>
              <a:ext uri="{FF2B5EF4-FFF2-40B4-BE49-F238E27FC236}">
                <a16:creationId xmlns:a16="http://schemas.microsoft.com/office/drawing/2014/main" id="{D0716682-7F0C-4DE2-BBDD-ABE08879B8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78"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7" name="Picture 2" descr="Image result for stick figure">
            <a:extLst>
              <a:ext uri="{FF2B5EF4-FFF2-40B4-BE49-F238E27FC236}">
                <a16:creationId xmlns:a16="http://schemas.microsoft.com/office/drawing/2014/main" id="{97532036-F040-4C21-8E96-A91388473A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715"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8" name="Picture 2" descr="Image result for stick figure">
            <a:extLst>
              <a:ext uri="{FF2B5EF4-FFF2-40B4-BE49-F238E27FC236}">
                <a16:creationId xmlns:a16="http://schemas.microsoft.com/office/drawing/2014/main" id="{54FEF18B-89D9-4C3C-8450-8AD0100A11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1046"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9" name="Picture 2" descr="Image result for stick figure">
            <a:extLst>
              <a:ext uri="{FF2B5EF4-FFF2-40B4-BE49-F238E27FC236}">
                <a16:creationId xmlns:a16="http://schemas.microsoft.com/office/drawing/2014/main" id="{632C5957-769C-4A28-9D89-3D96916ED9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77"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0" name="Picture 2" descr="Image result for stick figure">
            <a:extLst>
              <a:ext uri="{FF2B5EF4-FFF2-40B4-BE49-F238E27FC236}">
                <a16:creationId xmlns:a16="http://schemas.microsoft.com/office/drawing/2014/main" id="{A51858FF-5D4D-4C8E-A12A-50CAB60616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708" y="25348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1" name="Picture 2" descr="Image result for stick figure">
            <a:extLst>
              <a:ext uri="{FF2B5EF4-FFF2-40B4-BE49-F238E27FC236}">
                <a16:creationId xmlns:a16="http://schemas.microsoft.com/office/drawing/2014/main" id="{CA28ACCB-50D7-4B91-98BC-72E92C2215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039"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2" name="Picture 2" descr="Image result for stick figure">
            <a:extLst>
              <a:ext uri="{FF2B5EF4-FFF2-40B4-BE49-F238E27FC236}">
                <a16:creationId xmlns:a16="http://schemas.microsoft.com/office/drawing/2014/main" id="{0933DA05-21F1-4406-9420-164F7DFC78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370"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3" name="Picture 2" descr="Image result for stick figure">
            <a:extLst>
              <a:ext uri="{FF2B5EF4-FFF2-40B4-BE49-F238E27FC236}">
                <a16:creationId xmlns:a16="http://schemas.microsoft.com/office/drawing/2014/main" id="{8F1A34C0-D9BE-44F9-9B99-4856D419F9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7701"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4" name="Picture 2" descr="Image result for stick figure">
            <a:extLst>
              <a:ext uri="{FF2B5EF4-FFF2-40B4-BE49-F238E27FC236}">
                <a16:creationId xmlns:a16="http://schemas.microsoft.com/office/drawing/2014/main" id="{9852588D-3421-4D35-B289-CCD3CFF87D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1032"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5" name="Picture 2" descr="Image result for stick figure">
            <a:extLst>
              <a:ext uri="{FF2B5EF4-FFF2-40B4-BE49-F238E27FC236}">
                <a16:creationId xmlns:a16="http://schemas.microsoft.com/office/drawing/2014/main" id="{2CFA9501-0D65-4F6B-A44C-549D9D677A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4363"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6" name="Picture 2" descr="Image result for stick figure">
            <a:extLst>
              <a:ext uri="{FF2B5EF4-FFF2-40B4-BE49-F238E27FC236}">
                <a16:creationId xmlns:a16="http://schemas.microsoft.com/office/drawing/2014/main" id="{988A9297-9BB3-412E-AD65-98DE82E3CB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669"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7" name="Picture 2" descr="Image result for stick figure">
            <a:extLst>
              <a:ext uri="{FF2B5EF4-FFF2-40B4-BE49-F238E27FC236}">
                <a16:creationId xmlns:a16="http://schemas.microsoft.com/office/drawing/2014/main" id="{77954C08-CF7A-4FEF-B433-C4D1D51559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000"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8" name="Picture 2" descr="Image result for stick figure">
            <a:extLst>
              <a:ext uri="{FF2B5EF4-FFF2-40B4-BE49-F238E27FC236}">
                <a16:creationId xmlns:a16="http://schemas.microsoft.com/office/drawing/2014/main" id="{8748D23D-E73F-4408-B519-F88C48942B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0331" y="25356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9" name="Picture 2" descr="Image result for stick figure">
            <a:extLst>
              <a:ext uri="{FF2B5EF4-FFF2-40B4-BE49-F238E27FC236}">
                <a16:creationId xmlns:a16="http://schemas.microsoft.com/office/drawing/2014/main" id="{A152DE18-F19C-4588-9FC7-521B69EA90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1754"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0" name="Picture 2" descr="Image result for stick figure">
            <a:extLst>
              <a:ext uri="{FF2B5EF4-FFF2-40B4-BE49-F238E27FC236}">
                <a16:creationId xmlns:a16="http://schemas.microsoft.com/office/drawing/2014/main" id="{E74F91D0-EBA2-4DD4-B24A-0DA0C0A069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8416"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1" name="Picture 2" descr="Image result for stick figure">
            <a:extLst>
              <a:ext uri="{FF2B5EF4-FFF2-40B4-BE49-F238E27FC236}">
                <a16:creationId xmlns:a16="http://schemas.microsoft.com/office/drawing/2014/main" id="{BC3EB3AA-3218-483B-8617-6C1BCC1D35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747"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2" name="Picture 2" descr="Image result for stick figure">
            <a:extLst>
              <a:ext uri="{FF2B5EF4-FFF2-40B4-BE49-F238E27FC236}">
                <a16:creationId xmlns:a16="http://schemas.microsoft.com/office/drawing/2014/main" id="{FB4BA5AA-FE38-42D3-B55A-77AD99E21F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78"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3" name="Picture 2" descr="Image result for stick figure">
            <a:extLst>
              <a:ext uri="{FF2B5EF4-FFF2-40B4-BE49-F238E27FC236}">
                <a16:creationId xmlns:a16="http://schemas.microsoft.com/office/drawing/2014/main" id="{41B90777-CFAF-4B23-8DC8-18A7173683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4384"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4" name="Picture 2" descr="Image result for stick figure">
            <a:extLst>
              <a:ext uri="{FF2B5EF4-FFF2-40B4-BE49-F238E27FC236}">
                <a16:creationId xmlns:a16="http://schemas.microsoft.com/office/drawing/2014/main" id="{D2226242-CA2B-40AF-946E-A6EA9472BA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715"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5" name="Picture 2" descr="Image result for stick figure">
            <a:extLst>
              <a:ext uri="{FF2B5EF4-FFF2-40B4-BE49-F238E27FC236}">
                <a16:creationId xmlns:a16="http://schemas.microsoft.com/office/drawing/2014/main" id="{75B5F2E8-3FD8-4542-932D-0BD0838E39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1046"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6" name="Picture 2" descr="Image result for stick figure">
            <a:extLst>
              <a:ext uri="{FF2B5EF4-FFF2-40B4-BE49-F238E27FC236}">
                <a16:creationId xmlns:a16="http://schemas.microsoft.com/office/drawing/2014/main" id="{66F160B8-1A28-4686-8714-4E68BCAA80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77"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7" name="Picture 2" descr="Image result for stick figure">
            <a:extLst>
              <a:ext uri="{FF2B5EF4-FFF2-40B4-BE49-F238E27FC236}">
                <a16:creationId xmlns:a16="http://schemas.microsoft.com/office/drawing/2014/main" id="{AF0EAA7D-A4F3-4CDD-90AB-EC1EC3EE88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708" y="2949644"/>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8" name="Picture 2" descr="Image result for stick figure">
            <a:extLst>
              <a:ext uri="{FF2B5EF4-FFF2-40B4-BE49-F238E27FC236}">
                <a16:creationId xmlns:a16="http://schemas.microsoft.com/office/drawing/2014/main" id="{0451C325-EDCD-4951-B07E-28506C65ED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039"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9" name="Picture 2" descr="Image result for stick figure">
            <a:extLst>
              <a:ext uri="{FF2B5EF4-FFF2-40B4-BE49-F238E27FC236}">
                <a16:creationId xmlns:a16="http://schemas.microsoft.com/office/drawing/2014/main" id="{2D8739F2-1A25-4986-B20F-D0F072B73F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370"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0" name="Picture 2" descr="Image result for stick figure">
            <a:extLst>
              <a:ext uri="{FF2B5EF4-FFF2-40B4-BE49-F238E27FC236}">
                <a16:creationId xmlns:a16="http://schemas.microsoft.com/office/drawing/2014/main" id="{C21B01AE-2104-4FCE-B891-7CDBE9B400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1032"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1" name="Picture 2" descr="Image result for stick figure">
            <a:extLst>
              <a:ext uri="{FF2B5EF4-FFF2-40B4-BE49-F238E27FC236}">
                <a16:creationId xmlns:a16="http://schemas.microsoft.com/office/drawing/2014/main" id="{9F17E115-763B-4790-8810-BB1301770C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4363"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2" name="Picture 2" descr="Image result for stick figure">
            <a:extLst>
              <a:ext uri="{FF2B5EF4-FFF2-40B4-BE49-F238E27FC236}">
                <a16:creationId xmlns:a16="http://schemas.microsoft.com/office/drawing/2014/main" id="{C3AFD79B-45C3-40CB-82AA-AFC3F86794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669"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3" name="Picture 2" descr="Image result for stick figure">
            <a:extLst>
              <a:ext uri="{FF2B5EF4-FFF2-40B4-BE49-F238E27FC236}">
                <a16:creationId xmlns:a16="http://schemas.microsoft.com/office/drawing/2014/main" id="{E4A329A9-2566-4469-ADD3-91E79D624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000"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4" name="Picture 2" descr="Image result for stick figure">
            <a:extLst>
              <a:ext uri="{FF2B5EF4-FFF2-40B4-BE49-F238E27FC236}">
                <a16:creationId xmlns:a16="http://schemas.microsoft.com/office/drawing/2014/main" id="{F1499BEF-874D-4F38-B5D3-EE9F16958A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0331" y="2950410"/>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5" name="Picture 2" descr="Image result for stick figure">
            <a:extLst>
              <a:ext uri="{FF2B5EF4-FFF2-40B4-BE49-F238E27FC236}">
                <a16:creationId xmlns:a16="http://schemas.microsoft.com/office/drawing/2014/main" id="{AE8CA8E4-850C-4032-92FE-B733CB97D5A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8416" y="1283907"/>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06" name="Picture 2" descr="Image result for stick figure">
            <a:extLst>
              <a:ext uri="{FF2B5EF4-FFF2-40B4-BE49-F238E27FC236}">
                <a16:creationId xmlns:a16="http://schemas.microsoft.com/office/drawing/2014/main" id="{D226CDA9-555A-4428-96D6-37E676D8D6E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41032" y="1284673"/>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07" name="Picture 2" descr="Image result for stick figure">
            <a:extLst>
              <a:ext uri="{FF2B5EF4-FFF2-40B4-BE49-F238E27FC236}">
                <a16:creationId xmlns:a16="http://schemas.microsoft.com/office/drawing/2014/main" id="{B90AC48F-48DB-4ED8-97B1-FDA5689894E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40331" y="1284673"/>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08" name="Picture 2" descr="Image result for stick figure">
            <a:extLst>
              <a:ext uri="{FF2B5EF4-FFF2-40B4-BE49-F238E27FC236}">
                <a16:creationId xmlns:a16="http://schemas.microsoft.com/office/drawing/2014/main" id="{330D7DB0-08B0-440B-ADA3-25372A213A8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15085" y="1699473"/>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09" name="Picture 2" descr="Image result for stick figure">
            <a:extLst>
              <a:ext uri="{FF2B5EF4-FFF2-40B4-BE49-F238E27FC236}">
                <a16:creationId xmlns:a16="http://schemas.microsoft.com/office/drawing/2014/main" id="{23E8F6A9-A558-43A1-AFEA-C8F85581D98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14384" y="1699473"/>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10" name="Picture 2" descr="Image result for stick figure">
            <a:extLst>
              <a:ext uri="{FF2B5EF4-FFF2-40B4-BE49-F238E27FC236}">
                <a16:creationId xmlns:a16="http://schemas.microsoft.com/office/drawing/2014/main" id="{5BF0E09E-268C-4EE6-B8C2-5798B477517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24377" y="211927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11" name="Picture 2" descr="Image result for stick figure">
            <a:extLst>
              <a:ext uri="{FF2B5EF4-FFF2-40B4-BE49-F238E27FC236}">
                <a16:creationId xmlns:a16="http://schemas.microsoft.com/office/drawing/2014/main" id="{691FC23B-0946-4378-86A0-31E4296338C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933669" y="2120044"/>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12" name="Picture 2" descr="Image result for stick figure">
            <a:extLst>
              <a:ext uri="{FF2B5EF4-FFF2-40B4-BE49-F238E27FC236}">
                <a16:creationId xmlns:a16="http://schemas.microsoft.com/office/drawing/2014/main" id="{9D4547CC-BF39-453E-8942-6645A9D210E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14384" y="2534844"/>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13" name="Picture 2" descr="Image result for stick figure">
            <a:extLst>
              <a:ext uri="{FF2B5EF4-FFF2-40B4-BE49-F238E27FC236}">
                <a16:creationId xmlns:a16="http://schemas.microsoft.com/office/drawing/2014/main" id="{8F84F358-2DFD-4CB5-80CB-F12F1512DCE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15085" y="2949644"/>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314" name="Picture 2" descr="Image result for stick figure">
            <a:extLst>
              <a:ext uri="{FF2B5EF4-FFF2-40B4-BE49-F238E27FC236}">
                <a16:creationId xmlns:a16="http://schemas.microsoft.com/office/drawing/2014/main" id="{899E0586-7AE4-4B79-84DD-61953101DBC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37701" y="2950410"/>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315" name="TextBox 314">
            <a:extLst>
              <a:ext uri="{FF2B5EF4-FFF2-40B4-BE49-F238E27FC236}">
                <a16:creationId xmlns:a16="http://schemas.microsoft.com/office/drawing/2014/main" id="{A67431D7-4F50-49F5-8046-611BC768D556}"/>
              </a:ext>
            </a:extLst>
          </p:cNvPr>
          <p:cNvSpPr txBox="1"/>
          <p:nvPr/>
        </p:nvSpPr>
        <p:spPr>
          <a:xfrm>
            <a:off x="7032002" y="881483"/>
            <a:ext cx="1199046" cy="369332"/>
          </a:xfrm>
          <a:prstGeom prst="rect">
            <a:avLst/>
          </a:prstGeom>
          <a:noFill/>
        </p:spPr>
        <p:txBody>
          <a:bodyPr wrap="none" rtlCol="0">
            <a:spAutoFit/>
          </a:bodyPr>
          <a:lstStyle/>
          <a:p>
            <a:r>
              <a:rPr lang="en-AU">
                <a:solidFill>
                  <a:srgbClr val="0070C0"/>
                </a:solidFill>
              </a:rPr>
              <a:t>Population</a:t>
            </a:r>
          </a:p>
        </p:txBody>
      </p:sp>
      <p:sp>
        <p:nvSpPr>
          <p:cNvPr id="316" name="TextBox 315">
            <a:extLst>
              <a:ext uri="{FF2B5EF4-FFF2-40B4-BE49-F238E27FC236}">
                <a16:creationId xmlns:a16="http://schemas.microsoft.com/office/drawing/2014/main" id="{DAAD297C-9B9B-4558-8CA3-1EEB12719B24}"/>
              </a:ext>
            </a:extLst>
          </p:cNvPr>
          <p:cNvSpPr txBox="1"/>
          <p:nvPr/>
        </p:nvSpPr>
        <p:spPr>
          <a:xfrm>
            <a:off x="5773982" y="4969498"/>
            <a:ext cx="875561" cy="369332"/>
          </a:xfrm>
          <a:prstGeom prst="rect">
            <a:avLst/>
          </a:prstGeom>
          <a:noFill/>
        </p:spPr>
        <p:txBody>
          <a:bodyPr wrap="none" rtlCol="0">
            <a:spAutoFit/>
          </a:bodyPr>
          <a:lstStyle/>
          <a:p>
            <a:r>
              <a:rPr lang="en-AU">
                <a:solidFill>
                  <a:srgbClr val="FF0000"/>
                </a:solidFill>
              </a:rPr>
              <a:t>Sample</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4FF4E4CC-D590-4128-AD16-CBCD6513259F}"/>
                  </a:ext>
                </a:extLst>
              </p:cNvPr>
              <p:cNvSpPr txBox="1"/>
              <p:nvPr/>
            </p:nvSpPr>
            <p:spPr>
              <a:xfrm>
                <a:off x="8240232" y="4582633"/>
                <a:ext cx="7774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b="0" i="1" smtClean="0">
                              <a:latin typeface="Cambria Math" panose="02040503050406030204" pitchFamily="18" charset="0"/>
                              <a:ea typeface="Cambria Math" panose="02040503050406030204" pitchFamily="18" charset="0"/>
                            </a:rPr>
                          </m:ctrlPr>
                        </m:accPr>
                        <m:e>
                          <m:r>
                            <m:rPr>
                              <m:sty m:val="p"/>
                            </m:rPr>
                            <a:rPr lang="en-AU" b="0" i="0" smtClean="0">
                              <a:latin typeface="Cambria Math" panose="02040503050406030204" pitchFamily="18" charset="0"/>
                              <a:ea typeface="Cambria Math" panose="02040503050406030204" pitchFamily="18" charset="0"/>
                            </a:rPr>
                            <m:t>x</m:t>
                          </m:r>
                        </m:e>
                      </m:acc>
                      <m:r>
                        <a:rPr lang="en-AU" b="0" i="0" smtClean="0">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s</m:t>
                      </m:r>
                      <m:r>
                        <a:rPr lang="en-AU" b="0" i="0" smtClean="0">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etc</m:t>
                      </m:r>
                      <m:r>
                        <a:rPr lang="en-AU" b="0" i="0" smtClean="0">
                          <a:latin typeface="Cambria Math" panose="02040503050406030204" pitchFamily="18" charset="0"/>
                          <a:ea typeface="Cambria Math" panose="02040503050406030204" pitchFamily="18" charset="0"/>
                        </a:rPr>
                        <m:t>.</m:t>
                      </m:r>
                    </m:oMath>
                  </m:oMathPara>
                </a14:m>
                <a:endParaRPr lang="en-AU" dirty="0"/>
              </a:p>
            </p:txBody>
          </p:sp>
        </mc:Choice>
        <mc:Fallback xmlns="">
          <p:sp>
            <p:nvSpPr>
              <p:cNvPr id="110" name="TextBox 109">
                <a:extLst>
                  <a:ext uri="{FF2B5EF4-FFF2-40B4-BE49-F238E27FC236}">
                    <a16:creationId xmlns:a16="http://schemas.microsoft.com/office/drawing/2014/main" id="{4FF4E4CC-D590-4128-AD16-CBCD6513259F}"/>
                  </a:ext>
                </a:extLst>
              </p:cNvPr>
              <p:cNvSpPr txBox="1">
                <a:spLocks noRot="1" noChangeAspect="1" noMove="1" noResize="1" noEditPoints="1" noAdjustHandles="1" noChangeArrowheads="1" noChangeShapeType="1" noTextEdit="1"/>
              </p:cNvSpPr>
              <p:nvPr/>
            </p:nvSpPr>
            <p:spPr>
              <a:xfrm>
                <a:off x="8240232" y="4582633"/>
                <a:ext cx="777456" cy="276999"/>
              </a:xfrm>
              <a:prstGeom prst="rect">
                <a:avLst/>
              </a:prstGeom>
              <a:blipFill>
                <a:blip r:embed="rId4"/>
                <a:stretch>
                  <a:fillRect l="-3937" r="-787" b="-4444"/>
                </a:stretch>
              </a:blipFill>
            </p:spPr>
            <p:txBody>
              <a:bodyPr/>
              <a:lstStyle/>
              <a:p>
                <a:r>
                  <a:rPr lang="en-AU">
                    <a:noFill/>
                  </a:rPr>
                  <a:t> </a:t>
                </a:r>
              </a:p>
            </p:txBody>
          </p:sp>
        </mc:Fallback>
      </mc:AlternateContent>
      <p:sp>
        <p:nvSpPr>
          <p:cNvPr id="111" name="Rectangle 110">
            <a:extLst>
              <a:ext uri="{FF2B5EF4-FFF2-40B4-BE49-F238E27FC236}">
                <a16:creationId xmlns:a16="http://schemas.microsoft.com/office/drawing/2014/main" id="{5148F668-4EFC-4EA6-8D86-39FF83409E48}"/>
              </a:ext>
            </a:extLst>
          </p:cNvPr>
          <p:cNvSpPr/>
          <p:nvPr/>
        </p:nvSpPr>
        <p:spPr>
          <a:xfrm>
            <a:off x="11881987" y="2184775"/>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2" name="Rectangle 111">
            <a:extLst>
              <a:ext uri="{FF2B5EF4-FFF2-40B4-BE49-F238E27FC236}">
                <a16:creationId xmlns:a16="http://schemas.microsoft.com/office/drawing/2014/main" id="{C6D995F5-5042-4841-A9EE-1ED0757DD2C1}"/>
              </a:ext>
            </a:extLst>
          </p:cNvPr>
          <p:cNvSpPr/>
          <p:nvPr/>
        </p:nvSpPr>
        <p:spPr>
          <a:xfrm rot="5400000">
            <a:off x="10356685" y="3504939"/>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Isosceles Triangle 112">
            <a:extLst>
              <a:ext uri="{FF2B5EF4-FFF2-40B4-BE49-F238E27FC236}">
                <a16:creationId xmlns:a16="http://schemas.microsoft.com/office/drawing/2014/main" id="{9B019923-5411-4EE6-A805-29235FB09310}"/>
              </a:ext>
            </a:extLst>
          </p:cNvPr>
          <p:cNvSpPr/>
          <p:nvPr/>
        </p:nvSpPr>
        <p:spPr>
          <a:xfrm rot="16200000">
            <a:off x="9723932" y="1976659"/>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Rectangle 113">
            <a:extLst>
              <a:ext uri="{FF2B5EF4-FFF2-40B4-BE49-F238E27FC236}">
                <a16:creationId xmlns:a16="http://schemas.microsoft.com/office/drawing/2014/main" id="{95EA4D1D-3EF2-4B33-96B0-86D597C635D1}"/>
              </a:ext>
            </a:extLst>
          </p:cNvPr>
          <p:cNvSpPr/>
          <p:nvPr/>
        </p:nvSpPr>
        <p:spPr>
          <a:xfrm rot="5400000">
            <a:off x="11017568" y="1521015"/>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B8199F83-084D-4050-A30A-508DA290BD53}"/>
                  </a:ext>
                </a:extLst>
              </p:cNvPr>
              <p:cNvSpPr txBox="1"/>
              <p:nvPr/>
            </p:nvSpPr>
            <p:spPr>
              <a:xfrm>
                <a:off x="9962124" y="1514162"/>
                <a:ext cx="8239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b="0" i="1" smtClean="0">
                          <a:latin typeface="Cambria Math" panose="02040503050406030204" pitchFamily="18" charset="0"/>
                          <a:ea typeface="Cambria Math" panose="02040503050406030204" pitchFamily="18" charset="0"/>
                        </a:rPr>
                        <m:t>μ</m:t>
                      </m:r>
                      <m:r>
                        <a:rPr lang="en-AU" b="0" i="0"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r>
                        <a:rPr lang="en-AU" b="0" i="0" smtClean="0">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etc</m:t>
                      </m:r>
                      <m:r>
                        <a:rPr lang="en-AU" b="0" i="0" smtClean="0">
                          <a:latin typeface="Cambria Math" panose="02040503050406030204" pitchFamily="18" charset="0"/>
                          <a:ea typeface="Cambria Math" panose="02040503050406030204" pitchFamily="18" charset="0"/>
                        </a:rPr>
                        <m:t>.</m:t>
                      </m:r>
                    </m:oMath>
                  </m:oMathPara>
                </a14:m>
                <a:endParaRPr lang="en-AU" dirty="0"/>
              </a:p>
            </p:txBody>
          </p:sp>
        </mc:Choice>
        <mc:Fallback xmlns="">
          <p:sp>
            <p:nvSpPr>
              <p:cNvPr id="115" name="TextBox 114">
                <a:extLst>
                  <a:ext uri="{FF2B5EF4-FFF2-40B4-BE49-F238E27FC236}">
                    <a16:creationId xmlns:a16="http://schemas.microsoft.com/office/drawing/2014/main" id="{B8199F83-084D-4050-A30A-508DA290BD53}"/>
                  </a:ext>
                </a:extLst>
              </p:cNvPr>
              <p:cNvSpPr txBox="1">
                <a:spLocks noRot="1" noChangeAspect="1" noMove="1" noResize="1" noEditPoints="1" noAdjustHandles="1" noChangeArrowheads="1" noChangeShapeType="1" noTextEdit="1"/>
              </p:cNvSpPr>
              <p:nvPr/>
            </p:nvSpPr>
            <p:spPr>
              <a:xfrm>
                <a:off x="9962124" y="1514162"/>
                <a:ext cx="823944" cy="276999"/>
              </a:xfrm>
              <a:prstGeom prst="rect">
                <a:avLst/>
              </a:prstGeom>
              <a:blipFill>
                <a:blip r:embed="rId5"/>
                <a:stretch>
                  <a:fillRect l="-6667" r="-741" b="-23913"/>
                </a:stretch>
              </a:blipFill>
            </p:spPr>
            <p:txBody>
              <a:bodyPr/>
              <a:lstStyle/>
              <a:p>
                <a:r>
                  <a:rPr lang="en-AU">
                    <a:noFill/>
                  </a:rPr>
                  <a:t> </a:t>
                </a:r>
              </a:p>
            </p:txBody>
          </p:sp>
        </mc:Fallback>
      </mc:AlternateContent>
      <p:sp>
        <p:nvSpPr>
          <p:cNvPr id="116" name="Rectangle 115">
            <a:extLst>
              <a:ext uri="{FF2B5EF4-FFF2-40B4-BE49-F238E27FC236}">
                <a16:creationId xmlns:a16="http://schemas.microsoft.com/office/drawing/2014/main" id="{1CDC1971-0928-4CA5-887B-104E4F76CB7A}"/>
              </a:ext>
            </a:extLst>
          </p:cNvPr>
          <p:cNvSpPr/>
          <p:nvPr/>
        </p:nvSpPr>
        <p:spPr>
          <a:xfrm>
            <a:off x="259306" y="1320853"/>
            <a:ext cx="5172503" cy="3985886"/>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b="0" i="0" dirty="0">
                <a:solidFill>
                  <a:srgbClr val="212529"/>
                </a:solidFill>
                <a:effectLst/>
                <a:latin typeface="Agency FB" panose="020B0503020202020204" pitchFamily="34" charset="0"/>
              </a:rPr>
              <a:t>Estimation is a fundamental part of statistics: </a:t>
            </a:r>
          </a:p>
          <a:p>
            <a:pPr marL="0" marR="0" lvl="0" indent="0" defTabSz="914400" rtl="0" eaLnBrk="1" fontAlgn="auto" latinLnBrk="0" hangingPunct="1">
              <a:lnSpc>
                <a:spcPct val="100000"/>
              </a:lnSpc>
              <a:spcBef>
                <a:spcPts val="0"/>
              </a:spcBef>
              <a:spcAft>
                <a:spcPts val="0"/>
              </a:spcAft>
              <a:buClrTx/>
              <a:buSzTx/>
              <a:buFontTx/>
              <a:buNone/>
              <a:tabLst/>
              <a:defRPr/>
            </a:pPr>
            <a:endParaRPr lang="en-US" sz="3200" b="0" i="0" dirty="0">
              <a:solidFill>
                <a:srgbClr val="212529"/>
              </a:solidFill>
              <a:effectLst/>
              <a:latin typeface="Agency FB" panose="020B0503020202020204" pitchFamily="34" charset="0"/>
            </a:endParaRP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i="0" dirty="0">
                <a:solidFill>
                  <a:srgbClr val="212529"/>
                </a:solidFill>
                <a:effectLst/>
                <a:latin typeface="Agency FB" panose="020B0503020202020204" pitchFamily="34" charset="0"/>
              </a:rPr>
              <a:t>we use what we can observe (the sample)</a:t>
            </a:r>
          </a:p>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i="0" dirty="0">
                <a:solidFill>
                  <a:srgbClr val="212529"/>
                </a:solidFill>
                <a:effectLst/>
                <a:latin typeface="Agency FB" panose="020B0503020202020204" pitchFamily="34" charset="0"/>
              </a:rPr>
              <a:t>to learn about what we cannot observe directly (the population).</a:t>
            </a:r>
            <a:endParaRPr kumimoji="0" lang="en-US" sz="2400" b="0" i="0" u="none" strike="noStrike" kern="1200" cap="none" spc="0" normalizeH="0" baseline="0" noProof="0" dirty="0">
              <a:ln>
                <a:noFill/>
              </a:ln>
              <a:solidFill>
                <a:prstClr val="black"/>
              </a:solidFill>
              <a:effectLst/>
              <a:uLnTx/>
              <a:uFillTx/>
              <a:latin typeface="Agency FB" panose="020B0503020202020204" pitchFamily="34" charset="0"/>
            </a:endParaRPr>
          </a:p>
        </p:txBody>
      </p:sp>
      <p:sp>
        <p:nvSpPr>
          <p:cNvPr id="129" name="TextBox 128">
            <a:extLst>
              <a:ext uri="{FF2B5EF4-FFF2-40B4-BE49-F238E27FC236}">
                <a16:creationId xmlns:a16="http://schemas.microsoft.com/office/drawing/2014/main" id="{BAF0ED66-576B-47C3-8D44-7090A2F5388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Populations and Samples</a:t>
            </a:r>
          </a:p>
        </p:txBody>
      </p:sp>
    </p:spTree>
    <p:extLst>
      <p:ext uri="{BB962C8B-B14F-4D97-AF65-F5344CB8AC3E}">
        <p14:creationId xmlns:p14="http://schemas.microsoft.com/office/powerpoint/2010/main" val="6395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29" name="TextBox 128">
            <a:extLst>
              <a:ext uri="{FF2B5EF4-FFF2-40B4-BE49-F238E27FC236}">
                <a16:creationId xmlns:a16="http://schemas.microsoft.com/office/drawing/2014/main" id="{BAF0ED66-576B-47C3-8D44-7090A2F5388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A good sampling method can reduce error in our estimates</a:t>
            </a:r>
          </a:p>
        </p:txBody>
      </p:sp>
      <p:sp>
        <p:nvSpPr>
          <p:cNvPr id="117" name="TextBox 116">
            <a:extLst>
              <a:ext uri="{FF2B5EF4-FFF2-40B4-BE49-F238E27FC236}">
                <a16:creationId xmlns:a16="http://schemas.microsoft.com/office/drawing/2014/main" id="{8FD844A1-812F-45E4-8A7B-F6BAA1926229}"/>
              </a:ext>
            </a:extLst>
          </p:cNvPr>
          <p:cNvSpPr txBox="1"/>
          <p:nvPr/>
        </p:nvSpPr>
        <p:spPr>
          <a:xfrm>
            <a:off x="545185" y="909083"/>
            <a:ext cx="11095629" cy="646331"/>
          </a:xfrm>
          <a:prstGeom prst="rect">
            <a:avLst/>
          </a:prstGeom>
          <a:noFill/>
        </p:spPr>
        <p:txBody>
          <a:bodyPr wrap="square" rtlCol="0">
            <a:spAutoFit/>
          </a:bodyPr>
          <a:lstStyle/>
          <a:p>
            <a:pPr algn="ctr"/>
            <a:r>
              <a:rPr lang="en-AU" sz="3600" dirty="0">
                <a:latin typeface="Arial Narrow" panose="020B0606020202030204" pitchFamily="34" charset="0"/>
              </a:rPr>
              <a:t>Observed value = True value + </a:t>
            </a:r>
            <a:r>
              <a:rPr lang="en-AU" sz="3600" dirty="0">
                <a:solidFill>
                  <a:srgbClr val="FF0000"/>
                </a:solidFill>
                <a:latin typeface="Arial Narrow" panose="020B0606020202030204" pitchFamily="34" charset="0"/>
              </a:rPr>
              <a:t>Systematic Error </a:t>
            </a:r>
            <a:r>
              <a:rPr lang="en-AU" sz="3600" dirty="0">
                <a:latin typeface="Arial Narrow" panose="020B0606020202030204" pitchFamily="34" charset="0"/>
              </a:rPr>
              <a:t>+</a:t>
            </a:r>
            <a:r>
              <a:rPr lang="en-AU" sz="3600" dirty="0">
                <a:solidFill>
                  <a:srgbClr val="FF0000"/>
                </a:solidFill>
                <a:latin typeface="Arial Narrow" panose="020B0606020202030204" pitchFamily="34" charset="0"/>
              </a:rPr>
              <a:t> Random Error</a:t>
            </a:r>
          </a:p>
        </p:txBody>
      </p:sp>
      <p:pic>
        <p:nvPicPr>
          <p:cNvPr id="3" name="Picture 2">
            <a:extLst>
              <a:ext uri="{FF2B5EF4-FFF2-40B4-BE49-F238E27FC236}">
                <a16:creationId xmlns:a16="http://schemas.microsoft.com/office/drawing/2014/main" id="{A707AD92-FF83-4BC7-A13C-2C1FCE7CB104}"/>
              </a:ext>
            </a:extLst>
          </p:cNvPr>
          <p:cNvPicPr>
            <a:picLocks noChangeAspect="1"/>
          </p:cNvPicPr>
          <p:nvPr/>
        </p:nvPicPr>
        <p:blipFill rotWithShape="1">
          <a:blip r:embed="rId3"/>
          <a:srcRect t="13690"/>
          <a:stretch/>
        </p:blipFill>
        <p:spPr>
          <a:xfrm>
            <a:off x="0" y="1818167"/>
            <a:ext cx="12192000" cy="4208106"/>
          </a:xfrm>
          <a:prstGeom prst="rect">
            <a:avLst/>
          </a:prstGeom>
        </p:spPr>
      </p:pic>
    </p:spTree>
    <p:extLst>
      <p:ext uri="{BB962C8B-B14F-4D97-AF65-F5344CB8AC3E}">
        <p14:creationId xmlns:p14="http://schemas.microsoft.com/office/powerpoint/2010/main" val="3201508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17" name="TextBox 116">
            <a:extLst>
              <a:ext uri="{FF2B5EF4-FFF2-40B4-BE49-F238E27FC236}">
                <a16:creationId xmlns:a16="http://schemas.microsoft.com/office/drawing/2014/main" id="{1FE728C1-7120-42AA-9767-90E622A31E30}"/>
              </a:ext>
            </a:extLst>
          </p:cNvPr>
          <p:cNvSpPr txBox="1"/>
          <p:nvPr/>
        </p:nvSpPr>
        <p:spPr>
          <a:xfrm>
            <a:off x="279779" y="1771262"/>
            <a:ext cx="6544102" cy="3908762"/>
          </a:xfrm>
          <a:prstGeom prst="rect">
            <a:avLst/>
          </a:prstGeom>
          <a:noFill/>
        </p:spPr>
        <p:txBody>
          <a:bodyPr wrap="square">
            <a:spAutoFit/>
          </a:bodyPr>
          <a:lstStyle/>
          <a:p>
            <a:r>
              <a:rPr lang="en-US" sz="2600" b="0" i="0" dirty="0">
                <a:effectLst/>
                <a:latin typeface="Agency FB" panose="020B0503020202020204" pitchFamily="34" charset="0"/>
              </a:rPr>
              <a:t>Suppose you work for the Australian Bureau of Statistics. You have been asked to report the </a:t>
            </a:r>
            <a:r>
              <a:rPr lang="en-US" sz="2600" b="0" i="0" dirty="0">
                <a:solidFill>
                  <a:srgbClr val="FF0000"/>
                </a:solidFill>
                <a:effectLst/>
                <a:latin typeface="Agency FB" panose="020B0503020202020204" pitchFamily="34" charset="0"/>
              </a:rPr>
              <a:t>typical annual income of Australian households</a:t>
            </a:r>
            <a:r>
              <a:rPr lang="en-US" sz="2600" b="0" i="0" dirty="0">
                <a:effectLst/>
                <a:latin typeface="Agency FB" panose="020B0503020202020204" pitchFamily="34" charset="0"/>
              </a:rPr>
              <a:t>. This sounds simple, but it immediately raises statistical questions</a:t>
            </a:r>
            <a:r>
              <a:rPr lang="en-US" sz="2600" dirty="0">
                <a:latin typeface="Agency FB" panose="020B0503020202020204" pitchFamily="34" charset="0"/>
              </a:rPr>
              <a:t>:</a:t>
            </a:r>
            <a:endParaRPr lang="en-US" sz="2600" b="0" i="0" dirty="0">
              <a:effectLst/>
              <a:latin typeface="Agency FB" panose="020B0503020202020204" pitchFamily="34" charset="0"/>
            </a:endParaRPr>
          </a:p>
          <a:p>
            <a:pPr marL="457200" indent="-457200">
              <a:buFont typeface="Arial" panose="020B0604020202020204" pitchFamily="34" charset="0"/>
              <a:buChar char="•"/>
            </a:pPr>
            <a:r>
              <a:rPr lang="en-US" sz="2400" b="0" i="0" dirty="0">
                <a:effectLst/>
                <a:latin typeface="Agency FB" panose="020B0503020202020204" pitchFamily="34" charset="0"/>
              </a:rPr>
              <a:t>What counts as a household? </a:t>
            </a:r>
          </a:p>
          <a:p>
            <a:pPr marL="457200" indent="-457200">
              <a:buFont typeface="Arial" panose="020B0604020202020204" pitchFamily="34" charset="0"/>
              <a:buChar char="•"/>
            </a:pPr>
            <a:r>
              <a:rPr lang="en-US" sz="2400" b="0" i="0" dirty="0">
                <a:effectLst/>
                <a:latin typeface="Agency FB" panose="020B0503020202020204" pitchFamily="34" charset="0"/>
              </a:rPr>
              <a:t>What counts as income? </a:t>
            </a:r>
          </a:p>
          <a:p>
            <a:pPr marL="457200" indent="-457200">
              <a:buFont typeface="Arial" panose="020B0604020202020204" pitchFamily="34" charset="0"/>
              <a:buChar char="•"/>
            </a:pPr>
            <a:r>
              <a:rPr lang="en-US" sz="2400" b="0" i="0" dirty="0">
                <a:effectLst/>
                <a:latin typeface="Agency FB" panose="020B0503020202020204" pitchFamily="34" charset="0"/>
              </a:rPr>
              <a:t>Are we interested in the mean, the median, or the proportion of households below a particular income level? </a:t>
            </a:r>
          </a:p>
          <a:p>
            <a:pPr marL="457200" indent="-457200">
              <a:buFont typeface="Arial" panose="020B0604020202020204" pitchFamily="34" charset="0"/>
              <a:buChar char="•"/>
            </a:pPr>
            <a:r>
              <a:rPr lang="en-US" sz="2400" b="0" i="0" dirty="0">
                <a:effectLst/>
                <a:latin typeface="Agency FB" panose="020B0503020202020204" pitchFamily="34" charset="0"/>
              </a:rPr>
              <a:t>If we only survey a sample of households, how close will our answer be to the truth?</a:t>
            </a:r>
            <a:endParaRPr lang="en-AU" sz="2400" dirty="0">
              <a:latin typeface="Agency FB" panose="020B0503020202020204" pitchFamily="34" charset="0"/>
            </a:endParaRPr>
          </a:p>
        </p:txBody>
      </p:sp>
      <p:pic>
        <p:nvPicPr>
          <p:cNvPr id="2050" name="Picture 2" descr="What's the average household income in Australia's different states?  Compare the average weekly household income in each state of Australia to  determine which state would be the most suitable for your home.">
            <a:extLst>
              <a:ext uri="{FF2B5EF4-FFF2-40B4-BE49-F238E27FC236}">
                <a16:creationId xmlns:a16="http://schemas.microsoft.com/office/drawing/2014/main" id="{3D79EACE-258D-4AF0-B3CA-5331EF612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7342" y="1422993"/>
            <a:ext cx="4257675" cy="42576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0D50A0A5-C334-44BA-B963-A16C66AFAE6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Populations and Samples</a:t>
            </a:r>
          </a:p>
        </p:txBody>
      </p:sp>
    </p:spTree>
    <p:extLst>
      <p:ext uri="{BB962C8B-B14F-4D97-AF65-F5344CB8AC3E}">
        <p14:creationId xmlns:p14="http://schemas.microsoft.com/office/powerpoint/2010/main" val="1640958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10" name="Rectangle 209">
            <a:extLst>
              <a:ext uri="{FF2B5EF4-FFF2-40B4-BE49-F238E27FC236}">
                <a16:creationId xmlns:a16="http://schemas.microsoft.com/office/drawing/2014/main" id="{20AD8A44-4C66-46C5-93EA-7C73F151BD6E}"/>
              </a:ext>
            </a:extLst>
          </p:cNvPr>
          <p:cNvSpPr/>
          <p:nvPr/>
        </p:nvSpPr>
        <p:spPr>
          <a:xfrm>
            <a:off x="184637" y="2715897"/>
            <a:ext cx="11895994"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0" b="0" i="0" dirty="0">
                <a:solidFill>
                  <a:srgbClr val="212529"/>
                </a:solidFill>
                <a:effectLst/>
                <a:latin typeface="Arial Narrow" panose="020B0606020202030204" pitchFamily="34" charset="0"/>
              </a:rPr>
              <a:t>But which statistic should we use?</a:t>
            </a:r>
            <a:endParaRPr kumimoji="0" lang="en-US" sz="6000" b="0" i="0" u="none" strike="noStrike" kern="1200" cap="none" spc="0" normalizeH="0" baseline="0" noProof="0" dirty="0">
              <a:ln>
                <a:noFill/>
              </a:ln>
              <a:solidFill>
                <a:prstClr val="black"/>
              </a:solidFill>
              <a:effectLst/>
              <a:uLnTx/>
              <a:uFillTx/>
              <a:latin typeface="Arial Narrow" panose="020B0606020202030204" pitchFamily="34" charset="0"/>
            </a:endParaRPr>
          </a:p>
        </p:txBody>
      </p:sp>
      <p:sp>
        <p:nvSpPr>
          <p:cNvPr id="213" name="Rectangle 212">
            <a:extLst>
              <a:ext uri="{FF2B5EF4-FFF2-40B4-BE49-F238E27FC236}">
                <a16:creationId xmlns:a16="http://schemas.microsoft.com/office/drawing/2014/main" id="{8637A4C1-641A-4D44-A04D-00CE0BFCA6A6}"/>
              </a:ext>
            </a:extLst>
          </p:cNvPr>
          <p:cNvSpPr/>
          <p:nvPr/>
        </p:nvSpPr>
        <p:spPr>
          <a:xfrm>
            <a:off x="1207477" y="3609011"/>
            <a:ext cx="9777046"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rgbClr val="212529"/>
                </a:solidFill>
                <a:effectLst/>
                <a:latin typeface="Arial Narrow" panose="020B0606020202030204" pitchFamily="34" charset="0"/>
              </a:rPr>
              <a:t>The mean isn't automatically the right statistic. It depends on the question we're asking and the characteristic of the population that we're trying to estimate.”</a:t>
            </a:r>
            <a:endParaRPr kumimoji="0" lang="en-US" sz="2400" b="0" i="0" u="none" strike="noStrike" kern="1200" cap="none" spc="0" normalizeH="0" baseline="0" noProof="0" dirty="0">
              <a:ln>
                <a:noFill/>
              </a:ln>
              <a:solidFill>
                <a:prstClr val="black"/>
              </a:solidFill>
              <a:effectLst/>
              <a:uLnTx/>
              <a:uFillTx/>
              <a:latin typeface="Arial Narrow" panose="020B0606020202030204" pitchFamily="34" charset="0"/>
            </a:endParaRPr>
          </a:p>
        </p:txBody>
      </p:sp>
      <p:cxnSp>
        <p:nvCxnSpPr>
          <p:cNvPr id="4" name="Straight Connector 3">
            <a:extLst>
              <a:ext uri="{FF2B5EF4-FFF2-40B4-BE49-F238E27FC236}">
                <a16:creationId xmlns:a16="http://schemas.microsoft.com/office/drawing/2014/main" id="{2D87E410-C8F9-4FA0-84EE-5EAEEFE5E401}"/>
              </a:ext>
            </a:extLst>
          </p:cNvPr>
          <p:cNvCxnSpPr/>
          <p:nvPr/>
        </p:nvCxnSpPr>
        <p:spPr>
          <a:xfrm>
            <a:off x="1415562" y="3508130"/>
            <a:ext cx="938139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15CEBBE-642B-4BD9-8718-9A2B38495E5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Parameters and Statistics</a:t>
            </a:r>
          </a:p>
        </p:txBody>
      </p:sp>
    </p:spTree>
    <p:extLst>
      <p:ext uri="{BB962C8B-B14F-4D97-AF65-F5344CB8AC3E}">
        <p14:creationId xmlns:p14="http://schemas.microsoft.com/office/powerpoint/2010/main" val="1860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6" name="Rounded Rectangle 6">
            <a:extLst>
              <a:ext uri="{FF2B5EF4-FFF2-40B4-BE49-F238E27FC236}">
                <a16:creationId xmlns:a16="http://schemas.microsoft.com/office/drawing/2014/main" id="{7A019911-C320-4462-9A5C-D1D3E9B9E7C3}"/>
              </a:ext>
            </a:extLst>
          </p:cNvPr>
          <p:cNvSpPr/>
          <p:nvPr/>
        </p:nvSpPr>
        <p:spPr>
          <a:xfrm>
            <a:off x="3994948" y="1527150"/>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ounded Rectangle 10">
            <a:extLst>
              <a:ext uri="{FF2B5EF4-FFF2-40B4-BE49-F238E27FC236}">
                <a16:creationId xmlns:a16="http://schemas.microsoft.com/office/drawing/2014/main" id="{150B1BF5-FC69-4850-A8C8-4A5656B5E07F}"/>
              </a:ext>
            </a:extLst>
          </p:cNvPr>
          <p:cNvSpPr/>
          <p:nvPr/>
        </p:nvSpPr>
        <p:spPr>
          <a:xfrm>
            <a:off x="4910551" y="5221593"/>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Down Arrow 16">
            <a:extLst>
              <a:ext uri="{FF2B5EF4-FFF2-40B4-BE49-F238E27FC236}">
                <a16:creationId xmlns:a16="http://schemas.microsoft.com/office/drawing/2014/main" id="{C25FBCA1-BA4C-493F-972B-B96FD67F0936}"/>
              </a:ext>
            </a:extLst>
          </p:cNvPr>
          <p:cNvSpPr/>
          <p:nvPr/>
        </p:nvSpPr>
        <p:spPr>
          <a:xfrm>
            <a:off x="5769668" y="3692835"/>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2" descr="Image result for stick figure">
            <a:extLst>
              <a:ext uri="{FF2B5EF4-FFF2-40B4-BE49-F238E27FC236}">
                <a16:creationId xmlns:a16="http://schemas.microsoft.com/office/drawing/2014/main" id="{DD407067-2A84-4B09-9EF8-3B15CA289E5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610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stick figure">
            <a:extLst>
              <a:ext uri="{FF2B5EF4-FFF2-40B4-BE49-F238E27FC236}">
                <a16:creationId xmlns:a16="http://schemas.microsoft.com/office/drawing/2014/main" id="{99958FC3-A130-4B91-8F2F-D6676ED99DF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6943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stick figure">
            <a:extLst>
              <a:ext uri="{FF2B5EF4-FFF2-40B4-BE49-F238E27FC236}">
                <a16:creationId xmlns:a16="http://schemas.microsoft.com/office/drawing/2014/main" id="{B9554F1C-565B-4BAC-8088-36B6D7F5C76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276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stick figure">
            <a:extLst>
              <a:ext uri="{FF2B5EF4-FFF2-40B4-BE49-F238E27FC236}">
                <a16:creationId xmlns:a16="http://schemas.microsoft.com/office/drawing/2014/main" id="{C16F0AC8-C6C4-4D38-A334-598DF62D163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609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stick figure">
            <a:extLst>
              <a:ext uri="{FF2B5EF4-FFF2-40B4-BE49-F238E27FC236}">
                <a16:creationId xmlns:a16="http://schemas.microsoft.com/office/drawing/2014/main" id="{9B991BC0-D4F0-4127-A5C1-C9681EE72CC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7942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stick figure">
            <a:extLst>
              <a:ext uri="{FF2B5EF4-FFF2-40B4-BE49-F238E27FC236}">
                <a16:creationId xmlns:a16="http://schemas.microsoft.com/office/drawing/2014/main" id="{DE4B029F-3F78-484D-B089-185F7CACAA6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6873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stick figure">
            <a:extLst>
              <a:ext uri="{FF2B5EF4-FFF2-40B4-BE49-F238E27FC236}">
                <a16:creationId xmlns:a16="http://schemas.microsoft.com/office/drawing/2014/main" id="{F285F994-A2B5-443A-8C30-DC33A509CB6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06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tick figure">
            <a:extLst>
              <a:ext uri="{FF2B5EF4-FFF2-40B4-BE49-F238E27FC236}">
                <a16:creationId xmlns:a16="http://schemas.microsoft.com/office/drawing/2014/main" id="{EA96EA6B-93DB-4CD4-B9DB-1D009F79AC4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539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mage result for stick figure">
            <a:extLst>
              <a:ext uri="{FF2B5EF4-FFF2-40B4-BE49-F238E27FC236}">
                <a16:creationId xmlns:a16="http://schemas.microsoft.com/office/drawing/2014/main" id="{9729F4D2-E8EC-42E0-9DAA-08E64DCC3FB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7872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stick figure">
            <a:extLst>
              <a:ext uri="{FF2B5EF4-FFF2-40B4-BE49-F238E27FC236}">
                <a16:creationId xmlns:a16="http://schemas.microsoft.com/office/drawing/2014/main" id="{D7510572-A064-45F6-BE25-59AF2EE485E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05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stick figure">
            <a:extLst>
              <a:ext uri="{FF2B5EF4-FFF2-40B4-BE49-F238E27FC236}">
                <a16:creationId xmlns:a16="http://schemas.microsoft.com/office/drawing/2014/main" id="{415F5F59-E53A-4E2F-9E50-20B8145F39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 result for stick figure">
            <a:extLst>
              <a:ext uri="{FF2B5EF4-FFF2-40B4-BE49-F238E27FC236}">
                <a16:creationId xmlns:a16="http://schemas.microsoft.com/office/drawing/2014/main" id="{88FD23D6-1BC2-49B7-8B0A-61B668E3A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mage result for stick figure">
            <a:extLst>
              <a:ext uri="{FF2B5EF4-FFF2-40B4-BE49-F238E27FC236}">
                <a16:creationId xmlns:a16="http://schemas.microsoft.com/office/drawing/2014/main" id="{EE9C268D-3013-46EE-B044-29109911EC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stick figure">
            <a:extLst>
              <a:ext uri="{FF2B5EF4-FFF2-40B4-BE49-F238E27FC236}">
                <a16:creationId xmlns:a16="http://schemas.microsoft.com/office/drawing/2014/main" id="{4210AD7F-B270-4650-A694-D9A8599E92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mage result for stick figure">
            <a:extLst>
              <a:ext uri="{FF2B5EF4-FFF2-40B4-BE49-F238E27FC236}">
                <a16:creationId xmlns:a16="http://schemas.microsoft.com/office/drawing/2014/main" id="{001638AE-C877-433F-B433-5F7BEDC67C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Image result for stick figure">
            <a:extLst>
              <a:ext uri="{FF2B5EF4-FFF2-40B4-BE49-F238E27FC236}">
                <a16:creationId xmlns:a16="http://schemas.microsoft.com/office/drawing/2014/main" id="{62A3832A-A9F4-46A9-A960-2949F1621A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 result for stick figure">
            <a:extLst>
              <a:ext uri="{FF2B5EF4-FFF2-40B4-BE49-F238E27FC236}">
                <a16:creationId xmlns:a16="http://schemas.microsoft.com/office/drawing/2014/main" id="{9870433E-5AA4-46E2-8B04-1718D0F42C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stick figure">
            <a:extLst>
              <a:ext uri="{FF2B5EF4-FFF2-40B4-BE49-F238E27FC236}">
                <a16:creationId xmlns:a16="http://schemas.microsoft.com/office/drawing/2014/main" id="{53EF8F74-D808-4CD6-9F9F-EAE921E5B9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stick figure">
            <a:extLst>
              <a:ext uri="{FF2B5EF4-FFF2-40B4-BE49-F238E27FC236}">
                <a16:creationId xmlns:a16="http://schemas.microsoft.com/office/drawing/2014/main" id="{85672954-564E-418C-9485-377C81D0CD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Image result for stick figure">
            <a:extLst>
              <a:ext uri="{FF2B5EF4-FFF2-40B4-BE49-F238E27FC236}">
                <a16:creationId xmlns:a16="http://schemas.microsoft.com/office/drawing/2014/main" id="{EE5CD8A5-F6BE-4C42-9D0A-2948003673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stick figure">
            <a:extLst>
              <a:ext uri="{FF2B5EF4-FFF2-40B4-BE49-F238E27FC236}">
                <a16:creationId xmlns:a16="http://schemas.microsoft.com/office/drawing/2014/main" id="{FF7229E1-8FBD-4C41-AF5A-8FB9FDA0BA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mage result for stick figure">
            <a:extLst>
              <a:ext uri="{FF2B5EF4-FFF2-40B4-BE49-F238E27FC236}">
                <a16:creationId xmlns:a16="http://schemas.microsoft.com/office/drawing/2014/main" id="{5CB21C3B-DD5F-4139-BB60-EF8DAA81D1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stick figure">
            <a:extLst>
              <a:ext uri="{FF2B5EF4-FFF2-40B4-BE49-F238E27FC236}">
                <a16:creationId xmlns:a16="http://schemas.microsoft.com/office/drawing/2014/main" id="{DB3B8CC3-EA8C-4937-9752-6DEEF15898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stick figure">
            <a:extLst>
              <a:ext uri="{FF2B5EF4-FFF2-40B4-BE49-F238E27FC236}">
                <a16:creationId xmlns:a16="http://schemas.microsoft.com/office/drawing/2014/main" id="{4919FE09-3D76-40A2-B8B3-04428DE086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Image result for stick figure">
            <a:extLst>
              <a:ext uri="{FF2B5EF4-FFF2-40B4-BE49-F238E27FC236}">
                <a16:creationId xmlns:a16="http://schemas.microsoft.com/office/drawing/2014/main" id="{CEFC1537-D347-449E-A55C-3669C0504D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mage result for stick figure">
            <a:extLst>
              <a:ext uri="{FF2B5EF4-FFF2-40B4-BE49-F238E27FC236}">
                <a16:creationId xmlns:a16="http://schemas.microsoft.com/office/drawing/2014/main" id="{ED38ADBD-C01D-432A-B55C-256021048E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mage result for stick figure">
            <a:extLst>
              <a:ext uri="{FF2B5EF4-FFF2-40B4-BE49-F238E27FC236}">
                <a16:creationId xmlns:a16="http://schemas.microsoft.com/office/drawing/2014/main" id="{BD16907F-16B0-456B-AF7E-0A815551CD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mage result for stick figure">
            <a:extLst>
              <a:ext uri="{FF2B5EF4-FFF2-40B4-BE49-F238E27FC236}">
                <a16:creationId xmlns:a16="http://schemas.microsoft.com/office/drawing/2014/main" id="{9C95999F-4B0E-40F1-B343-B439C8FC45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stick figure">
            <a:extLst>
              <a:ext uri="{FF2B5EF4-FFF2-40B4-BE49-F238E27FC236}">
                <a16:creationId xmlns:a16="http://schemas.microsoft.com/office/drawing/2014/main" id="{95DBB054-FF37-462D-93D9-63F4B618CC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Image result for stick figure">
            <a:extLst>
              <a:ext uri="{FF2B5EF4-FFF2-40B4-BE49-F238E27FC236}">
                <a16:creationId xmlns:a16="http://schemas.microsoft.com/office/drawing/2014/main" id="{B67A9832-AD3D-43A9-9ACF-16D20528C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Image result for stick figure">
            <a:extLst>
              <a:ext uri="{FF2B5EF4-FFF2-40B4-BE49-F238E27FC236}">
                <a16:creationId xmlns:a16="http://schemas.microsoft.com/office/drawing/2014/main" id="{BAF8D9E7-8898-46B1-BA9A-F42969992C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stick figure">
            <a:extLst>
              <a:ext uri="{FF2B5EF4-FFF2-40B4-BE49-F238E27FC236}">
                <a16:creationId xmlns:a16="http://schemas.microsoft.com/office/drawing/2014/main" id="{5316A558-17E3-4259-A7B3-6A5076ED33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stick figure">
            <a:extLst>
              <a:ext uri="{FF2B5EF4-FFF2-40B4-BE49-F238E27FC236}">
                <a16:creationId xmlns:a16="http://schemas.microsoft.com/office/drawing/2014/main" id="{3F4251C1-9327-4173-8F9F-8D7377BB4B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stick figure">
            <a:extLst>
              <a:ext uri="{FF2B5EF4-FFF2-40B4-BE49-F238E27FC236}">
                <a16:creationId xmlns:a16="http://schemas.microsoft.com/office/drawing/2014/main" id="{CCD6E100-531D-4742-AF6D-D8BB10BCC3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stick figure">
            <a:extLst>
              <a:ext uri="{FF2B5EF4-FFF2-40B4-BE49-F238E27FC236}">
                <a16:creationId xmlns:a16="http://schemas.microsoft.com/office/drawing/2014/main" id="{A5FF1514-E3B4-4C26-8697-FACB7D0349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stick figure">
            <a:extLst>
              <a:ext uri="{FF2B5EF4-FFF2-40B4-BE49-F238E27FC236}">
                <a16:creationId xmlns:a16="http://schemas.microsoft.com/office/drawing/2014/main" id="{3D445441-06F9-4199-9D84-8162B1B4E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stick figure">
            <a:extLst>
              <a:ext uri="{FF2B5EF4-FFF2-40B4-BE49-F238E27FC236}">
                <a16:creationId xmlns:a16="http://schemas.microsoft.com/office/drawing/2014/main" id="{2E35F3A1-09DC-4382-A525-B2CD3B4C93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stick figure">
            <a:extLst>
              <a:ext uri="{FF2B5EF4-FFF2-40B4-BE49-F238E27FC236}">
                <a16:creationId xmlns:a16="http://schemas.microsoft.com/office/drawing/2014/main" id="{C0F893CC-A7CF-4A5A-BA95-70623B1482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stick figure">
            <a:extLst>
              <a:ext uri="{FF2B5EF4-FFF2-40B4-BE49-F238E27FC236}">
                <a16:creationId xmlns:a16="http://schemas.microsoft.com/office/drawing/2014/main" id="{E8182A23-9EA4-4AB3-8A34-D16BCFA371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stick figure">
            <a:extLst>
              <a:ext uri="{FF2B5EF4-FFF2-40B4-BE49-F238E27FC236}">
                <a16:creationId xmlns:a16="http://schemas.microsoft.com/office/drawing/2014/main" id="{71F54E0E-CF18-4528-95E9-27E0127895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stick figure">
            <a:extLst>
              <a:ext uri="{FF2B5EF4-FFF2-40B4-BE49-F238E27FC236}">
                <a16:creationId xmlns:a16="http://schemas.microsoft.com/office/drawing/2014/main" id="{8B8A102D-8788-42D2-A312-E2690D4F9C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mage result for stick figure">
            <a:extLst>
              <a:ext uri="{FF2B5EF4-FFF2-40B4-BE49-F238E27FC236}">
                <a16:creationId xmlns:a16="http://schemas.microsoft.com/office/drawing/2014/main" id="{B0AA09FE-987F-4DE7-9BA1-A5A52A8E4E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mage result for stick figure">
            <a:extLst>
              <a:ext uri="{FF2B5EF4-FFF2-40B4-BE49-F238E27FC236}">
                <a16:creationId xmlns:a16="http://schemas.microsoft.com/office/drawing/2014/main" id="{4855B282-2C37-4C0E-9E49-AA224DEA58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mage result for stick figure">
            <a:extLst>
              <a:ext uri="{FF2B5EF4-FFF2-40B4-BE49-F238E27FC236}">
                <a16:creationId xmlns:a16="http://schemas.microsoft.com/office/drawing/2014/main" id="{2E956C23-CF14-4C0B-99D9-6CD9C50045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tick figure">
            <a:extLst>
              <a:ext uri="{FF2B5EF4-FFF2-40B4-BE49-F238E27FC236}">
                <a16:creationId xmlns:a16="http://schemas.microsoft.com/office/drawing/2014/main" id="{726E5B65-20FF-405D-A01A-66E8E422BA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stick figure">
            <a:extLst>
              <a:ext uri="{FF2B5EF4-FFF2-40B4-BE49-F238E27FC236}">
                <a16:creationId xmlns:a16="http://schemas.microsoft.com/office/drawing/2014/main" id="{0F4F84B6-ACFC-4E25-9E8B-CBFEFE0F3C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stick figure">
            <a:extLst>
              <a:ext uri="{FF2B5EF4-FFF2-40B4-BE49-F238E27FC236}">
                <a16:creationId xmlns:a16="http://schemas.microsoft.com/office/drawing/2014/main" id="{458A3033-15AC-4DA1-A429-199F5E9490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stick figure">
            <a:extLst>
              <a:ext uri="{FF2B5EF4-FFF2-40B4-BE49-F238E27FC236}">
                <a16:creationId xmlns:a16="http://schemas.microsoft.com/office/drawing/2014/main" id="{7B29193D-AFF4-4127-861A-E8408A13FD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mage result for stick figure">
            <a:extLst>
              <a:ext uri="{FF2B5EF4-FFF2-40B4-BE49-F238E27FC236}">
                <a16:creationId xmlns:a16="http://schemas.microsoft.com/office/drawing/2014/main" id="{605540A4-033A-4C59-A6ED-BD811C5AAB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Image result for stick figure">
            <a:extLst>
              <a:ext uri="{FF2B5EF4-FFF2-40B4-BE49-F238E27FC236}">
                <a16:creationId xmlns:a16="http://schemas.microsoft.com/office/drawing/2014/main" id="{3981ED98-F8C0-42A7-8A4F-B1A17795CC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Image result for stick figure">
            <a:extLst>
              <a:ext uri="{FF2B5EF4-FFF2-40B4-BE49-F238E27FC236}">
                <a16:creationId xmlns:a16="http://schemas.microsoft.com/office/drawing/2014/main" id="{22A74C43-97B5-4117-B408-94D77C994B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Image result for stick figure">
            <a:extLst>
              <a:ext uri="{FF2B5EF4-FFF2-40B4-BE49-F238E27FC236}">
                <a16:creationId xmlns:a16="http://schemas.microsoft.com/office/drawing/2014/main" id="{AAC46760-482E-49C1-813B-6244CB3A0F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Image result for stick figure">
            <a:extLst>
              <a:ext uri="{FF2B5EF4-FFF2-40B4-BE49-F238E27FC236}">
                <a16:creationId xmlns:a16="http://schemas.microsoft.com/office/drawing/2014/main" id="{D3FF0B79-D649-42C4-B744-E1AE994EA0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Image result for stick figure">
            <a:extLst>
              <a:ext uri="{FF2B5EF4-FFF2-40B4-BE49-F238E27FC236}">
                <a16:creationId xmlns:a16="http://schemas.microsoft.com/office/drawing/2014/main" id="{4A7443A9-5CE4-44D3-A4A2-C5F0A6DEA0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Image result for stick figure">
            <a:extLst>
              <a:ext uri="{FF2B5EF4-FFF2-40B4-BE49-F238E27FC236}">
                <a16:creationId xmlns:a16="http://schemas.microsoft.com/office/drawing/2014/main" id="{AB634198-41D3-4094-9C67-2575A6976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mage result for stick figure">
            <a:extLst>
              <a:ext uri="{FF2B5EF4-FFF2-40B4-BE49-F238E27FC236}">
                <a16:creationId xmlns:a16="http://schemas.microsoft.com/office/drawing/2014/main" id="{DF012924-3FA2-4CEC-9BD1-81E2A71BDC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stick figure">
            <a:extLst>
              <a:ext uri="{FF2B5EF4-FFF2-40B4-BE49-F238E27FC236}">
                <a16:creationId xmlns:a16="http://schemas.microsoft.com/office/drawing/2014/main" id="{AD01F6B5-0E43-4703-BFCB-425D003A90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mage result for stick figure">
            <a:extLst>
              <a:ext uri="{FF2B5EF4-FFF2-40B4-BE49-F238E27FC236}">
                <a16:creationId xmlns:a16="http://schemas.microsoft.com/office/drawing/2014/main" id="{91D50C2B-B2D9-4B20-B12F-04CBE912D1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Image result for stick figure">
            <a:extLst>
              <a:ext uri="{FF2B5EF4-FFF2-40B4-BE49-F238E27FC236}">
                <a16:creationId xmlns:a16="http://schemas.microsoft.com/office/drawing/2014/main" id="{7A456666-5D68-4BA1-BC0C-73B40F7613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mage result for stick figure">
            <a:extLst>
              <a:ext uri="{FF2B5EF4-FFF2-40B4-BE49-F238E27FC236}">
                <a16:creationId xmlns:a16="http://schemas.microsoft.com/office/drawing/2014/main" id="{B31C97B5-0358-4FAA-B407-DE5C0CE3C9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stick figure">
            <a:extLst>
              <a:ext uri="{FF2B5EF4-FFF2-40B4-BE49-F238E27FC236}">
                <a16:creationId xmlns:a16="http://schemas.microsoft.com/office/drawing/2014/main" id="{EE02860F-D5DB-4E7B-A382-973ECDE8AB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Image result for stick figure">
            <a:extLst>
              <a:ext uri="{FF2B5EF4-FFF2-40B4-BE49-F238E27FC236}">
                <a16:creationId xmlns:a16="http://schemas.microsoft.com/office/drawing/2014/main" id="{6147156E-7284-46D1-A332-A8F402DAF8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Image result for stick figure">
            <a:extLst>
              <a:ext uri="{FF2B5EF4-FFF2-40B4-BE49-F238E27FC236}">
                <a16:creationId xmlns:a16="http://schemas.microsoft.com/office/drawing/2014/main" id="{4615C4A3-2C6F-4EC3-A346-4EF0A20A98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mage result for stick figure">
            <a:extLst>
              <a:ext uri="{FF2B5EF4-FFF2-40B4-BE49-F238E27FC236}">
                <a16:creationId xmlns:a16="http://schemas.microsoft.com/office/drawing/2014/main" id="{635DC08C-4A3B-4735-95A6-09081290A1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stick figure">
            <a:extLst>
              <a:ext uri="{FF2B5EF4-FFF2-40B4-BE49-F238E27FC236}">
                <a16:creationId xmlns:a16="http://schemas.microsoft.com/office/drawing/2014/main" id="{60D7D066-D982-482C-8F36-27B0B73074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mage result for stick figure">
            <a:extLst>
              <a:ext uri="{FF2B5EF4-FFF2-40B4-BE49-F238E27FC236}">
                <a16:creationId xmlns:a16="http://schemas.microsoft.com/office/drawing/2014/main" id="{26984C66-FD2F-4F67-9F79-73C3FD4C87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Image result for stick figure">
            <a:extLst>
              <a:ext uri="{FF2B5EF4-FFF2-40B4-BE49-F238E27FC236}">
                <a16:creationId xmlns:a16="http://schemas.microsoft.com/office/drawing/2014/main" id="{6C309B62-4EAB-433A-951D-41AB742592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Image result for stick figure">
            <a:extLst>
              <a:ext uri="{FF2B5EF4-FFF2-40B4-BE49-F238E27FC236}">
                <a16:creationId xmlns:a16="http://schemas.microsoft.com/office/drawing/2014/main" id="{C02307A7-BC4D-4809-8350-BF8C41357D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mage result for stick figure">
            <a:extLst>
              <a:ext uri="{FF2B5EF4-FFF2-40B4-BE49-F238E27FC236}">
                <a16:creationId xmlns:a16="http://schemas.microsoft.com/office/drawing/2014/main" id="{4AA42B3E-669B-4395-84DF-728195B322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mage result for stick figure">
            <a:extLst>
              <a:ext uri="{FF2B5EF4-FFF2-40B4-BE49-F238E27FC236}">
                <a16:creationId xmlns:a16="http://schemas.microsoft.com/office/drawing/2014/main" id="{F8EAE94F-109D-4A62-89D2-3427C565CB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mage result for stick figure">
            <a:extLst>
              <a:ext uri="{FF2B5EF4-FFF2-40B4-BE49-F238E27FC236}">
                <a16:creationId xmlns:a16="http://schemas.microsoft.com/office/drawing/2014/main" id="{6D024B2D-FA86-4685-8045-E155A415FD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Image result for stick figure">
            <a:extLst>
              <a:ext uri="{FF2B5EF4-FFF2-40B4-BE49-F238E27FC236}">
                <a16:creationId xmlns:a16="http://schemas.microsoft.com/office/drawing/2014/main" id="{044558AC-6F2E-4925-8F1A-129EE37E56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Image result for stick figure">
            <a:extLst>
              <a:ext uri="{FF2B5EF4-FFF2-40B4-BE49-F238E27FC236}">
                <a16:creationId xmlns:a16="http://schemas.microsoft.com/office/drawing/2014/main" id="{5C68065C-389A-4C02-9C43-F0F3D89B4B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mage result for stick figure">
            <a:extLst>
              <a:ext uri="{FF2B5EF4-FFF2-40B4-BE49-F238E27FC236}">
                <a16:creationId xmlns:a16="http://schemas.microsoft.com/office/drawing/2014/main" id="{58BB4B4B-78FC-4566-8DAE-3A000B573C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stick figure">
            <a:extLst>
              <a:ext uri="{FF2B5EF4-FFF2-40B4-BE49-F238E27FC236}">
                <a16:creationId xmlns:a16="http://schemas.microsoft.com/office/drawing/2014/main" id="{F01646B7-DD25-4727-9B82-510E854263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mage result for stick figure">
            <a:extLst>
              <a:ext uri="{FF2B5EF4-FFF2-40B4-BE49-F238E27FC236}">
                <a16:creationId xmlns:a16="http://schemas.microsoft.com/office/drawing/2014/main" id="{E7684417-C550-42BF-88A6-07F290DE40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Image result for stick figure">
            <a:extLst>
              <a:ext uri="{FF2B5EF4-FFF2-40B4-BE49-F238E27FC236}">
                <a16:creationId xmlns:a16="http://schemas.microsoft.com/office/drawing/2014/main" id="{4504247C-D9A7-4F00-9AD5-C2C4B65BB9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Image result for stick figure">
            <a:extLst>
              <a:ext uri="{FF2B5EF4-FFF2-40B4-BE49-F238E27FC236}">
                <a16:creationId xmlns:a16="http://schemas.microsoft.com/office/drawing/2014/main" id="{1FEC7EE5-8449-4860-B66E-5E2C80BE7E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mage result for stick figure">
            <a:extLst>
              <a:ext uri="{FF2B5EF4-FFF2-40B4-BE49-F238E27FC236}">
                <a16:creationId xmlns:a16="http://schemas.microsoft.com/office/drawing/2014/main" id="{0DBE0534-79F1-4F5C-953C-BA932CFEBF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mage result for stick figure">
            <a:extLst>
              <a:ext uri="{FF2B5EF4-FFF2-40B4-BE49-F238E27FC236}">
                <a16:creationId xmlns:a16="http://schemas.microsoft.com/office/drawing/2014/main" id="{0A7F5010-F7C6-4218-99F1-C46EF8571D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mage result for stick figure">
            <a:extLst>
              <a:ext uri="{FF2B5EF4-FFF2-40B4-BE49-F238E27FC236}">
                <a16:creationId xmlns:a16="http://schemas.microsoft.com/office/drawing/2014/main" id="{94B1201B-11AA-4EAC-A47A-4C4AAF4ECE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stick figure">
            <a:extLst>
              <a:ext uri="{FF2B5EF4-FFF2-40B4-BE49-F238E27FC236}">
                <a16:creationId xmlns:a16="http://schemas.microsoft.com/office/drawing/2014/main" id="{EC41E553-153B-4F13-9E08-3C7E2DE50B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stick figure">
            <a:extLst>
              <a:ext uri="{FF2B5EF4-FFF2-40B4-BE49-F238E27FC236}">
                <a16:creationId xmlns:a16="http://schemas.microsoft.com/office/drawing/2014/main" id="{BBD34FD2-C9E7-4D02-B83F-969A56527B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stick figure">
            <a:extLst>
              <a:ext uri="{FF2B5EF4-FFF2-40B4-BE49-F238E27FC236}">
                <a16:creationId xmlns:a16="http://schemas.microsoft.com/office/drawing/2014/main" id="{C9BFC16D-26EF-4807-BBDB-2783DA1C79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stick figure">
            <a:extLst>
              <a:ext uri="{FF2B5EF4-FFF2-40B4-BE49-F238E27FC236}">
                <a16:creationId xmlns:a16="http://schemas.microsoft.com/office/drawing/2014/main" id="{9137EA0C-1CBE-4481-97CF-5D36AD75E9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stick figure">
            <a:extLst>
              <a:ext uri="{FF2B5EF4-FFF2-40B4-BE49-F238E27FC236}">
                <a16:creationId xmlns:a16="http://schemas.microsoft.com/office/drawing/2014/main" id="{97002298-3A67-4FE5-BEE4-A7C6D4116B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stick figure">
            <a:extLst>
              <a:ext uri="{FF2B5EF4-FFF2-40B4-BE49-F238E27FC236}">
                <a16:creationId xmlns:a16="http://schemas.microsoft.com/office/drawing/2014/main" id="{BE9EA9F6-4ECC-4188-A82B-2689AC9794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stick figure">
            <a:extLst>
              <a:ext uri="{FF2B5EF4-FFF2-40B4-BE49-F238E27FC236}">
                <a16:creationId xmlns:a16="http://schemas.microsoft.com/office/drawing/2014/main" id="{70BBCE26-3A5A-4837-9600-190F005501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Image result for stick figure">
            <a:extLst>
              <a:ext uri="{FF2B5EF4-FFF2-40B4-BE49-F238E27FC236}">
                <a16:creationId xmlns:a16="http://schemas.microsoft.com/office/drawing/2014/main" id="{0F7B08ED-AEEE-4A03-BD66-5592EEF475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Image result for stick figure">
            <a:extLst>
              <a:ext uri="{FF2B5EF4-FFF2-40B4-BE49-F238E27FC236}">
                <a16:creationId xmlns:a16="http://schemas.microsoft.com/office/drawing/2014/main" id="{80A8F96A-F091-47D0-88C3-E24B6B3340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stick figure">
            <a:extLst>
              <a:ext uri="{FF2B5EF4-FFF2-40B4-BE49-F238E27FC236}">
                <a16:creationId xmlns:a16="http://schemas.microsoft.com/office/drawing/2014/main" id="{D4A54506-2EFA-49F1-A568-B251BF6B1D3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86332" y="1582845"/>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0" name="Picture 2" descr="Image result for stick figure">
            <a:extLst>
              <a:ext uri="{FF2B5EF4-FFF2-40B4-BE49-F238E27FC236}">
                <a16:creationId xmlns:a16="http://schemas.microsoft.com/office/drawing/2014/main" id="{30E945D5-05B2-44C5-B86B-E1EF7C4741F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08948"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1" name="Picture 2" descr="Image result for stick figure">
            <a:extLst>
              <a:ext uri="{FF2B5EF4-FFF2-40B4-BE49-F238E27FC236}">
                <a16:creationId xmlns:a16="http://schemas.microsoft.com/office/drawing/2014/main" id="{9447392E-FDF0-4434-B430-89E8A32C0D3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08247"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2" name="Picture 2" descr="Image result for stick figure">
            <a:extLst>
              <a:ext uri="{FF2B5EF4-FFF2-40B4-BE49-F238E27FC236}">
                <a16:creationId xmlns:a16="http://schemas.microsoft.com/office/drawing/2014/main" id="{6A4D8A2D-B528-4398-99D0-38D0DA7696C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3" name="Picture 2" descr="Image result for stick figure">
            <a:extLst>
              <a:ext uri="{FF2B5EF4-FFF2-40B4-BE49-F238E27FC236}">
                <a16:creationId xmlns:a16="http://schemas.microsoft.com/office/drawing/2014/main" id="{0B07EA50-6B0B-4F1A-8A5D-4BBD2E71AF8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4" name="Picture 2" descr="Image result for stick figure">
            <a:extLst>
              <a:ext uri="{FF2B5EF4-FFF2-40B4-BE49-F238E27FC236}">
                <a16:creationId xmlns:a16="http://schemas.microsoft.com/office/drawing/2014/main" id="{868C8433-D766-4FF4-8D51-EC28A00803E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2293" y="2418216"/>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5" name="Picture 2" descr="Image result for stick figure">
            <a:extLst>
              <a:ext uri="{FF2B5EF4-FFF2-40B4-BE49-F238E27FC236}">
                <a16:creationId xmlns:a16="http://schemas.microsoft.com/office/drawing/2014/main" id="{DBF28679-EFE6-42B3-9CF2-5425DC090B8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1585" y="24189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6" name="Picture 2" descr="Image result for stick figure">
            <a:extLst>
              <a:ext uri="{FF2B5EF4-FFF2-40B4-BE49-F238E27FC236}">
                <a16:creationId xmlns:a16="http://schemas.microsoft.com/office/drawing/2014/main" id="{72CB9348-C349-4C88-AF7E-C4357914873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28337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7" name="Picture 2" descr="Image result for stick figure">
            <a:extLst>
              <a:ext uri="{FF2B5EF4-FFF2-40B4-BE49-F238E27FC236}">
                <a16:creationId xmlns:a16="http://schemas.microsoft.com/office/drawing/2014/main" id="{A581EE66-0907-4447-8F9B-543B739DECC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32485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8" name="Picture 2" descr="Image result for stick figure">
            <a:extLst>
              <a:ext uri="{FF2B5EF4-FFF2-40B4-BE49-F238E27FC236}">
                <a16:creationId xmlns:a16="http://schemas.microsoft.com/office/drawing/2014/main" id="{80392130-B6A2-4F21-894C-92CE551CBB8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05617" y="324934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109" name="TextBox 108">
            <a:extLst>
              <a:ext uri="{FF2B5EF4-FFF2-40B4-BE49-F238E27FC236}">
                <a16:creationId xmlns:a16="http://schemas.microsoft.com/office/drawing/2014/main" id="{884970D4-BB9A-4C4B-9770-DDADF701FADF}"/>
              </a:ext>
            </a:extLst>
          </p:cNvPr>
          <p:cNvSpPr txBox="1"/>
          <p:nvPr/>
        </p:nvSpPr>
        <p:spPr>
          <a:xfrm>
            <a:off x="5299918" y="1180421"/>
            <a:ext cx="1199046" cy="369332"/>
          </a:xfrm>
          <a:prstGeom prst="rect">
            <a:avLst/>
          </a:prstGeom>
          <a:noFill/>
        </p:spPr>
        <p:txBody>
          <a:bodyPr wrap="none" rtlCol="0">
            <a:spAutoFit/>
          </a:bodyPr>
          <a:lstStyle/>
          <a:p>
            <a:r>
              <a:rPr lang="en-AU">
                <a:solidFill>
                  <a:srgbClr val="0070C0"/>
                </a:solidFill>
              </a:rPr>
              <a:t>Population</a:t>
            </a:r>
          </a:p>
        </p:txBody>
      </p:sp>
      <p:sp>
        <p:nvSpPr>
          <p:cNvPr id="110" name="TextBox 109">
            <a:extLst>
              <a:ext uri="{FF2B5EF4-FFF2-40B4-BE49-F238E27FC236}">
                <a16:creationId xmlns:a16="http://schemas.microsoft.com/office/drawing/2014/main" id="{B818F42F-8E38-4A0C-B8A0-58E80E57F6DC}"/>
              </a:ext>
            </a:extLst>
          </p:cNvPr>
          <p:cNvSpPr txBox="1"/>
          <p:nvPr/>
        </p:nvSpPr>
        <p:spPr>
          <a:xfrm>
            <a:off x="4041898" y="5268436"/>
            <a:ext cx="875561" cy="369332"/>
          </a:xfrm>
          <a:prstGeom prst="rect">
            <a:avLst/>
          </a:prstGeom>
          <a:noFill/>
        </p:spPr>
        <p:txBody>
          <a:bodyPr wrap="none" rtlCol="0">
            <a:spAutoFit/>
          </a:bodyPr>
          <a:lstStyle/>
          <a:p>
            <a:r>
              <a:rPr lang="en-AU">
                <a:solidFill>
                  <a:srgbClr val="FF0000"/>
                </a:solidFill>
              </a:rPr>
              <a:t>Sample</a:t>
            </a:r>
          </a:p>
        </p:txBody>
      </p:sp>
      <p:sp>
        <p:nvSpPr>
          <p:cNvPr id="112" name="Rectangle 111">
            <a:extLst>
              <a:ext uri="{FF2B5EF4-FFF2-40B4-BE49-F238E27FC236}">
                <a16:creationId xmlns:a16="http://schemas.microsoft.com/office/drawing/2014/main" id="{A517B6B1-5548-48CE-8100-8FFF87EE84CA}"/>
              </a:ext>
            </a:extLst>
          </p:cNvPr>
          <p:cNvSpPr/>
          <p:nvPr/>
        </p:nvSpPr>
        <p:spPr>
          <a:xfrm>
            <a:off x="10149903" y="2483713"/>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Rectangle 112">
            <a:extLst>
              <a:ext uri="{FF2B5EF4-FFF2-40B4-BE49-F238E27FC236}">
                <a16:creationId xmlns:a16="http://schemas.microsoft.com/office/drawing/2014/main" id="{BF4D3FB6-7927-41A8-8ABF-EDDAB8A7E801}"/>
              </a:ext>
            </a:extLst>
          </p:cNvPr>
          <p:cNvSpPr/>
          <p:nvPr/>
        </p:nvSpPr>
        <p:spPr>
          <a:xfrm rot="5400000">
            <a:off x="8624601" y="3803877"/>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Isosceles Triangle 113">
            <a:extLst>
              <a:ext uri="{FF2B5EF4-FFF2-40B4-BE49-F238E27FC236}">
                <a16:creationId xmlns:a16="http://schemas.microsoft.com/office/drawing/2014/main" id="{9AA3BBA4-2FF3-4E29-B978-2F6BF2CB3EA3}"/>
              </a:ext>
            </a:extLst>
          </p:cNvPr>
          <p:cNvSpPr/>
          <p:nvPr/>
        </p:nvSpPr>
        <p:spPr>
          <a:xfrm rot="16200000">
            <a:off x="7991848" y="2275597"/>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114">
            <a:extLst>
              <a:ext uri="{FF2B5EF4-FFF2-40B4-BE49-F238E27FC236}">
                <a16:creationId xmlns:a16="http://schemas.microsoft.com/office/drawing/2014/main" id="{1AFB188D-37AB-4A46-8E1A-31F7AD2580CD}"/>
              </a:ext>
            </a:extLst>
          </p:cNvPr>
          <p:cNvSpPr/>
          <p:nvPr/>
        </p:nvSpPr>
        <p:spPr>
          <a:xfrm rot="5400000">
            <a:off x="9285484" y="1819953"/>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8" name="TextBox 117">
            <a:extLst>
              <a:ext uri="{FF2B5EF4-FFF2-40B4-BE49-F238E27FC236}">
                <a16:creationId xmlns:a16="http://schemas.microsoft.com/office/drawing/2014/main" id="{DD74F4FB-9FE9-4321-AF9B-DE731AD58068}"/>
              </a:ext>
            </a:extLst>
          </p:cNvPr>
          <p:cNvSpPr txBox="1"/>
          <p:nvPr/>
        </p:nvSpPr>
        <p:spPr>
          <a:xfrm>
            <a:off x="6488724" y="4580792"/>
            <a:ext cx="829073" cy="369332"/>
          </a:xfrm>
          <a:prstGeom prst="rect">
            <a:avLst/>
          </a:prstGeom>
          <a:noFill/>
        </p:spPr>
        <p:txBody>
          <a:bodyPr wrap="none" rtlCol="0">
            <a:spAutoFit/>
          </a:bodyPr>
          <a:lstStyle/>
          <a:p>
            <a:r>
              <a:rPr lang="en-AU" b="1" dirty="0">
                <a:latin typeface="Agency FB" panose="020B0503020202020204" pitchFamily="34" charset="0"/>
              </a:rPr>
              <a:t>statistic</a:t>
            </a:r>
          </a:p>
        </p:txBody>
      </p:sp>
      <p:sp>
        <p:nvSpPr>
          <p:cNvPr id="119" name="TextBox 118">
            <a:extLst>
              <a:ext uri="{FF2B5EF4-FFF2-40B4-BE49-F238E27FC236}">
                <a16:creationId xmlns:a16="http://schemas.microsoft.com/office/drawing/2014/main" id="{04C3E1A1-54CF-40B8-B009-BAF46CA9017F}"/>
              </a:ext>
            </a:extLst>
          </p:cNvPr>
          <p:cNvSpPr txBox="1"/>
          <p:nvPr/>
        </p:nvSpPr>
        <p:spPr>
          <a:xfrm>
            <a:off x="8106998" y="1515208"/>
            <a:ext cx="1029449" cy="369332"/>
          </a:xfrm>
          <a:prstGeom prst="rect">
            <a:avLst/>
          </a:prstGeom>
          <a:noFill/>
        </p:spPr>
        <p:txBody>
          <a:bodyPr wrap="none" rtlCol="0">
            <a:spAutoFit/>
          </a:bodyPr>
          <a:lstStyle/>
          <a:p>
            <a:r>
              <a:rPr lang="en-AU" b="1" dirty="0">
                <a:latin typeface="Agency FB" panose="020B0503020202020204" pitchFamily="34" charset="0"/>
              </a:rPr>
              <a:t>parameter</a:t>
            </a:r>
          </a:p>
        </p:txBody>
      </p:sp>
      <p:sp>
        <p:nvSpPr>
          <p:cNvPr id="3" name="Oval 2">
            <a:extLst>
              <a:ext uri="{FF2B5EF4-FFF2-40B4-BE49-F238E27FC236}">
                <a16:creationId xmlns:a16="http://schemas.microsoft.com/office/drawing/2014/main" id="{DD40B13C-DD8C-4887-8AFF-5FB38724B103}"/>
              </a:ext>
            </a:extLst>
          </p:cNvPr>
          <p:cNvSpPr/>
          <p:nvPr/>
        </p:nvSpPr>
        <p:spPr>
          <a:xfrm>
            <a:off x="5730240" y="888674"/>
            <a:ext cx="360000" cy="36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rial" panose="020B0604020202020204" pitchFamily="34" charset="0"/>
                <a:cs typeface="Arial" panose="020B0604020202020204" pitchFamily="34" charset="0"/>
              </a:rPr>
              <a:t>1</a:t>
            </a:r>
          </a:p>
        </p:txBody>
      </p:sp>
      <p:sp>
        <p:nvSpPr>
          <p:cNvPr id="121" name="Oval 120">
            <a:extLst>
              <a:ext uri="{FF2B5EF4-FFF2-40B4-BE49-F238E27FC236}">
                <a16:creationId xmlns:a16="http://schemas.microsoft.com/office/drawing/2014/main" id="{2C193496-C3BA-4C1A-9D83-B1726A3D85A3}"/>
              </a:ext>
            </a:extLst>
          </p:cNvPr>
          <p:cNvSpPr/>
          <p:nvPr/>
        </p:nvSpPr>
        <p:spPr>
          <a:xfrm>
            <a:off x="8442960" y="1213794"/>
            <a:ext cx="360000" cy="36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rial" panose="020B0604020202020204" pitchFamily="34" charset="0"/>
                <a:cs typeface="Arial" panose="020B0604020202020204" pitchFamily="34" charset="0"/>
              </a:rPr>
              <a:t>2</a:t>
            </a:r>
          </a:p>
        </p:txBody>
      </p:sp>
      <p:sp>
        <p:nvSpPr>
          <p:cNvPr id="122" name="Oval 121">
            <a:extLst>
              <a:ext uri="{FF2B5EF4-FFF2-40B4-BE49-F238E27FC236}">
                <a16:creationId xmlns:a16="http://schemas.microsoft.com/office/drawing/2014/main" id="{F339CE4C-2B65-422F-BFA8-657DD405310D}"/>
              </a:ext>
            </a:extLst>
          </p:cNvPr>
          <p:cNvSpPr/>
          <p:nvPr/>
        </p:nvSpPr>
        <p:spPr>
          <a:xfrm>
            <a:off x="5025631" y="4681251"/>
            <a:ext cx="360000" cy="36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rial" panose="020B0604020202020204" pitchFamily="34" charset="0"/>
                <a:cs typeface="Arial" panose="020B0604020202020204" pitchFamily="34" charset="0"/>
              </a:rPr>
              <a:t>3</a:t>
            </a:r>
          </a:p>
        </p:txBody>
      </p:sp>
      <p:sp>
        <p:nvSpPr>
          <p:cNvPr id="123" name="Oval 122">
            <a:extLst>
              <a:ext uri="{FF2B5EF4-FFF2-40B4-BE49-F238E27FC236}">
                <a16:creationId xmlns:a16="http://schemas.microsoft.com/office/drawing/2014/main" id="{4A5C64BA-1A2A-4D13-AC48-BBA171327494}"/>
              </a:ext>
            </a:extLst>
          </p:cNvPr>
          <p:cNvSpPr/>
          <p:nvPr/>
        </p:nvSpPr>
        <p:spPr>
          <a:xfrm>
            <a:off x="7145502" y="4917828"/>
            <a:ext cx="360000" cy="36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rial" panose="020B0604020202020204" pitchFamily="34" charset="0"/>
                <a:cs typeface="Arial" panose="020B0604020202020204" pitchFamily="34" charset="0"/>
              </a:rPr>
              <a:t>4</a:t>
            </a:r>
          </a:p>
        </p:txBody>
      </p:sp>
      <p:sp>
        <p:nvSpPr>
          <p:cNvPr id="124" name="Oval 123">
            <a:extLst>
              <a:ext uri="{FF2B5EF4-FFF2-40B4-BE49-F238E27FC236}">
                <a16:creationId xmlns:a16="http://schemas.microsoft.com/office/drawing/2014/main" id="{290542F8-90F2-4A48-ACEB-78E01415A243}"/>
              </a:ext>
            </a:extLst>
          </p:cNvPr>
          <p:cNvSpPr/>
          <p:nvPr/>
        </p:nvSpPr>
        <p:spPr>
          <a:xfrm>
            <a:off x="10535373" y="3914885"/>
            <a:ext cx="360000" cy="36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atin typeface="Arial" panose="020B0604020202020204" pitchFamily="34" charset="0"/>
                <a:cs typeface="Arial" panose="020B0604020202020204" pitchFamily="34" charset="0"/>
              </a:rPr>
              <a:t>5</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8150E06-6461-410C-AA62-9E68E3D0061C}"/>
                  </a:ext>
                </a:extLst>
              </p14:cNvPr>
              <p14:cNvContentPartPr/>
              <p14:nvPr/>
            </p14:nvContentPartPr>
            <p14:xfrm>
              <a:off x="3586040" y="4225160"/>
              <a:ext cx="5164200" cy="1870920"/>
            </p14:xfrm>
          </p:contentPart>
        </mc:Choice>
        <mc:Fallback xmlns="">
          <p:pic>
            <p:nvPicPr>
              <p:cNvPr id="2" name="Ink 1">
                <a:extLst>
                  <a:ext uri="{FF2B5EF4-FFF2-40B4-BE49-F238E27FC236}">
                    <a16:creationId xmlns:a16="http://schemas.microsoft.com/office/drawing/2014/main" id="{18150E06-6461-410C-AA62-9E68E3D0061C}"/>
                  </a:ext>
                </a:extLst>
              </p:cNvPr>
              <p:cNvPicPr/>
              <p:nvPr/>
            </p:nvPicPr>
            <p:blipFill>
              <a:blip r:embed="rId5"/>
              <a:stretch>
                <a:fillRect/>
              </a:stretch>
            </p:blipFill>
            <p:spPr>
              <a:xfrm>
                <a:off x="3577040" y="4216160"/>
                <a:ext cx="5181840" cy="1888560"/>
              </a:xfrm>
              <a:prstGeom prst="rect">
                <a:avLst/>
              </a:prstGeom>
            </p:spPr>
          </p:pic>
        </mc:Fallback>
      </mc:AlternateContent>
      <p:sp>
        <p:nvSpPr>
          <p:cNvPr id="125" name="Rectangle 124">
            <a:extLst>
              <a:ext uri="{FF2B5EF4-FFF2-40B4-BE49-F238E27FC236}">
                <a16:creationId xmlns:a16="http://schemas.microsoft.com/office/drawing/2014/main" id="{414A1B57-272C-4F9A-A13E-A64036E9717D}"/>
              </a:ext>
            </a:extLst>
          </p:cNvPr>
          <p:cNvSpPr/>
          <p:nvPr/>
        </p:nvSpPr>
        <p:spPr>
          <a:xfrm>
            <a:off x="721361" y="4353696"/>
            <a:ext cx="2836096" cy="1528943"/>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rgbClr val="FF0000"/>
                </a:solidFill>
                <a:effectLst/>
                <a:latin typeface="Arial Narrow" panose="020B0606020202030204" pitchFamily="34" charset="0"/>
              </a:rPr>
              <a:t>If we had chosen a different sample, would we have the same estimate?</a:t>
            </a:r>
            <a:endParaRPr kumimoji="0" lang="en-US" sz="2000" b="0" i="0" u="none" strike="noStrike" kern="1200" cap="none" spc="0" normalizeH="0" baseline="0" noProof="0" dirty="0">
              <a:ln>
                <a:noFill/>
              </a:ln>
              <a:solidFill>
                <a:srgbClr val="FF0000"/>
              </a:solidFill>
              <a:effectLst/>
              <a:uLnTx/>
              <a:uFillTx/>
              <a:latin typeface="Arial Narrow" panose="020B0606020202030204" pitchFamily="34" charset="0"/>
            </a:endParaRPr>
          </a:p>
        </p:txBody>
      </p:sp>
      <p:grpSp>
        <p:nvGrpSpPr>
          <p:cNvPr id="127" name="Group 126">
            <a:extLst>
              <a:ext uri="{FF2B5EF4-FFF2-40B4-BE49-F238E27FC236}">
                <a16:creationId xmlns:a16="http://schemas.microsoft.com/office/drawing/2014/main" id="{0BDA308E-3434-4066-8C19-29885B2DBB23}"/>
              </a:ext>
            </a:extLst>
          </p:cNvPr>
          <p:cNvGrpSpPr/>
          <p:nvPr/>
        </p:nvGrpSpPr>
        <p:grpSpPr>
          <a:xfrm>
            <a:off x="8951040" y="3584360"/>
            <a:ext cx="2236680" cy="1447200"/>
            <a:chOff x="8951040" y="3584360"/>
            <a:chExt cx="2236680" cy="1447200"/>
          </a:xfrm>
        </p:grpSpPr>
        <mc:AlternateContent xmlns:mc="http://schemas.openxmlformats.org/markup-compatibility/2006" xmlns:p14="http://schemas.microsoft.com/office/powerpoint/2010/main">
          <mc:Choice Requires="p14">
            <p:contentPart p14:bwMode="auto" r:id="rId6">
              <p14:nvContentPartPr>
                <p14:cNvPr id="117" name="Ink 116">
                  <a:extLst>
                    <a:ext uri="{FF2B5EF4-FFF2-40B4-BE49-F238E27FC236}">
                      <a16:creationId xmlns:a16="http://schemas.microsoft.com/office/drawing/2014/main" id="{E1F20788-6CC2-4455-9C9B-A342D9573A46}"/>
                    </a:ext>
                  </a:extLst>
                </p14:cNvPr>
                <p14:cNvContentPartPr/>
                <p14:nvPr/>
              </p14:nvContentPartPr>
              <p14:xfrm>
                <a:off x="9902160" y="3584360"/>
                <a:ext cx="1285560" cy="1091160"/>
              </p14:xfrm>
            </p:contentPart>
          </mc:Choice>
          <mc:Fallback xmlns="">
            <p:pic>
              <p:nvPicPr>
                <p:cNvPr id="117" name="Ink 116">
                  <a:extLst>
                    <a:ext uri="{FF2B5EF4-FFF2-40B4-BE49-F238E27FC236}">
                      <a16:creationId xmlns:a16="http://schemas.microsoft.com/office/drawing/2014/main" id="{E1F20788-6CC2-4455-9C9B-A342D9573A46}"/>
                    </a:ext>
                  </a:extLst>
                </p:cNvPr>
                <p:cNvPicPr/>
                <p:nvPr/>
              </p:nvPicPr>
              <p:blipFill>
                <a:blip r:embed="rId7"/>
                <a:stretch>
                  <a:fillRect/>
                </a:stretch>
              </p:blipFill>
              <p:spPr>
                <a:xfrm>
                  <a:off x="9893160" y="3575360"/>
                  <a:ext cx="1303200" cy="1108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6" name="Ink 125">
                  <a:extLst>
                    <a:ext uri="{FF2B5EF4-FFF2-40B4-BE49-F238E27FC236}">
                      <a16:creationId xmlns:a16="http://schemas.microsoft.com/office/drawing/2014/main" id="{0B8B2893-953B-4E0A-9F38-3324B02751B0}"/>
                    </a:ext>
                  </a:extLst>
                </p14:cNvPr>
                <p14:cNvContentPartPr/>
                <p14:nvPr/>
              </p14:nvContentPartPr>
              <p14:xfrm>
                <a:off x="8951040" y="4707560"/>
                <a:ext cx="969120" cy="324000"/>
              </p14:xfrm>
            </p:contentPart>
          </mc:Choice>
          <mc:Fallback xmlns="">
            <p:pic>
              <p:nvPicPr>
                <p:cNvPr id="126" name="Ink 125">
                  <a:extLst>
                    <a:ext uri="{FF2B5EF4-FFF2-40B4-BE49-F238E27FC236}">
                      <a16:creationId xmlns:a16="http://schemas.microsoft.com/office/drawing/2014/main" id="{0B8B2893-953B-4E0A-9F38-3324B02751B0}"/>
                    </a:ext>
                  </a:extLst>
                </p:cNvPr>
                <p:cNvPicPr/>
                <p:nvPr/>
              </p:nvPicPr>
              <p:blipFill>
                <a:blip r:embed="rId9"/>
                <a:stretch>
                  <a:fillRect/>
                </a:stretch>
              </p:blipFill>
              <p:spPr>
                <a:xfrm>
                  <a:off x="8942040" y="4698560"/>
                  <a:ext cx="986760" cy="341640"/>
                </a:xfrm>
                <a:prstGeom prst="rect">
                  <a:avLst/>
                </a:prstGeom>
              </p:spPr>
            </p:pic>
          </mc:Fallback>
        </mc:AlternateContent>
      </p:grpSp>
      <p:sp>
        <p:nvSpPr>
          <p:cNvPr id="140" name="TextBox 139">
            <a:extLst>
              <a:ext uri="{FF2B5EF4-FFF2-40B4-BE49-F238E27FC236}">
                <a16:creationId xmlns:a16="http://schemas.microsoft.com/office/drawing/2014/main" id="{383460A1-66C5-43AF-8C7E-639F7093A50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Parameters and Statistics</a:t>
            </a:r>
          </a:p>
        </p:txBody>
      </p:sp>
    </p:spTree>
    <p:extLst>
      <p:ext uri="{BB962C8B-B14F-4D97-AF65-F5344CB8AC3E}">
        <p14:creationId xmlns:p14="http://schemas.microsoft.com/office/powerpoint/2010/main" val="4041757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28" name="TextBox 127">
            <a:extLst>
              <a:ext uri="{FF2B5EF4-FFF2-40B4-BE49-F238E27FC236}">
                <a16:creationId xmlns:a16="http://schemas.microsoft.com/office/drawing/2014/main" id="{979C256D-5859-4F99-8C9F-C38F03205849}"/>
              </a:ext>
            </a:extLst>
          </p:cNvPr>
          <p:cNvSpPr txBox="1"/>
          <p:nvPr/>
        </p:nvSpPr>
        <p:spPr>
          <a:xfrm>
            <a:off x="545185" y="957683"/>
            <a:ext cx="11095629" cy="553998"/>
          </a:xfrm>
          <a:prstGeom prst="rect">
            <a:avLst/>
          </a:prstGeom>
          <a:noFill/>
        </p:spPr>
        <p:txBody>
          <a:bodyPr wrap="square" rtlCol="0">
            <a:spAutoFit/>
          </a:bodyPr>
          <a:lstStyle/>
          <a:p>
            <a:pPr algn="ctr"/>
            <a:r>
              <a:rPr lang="en-AU" sz="3000" dirty="0">
                <a:latin typeface="Agency FB" panose="020B0503020202020204" pitchFamily="34" charset="0"/>
              </a:rPr>
              <a:t>Observed value = True value + </a:t>
            </a:r>
            <a:r>
              <a:rPr lang="en-AU" sz="3000" dirty="0">
                <a:solidFill>
                  <a:srgbClr val="FF0000"/>
                </a:solidFill>
                <a:latin typeface="Agency FB" panose="020B0503020202020204" pitchFamily="34" charset="0"/>
              </a:rPr>
              <a:t>Systematic Error </a:t>
            </a:r>
            <a:r>
              <a:rPr lang="en-AU" sz="3000" dirty="0">
                <a:latin typeface="Agency FB" panose="020B0503020202020204" pitchFamily="34" charset="0"/>
              </a:rPr>
              <a:t>+</a:t>
            </a:r>
            <a:r>
              <a:rPr lang="en-AU" sz="3000" dirty="0">
                <a:solidFill>
                  <a:srgbClr val="FF0000"/>
                </a:solidFill>
                <a:latin typeface="Agency FB" panose="020B0503020202020204" pitchFamily="34" charset="0"/>
              </a:rPr>
              <a:t> Random Error</a:t>
            </a:r>
          </a:p>
        </p:txBody>
      </p:sp>
      <p:cxnSp>
        <p:nvCxnSpPr>
          <p:cNvPr id="3" name="Straight Connector 2">
            <a:extLst>
              <a:ext uri="{FF2B5EF4-FFF2-40B4-BE49-F238E27FC236}">
                <a16:creationId xmlns:a16="http://schemas.microsoft.com/office/drawing/2014/main" id="{A05EA1A0-D63D-4A11-98C7-EC1E59F65948}"/>
              </a:ext>
            </a:extLst>
          </p:cNvPr>
          <p:cNvCxnSpPr/>
          <p:nvPr/>
        </p:nvCxnSpPr>
        <p:spPr>
          <a:xfrm>
            <a:off x="8971280" y="1627628"/>
            <a:ext cx="812800" cy="1107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F4D408ED-9129-4DC3-9273-C29A0CDBD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354" y="1851710"/>
            <a:ext cx="4830662" cy="4120271"/>
          </a:xfrm>
          <a:prstGeom prst="rect">
            <a:avLst/>
          </a:prstGeom>
        </p:spPr>
      </p:pic>
      <p:cxnSp>
        <p:nvCxnSpPr>
          <p:cNvPr id="8" name="Straight Connector 7">
            <a:extLst>
              <a:ext uri="{FF2B5EF4-FFF2-40B4-BE49-F238E27FC236}">
                <a16:creationId xmlns:a16="http://schemas.microsoft.com/office/drawing/2014/main" id="{A8238931-27FF-4AA9-822C-E12C97DEE0B5}"/>
              </a:ext>
            </a:extLst>
          </p:cNvPr>
          <p:cNvCxnSpPr>
            <a:cxnSpLocks/>
          </p:cNvCxnSpPr>
          <p:nvPr/>
        </p:nvCxnSpPr>
        <p:spPr>
          <a:xfrm flipH="1">
            <a:off x="5580185" y="1570356"/>
            <a:ext cx="1195755" cy="13604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026" name="Picture 2" descr="Sampling Methods Guide: Types, Strategies, and Examples">
            <a:extLst>
              <a:ext uri="{FF2B5EF4-FFF2-40B4-BE49-F238E27FC236}">
                <a16:creationId xmlns:a16="http://schemas.microsoft.com/office/drawing/2014/main" id="{845244BB-5E80-4DCF-A376-6462A10F1D5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32" t="12308" r="4458" b="5298"/>
          <a:stretch/>
        </p:blipFill>
        <p:spPr bwMode="auto">
          <a:xfrm>
            <a:off x="2836985" y="2063262"/>
            <a:ext cx="4113487" cy="379827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5396F7F-FEF4-4FD9-AD8B-1EA31729636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Parameters and Statistics</a:t>
            </a:r>
          </a:p>
        </p:txBody>
      </p:sp>
    </p:spTree>
    <p:extLst>
      <p:ext uri="{BB962C8B-B14F-4D97-AF65-F5344CB8AC3E}">
        <p14:creationId xmlns:p14="http://schemas.microsoft.com/office/powerpoint/2010/main" val="335427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0" name="Rounded Rectangle 6">
            <a:extLst>
              <a:ext uri="{FF2B5EF4-FFF2-40B4-BE49-F238E27FC236}">
                <a16:creationId xmlns:a16="http://schemas.microsoft.com/office/drawing/2014/main" id="{BEB8EBEB-B62A-40C9-A886-E4C23D66ABE8}"/>
              </a:ext>
            </a:extLst>
          </p:cNvPr>
          <p:cNvSpPr/>
          <p:nvPr/>
        </p:nvSpPr>
        <p:spPr>
          <a:xfrm>
            <a:off x="3994948" y="1527150"/>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ounded Rectangle 10">
            <a:extLst>
              <a:ext uri="{FF2B5EF4-FFF2-40B4-BE49-F238E27FC236}">
                <a16:creationId xmlns:a16="http://schemas.microsoft.com/office/drawing/2014/main" id="{599FC6CF-49B2-4C48-B33A-CD1C59582135}"/>
              </a:ext>
            </a:extLst>
          </p:cNvPr>
          <p:cNvSpPr/>
          <p:nvPr/>
        </p:nvSpPr>
        <p:spPr>
          <a:xfrm>
            <a:off x="4910551" y="5221593"/>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Down Arrow 16">
            <a:extLst>
              <a:ext uri="{FF2B5EF4-FFF2-40B4-BE49-F238E27FC236}">
                <a16:creationId xmlns:a16="http://schemas.microsoft.com/office/drawing/2014/main" id="{283E4DFF-528E-413E-9B41-2330962CC6CE}"/>
              </a:ext>
            </a:extLst>
          </p:cNvPr>
          <p:cNvSpPr/>
          <p:nvPr/>
        </p:nvSpPr>
        <p:spPr>
          <a:xfrm>
            <a:off x="5769668" y="3692835"/>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2" descr="Image result for stick figure">
            <a:extLst>
              <a:ext uri="{FF2B5EF4-FFF2-40B4-BE49-F238E27FC236}">
                <a16:creationId xmlns:a16="http://schemas.microsoft.com/office/drawing/2014/main" id="{49A5842C-472D-4609-B072-EEF8910708A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610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stick figure">
            <a:extLst>
              <a:ext uri="{FF2B5EF4-FFF2-40B4-BE49-F238E27FC236}">
                <a16:creationId xmlns:a16="http://schemas.microsoft.com/office/drawing/2014/main" id="{975755FA-4A4E-4CE8-AE48-C192E180727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6943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stick figure">
            <a:extLst>
              <a:ext uri="{FF2B5EF4-FFF2-40B4-BE49-F238E27FC236}">
                <a16:creationId xmlns:a16="http://schemas.microsoft.com/office/drawing/2014/main" id="{3E7F8945-169A-42E4-87D9-8F726A6676C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276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tick figure">
            <a:extLst>
              <a:ext uri="{FF2B5EF4-FFF2-40B4-BE49-F238E27FC236}">
                <a16:creationId xmlns:a16="http://schemas.microsoft.com/office/drawing/2014/main" id="{100F3086-9785-43C3-93EC-1EC644D51B8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609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mage result for stick figure">
            <a:extLst>
              <a:ext uri="{FF2B5EF4-FFF2-40B4-BE49-F238E27FC236}">
                <a16:creationId xmlns:a16="http://schemas.microsoft.com/office/drawing/2014/main" id="{6927B1B1-2C94-4402-A975-89747925F35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7942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stick figure">
            <a:extLst>
              <a:ext uri="{FF2B5EF4-FFF2-40B4-BE49-F238E27FC236}">
                <a16:creationId xmlns:a16="http://schemas.microsoft.com/office/drawing/2014/main" id="{7B79394C-42BA-47E6-A2F1-73B3EA4FD1C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6873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stick figure">
            <a:extLst>
              <a:ext uri="{FF2B5EF4-FFF2-40B4-BE49-F238E27FC236}">
                <a16:creationId xmlns:a16="http://schemas.microsoft.com/office/drawing/2014/main" id="{2A1851C2-B642-4DAE-A269-E17CA9C0E55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06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 result for stick figure">
            <a:extLst>
              <a:ext uri="{FF2B5EF4-FFF2-40B4-BE49-F238E27FC236}">
                <a16:creationId xmlns:a16="http://schemas.microsoft.com/office/drawing/2014/main" id="{64A0D94C-3DCD-4377-AE3B-4782DCED47B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539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mage result for stick figure">
            <a:extLst>
              <a:ext uri="{FF2B5EF4-FFF2-40B4-BE49-F238E27FC236}">
                <a16:creationId xmlns:a16="http://schemas.microsoft.com/office/drawing/2014/main" id="{407BC679-2960-4568-8648-597A52318C5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7872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stick figure">
            <a:extLst>
              <a:ext uri="{FF2B5EF4-FFF2-40B4-BE49-F238E27FC236}">
                <a16:creationId xmlns:a16="http://schemas.microsoft.com/office/drawing/2014/main" id="{D11DBE1E-A618-49F1-82C6-8C477F8718E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05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mage result for stick figure">
            <a:extLst>
              <a:ext uri="{FF2B5EF4-FFF2-40B4-BE49-F238E27FC236}">
                <a16:creationId xmlns:a16="http://schemas.microsoft.com/office/drawing/2014/main" id="{3AD16337-F18D-4B0A-9E05-26877F657E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Image result for stick figure">
            <a:extLst>
              <a:ext uri="{FF2B5EF4-FFF2-40B4-BE49-F238E27FC236}">
                <a16:creationId xmlns:a16="http://schemas.microsoft.com/office/drawing/2014/main" id="{96508172-3C82-4369-904E-AB4B7CDA73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 result for stick figure">
            <a:extLst>
              <a:ext uri="{FF2B5EF4-FFF2-40B4-BE49-F238E27FC236}">
                <a16:creationId xmlns:a16="http://schemas.microsoft.com/office/drawing/2014/main" id="{37BFE7E2-0D2D-4229-9EEB-D88BCA3030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stick figure">
            <a:extLst>
              <a:ext uri="{FF2B5EF4-FFF2-40B4-BE49-F238E27FC236}">
                <a16:creationId xmlns:a16="http://schemas.microsoft.com/office/drawing/2014/main" id="{B7046680-6755-4A04-8501-96AB2958A0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stick figure">
            <a:extLst>
              <a:ext uri="{FF2B5EF4-FFF2-40B4-BE49-F238E27FC236}">
                <a16:creationId xmlns:a16="http://schemas.microsoft.com/office/drawing/2014/main" id="{4D4F2082-E0F2-44CC-99A6-37FD67C236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Image result for stick figure">
            <a:extLst>
              <a:ext uri="{FF2B5EF4-FFF2-40B4-BE49-F238E27FC236}">
                <a16:creationId xmlns:a16="http://schemas.microsoft.com/office/drawing/2014/main" id="{5D8FA556-A06F-46A7-B7A2-112A52737A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stick figure">
            <a:extLst>
              <a:ext uri="{FF2B5EF4-FFF2-40B4-BE49-F238E27FC236}">
                <a16:creationId xmlns:a16="http://schemas.microsoft.com/office/drawing/2014/main" id="{3EE0EA94-6C98-48A2-A8EB-7592868902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mage result for stick figure">
            <a:extLst>
              <a:ext uri="{FF2B5EF4-FFF2-40B4-BE49-F238E27FC236}">
                <a16:creationId xmlns:a16="http://schemas.microsoft.com/office/drawing/2014/main" id="{0DF97507-D933-4AE5-8A37-FEB3A698F8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stick figure">
            <a:extLst>
              <a:ext uri="{FF2B5EF4-FFF2-40B4-BE49-F238E27FC236}">
                <a16:creationId xmlns:a16="http://schemas.microsoft.com/office/drawing/2014/main" id="{E2D0AB77-B088-4563-B6BA-BCA13C715C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stick figure">
            <a:extLst>
              <a:ext uri="{FF2B5EF4-FFF2-40B4-BE49-F238E27FC236}">
                <a16:creationId xmlns:a16="http://schemas.microsoft.com/office/drawing/2014/main" id="{3A3C4C09-61C7-43ED-ABC3-74AB6486DA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Image result for stick figure">
            <a:extLst>
              <a:ext uri="{FF2B5EF4-FFF2-40B4-BE49-F238E27FC236}">
                <a16:creationId xmlns:a16="http://schemas.microsoft.com/office/drawing/2014/main" id="{0C28FF50-4880-419A-81FD-3BBC5925DD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mage result for stick figure">
            <a:extLst>
              <a:ext uri="{FF2B5EF4-FFF2-40B4-BE49-F238E27FC236}">
                <a16:creationId xmlns:a16="http://schemas.microsoft.com/office/drawing/2014/main" id="{729C429E-05F0-4F54-A7BD-0273CCE6E3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mage result for stick figure">
            <a:extLst>
              <a:ext uri="{FF2B5EF4-FFF2-40B4-BE49-F238E27FC236}">
                <a16:creationId xmlns:a16="http://schemas.microsoft.com/office/drawing/2014/main" id="{29B4EB43-E6BC-492F-B296-88916D86FB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mage result for stick figure">
            <a:extLst>
              <a:ext uri="{FF2B5EF4-FFF2-40B4-BE49-F238E27FC236}">
                <a16:creationId xmlns:a16="http://schemas.microsoft.com/office/drawing/2014/main" id="{A89D75FD-EE51-4A05-A53D-CF90839217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stick figure">
            <a:extLst>
              <a:ext uri="{FF2B5EF4-FFF2-40B4-BE49-F238E27FC236}">
                <a16:creationId xmlns:a16="http://schemas.microsoft.com/office/drawing/2014/main" id="{080558D8-7B26-483C-827F-64F930A6E3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Image result for stick figure">
            <a:extLst>
              <a:ext uri="{FF2B5EF4-FFF2-40B4-BE49-F238E27FC236}">
                <a16:creationId xmlns:a16="http://schemas.microsoft.com/office/drawing/2014/main" id="{B3005854-F221-4A79-8AEE-29B703CBA6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Image result for stick figure">
            <a:extLst>
              <a:ext uri="{FF2B5EF4-FFF2-40B4-BE49-F238E27FC236}">
                <a16:creationId xmlns:a16="http://schemas.microsoft.com/office/drawing/2014/main" id="{53AC63A7-8DD5-4517-9137-F518F6BAD4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stick figure">
            <a:extLst>
              <a:ext uri="{FF2B5EF4-FFF2-40B4-BE49-F238E27FC236}">
                <a16:creationId xmlns:a16="http://schemas.microsoft.com/office/drawing/2014/main" id="{816BD3BE-153B-4242-8716-1E1DA6ABC4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stick figure">
            <a:extLst>
              <a:ext uri="{FF2B5EF4-FFF2-40B4-BE49-F238E27FC236}">
                <a16:creationId xmlns:a16="http://schemas.microsoft.com/office/drawing/2014/main" id="{8996467D-CFB3-4A60-8757-77DB0DC762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stick figure">
            <a:extLst>
              <a:ext uri="{FF2B5EF4-FFF2-40B4-BE49-F238E27FC236}">
                <a16:creationId xmlns:a16="http://schemas.microsoft.com/office/drawing/2014/main" id="{8C9D4546-614F-4B46-9A8E-4E78E96F21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stick figure">
            <a:extLst>
              <a:ext uri="{FF2B5EF4-FFF2-40B4-BE49-F238E27FC236}">
                <a16:creationId xmlns:a16="http://schemas.microsoft.com/office/drawing/2014/main" id="{FA92CA7D-1E3C-46D7-B1BE-C715C6FB71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stick figure">
            <a:extLst>
              <a:ext uri="{FF2B5EF4-FFF2-40B4-BE49-F238E27FC236}">
                <a16:creationId xmlns:a16="http://schemas.microsoft.com/office/drawing/2014/main" id="{CCB907BE-04A7-4EA5-8F5B-48C441FC28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stick figure">
            <a:extLst>
              <a:ext uri="{FF2B5EF4-FFF2-40B4-BE49-F238E27FC236}">
                <a16:creationId xmlns:a16="http://schemas.microsoft.com/office/drawing/2014/main" id="{70BBFF0B-933C-4EAA-B432-2CC885B189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stick figure">
            <a:extLst>
              <a:ext uri="{FF2B5EF4-FFF2-40B4-BE49-F238E27FC236}">
                <a16:creationId xmlns:a16="http://schemas.microsoft.com/office/drawing/2014/main" id="{D58994EB-86DF-4373-9412-D66EFC9719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stick figure">
            <a:extLst>
              <a:ext uri="{FF2B5EF4-FFF2-40B4-BE49-F238E27FC236}">
                <a16:creationId xmlns:a16="http://schemas.microsoft.com/office/drawing/2014/main" id="{75E284D8-E79E-4477-A90E-1C5414E5E9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stick figure">
            <a:extLst>
              <a:ext uri="{FF2B5EF4-FFF2-40B4-BE49-F238E27FC236}">
                <a16:creationId xmlns:a16="http://schemas.microsoft.com/office/drawing/2014/main" id="{6582C7DF-40FF-4875-B87C-DBC06B144F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stick figure">
            <a:extLst>
              <a:ext uri="{FF2B5EF4-FFF2-40B4-BE49-F238E27FC236}">
                <a16:creationId xmlns:a16="http://schemas.microsoft.com/office/drawing/2014/main" id="{0CC82F64-87E2-4886-B140-74FDD368D3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mage result for stick figure">
            <a:extLst>
              <a:ext uri="{FF2B5EF4-FFF2-40B4-BE49-F238E27FC236}">
                <a16:creationId xmlns:a16="http://schemas.microsoft.com/office/drawing/2014/main" id="{3F8FF61E-A92B-4349-833D-9EAB2E155B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mage result for stick figure">
            <a:extLst>
              <a:ext uri="{FF2B5EF4-FFF2-40B4-BE49-F238E27FC236}">
                <a16:creationId xmlns:a16="http://schemas.microsoft.com/office/drawing/2014/main" id="{E318033D-2159-4EF2-85CE-8BC2FE1BE8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mage result for stick figure">
            <a:extLst>
              <a:ext uri="{FF2B5EF4-FFF2-40B4-BE49-F238E27FC236}">
                <a16:creationId xmlns:a16="http://schemas.microsoft.com/office/drawing/2014/main" id="{15E877C5-332D-4194-B49C-23D375026B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tick figure">
            <a:extLst>
              <a:ext uri="{FF2B5EF4-FFF2-40B4-BE49-F238E27FC236}">
                <a16:creationId xmlns:a16="http://schemas.microsoft.com/office/drawing/2014/main" id="{9349E508-46D7-4585-880F-79A7FD7195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stick figure">
            <a:extLst>
              <a:ext uri="{FF2B5EF4-FFF2-40B4-BE49-F238E27FC236}">
                <a16:creationId xmlns:a16="http://schemas.microsoft.com/office/drawing/2014/main" id="{7F7BA2AA-3B11-40FD-86FC-5B07A9004B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stick figure">
            <a:extLst>
              <a:ext uri="{FF2B5EF4-FFF2-40B4-BE49-F238E27FC236}">
                <a16:creationId xmlns:a16="http://schemas.microsoft.com/office/drawing/2014/main" id="{031777C2-1271-4152-99F4-353A359E10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stick figure">
            <a:extLst>
              <a:ext uri="{FF2B5EF4-FFF2-40B4-BE49-F238E27FC236}">
                <a16:creationId xmlns:a16="http://schemas.microsoft.com/office/drawing/2014/main" id="{C2C0F371-D409-46DF-9C27-9FDA648CC2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mage result for stick figure">
            <a:extLst>
              <a:ext uri="{FF2B5EF4-FFF2-40B4-BE49-F238E27FC236}">
                <a16:creationId xmlns:a16="http://schemas.microsoft.com/office/drawing/2014/main" id="{F9D3E7F3-3D28-4A8B-B74A-39954492DF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Image result for stick figure">
            <a:extLst>
              <a:ext uri="{FF2B5EF4-FFF2-40B4-BE49-F238E27FC236}">
                <a16:creationId xmlns:a16="http://schemas.microsoft.com/office/drawing/2014/main" id="{1A967BB3-B208-4876-9258-7B1931D200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Image result for stick figure">
            <a:extLst>
              <a:ext uri="{FF2B5EF4-FFF2-40B4-BE49-F238E27FC236}">
                <a16:creationId xmlns:a16="http://schemas.microsoft.com/office/drawing/2014/main" id="{66F62AF7-47D0-4A2D-92F1-3D0D2EFE6E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Image result for stick figure">
            <a:extLst>
              <a:ext uri="{FF2B5EF4-FFF2-40B4-BE49-F238E27FC236}">
                <a16:creationId xmlns:a16="http://schemas.microsoft.com/office/drawing/2014/main" id="{1787418A-34E1-4DEB-B877-28B21C11E3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Image result for stick figure">
            <a:extLst>
              <a:ext uri="{FF2B5EF4-FFF2-40B4-BE49-F238E27FC236}">
                <a16:creationId xmlns:a16="http://schemas.microsoft.com/office/drawing/2014/main" id="{36BA39E3-0A1A-42F1-B37E-1AD5A6CB05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Image result for stick figure">
            <a:extLst>
              <a:ext uri="{FF2B5EF4-FFF2-40B4-BE49-F238E27FC236}">
                <a16:creationId xmlns:a16="http://schemas.microsoft.com/office/drawing/2014/main" id="{26F49837-A61B-4E8D-A4DA-36BE1F8D89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Image result for stick figure">
            <a:extLst>
              <a:ext uri="{FF2B5EF4-FFF2-40B4-BE49-F238E27FC236}">
                <a16:creationId xmlns:a16="http://schemas.microsoft.com/office/drawing/2014/main" id="{FA4C3883-3A3C-48B2-8ADE-DFB9B403DF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mage result for stick figure">
            <a:extLst>
              <a:ext uri="{FF2B5EF4-FFF2-40B4-BE49-F238E27FC236}">
                <a16:creationId xmlns:a16="http://schemas.microsoft.com/office/drawing/2014/main" id="{1AA5E6E1-378A-4869-926A-473AD48C97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stick figure">
            <a:extLst>
              <a:ext uri="{FF2B5EF4-FFF2-40B4-BE49-F238E27FC236}">
                <a16:creationId xmlns:a16="http://schemas.microsoft.com/office/drawing/2014/main" id="{4F2306B6-4F66-4D1E-9978-115AAE2BBA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mage result for stick figure">
            <a:extLst>
              <a:ext uri="{FF2B5EF4-FFF2-40B4-BE49-F238E27FC236}">
                <a16:creationId xmlns:a16="http://schemas.microsoft.com/office/drawing/2014/main" id="{FCE43F60-9E61-4E2B-A564-E249B4A265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Image result for stick figure">
            <a:extLst>
              <a:ext uri="{FF2B5EF4-FFF2-40B4-BE49-F238E27FC236}">
                <a16:creationId xmlns:a16="http://schemas.microsoft.com/office/drawing/2014/main" id="{9394A208-30AF-4B5F-957B-3AF3716CC4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mage result for stick figure">
            <a:extLst>
              <a:ext uri="{FF2B5EF4-FFF2-40B4-BE49-F238E27FC236}">
                <a16:creationId xmlns:a16="http://schemas.microsoft.com/office/drawing/2014/main" id="{73E7ED5B-034F-44D2-858E-07602B4809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stick figure">
            <a:extLst>
              <a:ext uri="{FF2B5EF4-FFF2-40B4-BE49-F238E27FC236}">
                <a16:creationId xmlns:a16="http://schemas.microsoft.com/office/drawing/2014/main" id="{6C549DEC-14A7-479B-9616-A136C62626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Image result for stick figure">
            <a:extLst>
              <a:ext uri="{FF2B5EF4-FFF2-40B4-BE49-F238E27FC236}">
                <a16:creationId xmlns:a16="http://schemas.microsoft.com/office/drawing/2014/main" id="{15D1F439-83CA-4D5A-B88D-8A5096580E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Image result for stick figure">
            <a:extLst>
              <a:ext uri="{FF2B5EF4-FFF2-40B4-BE49-F238E27FC236}">
                <a16:creationId xmlns:a16="http://schemas.microsoft.com/office/drawing/2014/main" id="{9D43AB94-02FF-4D98-9066-D3E6B15CEB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mage result for stick figure">
            <a:extLst>
              <a:ext uri="{FF2B5EF4-FFF2-40B4-BE49-F238E27FC236}">
                <a16:creationId xmlns:a16="http://schemas.microsoft.com/office/drawing/2014/main" id="{84834340-88B5-466C-8098-06448CECD8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stick figure">
            <a:extLst>
              <a:ext uri="{FF2B5EF4-FFF2-40B4-BE49-F238E27FC236}">
                <a16:creationId xmlns:a16="http://schemas.microsoft.com/office/drawing/2014/main" id="{D55BC467-80DF-42DD-848B-80EE0F1050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mage result for stick figure">
            <a:extLst>
              <a:ext uri="{FF2B5EF4-FFF2-40B4-BE49-F238E27FC236}">
                <a16:creationId xmlns:a16="http://schemas.microsoft.com/office/drawing/2014/main" id="{22379968-4585-4DBF-B120-A2A24E620C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Image result for stick figure">
            <a:extLst>
              <a:ext uri="{FF2B5EF4-FFF2-40B4-BE49-F238E27FC236}">
                <a16:creationId xmlns:a16="http://schemas.microsoft.com/office/drawing/2014/main" id="{643E2837-82F6-4F9B-A763-3EC4147BA9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Image result for stick figure">
            <a:extLst>
              <a:ext uri="{FF2B5EF4-FFF2-40B4-BE49-F238E27FC236}">
                <a16:creationId xmlns:a16="http://schemas.microsoft.com/office/drawing/2014/main" id="{10DB729D-3B84-4380-9C33-8A1D3A4F6D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mage result for stick figure">
            <a:extLst>
              <a:ext uri="{FF2B5EF4-FFF2-40B4-BE49-F238E27FC236}">
                <a16:creationId xmlns:a16="http://schemas.microsoft.com/office/drawing/2014/main" id="{13F3EC52-017D-4C06-8CBC-E58AA1FFA1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mage result for stick figure">
            <a:extLst>
              <a:ext uri="{FF2B5EF4-FFF2-40B4-BE49-F238E27FC236}">
                <a16:creationId xmlns:a16="http://schemas.microsoft.com/office/drawing/2014/main" id="{7C28E948-8D0D-4194-8D34-0D51A39F1C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mage result for stick figure">
            <a:extLst>
              <a:ext uri="{FF2B5EF4-FFF2-40B4-BE49-F238E27FC236}">
                <a16:creationId xmlns:a16="http://schemas.microsoft.com/office/drawing/2014/main" id="{ACB93740-8AFF-4FB0-97B8-E7F896BB65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Image result for stick figure">
            <a:extLst>
              <a:ext uri="{FF2B5EF4-FFF2-40B4-BE49-F238E27FC236}">
                <a16:creationId xmlns:a16="http://schemas.microsoft.com/office/drawing/2014/main" id="{D15785F6-9B22-497D-8BFE-59E9357DA8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Image result for stick figure">
            <a:extLst>
              <a:ext uri="{FF2B5EF4-FFF2-40B4-BE49-F238E27FC236}">
                <a16:creationId xmlns:a16="http://schemas.microsoft.com/office/drawing/2014/main" id="{778096B1-6B17-4E13-A803-577CD26FCD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mage result for stick figure">
            <a:extLst>
              <a:ext uri="{FF2B5EF4-FFF2-40B4-BE49-F238E27FC236}">
                <a16:creationId xmlns:a16="http://schemas.microsoft.com/office/drawing/2014/main" id="{37E4400C-029C-418D-8338-7C36843646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stick figure">
            <a:extLst>
              <a:ext uri="{FF2B5EF4-FFF2-40B4-BE49-F238E27FC236}">
                <a16:creationId xmlns:a16="http://schemas.microsoft.com/office/drawing/2014/main" id="{38BF987C-B380-402F-8C63-0210D0785F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mage result for stick figure">
            <a:extLst>
              <a:ext uri="{FF2B5EF4-FFF2-40B4-BE49-F238E27FC236}">
                <a16:creationId xmlns:a16="http://schemas.microsoft.com/office/drawing/2014/main" id="{5E503908-7F16-4D21-A6B4-478E03DD8D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Image result for stick figure">
            <a:extLst>
              <a:ext uri="{FF2B5EF4-FFF2-40B4-BE49-F238E27FC236}">
                <a16:creationId xmlns:a16="http://schemas.microsoft.com/office/drawing/2014/main" id="{8AC551F6-25CF-40F0-B37E-A415171C6B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Image result for stick figure">
            <a:extLst>
              <a:ext uri="{FF2B5EF4-FFF2-40B4-BE49-F238E27FC236}">
                <a16:creationId xmlns:a16="http://schemas.microsoft.com/office/drawing/2014/main" id="{0E82715D-7411-4B37-87F5-38B53440C4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mage result for stick figure">
            <a:extLst>
              <a:ext uri="{FF2B5EF4-FFF2-40B4-BE49-F238E27FC236}">
                <a16:creationId xmlns:a16="http://schemas.microsoft.com/office/drawing/2014/main" id="{50B6CED2-C1B6-45C7-8E22-1B353F55A9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mage result for stick figure">
            <a:extLst>
              <a:ext uri="{FF2B5EF4-FFF2-40B4-BE49-F238E27FC236}">
                <a16:creationId xmlns:a16="http://schemas.microsoft.com/office/drawing/2014/main" id="{F7C21879-9445-452D-88AB-30CF9A4BED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mage result for stick figure">
            <a:extLst>
              <a:ext uri="{FF2B5EF4-FFF2-40B4-BE49-F238E27FC236}">
                <a16:creationId xmlns:a16="http://schemas.microsoft.com/office/drawing/2014/main" id="{E5A6233D-D31A-41BE-94D7-4929E171D3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stick figure">
            <a:extLst>
              <a:ext uri="{FF2B5EF4-FFF2-40B4-BE49-F238E27FC236}">
                <a16:creationId xmlns:a16="http://schemas.microsoft.com/office/drawing/2014/main" id="{78C55782-B50A-4BF1-851A-93E434BA30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stick figure">
            <a:extLst>
              <a:ext uri="{FF2B5EF4-FFF2-40B4-BE49-F238E27FC236}">
                <a16:creationId xmlns:a16="http://schemas.microsoft.com/office/drawing/2014/main" id="{8B89AA33-4CB2-4E13-A8A6-513701C2F8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stick figure">
            <a:extLst>
              <a:ext uri="{FF2B5EF4-FFF2-40B4-BE49-F238E27FC236}">
                <a16:creationId xmlns:a16="http://schemas.microsoft.com/office/drawing/2014/main" id="{277AD25E-763A-4295-ACCE-669B031E2D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stick figure">
            <a:extLst>
              <a:ext uri="{FF2B5EF4-FFF2-40B4-BE49-F238E27FC236}">
                <a16:creationId xmlns:a16="http://schemas.microsoft.com/office/drawing/2014/main" id="{2F4E6671-1F65-46E3-AA63-628904B6FA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stick figure">
            <a:extLst>
              <a:ext uri="{FF2B5EF4-FFF2-40B4-BE49-F238E27FC236}">
                <a16:creationId xmlns:a16="http://schemas.microsoft.com/office/drawing/2014/main" id="{7DD52C29-0E9E-4006-83AE-756D64F4A2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stick figure">
            <a:extLst>
              <a:ext uri="{FF2B5EF4-FFF2-40B4-BE49-F238E27FC236}">
                <a16:creationId xmlns:a16="http://schemas.microsoft.com/office/drawing/2014/main" id="{9D9AA79B-A4CD-4D96-8D89-0DF31AC264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stick figure">
            <a:extLst>
              <a:ext uri="{FF2B5EF4-FFF2-40B4-BE49-F238E27FC236}">
                <a16:creationId xmlns:a16="http://schemas.microsoft.com/office/drawing/2014/main" id="{0FB4451A-125A-41FA-91EE-B189EEB1C1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Image result for stick figure">
            <a:extLst>
              <a:ext uri="{FF2B5EF4-FFF2-40B4-BE49-F238E27FC236}">
                <a16:creationId xmlns:a16="http://schemas.microsoft.com/office/drawing/2014/main" id="{8320E3FF-3B7C-4B86-8ACE-6D82DE06E5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Image result for stick figure">
            <a:extLst>
              <a:ext uri="{FF2B5EF4-FFF2-40B4-BE49-F238E27FC236}">
                <a16:creationId xmlns:a16="http://schemas.microsoft.com/office/drawing/2014/main" id="{3AC505E7-8F26-46E7-B299-7E1085DA0E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stick figure">
            <a:extLst>
              <a:ext uri="{FF2B5EF4-FFF2-40B4-BE49-F238E27FC236}">
                <a16:creationId xmlns:a16="http://schemas.microsoft.com/office/drawing/2014/main" id="{92C011CC-21EF-4AAC-A8F6-320875C32B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Image result for stick figure">
            <a:extLst>
              <a:ext uri="{FF2B5EF4-FFF2-40B4-BE49-F238E27FC236}">
                <a16:creationId xmlns:a16="http://schemas.microsoft.com/office/drawing/2014/main" id="{F0D4FDD1-5FEC-4ECA-9DF9-CF30775FAF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Image result for stick figure">
            <a:extLst>
              <a:ext uri="{FF2B5EF4-FFF2-40B4-BE49-F238E27FC236}">
                <a16:creationId xmlns:a16="http://schemas.microsoft.com/office/drawing/2014/main" id="{0A3A5CAF-2BBD-4C97-AF72-F1A4B58E31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Image result for stick figure">
            <a:extLst>
              <a:ext uri="{FF2B5EF4-FFF2-40B4-BE49-F238E27FC236}">
                <a16:creationId xmlns:a16="http://schemas.microsoft.com/office/drawing/2014/main" id="{6D611B0D-23B0-4C6E-89BF-A61C6E7CB7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 descr="Image result for stick figure">
            <a:extLst>
              <a:ext uri="{FF2B5EF4-FFF2-40B4-BE49-F238E27FC236}">
                <a16:creationId xmlns:a16="http://schemas.microsoft.com/office/drawing/2014/main" id="{412AB7E6-685C-41F1-8EB2-DF9C534970B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86332" y="1582845"/>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6" name="Picture 2" descr="Image result for stick figure">
            <a:extLst>
              <a:ext uri="{FF2B5EF4-FFF2-40B4-BE49-F238E27FC236}">
                <a16:creationId xmlns:a16="http://schemas.microsoft.com/office/drawing/2014/main" id="{603B97EC-5C0D-4193-AE13-9FE55CD76EE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08948"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7" name="Picture 2" descr="Image result for stick figure">
            <a:extLst>
              <a:ext uri="{FF2B5EF4-FFF2-40B4-BE49-F238E27FC236}">
                <a16:creationId xmlns:a16="http://schemas.microsoft.com/office/drawing/2014/main" id="{15C0B2E3-9DE5-49E3-8D6B-6C0574FCBE5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08247"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8" name="Picture 2" descr="Image result for stick figure">
            <a:extLst>
              <a:ext uri="{FF2B5EF4-FFF2-40B4-BE49-F238E27FC236}">
                <a16:creationId xmlns:a16="http://schemas.microsoft.com/office/drawing/2014/main" id="{4DBBEC21-C6FF-4265-8B84-2A55A8FB2EA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9" name="Picture 2" descr="Image result for stick figure">
            <a:extLst>
              <a:ext uri="{FF2B5EF4-FFF2-40B4-BE49-F238E27FC236}">
                <a16:creationId xmlns:a16="http://schemas.microsoft.com/office/drawing/2014/main" id="{B76AB2BF-00B2-412F-B4BD-1DCCC748AB3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6" name="Picture 2" descr="Image result for stick figure">
            <a:extLst>
              <a:ext uri="{FF2B5EF4-FFF2-40B4-BE49-F238E27FC236}">
                <a16:creationId xmlns:a16="http://schemas.microsoft.com/office/drawing/2014/main" id="{BFDB9582-3580-4703-8A09-4EA4513D70D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2293" y="2418216"/>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7" name="Picture 2" descr="Image result for stick figure">
            <a:extLst>
              <a:ext uri="{FF2B5EF4-FFF2-40B4-BE49-F238E27FC236}">
                <a16:creationId xmlns:a16="http://schemas.microsoft.com/office/drawing/2014/main" id="{B458D125-469D-47A7-8945-8F8CF3C0A69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1585" y="24189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8" name="Picture 2" descr="Image result for stick figure">
            <a:extLst>
              <a:ext uri="{FF2B5EF4-FFF2-40B4-BE49-F238E27FC236}">
                <a16:creationId xmlns:a16="http://schemas.microsoft.com/office/drawing/2014/main" id="{771E84B5-9BDC-4AF1-AF1D-495C0E3228D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28337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9" name="Picture 2" descr="Image result for stick figure">
            <a:extLst>
              <a:ext uri="{FF2B5EF4-FFF2-40B4-BE49-F238E27FC236}">
                <a16:creationId xmlns:a16="http://schemas.microsoft.com/office/drawing/2014/main" id="{B4D20E0B-43E1-4226-BA51-EEA188EB10A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32485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20" name="Picture 2" descr="Image result for stick figure">
            <a:extLst>
              <a:ext uri="{FF2B5EF4-FFF2-40B4-BE49-F238E27FC236}">
                <a16:creationId xmlns:a16="http://schemas.microsoft.com/office/drawing/2014/main" id="{C92F58A3-52C4-4368-8A19-9C5A97704EA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05617" y="324934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121" name="TextBox 120">
            <a:extLst>
              <a:ext uri="{FF2B5EF4-FFF2-40B4-BE49-F238E27FC236}">
                <a16:creationId xmlns:a16="http://schemas.microsoft.com/office/drawing/2014/main" id="{40EF3291-F8B3-41E5-B534-3029E9A10D67}"/>
              </a:ext>
            </a:extLst>
          </p:cNvPr>
          <p:cNvSpPr txBox="1"/>
          <p:nvPr/>
        </p:nvSpPr>
        <p:spPr>
          <a:xfrm>
            <a:off x="5299918" y="1180421"/>
            <a:ext cx="1199046" cy="369332"/>
          </a:xfrm>
          <a:prstGeom prst="rect">
            <a:avLst/>
          </a:prstGeom>
          <a:noFill/>
        </p:spPr>
        <p:txBody>
          <a:bodyPr wrap="none" rtlCol="0">
            <a:spAutoFit/>
          </a:bodyPr>
          <a:lstStyle/>
          <a:p>
            <a:r>
              <a:rPr lang="en-AU">
                <a:solidFill>
                  <a:srgbClr val="0070C0"/>
                </a:solidFill>
              </a:rPr>
              <a:t>Population</a:t>
            </a:r>
          </a:p>
        </p:txBody>
      </p:sp>
      <p:sp>
        <p:nvSpPr>
          <p:cNvPr id="123" name="Rectangle 122">
            <a:extLst>
              <a:ext uri="{FF2B5EF4-FFF2-40B4-BE49-F238E27FC236}">
                <a16:creationId xmlns:a16="http://schemas.microsoft.com/office/drawing/2014/main" id="{7186F018-211A-4A96-80C1-270482A05747}"/>
              </a:ext>
            </a:extLst>
          </p:cNvPr>
          <p:cNvSpPr/>
          <p:nvPr/>
        </p:nvSpPr>
        <p:spPr>
          <a:xfrm>
            <a:off x="10149903" y="2483713"/>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Rectangle 123">
            <a:extLst>
              <a:ext uri="{FF2B5EF4-FFF2-40B4-BE49-F238E27FC236}">
                <a16:creationId xmlns:a16="http://schemas.microsoft.com/office/drawing/2014/main" id="{8D44E241-4F37-4814-B10A-855F0FA9C1DE}"/>
              </a:ext>
            </a:extLst>
          </p:cNvPr>
          <p:cNvSpPr/>
          <p:nvPr/>
        </p:nvSpPr>
        <p:spPr>
          <a:xfrm rot="5400000">
            <a:off x="8624601" y="3803877"/>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Isosceles Triangle 124">
            <a:extLst>
              <a:ext uri="{FF2B5EF4-FFF2-40B4-BE49-F238E27FC236}">
                <a16:creationId xmlns:a16="http://schemas.microsoft.com/office/drawing/2014/main" id="{DC10F6F3-7A21-4436-BB35-838B53F05EBE}"/>
              </a:ext>
            </a:extLst>
          </p:cNvPr>
          <p:cNvSpPr/>
          <p:nvPr/>
        </p:nvSpPr>
        <p:spPr>
          <a:xfrm rot="16200000">
            <a:off x="7991848" y="2275597"/>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6" name="Rectangle 125">
            <a:extLst>
              <a:ext uri="{FF2B5EF4-FFF2-40B4-BE49-F238E27FC236}">
                <a16:creationId xmlns:a16="http://schemas.microsoft.com/office/drawing/2014/main" id="{74BB9C2D-668A-4206-8961-A9A6275A403F}"/>
              </a:ext>
            </a:extLst>
          </p:cNvPr>
          <p:cNvSpPr/>
          <p:nvPr/>
        </p:nvSpPr>
        <p:spPr>
          <a:xfrm rot="5400000">
            <a:off x="9285484" y="1819953"/>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TextBox 126">
            <a:extLst>
              <a:ext uri="{FF2B5EF4-FFF2-40B4-BE49-F238E27FC236}">
                <a16:creationId xmlns:a16="http://schemas.microsoft.com/office/drawing/2014/main" id="{F473E982-E9CF-45F2-9746-866CD308D619}"/>
              </a:ext>
            </a:extLst>
          </p:cNvPr>
          <p:cNvSpPr txBox="1"/>
          <p:nvPr/>
        </p:nvSpPr>
        <p:spPr>
          <a:xfrm>
            <a:off x="6488724" y="4580792"/>
            <a:ext cx="829073" cy="369332"/>
          </a:xfrm>
          <a:prstGeom prst="rect">
            <a:avLst/>
          </a:prstGeom>
          <a:noFill/>
        </p:spPr>
        <p:txBody>
          <a:bodyPr wrap="none" rtlCol="0">
            <a:spAutoFit/>
          </a:bodyPr>
          <a:lstStyle/>
          <a:p>
            <a:r>
              <a:rPr lang="en-AU" b="1" dirty="0">
                <a:latin typeface="Agency FB" panose="020B0503020202020204" pitchFamily="34" charset="0"/>
              </a:rPr>
              <a:t>statistic</a:t>
            </a:r>
          </a:p>
        </p:txBody>
      </p:sp>
      <p:sp>
        <p:nvSpPr>
          <p:cNvPr id="128" name="TextBox 127">
            <a:extLst>
              <a:ext uri="{FF2B5EF4-FFF2-40B4-BE49-F238E27FC236}">
                <a16:creationId xmlns:a16="http://schemas.microsoft.com/office/drawing/2014/main" id="{B272D19B-A7E3-4E90-B94F-F8D333E78D7F}"/>
              </a:ext>
            </a:extLst>
          </p:cNvPr>
          <p:cNvSpPr txBox="1"/>
          <p:nvPr/>
        </p:nvSpPr>
        <p:spPr>
          <a:xfrm>
            <a:off x="8106998" y="1515208"/>
            <a:ext cx="1029449" cy="369332"/>
          </a:xfrm>
          <a:prstGeom prst="rect">
            <a:avLst/>
          </a:prstGeom>
          <a:noFill/>
        </p:spPr>
        <p:txBody>
          <a:bodyPr wrap="none" rtlCol="0">
            <a:spAutoFit/>
          </a:bodyPr>
          <a:lstStyle/>
          <a:p>
            <a:r>
              <a:rPr lang="en-AU" b="1" dirty="0">
                <a:latin typeface="Agency FB" panose="020B0503020202020204" pitchFamily="34" charset="0"/>
              </a:rPr>
              <a:t>parameter</a:t>
            </a:r>
          </a:p>
        </p:txBody>
      </p:sp>
      <p:sp>
        <p:nvSpPr>
          <p:cNvPr id="115" name="TextBox 114">
            <a:extLst>
              <a:ext uri="{FF2B5EF4-FFF2-40B4-BE49-F238E27FC236}">
                <a16:creationId xmlns:a16="http://schemas.microsoft.com/office/drawing/2014/main" id="{958BBA28-7399-4F27-B568-1ECA3C465019}"/>
              </a:ext>
            </a:extLst>
          </p:cNvPr>
          <p:cNvSpPr txBox="1"/>
          <p:nvPr/>
        </p:nvSpPr>
        <p:spPr>
          <a:xfrm>
            <a:off x="4910551" y="5685531"/>
            <a:ext cx="2143557" cy="369332"/>
          </a:xfrm>
          <a:prstGeom prst="rect">
            <a:avLst/>
          </a:prstGeom>
          <a:noFill/>
        </p:spPr>
        <p:txBody>
          <a:bodyPr wrap="square" rtlCol="0">
            <a:spAutoFit/>
          </a:bodyPr>
          <a:lstStyle/>
          <a:p>
            <a:pPr algn="ctr"/>
            <a:r>
              <a:rPr lang="en-AU" dirty="0">
                <a:solidFill>
                  <a:srgbClr val="FF0000"/>
                </a:solidFill>
              </a:rPr>
              <a:t>(Observed Data)</a:t>
            </a:r>
          </a:p>
        </p:txBody>
      </p:sp>
      <p:sp>
        <p:nvSpPr>
          <p:cNvPr id="129" name="Down Arrow 16">
            <a:extLst>
              <a:ext uri="{FF2B5EF4-FFF2-40B4-BE49-F238E27FC236}">
                <a16:creationId xmlns:a16="http://schemas.microsoft.com/office/drawing/2014/main" id="{5CBC5BCB-3585-4985-BF74-37628BADC720}"/>
              </a:ext>
            </a:extLst>
          </p:cNvPr>
          <p:cNvSpPr/>
          <p:nvPr/>
        </p:nvSpPr>
        <p:spPr>
          <a:xfrm rot="5400000">
            <a:off x="3386047" y="1526549"/>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Down Arrow 16">
            <a:extLst>
              <a:ext uri="{FF2B5EF4-FFF2-40B4-BE49-F238E27FC236}">
                <a16:creationId xmlns:a16="http://schemas.microsoft.com/office/drawing/2014/main" id="{B9A61770-F08C-458C-B222-AE22BB75198B}"/>
              </a:ext>
            </a:extLst>
          </p:cNvPr>
          <p:cNvSpPr/>
          <p:nvPr/>
        </p:nvSpPr>
        <p:spPr>
          <a:xfrm rot="5400000">
            <a:off x="3392385" y="2105681"/>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Down Arrow 16">
            <a:extLst>
              <a:ext uri="{FF2B5EF4-FFF2-40B4-BE49-F238E27FC236}">
                <a16:creationId xmlns:a16="http://schemas.microsoft.com/office/drawing/2014/main" id="{D7DB37EF-4768-4D02-B125-A69F11B20165}"/>
              </a:ext>
            </a:extLst>
          </p:cNvPr>
          <p:cNvSpPr/>
          <p:nvPr/>
        </p:nvSpPr>
        <p:spPr>
          <a:xfrm rot="5400000">
            <a:off x="3398723" y="2684813"/>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2" name="Rounded Rectangle 10">
            <a:extLst>
              <a:ext uri="{FF2B5EF4-FFF2-40B4-BE49-F238E27FC236}">
                <a16:creationId xmlns:a16="http://schemas.microsoft.com/office/drawing/2014/main" id="{DD09868D-4A5C-478D-BC96-DD4B3BF857DB}"/>
              </a:ext>
            </a:extLst>
          </p:cNvPr>
          <p:cNvSpPr/>
          <p:nvPr/>
        </p:nvSpPr>
        <p:spPr>
          <a:xfrm>
            <a:off x="1008309" y="168029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3" name="Picture 2" descr="Image result for stick figure">
            <a:extLst>
              <a:ext uri="{FF2B5EF4-FFF2-40B4-BE49-F238E27FC236}">
                <a16:creationId xmlns:a16="http://schemas.microsoft.com/office/drawing/2014/main" id="{36143745-603A-412F-837F-78508F61B48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385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Image result for stick figure">
            <a:extLst>
              <a:ext uri="{FF2B5EF4-FFF2-40B4-BE49-F238E27FC236}">
                <a16:creationId xmlns:a16="http://schemas.microsoft.com/office/drawing/2014/main" id="{009CADC7-FEC9-4BAD-A80E-07DD3E651C5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6718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Image result for stick figure">
            <a:extLst>
              <a:ext uri="{FF2B5EF4-FFF2-40B4-BE49-F238E27FC236}">
                <a16:creationId xmlns:a16="http://schemas.microsoft.com/office/drawing/2014/main" id="{57E3FB01-C53C-4E8C-8BD3-13533FF50EC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052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Image result for stick figure">
            <a:extLst>
              <a:ext uri="{FF2B5EF4-FFF2-40B4-BE49-F238E27FC236}">
                <a16:creationId xmlns:a16="http://schemas.microsoft.com/office/drawing/2014/main" id="{F8FDCF60-0CD5-4DAE-83F1-38F0A3F56B1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7385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Image result for stick figure">
            <a:extLst>
              <a:ext uri="{FF2B5EF4-FFF2-40B4-BE49-F238E27FC236}">
                <a16:creationId xmlns:a16="http://schemas.microsoft.com/office/drawing/2014/main" id="{AAEFC1B4-6CA8-4D76-920E-9F8545CDBE6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7718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Image result for stick figure">
            <a:extLst>
              <a:ext uri="{FF2B5EF4-FFF2-40B4-BE49-F238E27FC236}">
                <a16:creationId xmlns:a16="http://schemas.microsoft.com/office/drawing/2014/main" id="{D1A80F18-7FDA-4C3F-B564-2FD2F2407F0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6648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Image result for stick figure">
            <a:extLst>
              <a:ext uri="{FF2B5EF4-FFF2-40B4-BE49-F238E27FC236}">
                <a16:creationId xmlns:a16="http://schemas.microsoft.com/office/drawing/2014/main" id="{74A31676-960C-454A-ABDC-9AEAA9BBBE0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6981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Image result for stick figure">
            <a:extLst>
              <a:ext uri="{FF2B5EF4-FFF2-40B4-BE49-F238E27FC236}">
                <a16:creationId xmlns:a16="http://schemas.microsoft.com/office/drawing/2014/main" id="{52B179F4-A631-4BE7-A895-A953D5BF9E9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7315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Image result for stick figure">
            <a:extLst>
              <a:ext uri="{FF2B5EF4-FFF2-40B4-BE49-F238E27FC236}">
                <a16:creationId xmlns:a16="http://schemas.microsoft.com/office/drawing/2014/main" id="{F3A81112-BD6D-4753-AA54-CBD79E6198E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7648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Image result for stick figure">
            <a:extLst>
              <a:ext uri="{FF2B5EF4-FFF2-40B4-BE49-F238E27FC236}">
                <a16:creationId xmlns:a16="http://schemas.microsoft.com/office/drawing/2014/main" id="{568C8C35-220B-4E4E-92DD-43B6350FDD6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981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44" name="Rounded Rectangle 10">
            <a:extLst>
              <a:ext uri="{FF2B5EF4-FFF2-40B4-BE49-F238E27FC236}">
                <a16:creationId xmlns:a16="http://schemas.microsoft.com/office/drawing/2014/main" id="{96E05841-7C5D-4DEE-BF23-474DBD0685C6}"/>
              </a:ext>
            </a:extLst>
          </p:cNvPr>
          <p:cNvSpPr/>
          <p:nvPr/>
        </p:nvSpPr>
        <p:spPr>
          <a:xfrm>
            <a:off x="1016330" y="2253803"/>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5" name="Picture 2" descr="Image result for stick figure">
            <a:extLst>
              <a:ext uri="{FF2B5EF4-FFF2-40B4-BE49-F238E27FC236}">
                <a16:creationId xmlns:a16="http://schemas.microsoft.com/office/drawing/2014/main" id="{8E9E07C9-AC6E-40A3-BF03-81BAF664F43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187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Image result for stick figure">
            <a:extLst>
              <a:ext uri="{FF2B5EF4-FFF2-40B4-BE49-F238E27FC236}">
                <a16:creationId xmlns:a16="http://schemas.microsoft.com/office/drawing/2014/main" id="{4FAA11CD-5B3F-4348-9E6E-55421BAFFE1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7521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2" descr="Image result for stick figure">
            <a:extLst>
              <a:ext uri="{FF2B5EF4-FFF2-40B4-BE49-F238E27FC236}">
                <a16:creationId xmlns:a16="http://schemas.microsoft.com/office/drawing/2014/main" id="{78D8C6F2-AEEB-4230-9367-991389B7A8D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854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 descr="Image result for stick figure">
            <a:extLst>
              <a:ext uri="{FF2B5EF4-FFF2-40B4-BE49-F238E27FC236}">
                <a16:creationId xmlns:a16="http://schemas.microsoft.com/office/drawing/2014/main" id="{70E87723-2D55-4690-93DF-B0080A9C23C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187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 descr="Image result for stick figure">
            <a:extLst>
              <a:ext uri="{FF2B5EF4-FFF2-40B4-BE49-F238E27FC236}">
                <a16:creationId xmlns:a16="http://schemas.microsoft.com/office/drawing/2014/main" id="{4EC59268-BEBD-442F-BD0F-00B813E8140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520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 descr="Image result for stick figure">
            <a:extLst>
              <a:ext uri="{FF2B5EF4-FFF2-40B4-BE49-F238E27FC236}">
                <a16:creationId xmlns:a16="http://schemas.microsoft.com/office/drawing/2014/main" id="{16C284E2-F13C-4431-B224-7CE3EA48C0F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450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Image result for stick figure">
            <a:extLst>
              <a:ext uri="{FF2B5EF4-FFF2-40B4-BE49-F238E27FC236}">
                <a16:creationId xmlns:a16="http://schemas.microsoft.com/office/drawing/2014/main" id="{BD292A6C-F999-4001-9EE2-A674115920C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7784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2" descr="Image result for stick figure">
            <a:extLst>
              <a:ext uri="{FF2B5EF4-FFF2-40B4-BE49-F238E27FC236}">
                <a16:creationId xmlns:a16="http://schemas.microsoft.com/office/drawing/2014/main" id="{F12F9E33-240B-44A9-847D-39C8758AC5D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7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2" descr="Image result for stick figure">
            <a:extLst>
              <a:ext uri="{FF2B5EF4-FFF2-40B4-BE49-F238E27FC236}">
                <a16:creationId xmlns:a16="http://schemas.microsoft.com/office/drawing/2014/main" id="{6D1DE9F8-0CC6-4231-8056-BDAAFE607BA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8450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2" descr="Image result for stick figure">
            <a:extLst>
              <a:ext uri="{FF2B5EF4-FFF2-40B4-BE49-F238E27FC236}">
                <a16:creationId xmlns:a16="http://schemas.microsoft.com/office/drawing/2014/main" id="{A274E09C-AEF5-4161-B417-9FDF4142339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8783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55" name="Rounded Rectangle 10">
            <a:extLst>
              <a:ext uri="{FF2B5EF4-FFF2-40B4-BE49-F238E27FC236}">
                <a16:creationId xmlns:a16="http://schemas.microsoft.com/office/drawing/2014/main" id="{32C5F10C-0A28-474E-93BC-D4A5822DDE42}"/>
              </a:ext>
            </a:extLst>
          </p:cNvPr>
          <p:cNvSpPr/>
          <p:nvPr/>
        </p:nvSpPr>
        <p:spPr>
          <a:xfrm>
            <a:off x="1024351" y="282730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6" name="Picture 2" descr="Image result for stick figure">
            <a:extLst>
              <a:ext uri="{FF2B5EF4-FFF2-40B4-BE49-F238E27FC236}">
                <a16:creationId xmlns:a16="http://schemas.microsoft.com/office/drawing/2014/main" id="{F4423AC2-0B62-48FE-AA55-594D19E95E6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90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2" descr="Image result for stick figure">
            <a:extLst>
              <a:ext uri="{FF2B5EF4-FFF2-40B4-BE49-F238E27FC236}">
                <a16:creationId xmlns:a16="http://schemas.microsoft.com/office/drawing/2014/main" id="{5EBAFD26-623F-4D9F-BCA6-C7D2B25DB82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8323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8" name="Picture 2" descr="Image result for stick figure">
            <a:extLst>
              <a:ext uri="{FF2B5EF4-FFF2-40B4-BE49-F238E27FC236}">
                <a16:creationId xmlns:a16="http://schemas.microsoft.com/office/drawing/2014/main" id="{437B78F1-3F1D-4EBF-B9DF-7171C0773AF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8656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2" descr="Image result for stick figure">
            <a:extLst>
              <a:ext uri="{FF2B5EF4-FFF2-40B4-BE49-F238E27FC236}">
                <a16:creationId xmlns:a16="http://schemas.microsoft.com/office/drawing/2014/main" id="{982B12FB-F17B-4CCC-92E4-B0D3A102605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989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0" name="Picture 2" descr="Image result for stick figure">
            <a:extLst>
              <a:ext uri="{FF2B5EF4-FFF2-40B4-BE49-F238E27FC236}">
                <a16:creationId xmlns:a16="http://schemas.microsoft.com/office/drawing/2014/main" id="{F09BCD14-2063-4123-B2BE-C51BA620141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9322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1" name="Picture 2" descr="Image result for stick figure">
            <a:extLst>
              <a:ext uri="{FF2B5EF4-FFF2-40B4-BE49-F238E27FC236}">
                <a16:creationId xmlns:a16="http://schemas.microsoft.com/office/drawing/2014/main" id="{32979777-0C1B-4751-97D7-CAA22904224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8253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2" name="Picture 2" descr="Image result for stick figure">
            <a:extLst>
              <a:ext uri="{FF2B5EF4-FFF2-40B4-BE49-F238E27FC236}">
                <a16:creationId xmlns:a16="http://schemas.microsoft.com/office/drawing/2014/main" id="{6A5E59B7-B648-4B56-979F-99882C4F136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86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2" descr="Image result for stick figure">
            <a:extLst>
              <a:ext uri="{FF2B5EF4-FFF2-40B4-BE49-F238E27FC236}">
                <a16:creationId xmlns:a16="http://schemas.microsoft.com/office/drawing/2014/main" id="{BEFE7040-DF53-42AF-B50B-21222E486BE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919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2" descr="Image result for stick figure">
            <a:extLst>
              <a:ext uri="{FF2B5EF4-FFF2-40B4-BE49-F238E27FC236}">
                <a16:creationId xmlns:a16="http://schemas.microsoft.com/office/drawing/2014/main" id="{B057D440-953F-4197-BFED-AF86FD972EB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9252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 descr="Image result for stick figure">
            <a:extLst>
              <a:ext uri="{FF2B5EF4-FFF2-40B4-BE49-F238E27FC236}">
                <a16:creationId xmlns:a16="http://schemas.microsoft.com/office/drawing/2014/main" id="{4E6430F8-7DC3-44D4-8D2E-CBAA11E2765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85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D161460A-2EB6-4237-A223-928066EDAC62}"/>
              </a:ext>
            </a:extLst>
          </p:cNvPr>
          <p:cNvCxnSpPr>
            <a:cxnSpLocks/>
          </p:cNvCxnSpPr>
          <p:nvPr/>
        </p:nvCxnSpPr>
        <p:spPr>
          <a:xfrm>
            <a:off x="3705726" y="1180421"/>
            <a:ext cx="0" cy="2790000"/>
          </a:xfrm>
          <a:prstGeom prst="line">
            <a:avLst/>
          </a:prstGeom>
          <a:ln w="12700">
            <a:solidFill>
              <a:srgbClr val="FF66FF"/>
            </a:solidFill>
            <a:prstDash val="dash"/>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BF1AB1FA-B17D-4B73-BAAF-0846BD7DD5E6}"/>
              </a:ext>
            </a:extLst>
          </p:cNvPr>
          <p:cNvSpPr txBox="1"/>
          <p:nvPr/>
        </p:nvSpPr>
        <p:spPr>
          <a:xfrm>
            <a:off x="1037876" y="3363789"/>
            <a:ext cx="2051332" cy="369332"/>
          </a:xfrm>
          <a:prstGeom prst="rect">
            <a:avLst/>
          </a:prstGeom>
          <a:noFill/>
        </p:spPr>
        <p:txBody>
          <a:bodyPr wrap="square" rtlCol="0">
            <a:spAutoFit/>
          </a:bodyPr>
          <a:lstStyle/>
          <a:p>
            <a:pPr algn="ctr"/>
            <a:r>
              <a:rPr lang="en-AU" dirty="0">
                <a:solidFill>
                  <a:srgbClr val="FF66FF"/>
                </a:solidFill>
              </a:rPr>
              <a:t>(Potential Data)</a:t>
            </a:r>
          </a:p>
        </p:txBody>
      </p:sp>
      <p:sp>
        <p:nvSpPr>
          <p:cNvPr id="169" name="TextBox 168">
            <a:extLst>
              <a:ext uri="{FF2B5EF4-FFF2-40B4-BE49-F238E27FC236}">
                <a16:creationId xmlns:a16="http://schemas.microsoft.com/office/drawing/2014/main" id="{33F16611-C187-4BB7-94BE-D4F38DBF5748}"/>
              </a:ext>
            </a:extLst>
          </p:cNvPr>
          <p:cNvSpPr txBox="1"/>
          <p:nvPr/>
        </p:nvSpPr>
        <p:spPr>
          <a:xfrm>
            <a:off x="4041898" y="5268436"/>
            <a:ext cx="875561" cy="369332"/>
          </a:xfrm>
          <a:prstGeom prst="rect">
            <a:avLst/>
          </a:prstGeom>
          <a:noFill/>
        </p:spPr>
        <p:txBody>
          <a:bodyPr wrap="none" rtlCol="0">
            <a:spAutoFit/>
          </a:bodyPr>
          <a:lstStyle/>
          <a:p>
            <a:r>
              <a:rPr lang="en-AU" dirty="0">
                <a:solidFill>
                  <a:srgbClr val="FF0000"/>
                </a:solidFill>
              </a:rPr>
              <a:t>Sample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77AA3FF-7F8F-4038-9E5A-921E3E00A1E7}"/>
                  </a:ext>
                </a:extLst>
              </p:cNvPr>
              <p:cNvSpPr txBox="1"/>
              <p:nvPr/>
            </p:nvSpPr>
            <p:spPr>
              <a:xfrm>
                <a:off x="1377614" y="3730237"/>
                <a:ext cx="14608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i="1" smtClean="0">
                              <a:solidFill>
                                <a:srgbClr val="FF66FF"/>
                              </a:solidFill>
                              <a:latin typeface="Cambria Math" panose="02040503050406030204" pitchFamily="18" charset="0"/>
                            </a:rPr>
                          </m:ctrlPr>
                        </m:sSubPr>
                        <m:e>
                          <m:r>
                            <m:rPr>
                              <m:sty m:val="p"/>
                            </m:rPr>
                            <a:rPr lang="en-AU" b="0" i="0" smtClean="0">
                              <a:solidFill>
                                <a:srgbClr val="FF66FF"/>
                              </a:solidFill>
                              <a:latin typeface="Cambria Math" panose="02040503050406030204" pitchFamily="18" charset="0"/>
                            </a:rPr>
                            <m:t>X</m:t>
                          </m:r>
                        </m:e>
                        <m:sub>
                          <m:r>
                            <a:rPr lang="en-AU" b="0" i="0" smtClean="0">
                              <a:solidFill>
                                <a:srgbClr val="FF66FF"/>
                              </a:solidFill>
                              <a:latin typeface="Cambria Math" panose="02040503050406030204" pitchFamily="18" charset="0"/>
                            </a:rPr>
                            <m:t>1</m:t>
                          </m:r>
                        </m:sub>
                      </m:sSub>
                      <m:r>
                        <a:rPr lang="en-AU" b="0" i="0" smtClean="0">
                          <a:solidFill>
                            <a:srgbClr val="FF66FF"/>
                          </a:solidFill>
                          <a:latin typeface="Cambria Math" panose="02040503050406030204" pitchFamily="18" charset="0"/>
                        </a:rPr>
                        <m:t>,</m:t>
                      </m:r>
                      <m:sSub>
                        <m:sSubPr>
                          <m:ctrlPr>
                            <a:rPr lang="en-AU" b="0" i="1" smtClean="0">
                              <a:solidFill>
                                <a:srgbClr val="FF66FF"/>
                              </a:solidFill>
                              <a:latin typeface="Cambria Math" panose="02040503050406030204" pitchFamily="18" charset="0"/>
                            </a:rPr>
                          </m:ctrlPr>
                        </m:sSubPr>
                        <m:e>
                          <m:r>
                            <m:rPr>
                              <m:sty m:val="p"/>
                            </m:rPr>
                            <a:rPr lang="en-AU" b="0" i="0" smtClean="0">
                              <a:solidFill>
                                <a:srgbClr val="FF66FF"/>
                              </a:solidFill>
                              <a:latin typeface="Cambria Math" panose="02040503050406030204" pitchFamily="18" charset="0"/>
                            </a:rPr>
                            <m:t>X</m:t>
                          </m:r>
                        </m:e>
                        <m:sub>
                          <m:r>
                            <a:rPr lang="en-AU" b="0" i="0" smtClean="0">
                              <a:solidFill>
                                <a:srgbClr val="FF66FF"/>
                              </a:solidFill>
                              <a:latin typeface="Cambria Math" panose="02040503050406030204" pitchFamily="18" charset="0"/>
                            </a:rPr>
                            <m:t>2</m:t>
                          </m:r>
                        </m:sub>
                      </m:sSub>
                      <m:r>
                        <a:rPr lang="en-AU" b="0" i="0" smtClean="0">
                          <a:solidFill>
                            <a:srgbClr val="FF66FF"/>
                          </a:solidFill>
                          <a:latin typeface="Cambria Math" panose="02040503050406030204" pitchFamily="18" charset="0"/>
                        </a:rPr>
                        <m:t>,</m:t>
                      </m:r>
                      <m:sSub>
                        <m:sSubPr>
                          <m:ctrlPr>
                            <a:rPr lang="en-AU" b="0" i="1" smtClean="0">
                              <a:solidFill>
                                <a:srgbClr val="FF66FF"/>
                              </a:solidFill>
                              <a:latin typeface="Cambria Math" panose="02040503050406030204" pitchFamily="18" charset="0"/>
                            </a:rPr>
                          </m:ctrlPr>
                        </m:sSubPr>
                        <m:e>
                          <m:r>
                            <m:rPr>
                              <m:sty m:val="p"/>
                            </m:rPr>
                            <a:rPr lang="en-AU" b="0" i="0" smtClean="0">
                              <a:solidFill>
                                <a:srgbClr val="FF66FF"/>
                              </a:solidFill>
                              <a:latin typeface="Cambria Math" panose="02040503050406030204" pitchFamily="18" charset="0"/>
                            </a:rPr>
                            <m:t>X</m:t>
                          </m:r>
                        </m:e>
                        <m:sub>
                          <m:r>
                            <a:rPr lang="en-AU" b="0" i="0" smtClean="0">
                              <a:solidFill>
                                <a:srgbClr val="FF66FF"/>
                              </a:solidFill>
                              <a:latin typeface="Cambria Math" panose="02040503050406030204" pitchFamily="18" charset="0"/>
                            </a:rPr>
                            <m:t>3</m:t>
                          </m:r>
                        </m:sub>
                      </m:sSub>
                      <m:r>
                        <a:rPr lang="en-AU" b="0" i="0" smtClean="0">
                          <a:solidFill>
                            <a:srgbClr val="FF66FF"/>
                          </a:solidFill>
                          <a:latin typeface="Cambria Math" panose="02040503050406030204" pitchFamily="18" charset="0"/>
                        </a:rPr>
                        <m:t>…</m:t>
                      </m:r>
                      <m:sSub>
                        <m:sSubPr>
                          <m:ctrlPr>
                            <a:rPr lang="en-AU" b="0" i="1" smtClean="0">
                              <a:solidFill>
                                <a:srgbClr val="FF66FF"/>
                              </a:solidFill>
                              <a:latin typeface="Cambria Math" panose="02040503050406030204" pitchFamily="18" charset="0"/>
                            </a:rPr>
                          </m:ctrlPr>
                        </m:sSubPr>
                        <m:e>
                          <m:r>
                            <m:rPr>
                              <m:sty m:val="p"/>
                            </m:rPr>
                            <a:rPr lang="en-AU" b="0" i="0" smtClean="0">
                              <a:solidFill>
                                <a:srgbClr val="FF66FF"/>
                              </a:solidFill>
                              <a:latin typeface="Cambria Math" panose="02040503050406030204" pitchFamily="18" charset="0"/>
                            </a:rPr>
                            <m:t>X</m:t>
                          </m:r>
                        </m:e>
                        <m:sub>
                          <m:r>
                            <m:rPr>
                              <m:sty m:val="p"/>
                            </m:rPr>
                            <a:rPr lang="en-AU" b="0" i="0" smtClean="0">
                              <a:solidFill>
                                <a:srgbClr val="FF66FF"/>
                              </a:solidFill>
                              <a:latin typeface="Cambria Math" panose="02040503050406030204" pitchFamily="18" charset="0"/>
                            </a:rPr>
                            <m:t>n</m:t>
                          </m:r>
                        </m:sub>
                      </m:sSub>
                    </m:oMath>
                  </m:oMathPara>
                </a14:m>
                <a:endParaRPr lang="en-AU" dirty="0">
                  <a:solidFill>
                    <a:srgbClr val="FF66FF"/>
                  </a:solidFill>
                </a:endParaRPr>
              </a:p>
            </p:txBody>
          </p:sp>
        </mc:Choice>
        <mc:Fallback xmlns="">
          <p:sp>
            <p:nvSpPr>
              <p:cNvPr id="2" name="TextBox 1">
                <a:extLst>
                  <a:ext uri="{FF2B5EF4-FFF2-40B4-BE49-F238E27FC236}">
                    <a16:creationId xmlns:a16="http://schemas.microsoft.com/office/drawing/2014/main" id="{777AA3FF-7F8F-4038-9E5A-921E3E00A1E7}"/>
                  </a:ext>
                </a:extLst>
              </p:cNvPr>
              <p:cNvSpPr txBox="1">
                <a:spLocks noRot="1" noChangeAspect="1" noMove="1" noResize="1" noEditPoints="1" noAdjustHandles="1" noChangeArrowheads="1" noChangeShapeType="1" noTextEdit="1"/>
              </p:cNvSpPr>
              <p:nvPr/>
            </p:nvSpPr>
            <p:spPr>
              <a:xfrm>
                <a:off x="1377614" y="3730237"/>
                <a:ext cx="1460849" cy="276999"/>
              </a:xfrm>
              <a:prstGeom prst="rect">
                <a:avLst/>
              </a:prstGeom>
              <a:blipFill>
                <a:blip r:embed="rId4"/>
                <a:stretch>
                  <a:fillRect l="-3750" r="-417" b="-15556"/>
                </a:stretch>
              </a:blipFill>
            </p:spPr>
            <p:txBody>
              <a:bodyPr/>
              <a:lstStyle/>
              <a:p>
                <a:r>
                  <a:rPr lang="en-AU">
                    <a:noFill/>
                  </a:rPr>
                  <a:t> </a:t>
                </a:r>
              </a:p>
            </p:txBody>
          </p:sp>
        </mc:Fallback>
      </mc:AlternateContent>
      <p:sp>
        <p:nvSpPr>
          <p:cNvPr id="166" name="TextBox 165">
            <a:extLst>
              <a:ext uri="{FF2B5EF4-FFF2-40B4-BE49-F238E27FC236}">
                <a16:creationId xmlns:a16="http://schemas.microsoft.com/office/drawing/2014/main" id="{31B36C6D-4184-47AF-B995-0212070A6F5C}"/>
              </a:ext>
            </a:extLst>
          </p:cNvPr>
          <p:cNvSpPr txBox="1"/>
          <p:nvPr/>
        </p:nvSpPr>
        <p:spPr>
          <a:xfrm>
            <a:off x="1347229" y="1219971"/>
            <a:ext cx="1582484" cy="369332"/>
          </a:xfrm>
          <a:prstGeom prst="rect">
            <a:avLst/>
          </a:prstGeom>
          <a:noFill/>
        </p:spPr>
        <p:txBody>
          <a:bodyPr wrap="none" rtlCol="0">
            <a:spAutoFit/>
          </a:bodyPr>
          <a:lstStyle/>
          <a:p>
            <a:r>
              <a:rPr lang="en-AU" b="1" dirty="0">
                <a:latin typeface="Agency FB" panose="020B0503020202020204" pitchFamily="34" charset="0"/>
              </a:rPr>
              <a:t>Random variables</a:t>
            </a:r>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813260CF-DA30-4CC9-B86F-0491AD34DBBB}"/>
                  </a:ext>
                </a:extLst>
              </p:cNvPr>
              <p:cNvSpPr txBox="1"/>
              <p:nvPr/>
            </p:nvSpPr>
            <p:spPr>
              <a:xfrm>
                <a:off x="6896098" y="5723468"/>
                <a:ext cx="13964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i="1" smtClean="0">
                              <a:solidFill>
                                <a:srgbClr val="FF0000"/>
                              </a:solidFill>
                              <a:latin typeface="Cambria Math" panose="02040503050406030204" pitchFamily="18" charset="0"/>
                            </a:rPr>
                          </m:ctrlPr>
                        </m:sSubPr>
                        <m:e>
                          <m:r>
                            <m:rPr>
                              <m:sty m:val="p"/>
                            </m:rPr>
                            <a:rPr lang="en-AU" b="0" i="0" smtClean="0">
                              <a:solidFill>
                                <a:srgbClr val="FF0000"/>
                              </a:solidFill>
                              <a:latin typeface="Cambria Math" panose="02040503050406030204" pitchFamily="18" charset="0"/>
                            </a:rPr>
                            <m:t>x</m:t>
                          </m:r>
                        </m:e>
                        <m:sub>
                          <m:r>
                            <a:rPr lang="en-AU" b="0" i="0" smtClean="0">
                              <a:solidFill>
                                <a:srgbClr val="FF0000"/>
                              </a:solidFill>
                              <a:latin typeface="Cambria Math" panose="02040503050406030204" pitchFamily="18" charset="0"/>
                            </a:rPr>
                            <m:t>1</m:t>
                          </m:r>
                        </m:sub>
                      </m:sSub>
                      <m:r>
                        <a:rPr lang="en-AU" b="0" i="0" smtClean="0">
                          <a:solidFill>
                            <a:srgbClr val="FF0000"/>
                          </a:solidFill>
                          <a:latin typeface="Cambria Math" panose="02040503050406030204" pitchFamily="18" charset="0"/>
                        </a:rPr>
                        <m:t>,</m:t>
                      </m:r>
                      <m:sSub>
                        <m:sSubPr>
                          <m:ctrlPr>
                            <a:rPr lang="en-AU" b="0" i="1" smtClean="0">
                              <a:solidFill>
                                <a:srgbClr val="FF0000"/>
                              </a:solidFill>
                              <a:latin typeface="Cambria Math" panose="02040503050406030204" pitchFamily="18" charset="0"/>
                            </a:rPr>
                          </m:ctrlPr>
                        </m:sSubPr>
                        <m:e>
                          <m:r>
                            <m:rPr>
                              <m:sty m:val="p"/>
                            </m:rPr>
                            <a:rPr lang="en-AU" b="0" i="0" smtClean="0">
                              <a:solidFill>
                                <a:srgbClr val="FF0000"/>
                              </a:solidFill>
                              <a:latin typeface="Cambria Math" panose="02040503050406030204" pitchFamily="18" charset="0"/>
                            </a:rPr>
                            <m:t>x</m:t>
                          </m:r>
                        </m:e>
                        <m:sub>
                          <m:r>
                            <a:rPr lang="en-AU" b="0" i="0" smtClean="0">
                              <a:solidFill>
                                <a:srgbClr val="FF0000"/>
                              </a:solidFill>
                              <a:latin typeface="Cambria Math" panose="02040503050406030204" pitchFamily="18" charset="0"/>
                            </a:rPr>
                            <m:t>2</m:t>
                          </m:r>
                        </m:sub>
                      </m:sSub>
                      <m:r>
                        <a:rPr lang="en-AU" b="0" i="0" smtClean="0">
                          <a:solidFill>
                            <a:srgbClr val="FF0000"/>
                          </a:solidFill>
                          <a:latin typeface="Cambria Math" panose="02040503050406030204" pitchFamily="18" charset="0"/>
                        </a:rPr>
                        <m:t>,</m:t>
                      </m:r>
                      <m:sSub>
                        <m:sSubPr>
                          <m:ctrlPr>
                            <a:rPr lang="en-AU" b="0" i="1" smtClean="0">
                              <a:solidFill>
                                <a:srgbClr val="FF0000"/>
                              </a:solidFill>
                              <a:latin typeface="Cambria Math" panose="02040503050406030204" pitchFamily="18" charset="0"/>
                            </a:rPr>
                          </m:ctrlPr>
                        </m:sSubPr>
                        <m:e>
                          <m:r>
                            <m:rPr>
                              <m:sty m:val="p"/>
                            </m:rPr>
                            <a:rPr lang="en-AU" b="0" i="0" smtClean="0">
                              <a:solidFill>
                                <a:srgbClr val="FF0000"/>
                              </a:solidFill>
                              <a:latin typeface="Cambria Math" panose="02040503050406030204" pitchFamily="18" charset="0"/>
                            </a:rPr>
                            <m:t>x</m:t>
                          </m:r>
                        </m:e>
                        <m:sub>
                          <m:r>
                            <a:rPr lang="en-AU" b="0" i="0" smtClean="0">
                              <a:solidFill>
                                <a:srgbClr val="FF0000"/>
                              </a:solidFill>
                              <a:latin typeface="Cambria Math" panose="02040503050406030204" pitchFamily="18" charset="0"/>
                            </a:rPr>
                            <m:t>3</m:t>
                          </m:r>
                        </m:sub>
                      </m:sSub>
                      <m:r>
                        <a:rPr lang="en-AU" b="0" i="0" smtClean="0">
                          <a:solidFill>
                            <a:srgbClr val="FF0000"/>
                          </a:solidFill>
                          <a:latin typeface="Cambria Math" panose="02040503050406030204" pitchFamily="18" charset="0"/>
                        </a:rPr>
                        <m:t>…</m:t>
                      </m:r>
                      <m:sSub>
                        <m:sSubPr>
                          <m:ctrlPr>
                            <a:rPr lang="en-AU" b="0" i="1" smtClean="0">
                              <a:solidFill>
                                <a:srgbClr val="FF0000"/>
                              </a:solidFill>
                              <a:latin typeface="Cambria Math" panose="02040503050406030204" pitchFamily="18" charset="0"/>
                            </a:rPr>
                          </m:ctrlPr>
                        </m:sSubPr>
                        <m:e>
                          <m:r>
                            <m:rPr>
                              <m:sty m:val="p"/>
                            </m:rPr>
                            <a:rPr lang="en-AU" b="0" i="0" smtClean="0">
                              <a:solidFill>
                                <a:srgbClr val="FF0000"/>
                              </a:solidFill>
                              <a:latin typeface="Cambria Math" panose="02040503050406030204" pitchFamily="18" charset="0"/>
                            </a:rPr>
                            <m:t>x</m:t>
                          </m:r>
                        </m:e>
                        <m:sub>
                          <m:r>
                            <m:rPr>
                              <m:sty m:val="p"/>
                            </m:rPr>
                            <a:rPr lang="en-AU" b="0" i="0" smtClean="0">
                              <a:solidFill>
                                <a:srgbClr val="FF0000"/>
                              </a:solidFill>
                              <a:latin typeface="Cambria Math" panose="02040503050406030204" pitchFamily="18" charset="0"/>
                            </a:rPr>
                            <m:t>n</m:t>
                          </m:r>
                        </m:sub>
                      </m:sSub>
                    </m:oMath>
                  </m:oMathPara>
                </a14:m>
                <a:endParaRPr lang="en-AU" dirty="0">
                  <a:solidFill>
                    <a:srgbClr val="FF0000"/>
                  </a:solidFill>
                </a:endParaRPr>
              </a:p>
            </p:txBody>
          </p:sp>
        </mc:Choice>
        <mc:Fallback xmlns="">
          <p:sp>
            <p:nvSpPr>
              <p:cNvPr id="168" name="TextBox 167">
                <a:extLst>
                  <a:ext uri="{FF2B5EF4-FFF2-40B4-BE49-F238E27FC236}">
                    <a16:creationId xmlns:a16="http://schemas.microsoft.com/office/drawing/2014/main" id="{813260CF-DA30-4CC9-B86F-0491AD34DBBB}"/>
                  </a:ext>
                </a:extLst>
              </p:cNvPr>
              <p:cNvSpPr txBox="1">
                <a:spLocks noRot="1" noChangeAspect="1" noMove="1" noResize="1" noEditPoints="1" noAdjustHandles="1" noChangeArrowheads="1" noChangeShapeType="1" noTextEdit="1"/>
              </p:cNvSpPr>
              <p:nvPr/>
            </p:nvSpPr>
            <p:spPr>
              <a:xfrm>
                <a:off x="6896098" y="5723468"/>
                <a:ext cx="1396408" cy="276999"/>
              </a:xfrm>
              <a:prstGeom prst="rect">
                <a:avLst/>
              </a:prstGeom>
              <a:blipFill>
                <a:blip r:embed="rId5"/>
                <a:stretch>
                  <a:fillRect l="-1310" b="-15556"/>
                </a:stretch>
              </a:blipFill>
            </p:spPr>
            <p:txBody>
              <a:bodyPr/>
              <a:lstStyle/>
              <a:p>
                <a:r>
                  <a:rPr lang="en-AU">
                    <a:noFill/>
                  </a:rPr>
                  <a:t> </a:t>
                </a:r>
              </a:p>
            </p:txBody>
          </p:sp>
        </mc:Fallback>
      </mc:AlternateContent>
      <p:sp>
        <p:nvSpPr>
          <p:cNvPr id="182" name="TextBox 181">
            <a:extLst>
              <a:ext uri="{FF2B5EF4-FFF2-40B4-BE49-F238E27FC236}">
                <a16:creationId xmlns:a16="http://schemas.microsoft.com/office/drawing/2014/main" id="{A73C37B4-055E-4FCB-AB19-A7F99B5E848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Random variables</a:t>
            </a:r>
          </a:p>
        </p:txBody>
      </p:sp>
    </p:spTree>
    <p:extLst>
      <p:ext uri="{BB962C8B-B14F-4D97-AF65-F5344CB8AC3E}">
        <p14:creationId xmlns:p14="http://schemas.microsoft.com/office/powerpoint/2010/main" val="331647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6254B94C-6136-4071-8F20-9386CF473DDA}"/>
                  </a:ext>
                </a:extLst>
              </p:cNvPr>
              <p:cNvGraphicFramePr>
                <a:graphicFrameLocks noGrp="1"/>
              </p:cNvGraphicFramePr>
              <p:nvPr/>
            </p:nvGraphicFramePr>
            <p:xfrm>
              <a:off x="1803400" y="1982805"/>
              <a:ext cx="8833578" cy="2651760"/>
            </p:xfrm>
            <a:graphic>
              <a:graphicData uri="http://schemas.openxmlformats.org/drawingml/2006/table">
                <a:tbl>
                  <a:tblPr firstRow="1" bandRow="1">
                    <a:tableStyleId>{5940675A-B579-460E-94D1-54222C63F5DA}</a:tableStyleId>
                  </a:tblPr>
                  <a:tblGrid>
                    <a:gridCol w="2943542">
                      <a:extLst>
                        <a:ext uri="{9D8B030D-6E8A-4147-A177-3AD203B41FA5}">
                          <a16:colId xmlns:a16="http://schemas.microsoft.com/office/drawing/2014/main" val="2196872291"/>
                        </a:ext>
                      </a:extLst>
                    </a:gridCol>
                    <a:gridCol w="2945018">
                      <a:extLst>
                        <a:ext uri="{9D8B030D-6E8A-4147-A177-3AD203B41FA5}">
                          <a16:colId xmlns:a16="http://schemas.microsoft.com/office/drawing/2014/main" val="1556087155"/>
                        </a:ext>
                      </a:extLst>
                    </a:gridCol>
                    <a:gridCol w="2945018">
                      <a:extLst>
                        <a:ext uri="{9D8B030D-6E8A-4147-A177-3AD203B41FA5}">
                          <a16:colId xmlns:a16="http://schemas.microsoft.com/office/drawing/2014/main" val="862941124"/>
                        </a:ext>
                      </a:extLst>
                    </a:gridCol>
                  </a:tblGrid>
                  <a:tr h="370840">
                    <a:tc>
                      <a:txBody>
                        <a:bodyPr/>
                        <a:lstStyle/>
                        <a:p>
                          <a:pPr algn="ctr"/>
                          <a:r>
                            <a:rPr lang="en-AU" sz="2400" b="1" dirty="0">
                              <a:latin typeface="Agency FB" panose="020B0503020202020204" pitchFamily="34" charset="0"/>
                            </a:rPr>
                            <a:t>Before data collection</a:t>
                          </a:r>
                        </a:p>
                        <a:p>
                          <a:pPr algn="ctr"/>
                          <a:r>
                            <a:rPr lang="en-AU" sz="2400" b="1" dirty="0">
                              <a:latin typeface="Agency FB" panose="020B0503020202020204" pitchFamily="34" charset="0"/>
                            </a:rPr>
                            <a:t>(random variables)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AU" sz="2400" b="1"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b="1" dirty="0">
                              <a:latin typeface="Agency FB" panose="020B0503020202020204" pitchFamily="34" charset="0"/>
                            </a:rPr>
                            <a:t>After data collection</a:t>
                          </a:r>
                        </a:p>
                        <a:p>
                          <a:pPr algn="ctr"/>
                          <a:r>
                            <a:rPr lang="en-AU" sz="2400" b="1" dirty="0">
                              <a:latin typeface="Agency FB" panose="020B0503020202020204" pitchFamily="34" charset="0"/>
                            </a:rPr>
                            <a:t>(observed data)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05467385"/>
                      </a:ext>
                    </a:extLst>
                  </a:tr>
                  <a:tr h="370840">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07265625"/>
                      </a:ext>
                    </a:extLst>
                  </a:tr>
                  <a:tr h="370840">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19586757"/>
                      </a:ext>
                    </a:extLst>
                  </a:tr>
                  <a:tr h="370840">
                    <a:tc>
                      <a:txBody>
                        <a:bodyPr/>
                        <a:lstStyle/>
                        <a:p>
                          <a:pPr algn="ctr"/>
                          <a14:m>
                            <m:oMathPara xmlns:m="http://schemas.openxmlformats.org/officeDocument/2006/math">
                              <m:oMathParaPr>
                                <m:jc m:val="centerGroup"/>
                              </m:oMathParaPr>
                              <m:oMath xmlns:m="http://schemas.openxmlformats.org/officeDocument/2006/math">
                                <m:r>
                                  <a:rPr lang="en-AU" sz="2400" smtClean="0">
                                    <a:latin typeface="Cambria Math" panose="02040503050406030204" pitchFamily="18" charset="0"/>
                                  </a:rPr>
                                  <m:t>⋮</m:t>
                                </m:r>
                              </m:oMath>
                            </m:oMathPara>
                          </a14:m>
                          <a:endParaRPr lang="en-AU" sz="24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AU" sz="2400" smtClean="0">
                                    <a:latin typeface="Cambria Math" panose="02040503050406030204" pitchFamily="18" charset="0"/>
                                  </a:rPr>
                                  <m:t>⋮</m:t>
                                </m:r>
                              </m:oMath>
                            </m:oMathPara>
                          </a14:m>
                          <a:endParaRPr lang="en-AU" sz="24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2506789"/>
                      </a:ext>
                    </a:extLst>
                  </a:tr>
                  <a:tr h="370840">
                    <a:tc>
                      <a:txBody>
                        <a:bodyPr/>
                        <a:lstStyle/>
                        <a:p>
                          <a:pPr algn="ctr"/>
                          <a:r>
                            <a:rPr lang="en-AU" sz="2400" dirty="0" err="1">
                              <a:latin typeface="Agency FB" panose="020B0503020202020204" pitchFamily="34" charset="0"/>
                            </a:rPr>
                            <a:t>X</a:t>
                          </a:r>
                          <a:r>
                            <a:rPr lang="en-AU" sz="2400" baseline="-25000" dirty="0" err="1">
                              <a:latin typeface="Agency FB" panose="020B0503020202020204" pitchFamily="34" charset="0"/>
                            </a:rPr>
                            <a:t>n</a:t>
                          </a: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err="1">
                              <a:latin typeface="Agency FB" panose="020B0503020202020204" pitchFamily="34" charset="0"/>
                            </a:rPr>
                            <a:t>x</a:t>
                          </a:r>
                          <a:r>
                            <a:rPr lang="en-AU" sz="2400" baseline="-25000" dirty="0" err="1">
                              <a:latin typeface="Agency FB" panose="020B0503020202020204" pitchFamily="34" charset="0"/>
                            </a:rPr>
                            <a:t>n</a:t>
                          </a: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35936727"/>
                      </a:ext>
                    </a:extLst>
                  </a:tr>
                </a:tbl>
              </a:graphicData>
            </a:graphic>
          </p:graphicFrame>
        </mc:Choice>
        <mc:Fallback xmlns="">
          <p:graphicFrame>
            <p:nvGraphicFramePr>
              <p:cNvPr id="4" name="Table 4">
                <a:extLst>
                  <a:ext uri="{FF2B5EF4-FFF2-40B4-BE49-F238E27FC236}">
                    <a16:creationId xmlns:a16="http://schemas.microsoft.com/office/drawing/2014/main" id="{6254B94C-6136-4071-8F20-9386CF473DDA}"/>
                  </a:ext>
                </a:extLst>
              </p:cNvPr>
              <p:cNvGraphicFramePr>
                <a:graphicFrameLocks noGrp="1"/>
              </p:cNvGraphicFramePr>
              <p:nvPr>
                <p:extLst>
                  <p:ext uri="{D42A27DB-BD31-4B8C-83A1-F6EECF244321}">
                    <p14:modId xmlns:p14="http://schemas.microsoft.com/office/powerpoint/2010/main" val="4156819909"/>
                  </p:ext>
                </p:extLst>
              </p:nvPr>
            </p:nvGraphicFramePr>
            <p:xfrm>
              <a:off x="1803400" y="1982805"/>
              <a:ext cx="8833578" cy="2651760"/>
            </p:xfrm>
            <a:graphic>
              <a:graphicData uri="http://schemas.openxmlformats.org/drawingml/2006/table">
                <a:tbl>
                  <a:tblPr firstRow="1" bandRow="1">
                    <a:tableStyleId>{5940675A-B579-460E-94D1-54222C63F5DA}</a:tableStyleId>
                  </a:tblPr>
                  <a:tblGrid>
                    <a:gridCol w="2943542">
                      <a:extLst>
                        <a:ext uri="{9D8B030D-6E8A-4147-A177-3AD203B41FA5}">
                          <a16:colId xmlns:a16="http://schemas.microsoft.com/office/drawing/2014/main" val="2196872291"/>
                        </a:ext>
                      </a:extLst>
                    </a:gridCol>
                    <a:gridCol w="2945018">
                      <a:extLst>
                        <a:ext uri="{9D8B030D-6E8A-4147-A177-3AD203B41FA5}">
                          <a16:colId xmlns:a16="http://schemas.microsoft.com/office/drawing/2014/main" val="1556087155"/>
                        </a:ext>
                      </a:extLst>
                    </a:gridCol>
                    <a:gridCol w="2945018">
                      <a:extLst>
                        <a:ext uri="{9D8B030D-6E8A-4147-A177-3AD203B41FA5}">
                          <a16:colId xmlns:a16="http://schemas.microsoft.com/office/drawing/2014/main" val="862941124"/>
                        </a:ext>
                      </a:extLst>
                    </a:gridCol>
                  </a:tblGrid>
                  <a:tr h="822960">
                    <a:tc>
                      <a:txBody>
                        <a:bodyPr/>
                        <a:lstStyle/>
                        <a:p>
                          <a:pPr algn="ctr"/>
                          <a:r>
                            <a:rPr lang="en-AU" sz="2400" b="1" dirty="0">
                              <a:latin typeface="Agency FB" panose="020B0503020202020204" pitchFamily="34" charset="0"/>
                            </a:rPr>
                            <a:t>Before data collection</a:t>
                          </a:r>
                        </a:p>
                        <a:p>
                          <a:pPr algn="ctr"/>
                          <a:r>
                            <a:rPr lang="en-AU" sz="2400" b="1" dirty="0">
                              <a:latin typeface="Agency FB" panose="020B0503020202020204" pitchFamily="34" charset="0"/>
                            </a:rPr>
                            <a:t>(random variables)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AU" sz="2400" b="1"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b="1" dirty="0">
                              <a:latin typeface="Agency FB" panose="020B0503020202020204" pitchFamily="34" charset="0"/>
                            </a:rPr>
                            <a:t>After data collection</a:t>
                          </a:r>
                        </a:p>
                        <a:p>
                          <a:pPr algn="ctr"/>
                          <a:r>
                            <a:rPr lang="en-AU" sz="2400" b="1" dirty="0">
                              <a:latin typeface="Agency FB" panose="020B0503020202020204" pitchFamily="34" charset="0"/>
                            </a:rPr>
                            <a:t>(observed data)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05467385"/>
                      </a:ext>
                    </a:extLst>
                  </a:tr>
                  <a:tr h="457200">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07265625"/>
                      </a:ext>
                    </a:extLst>
                  </a:tr>
                  <a:tr h="457200">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a:latin typeface="Agency FB" panose="020B0503020202020204" pitchFamily="34" charset="0"/>
                            </a:rPr>
                            <a:t>x</a:t>
                          </a:r>
                          <a:r>
                            <a:rPr lang="en-AU" sz="2400" baseline="-25000" dirty="0">
                              <a:latin typeface="Agency FB" panose="020B0503020202020204" pitchFamily="34" charset="0"/>
                            </a:rPr>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19586757"/>
                      </a:ext>
                    </a:extLst>
                  </a:tr>
                  <a:tr h="45720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392000" r="-200207" b="-129333"/>
                          </a:stretch>
                        </a:blipFill>
                      </a:tcPr>
                    </a:tc>
                    <a:tc>
                      <a:txBody>
                        <a:bodyPr/>
                        <a:lstStyle/>
                        <a:p>
                          <a:pPr algn="ctr"/>
                          <a:endParaRPr lang="en-AU" sz="24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00207" t="-392000" b="-129333"/>
                          </a:stretch>
                        </a:blipFill>
                      </a:tcPr>
                    </a:tc>
                    <a:extLst>
                      <a:ext uri="{0D108BD9-81ED-4DB2-BD59-A6C34878D82A}">
                        <a16:rowId xmlns:a16="http://schemas.microsoft.com/office/drawing/2014/main" val="2582506789"/>
                      </a:ext>
                    </a:extLst>
                  </a:tr>
                  <a:tr h="457200">
                    <a:tc>
                      <a:txBody>
                        <a:bodyPr/>
                        <a:lstStyle/>
                        <a:p>
                          <a:pPr algn="ctr"/>
                          <a:r>
                            <a:rPr lang="en-AU" sz="2400" dirty="0" err="1">
                              <a:latin typeface="Agency FB" panose="020B0503020202020204" pitchFamily="34" charset="0"/>
                            </a:rPr>
                            <a:t>X</a:t>
                          </a:r>
                          <a:r>
                            <a:rPr lang="en-AU" sz="2400" baseline="-25000" dirty="0" err="1">
                              <a:latin typeface="Agency FB" panose="020B0503020202020204" pitchFamily="34" charset="0"/>
                            </a:rPr>
                            <a:t>n</a:t>
                          </a: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2400" dirty="0" err="1">
                              <a:latin typeface="Agency FB" panose="020B0503020202020204" pitchFamily="34" charset="0"/>
                            </a:rPr>
                            <a:t>x</a:t>
                          </a:r>
                          <a:r>
                            <a:rPr lang="en-AU" sz="2400" baseline="-25000" dirty="0" err="1">
                              <a:latin typeface="Agency FB" panose="020B0503020202020204" pitchFamily="34" charset="0"/>
                            </a:rPr>
                            <a:t>n</a:t>
                          </a:r>
                          <a:endParaRPr lang="en-AU" sz="2400" baseline="-25000" dirty="0">
                            <a:latin typeface="Agency FB" panose="020B0503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35936727"/>
                      </a:ext>
                    </a:extLst>
                  </a:tr>
                </a:tbl>
              </a:graphicData>
            </a:graphic>
          </p:graphicFrame>
        </mc:Fallback>
      </mc:AlternateContent>
      <p:cxnSp>
        <p:nvCxnSpPr>
          <p:cNvPr id="6" name="Straight Arrow Connector 5">
            <a:extLst>
              <a:ext uri="{FF2B5EF4-FFF2-40B4-BE49-F238E27FC236}">
                <a16:creationId xmlns:a16="http://schemas.microsoft.com/office/drawing/2014/main" id="{E9197587-744F-4723-9E7D-4407C3114E3E}"/>
              </a:ext>
            </a:extLst>
          </p:cNvPr>
          <p:cNvCxnSpPr/>
          <p:nvPr/>
        </p:nvCxnSpPr>
        <p:spPr>
          <a:xfrm>
            <a:off x="3753853" y="3549317"/>
            <a:ext cx="51013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22AE69F8-C99E-40F1-A670-279E0F506803}"/>
              </a:ext>
            </a:extLst>
          </p:cNvPr>
          <p:cNvCxnSpPr/>
          <p:nvPr/>
        </p:nvCxnSpPr>
        <p:spPr>
          <a:xfrm>
            <a:off x="3749842" y="3136233"/>
            <a:ext cx="51013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874FCE40-373E-4A46-9D0D-E01F6670E1AB}"/>
              </a:ext>
            </a:extLst>
          </p:cNvPr>
          <p:cNvCxnSpPr/>
          <p:nvPr/>
        </p:nvCxnSpPr>
        <p:spPr>
          <a:xfrm>
            <a:off x="3745831" y="4455696"/>
            <a:ext cx="51013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EAE8E6F-7766-4A9E-9F18-265130F8222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Random variables</a:t>
            </a:r>
          </a:p>
        </p:txBody>
      </p:sp>
    </p:spTree>
    <p:extLst>
      <p:ext uri="{BB962C8B-B14F-4D97-AF65-F5344CB8AC3E}">
        <p14:creationId xmlns:p14="http://schemas.microsoft.com/office/powerpoint/2010/main" val="363179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E4956C7-B798-478D-99A5-AC6F8D247FE6}"/>
                  </a:ext>
                </a:extLst>
              </p:cNvPr>
              <p:cNvSpPr txBox="1"/>
              <p:nvPr/>
            </p:nvSpPr>
            <p:spPr>
              <a:xfrm>
                <a:off x="0" y="2557130"/>
                <a:ext cx="12191999" cy="15388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10000" b="0" i="1" smtClean="0">
                          <a:latin typeface="Cambria Math" panose="02040503050406030204" pitchFamily="18" charset="0"/>
                        </a:rPr>
                        <m:t>𝑋</m:t>
                      </m:r>
                      <m:r>
                        <a:rPr lang="en-AU" sz="10000" b="0" i="1" smtClean="0">
                          <a:latin typeface="Cambria Math" panose="02040503050406030204" pitchFamily="18" charset="0"/>
                        </a:rPr>
                        <m:t>      </m:t>
                      </m:r>
                      <m:r>
                        <a:rPr lang="en-AU" sz="10000" b="0" i="1" smtClean="0">
                          <a:latin typeface="Cambria Math" panose="02040503050406030204" pitchFamily="18" charset="0"/>
                        </a:rPr>
                        <m:t>𝑓</m:t>
                      </m:r>
                      <m:r>
                        <a:rPr lang="en-AU" sz="10000" b="0" i="1" smtClean="0">
                          <a:latin typeface="Cambria Math" panose="02040503050406030204" pitchFamily="18" charset="0"/>
                        </a:rPr>
                        <m:t>(</m:t>
                      </m:r>
                      <m:r>
                        <a:rPr lang="en-AU" sz="10000" b="0" i="1" smtClean="0">
                          <a:latin typeface="Cambria Math" panose="02040503050406030204" pitchFamily="18" charset="0"/>
                        </a:rPr>
                        <m:t>𝑥</m:t>
                      </m:r>
                      <m:r>
                        <a:rPr lang="en-AU" sz="10000" b="0" i="1" smtClean="0">
                          <a:latin typeface="Cambria Math" panose="02040503050406030204" pitchFamily="18" charset="0"/>
                        </a:rPr>
                        <m:t>)</m:t>
                      </m:r>
                    </m:oMath>
                  </m:oMathPara>
                </a14:m>
                <a:endParaRPr lang="en-AU" sz="10000" dirty="0"/>
              </a:p>
            </p:txBody>
          </p:sp>
        </mc:Choice>
        <mc:Fallback xmlns="">
          <p:sp>
            <p:nvSpPr>
              <p:cNvPr id="2" name="TextBox 1">
                <a:extLst>
                  <a:ext uri="{FF2B5EF4-FFF2-40B4-BE49-F238E27FC236}">
                    <a16:creationId xmlns:a16="http://schemas.microsoft.com/office/drawing/2014/main" id="{8E4956C7-B798-478D-99A5-AC6F8D247FE6}"/>
                  </a:ext>
                </a:extLst>
              </p:cNvPr>
              <p:cNvSpPr txBox="1">
                <a:spLocks noRot="1" noChangeAspect="1" noMove="1" noResize="1" noEditPoints="1" noAdjustHandles="1" noChangeArrowheads="1" noChangeShapeType="1" noTextEdit="1"/>
              </p:cNvSpPr>
              <p:nvPr/>
            </p:nvSpPr>
            <p:spPr>
              <a:xfrm>
                <a:off x="0" y="2557130"/>
                <a:ext cx="12191999" cy="1538883"/>
              </a:xfrm>
              <a:prstGeom prst="rect">
                <a:avLst/>
              </a:prstGeom>
              <a:blipFill>
                <a:blip r:embed="rId3"/>
                <a:stretch>
                  <a:fillRect/>
                </a:stretch>
              </a:blipFill>
            </p:spPr>
            <p:txBody>
              <a:bodyPr/>
              <a:lstStyle/>
              <a:p>
                <a:r>
                  <a:rPr lang="en-AU">
                    <a:noFill/>
                  </a:rPr>
                  <a:t> </a:t>
                </a:r>
              </a:p>
            </p:txBody>
          </p:sp>
        </mc:Fallback>
      </mc:AlternateContent>
      <p:sp>
        <p:nvSpPr>
          <p:cNvPr id="6" name="TextBox 5">
            <a:extLst>
              <a:ext uri="{FF2B5EF4-FFF2-40B4-BE49-F238E27FC236}">
                <a16:creationId xmlns:a16="http://schemas.microsoft.com/office/drawing/2014/main" id="{29E8CAD0-FA69-4608-BF68-093EB2371E4D}"/>
              </a:ext>
            </a:extLst>
          </p:cNvPr>
          <p:cNvSpPr txBox="1"/>
          <p:nvPr/>
        </p:nvSpPr>
        <p:spPr>
          <a:xfrm>
            <a:off x="8821479" y="2956887"/>
            <a:ext cx="3275256" cy="461665"/>
          </a:xfrm>
          <a:prstGeom prst="rect">
            <a:avLst/>
          </a:prstGeom>
          <a:noFill/>
        </p:spPr>
        <p:txBody>
          <a:bodyPr wrap="none" rtlCol="0">
            <a:spAutoFit/>
          </a:bodyPr>
          <a:lstStyle/>
          <a:p>
            <a:r>
              <a:rPr lang="en-AU" sz="2400" dirty="0">
                <a:latin typeface="Agency FB" panose="020B0503020202020204" pitchFamily="34" charset="0"/>
              </a:rPr>
              <a:t>PROBABILITY DENSITY FUNCTION</a:t>
            </a:r>
          </a:p>
        </p:txBody>
      </p:sp>
      <p:sp>
        <p:nvSpPr>
          <p:cNvPr id="8" name="TextBox 7">
            <a:extLst>
              <a:ext uri="{FF2B5EF4-FFF2-40B4-BE49-F238E27FC236}">
                <a16:creationId xmlns:a16="http://schemas.microsoft.com/office/drawing/2014/main" id="{76835166-E87B-4121-B3D9-1F1D491ED3E8}"/>
              </a:ext>
            </a:extLst>
          </p:cNvPr>
          <p:cNvSpPr txBox="1"/>
          <p:nvPr/>
        </p:nvSpPr>
        <p:spPr>
          <a:xfrm>
            <a:off x="6095999" y="2198432"/>
            <a:ext cx="2802370" cy="461665"/>
          </a:xfrm>
          <a:prstGeom prst="rect">
            <a:avLst/>
          </a:prstGeom>
          <a:noFill/>
        </p:spPr>
        <p:txBody>
          <a:bodyPr wrap="none" rtlCol="0">
            <a:spAutoFit/>
          </a:bodyPr>
          <a:lstStyle/>
          <a:p>
            <a:r>
              <a:rPr lang="en-AU" sz="2400" dirty="0">
                <a:latin typeface="Agency FB" panose="020B0503020202020204" pitchFamily="34" charset="0"/>
              </a:rPr>
              <a:t>PROBABILITY DISTRIBUTION</a:t>
            </a:r>
          </a:p>
        </p:txBody>
      </p:sp>
      <p:sp>
        <p:nvSpPr>
          <p:cNvPr id="14" name="TextBox 13">
            <a:extLst>
              <a:ext uri="{FF2B5EF4-FFF2-40B4-BE49-F238E27FC236}">
                <a16:creationId xmlns:a16="http://schemas.microsoft.com/office/drawing/2014/main" id="{60F20D6F-C770-4F71-9D54-AD99EF31D6CD}"/>
              </a:ext>
            </a:extLst>
          </p:cNvPr>
          <p:cNvSpPr txBox="1"/>
          <p:nvPr/>
        </p:nvSpPr>
        <p:spPr>
          <a:xfrm>
            <a:off x="2958352" y="3865180"/>
            <a:ext cx="1963999" cy="461665"/>
          </a:xfrm>
          <a:prstGeom prst="rect">
            <a:avLst/>
          </a:prstGeom>
          <a:noFill/>
        </p:spPr>
        <p:txBody>
          <a:bodyPr wrap="none" rtlCol="0">
            <a:spAutoFit/>
          </a:bodyPr>
          <a:lstStyle/>
          <a:p>
            <a:r>
              <a:rPr lang="en-AU" sz="2400" dirty="0">
                <a:latin typeface="Agency FB" panose="020B0503020202020204" pitchFamily="34" charset="0"/>
              </a:rPr>
              <a:t>RANDOM VARIABLE</a:t>
            </a:r>
          </a:p>
        </p:txBody>
      </p:sp>
      <p:sp>
        <p:nvSpPr>
          <p:cNvPr id="15" name="TextBox 14">
            <a:extLst>
              <a:ext uri="{FF2B5EF4-FFF2-40B4-BE49-F238E27FC236}">
                <a16:creationId xmlns:a16="http://schemas.microsoft.com/office/drawing/2014/main" id="{3265EEB5-B461-4FC6-A33E-A97658AF11B0}"/>
              </a:ext>
            </a:extLst>
          </p:cNvPr>
          <p:cNvSpPr txBox="1"/>
          <p:nvPr/>
        </p:nvSpPr>
        <p:spPr>
          <a:xfrm>
            <a:off x="8821479" y="3587476"/>
            <a:ext cx="3015569" cy="461665"/>
          </a:xfrm>
          <a:prstGeom prst="rect">
            <a:avLst/>
          </a:prstGeom>
          <a:noFill/>
        </p:spPr>
        <p:txBody>
          <a:bodyPr wrap="none" rtlCol="0">
            <a:spAutoFit/>
          </a:bodyPr>
          <a:lstStyle/>
          <a:p>
            <a:r>
              <a:rPr lang="en-AU" sz="2400" dirty="0">
                <a:latin typeface="Agency FB" panose="020B0503020202020204" pitchFamily="34" charset="0"/>
              </a:rPr>
              <a:t>PROBABILITY MASS FUNCTION</a:t>
            </a:r>
          </a:p>
        </p:txBody>
      </p:sp>
      <p:sp>
        <p:nvSpPr>
          <p:cNvPr id="16" name="TextBox 15">
            <a:extLst>
              <a:ext uri="{FF2B5EF4-FFF2-40B4-BE49-F238E27FC236}">
                <a16:creationId xmlns:a16="http://schemas.microsoft.com/office/drawing/2014/main" id="{604AFD16-A113-4672-B3EC-A9A94129F4E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Probability Distributions</a:t>
            </a:r>
          </a:p>
        </p:txBody>
      </p:sp>
    </p:spTree>
    <p:extLst>
      <p:ext uri="{BB962C8B-B14F-4D97-AF65-F5344CB8AC3E}">
        <p14:creationId xmlns:p14="http://schemas.microsoft.com/office/powerpoint/2010/main" val="2529583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B89B4B7-0C82-4FDE-A4D2-A9708AFEDF94}"/>
              </a:ext>
            </a:extLst>
          </p:cNvPr>
          <p:cNvGraphicFramePr>
            <a:graphicFrameLocks noGrp="1"/>
          </p:cNvGraphicFramePr>
          <p:nvPr/>
        </p:nvGraphicFramePr>
        <p:xfrm>
          <a:off x="283536" y="907461"/>
          <a:ext cx="5241852" cy="5202666"/>
        </p:xfrm>
        <a:graphic>
          <a:graphicData uri="http://schemas.openxmlformats.org/drawingml/2006/table">
            <a:tbl>
              <a:tblPr firstRow="1" bandRow="1">
                <a:tableStyleId>{5940675A-B579-460E-94D1-54222C63F5DA}</a:tableStyleId>
              </a:tblPr>
              <a:tblGrid>
                <a:gridCol w="748836">
                  <a:extLst>
                    <a:ext uri="{9D8B030D-6E8A-4147-A177-3AD203B41FA5}">
                      <a16:colId xmlns:a16="http://schemas.microsoft.com/office/drawing/2014/main" val="707754730"/>
                    </a:ext>
                  </a:extLst>
                </a:gridCol>
                <a:gridCol w="748836">
                  <a:extLst>
                    <a:ext uri="{9D8B030D-6E8A-4147-A177-3AD203B41FA5}">
                      <a16:colId xmlns:a16="http://schemas.microsoft.com/office/drawing/2014/main" val="685484575"/>
                    </a:ext>
                  </a:extLst>
                </a:gridCol>
                <a:gridCol w="748836">
                  <a:extLst>
                    <a:ext uri="{9D8B030D-6E8A-4147-A177-3AD203B41FA5}">
                      <a16:colId xmlns:a16="http://schemas.microsoft.com/office/drawing/2014/main" val="22868268"/>
                    </a:ext>
                  </a:extLst>
                </a:gridCol>
                <a:gridCol w="748836">
                  <a:extLst>
                    <a:ext uri="{9D8B030D-6E8A-4147-A177-3AD203B41FA5}">
                      <a16:colId xmlns:a16="http://schemas.microsoft.com/office/drawing/2014/main" val="1694982557"/>
                    </a:ext>
                  </a:extLst>
                </a:gridCol>
                <a:gridCol w="748836">
                  <a:extLst>
                    <a:ext uri="{9D8B030D-6E8A-4147-A177-3AD203B41FA5}">
                      <a16:colId xmlns:a16="http://schemas.microsoft.com/office/drawing/2014/main" val="687844392"/>
                    </a:ext>
                  </a:extLst>
                </a:gridCol>
                <a:gridCol w="748836">
                  <a:extLst>
                    <a:ext uri="{9D8B030D-6E8A-4147-A177-3AD203B41FA5}">
                      <a16:colId xmlns:a16="http://schemas.microsoft.com/office/drawing/2014/main" val="3206197678"/>
                    </a:ext>
                  </a:extLst>
                </a:gridCol>
                <a:gridCol w="748836">
                  <a:extLst>
                    <a:ext uri="{9D8B030D-6E8A-4147-A177-3AD203B41FA5}">
                      <a16:colId xmlns:a16="http://schemas.microsoft.com/office/drawing/2014/main" val="261197377"/>
                    </a:ext>
                  </a:extLst>
                </a:gridCol>
              </a:tblGrid>
              <a:tr h="743238">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2668961121"/>
                  </a:ext>
                </a:extLst>
              </a:tr>
              <a:tr h="743238">
                <a:tc>
                  <a:txBody>
                    <a:bodyPr/>
                    <a:lstStyle/>
                    <a:p>
                      <a:endParaRPr lang="en-AU"/>
                    </a:p>
                  </a:txBody>
                  <a:tcPr/>
                </a:tc>
                <a:tc>
                  <a:txBody>
                    <a:bodyPr/>
                    <a:lstStyle/>
                    <a:p>
                      <a:pPr algn="ctr"/>
                      <a:r>
                        <a:rPr lang="en-AU" sz="2600" dirty="0">
                          <a:latin typeface="Agency FB" panose="020B0503020202020204" pitchFamily="34" charset="0"/>
                        </a:rPr>
                        <a:t>2</a:t>
                      </a:r>
                    </a:p>
                  </a:txBody>
                  <a:tcPr anchor="ctr">
                    <a:noFill/>
                  </a:tcPr>
                </a:tc>
                <a:tc>
                  <a:txBody>
                    <a:bodyPr/>
                    <a:lstStyle/>
                    <a:p>
                      <a:pPr algn="ctr"/>
                      <a:r>
                        <a:rPr lang="en-AU" sz="2600" dirty="0">
                          <a:latin typeface="Agency FB" panose="020B0503020202020204" pitchFamily="34" charset="0"/>
                        </a:rPr>
                        <a:t>3</a:t>
                      </a:r>
                    </a:p>
                  </a:txBody>
                  <a:tcPr anchor="ctr"/>
                </a:tc>
                <a:tc>
                  <a:txBody>
                    <a:bodyPr/>
                    <a:lstStyle/>
                    <a:p>
                      <a:pPr algn="ctr"/>
                      <a:r>
                        <a:rPr lang="en-AU" sz="2600" dirty="0">
                          <a:latin typeface="Agency FB" panose="020B0503020202020204" pitchFamily="34" charset="0"/>
                        </a:rPr>
                        <a:t>4</a:t>
                      </a:r>
                    </a:p>
                  </a:txBody>
                  <a:tcPr anchor="ctr"/>
                </a:tc>
                <a:tc>
                  <a:txBody>
                    <a:bodyPr/>
                    <a:lstStyle/>
                    <a:p>
                      <a:pPr algn="ctr"/>
                      <a:r>
                        <a:rPr lang="en-AU" sz="2600" dirty="0">
                          <a:latin typeface="Agency FB" panose="020B0503020202020204" pitchFamily="34" charset="0"/>
                        </a:rPr>
                        <a:t>5</a:t>
                      </a:r>
                    </a:p>
                  </a:txBody>
                  <a:tcPr anchor="ctr"/>
                </a:tc>
                <a:tc>
                  <a:txBody>
                    <a:bodyPr/>
                    <a:lstStyle/>
                    <a:p>
                      <a:pPr algn="ctr"/>
                      <a:r>
                        <a:rPr lang="en-AU" sz="2600" dirty="0">
                          <a:latin typeface="Agency FB" panose="020B0503020202020204" pitchFamily="34" charset="0"/>
                        </a:rPr>
                        <a:t>6</a:t>
                      </a:r>
                    </a:p>
                  </a:txBody>
                  <a:tcPr anchor="ctr"/>
                </a:tc>
                <a:tc>
                  <a:txBody>
                    <a:bodyPr/>
                    <a:lstStyle/>
                    <a:p>
                      <a:pPr algn="ctr"/>
                      <a:r>
                        <a:rPr lang="en-AU" sz="2600" dirty="0">
                          <a:latin typeface="Agency FB" panose="020B0503020202020204" pitchFamily="34" charset="0"/>
                        </a:rPr>
                        <a:t>7</a:t>
                      </a:r>
                    </a:p>
                  </a:txBody>
                  <a:tcPr anchor="ctr"/>
                </a:tc>
                <a:extLst>
                  <a:ext uri="{0D108BD9-81ED-4DB2-BD59-A6C34878D82A}">
                    <a16:rowId xmlns:a16="http://schemas.microsoft.com/office/drawing/2014/main" val="2948669947"/>
                  </a:ext>
                </a:extLst>
              </a:tr>
              <a:tr h="743238">
                <a:tc>
                  <a:txBody>
                    <a:bodyPr/>
                    <a:lstStyle/>
                    <a:p>
                      <a:endParaRPr lang="en-AU"/>
                    </a:p>
                  </a:txBody>
                  <a:tcPr/>
                </a:tc>
                <a:tc>
                  <a:txBody>
                    <a:bodyPr/>
                    <a:lstStyle/>
                    <a:p>
                      <a:pPr algn="ctr"/>
                      <a:r>
                        <a:rPr lang="en-AU" sz="2600" dirty="0">
                          <a:latin typeface="Agency FB" panose="020B0503020202020204" pitchFamily="34" charset="0"/>
                        </a:rPr>
                        <a:t>3</a:t>
                      </a:r>
                    </a:p>
                  </a:txBody>
                  <a:tcPr anchor="ctr"/>
                </a:tc>
                <a:tc>
                  <a:txBody>
                    <a:bodyPr/>
                    <a:lstStyle/>
                    <a:p>
                      <a:pPr algn="ctr"/>
                      <a:r>
                        <a:rPr lang="en-AU" sz="2600" dirty="0">
                          <a:latin typeface="Agency FB" panose="020B0503020202020204" pitchFamily="34" charset="0"/>
                        </a:rPr>
                        <a:t>4</a:t>
                      </a:r>
                    </a:p>
                  </a:txBody>
                  <a:tcPr anchor="ctr"/>
                </a:tc>
                <a:tc>
                  <a:txBody>
                    <a:bodyPr/>
                    <a:lstStyle/>
                    <a:p>
                      <a:pPr algn="ctr"/>
                      <a:r>
                        <a:rPr lang="en-AU" sz="2600" dirty="0">
                          <a:latin typeface="Agency FB" panose="020B0503020202020204" pitchFamily="34" charset="0"/>
                        </a:rPr>
                        <a:t>5</a:t>
                      </a:r>
                    </a:p>
                  </a:txBody>
                  <a:tcPr anchor="ctr"/>
                </a:tc>
                <a:tc>
                  <a:txBody>
                    <a:bodyPr/>
                    <a:lstStyle/>
                    <a:p>
                      <a:pPr algn="ctr"/>
                      <a:r>
                        <a:rPr lang="en-AU" sz="2600" dirty="0">
                          <a:latin typeface="Agency FB" panose="020B0503020202020204" pitchFamily="34" charset="0"/>
                        </a:rPr>
                        <a:t>6</a:t>
                      </a:r>
                    </a:p>
                  </a:txBody>
                  <a:tcPr anchor="ctr"/>
                </a:tc>
                <a:tc>
                  <a:txBody>
                    <a:bodyPr/>
                    <a:lstStyle/>
                    <a:p>
                      <a:pPr algn="ctr"/>
                      <a:r>
                        <a:rPr lang="en-AU" sz="2600" dirty="0">
                          <a:latin typeface="Agency FB" panose="020B0503020202020204" pitchFamily="34" charset="0"/>
                        </a:rPr>
                        <a:t>7</a:t>
                      </a:r>
                    </a:p>
                  </a:txBody>
                  <a:tcPr anchor="ctr"/>
                </a:tc>
                <a:tc>
                  <a:txBody>
                    <a:bodyPr/>
                    <a:lstStyle/>
                    <a:p>
                      <a:pPr algn="ctr"/>
                      <a:r>
                        <a:rPr lang="en-AU" sz="2600" dirty="0">
                          <a:latin typeface="Agency FB" panose="020B0503020202020204" pitchFamily="34" charset="0"/>
                        </a:rPr>
                        <a:t>8</a:t>
                      </a:r>
                    </a:p>
                  </a:txBody>
                  <a:tcPr anchor="ctr"/>
                </a:tc>
                <a:extLst>
                  <a:ext uri="{0D108BD9-81ED-4DB2-BD59-A6C34878D82A}">
                    <a16:rowId xmlns:a16="http://schemas.microsoft.com/office/drawing/2014/main" val="1197790436"/>
                  </a:ext>
                </a:extLst>
              </a:tr>
              <a:tr h="743238">
                <a:tc>
                  <a:txBody>
                    <a:bodyPr/>
                    <a:lstStyle/>
                    <a:p>
                      <a:endParaRPr lang="en-AU"/>
                    </a:p>
                  </a:txBody>
                  <a:tcPr/>
                </a:tc>
                <a:tc>
                  <a:txBody>
                    <a:bodyPr/>
                    <a:lstStyle/>
                    <a:p>
                      <a:pPr algn="ctr"/>
                      <a:r>
                        <a:rPr lang="en-AU" sz="2600" dirty="0">
                          <a:latin typeface="Agency FB" panose="020B0503020202020204" pitchFamily="34" charset="0"/>
                        </a:rPr>
                        <a:t>4</a:t>
                      </a:r>
                    </a:p>
                  </a:txBody>
                  <a:tcPr anchor="ctr"/>
                </a:tc>
                <a:tc>
                  <a:txBody>
                    <a:bodyPr/>
                    <a:lstStyle/>
                    <a:p>
                      <a:pPr algn="ctr"/>
                      <a:r>
                        <a:rPr lang="en-AU" sz="2600" dirty="0">
                          <a:latin typeface="Agency FB" panose="020B0503020202020204" pitchFamily="34" charset="0"/>
                        </a:rPr>
                        <a:t>5</a:t>
                      </a:r>
                    </a:p>
                  </a:txBody>
                  <a:tcPr anchor="ctr"/>
                </a:tc>
                <a:tc>
                  <a:txBody>
                    <a:bodyPr/>
                    <a:lstStyle/>
                    <a:p>
                      <a:pPr algn="ctr"/>
                      <a:r>
                        <a:rPr lang="en-AU" sz="2600" dirty="0">
                          <a:latin typeface="Agency FB" panose="020B0503020202020204" pitchFamily="34" charset="0"/>
                        </a:rPr>
                        <a:t>6</a:t>
                      </a:r>
                    </a:p>
                  </a:txBody>
                  <a:tcPr anchor="ctr"/>
                </a:tc>
                <a:tc>
                  <a:txBody>
                    <a:bodyPr/>
                    <a:lstStyle/>
                    <a:p>
                      <a:pPr algn="ctr"/>
                      <a:r>
                        <a:rPr lang="en-AU" sz="2600" dirty="0">
                          <a:latin typeface="Agency FB" panose="020B0503020202020204" pitchFamily="34" charset="0"/>
                        </a:rPr>
                        <a:t>7</a:t>
                      </a:r>
                    </a:p>
                  </a:txBody>
                  <a:tcPr anchor="ctr"/>
                </a:tc>
                <a:tc>
                  <a:txBody>
                    <a:bodyPr/>
                    <a:lstStyle/>
                    <a:p>
                      <a:pPr algn="ctr"/>
                      <a:r>
                        <a:rPr lang="en-AU" sz="2600" dirty="0">
                          <a:latin typeface="Agency FB" panose="020B0503020202020204" pitchFamily="34" charset="0"/>
                        </a:rPr>
                        <a:t>8</a:t>
                      </a:r>
                    </a:p>
                  </a:txBody>
                  <a:tcPr anchor="ctr"/>
                </a:tc>
                <a:tc>
                  <a:txBody>
                    <a:bodyPr/>
                    <a:lstStyle/>
                    <a:p>
                      <a:pPr algn="ctr"/>
                      <a:r>
                        <a:rPr lang="en-AU" sz="2600" dirty="0">
                          <a:latin typeface="Agency FB" panose="020B0503020202020204" pitchFamily="34" charset="0"/>
                        </a:rPr>
                        <a:t>9</a:t>
                      </a:r>
                    </a:p>
                  </a:txBody>
                  <a:tcPr anchor="ctr"/>
                </a:tc>
                <a:extLst>
                  <a:ext uri="{0D108BD9-81ED-4DB2-BD59-A6C34878D82A}">
                    <a16:rowId xmlns:a16="http://schemas.microsoft.com/office/drawing/2014/main" val="4054412138"/>
                  </a:ext>
                </a:extLst>
              </a:tr>
              <a:tr h="743238">
                <a:tc>
                  <a:txBody>
                    <a:bodyPr/>
                    <a:lstStyle/>
                    <a:p>
                      <a:endParaRPr lang="en-AU"/>
                    </a:p>
                  </a:txBody>
                  <a:tcPr/>
                </a:tc>
                <a:tc>
                  <a:txBody>
                    <a:bodyPr/>
                    <a:lstStyle/>
                    <a:p>
                      <a:pPr algn="ctr"/>
                      <a:r>
                        <a:rPr lang="en-AU" sz="2600" dirty="0">
                          <a:latin typeface="Agency FB" panose="020B0503020202020204" pitchFamily="34" charset="0"/>
                        </a:rPr>
                        <a:t>5</a:t>
                      </a:r>
                    </a:p>
                  </a:txBody>
                  <a:tcPr anchor="ctr"/>
                </a:tc>
                <a:tc>
                  <a:txBody>
                    <a:bodyPr/>
                    <a:lstStyle/>
                    <a:p>
                      <a:pPr algn="ctr"/>
                      <a:r>
                        <a:rPr lang="en-AU" sz="2600" dirty="0">
                          <a:latin typeface="Agency FB" panose="020B0503020202020204" pitchFamily="34" charset="0"/>
                        </a:rPr>
                        <a:t>6</a:t>
                      </a:r>
                    </a:p>
                  </a:txBody>
                  <a:tcPr anchor="ctr"/>
                </a:tc>
                <a:tc>
                  <a:txBody>
                    <a:bodyPr/>
                    <a:lstStyle/>
                    <a:p>
                      <a:pPr algn="ctr"/>
                      <a:r>
                        <a:rPr lang="en-AU" sz="2600" dirty="0">
                          <a:latin typeface="Agency FB" panose="020B0503020202020204" pitchFamily="34" charset="0"/>
                        </a:rPr>
                        <a:t>7</a:t>
                      </a:r>
                    </a:p>
                  </a:txBody>
                  <a:tcPr anchor="ctr"/>
                </a:tc>
                <a:tc>
                  <a:txBody>
                    <a:bodyPr/>
                    <a:lstStyle/>
                    <a:p>
                      <a:pPr algn="ctr"/>
                      <a:r>
                        <a:rPr lang="en-AU" sz="2600" dirty="0">
                          <a:latin typeface="Agency FB" panose="020B0503020202020204" pitchFamily="34" charset="0"/>
                        </a:rPr>
                        <a:t>8</a:t>
                      </a:r>
                    </a:p>
                  </a:txBody>
                  <a:tcPr anchor="ctr"/>
                </a:tc>
                <a:tc>
                  <a:txBody>
                    <a:bodyPr/>
                    <a:lstStyle/>
                    <a:p>
                      <a:pPr algn="ctr"/>
                      <a:r>
                        <a:rPr lang="en-AU" sz="2600" dirty="0">
                          <a:latin typeface="Agency FB" panose="020B0503020202020204" pitchFamily="34" charset="0"/>
                        </a:rPr>
                        <a:t>9</a:t>
                      </a:r>
                    </a:p>
                  </a:txBody>
                  <a:tcPr anchor="ctr"/>
                </a:tc>
                <a:tc>
                  <a:txBody>
                    <a:bodyPr/>
                    <a:lstStyle/>
                    <a:p>
                      <a:pPr algn="ctr"/>
                      <a:r>
                        <a:rPr lang="en-AU" sz="2600" dirty="0">
                          <a:latin typeface="Agency FB" panose="020B0503020202020204" pitchFamily="34" charset="0"/>
                        </a:rPr>
                        <a:t>10</a:t>
                      </a:r>
                    </a:p>
                  </a:txBody>
                  <a:tcPr anchor="ctr"/>
                </a:tc>
                <a:extLst>
                  <a:ext uri="{0D108BD9-81ED-4DB2-BD59-A6C34878D82A}">
                    <a16:rowId xmlns:a16="http://schemas.microsoft.com/office/drawing/2014/main" val="3673428171"/>
                  </a:ext>
                </a:extLst>
              </a:tr>
              <a:tr h="743238">
                <a:tc>
                  <a:txBody>
                    <a:bodyPr/>
                    <a:lstStyle/>
                    <a:p>
                      <a:endParaRPr lang="en-AU"/>
                    </a:p>
                  </a:txBody>
                  <a:tcPr/>
                </a:tc>
                <a:tc>
                  <a:txBody>
                    <a:bodyPr/>
                    <a:lstStyle/>
                    <a:p>
                      <a:pPr algn="ctr"/>
                      <a:r>
                        <a:rPr lang="en-AU" sz="2600" dirty="0">
                          <a:latin typeface="Agency FB" panose="020B0503020202020204" pitchFamily="34" charset="0"/>
                        </a:rPr>
                        <a:t>6</a:t>
                      </a:r>
                    </a:p>
                  </a:txBody>
                  <a:tcPr anchor="ctr"/>
                </a:tc>
                <a:tc>
                  <a:txBody>
                    <a:bodyPr/>
                    <a:lstStyle/>
                    <a:p>
                      <a:pPr algn="ctr"/>
                      <a:r>
                        <a:rPr lang="en-AU" sz="2600" dirty="0">
                          <a:latin typeface="Agency FB" panose="020B0503020202020204" pitchFamily="34" charset="0"/>
                        </a:rPr>
                        <a:t>7</a:t>
                      </a:r>
                    </a:p>
                  </a:txBody>
                  <a:tcPr anchor="ctr"/>
                </a:tc>
                <a:tc>
                  <a:txBody>
                    <a:bodyPr/>
                    <a:lstStyle/>
                    <a:p>
                      <a:pPr algn="ctr"/>
                      <a:r>
                        <a:rPr lang="en-AU" sz="2600" dirty="0">
                          <a:latin typeface="Agency FB" panose="020B0503020202020204" pitchFamily="34" charset="0"/>
                        </a:rPr>
                        <a:t>8</a:t>
                      </a:r>
                    </a:p>
                  </a:txBody>
                  <a:tcPr anchor="ctr"/>
                </a:tc>
                <a:tc>
                  <a:txBody>
                    <a:bodyPr/>
                    <a:lstStyle/>
                    <a:p>
                      <a:pPr algn="ctr"/>
                      <a:r>
                        <a:rPr lang="en-AU" sz="2600" dirty="0">
                          <a:latin typeface="Agency FB" panose="020B0503020202020204" pitchFamily="34" charset="0"/>
                        </a:rPr>
                        <a:t>9</a:t>
                      </a:r>
                    </a:p>
                  </a:txBody>
                  <a:tcPr anchor="ctr"/>
                </a:tc>
                <a:tc>
                  <a:txBody>
                    <a:bodyPr/>
                    <a:lstStyle/>
                    <a:p>
                      <a:pPr algn="ctr"/>
                      <a:r>
                        <a:rPr lang="en-AU" sz="2600" dirty="0">
                          <a:latin typeface="Agency FB" panose="020B0503020202020204" pitchFamily="34" charset="0"/>
                        </a:rPr>
                        <a:t>10</a:t>
                      </a:r>
                    </a:p>
                  </a:txBody>
                  <a:tcPr anchor="ctr"/>
                </a:tc>
                <a:tc>
                  <a:txBody>
                    <a:bodyPr/>
                    <a:lstStyle/>
                    <a:p>
                      <a:pPr algn="ctr"/>
                      <a:r>
                        <a:rPr lang="en-AU" sz="2600" dirty="0">
                          <a:latin typeface="Agency FB" panose="020B0503020202020204" pitchFamily="34" charset="0"/>
                        </a:rPr>
                        <a:t>11</a:t>
                      </a:r>
                    </a:p>
                  </a:txBody>
                  <a:tcPr anchor="ctr"/>
                </a:tc>
                <a:extLst>
                  <a:ext uri="{0D108BD9-81ED-4DB2-BD59-A6C34878D82A}">
                    <a16:rowId xmlns:a16="http://schemas.microsoft.com/office/drawing/2014/main" val="796210573"/>
                  </a:ext>
                </a:extLst>
              </a:tr>
              <a:tr h="743238">
                <a:tc>
                  <a:txBody>
                    <a:bodyPr/>
                    <a:lstStyle/>
                    <a:p>
                      <a:endParaRPr lang="en-AU"/>
                    </a:p>
                  </a:txBody>
                  <a:tcPr/>
                </a:tc>
                <a:tc>
                  <a:txBody>
                    <a:bodyPr/>
                    <a:lstStyle/>
                    <a:p>
                      <a:pPr algn="ctr"/>
                      <a:r>
                        <a:rPr lang="en-AU" sz="2600" dirty="0">
                          <a:latin typeface="Agency FB" panose="020B0503020202020204" pitchFamily="34" charset="0"/>
                        </a:rPr>
                        <a:t>7</a:t>
                      </a:r>
                    </a:p>
                  </a:txBody>
                  <a:tcPr anchor="ctr"/>
                </a:tc>
                <a:tc>
                  <a:txBody>
                    <a:bodyPr/>
                    <a:lstStyle/>
                    <a:p>
                      <a:pPr algn="ctr"/>
                      <a:r>
                        <a:rPr lang="en-AU" sz="2600" dirty="0">
                          <a:latin typeface="Agency FB" panose="020B0503020202020204" pitchFamily="34" charset="0"/>
                        </a:rPr>
                        <a:t>8</a:t>
                      </a:r>
                    </a:p>
                  </a:txBody>
                  <a:tcPr anchor="ctr"/>
                </a:tc>
                <a:tc>
                  <a:txBody>
                    <a:bodyPr/>
                    <a:lstStyle/>
                    <a:p>
                      <a:pPr algn="ctr"/>
                      <a:r>
                        <a:rPr lang="en-AU" sz="2600" dirty="0">
                          <a:latin typeface="Agency FB" panose="020B0503020202020204" pitchFamily="34" charset="0"/>
                        </a:rPr>
                        <a:t>9</a:t>
                      </a:r>
                    </a:p>
                  </a:txBody>
                  <a:tcPr anchor="ctr"/>
                </a:tc>
                <a:tc>
                  <a:txBody>
                    <a:bodyPr/>
                    <a:lstStyle/>
                    <a:p>
                      <a:pPr algn="ctr"/>
                      <a:r>
                        <a:rPr lang="en-AU" sz="2600" dirty="0">
                          <a:latin typeface="Agency FB" panose="020B0503020202020204" pitchFamily="34" charset="0"/>
                        </a:rPr>
                        <a:t>10</a:t>
                      </a:r>
                    </a:p>
                  </a:txBody>
                  <a:tcPr anchor="ctr"/>
                </a:tc>
                <a:tc>
                  <a:txBody>
                    <a:bodyPr/>
                    <a:lstStyle/>
                    <a:p>
                      <a:pPr algn="ctr"/>
                      <a:r>
                        <a:rPr lang="en-AU" sz="2600" dirty="0">
                          <a:latin typeface="Agency FB" panose="020B0503020202020204" pitchFamily="34" charset="0"/>
                        </a:rPr>
                        <a:t>11</a:t>
                      </a:r>
                    </a:p>
                  </a:txBody>
                  <a:tcPr anchor="ctr"/>
                </a:tc>
                <a:tc>
                  <a:txBody>
                    <a:bodyPr/>
                    <a:lstStyle/>
                    <a:p>
                      <a:pPr algn="ctr"/>
                      <a:r>
                        <a:rPr lang="en-AU" sz="2600" dirty="0">
                          <a:latin typeface="Agency FB" panose="020B0503020202020204" pitchFamily="34" charset="0"/>
                        </a:rPr>
                        <a:t>12</a:t>
                      </a:r>
                    </a:p>
                  </a:txBody>
                  <a:tcPr anchor="ctr"/>
                </a:tc>
                <a:extLst>
                  <a:ext uri="{0D108BD9-81ED-4DB2-BD59-A6C34878D82A}">
                    <a16:rowId xmlns:a16="http://schemas.microsoft.com/office/drawing/2014/main" val="1110608025"/>
                  </a:ext>
                </a:extLst>
              </a:tr>
            </a:tbl>
          </a:graphicData>
        </a:graphic>
      </p:graphicFrame>
      <p:pic>
        <p:nvPicPr>
          <p:cNvPr id="3076" name="Picture 4" descr="Dice Face Vector Art, Icons, and Graphics for Free Download">
            <a:extLst>
              <a:ext uri="{FF2B5EF4-FFF2-40B4-BE49-F238E27FC236}">
                <a16:creationId xmlns:a16="http://schemas.microsoft.com/office/drawing/2014/main" id="{60904559-23C8-4D9A-8910-4552A5F34F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94" t="15077" r="67967" b="60684"/>
          <a:stretch/>
        </p:blipFill>
        <p:spPr bwMode="auto">
          <a:xfrm>
            <a:off x="382770" y="1718886"/>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ice Face Vector Art, Icons, and Graphics for Free Download">
            <a:extLst>
              <a:ext uri="{FF2B5EF4-FFF2-40B4-BE49-F238E27FC236}">
                <a16:creationId xmlns:a16="http://schemas.microsoft.com/office/drawing/2014/main" id="{592E9E6A-90FD-4C8E-B573-CB6A15E626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445" t="15077" r="37315" b="60684"/>
          <a:stretch/>
        </p:blipFill>
        <p:spPr bwMode="auto">
          <a:xfrm>
            <a:off x="395359" y="2478840"/>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Dice Face Vector Art, Icons, and Graphics for Free Download">
            <a:extLst>
              <a:ext uri="{FF2B5EF4-FFF2-40B4-BE49-F238E27FC236}">
                <a16:creationId xmlns:a16="http://schemas.microsoft.com/office/drawing/2014/main" id="{3C9CA706-AECB-403F-BE28-3ADB85FD32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267" t="15077" r="7493" b="60684"/>
          <a:stretch/>
        </p:blipFill>
        <p:spPr bwMode="auto">
          <a:xfrm>
            <a:off x="395359" y="3238794"/>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Dice Face Vector Art, Icons, and Graphics for Free Download">
            <a:extLst>
              <a:ext uri="{FF2B5EF4-FFF2-40B4-BE49-F238E27FC236}">
                <a16:creationId xmlns:a16="http://schemas.microsoft.com/office/drawing/2014/main" id="{BFF7AEC3-BF78-4A57-BD94-ADEA18D91E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790" t="60362" r="7970" b="15399"/>
          <a:stretch/>
        </p:blipFill>
        <p:spPr bwMode="auto">
          <a:xfrm>
            <a:off x="395359" y="5478665"/>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ice Face Vector Art, Icons, and Graphics for Free Download">
            <a:extLst>
              <a:ext uri="{FF2B5EF4-FFF2-40B4-BE49-F238E27FC236}">
                <a16:creationId xmlns:a16="http://schemas.microsoft.com/office/drawing/2014/main" id="{D206C1D6-A7B0-43C5-A9BB-7B8F4B2921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968" t="60362" r="37792" b="15399"/>
          <a:stretch/>
        </p:blipFill>
        <p:spPr bwMode="auto">
          <a:xfrm>
            <a:off x="397315" y="4728939"/>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Dice Face Vector Art, Icons, and Graphics for Free Download">
            <a:extLst>
              <a:ext uri="{FF2B5EF4-FFF2-40B4-BE49-F238E27FC236}">
                <a16:creationId xmlns:a16="http://schemas.microsoft.com/office/drawing/2014/main" id="{B99410DA-206F-4CB8-B86B-72D77C2522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59" t="60362" r="67701" b="15399"/>
          <a:stretch/>
        </p:blipFill>
        <p:spPr bwMode="auto">
          <a:xfrm>
            <a:off x="399271" y="3979213"/>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Dice Face Vector Art, Icons, and Graphics for Free Download">
            <a:extLst>
              <a:ext uri="{FF2B5EF4-FFF2-40B4-BE49-F238E27FC236}">
                <a16:creationId xmlns:a16="http://schemas.microsoft.com/office/drawing/2014/main" id="{DB1E9E4E-24D9-43BA-947F-AB6AE27889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94" t="15077" r="67967" b="60684"/>
          <a:stretch/>
        </p:blipFill>
        <p:spPr bwMode="auto">
          <a:xfrm>
            <a:off x="1151858" y="1010049"/>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Dice Face Vector Art, Icons, and Graphics for Free Download">
            <a:extLst>
              <a:ext uri="{FF2B5EF4-FFF2-40B4-BE49-F238E27FC236}">
                <a16:creationId xmlns:a16="http://schemas.microsoft.com/office/drawing/2014/main" id="{BD9431CC-499F-4EAF-A8A7-6BCEE58323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445" t="15077" r="37315" b="60684"/>
          <a:stretch/>
        </p:blipFill>
        <p:spPr bwMode="auto">
          <a:xfrm>
            <a:off x="1896780" y="1010048"/>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Dice Face Vector Art, Icons, and Graphics for Free Download">
            <a:extLst>
              <a:ext uri="{FF2B5EF4-FFF2-40B4-BE49-F238E27FC236}">
                <a16:creationId xmlns:a16="http://schemas.microsoft.com/office/drawing/2014/main" id="{B3F00D31-0281-4E6D-844E-EFB0F992B9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267" t="15077" r="7493" b="60684"/>
          <a:stretch/>
        </p:blipFill>
        <p:spPr bwMode="auto">
          <a:xfrm>
            <a:off x="2641702" y="1010047"/>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Dice Face Vector Art, Icons, and Graphics for Free Download">
            <a:extLst>
              <a:ext uri="{FF2B5EF4-FFF2-40B4-BE49-F238E27FC236}">
                <a16:creationId xmlns:a16="http://schemas.microsoft.com/office/drawing/2014/main" id="{5FFCBDBC-2FB2-44F2-8DC1-48C1B755AF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59" t="60362" r="67701" b="15399"/>
          <a:stretch/>
        </p:blipFill>
        <p:spPr bwMode="auto">
          <a:xfrm>
            <a:off x="3349589" y="1010047"/>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Dice Face Vector Art, Icons, and Graphics for Free Download">
            <a:extLst>
              <a:ext uri="{FF2B5EF4-FFF2-40B4-BE49-F238E27FC236}">
                <a16:creationId xmlns:a16="http://schemas.microsoft.com/office/drawing/2014/main" id="{461AD79C-6AD3-44CF-BB8F-3363DE60D7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968" t="60362" r="37792" b="15399"/>
          <a:stretch/>
        </p:blipFill>
        <p:spPr bwMode="auto">
          <a:xfrm>
            <a:off x="4131546" y="1010047"/>
            <a:ext cx="540000" cy="5399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Dice Face Vector Art, Icons, and Graphics for Free Download">
            <a:extLst>
              <a:ext uri="{FF2B5EF4-FFF2-40B4-BE49-F238E27FC236}">
                <a16:creationId xmlns:a16="http://schemas.microsoft.com/office/drawing/2014/main" id="{C7E2AB42-8C93-48F0-8AA1-093483682C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790" t="60362" r="7970" b="15399"/>
          <a:stretch/>
        </p:blipFill>
        <p:spPr bwMode="auto">
          <a:xfrm>
            <a:off x="4876468" y="998426"/>
            <a:ext cx="540000" cy="53999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EEEA7F73-AEE2-4E3A-B209-DE3FEB4F587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Probability Distributions - Discrete</a:t>
            </a:r>
          </a:p>
        </p:txBody>
      </p:sp>
      <p:pic>
        <p:nvPicPr>
          <p:cNvPr id="7" name="Picture 6">
            <a:extLst>
              <a:ext uri="{FF2B5EF4-FFF2-40B4-BE49-F238E27FC236}">
                <a16:creationId xmlns:a16="http://schemas.microsoft.com/office/drawing/2014/main" id="{984C8693-0CCD-4CE4-9CFD-C175A12F64AE}"/>
              </a:ext>
            </a:extLst>
          </p:cNvPr>
          <p:cNvPicPr>
            <a:picLocks noChangeAspect="1"/>
          </p:cNvPicPr>
          <p:nvPr/>
        </p:nvPicPr>
        <p:blipFill rotWithShape="1">
          <a:blip r:embed="rId4"/>
          <a:srcRect l="15872" t="19225" r="25175" b="11163"/>
          <a:stretch/>
        </p:blipFill>
        <p:spPr>
          <a:xfrm>
            <a:off x="5729316" y="1371599"/>
            <a:ext cx="6211046" cy="4125385"/>
          </a:xfrm>
          <a:prstGeom prst="rect">
            <a:avLst/>
          </a:prstGeom>
        </p:spPr>
      </p:pic>
    </p:spTree>
    <p:extLst>
      <p:ext uri="{BB962C8B-B14F-4D97-AF65-F5344CB8AC3E}">
        <p14:creationId xmlns:p14="http://schemas.microsoft.com/office/powerpoint/2010/main" val="245211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4098" name="Picture 2" descr="Income - Free business and finance icons">
            <a:extLst>
              <a:ext uri="{FF2B5EF4-FFF2-40B4-BE49-F238E27FC236}">
                <a16:creationId xmlns:a16="http://schemas.microsoft.com/office/drawing/2014/main" id="{24113CF6-FDCD-4F97-9A92-2248725E7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2991" y="1736622"/>
            <a:ext cx="3641679" cy="3641679"/>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816A3A14-34F9-42EA-AAF8-00B0A0C1A1EC}"/>
              </a:ext>
            </a:extLst>
          </p:cNvPr>
          <p:cNvSpPr txBox="1"/>
          <p:nvPr/>
        </p:nvSpPr>
        <p:spPr>
          <a:xfrm>
            <a:off x="7073319" y="5459435"/>
            <a:ext cx="2251435" cy="492443"/>
          </a:xfrm>
          <a:prstGeom prst="rect">
            <a:avLst/>
          </a:prstGeom>
          <a:noFill/>
        </p:spPr>
        <p:txBody>
          <a:bodyPr wrap="square" rtlCol="0">
            <a:spAutoFit/>
          </a:bodyPr>
          <a:lstStyle/>
          <a:p>
            <a:pPr algn="ctr"/>
            <a:r>
              <a:rPr lang="en-AU" sz="2600" dirty="0">
                <a:latin typeface="Agency FB" panose="020B0503020202020204" pitchFamily="34" charset="0"/>
              </a:rPr>
              <a:t>$100,000</a:t>
            </a:r>
          </a:p>
        </p:txBody>
      </p:sp>
      <p:sp>
        <p:nvSpPr>
          <p:cNvPr id="35" name="TextBox 34">
            <a:extLst>
              <a:ext uri="{FF2B5EF4-FFF2-40B4-BE49-F238E27FC236}">
                <a16:creationId xmlns:a16="http://schemas.microsoft.com/office/drawing/2014/main" id="{D565F044-2931-4043-83B8-2054CF069B3A}"/>
              </a:ext>
            </a:extLst>
          </p:cNvPr>
          <p:cNvSpPr txBox="1"/>
          <p:nvPr/>
        </p:nvSpPr>
        <p:spPr>
          <a:xfrm>
            <a:off x="7073318" y="4966992"/>
            <a:ext cx="2251435" cy="492443"/>
          </a:xfrm>
          <a:prstGeom prst="rect">
            <a:avLst/>
          </a:prstGeom>
          <a:noFill/>
        </p:spPr>
        <p:txBody>
          <a:bodyPr wrap="square" rtlCol="0">
            <a:spAutoFit/>
          </a:bodyPr>
          <a:lstStyle/>
          <a:p>
            <a:pPr algn="ctr"/>
            <a:r>
              <a:rPr lang="en-AU" sz="2600" dirty="0">
                <a:latin typeface="Agency FB" panose="020B0503020202020204" pitchFamily="34" charset="0"/>
              </a:rPr>
              <a:t>$95,000</a:t>
            </a:r>
          </a:p>
        </p:txBody>
      </p:sp>
      <p:sp>
        <p:nvSpPr>
          <p:cNvPr id="46" name="TextBox 45">
            <a:extLst>
              <a:ext uri="{FF2B5EF4-FFF2-40B4-BE49-F238E27FC236}">
                <a16:creationId xmlns:a16="http://schemas.microsoft.com/office/drawing/2014/main" id="{B5D892B7-BEF8-442B-8BFD-4C4EAC57F8BC}"/>
              </a:ext>
            </a:extLst>
          </p:cNvPr>
          <p:cNvSpPr txBox="1"/>
          <p:nvPr/>
        </p:nvSpPr>
        <p:spPr>
          <a:xfrm>
            <a:off x="7073318" y="2496232"/>
            <a:ext cx="2251435" cy="492443"/>
          </a:xfrm>
          <a:prstGeom prst="rect">
            <a:avLst/>
          </a:prstGeom>
          <a:noFill/>
        </p:spPr>
        <p:txBody>
          <a:bodyPr wrap="square" rtlCol="0">
            <a:spAutoFit/>
          </a:bodyPr>
          <a:lstStyle/>
          <a:p>
            <a:pPr algn="ctr"/>
            <a:r>
              <a:rPr lang="en-AU" sz="2600" dirty="0">
                <a:latin typeface="Agency FB" panose="020B0503020202020204" pitchFamily="34" charset="0"/>
              </a:rPr>
              <a:t>$91,000</a:t>
            </a:r>
          </a:p>
        </p:txBody>
      </p:sp>
      <p:sp>
        <p:nvSpPr>
          <p:cNvPr id="47" name="TextBox 46">
            <a:extLst>
              <a:ext uri="{FF2B5EF4-FFF2-40B4-BE49-F238E27FC236}">
                <a16:creationId xmlns:a16="http://schemas.microsoft.com/office/drawing/2014/main" id="{6B6872EA-48B2-43B2-896F-4363FE2E773B}"/>
              </a:ext>
            </a:extLst>
          </p:cNvPr>
          <p:cNvSpPr txBox="1"/>
          <p:nvPr/>
        </p:nvSpPr>
        <p:spPr>
          <a:xfrm>
            <a:off x="7073317" y="2003789"/>
            <a:ext cx="2251435" cy="492443"/>
          </a:xfrm>
          <a:prstGeom prst="rect">
            <a:avLst/>
          </a:prstGeom>
          <a:noFill/>
        </p:spPr>
        <p:txBody>
          <a:bodyPr wrap="square" rtlCol="0">
            <a:spAutoFit/>
          </a:bodyPr>
          <a:lstStyle/>
          <a:p>
            <a:pPr algn="ctr"/>
            <a:r>
              <a:rPr lang="en-AU" sz="2600" dirty="0">
                <a:latin typeface="Agency FB" panose="020B0503020202020204" pitchFamily="34" charset="0"/>
              </a:rPr>
              <a:t>$90,500</a:t>
            </a:r>
          </a:p>
        </p:txBody>
      </p:sp>
      <p:sp>
        <p:nvSpPr>
          <p:cNvPr id="48" name="TextBox 47">
            <a:extLst>
              <a:ext uri="{FF2B5EF4-FFF2-40B4-BE49-F238E27FC236}">
                <a16:creationId xmlns:a16="http://schemas.microsoft.com/office/drawing/2014/main" id="{530F20EA-F216-4CF6-B421-66D091E9A215}"/>
              </a:ext>
            </a:extLst>
          </p:cNvPr>
          <p:cNvSpPr txBox="1"/>
          <p:nvPr/>
        </p:nvSpPr>
        <p:spPr>
          <a:xfrm>
            <a:off x="7073317" y="1511346"/>
            <a:ext cx="2251435" cy="492443"/>
          </a:xfrm>
          <a:prstGeom prst="rect">
            <a:avLst/>
          </a:prstGeom>
          <a:noFill/>
        </p:spPr>
        <p:txBody>
          <a:bodyPr wrap="square" rtlCol="0">
            <a:spAutoFit/>
          </a:bodyPr>
          <a:lstStyle/>
          <a:p>
            <a:pPr algn="ctr"/>
            <a:r>
              <a:rPr lang="en-AU" sz="2600" dirty="0">
                <a:latin typeface="Agency FB" panose="020B0503020202020204" pitchFamily="34" charset="0"/>
              </a:rPr>
              <a:t>$87,000</a:t>
            </a:r>
          </a:p>
        </p:txBody>
      </p:sp>
      <p:sp>
        <p:nvSpPr>
          <p:cNvPr id="49" name="TextBox 48">
            <a:extLst>
              <a:ext uri="{FF2B5EF4-FFF2-40B4-BE49-F238E27FC236}">
                <a16:creationId xmlns:a16="http://schemas.microsoft.com/office/drawing/2014/main" id="{879C0B03-086B-4E13-A133-D43881EEAB51}"/>
              </a:ext>
            </a:extLst>
          </p:cNvPr>
          <p:cNvSpPr txBox="1"/>
          <p:nvPr/>
        </p:nvSpPr>
        <p:spPr>
          <a:xfrm>
            <a:off x="7073316" y="1018903"/>
            <a:ext cx="2251435" cy="492443"/>
          </a:xfrm>
          <a:prstGeom prst="rect">
            <a:avLst/>
          </a:prstGeom>
          <a:noFill/>
        </p:spPr>
        <p:txBody>
          <a:bodyPr wrap="square" rtlCol="0">
            <a:spAutoFit/>
          </a:bodyPr>
          <a:lstStyle/>
          <a:p>
            <a:pPr algn="ctr"/>
            <a:r>
              <a:rPr lang="en-AU" sz="2600" dirty="0">
                <a:latin typeface="Agency FB" panose="020B0503020202020204" pitchFamily="34" charset="0"/>
              </a:rPr>
              <a:t>$73,251</a:t>
            </a:r>
          </a:p>
        </p:txBody>
      </p:sp>
      <p:sp>
        <p:nvSpPr>
          <p:cNvPr id="10" name="TextBox 9">
            <a:extLst>
              <a:ext uri="{FF2B5EF4-FFF2-40B4-BE49-F238E27FC236}">
                <a16:creationId xmlns:a16="http://schemas.microsoft.com/office/drawing/2014/main" id="{0284F194-E89A-45D8-A6C9-D9F638E2A565}"/>
              </a:ext>
            </a:extLst>
          </p:cNvPr>
          <p:cNvSpPr txBox="1"/>
          <p:nvPr/>
        </p:nvSpPr>
        <p:spPr>
          <a:xfrm>
            <a:off x="7073315" y="4474549"/>
            <a:ext cx="2251435" cy="492443"/>
          </a:xfrm>
          <a:prstGeom prst="rect">
            <a:avLst/>
          </a:prstGeom>
          <a:noFill/>
        </p:spPr>
        <p:txBody>
          <a:bodyPr wrap="square" rtlCol="0">
            <a:spAutoFit/>
          </a:bodyPr>
          <a:lstStyle/>
          <a:p>
            <a:pPr algn="ctr"/>
            <a:r>
              <a:rPr lang="en-AU" sz="2600" dirty="0">
                <a:latin typeface="Agency FB" panose="020B0503020202020204" pitchFamily="34" charset="0"/>
              </a:rPr>
              <a:t>$93,257</a:t>
            </a:r>
          </a:p>
        </p:txBody>
      </p:sp>
      <p:sp>
        <p:nvSpPr>
          <p:cNvPr id="11" name="TextBox 10">
            <a:extLst>
              <a:ext uri="{FF2B5EF4-FFF2-40B4-BE49-F238E27FC236}">
                <a16:creationId xmlns:a16="http://schemas.microsoft.com/office/drawing/2014/main" id="{FF316222-1E02-42C2-AB09-64636A265875}"/>
              </a:ext>
            </a:extLst>
          </p:cNvPr>
          <p:cNvSpPr txBox="1"/>
          <p:nvPr/>
        </p:nvSpPr>
        <p:spPr>
          <a:xfrm>
            <a:off x="7232800" y="2985628"/>
            <a:ext cx="2251435" cy="492443"/>
          </a:xfrm>
          <a:prstGeom prst="rect">
            <a:avLst/>
          </a:prstGeom>
          <a:noFill/>
        </p:spPr>
        <p:txBody>
          <a:bodyPr wrap="square" rtlCol="0">
            <a:spAutoFit/>
          </a:bodyPr>
          <a:lstStyle/>
          <a:p>
            <a:pPr algn="ctr"/>
            <a:r>
              <a:rPr lang="en-AU" sz="2600" dirty="0">
                <a:latin typeface="Agency FB" panose="020B0503020202020204" pitchFamily="34" charset="0"/>
              </a:rPr>
              <a:t>$93,256.50</a:t>
            </a:r>
          </a:p>
        </p:txBody>
      </p:sp>
      <p:sp>
        <p:nvSpPr>
          <p:cNvPr id="12" name="TextBox 11">
            <a:extLst>
              <a:ext uri="{FF2B5EF4-FFF2-40B4-BE49-F238E27FC236}">
                <a16:creationId xmlns:a16="http://schemas.microsoft.com/office/drawing/2014/main" id="{85AA06F5-5E55-41FC-AD6C-787E7540EECC}"/>
              </a:ext>
            </a:extLst>
          </p:cNvPr>
          <p:cNvSpPr txBox="1"/>
          <p:nvPr/>
        </p:nvSpPr>
        <p:spPr>
          <a:xfrm>
            <a:off x="7285964" y="3976310"/>
            <a:ext cx="2251435" cy="492443"/>
          </a:xfrm>
          <a:prstGeom prst="rect">
            <a:avLst/>
          </a:prstGeom>
          <a:noFill/>
        </p:spPr>
        <p:txBody>
          <a:bodyPr wrap="square" rtlCol="0">
            <a:spAutoFit/>
          </a:bodyPr>
          <a:lstStyle/>
          <a:p>
            <a:pPr algn="ctr"/>
            <a:r>
              <a:rPr lang="en-AU" sz="2600" dirty="0">
                <a:latin typeface="Agency FB" panose="020B0503020202020204" pitchFamily="34" charset="0"/>
              </a:rPr>
              <a:t>$93,256.637</a:t>
            </a:r>
          </a:p>
        </p:txBody>
      </p:sp>
      <p:sp>
        <p:nvSpPr>
          <p:cNvPr id="13" name="TextBox 12">
            <a:extLst>
              <a:ext uri="{FF2B5EF4-FFF2-40B4-BE49-F238E27FC236}">
                <a16:creationId xmlns:a16="http://schemas.microsoft.com/office/drawing/2014/main" id="{3DAB12F8-5F85-4DD1-8F87-465102CB55E0}"/>
              </a:ext>
            </a:extLst>
          </p:cNvPr>
          <p:cNvSpPr txBox="1"/>
          <p:nvPr/>
        </p:nvSpPr>
        <p:spPr>
          <a:xfrm>
            <a:off x="7371016" y="3478071"/>
            <a:ext cx="2251435" cy="492443"/>
          </a:xfrm>
          <a:prstGeom prst="rect">
            <a:avLst/>
          </a:prstGeom>
          <a:noFill/>
        </p:spPr>
        <p:txBody>
          <a:bodyPr wrap="square" rtlCol="0">
            <a:spAutoFit/>
          </a:bodyPr>
          <a:lstStyle/>
          <a:p>
            <a:pPr algn="ctr"/>
            <a:r>
              <a:rPr lang="en-AU" sz="2600" dirty="0">
                <a:latin typeface="Agency FB" panose="020B0503020202020204" pitchFamily="34" charset="0"/>
              </a:rPr>
              <a:t>$93,256.6365</a:t>
            </a:r>
          </a:p>
        </p:txBody>
      </p:sp>
      <p:sp>
        <p:nvSpPr>
          <p:cNvPr id="30" name="TextBox 29">
            <a:extLst>
              <a:ext uri="{FF2B5EF4-FFF2-40B4-BE49-F238E27FC236}">
                <a16:creationId xmlns:a16="http://schemas.microsoft.com/office/drawing/2014/main" id="{48CD2C01-15B2-4A9C-B366-F492D4252639}"/>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Probability Distributions - Continuous</a:t>
            </a:r>
          </a:p>
        </p:txBody>
      </p:sp>
    </p:spTree>
    <p:extLst>
      <p:ext uri="{BB962C8B-B14F-4D97-AF65-F5344CB8AC3E}">
        <p14:creationId xmlns:p14="http://schemas.microsoft.com/office/powerpoint/2010/main" val="1725421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4098" name="Picture 2" descr="Income - Free business and finance icons">
            <a:extLst>
              <a:ext uri="{FF2B5EF4-FFF2-40B4-BE49-F238E27FC236}">
                <a16:creationId xmlns:a16="http://schemas.microsoft.com/office/drawing/2014/main" id="{24113CF6-FDCD-4F97-9A92-2248725E7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2991" y="1736622"/>
            <a:ext cx="3641679" cy="36416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67836C6-DF7A-4AAD-814A-72345A3AA075}"/>
              </a:ext>
            </a:extLst>
          </p:cNvPr>
          <p:cNvPicPr>
            <a:picLocks noChangeAspect="1"/>
          </p:cNvPicPr>
          <p:nvPr/>
        </p:nvPicPr>
        <p:blipFill>
          <a:blip r:embed="rId4"/>
          <a:stretch>
            <a:fillRect/>
          </a:stretch>
        </p:blipFill>
        <p:spPr>
          <a:xfrm>
            <a:off x="5869583" y="1242236"/>
            <a:ext cx="5367219" cy="4136065"/>
          </a:xfrm>
          <a:prstGeom prst="rect">
            <a:avLst/>
          </a:prstGeom>
        </p:spPr>
      </p:pic>
      <p:sp>
        <p:nvSpPr>
          <p:cNvPr id="14" name="TextBox 13">
            <a:extLst>
              <a:ext uri="{FF2B5EF4-FFF2-40B4-BE49-F238E27FC236}">
                <a16:creationId xmlns:a16="http://schemas.microsoft.com/office/drawing/2014/main" id="{CAB75EA3-2A7D-4D52-A844-A617D172FB6F}"/>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Probability Distributions - Continuous</a:t>
            </a:r>
          </a:p>
        </p:txBody>
      </p:sp>
    </p:spTree>
    <p:extLst>
      <p:ext uri="{BB962C8B-B14F-4D97-AF65-F5344CB8AC3E}">
        <p14:creationId xmlns:p14="http://schemas.microsoft.com/office/powerpoint/2010/main" val="316519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6BE953A-F0F0-4446-BA76-B54DD54821CD}"/>
              </a:ext>
            </a:extLst>
          </p:cNvPr>
          <p:cNvPicPr>
            <a:picLocks noChangeAspect="1"/>
          </p:cNvPicPr>
          <p:nvPr/>
        </p:nvPicPr>
        <p:blipFill>
          <a:blip r:embed="rId3"/>
          <a:stretch>
            <a:fillRect/>
          </a:stretch>
        </p:blipFill>
        <p:spPr>
          <a:xfrm>
            <a:off x="438150" y="942975"/>
            <a:ext cx="11315700" cy="4972050"/>
          </a:xfrm>
          <a:prstGeom prst="rect">
            <a:avLst/>
          </a:prstGeom>
        </p:spPr>
      </p:pic>
      <p:sp>
        <p:nvSpPr>
          <p:cNvPr id="15" name="TextBox 14">
            <a:extLst>
              <a:ext uri="{FF2B5EF4-FFF2-40B4-BE49-F238E27FC236}">
                <a16:creationId xmlns:a16="http://schemas.microsoft.com/office/drawing/2014/main" id="{930A1FD4-0A70-47C7-B154-33E18688E30E}"/>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Normal Distribution – </a:t>
            </a:r>
            <a:r>
              <a:rPr lang="en-AU" sz="3600" dirty="0">
                <a:solidFill>
                  <a:schemeClr val="bg1"/>
                </a:solidFill>
                <a:latin typeface="Arial Narrow" panose="020B0606020202030204" pitchFamily="34" charset="0"/>
                <a:sym typeface="Symbol" panose="05050102010706020507" pitchFamily="18" charset="2"/>
              </a:rPr>
              <a:t></a:t>
            </a:r>
            <a:endParaRPr lang="en-AU" sz="36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91334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930A1FD4-0A70-47C7-B154-33E18688E30E}"/>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Normal Distribution – </a:t>
            </a:r>
            <a:r>
              <a:rPr lang="en-AU" sz="3600" dirty="0">
                <a:solidFill>
                  <a:schemeClr val="bg1"/>
                </a:solidFill>
                <a:latin typeface="Arial Narrow" panose="020B0606020202030204" pitchFamily="34" charset="0"/>
                <a:sym typeface="Symbol" panose="05050102010706020507" pitchFamily="18" charset="2"/>
              </a:rPr>
              <a:t></a:t>
            </a:r>
            <a:endParaRPr lang="en-AU" sz="3600" dirty="0">
              <a:solidFill>
                <a:schemeClr val="bg1"/>
              </a:solidFill>
              <a:latin typeface="Arial Narrow" panose="020B0606020202030204" pitchFamily="34" charset="0"/>
            </a:endParaRPr>
          </a:p>
        </p:txBody>
      </p:sp>
      <p:pic>
        <p:nvPicPr>
          <p:cNvPr id="5" name="Picture 4">
            <a:extLst>
              <a:ext uri="{FF2B5EF4-FFF2-40B4-BE49-F238E27FC236}">
                <a16:creationId xmlns:a16="http://schemas.microsoft.com/office/drawing/2014/main" id="{292BC49B-3DBB-433C-9874-B3C2554DE2F5}"/>
              </a:ext>
            </a:extLst>
          </p:cNvPr>
          <p:cNvPicPr>
            <a:picLocks noChangeAspect="1"/>
          </p:cNvPicPr>
          <p:nvPr/>
        </p:nvPicPr>
        <p:blipFill>
          <a:blip r:embed="rId3"/>
          <a:stretch>
            <a:fillRect/>
          </a:stretch>
        </p:blipFill>
        <p:spPr>
          <a:xfrm>
            <a:off x="438150" y="942975"/>
            <a:ext cx="11315700" cy="4972050"/>
          </a:xfrm>
          <a:prstGeom prst="rect">
            <a:avLst/>
          </a:prstGeom>
        </p:spPr>
      </p:pic>
    </p:spTree>
    <p:extLst>
      <p:ext uri="{BB962C8B-B14F-4D97-AF65-F5344CB8AC3E}">
        <p14:creationId xmlns:p14="http://schemas.microsoft.com/office/powerpoint/2010/main" val="399804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04" name="Rectangle 103">
            <a:extLst>
              <a:ext uri="{FF2B5EF4-FFF2-40B4-BE49-F238E27FC236}">
                <a16:creationId xmlns:a16="http://schemas.microsoft.com/office/drawing/2014/main" id="{1A1737B4-5C22-48C0-A017-BE9CFEF00550}"/>
              </a:ext>
            </a:extLst>
          </p:cNvPr>
          <p:cNvSpPr/>
          <p:nvPr/>
        </p:nvSpPr>
        <p:spPr>
          <a:xfrm>
            <a:off x="202019" y="4954772"/>
            <a:ext cx="4944139" cy="1201480"/>
          </a:xfrm>
          <a:prstGeom prst="rect">
            <a:avLst/>
          </a:prstGeom>
          <a:solidFill>
            <a:schemeClr val="bg1"/>
          </a:solid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dirty="0">
                <a:solidFill>
                  <a:srgbClr val="212529"/>
                </a:solidFill>
                <a:latin typeface="Agency FB" panose="020B0503020202020204" pitchFamily="34" charset="0"/>
              </a:rPr>
              <a:t>The sampling distribution tells us how much that estimate would vary if we could repeat the sampling process</a:t>
            </a:r>
          </a:p>
        </p:txBody>
      </p:sp>
      <p:pic>
        <p:nvPicPr>
          <p:cNvPr id="4" name="Picture 3">
            <a:extLst>
              <a:ext uri="{FF2B5EF4-FFF2-40B4-BE49-F238E27FC236}">
                <a16:creationId xmlns:a16="http://schemas.microsoft.com/office/drawing/2014/main" id="{0E0BB3DD-CBEC-4EF3-81CA-B610D7CF1DBE}"/>
              </a:ext>
            </a:extLst>
          </p:cNvPr>
          <p:cNvPicPr>
            <a:picLocks noChangeAspect="1"/>
          </p:cNvPicPr>
          <p:nvPr/>
        </p:nvPicPr>
        <p:blipFill rotWithShape="1">
          <a:blip r:embed="rId3"/>
          <a:srcRect l="29411" t="21240" r="30216" b="25271"/>
          <a:stretch/>
        </p:blipFill>
        <p:spPr>
          <a:xfrm>
            <a:off x="5373451" y="1329071"/>
            <a:ext cx="6730316" cy="5350136"/>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7804FFD-60F5-424D-B333-77093D5F314B}"/>
                  </a:ext>
                </a:extLst>
              </p14:cNvPr>
              <p14:cNvContentPartPr/>
              <p14:nvPr/>
            </p14:nvContentPartPr>
            <p14:xfrm>
              <a:off x="3232155" y="5639668"/>
              <a:ext cx="3786480" cy="1153800"/>
            </p14:xfrm>
          </p:contentPart>
        </mc:Choice>
        <mc:Fallback xmlns="">
          <p:pic>
            <p:nvPicPr>
              <p:cNvPr id="2" name="Ink 1">
                <a:extLst>
                  <a:ext uri="{FF2B5EF4-FFF2-40B4-BE49-F238E27FC236}">
                    <a16:creationId xmlns:a16="http://schemas.microsoft.com/office/drawing/2014/main" id="{97804FFD-60F5-424D-B333-77093D5F314B}"/>
                  </a:ext>
                </a:extLst>
              </p:cNvPr>
              <p:cNvPicPr/>
              <p:nvPr/>
            </p:nvPicPr>
            <p:blipFill>
              <a:blip r:embed="rId5"/>
              <a:stretch>
                <a:fillRect/>
              </a:stretch>
            </p:blipFill>
            <p:spPr>
              <a:xfrm>
                <a:off x="3223155" y="5631028"/>
                <a:ext cx="3804120" cy="1171440"/>
              </a:xfrm>
              <a:prstGeom prst="rect">
                <a:avLst/>
              </a:prstGeom>
            </p:spPr>
          </p:pic>
        </mc:Fallback>
      </mc:AlternateContent>
      <p:sp>
        <p:nvSpPr>
          <p:cNvPr id="13" name="TextBox 12">
            <a:extLst>
              <a:ext uri="{FF2B5EF4-FFF2-40B4-BE49-F238E27FC236}">
                <a16:creationId xmlns:a16="http://schemas.microsoft.com/office/drawing/2014/main" id="{F762A9B3-8EC1-449E-AFB4-E42420BA8488}"/>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Sampling Distribution</a:t>
            </a:r>
          </a:p>
        </p:txBody>
      </p:sp>
      <p:sp>
        <p:nvSpPr>
          <p:cNvPr id="16" name="Rectangle 15">
            <a:extLst>
              <a:ext uri="{FF2B5EF4-FFF2-40B4-BE49-F238E27FC236}">
                <a16:creationId xmlns:a16="http://schemas.microsoft.com/office/drawing/2014/main" id="{AAD3E40B-A72B-4BDF-BB0F-97B3F51DE7F7}"/>
              </a:ext>
            </a:extLst>
          </p:cNvPr>
          <p:cNvSpPr/>
          <p:nvPr/>
        </p:nvSpPr>
        <p:spPr>
          <a:xfrm>
            <a:off x="276446" y="1989566"/>
            <a:ext cx="4125433" cy="999460"/>
          </a:xfrm>
          <a:prstGeom prst="rect">
            <a:avLst/>
          </a:prstGeom>
          <a:solidFill>
            <a:schemeClr val="bg1"/>
          </a:solid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600" dirty="0">
                <a:solidFill>
                  <a:srgbClr val="212529"/>
                </a:solidFill>
                <a:latin typeface="Agency FB" panose="020B0503020202020204" pitchFamily="34" charset="0"/>
              </a:rPr>
              <a:t>Our one sample gives us one observed value of our estimate: </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BD221C97-1AE9-475D-B581-EE14AD3BD834}"/>
                  </a:ext>
                </a:extLst>
              </p14:cNvPr>
              <p14:cNvContentPartPr/>
              <p14:nvPr/>
            </p14:nvContentPartPr>
            <p14:xfrm>
              <a:off x="2870782" y="3072600"/>
              <a:ext cx="5549400" cy="1672920"/>
            </p14:xfrm>
          </p:contentPart>
        </mc:Choice>
        <mc:Fallback xmlns="">
          <p:pic>
            <p:nvPicPr>
              <p:cNvPr id="3" name="Ink 2">
                <a:extLst>
                  <a:ext uri="{FF2B5EF4-FFF2-40B4-BE49-F238E27FC236}">
                    <a16:creationId xmlns:a16="http://schemas.microsoft.com/office/drawing/2014/main" id="{BD221C97-1AE9-475D-B581-EE14AD3BD834}"/>
                  </a:ext>
                </a:extLst>
              </p:cNvPr>
              <p:cNvPicPr/>
              <p:nvPr/>
            </p:nvPicPr>
            <p:blipFill>
              <a:blip r:embed="rId7"/>
              <a:stretch>
                <a:fillRect/>
              </a:stretch>
            </p:blipFill>
            <p:spPr>
              <a:xfrm>
                <a:off x="2861782" y="3063960"/>
                <a:ext cx="5567040" cy="1690560"/>
              </a:xfrm>
              <a:prstGeom prst="rect">
                <a:avLst/>
              </a:prstGeom>
            </p:spPr>
          </p:pic>
        </mc:Fallback>
      </mc:AlternateContent>
    </p:spTree>
    <p:extLst>
      <p:ext uri="{BB962C8B-B14F-4D97-AF65-F5344CB8AC3E}">
        <p14:creationId xmlns:p14="http://schemas.microsoft.com/office/powerpoint/2010/main" val="77084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397E87C-8814-4E1F-AFD0-C50947C36BDC}"/>
              </a:ext>
            </a:extLst>
          </p:cNvPr>
          <p:cNvSpPr/>
          <p:nvPr/>
        </p:nvSpPr>
        <p:spPr>
          <a:xfrm>
            <a:off x="350875" y="1436248"/>
            <a:ext cx="4167963" cy="3444096"/>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212529"/>
                </a:solidFill>
                <a:latin typeface="Arial Narrow" panose="020B0606020202030204" pitchFamily="34" charset="0"/>
              </a:rPr>
              <a:t>The population of interest does not necessarily have to be normal for the sampling distribution of the mean to be approximately normal.</a:t>
            </a:r>
          </a:p>
        </p:txBody>
      </p:sp>
      <p:sp>
        <p:nvSpPr>
          <p:cNvPr id="16" name="TextBox 15">
            <a:extLst>
              <a:ext uri="{FF2B5EF4-FFF2-40B4-BE49-F238E27FC236}">
                <a16:creationId xmlns:a16="http://schemas.microsoft.com/office/drawing/2014/main" id="{87908748-A430-4936-9F3F-5A0521221A2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Central Limit Theorem</a:t>
            </a:r>
          </a:p>
        </p:txBody>
      </p:sp>
      <p:pic>
        <p:nvPicPr>
          <p:cNvPr id="2" name="Picture 1">
            <a:extLst>
              <a:ext uri="{FF2B5EF4-FFF2-40B4-BE49-F238E27FC236}">
                <a16:creationId xmlns:a16="http://schemas.microsoft.com/office/drawing/2014/main" id="{99E4D3C5-C757-4043-B54F-BAA284E57B9E}"/>
              </a:ext>
            </a:extLst>
          </p:cNvPr>
          <p:cNvPicPr>
            <a:picLocks noChangeAspect="1"/>
          </p:cNvPicPr>
          <p:nvPr/>
        </p:nvPicPr>
        <p:blipFill>
          <a:blip r:embed="rId3"/>
          <a:stretch>
            <a:fillRect/>
          </a:stretch>
        </p:blipFill>
        <p:spPr>
          <a:xfrm>
            <a:off x="5173399" y="1020724"/>
            <a:ext cx="6841392" cy="5434333"/>
          </a:xfrm>
          <a:prstGeom prst="rect">
            <a:avLst/>
          </a:prstGeom>
        </p:spPr>
      </p:pic>
    </p:spTree>
    <p:extLst>
      <p:ext uri="{BB962C8B-B14F-4D97-AF65-F5344CB8AC3E}">
        <p14:creationId xmlns:p14="http://schemas.microsoft.com/office/powerpoint/2010/main" val="88684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397E87C-8814-4E1F-AFD0-C50947C36BDC}"/>
              </a:ext>
            </a:extLst>
          </p:cNvPr>
          <p:cNvSpPr/>
          <p:nvPr/>
        </p:nvSpPr>
        <p:spPr>
          <a:xfrm>
            <a:off x="350875" y="1436248"/>
            <a:ext cx="4167963" cy="3444096"/>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212529"/>
                </a:solidFill>
                <a:latin typeface="Arial Narrow" panose="020B0606020202030204" pitchFamily="34" charset="0"/>
              </a:rPr>
              <a:t>The population of interest does not necessarily have to be normal for the sampling distribution of the mean to be approximately normal.</a:t>
            </a:r>
          </a:p>
        </p:txBody>
      </p:sp>
      <p:sp>
        <p:nvSpPr>
          <p:cNvPr id="16" name="TextBox 15">
            <a:extLst>
              <a:ext uri="{FF2B5EF4-FFF2-40B4-BE49-F238E27FC236}">
                <a16:creationId xmlns:a16="http://schemas.microsoft.com/office/drawing/2014/main" id="{87908748-A430-4936-9F3F-5A0521221A2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Central Limit Theorem</a:t>
            </a:r>
          </a:p>
        </p:txBody>
      </p:sp>
      <p:pic>
        <p:nvPicPr>
          <p:cNvPr id="2" name="Picture 1">
            <a:extLst>
              <a:ext uri="{FF2B5EF4-FFF2-40B4-BE49-F238E27FC236}">
                <a16:creationId xmlns:a16="http://schemas.microsoft.com/office/drawing/2014/main" id="{99E4D3C5-C757-4043-B54F-BAA284E57B9E}"/>
              </a:ext>
            </a:extLst>
          </p:cNvPr>
          <p:cNvPicPr>
            <a:picLocks noChangeAspect="1"/>
          </p:cNvPicPr>
          <p:nvPr/>
        </p:nvPicPr>
        <p:blipFill>
          <a:blip r:embed="rId3"/>
          <a:stretch>
            <a:fillRect/>
          </a:stretch>
        </p:blipFill>
        <p:spPr>
          <a:xfrm>
            <a:off x="5173399" y="1020724"/>
            <a:ext cx="6841392" cy="5434333"/>
          </a:xfrm>
          <a:prstGeom prst="rect">
            <a:avLst/>
          </a:prstGeom>
        </p:spPr>
      </p:pic>
    </p:spTree>
    <p:extLst>
      <p:ext uri="{BB962C8B-B14F-4D97-AF65-F5344CB8AC3E}">
        <p14:creationId xmlns:p14="http://schemas.microsoft.com/office/powerpoint/2010/main" val="195045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6" name="Rounded Rectangle 6">
            <a:extLst>
              <a:ext uri="{FF2B5EF4-FFF2-40B4-BE49-F238E27FC236}">
                <a16:creationId xmlns:a16="http://schemas.microsoft.com/office/drawing/2014/main" id="{BAE86B7A-EBC7-4FF3-BFF5-1DA0E8CF8336}"/>
              </a:ext>
            </a:extLst>
          </p:cNvPr>
          <p:cNvSpPr/>
          <p:nvPr/>
        </p:nvSpPr>
        <p:spPr>
          <a:xfrm>
            <a:off x="3994948" y="1527150"/>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ounded Rectangle 10">
            <a:extLst>
              <a:ext uri="{FF2B5EF4-FFF2-40B4-BE49-F238E27FC236}">
                <a16:creationId xmlns:a16="http://schemas.microsoft.com/office/drawing/2014/main" id="{52FA3788-6DA7-4F9A-80BD-53E9330E3D9C}"/>
              </a:ext>
            </a:extLst>
          </p:cNvPr>
          <p:cNvSpPr/>
          <p:nvPr/>
        </p:nvSpPr>
        <p:spPr>
          <a:xfrm>
            <a:off x="4910551" y="5221593"/>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Down Arrow 16">
            <a:extLst>
              <a:ext uri="{FF2B5EF4-FFF2-40B4-BE49-F238E27FC236}">
                <a16:creationId xmlns:a16="http://schemas.microsoft.com/office/drawing/2014/main" id="{0F9294AC-8074-4AE9-B221-5F2937D4D7B6}"/>
              </a:ext>
            </a:extLst>
          </p:cNvPr>
          <p:cNvSpPr/>
          <p:nvPr/>
        </p:nvSpPr>
        <p:spPr>
          <a:xfrm>
            <a:off x="5769668" y="3692835"/>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0" name="Picture 2" descr="Image result for stick figure">
            <a:extLst>
              <a:ext uri="{FF2B5EF4-FFF2-40B4-BE49-F238E27FC236}">
                <a16:creationId xmlns:a16="http://schemas.microsoft.com/office/drawing/2014/main" id="{49F9C407-BA23-488B-ABD0-B03AE469874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610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stick figure">
            <a:extLst>
              <a:ext uri="{FF2B5EF4-FFF2-40B4-BE49-F238E27FC236}">
                <a16:creationId xmlns:a16="http://schemas.microsoft.com/office/drawing/2014/main" id="{13805FFE-37B7-4D91-AE9E-C23EFF7E331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6943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stick figure">
            <a:extLst>
              <a:ext uri="{FF2B5EF4-FFF2-40B4-BE49-F238E27FC236}">
                <a16:creationId xmlns:a16="http://schemas.microsoft.com/office/drawing/2014/main" id="{0BBC113D-7C19-407F-A79B-C67D68B3B56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276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stick figure">
            <a:extLst>
              <a:ext uri="{FF2B5EF4-FFF2-40B4-BE49-F238E27FC236}">
                <a16:creationId xmlns:a16="http://schemas.microsoft.com/office/drawing/2014/main" id="{956CBFBB-91A0-4000-A3B3-066EB5C3DE2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609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stick figure">
            <a:extLst>
              <a:ext uri="{FF2B5EF4-FFF2-40B4-BE49-F238E27FC236}">
                <a16:creationId xmlns:a16="http://schemas.microsoft.com/office/drawing/2014/main" id="{DE8ECDBE-FE53-41D0-91CA-EE4C48CDAEE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7942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stick figure">
            <a:extLst>
              <a:ext uri="{FF2B5EF4-FFF2-40B4-BE49-F238E27FC236}">
                <a16:creationId xmlns:a16="http://schemas.microsoft.com/office/drawing/2014/main" id="{9D60C762-953C-424B-B779-F38A9FD649B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6873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tick figure">
            <a:extLst>
              <a:ext uri="{FF2B5EF4-FFF2-40B4-BE49-F238E27FC236}">
                <a16:creationId xmlns:a16="http://schemas.microsoft.com/office/drawing/2014/main" id="{FE2B62FA-9F19-429C-9E8E-F3B1BF522BB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06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mage result for stick figure">
            <a:extLst>
              <a:ext uri="{FF2B5EF4-FFF2-40B4-BE49-F238E27FC236}">
                <a16:creationId xmlns:a16="http://schemas.microsoft.com/office/drawing/2014/main" id="{76D366A3-2AE7-4B0E-A7B3-3DA59B8C05E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539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stick figure">
            <a:extLst>
              <a:ext uri="{FF2B5EF4-FFF2-40B4-BE49-F238E27FC236}">
                <a16:creationId xmlns:a16="http://schemas.microsoft.com/office/drawing/2014/main" id="{B561632F-AEBE-4CBA-8D49-672B672CBE1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7872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stick figure">
            <a:extLst>
              <a:ext uri="{FF2B5EF4-FFF2-40B4-BE49-F238E27FC236}">
                <a16:creationId xmlns:a16="http://schemas.microsoft.com/office/drawing/2014/main" id="{7AE3617C-C12B-4205-BD7E-D07F28BF7B4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05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 result for stick figure">
            <a:extLst>
              <a:ext uri="{FF2B5EF4-FFF2-40B4-BE49-F238E27FC236}">
                <a16:creationId xmlns:a16="http://schemas.microsoft.com/office/drawing/2014/main" id="{0C9DC1ED-DC5E-4F2E-9291-B06D92EF90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mage result for stick figure">
            <a:extLst>
              <a:ext uri="{FF2B5EF4-FFF2-40B4-BE49-F238E27FC236}">
                <a16:creationId xmlns:a16="http://schemas.microsoft.com/office/drawing/2014/main" id="{2DE42EF8-F7FA-4480-8A89-D8A339717F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stick figure">
            <a:extLst>
              <a:ext uri="{FF2B5EF4-FFF2-40B4-BE49-F238E27FC236}">
                <a16:creationId xmlns:a16="http://schemas.microsoft.com/office/drawing/2014/main" id="{5FA86226-84D6-49E7-8E8D-F2F51F9269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mage result for stick figure">
            <a:extLst>
              <a:ext uri="{FF2B5EF4-FFF2-40B4-BE49-F238E27FC236}">
                <a16:creationId xmlns:a16="http://schemas.microsoft.com/office/drawing/2014/main" id="{6A8302FE-2D65-4881-8470-D9B0E43AAD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Image result for stick figure">
            <a:extLst>
              <a:ext uri="{FF2B5EF4-FFF2-40B4-BE49-F238E27FC236}">
                <a16:creationId xmlns:a16="http://schemas.microsoft.com/office/drawing/2014/main" id="{A66637FA-1C05-4E64-B30B-AD67B09468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 result for stick figure">
            <a:extLst>
              <a:ext uri="{FF2B5EF4-FFF2-40B4-BE49-F238E27FC236}">
                <a16:creationId xmlns:a16="http://schemas.microsoft.com/office/drawing/2014/main" id="{D262E65C-D058-4234-AFA1-4D1E769A53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stick figure">
            <a:extLst>
              <a:ext uri="{FF2B5EF4-FFF2-40B4-BE49-F238E27FC236}">
                <a16:creationId xmlns:a16="http://schemas.microsoft.com/office/drawing/2014/main" id="{896E2EFB-57F2-499B-BFC7-248267EA53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stick figure">
            <a:extLst>
              <a:ext uri="{FF2B5EF4-FFF2-40B4-BE49-F238E27FC236}">
                <a16:creationId xmlns:a16="http://schemas.microsoft.com/office/drawing/2014/main" id="{37D0CA6D-4909-4C0C-B2F5-4A8127E25C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Image result for stick figure">
            <a:extLst>
              <a:ext uri="{FF2B5EF4-FFF2-40B4-BE49-F238E27FC236}">
                <a16:creationId xmlns:a16="http://schemas.microsoft.com/office/drawing/2014/main" id="{014A0945-05EA-4942-87C0-262D8B2CD0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stick figure">
            <a:extLst>
              <a:ext uri="{FF2B5EF4-FFF2-40B4-BE49-F238E27FC236}">
                <a16:creationId xmlns:a16="http://schemas.microsoft.com/office/drawing/2014/main" id="{5A53275B-09D5-4727-80F7-D8740DF1FA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mage result for stick figure">
            <a:extLst>
              <a:ext uri="{FF2B5EF4-FFF2-40B4-BE49-F238E27FC236}">
                <a16:creationId xmlns:a16="http://schemas.microsoft.com/office/drawing/2014/main" id="{84D55550-85BE-48C3-AC18-957DD7E429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stick figure">
            <a:extLst>
              <a:ext uri="{FF2B5EF4-FFF2-40B4-BE49-F238E27FC236}">
                <a16:creationId xmlns:a16="http://schemas.microsoft.com/office/drawing/2014/main" id="{AA2855B8-AE17-402B-87AD-F6B2C083B3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stick figure">
            <a:extLst>
              <a:ext uri="{FF2B5EF4-FFF2-40B4-BE49-F238E27FC236}">
                <a16:creationId xmlns:a16="http://schemas.microsoft.com/office/drawing/2014/main" id="{DC23EEA1-557E-49A4-AC0B-5BA2E1F0CB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Image result for stick figure">
            <a:extLst>
              <a:ext uri="{FF2B5EF4-FFF2-40B4-BE49-F238E27FC236}">
                <a16:creationId xmlns:a16="http://schemas.microsoft.com/office/drawing/2014/main" id="{B0AC7BB4-661F-4828-B696-8AED456BC3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mage result for stick figure">
            <a:extLst>
              <a:ext uri="{FF2B5EF4-FFF2-40B4-BE49-F238E27FC236}">
                <a16:creationId xmlns:a16="http://schemas.microsoft.com/office/drawing/2014/main" id="{335BED65-80C3-4F7E-8029-E2559EF9F8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mage result for stick figure">
            <a:extLst>
              <a:ext uri="{FF2B5EF4-FFF2-40B4-BE49-F238E27FC236}">
                <a16:creationId xmlns:a16="http://schemas.microsoft.com/office/drawing/2014/main" id="{81BC85A9-E7FF-4A53-A72C-677267B854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mage result for stick figure">
            <a:extLst>
              <a:ext uri="{FF2B5EF4-FFF2-40B4-BE49-F238E27FC236}">
                <a16:creationId xmlns:a16="http://schemas.microsoft.com/office/drawing/2014/main" id="{A0532190-951D-400B-89C7-194E44D5A1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stick figure">
            <a:extLst>
              <a:ext uri="{FF2B5EF4-FFF2-40B4-BE49-F238E27FC236}">
                <a16:creationId xmlns:a16="http://schemas.microsoft.com/office/drawing/2014/main" id="{B8232FBE-64E7-41F7-B9CF-2BC0B859B5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Image result for stick figure">
            <a:extLst>
              <a:ext uri="{FF2B5EF4-FFF2-40B4-BE49-F238E27FC236}">
                <a16:creationId xmlns:a16="http://schemas.microsoft.com/office/drawing/2014/main" id="{E6DBB410-99B0-4A12-88FB-144D624909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Image result for stick figure">
            <a:extLst>
              <a:ext uri="{FF2B5EF4-FFF2-40B4-BE49-F238E27FC236}">
                <a16:creationId xmlns:a16="http://schemas.microsoft.com/office/drawing/2014/main" id="{A7E657B6-6533-427A-BDAA-CAD5189BE6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stick figure">
            <a:extLst>
              <a:ext uri="{FF2B5EF4-FFF2-40B4-BE49-F238E27FC236}">
                <a16:creationId xmlns:a16="http://schemas.microsoft.com/office/drawing/2014/main" id="{AC944140-2BB6-409E-9C21-4D98B48130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stick figure">
            <a:extLst>
              <a:ext uri="{FF2B5EF4-FFF2-40B4-BE49-F238E27FC236}">
                <a16:creationId xmlns:a16="http://schemas.microsoft.com/office/drawing/2014/main" id="{3409FC33-1A49-4231-946F-F3310E362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stick figure">
            <a:extLst>
              <a:ext uri="{FF2B5EF4-FFF2-40B4-BE49-F238E27FC236}">
                <a16:creationId xmlns:a16="http://schemas.microsoft.com/office/drawing/2014/main" id="{7147BE13-FE95-48C8-B699-8B580FBB81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stick figure">
            <a:extLst>
              <a:ext uri="{FF2B5EF4-FFF2-40B4-BE49-F238E27FC236}">
                <a16:creationId xmlns:a16="http://schemas.microsoft.com/office/drawing/2014/main" id="{357E96C2-926D-46F0-910B-9A0B8EDF4B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stick figure">
            <a:extLst>
              <a:ext uri="{FF2B5EF4-FFF2-40B4-BE49-F238E27FC236}">
                <a16:creationId xmlns:a16="http://schemas.microsoft.com/office/drawing/2014/main" id="{8F516ABE-6738-4660-9DCE-AAD112A1D3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stick figure">
            <a:extLst>
              <a:ext uri="{FF2B5EF4-FFF2-40B4-BE49-F238E27FC236}">
                <a16:creationId xmlns:a16="http://schemas.microsoft.com/office/drawing/2014/main" id="{5975EF6D-7CE1-4F9C-BCAE-4304662D72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stick figure">
            <a:extLst>
              <a:ext uri="{FF2B5EF4-FFF2-40B4-BE49-F238E27FC236}">
                <a16:creationId xmlns:a16="http://schemas.microsoft.com/office/drawing/2014/main" id="{BA17A9B7-CCAA-4AC5-B368-89994B3459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stick figure">
            <a:extLst>
              <a:ext uri="{FF2B5EF4-FFF2-40B4-BE49-F238E27FC236}">
                <a16:creationId xmlns:a16="http://schemas.microsoft.com/office/drawing/2014/main" id="{D1C460A7-6BA6-4BCB-B34E-130455D171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stick figure">
            <a:extLst>
              <a:ext uri="{FF2B5EF4-FFF2-40B4-BE49-F238E27FC236}">
                <a16:creationId xmlns:a16="http://schemas.microsoft.com/office/drawing/2014/main" id="{F26FA685-E96D-488A-BFB0-33DFEE1C17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stick figure">
            <a:extLst>
              <a:ext uri="{FF2B5EF4-FFF2-40B4-BE49-F238E27FC236}">
                <a16:creationId xmlns:a16="http://schemas.microsoft.com/office/drawing/2014/main" id="{36B29084-8918-485D-9654-3691297812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mage result for stick figure">
            <a:extLst>
              <a:ext uri="{FF2B5EF4-FFF2-40B4-BE49-F238E27FC236}">
                <a16:creationId xmlns:a16="http://schemas.microsoft.com/office/drawing/2014/main" id="{CECBECFD-28B5-452C-8C44-B8C1A9FC3B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mage result for stick figure">
            <a:extLst>
              <a:ext uri="{FF2B5EF4-FFF2-40B4-BE49-F238E27FC236}">
                <a16:creationId xmlns:a16="http://schemas.microsoft.com/office/drawing/2014/main" id="{A959EAB4-BA51-4ED3-8665-9F7C783998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mage result for stick figure">
            <a:extLst>
              <a:ext uri="{FF2B5EF4-FFF2-40B4-BE49-F238E27FC236}">
                <a16:creationId xmlns:a16="http://schemas.microsoft.com/office/drawing/2014/main" id="{8719E3E7-42A5-4237-99FE-4B325223F5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tick figure">
            <a:extLst>
              <a:ext uri="{FF2B5EF4-FFF2-40B4-BE49-F238E27FC236}">
                <a16:creationId xmlns:a16="http://schemas.microsoft.com/office/drawing/2014/main" id="{F1564537-F406-4111-ABFE-0F47288EAF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stick figure">
            <a:extLst>
              <a:ext uri="{FF2B5EF4-FFF2-40B4-BE49-F238E27FC236}">
                <a16:creationId xmlns:a16="http://schemas.microsoft.com/office/drawing/2014/main" id="{8C8A4570-A689-4A8F-A715-BF07C224B0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stick figure">
            <a:extLst>
              <a:ext uri="{FF2B5EF4-FFF2-40B4-BE49-F238E27FC236}">
                <a16:creationId xmlns:a16="http://schemas.microsoft.com/office/drawing/2014/main" id="{8B9044E9-398C-4DD4-96B7-65E18C37A0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stick figure">
            <a:extLst>
              <a:ext uri="{FF2B5EF4-FFF2-40B4-BE49-F238E27FC236}">
                <a16:creationId xmlns:a16="http://schemas.microsoft.com/office/drawing/2014/main" id="{194897D2-C052-4045-A359-E451201A87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mage result for stick figure">
            <a:extLst>
              <a:ext uri="{FF2B5EF4-FFF2-40B4-BE49-F238E27FC236}">
                <a16:creationId xmlns:a16="http://schemas.microsoft.com/office/drawing/2014/main" id="{0558B461-85AF-45BF-B495-127E5C5620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Image result for stick figure">
            <a:extLst>
              <a:ext uri="{FF2B5EF4-FFF2-40B4-BE49-F238E27FC236}">
                <a16:creationId xmlns:a16="http://schemas.microsoft.com/office/drawing/2014/main" id="{F923EDCD-B225-4121-B2AB-9A01190FC7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Image result for stick figure">
            <a:extLst>
              <a:ext uri="{FF2B5EF4-FFF2-40B4-BE49-F238E27FC236}">
                <a16:creationId xmlns:a16="http://schemas.microsoft.com/office/drawing/2014/main" id="{D9E5BC77-0905-4B34-9CC3-7465094382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Image result for stick figure">
            <a:extLst>
              <a:ext uri="{FF2B5EF4-FFF2-40B4-BE49-F238E27FC236}">
                <a16:creationId xmlns:a16="http://schemas.microsoft.com/office/drawing/2014/main" id="{622EB054-4FF3-46C1-B004-818B7BDD45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Image result for stick figure">
            <a:extLst>
              <a:ext uri="{FF2B5EF4-FFF2-40B4-BE49-F238E27FC236}">
                <a16:creationId xmlns:a16="http://schemas.microsoft.com/office/drawing/2014/main" id="{0765653F-630A-47FB-93DF-A2CDFE0786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Image result for stick figure">
            <a:extLst>
              <a:ext uri="{FF2B5EF4-FFF2-40B4-BE49-F238E27FC236}">
                <a16:creationId xmlns:a16="http://schemas.microsoft.com/office/drawing/2014/main" id="{48B48A9E-4914-45CF-AE9E-8EA2D3D8A5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Image result for stick figure">
            <a:extLst>
              <a:ext uri="{FF2B5EF4-FFF2-40B4-BE49-F238E27FC236}">
                <a16:creationId xmlns:a16="http://schemas.microsoft.com/office/drawing/2014/main" id="{85DF8A16-316E-4D43-A472-CC5F4E142F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mage result for stick figure">
            <a:extLst>
              <a:ext uri="{FF2B5EF4-FFF2-40B4-BE49-F238E27FC236}">
                <a16:creationId xmlns:a16="http://schemas.microsoft.com/office/drawing/2014/main" id="{941793C5-1A03-4775-86C2-594DB8C64B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stick figure">
            <a:extLst>
              <a:ext uri="{FF2B5EF4-FFF2-40B4-BE49-F238E27FC236}">
                <a16:creationId xmlns:a16="http://schemas.microsoft.com/office/drawing/2014/main" id="{3400D7B9-057E-476B-A56F-8D1540BE44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mage result for stick figure">
            <a:extLst>
              <a:ext uri="{FF2B5EF4-FFF2-40B4-BE49-F238E27FC236}">
                <a16:creationId xmlns:a16="http://schemas.microsoft.com/office/drawing/2014/main" id="{30D7DE3D-2DAF-480E-9C94-64B1A212CE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Image result for stick figure">
            <a:extLst>
              <a:ext uri="{FF2B5EF4-FFF2-40B4-BE49-F238E27FC236}">
                <a16:creationId xmlns:a16="http://schemas.microsoft.com/office/drawing/2014/main" id="{2AF07783-6773-449E-B52D-C0CB6A84F4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mage result for stick figure">
            <a:extLst>
              <a:ext uri="{FF2B5EF4-FFF2-40B4-BE49-F238E27FC236}">
                <a16:creationId xmlns:a16="http://schemas.microsoft.com/office/drawing/2014/main" id="{C6780BFE-0C3F-4626-9640-C75AE87B6D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stick figure">
            <a:extLst>
              <a:ext uri="{FF2B5EF4-FFF2-40B4-BE49-F238E27FC236}">
                <a16:creationId xmlns:a16="http://schemas.microsoft.com/office/drawing/2014/main" id="{3B618558-2679-4EB5-AF95-1BECB21AD0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Image result for stick figure">
            <a:extLst>
              <a:ext uri="{FF2B5EF4-FFF2-40B4-BE49-F238E27FC236}">
                <a16:creationId xmlns:a16="http://schemas.microsoft.com/office/drawing/2014/main" id="{1C085DDE-1AF3-46EE-80C0-E37411C85F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Image result for stick figure">
            <a:extLst>
              <a:ext uri="{FF2B5EF4-FFF2-40B4-BE49-F238E27FC236}">
                <a16:creationId xmlns:a16="http://schemas.microsoft.com/office/drawing/2014/main" id="{B01929C7-DB94-4C43-8494-4E3B5CD8C5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mage result for stick figure">
            <a:extLst>
              <a:ext uri="{FF2B5EF4-FFF2-40B4-BE49-F238E27FC236}">
                <a16:creationId xmlns:a16="http://schemas.microsoft.com/office/drawing/2014/main" id="{4A4CB161-6BF4-413F-96C9-3A8CCD6E11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stick figure">
            <a:extLst>
              <a:ext uri="{FF2B5EF4-FFF2-40B4-BE49-F238E27FC236}">
                <a16:creationId xmlns:a16="http://schemas.microsoft.com/office/drawing/2014/main" id="{2BCC48EC-4782-4566-89FD-32490937C5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mage result for stick figure">
            <a:extLst>
              <a:ext uri="{FF2B5EF4-FFF2-40B4-BE49-F238E27FC236}">
                <a16:creationId xmlns:a16="http://schemas.microsoft.com/office/drawing/2014/main" id="{BAB2C325-82E4-4C5D-9375-ED28C0F83E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Image result for stick figure">
            <a:extLst>
              <a:ext uri="{FF2B5EF4-FFF2-40B4-BE49-F238E27FC236}">
                <a16:creationId xmlns:a16="http://schemas.microsoft.com/office/drawing/2014/main" id="{8D01F1E2-53BB-4EC2-B596-99268C5ED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Image result for stick figure">
            <a:extLst>
              <a:ext uri="{FF2B5EF4-FFF2-40B4-BE49-F238E27FC236}">
                <a16:creationId xmlns:a16="http://schemas.microsoft.com/office/drawing/2014/main" id="{A44CF58F-633B-46B8-AB15-0C1E1D6F20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mage result for stick figure">
            <a:extLst>
              <a:ext uri="{FF2B5EF4-FFF2-40B4-BE49-F238E27FC236}">
                <a16:creationId xmlns:a16="http://schemas.microsoft.com/office/drawing/2014/main" id="{DA8C4918-1FC9-4D12-96D7-02B062AC41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mage result for stick figure">
            <a:extLst>
              <a:ext uri="{FF2B5EF4-FFF2-40B4-BE49-F238E27FC236}">
                <a16:creationId xmlns:a16="http://schemas.microsoft.com/office/drawing/2014/main" id="{83086A5B-A7D8-48DA-9F31-EDD0FE8394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mage result for stick figure">
            <a:extLst>
              <a:ext uri="{FF2B5EF4-FFF2-40B4-BE49-F238E27FC236}">
                <a16:creationId xmlns:a16="http://schemas.microsoft.com/office/drawing/2014/main" id="{C1AAE780-9993-4A4A-8CF0-43BEE81C6D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Image result for stick figure">
            <a:extLst>
              <a:ext uri="{FF2B5EF4-FFF2-40B4-BE49-F238E27FC236}">
                <a16:creationId xmlns:a16="http://schemas.microsoft.com/office/drawing/2014/main" id="{452BDC9E-BC70-4A5F-9432-9C0CD3EAA6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Image result for stick figure">
            <a:extLst>
              <a:ext uri="{FF2B5EF4-FFF2-40B4-BE49-F238E27FC236}">
                <a16:creationId xmlns:a16="http://schemas.microsoft.com/office/drawing/2014/main" id="{B6DE0EEF-4818-4634-8662-2C1373663D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mage result for stick figure">
            <a:extLst>
              <a:ext uri="{FF2B5EF4-FFF2-40B4-BE49-F238E27FC236}">
                <a16:creationId xmlns:a16="http://schemas.microsoft.com/office/drawing/2014/main" id="{952D279F-4DC0-443F-96D5-8DD3BEA3D2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stick figure">
            <a:extLst>
              <a:ext uri="{FF2B5EF4-FFF2-40B4-BE49-F238E27FC236}">
                <a16:creationId xmlns:a16="http://schemas.microsoft.com/office/drawing/2014/main" id="{42D27CC5-9BD6-49ED-8967-906412DFDB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mage result for stick figure">
            <a:extLst>
              <a:ext uri="{FF2B5EF4-FFF2-40B4-BE49-F238E27FC236}">
                <a16:creationId xmlns:a16="http://schemas.microsoft.com/office/drawing/2014/main" id="{55674692-E937-4C7F-8D21-8760AE412F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Image result for stick figure">
            <a:extLst>
              <a:ext uri="{FF2B5EF4-FFF2-40B4-BE49-F238E27FC236}">
                <a16:creationId xmlns:a16="http://schemas.microsoft.com/office/drawing/2014/main" id="{D3B96D81-B51A-4B43-8632-5C3D001FF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Image result for stick figure">
            <a:extLst>
              <a:ext uri="{FF2B5EF4-FFF2-40B4-BE49-F238E27FC236}">
                <a16:creationId xmlns:a16="http://schemas.microsoft.com/office/drawing/2014/main" id="{7DDF07B2-7970-4B1D-82BD-D584803027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mage result for stick figure">
            <a:extLst>
              <a:ext uri="{FF2B5EF4-FFF2-40B4-BE49-F238E27FC236}">
                <a16:creationId xmlns:a16="http://schemas.microsoft.com/office/drawing/2014/main" id="{69C246AF-8FC1-40D2-886B-8B35099E47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mage result for stick figure">
            <a:extLst>
              <a:ext uri="{FF2B5EF4-FFF2-40B4-BE49-F238E27FC236}">
                <a16:creationId xmlns:a16="http://schemas.microsoft.com/office/drawing/2014/main" id="{D5758E5C-9E7B-411C-89B7-DA984C6BCA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mage result for stick figure">
            <a:extLst>
              <a:ext uri="{FF2B5EF4-FFF2-40B4-BE49-F238E27FC236}">
                <a16:creationId xmlns:a16="http://schemas.microsoft.com/office/drawing/2014/main" id="{766836C7-D501-4E23-A0E5-0CBFA020B4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stick figure">
            <a:extLst>
              <a:ext uri="{FF2B5EF4-FFF2-40B4-BE49-F238E27FC236}">
                <a16:creationId xmlns:a16="http://schemas.microsoft.com/office/drawing/2014/main" id="{5FEE6C58-E703-454C-938B-CDAB61F5A8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stick figure">
            <a:extLst>
              <a:ext uri="{FF2B5EF4-FFF2-40B4-BE49-F238E27FC236}">
                <a16:creationId xmlns:a16="http://schemas.microsoft.com/office/drawing/2014/main" id="{5E01EEC1-9DA0-46E5-9A58-68EC5385F7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stick figure">
            <a:extLst>
              <a:ext uri="{FF2B5EF4-FFF2-40B4-BE49-F238E27FC236}">
                <a16:creationId xmlns:a16="http://schemas.microsoft.com/office/drawing/2014/main" id="{7568024D-80C1-4FC9-AE7C-638041F293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stick figure">
            <a:extLst>
              <a:ext uri="{FF2B5EF4-FFF2-40B4-BE49-F238E27FC236}">
                <a16:creationId xmlns:a16="http://schemas.microsoft.com/office/drawing/2014/main" id="{634045A4-A478-4144-9CDF-2C83D86BCA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stick figure">
            <a:extLst>
              <a:ext uri="{FF2B5EF4-FFF2-40B4-BE49-F238E27FC236}">
                <a16:creationId xmlns:a16="http://schemas.microsoft.com/office/drawing/2014/main" id="{818DCC84-2C16-47B5-A1CC-71F6559763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stick figure">
            <a:extLst>
              <a:ext uri="{FF2B5EF4-FFF2-40B4-BE49-F238E27FC236}">
                <a16:creationId xmlns:a16="http://schemas.microsoft.com/office/drawing/2014/main" id="{43B747A2-DADE-42B4-98A5-0B170903CA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stick figure">
            <a:extLst>
              <a:ext uri="{FF2B5EF4-FFF2-40B4-BE49-F238E27FC236}">
                <a16:creationId xmlns:a16="http://schemas.microsoft.com/office/drawing/2014/main" id="{80249D71-FB28-4C50-BB05-087EDF9D4E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Image result for stick figure">
            <a:extLst>
              <a:ext uri="{FF2B5EF4-FFF2-40B4-BE49-F238E27FC236}">
                <a16:creationId xmlns:a16="http://schemas.microsoft.com/office/drawing/2014/main" id="{79366FD6-562C-46A8-8348-51AC50B634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Image result for stick figure">
            <a:extLst>
              <a:ext uri="{FF2B5EF4-FFF2-40B4-BE49-F238E27FC236}">
                <a16:creationId xmlns:a16="http://schemas.microsoft.com/office/drawing/2014/main" id="{58125765-7C23-46C9-A8E5-445757FDAA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stick figure">
            <a:extLst>
              <a:ext uri="{FF2B5EF4-FFF2-40B4-BE49-F238E27FC236}">
                <a16:creationId xmlns:a16="http://schemas.microsoft.com/office/drawing/2014/main" id="{60E24202-F0B5-4037-8497-BB74FC6B4E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Image result for stick figure">
            <a:extLst>
              <a:ext uri="{FF2B5EF4-FFF2-40B4-BE49-F238E27FC236}">
                <a16:creationId xmlns:a16="http://schemas.microsoft.com/office/drawing/2014/main" id="{C9ED3FAF-6541-4F1A-9235-B1EB28FE2F2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86332" y="1582845"/>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1" name="Picture 2" descr="Image result for stick figure">
            <a:extLst>
              <a:ext uri="{FF2B5EF4-FFF2-40B4-BE49-F238E27FC236}">
                <a16:creationId xmlns:a16="http://schemas.microsoft.com/office/drawing/2014/main" id="{67C0ECCA-5197-47DC-8C0E-3C1A9D19B03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08948"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2" name="Picture 2" descr="Image result for stick figure">
            <a:extLst>
              <a:ext uri="{FF2B5EF4-FFF2-40B4-BE49-F238E27FC236}">
                <a16:creationId xmlns:a16="http://schemas.microsoft.com/office/drawing/2014/main" id="{05031CE2-668F-476E-BB21-581CFBD1F92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08247"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3" name="Picture 2" descr="Image result for stick figure">
            <a:extLst>
              <a:ext uri="{FF2B5EF4-FFF2-40B4-BE49-F238E27FC236}">
                <a16:creationId xmlns:a16="http://schemas.microsoft.com/office/drawing/2014/main" id="{1793BA61-8C47-48FE-A9D1-50BCA1CB4F6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5" name="Picture 2" descr="Image result for stick figure">
            <a:extLst>
              <a:ext uri="{FF2B5EF4-FFF2-40B4-BE49-F238E27FC236}">
                <a16:creationId xmlns:a16="http://schemas.microsoft.com/office/drawing/2014/main" id="{0CC06443-3C47-4EF6-978F-B04BB6E22DD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6" name="Picture 2" descr="Image result for stick figure">
            <a:extLst>
              <a:ext uri="{FF2B5EF4-FFF2-40B4-BE49-F238E27FC236}">
                <a16:creationId xmlns:a16="http://schemas.microsoft.com/office/drawing/2014/main" id="{C1B6C35A-E874-43B4-B1E3-548393498EE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2293" y="2418216"/>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7" name="Picture 2" descr="Image result for stick figure">
            <a:extLst>
              <a:ext uri="{FF2B5EF4-FFF2-40B4-BE49-F238E27FC236}">
                <a16:creationId xmlns:a16="http://schemas.microsoft.com/office/drawing/2014/main" id="{86683779-5DD6-465E-939C-975563CE797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1585" y="24189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8" name="Picture 2" descr="Image result for stick figure">
            <a:extLst>
              <a:ext uri="{FF2B5EF4-FFF2-40B4-BE49-F238E27FC236}">
                <a16:creationId xmlns:a16="http://schemas.microsoft.com/office/drawing/2014/main" id="{45609041-5AF3-4446-AFA4-CAEB399350A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28337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9" name="Picture 2" descr="Image result for stick figure">
            <a:extLst>
              <a:ext uri="{FF2B5EF4-FFF2-40B4-BE49-F238E27FC236}">
                <a16:creationId xmlns:a16="http://schemas.microsoft.com/office/drawing/2014/main" id="{CC20042B-4AB2-4036-A662-7AE4666F070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32485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0" name="Picture 2" descr="Image result for stick figure">
            <a:extLst>
              <a:ext uri="{FF2B5EF4-FFF2-40B4-BE49-F238E27FC236}">
                <a16:creationId xmlns:a16="http://schemas.microsoft.com/office/drawing/2014/main" id="{3F37A38F-6E8B-4138-ABD2-250DFAA83AC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05617" y="324934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111" name="TextBox 110">
            <a:extLst>
              <a:ext uri="{FF2B5EF4-FFF2-40B4-BE49-F238E27FC236}">
                <a16:creationId xmlns:a16="http://schemas.microsoft.com/office/drawing/2014/main" id="{4B1D1868-983C-43AC-A579-5E70F923902F}"/>
              </a:ext>
            </a:extLst>
          </p:cNvPr>
          <p:cNvSpPr txBox="1"/>
          <p:nvPr/>
        </p:nvSpPr>
        <p:spPr>
          <a:xfrm>
            <a:off x="5299918" y="1180421"/>
            <a:ext cx="1199046" cy="369332"/>
          </a:xfrm>
          <a:prstGeom prst="rect">
            <a:avLst/>
          </a:prstGeom>
          <a:noFill/>
        </p:spPr>
        <p:txBody>
          <a:bodyPr wrap="none" rtlCol="0">
            <a:spAutoFit/>
          </a:bodyPr>
          <a:lstStyle/>
          <a:p>
            <a:r>
              <a:rPr lang="en-AU">
                <a:solidFill>
                  <a:srgbClr val="0070C0"/>
                </a:solidFill>
              </a:rPr>
              <a:t>Population</a:t>
            </a:r>
          </a:p>
        </p:txBody>
      </p:sp>
      <p:sp>
        <p:nvSpPr>
          <p:cNvPr id="112" name="Rectangle 111">
            <a:extLst>
              <a:ext uri="{FF2B5EF4-FFF2-40B4-BE49-F238E27FC236}">
                <a16:creationId xmlns:a16="http://schemas.microsoft.com/office/drawing/2014/main" id="{9A2E5908-A955-4A7F-9F6D-AFCAC6A0FBE4}"/>
              </a:ext>
            </a:extLst>
          </p:cNvPr>
          <p:cNvSpPr/>
          <p:nvPr/>
        </p:nvSpPr>
        <p:spPr>
          <a:xfrm>
            <a:off x="10149903" y="2483713"/>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Rectangle 112">
            <a:extLst>
              <a:ext uri="{FF2B5EF4-FFF2-40B4-BE49-F238E27FC236}">
                <a16:creationId xmlns:a16="http://schemas.microsoft.com/office/drawing/2014/main" id="{869DA2CB-597B-4205-9AA0-1F122F82AB13}"/>
              </a:ext>
            </a:extLst>
          </p:cNvPr>
          <p:cNvSpPr/>
          <p:nvPr/>
        </p:nvSpPr>
        <p:spPr>
          <a:xfrm rot="5400000">
            <a:off x="8624601" y="3803877"/>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Isosceles Triangle 113">
            <a:extLst>
              <a:ext uri="{FF2B5EF4-FFF2-40B4-BE49-F238E27FC236}">
                <a16:creationId xmlns:a16="http://schemas.microsoft.com/office/drawing/2014/main" id="{6B31A57F-D172-4D94-9F67-05885475CA15}"/>
              </a:ext>
            </a:extLst>
          </p:cNvPr>
          <p:cNvSpPr/>
          <p:nvPr/>
        </p:nvSpPr>
        <p:spPr>
          <a:xfrm rot="16200000">
            <a:off x="7991848" y="2275597"/>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114">
            <a:extLst>
              <a:ext uri="{FF2B5EF4-FFF2-40B4-BE49-F238E27FC236}">
                <a16:creationId xmlns:a16="http://schemas.microsoft.com/office/drawing/2014/main" id="{72A51350-C3F5-499A-83D6-EC8A7D98239B}"/>
              </a:ext>
            </a:extLst>
          </p:cNvPr>
          <p:cNvSpPr/>
          <p:nvPr/>
        </p:nvSpPr>
        <p:spPr>
          <a:xfrm rot="5400000">
            <a:off x="9285484" y="1819953"/>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AC27DC95-7096-48E6-A991-85E4E1B547D6}"/>
              </a:ext>
            </a:extLst>
          </p:cNvPr>
          <p:cNvSpPr txBox="1"/>
          <p:nvPr/>
        </p:nvSpPr>
        <p:spPr>
          <a:xfrm>
            <a:off x="6488724" y="4580792"/>
            <a:ext cx="829073" cy="369332"/>
          </a:xfrm>
          <a:prstGeom prst="rect">
            <a:avLst/>
          </a:prstGeom>
          <a:noFill/>
        </p:spPr>
        <p:txBody>
          <a:bodyPr wrap="none" rtlCol="0">
            <a:spAutoFit/>
          </a:bodyPr>
          <a:lstStyle/>
          <a:p>
            <a:r>
              <a:rPr lang="en-AU" b="1" dirty="0">
                <a:latin typeface="Agency FB" panose="020B0503020202020204" pitchFamily="34" charset="0"/>
              </a:rPr>
              <a:t>statistic</a:t>
            </a:r>
          </a:p>
        </p:txBody>
      </p:sp>
      <p:sp>
        <p:nvSpPr>
          <p:cNvPr id="117" name="TextBox 116">
            <a:extLst>
              <a:ext uri="{FF2B5EF4-FFF2-40B4-BE49-F238E27FC236}">
                <a16:creationId xmlns:a16="http://schemas.microsoft.com/office/drawing/2014/main" id="{2C7F0554-BA65-4440-8E8D-0C203482200E}"/>
              </a:ext>
            </a:extLst>
          </p:cNvPr>
          <p:cNvSpPr txBox="1"/>
          <p:nvPr/>
        </p:nvSpPr>
        <p:spPr>
          <a:xfrm>
            <a:off x="8106998" y="1515208"/>
            <a:ext cx="1029449" cy="369332"/>
          </a:xfrm>
          <a:prstGeom prst="rect">
            <a:avLst/>
          </a:prstGeom>
          <a:noFill/>
        </p:spPr>
        <p:txBody>
          <a:bodyPr wrap="none" rtlCol="0">
            <a:spAutoFit/>
          </a:bodyPr>
          <a:lstStyle/>
          <a:p>
            <a:r>
              <a:rPr lang="en-AU" b="1" dirty="0">
                <a:latin typeface="Agency FB" panose="020B0503020202020204" pitchFamily="34" charset="0"/>
              </a:rPr>
              <a:t>parameter</a:t>
            </a:r>
          </a:p>
        </p:txBody>
      </p:sp>
      <p:sp>
        <p:nvSpPr>
          <p:cNvPr id="118" name="TextBox 117">
            <a:extLst>
              <a:ext uri="{FF2B5EF4-FFF2-40B4-BE49-F238E27FC236}">
                <a16:creationId xmlns:a16="http://schemas.microsoft.com/office/drawing/2014/main" id="{3B9046DD-A43E-4D2F-A0D8-B24A79A9B0EF}"/>
              </a:ext>
            </a:extLst>
          </p:cNvPr>
          <p:cNvSpPr txBox="1"/>
          <p:nvPr/>
        </p:nvSpPr>
        <p:spPr>
          <a:xfrm>
            <a:off x="4910551" y="5685531"/>
            <a:ext cx="2143557" cy="369332"/>
          </a:xfrm>
          <a:prstGeom prst="rect">
            <a:avLst/>
          </a:prstGeom>
          <a:noFill/>
        </p:spPr>
        <p:txBody>
          <a:bodyPr wrap="square" rtlCol="0">
            <a:spAutoFit/>
          </a:bodyPr>
          <a:lstStyle/>
          <a:p>
            <a:pPr algn="ctr"/>
            <a:r>
              <a:rPr lang="en-AU" dirty="0">
                <a:solidFill>
                  <a:srgbClr val="FF0000"/>
                </a:solidFill>
              </a:rPr>
              <a:t>(Observed Data)</a:t>
            </a:r>
          </a:p>
        </p:txBody>
      </p:sp>
      <p:sp>
        <p:nvSpPr>
          <p:cNvPr id="119" name="Down Arrow 16">
            <a:extLst>
              <a:ext uri="{FF2B5EF4-FFF2-40B4-BE49-F238E27FC236}">
                <a16:creationId xmlns:a16="http://schemas.microsoft.com/office/drawing/2014/main" id="{251A559C-21A0-419A-B488-D8D8EEEEECEC}"/>
              </a:ext>
            </a:extLst>
          </p:cNvPr>
          <p:cNvSpPr/>
          <p:nvPr/>
        </p:nvSpPr>
        <p:spPr>
          <a:xfrm rot="5400000">
            <a:off x="3386047" y="1526549"/>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Down Arrow 16">
            <a:extLst>
              <a:ext uri="{FF2B5EF4-FFF2-40B4-BE49-F238E27FC236}">
                <a16:creationId xmlns:a16="http://schemas.microsoft.com/office/drawing/2014/main" id="{F4B3F64A-0529-45BA-BBF0-1846439BE2CD}"/>
              </a:ext>
            </a:extLst>
          </p:cNvPr>
          <p:cNvSpPr/>
          <p:nvPr/>
        </p:nvSpPr>
        <p:spPr>
          <a:xfrm rot="5400000">
            <a:off x="3392385" y="2105681"/>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1" name="Down Arrow 16">
            <a:extLst>
              <a:ext uri="{FF2B5EF4-FFF2-40B4-BE49-F238E27FC236}">
                <a16:creationId xmlns:a16="http://schemas.microsoft.com/office/drawing/2014/main" id="{2E6AEB7D-DB60-44A9-B76C-41B200BA6310}"/>
              </a:ext>
            </a:extLst>
          </p:cNvPr>
          <p:cNvSpPr/>
          <p:nvPr/>
        </p:nvSpPr>
        <p:spPr>
          <a:xfrm rot="5400000">
            <a:off x="3398723" y="2684813"/>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2" name="Rounded Rectangle 10">
            <a:extLst>
              <a:ext uri="{FF2B5EF4-FFF2-40B4-BE49-F238E27FC236}">
                <a16:creationId xmlns:a16="http://schemas.microsoft.com/office/drawing/2014/main" id="{38F6D960-39B9-476D-A963-2394D6E78B02}"/>
              </a:ext>
            </a:extLst>
          </p:cNvPr>
          <p:cNvSpPr/>
          <p:nvPr/>
        </p:nvSpPr>
        <p:spPr>
          <a:xfrm>
            <a:off x="1008309" y="168029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3" name="Picture 2" descr="Image result for stick figure">
            <a:extLst>
              <a:ext uri="{FF2B5EF4-FFF2-40B4-BE49-F238E27FC236}">
                <a16:creationId xmlns:a16="http://schemas.microsoft.com/office/drawing/2014/main" id="{93D3B943-92D0-4E71-BC2B-AA585758E22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385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2" descr="Image result for stick figure">
            <a:extLst>
              <a:ext uri="{FF2B5EF4-FFF2-40B4-BE49-F238E27FC236}">
                <a16:creationId xmlns:a16="http://schemas.microsoft.com/office/drawing/2014/main" id="{3E536CC0-1377-4546-93D7-8247DEE5D56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6718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2" descr="Image result for stick figure">
            <a:extLst>
              <a:ext uri="{FF2B5EF4-FFF2-40B4-BE49-F238E27FC236}">
                <a16:creationId xmlns:a16="http://schemas.microsoft.com/office/drawing/2014/main" id="{DAD8FE22-D736-43CD-BC79-BFD7CF674C9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052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2" descr="Image result for stick figure">
            <a:extLst>
              <a:ext uri="{FF2B5EF4-FFF2-40B4-BE49-F238E27FC236}">
                <a16:creationId xmlns:a16="http://schemas.microsoft.com/office/drawing/2014/main" id="{CD6C5B7D-2D37-416D-B481-32C82583815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7385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2" descr="Image result for stick figure">
            <a:extLst>
              <a:ext uri="{FF2B5EF4-FFF2-40B4-BE49-F238E27FC236}">
                <a16:creationId xmlns:a16="http://schemas.microsoft.com/office/drawing/2014/main" id="{047A93E7-E7F9-4EB6-B1C2-4583C4AC330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7718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2" descr="Image result for stick figure">
            <a:extLst>
              <a:ext uri="{FF2B5EF4-FFF2-40B4-BE49-F238E27FC236}">
                <a16:creationId xmlns:a16="http://schemas.microsoft.com/office/drawing/2014/main" id="{B22F23AA-7B07-4936-88C4-09CAEA8AFFD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6648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 descr="Image result for stick figure">
            <a:extLst>
              <a:ext uri="{FF2B5EF4-FFF2-40B4-BE49-F238E27FC236}">
                <a16:creationId xmlns:a16="http://schemas.microsoft.com/office/drawing/2014/main" id="{99F90208-8ACD-43B6-B0AF-D4EE5953E14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6981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2" descr="Image result for stick figure">
            <a:extLst>
              <a:ext uri="{FF2B5EF4-FFF2-40B4-BE49-F238E27FC236}">
                <a16:creationId xmlns:a16="http://schemas.microsoft.com/office/drawing/2014/main" id="{3D088E26-F936-4E42-ACFC-57E9A56CD6E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7315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2" descr="Image result for stick figure">
            <a:extLst>
              <a:ext uri="{FF2B5EF4-FFF2-40B4-BE49-F238E27FC236}">
                <a16:creationId xmlns:a16="http://schemas.microsoft.com/office/drawing/2014/main" id="{385C84B3-B771-47EC-99DB-1214D4A704E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7648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 descr="Image result for stick figure">
            <a:extLst>
              <a:ext uri="{FF2B5EF4-FFF2-40B4-BE49-F238E27FC236}">
                <a16:creationId xmlns:a16="http://schemas.microsoft.com/office/drawing/2014/main" id="{BD380288-5C17-4D42-A94F-8BADE2F808C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981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33" name="Rounded Rectangle 10">
            <a:extLst>
              <a:ext uri="{FF2B5EF4-FFF2-40B4-BE49-F238E27FC236}">
                <a16:creationId xmlns:a16="http://schemas.microsoft.com/office/drawing/2014/main" id="{300132EB-7515-4788-8A44-AA4FC88F0CA3}"/>
              </a:ext>
            </a:extLst>
          </p:cNvPr>
          <p:cNvSpPr/>
          <p:nvPr/>
        </p:nvSpPr>
        <p:spPr>
          <a:xfrm>
            <a:off x="1016330" y="2253803"/>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4" name="Picture 2" descr="Image result for stick figure">
            <a:extLst>
              <a:ext uri="{FF2B5EF4-FFF2-40B4-BE49-F238E27FC236}">
                <a16:creationId xmlns:a16="http://schemas.microsoft.com/office/drawing/2014/main" id="{06545B8E-AE3F-419F-8550-28711D93CF6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187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Image result for stick figure">
            <a:extLst>
              <a:ext uri="{FF2B5EF4-FFF2-40B4-BE49-F238E27FC236}">
                <a16:creationId xmlns:a16="http://schemas.microsoft.com/office/drawing/2014/main" id="{36A58886-80B3-4814-B6E7-F8A7BE9A4B8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7521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Image result for stick figure">
            <a:extLst>
              <a:ext uri="{FF2B5EF4-FFF2-40B4-BE49-F238E27FC236}">
                <a16:creationId xmlns:a16="http://schemas.microsoft.com/office/drawing/2014/main" id="{05E1E479-8550-464F-B71B-0B79824A975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854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Image result for stick figure">
            <a:extLst>
              <a:ext uri="{FF2B5EF4-FFF2-40B4-BE49-F238E27FC236}">
                <a16:creationId xmlns:a16="http://schemas.microsoft.com/office/drawing/2014/main" id="{C1427BEC-4B13-4EA5-9E47-4296720AC94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187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Image result for stick figure">
            <a:extLst>
              <a:ext uri="{FF2B5EF4-FFF2-40B4-BE49-F238E27FC236}">
                <a16:creationId xmlns:a16="http://schemas.microsoft.com/office/drawing/2014/main" id="{12EBA32B-2213-455A-A0F7-2C16C5A58D8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520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Image result for stick figure">
            <a:extLst>
              <a:ext uri="{FF2B5EF4-FFF2-40B4-BE49-F238E27FC236}">
                <a16:creationId xmlns:a16="http://schemas.microsoft.com/office/drawing/2014/main" id="{D365AFDC-21BA-44AD-8E05-60379AAA413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450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Image result for stick figure">
            <a:extLst>
              <a:ext uri="{FF2B5EF4-FFF2-40B4-BE49-F238E27FC236}">
                <a16:creationId xmlns:a16="http://schemas.microsoft.com/office/drawing/2014/main" id="{FB4A4C35-3C03-4516-B98F-924F07B7358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7784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Image result for stick figure">
            <a:extLst>
              <a:ext uri="{FF2B5EF4-FFF2-40B4-BE49-F238E27FC236}">
                <a16:creationId xmlns:a16="http://schemas.microsoft.com/office/drawing/2014/main" id="{8BC42793-CB13-4B0C-B3C6-B186672C680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7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Image result for stick figure">
            <a:extLst>
              <a:ext uri="{FF2B5EF4-FFF2-40B4-BE49-F238E27FC236}">
                <a16:creationId xmlns:a16="http://schemas.microsoft.com/office/drawing/2014/main" id="{1CB08E9C-E3DA-4665-BEFB-24CCB6B10FF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8450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Image result for stick figure">
            <a:extLst>
              <a:ext uri="{FF2B5EF4-FFF2-40B4-BE49-F238E27FC236}">
                <a16:creationId xmlns:a16="http://schemas.microsoft.com/office/drawing/2014/main" id="{FD0DC880-C9F9-4B04-81DE-FF8CFDBCD81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8783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44" name="Rounded Rectangle 10">
            <a:extLst>
              <a:ext uri="{FF2B5EF4-FFF2-40B4-BE49-F238E27FC236}">
                <a16:creationId xmlns:a16="http://schemas.microsoft.com/office/drawing/2014/main" id="{FB0D34A6-3E81-4FF5-9FDE-BDC5157FF433}"/>
              </a:ext>
            </a:extLst>
          </p:cNvPr>
          <p:cNvSpPr/>
          <p:nvPr/>
        </p:nvSpPr>
        <p:spPr>
          <a:xfrm>
            <a:off x="1024351" y="282730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5" name="Picture 2" descr="Image result for stick figure">
            <a:extLst>
              <a:ext uri="{FF2B5EF4-FFF2-40B4-BE49-F238E27FC236}">
                <a16:creationId xmlns:a16="http://schemas.microsoft.com/office/drawing/2014/main" id="{4A2BF956-23A0-47A6-BA35-2551BB89827C}"/>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90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Image result for stick figure">
            <a:extLst>
              <a:ext uri="{FF2B5EF4-FFF2-40B4-BE49-F238E27FC236}">
                <a16:creationId xmlns:a16="http://schemas.microsoft.com/office/drawing/2014/main" id="{B108C41D-25C7-4658-9CB4-735C0ECE88B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8323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2" descr="Image result for stick figure">
            <a:extLst>
              <a:ext uri="{FF2B5EF4-FFF2-40B4-BE49-F238E27FC236}">
                <a16:creationId xmlns:a16="http://schemas.microsoft.com/office/drawing/2014/main" id="{4D526A2A-A441-469A-9FE9-AF47AE24F639}"/>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8656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 descr="Image result for stick figure">
            <a:extLst>
              <a:ext uri="{FF2B5EF4-FFF2-40B4-BE49-F238E27FC236}">
                <a16:creationId xmlns:a16="http://schemas.microsoft.com/office/drawing/2014/main" id="{53337207-A424-431B-AD73-BFFD059860D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989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 descr="Image result for stick figure">
            <a:extLst>
              <a:ext uri="{FF2B5EF4-FFF2-40B4-BE49-F238E27FC236}">
                <a16:creationId xmlns:a16="http://schemas.microsoft.com/office/drawing/2014/main" id="{A3F23BA1-A367-4A94-8D53-932A7DF5F91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9322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 descr="Image result for stick figure">
            <a:extLst>
              <a:ext uri="{FF2B5EF4-FFF2-40B4-BE49-F238E27FC236}">
                <a16:creationId xmlns:a16="http://schemas.microsoft.com/office/drawing/2014/main" id="{BF155C2B-BA70-4E42-A98E-CAAFCC8EBBC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8253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Image result for stick figure">
            <a:extLst>
              <a:ext uri="{FF2B5EF4-FFF2-40B4-BE49-F238E27FC236}">
                <a16:creationId xmlns:a16="http://schemas.microsoft.com/office/drawing/2014/main" id="{B37401F6-8B59-4409-A07A-C953C705450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86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2" descr="Image result for stick figure">
            <a:extLst>
              <a:ext uri="{FF2B5EF4-FFF2-40B4-BE49-F238E27FC236}">
                <a16:creationId xmlns:a16="http://schemas.microsoft.com/office/drawing/2014/main" id="{2FFFD6F2-3D68-4015-9C63-6CA613C39E0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919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2" descr="Image result for stick figure">
            <a:extLst>
              <a:ext uri="{FF2B5EF4-FFF2-40B4-BE49-F238E27FC236}">
                <a16:creationId xmlns:a16="http://schemas.microsoft.com/office/drawing/2014/main" id="{6F219CDB-9519-4B2E-B58B-C57B929E4A4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9252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2" descr="Image result for stick figure">
            <a:extLst>
              <a:ext uri="{FF2B5EF4-FFF2-40B4-BE49-F238E27FC236}">
                <a16:creationId xmlns:a16="http://schemas.microsoft.com/office/drawing/2014/main" id="{9D7C17A9-C7CC-4A23-9CE2-159BCAFF248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85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cxnSp>
        <p:nvCxnSpPr>
          <p:cNvPr id="155" name="Straight Connector 154">
            <a:extLst>
              <a:ext uri="{FF2B5EF4-FFF2-40B4-BE49-F238E27FC236}">
                <a16:creationId xmlns:a16="http://schemas.microsoft.com/office/drawing/2014/main" id="{5E1E102B-436D-4B94-84BB-6FB160B9390D}"/>
              </a:ext>
            </a:extLst>
          </p:cNvPr>
          <p:cNvCxnSpPr>
            <a:cxnSpLocks/>
          </p:cNvCxnSpPr>
          <p:nvPr/>
        </p:nvCxnSpPr>
        <p:spPr>
          <a:xfrm>
            <a:off x="3705726" y="1180421"/>
            <a:ext cx="0" cy="2790000"/>
          </a:xfrm>
          <a:prstGeom prst="line">
            <a:avLst/>
          </a:prstGeom>
          <a:ln w="12700">
            <a:solidFill>
              <a:srgbClr val="FF66FF"/>
            </a:solidFill>
            <a:prstDash val="dash"/>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17C15616-4A6E-47CF-8F96-E58031D59118}"/>
              </a:ext>
            </a:extLst>
          </p:cNvPr>
          <p:cNvSpPr txBox="1"/>
          <p:nvPr/>
        </p:nvSpPr>
        <p:spPr>
          <a:xfrm>
            <a:off x="1037876" y="3363789"/>
            <a:ext cx="2051332" cy="369332"/>
          </a:xfrm>
          <a:prstGeom prst="rect">
            <a:avLst/>
          </a:prstGeom>
          <a:noFill/>
        </p:spPr>
        <p:txBody>
          <a:bodyPr wrap="square" rtlCol="0">
            <a:spAutoFit/>
          </a:bodyPr>
          <a:lstStyle/>
          <a:p>
            <a:pPr algn="ctr"/>
            <a:r>
              <a:rPr lang="en-AU" dirty="0">
                <a:solidFill>
                  <a:srgbClr val="FF66FF"/>
                </a:solidFill>
              </a:rPr>
              <a:t>(Potential Data)</a:t>
            </a:r>
          </a:p>
        </p:txBody>
      </p:sp>
      <p:sp>
        <p:nvSpPr>
          <p:cNvPr id="157" name="TextBox 156">
            <a:extLst>
              <a:ext uri="{FF2B5EF4-FFF2-40B4-BE49-F238E27FC236}">
                <a16:creationId xmlns:a16="http://schemas.microsoft.com/office/drawing/2014/main" id="{31545CC0-44AF-4482-AB0B-FAFA4B72A5B5}"/>
              </a:ext>
            </a:extLst>
          </p:cNvPr>
          <p:cNvSpPr txBox="1"/>
          <p:nvPr/>
        </p:nvSpPr>
        <p:spPr>
          <a:xfrm>
            <a:off x="1347229" y="1219971"/>
            <a:ext cx="1582484" cy="369332"/>
          </a:xfrm>
          <a:prstGeom prst="rect">
            <a:avLst/>
          </a:prstGeom>
          <a:noFill/>
        </p:spPr>
        <p:txBody>
          <a:bodyPr wrap="none" rtlCol="0">
            <a:spAutoFit/>
          </a:bodyPr>
          <a:lstStyle/>
          <a:p>
            <a:r>
              <a:rPr lang="en-AU" b="1" dirty="0">
                <a:latin typeface="Agency FB" panose="020B0503020202020204" pitchFamily="34" charset="0"/>
              </a:rPr>
              <a:t>Random variables</a:t>
            </a:r>
          </a:p>
        </p:txBody>
      </p:sp>
      <p:sp>
        <p:nvSpPr>
          <p:cNvPr id="158" name="TextBox 157">
            <a:extLst>
              <a:ext uri="{FF2B5EF4-FFF2-40B4-BE49-F238E27FC236}">
                <a16:creationId xmlns:a16="http://schemas.microsoft.com/office/drawing/2014/main" id="{FB510C76-6A4C-4108-ADF0-16248684EE49}"/>
              </a:ext>
            </a:extLst>
          </p:cNvPr>
          <p:cNvSpPr txBox="1"/>
          <p:nvPr/>
        </p:nvSpPr>
        <p:spPr>
          <a:xfrm>
            <a:off x="4041898" y="5268436"/>
            <a:ext cx="875561" cy="369332"/>
          </a:xfrm>
          <a:prstGeom prst="rect">
            <a:avLst/>
          </a:prstGeom>
          <a:noFill/>
        </p:spPr>
        <p:txBody>
          <a:bodyPr wrap="none" rtlCol="0">
            <a:spAutoFit/>
          </a:bodyPr>
          <a:lstStyle/>
          <a:p>
            <a:r>
              <a:rPr lang="en-AU" dirty="0">
                <a:solidFill>
                  <a:srgbClr val="FF0000"/>
                </a:solidFill>
              </a:rPr>
              <a:t>Sample</a:t>
            </a:r>
          </a:p>
        </p:txBody>
      </p:sp>
      <p:sp>
        <p:nvSpPr>
          <p:cNvPr id="2" name="Rectangle 1">
            <a:extLst>
              <a:ext uri="{FF2B5EF4-FFF2-40B4-BE49-F238E27FC236}">
                <a16:creationId xmlns:a16="http://schemas.microsoft.com/office/drawing/2014/main" id="{55C182EA-D7A4-482A-ADAC-48D357F01A00}"/>
              </a:ext>
            </a:extLst>
          </p:cNvPr>
          <p:cNvSpPr/>
          <p:nvPr/>
        </p:nvSpPr>
        <p:spPr>
          <a:xfrm>
            <a:off x="977635" y="1180421"/>
            <a:ext cx="2237300" cy="2183368"/>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3A40665-25E1-4FAC-8415-44802E8FC520}"/>
                  </a:ext>
                </a:extLst>
              </p14:cNvPr>
              <p14:cNvContentPartPr/>
              <p14:nvPr/>
            </p14:nvContentPartPr>
            <p14:xfrm>
              <a:off x="2000595" y="3864148"/>
              <a:ext cx="557640" cy="322920"/>
            </p14:xfrm>
          </p:contentPart>
        </mc:Choice>
        <mc:Fallback xmlns="">
          <p:pic>
            <p:nvPicPr>
              <p:cNvPr id="3" name="Ink 2">
                <a:extLst>
                  <a:ext uri="{FF2B5EF4-FFF2-40B4-BE49-F238E27FC236}">
                    <a16:creationId xmlns:a16="http://schemas.microsoft.com/office/drawing/2014/main" id="{63A40665-25E1-4FAC-8415-44802E8FC520}"/>
                  </a:ext>
                </a:extLst>
              </p:cNvPr>
              <p:cNvPicPr/>
              <p:nvPr/>
            </p:nvPicPr>
            <p:blipFill>
              <a:blip r:embed="rId5"/>
              <a:stretch>
                <a:fillRect/>
              </a:stretch>
            </p:blipFill>
            <p:spPr>
              <a:xfrm>
                <a:off x="1991601" y="3855158"/>
                <a:ext cx="575269" cy="3405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C7084F8C-0D35-492E-ABC5-0EF62A3E0903}"/>
                  </a:ext>
                </a:extLst>
              </p14:cNvPr>
              <p14:cNvContentPartPr/>
              <p14:nvPr/>
            </p14:nvContentPartPr>
            <p14:xfrm>
              <a:off x="2137035" y="3944428"/>
              <a:ext cx="1703160" cy="1755000"/>
            </p14:xfrm>
          </p:contentPart>
        </mc:Choice>
        <mc:Fallback xmlns="">
          <p:pic>
            <p:nvPicPr>
              <p:cNvPr id="4" name="Ink 3">
                <a:extLst>
                  <a:ext uri="{FF2B5EF4-FFF2-40B4-BE49-F238E27FC236}">
                    <a16:creationId xmlns:a16="http://schemas.microsoft.com/office/drawing/2014/main" id="{C7084F8C-0D35-492E-ABC5-0EF62A3E0903}"/>
                  </a:ext>
                </a:extLst>
              </p:cNvPr>
              <p:cNvPicPr/>
              <p:nvPr/>
            </p:nvPicPr>
            <p:blipFill>
              <a:blip r:embed="rId7"/>
              <a:stretch>
                <a:fillRect/>
              </a:stretch>
            </p:blipFill>
            <p:spPr>
              <a:xfrm>
                <a:off x="2128035" y="3935428"/>
                <a:ext cx="1720800" cy="1772640"/>
              </a:xfrm>
              <a:prstGeom prst="rect">
                <a:avLst/>
              </a:prstGeom>
            </p:spPr>
          </p:pic>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0DCB25CF-95D9-4F58-9BAF-EA603CEEA062}"/>
                  </a:ext>
                </a:extLst>
              </p:cNvPr>
              <p:cNvSpPr txBox="1"/>
              <p:nvPr/>
            </p:nvSpPr>
            <p:spPr>
              <a:xfrm>
                <a:off x="9990514" y="3738401"/>
                <a:ext cx="546625" cy="923330"/>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sz="6000" i="1" smtClean="0">
                              <a:latin typeface="Cambria Math" panose="02040503050406030204" pitchFamily="18" charset="0"/>
                            </a:rPr>
                          </m:ctrlPr>
                        </m:accPr>
                        <m:e>
                          <m:r>
                            <m:rPr>
                              <m:sty m:val="p"/>
                            </m:rPr>
                            <a:rPr lang="en-AU" sz="6000" b="0" i="0" smtClean="0">
                              <a:latin typeface="Cambria Math" panose="02040503050406030204" pitchFamily="18" charset="0"/>
                            </a:rPr>
                            <m:t>x</m:t>
                          </m:r>
                        </m:e>
                      </m:acc>
                    </m:oMath>
                  </m:oMathPara>
                </a14:m>
                <a:endParaRPr lang="en-AU" sz="6000" dirty="0"/>
              </a:p>
            </p:txBody>
          </p:sp>
        </mc:Choice>
        <mc:Fallback xmlns="">
          <p:sp>
            <p:nvSpPr>
              <p:cNvPr id="159" name="TextBox 158">
                <a:extLst>
                  <a:ext uri="{FF2B5EF4-FFF2-40B4-BE49-F238E27FC236}">
                    <a16:creationId xmlns:a16="http://schemas.microsoft.com/office/drawing/2014/main" id="{0DCB25CF-95D9-4F58-9BAF-EA603CEEA062}"/>
                  </a:ext>
                </a:extLst>
              </p:cNvPr>
              <p:cNvSpPr txBox="1">
                <a:spLocks noRot="1" noChangeAspect="1" noMove="1" noResize="1" noEditPoints="1" noAdjustHandles="1" noChangeArrowheads="1" noChangeShapeType="1" noTextEdit="1"/>
              </p:cNvSpPr>
              <p:nvPr/>
            </p:nvSpPr>
            <p:spPr>
              <a:xfrm>
                <a:off x="9990514" y="3738401"/>
                <a:ext cx="546625" cy="923330"/>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B325C2CD-0A13-4873-AC71-7039689BB9BF}"/>
                  </a:ext>
                </a:extLst>
              </p14:cNvPr>
              <p14:cNvContentPartPr/>
              <p14:nvPr/>
            </p14:nvContentPartPr>
            <p14:xfrm>
              <a:off x="9558435" y="3284188"/>
              <a:ext cx="1470960" cy="1597680"/>
            </p14:xfrm>
          </p:contentPart>
        </mc:Choice>
        <mc:Fallback xmlns="">
          <p:pic>
            <p:nvPicPr>
              <p:cNvPr id="5" name="Ink 4">
                <a:extLst>
                  <a:ext uri="{FF2B5EF4-FFF2-40B4-BE49-F238E27FC236}">
                    <a16:creationId xmlns:a16="http://schemas.microsoft.com/office/drawing/2014/main" id="{B325C2CD-0A13-4873-AC71-7039689BB9BF}"/>
                  </a:ext>
                </a:extLst>
              </p:cNvPr>
              <p:cNvPicPr/>
              <p:nvPr/>
            </p:nvPicPr>
            <p:blipFill>
              <a:blip r:embed="rId10"/>
              <a:stretch>
                <a:fillRect/>
              </a:stretch>
            </p:blipFill>
            <p:spPr>
              <a:xfrm>
                <a:off x="9549435" y="3275548"/>
                <a:ext cx="1488600" cy="1615320"/>
              </a:xfrm>
              <a:prstGeom prst="rect">
                <a:avLst/>
              </a:prstGeom>
            </p:spPr>
          </p:pic>
        </mc:Fallback>
      </mc:AlternateContent>
      <p:sp>
        <p:nvSpPr>
          <p:cNvPr id="168" name="TextBox 167">
            <a:extLst>
              <a:ext uri="{FF2B5EF4-FFF2-40B4-BE49-F238E27FC236}">
                <a16:creationId xmlns:a16="http://schemas.microsoft.com/office/drawing/2014/main" id="{8C7846FD-7030-4316-804F-1FC4EC8AED8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Sampling Distribution</a:t>
            </a:r>
          </a:p>
        </p:txBody>
      </p:sp>
    </p:spTree>
    <p:extLst>
      <p:ext uri="{BB962C8B-B14F-4D97-AF65-F5344CB8AC3E}">
        <p14:creationId xmlns:p14="http://schemas.microsoft.com/office/powerpoint/2010/main" val="14206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C2B7D4-F956-48D8-B585-222BC9D2AFA5}"/>
                  </a:ext>
                </a:extLst>
              </p:cNvPr>
              <p:cNvSpPr txBox="1"/>
              <p:nvPr/>
            </p:nvSpPr>
            <p:spPr>
              <a:xfrm>
                <a:off x="0" y="1192265"/>
                <a:ext cx="12192000" cy="12311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sz="8000" b="0" i="0" smtClean="0">
                          <a:latin typeface="Cambria Math" panose="02040503050406030204" pitchFamily="18" charset="0"/>
                        </a:rPr>
                        <m:t>Standard</m:t>
                      </m:r>
                      <m:r>
                        <a:rPr lang="en-AU" sz="8000" b="0" i="0" smtClean="0">
                          <a:latin typeface="Cambria Math" panose="02040503050406030204" pitchFamily="18" charset="0"/>
                        </a:rPr>
                        <m:t> </m:t>
                      </m:r>
                      <m:r>
                        <m:rPr>
                          <m:sty m:val="p"/>
                        </m:rPr>
                        <a:rPr lang="en-AU" sz="8000" b="0" i="0" smtClean="0">
                          <a:latin typeface="Cambria Math" panose="02040503050406030204" pitchFamily="18" charset="0"/>
                        </a:rPr>
                        <m:t>Error</m:t>
                      </m:r>
                    </m:oMath>
                  </m:oMathPara>
                </a14:m>
                <a:endParaRPr lang="en-AU" sz="8000" dirty="0"/>
              </a:p>
            </p:txBody>
          </p:sp>
        </mc:Choice>
        <mc:Fallback xmlns="">
          <p:sp>
            <p:nvSpPr>
              <p:cNvPr id="5" name="TextBox 4">
                <a:extLst>
                  <a:ext uri="{FF2B5EF4-FFF2-40B4-BE49-F238E27FC236}">
                    <a16:creationId xmlns:a16="http://schemas.microsoft.com/office/drawing/2014/main" id="{5CC2B7D4-F956-48D8-B585-222BC9D2AFA5}"/>
                  </a:ext>
                </a:extLst>
              </p:cNvPr>
              <p:cNvSpPr txBox="1">
                <a:spLocks noRot="1" noChangeAspect="1" noMove="1" noResize="1" noEditPoints="1" noAdjustHandles="1" noChangeArrowheads="1" noChangeShapeType="1" noTextEdit="1"/>
              </p:cNvSpPr>
              <p:nvPr/>
            </p:nvSpPr>
            <p:spPr>
              <a:xfrm>
                <a:off x="0" y="1192265"/>
                <a:ext cx="12192000" cy="1231106"/>
              </a:xfrm>
              <a:prstGeom prst="rect">
                <a:avLst/>
              </a:prstGeom>
              <a:blipFill>
                <a:blip r:embed="rId3"/>
                <a:stretch>
                  <a:fillRect/>
                </a:stretch>
              </a:blipFill>
            </p:spPr>
            <p:txBody>
              <a:bodyPr/>
              <a:lstStyle/>
              <a:p>
                <a:r>
                  <a:rPr lang="en-AU">
                    <a:noFill/>
                  </a:rPr>
                  <a:t> </a:t>
                </a:r>
              </a:p>
            </p:txBody>
          </p:sp>
        </mc:Fallback>
      </mc:AlternateContent>
      <p:cxnSp>
        <p:nvCxnSpPr>
          <p:cNvPr id="3" name="Straight Connector 2">
            <a:extLst>
              <a:ext uri="{FF2B5EF4-FFF2-40B4-BE49-F238E27FC236}">
                <a16:creationId xmlns:a16="http://schemas.microsoft.com/office/drawing/2014/main" id="{146FBE09-6E02-4CF8-A191-34F15659CCD7}"/>
              </a:ext>
            </a:extLst>
          </p:cNvPr>
          <p:cNvCxnSpPr/>
          <p:nvPr/>
        </p:nvCxnSpPr>
        <p:spPr>
          <a:xfrm>
            <a:off x="1201479" y="2423371"/>
            <a:ext cx="986701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397E87C-8814-4E1F-AFD0-C50947C36BDC}"/>
              </a:ext>
            </a:extLst>
          </p:cNvPr>
          <p:cNvSpPr/>
          <p:nvPr/>
        </p:nvSpPr>
        <p:spPr>
          <a:xfrm>
            <a:off x="1201479" y="2510137"/>
            <a:ext cx="9867014" cy="999460"/>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600" dirty="0">
                <a:solidFill>
                  <a:srgbClr val="212529"/>
                </a:solidFill>
                <a:latin typeface="Agency FB" panose="020B0503020202020204" pitchFamily="34" charset="0"/>
              </a:rPr>
              <a:t> Shows how much the sample statistic itself varies across different potential samples</a:t>
            </a:r>
          </a:p>
        </p:txBody>
      </p:sp>
      <p:sp>
        <p:nvSpPr>
          <p:cNvPr id="15" name="TextBox 14">
            <a:extLst>
              <a:ext uri="{FF2B5EF4-FFF2-40B4-BE49-F238E27FC236}">
                <a16:creationId xmlns:a16="http://schemas.microsoft.com/office/drawing/2014/main" id="{F4E1A7B1-D250-4A04-BB3D-7DB95E80494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Standard Error</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E660A3F-3098-44EC-87A2-B7134FF5F769}"/>
                  </a:ext>
                </a:extLst>
              </p:cNvPr>
              <p:cNvSpPr txBox="1"/>
              <p:nvPr/>
            </p:nvSpPr>
            <p:spPr>
              <a:xfrm>
                <a:off x="0" y="3848133"/>
                <a:ext cx="12192000" cy="12448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sz="8000" b="0" i="0" smtClean="0">
                          <a:latin typeface="Cambria Math" panose="02040503050406030204" pitchFamily="18" charset="0"/>
                        </a:rPr>
                        <m:t>SE</m:t>
                      </m:r>
                      <m:d>
                        <m:dPr>
                          <m:ctrlPr>
                            <a:rPr lang="en-AU" sz="8000" b="0" i="1" smtClean="0">
                              <a:latin typeface="Cambria Math" panose="02040503050406030204" pitchFamily="18" charset="0"/>
                            </a:rPr>
                          </m:ctrlPr>
                        </m:dPr>
                        <m:e>
                          <m:acc>
                            <m:accPr>
                              <m:chr m:val="̅"/>
                              <m:ctrlPr>
                                <a:rPr lang="en-AU" sz="8000" b="0" i="1" smtClean="0">
                                  <a:latin typeface="Cambria Math" panose="02040503050406030204" pitchFamily="18" charset="0"/>
                                </a:rPr>
                              </m:ctrlPr>
                            </m:accPr>
                            <m:e>
                              <m:r>
                                <a:rPr lang="en-AU" sz="8000" b="0" i="1" smtClean="0">
                                  <a:latin typeface="Cambria Math" panose="02040503050406030204" pitchFamily="18" charset="0"/>
                                </a:rPr>
                                <m:t>𝑋</m:t>
                              </m:r>
                            </m:e>
                          </m:acc>
                        </m:e>
                      </m:d>
                      <m:r>
                        <a:rPr lang="en-AU" sz="8000" b="0" i="0" smtClean="0">
                          <a:latin typeface="Cambria Math" panose="02040503050406030204" pitchFamily="18" charset="0"/>
                        </a:rPr>
                        <m:t>=</m:t>
                      </m:r>
                      <m:f>
                        <m:fPr>
                          <m:type m:val="lin"/>
                          <m:ctrlPr>
                            <a:rPr lang="en-AU" sz="8000" b="0" i="1" smtClean="0">
                              <a:latin typeface="Cambria Math" panose="02040503050406030204" pitchFamily="18" charset="0"/>
                            </a:rPr>
                          </m:ctrlPr>
                        </m:fPr>
                        <m:num>
                          <m:r>
                            <a:rPr lang="en-AU" sz="8000" b="0" i="1" smtClean="0">
                              <a:latin typeface="Cambria Math" panose="02040503050406030204" pitchFamily="18" charset="0"/>
                              <a:ea typeface="Cambria Math" panose="02040503050406030204" pitchFamily="18" charset="0"/>
                            </a:rPr>
                            <m:t>𝜎</m:t>
                          </m:r>
                        </m:num>
                        <m:den>
                          <m:rad>
                            <m:radPr>
                              <m:degHide m:val="on"/>
                              <m:ctrlPr>
                                <a:rPr lang="en-AU" sz="8000" b="0" i="1" smtClean="0">
                                  <a:latin typeface="Cambria Math" panose="02040503050406030204" pitchFamily="18" charset="0"/>
                                </a:rPr>
                              </m:ctrlPr>
                            </m:radPr>
                            <m:deg/>
                            <m:e>
                              <m:r>
                                <a:rPr lang="en-AU" sz="8000" b="0" i="1" smtClean="0">
                                  <a:latin typeface="Cambria Math" panose="02040503050406030204" pitchFamily="18" charset="0"/>
                                </a:rPr>
                                <m:t>𝑛</m:t>
                              </m:r>
                            </m:e>
                          </m:rad>
                        </m:den>
                      </m:f>
                    </m:oMath>
                  </m:oMathPara>
                </a14:m>
                <a:endParaRPr lang="en-AU" sz="8000" dirty="0"/>
              </a:p>
            </p:txBody>
          </p:sp>
        </mc:Choice>
        <mc:Fallback xmlns="">
          <p:sp>
            <p:nvSpPr>
              <p:cNvPr id="16" name="TextBox 15">
                <a:extLst>
                  <a:ext uri="{FF2B5EF4-FFF2-40B4-BE49-F238E27FC236}">
                    <a16:creationId xmlns:a16="http://schemas.microsoft.com/office/drawing/2014/main" id="{0E660A3F-3098-44EC-87A2-B7134FF5F769}"/>
                  </a:ext>
                </a:extLst>
              </p:cNvPr>
              <p:cNvSpPr txBox="1">
                <a:spLocks noRot="1" noChangeAspect="1" noMove="1" noResize="1" noEditPoints="1" noAdjustHandles="1" noChangeArrowheads="1" noChangeShapeType="1" noTextEdit="1"/>
              </p:cNvSpPr>
              <p:nvPr/>
            </p:nvSpPr>
            <p:spPr>
              <a:xfrm>
                <a:off x="0" y="3848133"/>
                <a:ext cx="12192000" cy="1244828"/>
              </a:xfrm>
              <a:prstGeom prst="rect">
                <a:avLst/>
              </a:prstGeom>
              <a:blipFill>
                <a:blip r:embed="rId4"/>
                <a:stretch>
                  <a:fillRect/>
                </a:stretch>
              </a:blipFill>
            </p:spPr>
            <p:txBody>
              <a:bodyPr/>
              <a:lstStyle/>
              <a:p>
                <a:r>
                  <a:rPr lang="en-AU">
                    <a:noFill/>
                  </a:rPr>
                  <a:t> </a:t>
                </a:r>
              </a:p>
            </p:txBody>
          </p:sp>
        </mc:Fallback>
      </mc:AlternateContent>
      <p:cxnSp>
        <p:nvCxnSpPr>
          <p:cNvPr id="17" name="Straight Connector 16">
            <a:extLst>
              <a:ext uri="{FF2B5EF4-FFF2-40B4-BE49-F238E27FC236}">
                <a16:creationId xmlns:a16="http://schemas.microsoft.com/office/drawing/2014/main" id="{6E2DB33A-9307-4DEC-8114-F62016BC8A25}"/>
              </a:ext>
            </a:extLst>
          </p:cNvPr>
          <p:cNvCxnSpPr/>
          <p:nvPr/>
        </p:nvCxnSpPr>
        <p:spPr>
          <a:xfrm>
            <a:off x="1201479" y="5132404"/>
            <a:ext cx="986701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031129A-315F-4411-9564-E3F4ED9BED6A}"/>
              </a:ext>
            </a:extLst>
          </p:cNvPr>
          <p:cNvSpPr/>
          <p:nvPr/>
        </p:nvSpPr>
        <p:spPr>
          <a:xfrm>
            <a:off x="1201479" y="5166005"/>
            <a:ext cx="9867014" cy="999460"/>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600" dirty="0">
                <a:solidFill>
                  <a:srgbClr val="212529"/>
                </a:solidFill>
                <a:latin typeface="Agency FB" panose="020B0503020202020204" pitchFamily="34" charset="0"/>
              </a:rPr>
              <a:t>Where 𝜎 is the population std. deviation and n is the sample size</a:t>
            </a:r>
          </a:p>
        </p:txBody>
      </p:sp>
    </p:spTree>
    <p:extLst>
      <p:ext uri="{BB962C8B-B14F-4D97-AF65-F5344CB8AC3E}">
        <p14:creationId xmlns:p14="http://schemas.microsoft.com/office/powerpoint/2010/main" val="3451213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9C590E2F-B847-4EF0-BE15-F2BF7F497057}"/>
              </a:ext>
            </a:extLst>
          </p:cNvPr>
          <p:cNvSpPr/>
          <p:nvPr/>
        </p:nvSpPr>
        <p:spPr>
          <a:xfrm>
            <a:off x="3994948" y="1527150"/>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ounded Rectangle 10">
            <a:extLst>
              <a:ext uri="{FF2B5EF4-FFF2-40B4-BE49-F238E27FC236}">
                <a16:creationId xmlns:a16="http://schemas.microsoft.com/office/drawing/2014/main" id="{FA54B7C3-BE69-4EC8-BC30-7139AB4E2561}"/>
              </a:ext>
            </a:extLst>
          </p:cNvPr>
          <p:cNvSpPr/>
          <p:nvPr/>
        </p:nvSpPr>
        <p:spPr>
          <a:xfrm>
            <a:off x="4910551" y="5221593"/>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Down Arrow 16">
            <a:extLst>
              <a:ext uri="{FF2B5EF4-FFF2-40B4-BE49-F238E27FC236}">
                <a16:creationId xmlns:a16="http://schemas.microsoft.com/office/drawing/2014/main" id="{63C99E7E-0AD3-49D0-A12D-EF69C4FE7262}"/>
              </a:ext>
            </a:extLst>
          </p:cNvPr>
          <p:cNvSpPr/>
          <p:nvPr/>
        </p:nvSpPr>
        <p:spPr>
          <a:xfrm>
            <a:off x="5769668" y="3692835"/>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2" descr="Image result for stick figure">
            <a:extLst>
              <a:ext uri="{FF2B5EF4-FFF2-40B4-BE49-F238E27FC236}">
                <a16:creationId xmlns:a16="http://schemas.microsoft.com/office/drawing/2014/main" id="{90A813AC-029C-4CD6-9634-BE68E01E965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610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stick figure">
            <a:extLst>
              <a:ext uri="{FF2B5EF4-FFF2-40B4-BE49-F238E27FC236}">
                <a16:creationId xmlns:a16="http://schemas.microsoft.com/office/drawing/2014/main" id="{54E78841-1CDC-42DD-A304-D471810CA37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6943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stick figure">
            <a:extLst>
              <a:ext uri="{FF2B5EF4-FFF2-40B4-BE49-F238E27FC236}">
                <a16:creationId xmlns:a16="http://schemas.microsoft.com/office/drawing/2014/main" id="{96DCA708-C7D1-4806-A2C1-BB732F33D72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276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stick figure">
            <a:extLst>
              <a:ext uri="{FF2B5EF4-FFF2-40B4-BE49-F238E27FC236}">
                <a16:creationId xmlns:a16="http://schemas.microsoft.com/office/drawing/2014/main" id="{6E0E14EA-35F7-4C17-A05C-0D55780E191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609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tick figure">
            <a:extLst>
              <a:ext uri="{FF2B5EF4-FFF2-40B4-BE49-F238E27FC236}">
                <a16:creationId xmlns:a16="http://schemas.microsoft.com/office/drawing/2014/main" id="{B180F8A7-7B14-4DD5-841A-7DC787AF0BD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7942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mage result for stick figure">
            <a:extLst>
              <a:ext uri="{FF2B5EF4-FFF2-40B4-BE49-F238E27FC236}">
                <a16:creationId xmlns:a16="http://schemas.microsoft.com/office/drawing/2014/main" id="{42BFB92D-6889-4833-A067-7CA6AC886E4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6873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stick figure">
            <a:extLst>
              <a:ext uri="{FF2B5EF4-FFF2-40B4-BE49-F238E27FC236}">
                <a16:creationId xmlns:a16="http://schemas.microsoft.com/office/drawing/2014/main" id="{89755F6E-D959-4F1F-8004-1FDF9A7C6DF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06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stick figure">
            <a:extLst>
              <a:ext uri="{FF2B5EF4-FFF2-40B4-BE49-F238E27FC236}">
                <a16:creationId xmlns:a16="http://schemas.microsoft.com/office/drawing/2014/main" id="{F989264A-D31D-4CA4-B0AC-3DCAFEC6D01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539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 result for stick figure">
            <a:extLst>
              <a:ext uri="{FF2B5EF4-FFF2-40B4-BE49-F238E27FC236}">
                <a16:creationId xmlns:a16="http://schemas.microsoft.com/office/drawing/2014/main" id="{5CF4BE99-5856-4A39-8444-74C76974D7B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7872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mage result for stick figure">
            <a:extLst>
              <a:ext uri="{FF2B5EF4-FFF2-40B4-BE49-F238E27FC236}">
                <a16:creationId xmlns:a16="http://schemas.microsoft.com/office/drawing/2014/main" id="{B2741BF9-2D33-4D01-BB93-FBA2A4E5AB1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05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stick figure">
            <a:extLst>
              <a:ext uri="{FF2B5EF4-FFF2-40B4-BE49-F238E27FC236}">
                <a16:creationId xmlns:a16="http://schemas.microsoft.com/office/drawing/2014/main" id="{E32B5649-6BF2-47DB-8F1D-24A94B55B2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mage result for stick figure">
            <a:extLst>
              <a:ext uri="{FF2B5EF4-FFF2-40B4-BE49-F238E27FC236}">
                <a16:creationId xmlns:a16="http://schemas.microsoft.com/office/drawing/2014/main" id="{B7DB2A3B-9AD4-4DFA-8AC1-B760F0C4D7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Image result for stick figure">
            <a:extLst>
              <a:ext uri="{FF2B5EF4-FFF2-40B4-BE49-F238E27FC236}">
                <a16:creationId xmlns:a16="http://schemas.microsoft.com/office/drawing/2014/main" id="{8D853FAD-669D-480A-9828-EE093A257C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 result for stick figure">
            <a:extLst>
              <a:ext uri="{FF2B5EF4-FFF2-40B4-BE49-F238E27FC236}">
                <a16:creationId xmlns:a16="http://schemas.microsoft.com/office/drawing/2014/main" id="{A4209B1E-2A02-40F6-9F82-907D562B2D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stick figure">
            <a:extLst>
              <a:ext uri="{FF2B5EF4-FFF2-40B4-BE49-F238E27FC236}">
                <a16:creationId xmlns:a16="http://schemas.microsoft.com/office/drawing/2014/main" id="{4097450A-90C1-4165-BE49-58F8FF0380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stick figure">
            <a:extLst>
              <a:ext uri="{FF2B5EF4-FFF2-40B4-BE49-F238E27FC236}">
                <a16:creationId xmlns:a16="http://schemas.microsoft.com/office/drawing/2014/main" id="{86D0D0C9-D9C6-4C57-A140-50F21F1A2B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Image result for stick figure">
            <a:extLst>
              <a:ext uri="{FF2B5EF4-FFF2-40B4-BE49-F238E27FC236}">
                <a16:creationId xmlns:a16="http://schemas.microsoft.com/office/drawing/2014/main" id="{551D7EFE-943D-4865-AC70-82A50E9768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stick figure">
            <a:extLst>
              <a:ext uri="{FF2B5EF4-FFF2-40B4-BE49-F238E27FC236}">
                <a16:creationId xmlns:a16="http://schemas.microsoft.com/office/drawing/2014/main" id="{55B63C27-06F6-466D-BD78-6D910455C2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mage result for stick figure">
            <a:extLst>
              <a:ext uri="{FF2B5EF4-FFF2-40B4-BE49-F238E27FC236}">
                <a16:creationId xmlns:a16="http://schemas.microsoft.com/office/drawing/2014/main" id="{28BF6FDC-516C-4CB8-86E1-54178A91DB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stick figure">
            <a:extLst>
              <a:ext uri="{FF2B5EF4-FFF2-40B4-BE49-F238E27FC236}">
                <a16:creationId xmlns:a16="http://schemas.microsoft.com/office/drawing/2014/main" id="{BEEEC456-D508-4373-86D9-8F3867F586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stick figure">
            <a:extLst>
              <a:ext uri="{FF2B5EF4-FFF2-40B4-BE49-F238E27FC236}">
                <a16:creationId xmlns:a16="http://schemas.microsoft.com/office/drawing/2014/main" id="{17BB44EB-35F8-4B0E-B6D5-199DAA10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Image result for stick figure">
            <a:extLst>
              <a:ext uri="{FF2B5EF4-FFF2-40B4-BE49-F238E27FC236}">
                <a16:creationId xmlns:a16="http://schemas.microsoft.com/office/drawing/2014/main" id="{B047211E-3D19-478B-B643-1397FD5B9A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mage result for stick figure">
            <a:extLst>
              <a:ext uri="{FF2B5EF4-FFF2-40B4-BE49-F238E27FC236}">
                <a16:creationId xmlns:a16="http://schemas.microsoft.com/office/drawing/2014/main" id="{EAF545B1-CBA4-476F-8C5E-A24FD075BE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mage result for stick figure">
            <a:extLst>
              <a:ext uri="{FF2B5EF4-FFF2-40B4-BE49-F238E27FC236}">
                <a16:creationId xmlns:a16="http://schemas.microsoft.com/office/drawing/2014/main" id="{0B3ED412-B663-4A73-A9AF-A645D506A1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mage result for stick figure">
            <a:extLst>
              <a:ext uri="{FF2B5EF4-FFF2-40B4-BE49-F238E27FC236}">
                <a16:creationId xmlns:a16="http://schemas.microsoft.com/office/drawing/2014/main" id="{D46A5DF6-ABA0-4C90-B74A-AFCF12B302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stick figure">
            <a:extLst>
              <a:ext uri="{FF2B5EF4-FFF2-40B4-BE49-F238E27FC236}">
                <a16:creationId xmlns:a16="http://schemas.microsoft.com/office/drawing/2014/main" id="{8754F246-6C37-4EA9-9C92-5E3648AD37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Image result for stick figure">
            <a:extLst>
              <a:ext uri="{FF2B5EF4-FFF2-40B4-BE49-F238E27FC236}">
                <a16:creationId xmlns:a16="http://schemas.microsoft.com/office/drawing/2014/main" id="{604E83A4-15C6-4E7E-91AB-A08E026113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Image result for stick figure">
            <a:extLst>
              <a:ext uri="{FF2B5EF4-FFF2-40B4-BE49-F238E27FC236}">
                <a16:creationId xmlns:a16="http://schemas.microsoft.com/office/drawing/2014/main" id="{A701F0B2-7CC1-497D-9ADA-138E1F2CB7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stick figure">
            <a:extLst>
              <a:ext uri="{FF2B5EF4-FFF2-40B4-BE49-F238E27FC236}">
                <a16:creationId xmlns:a16="http://schemas.microsoft.com/office/drawing/2014/main" id="{1282E4E1-8001-434E-A68F-ED8A71307D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stick figure">
            <a:extLst>
              <a:ext uri="{FF2B5EF4-FFF2-40B4-BE49-F238E27FC236}">
                <a16:creationId xmlns:a16="http://schemas.microsoft.com/office/drawing/2014/main" id="{CACE2092-C832-4CFD-81D5-236E8225B7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stick figure">
            <a:extLst>
              <a:ext uri="{FF2B5EF4-FFF2-40B4-BE49-F238E27FC236}">
                <a16:creationId xmlns:a16="http://schemas.microsoft.com/office/drawing/2014/main" id="{7F434E80-0897-48A8-A799-E32D3D93EA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stick figure">
            <a:extLst>
              <a:ext uri="{FF2B5EF4-FFF2-40B4-BE49-F238E27FC236}">
                <a16:creationId xmlns:a16="http://schemas.microsoft.com/office/drawing/2014/main" id="{9353CB62-4E96-4D4E-A39B-82E778D0B4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stick figure">
            <a:extLst>
              <a:ext uri="{FF2B5EF4-FFF2-40B4-BE49-F238E27FC236}">
                <a16:creationId xmlns:a16="http://schemas.microsoft.com/office/drawing/2014/main" id="{ED34A6A3-C24A-4674-8042-E589A32EDD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stick figure">
            <a:extLst>
              <a:ext uri="{FF2B5EF4-FFF2-40B4-BE49-F238E27FC236}">
                <a16:creationId xmlns:a16="http://schemas.microsoft.com/office/drawing/2014/main" id="{C4D5C4DD-B18C-421E-9F54-E130420487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stick figure">
            <a:extLst>
              <a:ext uri="{FF2B5EF4-FFF2-40B4-BE49-F238E27FC236}">
                <a16:creationId xmlns:a16="http://schemas.microsoft.com/office/drawing/2014/main" id="{087C6CD4-E7C3-45B0-8D1C-7DF668FA00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stick figure">
            <a:extLst>
              <a:ext uri="{FF2B5EF4-FFF2-40B4-BE49-F238E27FC236}">
                <a16:creationId xmlns:a16="http://schemas.microsoft.com/office/drawing/2014/main" id="{DD0FCB1C-D70F-459F-B1A8-4C4B6720A3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stick figure">
            <a:extLst>
              <a:ext uri="{FF2B5EF4-FFF2-40B4-BE49-F238E27FC236}">
                <a16:creationId xmlns:a16="http://schemas.microsoft.com/office/drawing/2014/main" id="{6A1FA829-163F-40D1-8178-DBA921330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stick figure">
            <a:extLst>
              <a:ext uri="{FF2B5EF4-FFF2-40B4-BE49-F238E27FC236}">
                <a16:creationId xmlns:a16="http://schemas.microsoft.com/office/drawing/2014/main" id="{7AAD690F-BB2C-404B-AD0D-54D64F7457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mage result for stick figure">
            <a:extLst>
              <a:ext uri="{FF2B5EF4-FFF2-40B4-BE49-F238E27FC236}">
                <a16:creationId xmlns:a16="http://schemas.microsoft.com/office/drawing/2014/main" id="{1D544BBA-9CC4-47E9-9954-84C9436B46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mage result for stick figure">
            <a:extLst>
              <a:ext uri="{FF2B5EF4-FFF2-40B4-BE49-F238E27FC236}">
                <a16:creationId xmlns:a16="http://schemas.microsoft.com/office/drawing/2014/main" id="{8AA6E413-5CDE-4AFE-9680-AE4D030877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mage result for stick figure">
            <a:extLst>
              <a:ext uri="{FF2B5EF4-FFF2-40B4-BE49-F238E27FC236}">
                <a16:creationId xmlns:a16="http://schemas.microsoft.com/office/drawing/2014/main" id="{716E25EC-FDD5-4DCB-A630-39D9670997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tick figure">
            <a:extLst>
              <a:ext uri="{FF2B5EF4-FFF2-40B4-BE49-F238E27FC236}">
                <a16:creationId xmlns:a16="http://schemas.microsoft.com/office/drawing/2014/main" id="{EADB1406-5954-4F91-9C7C-2C0A7C3500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stick figure">
            <a:extLst>
              <a:ext uri="{FF2B5EF4-FFF2-40B4-BE49-F238E27FC236}">
                <a16:creationId xmlns:a16="http://schemas.microsoft.com/office/drawing/2014/main" id="{F1830F50-1E3F-4444-81A7-283698DDF8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stick figure">
            <a:extLst>
              <a:ext uri="{FF2B5EF4-FFF2-40B4-BE49-F238E27FC236}">
                <a16:creationId xmlns:a16="http://schemas.microsoft.com/office/drawing/2014/main" id="{9F3E8D45-B3EC-4735-93CA-38D4B63014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stick figure">
            <a:extLst>
              <a:ext uri="{FF2B5EF4-FFF2-40B4-BE49-F238E27FC236}">
                <a16:creationId xmlns:a16="http://schemas.microsoft.com/office/drawing/2014/main" id="{7D66ABD7-A33E-40E4-8D13-D1102F36A6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mage result for stick figure">
            <a:extLst>
              <a:ext uri="{FF2B5EF4-FFF2-40B4-BE49-F238E27FC236}">
                <a16:creationId xmlns:a16="http://schemas.microsoft.com/office/drawing/2014/main" id="{EBDDC65F-FF35-41FA-93FC-E89E8582E5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Image result for stick figure">
            <a:extLst>
              <a:ext uri="{FF2B5EF4-FFF2-40B4-BE49-F238E27FC236}">
                <a16:creationId xmlns:a16="http://schemas.microsoft.com/office/drawing/2014/main" id="{A24BF900-E035-4B66-AC28-6835B0FDDA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Image result for stick figure">
            <a:extLst>
              <a:ext uri="{FF2B5EF4-FFF2-40B4-BE49-F238E27FC236}">
                <a16:creationId xmlns:a16="http://schemas.microsoft.com/office/drawing/2014/main" id="{45C74897-2B82-4DF2-8190-A8A3592CA6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Image result for stick figure">
            <a:extLst>
              <a:ext uri="{FF2B5EF4-FFF2-40B4-BE49-F238E27FC236}">
                <a16:creationId xmlns:a16="http://schemas.microsoft.com/office/drawing/2014/main" id="{DE0F568C-2F63-40B3-9C77-7E729C3853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Image result for stick figure">
            <a:extLst>
              <a:ext uri="{FF2B5EF4-FFF2-40B4-BE49-F238E27FC236}">
                <a16:creationId xmlns:a16="http://schemas.microsoft.com/office/drawing/2014/main" id="{60187539-E2A4-468C-9B78-AE5A64E9A5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Image result for stick figure">
            <a:extLst>
              <a:ext uri="{FF2B5EF4-FFF2-40B4-BE49-F238E27FC236}">
                <a16:creationId xmlns:a16="http://schemas.microsoft.com/office/drawing/2014/main" id="{F3EE08C7-AB55-40B2-B97F-341F30956F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Image result for stick figure">
            <a:extLst>
              <a:ext uri="{FF2B5EF4-FFF2-40B4-BE49-F238E27FC236}">
                <a16:creationId xmlns:a16="http://schemas.microsoft.com/office/drawing/2014/main" id="{46E29A9E-B564-44C8-9826-BB9472E383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mage result for stick figure">
            <a:extLst>
              <a:ext uri="{FF2B5EF4-FFF2-40B4-BE49-F238E27FC236}">
                <a16:creationId xmlns:a16="http://schemas.microsoft.com/office/drawing/2014/main" id="{75AFBB44-FAA0-45C9-A4FE-3D768C627A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stick figure">
            <a:extLst>
              <a:ext uri="{FF2B5EF4-FFF2-40B4-BE49-F238E27FC236}">
                <a16:creationId xmlns:a16="http://schemas.microsoft.com/office/drawing/2014/main" id="{85DC1A62-C239-43AE-B0C4-00CD299128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mage result for stick figure">
            <a:extLst>
              <a:ext uri="{FF2B5EF4-FFF2-40B4-BE49-F238E27FC236}">
                <a16:creationId xmlns:a16="http://schemas.microsoft.com/office/drawing/2014/main" id="{2D620368-B365-4ECC-9661-7AA0448E49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Image result for stick figure">
            <a:extLst>
              <a:ext uri="{FF2B5EF4-FFF2-40B4-BE49-F238E27FC236}">
                <a16:creationId xmlns:a16="http://schemas.microsoft.com/office/drawing/2014/main" id="{7595F581-DBAD-4DD7-9BA0-DA43F75A5E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mage result for stick figure">
            <a:extLst>
              <a:ext uri="{FF2B5EF4-FFF2-40B4-BE49-F238E27FC236}">
                <a16:creationId xmlns:a16="http://schemas.microsoft.com/office/drawing/2014/main" id="{475691B4-DD97-4AAA-8EA1-BB805F3C80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stick figure">
            <a:extLst>
              <a:ext uri="{FF2B5EF4-FFF2-40B4-BE49-F238E27FC236}">
                <a16:creationId xmlns:a16="http://schemas.microsoft.com/office/drawing/2014/main" id="{436725AF-5EE6-4362-96F9-1809AF173F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Image result for stick figure">
            <a:extLst>
              <a:ext uri="{FF2B5EF4-FFF2-40B4-BE49-F238E27FC236}">
                <a16:creationId xmlns:a16="http://schemas.microsoft.com/office/drawing/2014/main" id="{8AE53395-EC2A-4498-8C7D-8D49D63D76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Image result for stick figure">
            <a:extLst>
              <a:ext uri="{FF2B5EF4-FFF2-40B4-BE49-F238E27FC236}">
                <a16:creationId xmlns:a16="http://schemas.microsoft.com/office/drawing/2014/main" id="{172E1E4F-88E1-4C46-A917-2C12D5C398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mage result for stick figure">
            <a:extLst>
              <a:ext uri="{FF2B5EF4-FFF2-40B4-BE49-F238E27FC236}">
                <a16:creationId xmlns:a16="http://schemas.microsoft.com/office/drawing/2014/main" id="{017AF2CE-E64A-4F39-A145-091702401C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stick figure">
            <a:extLst>
              <a:ext uri="{FF2B5EF4-FFF2-40B4-BE49-F238E27FC236}">
                <a16:creationId xmlns:a16="http://schemas.microsoft.com/office/drawing/2014/main" id="{2F4DAAC8-2D1A-42D8-8A95-C8AC9D8D36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mage result for stick figure">
            <a:extLst>
              <a:ext uri="{FF2B5EF4-FFF2-40B4-BE49-F238E27FC236}">
                <a16:creationId xmlns:a16="http://schemas.microsoft.com/office/drawing/2014/main" id="{3937D7F5-1BC6-4EB6-88E7-0E114D48FE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Image result for stick figure">
            <a:extLst>
              <a:ext uri="{FF2B5EF4-FFF2-40B4-BE49-F238E27FC236}">
                <a16:creationId xmlns:a16="http://schemas.microsoft.com/office/drawing/2014/main" id="{3229F2C0-4CB9-45AC-97E2-0A846F87EF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Image result for stick figure">
            <a:extLst>
              <a:ext uri="{FF2B5EF4-FFF2-40B4-BE49-F238E27FC236}">
                <a16:creationId xmlns:a16="http://schemas.microsoft.com/office/drawing/2014/main" id="{6303FE30-D5E9-4C70-98A6-87B90071C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mage result for stick figure">
            <a:extLst>
              <a:ext uri="{FF2B5EF4-FFF2-40B4-BE49-F238E27FC236}">
                <a16:creationId xmlns:a16="http://schemas.microsoft.com/office/drawing/2014/main" id="{C398DEEE-BF09-4AD1-A05B-CA76800797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mage result for stick figure">
            <a:extLst>
              <a:ext uri="{FF2B5EF4-FFF2-40B4-BE49-F238E27FC236}">
                <a16:creationId xmlns:a16="http://schemas.microsoft.com/office/drawing/2014/main" id="{DF17A988-1813-4710-9601-7365EE7CAE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mage result for stick figure">
            <a:extLst>
              <a:ext uri="{FF2B5EF4-FFF2-40B4-BE49-F238E27FC236}">
                <a16:creationId xmlns:a16="http://schemas.microsoft.com/office/drawing/2014/main" id="{46AF5EF3-57E0-4746-99D6-79EFADA6A5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Image result for stick figure">
            <a:extLst>
              <a:ext uri="{FF2B5EF4-FFF2-40B4-BE49-F238E27FC236}">
                <a16:creationId xmlns:a16="http://schemas.microsoft.com/office/drawing/2014/main" id="{64CB9403-5205-492E-8853-7816873C1E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Image result for stick figure">
            <a:extLst>
              <a:ext uri="{FF2B5EF4-FFF2-40B4-BE49-F238E27FC236}">
                <a16:creationId xmlns:a16="http://schemas.microsoft.com/office/drawing/2014/main" id="{933BBD37-1B6B-46D8-B4EF-B959EC64F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mage result for stick figure">
            <a:extLst>
              <a:ext uri="{FF2B5EF4-FFF2-40B4-BE49-F238E27FC236}">
                <a16:creationId xmlns:a16="http://schemas.microsoft.com/office/drawing/2014/main" id="{4123B43B-3571-475F-ACF1-4CEB36D340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stick figure">
            <a:extLst>
              <a:ext uri="{FF2B5EF4-FFF2-40B4-BE49-F238E27FC236}">
                <a16:creationId xmlns:a16="http://schemas.microsoft.com/office/drawing/2014/main" id="{8CCF2B27-5B1A-4EF7-A9DA-AC773AE176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mage result for stick figure">
            <a:extLst>
              <a:ext uri="{FF2B5EF4-FFF2-40B4-BE49-F238E27FC236}">
                <a16:creationId xmlns:a16="http://schemas.microsoft.com/office/drawing/2014/main" id="{94D96738-EC2F-49C3-A6A4-4776DFE447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Image result for stick figure">
            <a:extLst>
              <a:ext uri="{FF2B5EF4-FFF2-40B4-BE49-F238E27FC236}">
                <a16:creationId xmlns:a16="http://schemas.microsoft.com/office/drawing/2014/main" id="{706AF554-44C3-434E-975D-8810909A53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Image result for stick figure">
            <a:extLst>
              <a:ext uri="{FF2B5EF4-FFF2-40B4-BE49-F238E27FC236}">
                <a16:creationId xmlns:a16="http://schemas.microsoft.com/office/drawing/2014/main" id="{16A2DAB5-D3AB-448A-BAF1-359CF7194B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mage result for stick figure">
            <a:extLst>
              <a:ext uri="{FF2B5EF4-FFF2-40B4-BE49-F238E27FC236}">
                <a16:creationId xmlns:a16="http://schemas.microsoft.com/office/drawing/2014/main" id="{DC0B5E68-013F-4A9F-A768-6E292C409F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mage result for stick figure">
            <a:extLst>
              <a:ext uri="{FF2B5EF4-FFF2-40B4-BE49-F238E27FC236}">
                <a16:creationId xmlns:a16="http://schemas.microsoft.com/office/drawing/2014/main" id="{CD4B2897-AB82-4C1A-8B69-0DD30AA0C6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mage result for stick figure">
            <a:extLst>
              <a:ext uri="{FF2B5EF4-FFF2-40B4-BE49-F238E27FC236}">
                <a16:creationId xmlns:a16="http://schemas.microsoft.com/office/drawing/2014/main" id="{831F40AF-078B-4DFE-8C89-086665A9DB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stick figure">
            <a:extLst>
              <a:ext uri="{FF2B5EF4-FFF2-40B4-BE49-F238E27FC236}">
                <a16:creationId xmlns:a16="http://schemas.microsoft.com/office/drawing/2014/main" id="{10E6380F-1626-4072-9E31-EEB39CE1C1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stick figure">
            <a:extLst>
              <a:ext uri="{FF2B5EF4-FFF2-40B4-BE49-F238E27FC236}">
                <a16:creationId xmlns:a16="http://schemas.microsoft.com/office/drawing/2014/main" id="{9CFF52CE-ABBD-4E34-AE14-43EE00E5E6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stick figure">
            <a:extLst>
              <a:ext uri="{FF2B5EF4-FFF2-40B4-BE49-F238E27FC236}">
                <a16:creationId xmlns:a16="http://schemas.microsoft.com/office/drawing/2014/main" id="{97F1D0F6-DC80-4A80-8BE4-520E7FAA51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stick figure">
            <a:extLst>
              <a:ext uri="{FF2B5EF4-FFF2-40B4-BE49-F238E27FC236}">
                <a16:creationId xmlns:a16="http://schemas.microsoft.com/office/drawing/2014/main" id="{59B2AA04-1C00-4AB6-A30D-97DF818C2B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stick figure">
            <a:extLst>
              <a:ext uri="{FF2B5EF4-FFF2-40B4-BE49-F238E27FC236}">
                <a16:creationId xmlns:a16="http://schemas.microsoft.com/office/drawing/2014/main" id="{E4D214FF-D506-4546-B353-9BDE121272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stick figure">
            <a:extLst>
              <a:ext uri="{FF2B5EF4-FFF2-40B4-BE49-F238E27FC236}">
                <a16:creationId xmlns:a16="http://schemas.microsoft.com/office/drawing/2014/main" id="{2F0F438B-A437-4286-AEF8-EE162A070A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stick figure">
            <a:extLst>
              <a:ext uri="{FF2B5EF4-FFF2-40B4-BE49-F238E27FC236}">
                <a16:creationId xmlns:a16="http://schemas.microsoft.com/office/drawing/2014/main" id="{AECE8933-5B93-44A3-AEC8-DBDECDB459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Image result for stick figure">
            <a:extLst>
              <a:ext uri="{FF2B5EF4-FFF2-40B4-BE49-F238E27FC236}">
                <a16:creationId xmlns:a16="http://schemas.microsoft.com/office/drawing/2014/main" id="{339DEC12-162E-4853-B900-3825AC67A2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Image result for stick figure">
            <a:extLst>
              <a:ext uri="{FF2B5EF4-FFF2-40B4-BE49-F238E27FC236}">
                <a16:creationId xmlns:a16="http://schemas.microsoft.com/office/drawing/2014/main" id="{F9B73B8B-4A13-49A9-BEA1-423591EEBD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stick figure">
            <a:extLst>
              <a:ext uri="{FF2B5EF4-FFF2-40B4-BE49-F238E27FC236}">
                <a16:creationId xmlns:a16="http://schemas.microsoft.com/office/drawing/2014/main" id="{660018F7-A52F-4CA9-B164-EBC22F20A0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Image result for stick figure">
            <a:extLst>
              <a:ext uri="{FF2B5EF4-FFF2-40B4-BE49-F238E27FC236}">
                <a16:creationId xmlns:a16="http://schemas.microsoft.com/office/drawing/2014/main" id="{3AAD2348-DAFA-4DA1-9AFF-F7F6A8A3E5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Image result for stick figure">
            <a:extLst>
              <a:ext uri="{FF2B5EF4-FFF2-40B4-BE49-F238E27FC236}">
                <a16:creationId xmlns:a16="http://schemas.microsoft.com/office/drawing/2014/main" id="{79F24524-1E7B-40CC-90C3-4F728E312D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Image result for stick figure">
            <a:extLst>
              <a:ext uri="{FF2B5EF4-FFF2-40B4-BE49-F238E27FC236}">
                <a16:creationId xmlns:a16="http://schemas.microsoft.com/office/drawing/2014/main" id="{6D34CCDD-8CAB-49EE-9853-0729AA2A60E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86332" y="1582845"/>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3" name="Picture 2" descr="Image result for stick figure">
            <a:extLst>
              <a:ext uri="{FF2B5EF4-FFF2-40B4-BE49-F238E27FC236}">
                <a16:creationId xmlns:a16="http://schemas.microsoft.com/office/drawing/2014/main" id="{2B5E53DD-2F09-4F34-B13A-396D60ED23F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08948"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5" name="Picture 2" descr="Image result for stick figure">
            <a:extLst>
              <a:ext uri="{FF2B5EF4-FFF2-40B4-BE49-F238E27FC236}">
                <a16:creationId xmlns:a16="http://schemas.microsoft.com/office/drawing/2014/main" id="{EF8405FB-8D4A-4282-B2EC-42DD7E6649F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08247"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6" name="Picture 2" descr="Image result for stick figure">
            <a:extLst>
              <a:ext uri="{FF2B5EF4-FFF2-40B4-BE49-F238E27FC236}">
                <a16:creationId xmlns:a16="http://schemas.microsoft.com/office/drawing/2014/main" id="{99DE39C3-555B-4DF3-A3CA-2E408FF4060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7" name="Picture 2" descr="Image result for stick figure">
            <a:extLst>
              <a:ext uri="{FF2B5EF4-FFF2-40B4-BE49-F238E27FC236}">
                <a16:creationId xmlns:a16="http://schemas.microsoft.com/office/drawing/2014/main" id="{9630BEE4-1D3F-4360-8A8A-EE5A1C3C980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8" name="Picture 2" descr="Image result for stick figure">
            <a:extLst>
              <a:ext uri="{FF2B5EF4-FFF2-40B4-BE49-F238E27FC236}">
                <a16:creationId xmlns:a16="http://schemas.microsoft.com/office/drawing/2014/main" id="{EA3C10FC-70D5-4F19-B33D-73BCA732BAA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2293" y="2418216"/>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9" name="Picture 2" descr="Image result for stick figure">
            <a:extLst>
              <a:ext uri="{FF2B5EF4-FFF2-40B4-BE49-F238E27FC236}">
                <a16:creationId xmlns:a16="http://schemas.microsoft.com/office/drawing/2014/main" id="{E4280EB5-D1C5-4522-866F-2E7AA32A7B0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1585" y="24189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0" name="Picture 2" descr="Image result for stick figure">
            <a:extLst>
              <a:ext uri="{FF2B5EF4-FFF2-40B4-BE49-F238E27FC236}">
                <a16:creationId xmlns:a16="http://schemas.microsoft.com/office/drawing/2014/main" id="{F1728B0C-D786-446D-8860-ABBA3EB2A0A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28337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1" name="Picture 2" descr="Image result for stick figure">
            <a:extLst>
              <a:ext uri="{FF2B5EF4-FFF2-40B4-BE49-F238E27FC236}">
                <a16:creationId xmlns:a16="http://schemas.microsoft.com/office/drawing/2014/main" id="{F3C2D4D6-68C5-4CA3-A3E5-441FBBEE5CB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32485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2" name="Picture 2" descr="Image result for stick figure">
            <a:extLst>
              <a:ext uri="{FF2B5EF4-FFF2-40B4-BE49-F238E27FC236}">
                <a16:creationId xmlns:a16="http://schemas.microsoft.com/office/drawing/2014/main" id="{DF7B6EA9-441C-4536-B1D3-2B0876EB9D2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05617" y="324934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124192D1-7907-4B81-9B2A-AF20B3FA90DB}"/>
              </a:ext>
            </a:extLst>
          </p:cNvPr>
          <p:cNvSpPr txBox="1"/>
          <p:nvPr/>
        </p:nvSpPr>
        <p:spPr>
          <a:xfrm>
            <a:off x="5299918" y="1180421"/>
            <a:ext cx="1199046" cy="369332"/>
          </a:xfrm>
          <a:prstGeom prst="rect">
            <a:avLst/>
          </a:prstGeom>
          <a:noFill/>
        </p:spPr>
        <p:txBody>
          <a:bodyPr wrap="none" rtlCol="0">
            <a:spAutoFit/>
          </a:bodyPr>
          <a:lstStyle/>
          <a:p>
            <a:r>
              <a:rPr lang="en-AU">
                <a:solidFill>
                  <a:srgbClr val="0070C0"/>
                </a:solidFill>
              </a:rPr>
              <a:t>Population</a:t>
            </a:r>
          </a:p>
        </p:txBody>
      </p:sp>
      <p:sp>
        <p:nvSpPr>
          <p:cNvPr id="114" name="Rectangle 113">
            <a:extLst>
              <a:ext uri="{FF2B5EF4-FFF2-40B4-BE49-F238E27FC236}">
                <a16:creationId xmlns:a16="http://schemas.microsoft.com/office/drawing/2014/main" id="{A5090271-8FB5-4C40-A67B-6FE9F440A4D4}"/>
              </a:ext>
            </a:extLst>
          </p:cNvPr>
          <p:cNvSpPr/>
          <p:nvPr/>
        </p:nvSpPr>
        <p:spPr>
          <a:xfrm>
            <a:off x="10149903" y="2483713"/>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114">
            <a:extLst>
              <a:ext uri="{FF2B5EF4-FFF2-40B4-BE49-F238E27FC236}">
                <a16:creationId xmlns:a16="http://schemas.microsoft.com/office/drawing/2014/main" id="{4B68A739-517A-4443-9079-DC29C9A2AD92}"/>
              </a:ext>
            </a:extLst>
          </p:cNvPr>
          <p:cNvSpPr/>
          <p:nvPr/>
        </p:nvSpPr>
        <p:spPr>
          <a:xfrm rot="5400000">
            <a:off x="8624601" y="3803877"/>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Isosceles Triangle 115">
            <a:extLst>
              <a:ext uri="{FF2B5EF4-FFF2-40B4-BE49-F238E27FC236}">
                <a16:creationId xmlns:a16="http://schemas.microsoft.com/office/drawing/2014/main" id="{DBBBAA53-F272-4E6D-8FE3-0B83968F50AE}"/>
              </a:ext>
            </a:extLst>
          </p:cNvPr>
          <p:cNvSpPr/>
          <p:nvPr/>
        </p:nvSpPr>
        <p:spPr>
          <a:xfrm rot="16200000">
            <a:off x="7991848" y="2275597"/>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Rectangle 116">
            <a:extLst>
              <a:ext uri="{FF2B5EF4-FFF2-40B4-BE49-F238E27FC236}">
                <a16:creationId xmlns:a16="http://schemas.microsoft.com/office/drawing/2014/main" id="{05C3E9D0-4BDA-408D-9423-07BE13733DFD}"/>
              </a:ext>
            </a:extLst>
          </p:cNvPr>
          <p:cNvSpPr/>
          <p:nvPr/>
        </p:nvSpPr>
        <p:spPr>
          <a:xfrm rot="5400000">
            <a:off x="9285484" y="1819953"/>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8" name="TextBox 117">
            <a:extLst>
              <a:ext uri="{FF2B5EF4-FFF2-40B4-BE49-F238E27FC236}">
                <a16:creationId xmlns:a16="http://schemas.microsoft.com/office/drawing/2014/main" id="{A41E2B24-3F2B-4F94-9348-35ADEFE5F8CE}"/>
              </a:ext>
            </a:extLst>
          </p:cNvPr>
          <p:cNvSpPr txBox="1"/>
          <p:nvPr/>
        </p:nvSpPr>
        <p:spPr>
          <a:xfrm>
            <a:off x="6488724" y="4580792"/>
            <a:ext cx="829073" cy="369332"/>
          </a:xfrm>
          <a:prstGeom prst="rect">
            <a:avLst/>
          </a:prstGeom>
          <a:noFill/>
        </p:spPr>
        <p:txBody>
          <a:bodyPr wrap="none" rtlCol="0">
            <a:spAutoFit/>
          </a:bodyPr>
          <a:lstStyle/>
          <a:p>
            <a:r>
              <a:rPr lang="en-AU" b="1" dirty="0">
                <a:latin typeface="Agency FB" panose="020B0503020202020204" pitchFamily="34" charset="0"/>
              </a:rPr>
              <a:t>statistic</a:t>
            </a:r>
          </a:p>
        </p:txBody>
      </p:sp>
      <p:sp>
        <p:nvSpPr>
          <p:cNvPr id="119" name="TextBox 118">
            <a:extLst>
              <a:ext uri="{FF2B5EF4-FFF2-40B4-BE49-F238E27FC236}">
                <a16:creationId xmlns:a16="http://schemas.microsoft.com/office/drawing/2014/main" id="{96D8E6D7-29F4-4985-9D9E-B0DBF568ABC0}"/>
              </a:ext>
            </a:extLst>
          </p:cNvPr>
          <p:cNvSpPr txBox="1"/>
          <p:nvPr/>
        </p:nvSpPr>
        <p:spPr>
          <a:xfrm>
            <a:off x="8106998" y="1515208"/>
            <a:ext cx="1029449" cy="369332"/>
          </a:xfrm>
          <a:prstGeom prst="rect">
            <a:avLst/>
          </a:prstGeom>
          <a:noFill/>
        </p:spPr>
        <p:txBody>
          <a:bodyPr wrap="none" rtlCol="0">
            <a:spAutoFit/>
          </a:bodyPr>
          <a:lstStyle/>
          <a:p>
            <a:r>
              <a:rPr lang="en-AU" b="1" dirty="0">
                <a:latin typeface="Agency FB" panose="020B0503020202020204" pitchFamily="34" charset="0"/>
              </a:rPr>
              <a:t>parameter</a:t>
            </a:r>
          </a:p>
        </p:txBody>
      </p:sp>
      <p:sp>
        <p:nvSpPr>
          <p:cNvPr id="160" name="TextBox 159">
            <a:extLst>
              <a:ext uri="{FF2B5EF4-FFF2-40B4-BE49-F238E27FC236}">
                <a16:creationId xmlns:a16="http://schemas.microsoft.com/office/drawing/2014/main" id="{7A251AE9-0090-4C5E-B772-41F0EABB2AD3}"/>
              </a:ext>
            </a:extLst>
          </p:cNvPr>
          <p:cNvSpPr txBox="1"/>
          <p:nvPr/>
        </p:nvSpPr>
        <p:spPr>
          <a:xfrm>
            <a:off x="4041898" y="5268436"/>
            <a:ext cx="875561" cy="369332"/>
          </a:xfrm>
          <a:prstGeom prst="rect">
            <a:avLst/>
          </a:prstGeom>
          <a:noFill/>
        </p:spPr>
        <p:txBody>
          <a:bodyPr wrap="none" rtlCol="0">
            <a:spAutoFit/>
          </a:bodyPr>
          <a:lstStyle/>
          <a:p>
            <a:r>
              <a:rPr lang="en-AU" dirty="0">
                <a:solidFill>
                  <a:srgbClr val="FF0000"/>
                </a:solidFill>
              </a:rPr>
              <a:t>Sample</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4AD9706C-4A30-4A84-AD30-EB9A46DDC9EC}"/>
                  </a:ext>
                </a:extLst>
              </p:cNvPr>
              <p:cNvSpPr txBox="1"/>
              <p:nvPr/>
            </p:nvSpPr>
            <p:spPr>
              <a:xfrm>
                <a:off x="5530722" y="5607249"/>
                <a:ext cx="11398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400" b="0" i="1" smtClean="0">
                          <a:solidFill>
                            <a:srgbClr val="212529"/>
                          </a:solidFill>
                          <a:latin typeface="Cambria Math" panose="02040503050406030204" pitchFamily="18" charset="0"/>
                          <a:ea typeface="Cambria Math" panose="02040503050406030204" pitchFamily="18" charset="0"/>
                        </a:rPr>
                        <m:t>𝑛</m:t>
                      </m:r>
                      <m:r>
                        <a:rPr lang="en-AU" sz="2400" b="0" i="1" smtClean="0">
                          <a:solidFill>
                            <a:srgbClr val="212529"/>
                          </a:solidFill>
                          <a:latin typeface="Cambria Math" panose="02040503050406030204" pitchFamily="18" charset="0"/>
                          <a:ea typeface="Cambria Math" panose="02040503050406030204" pitchFamily="18" charset="0"/>
                        </a:rPr>
                        <m:t>=10</m:t>
                      </m:r>
                    </m:oMath>
                  </m:oMathPara>
                </a14:m>
                <a:endParaRPr lang="en-AU" sz="2400" dirty="0"/>
              </a:p>
            </p:txBody>
          </p:sp>
        </mc:Choice>
        <mc:Fallback xmlns="">
          <p:sp>
            <p:nvSpPr>
              <p:cNvPr id="120" name="TextBox 119">
                <a:extLst>
                  <a:ext uri="{FF2B5EF4-FFF2-40B4-BE49-F238E27FC236}">
                    <a16:creationId xmlns:a16="http://schemas.microsoft.com/office/drawing/2014/main" id="{4AD9706C-4A30-4A84-AD30-EB9A46DDC9EC}"/>
                  </a:ext>
                </a:extLst>
              </p:cNvPr>
              <p:cNvSpPr txBox="1">
                <a:spLocks noRot="1" noChangeAspect="1" noMove="1" noResize="1" noEditPoints="1" noAdjustHandles="1" noChangeArrowheads="1" noChangeShapeType="1" noTextEdit="1"/>
              </p:cNvSpPr>
              <p:nvPr/>
            </p:nvSpPr>
            <p:spPr>
              <a:xfrm>
                <a:off x="5530722" y="5607249"/>
                <a:ext cx="1139875" cy="461665"/>
              </a:xfrm>
              <a:prstGeom prst="rect">
                <a:avLst/>
              </a:prstGeom>
              <a:blipFill>
                <a:blip r:embed="rId4"/>
                <a:stretch>
                  <a:fillRect/>
                </a:stretch>
              </a:blipFill>
            </p:spPr>
            <p:txBody>
              <a:bodyPr/>
              <a:lstStyle/>
              <a:p>
                <a:r>
                  <a:rPr lang="en-AU">
                    <a:noFill/>
                  </a:rPr>
                  <a:t> </a:t>
                </a:r>
              </a:p>
            </p:txBody>
          </p:sp>
        </mc:Fallback>
      </mc:AlternateContent>
      <p:sp>
        <p:nvSpPr>
          <p:cNvPr id="122" name="Down Arrow 16">
            <a:extLst>
              <a:ext uri="{FF2B5EF4-FFF2-40B4-BE49-F238E27FC236}">
                <a16:creationId xmlns:a16="http://schemas.microsoft.com/office/drawing/2014/main" id="{CC81CF6C-2AA1-4019-AB5E-155344E84606}"/>
              </a:ext>
            </a:extLst>
          </p:cNvPr>
          <p:cNvSpPr/>
          <p:nvPr/>
        </p:nvSpPr>
        <p:spPr>
          <a:xfrm rot="5400000">
            <a:off x="3386047" y="1526549"/>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3" name="Down Arrow 16">
            <a:extLst>
              <a:ext uri="{FF2B5EF4-FFF2-40B4-BE49-F238E27FC236}">
                <a16:creationId xmlns:a16="http://schemas.microsoft.com/office/drawing/2014/main" id="{69F68897-A5C0-4C12-8BB1-FDC1BCFA74D3}"/>
              </a:ext>
            </a:extLst>
          </p:cNvPr>
          <p:cNvSpPr/>
          <p:nvPr/>
        </p:nvSpPr>
        <p:spPr>
          <a:xfrm rot="5400000">
            <a:off x="3392385" y="2105681"/>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Down Arrow 16">
            <a:extLst>
              <a:ext uri="{FF2B5EF4-FFF2-40B4-BE49-F238E27FC236}">
                <a16:creationId xmlns:a16="http://schemas.microsoft.com/office/drawing/2014/main" id="{0583C47B-EEB4-4723-8BCA-C4C3F04A921D}"/>
              </a:ext>
            </a:extLst>
          </p:cNvPr>
          <p:cNvSpPr/>
          <p:nvPr/>
        </p:nvSpPr>
        <p:spPr>
          <a:xfrm rot="5400000">
            <a:off x="3398723" y="2684813"/>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Rounded Rectangle 10">
            <a:extLst>
              <a:ext uri="{FF2B5EF4-FFF2-40B4-BE49-F238E27FC236}">
                <a16:creationId xmlns:a16="http://schemas.microsoft.com/office/drawing/2014/main" id="{BED03760-1C39-468E-8EC2-8CC184F1993E}"/>
              </a:ext>
            </a:extLst>
          </p:cNvPr>
          <p:cNvSpPr/>
          <p:nvPr/>
        </p:nvSpPr>
        <p:spPr>
          <a:xfrm>
            <a:off x="1008309" y="168029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6" name="Picture 2" descr="Image result for stick figure">
            <a:extLst>
              <a:ext uri="{FF2B5EF4-FFF2-40B4-BE49-F238E27FC236}">
                <a16:creationId xmlns:a16="http://schemas.microsoft.com/office/drawing/2014/main" id="{96329449-1946-4EA8-B685-8DC489E544D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385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2" descr="Image result for stick figure">
            <a:extLst>
              <a:ext uri="{FF2B5EF4-FFF2-40B4-BE49-F238E27FC236}">
                <a16:creationId xmlns:a16="http://schemas.microsoft.com/office/drawing/2014/main" id="{182E27CD-694B-45C3-A926-77833D0C4A9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6718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2" descr="Image result for stick figure">
            <a:extLst>
              <a:ext uri="{FF2B5EF4-FFF2-40B4-BE49-F238E27FC236}">
                <a16:creationId xmlns:a16="http://schemas.microsoft.com/office/drawing/2014/main" id="{7FA8500B-64A3-4A9B-9D4E-E6A945CF4C9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052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 descr="Image result for stick figure">
            <a:extLst>
              <a:ext uri="{FF2B5EF4-FFF2-40B4-BE49-F238E27FC236}">
                <a16:creationId xmlns:a16="http://schemas.microsoft.com/office/drawing/2014/main" id="{A077D924-9B5B-4E86-9D68-A609A8CECDF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7385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2" descr="Image result for stick figure">
            <a:extLst>
              <a:ext uri="{FF2B5EF4-FFF2-40B4-BE49-F238E27FC236}">
                <a16:creationId xmlns:a16="http://schemas.microsoft.com/office/drawing/2014/main" id="{A46E14BA-EC06-4719-B3CD-B47A5272253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7718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2" descr="Image result for stick figure">
            <a:extLst>
              <a:ext uri="{FF2B5EF4-FFF2-40B4-BE49-F238E27FC236}">
                <a16:creationId xmlns:a16="http://schemas.microsoft.com/office/drawing/2014/main" id="{F3BC10BA-167C-45AE-A3F5-37B94949038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6648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 descr="Image result for stick figure">
            <a:extLst>
              <a:ext uri="{FF2B5EF4-FFF2-40B4-BE49-F238E27FC236}">
                <a16:creationId xmlns:a16="http://schemas.microsoft.com/office/drawing/2014/main" id="{C9BBE9E7-D78A-412D-A250-65223088694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6981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Image result for stick figure">
            <a:extLst>
              <a:ext uri="{FF2B5EF4-FFF2-40B4-BE49-F238E27FC236}">
                <a16:creationId xmlns:a16="http://schemas.microsoft.com/office/drawing/2014/main" id="{7CEE4145-1B29-453B-A9C2-15BC1E2F117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7315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Image result for stick figure">
            <a:extLst>
              <a:ext uri="{FF2B5EF4-FFF2-40B4-BE49-F238E27FC236}">
                <a16:creationId xmlns:a16="http://schemas.microsoft.com/office/drawing/2014/main" id="{DD5E3712-3F9A-4239-9255-95F5CD9317B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7648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Image result for stick figure">
            <a:extLst>
              <a:ext uri="{FF2B5EF4-FFF2-40B4-BE49-F238E27FC236}">
                <a16:creationId xmlns:a16="http://schemas.microsoft.com/office/drawing/2014/main" id="{E99C1CBB-6B2B-428B-A503-364552FB4AE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981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36" name="Rounded Rectangle 10">
            <a:extLst>
              <a:ext uri="{FF2B5EF4-FFF2-40B4-BE49-F238E27FC236}">
                <a16:creationId xmlns:a16="http://schemas.microsoft.com/office/drawing/2014/main" id="{132F2FB1-0FD2-4450-B11C-190F5F778F04}"/>
              </a:ext>
            </a:extLst>
          </p:cNvPr>
          <p:cNvSpPr/>
          <p:nvPr/>
        </p:nvSpPr>
        <p:spPr>
          <a:xfrm>
            <a:off x="1016330" y="2253803"/>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7" name="Picture 2" descr="Image result for stick figure">
            <a:extLst>
              <a:ext uri="{FF2B5EF4-FFF2-40B4-BE49-F238E27FC236}">
                <a16:creationId xmlns:a16="http://schemas.microsoft.com/office/drawing/2014/main" id="{DBDE27BB-BFFC-418E-B98F-139E2899872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187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Image result for stick figure">
            <a:extLst>
              <a:ext uri="{FF2B5EF4-FFF2-40B4-BE49-F238E27FC236}">
                <a16:creationId xmlns:a16="http://schemas.microsoft.com/office/drawing/2014/main" id="{95AB68BB-9877-4F16-9FDF-AEAAF3F1F22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7521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Image result for stick figure">
            <a:extLst>
              <a:ext uri="{FF2B5EF4-FFF2-40B4-BE49-F238E27FC236}">
                <a16:creationId xmlns:a16="http://schemas.microsoft.com/office/drawing/2014/main" id="{0B466B19-69D4-4B29-BCD7-AF1B79EE9D8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854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Image result for stick figure">
            <a:extLst>
              <a:ext uri="{FF2B5EF4-FFF2-40B4-BE49-F238E27FC236}">
                <a16:creationId xmlns:a16="http://schemas.microsoft.com/office/drawing/2014/main" id="{9839A8B1-0D91-42F4-A090-B24ABBF0F7F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187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Image result for stick figure">
            <a:extLst>
              <a:ext uri="{FF2B5EF4-FFF2-40B4-BE49-F238E27FC236}">
                <a16:creationId xmlns:a16="http://schemas.microsoft.com/office/drawing/2014/main" id="{2736E658-6C3E-43A8-88C1-AB953DFFAF1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520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Image result for stick figure">
            <a:extLst>
              <a:ext uri="{FF2B5EF4-FFF2-40B4-BE49-F238E27FC236}">
                <a16:creationId xmlns:a16="http://schemas.microsoft.com/office/drawing/2014/main" id="{3137085B-845E-4783-A3B4-140D55A5DC1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450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Image result for stick figure">
            <a:extLst>
              <a:ext uri="{FF2B5EF4-FFF2-40B4-BE49-F238E27FC236}">
                <a16:creationId xmlns:a16="http://schemas.microsoft.com/office/drawing/2014/main" id="{14B40B3C-FFE0-45D7-A10D-91BC37F66C1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7784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 descr="Image result for stick figure">
            <a:extLst>
              <a:ext uri="{FF2B5EF4-FFF2-40B4-BE49-F238E27FC236}">
                <a16:creationId xmlns:a16="http://schemas.microsoft.com/office/drawing/2014/main" id="{B81C517F-2591-49D9-B826-D356D7FCD21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7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 descr="Image result for stick figure">
            <a:extLst>
              <a:ext uri="{FF2B5EF4-FFF2-40B4-BE49-F238E27FC236}">
                <a16:creationId xmlns:a16="http://schemas.microsoft.com/office/drawing/2014/main" id="{A478F4E4-FD3F-4D7D-931D-4156C1B7E1E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8450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Image result for stick figure">
            <a:extLst>
              <a:ext uri="{FF2B5EF4-FFF2-40B4-BE49-F238E27FC236}">
                <a16:creationId xmlns:a16="http://schemas.microsoft.com/office/drawing/2014/main" id="{BCCAD6A9-7ED9-4CBE-8610-F059BC1C1FA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8783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47" name="Rounded Rectangle 10">
            <a:extLst>
              <a:ext uri="{FF2B5EF4-FFF2-40B4-BE49-F238E27FC236}">
                <a16:creationId xmlns:a16="http://schemas.microsoft.com/office/drawing/2014/main" id="{452FB5D9-EA85-459E-A3EB-F6E7D329BF50}"/>
              </a:ext>
            </a:extLst>
          </p:cNvPr>
          <p:cNvSpPr/>
          <p:nvPr/>
        </p:nvSpPr>
        <p:spPr>
          <a:xfrm>
            <a:off x="1024351" y="282730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8" name="Picture 2" descr="Image result for stick figure">
            <a:extLst>
              <a:ext uri="{FF2B5EF4-FFF2-40B4-BE49-F238E27FC236}">
                <a16:creationId xmlns:a16="http://schemas.microsoft.com/office/drawing/2014/main" id="{BBB0D327-83A7-45C6-B775-CF3F704A73F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90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 descr="Image result for stick figure">
            <a:extLst>
              <a:ext uri="{FF2B5EF4-FFF2-40B4-BE49-F238E27FC236}">
                <a16:creationId xmlns:a16="http://schemas.microsoft.com/office/drawing/2014/main" id="{815701BD-9203-46B1-A263-FF36B30A81B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8323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 descr="Image result for stick figure">
            <a:extLst>
              <a:ext uri="{FF2B5EF4-FFF2-40B4-BE49-F238E27FC236}">
                <a16:creationId xmlns:a16="http://schemas.microsoft.com/office/drawing/2014/main" id="{2A3D8FFD-E8B1-411B-BFC2-B00DC1602B3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8656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Image result for stick figure">
            <a:extLst>
              <a:ext uri="{FF2B5EF4-FFF2-40B4-BE49-F238E27FC236}">
                <a16:creationId xmlns:a16="http://schemas.microsoft.com/office/drawing/2014/main" id="{507C12A0-01A1-4D85-978F-20992D4C0AC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989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2" descr="Image result for stick figure">
            <a:extLst>
              <a:ext uri="{FF2B5EF4-FFF2-40B4-BE49-F238E27FC236}">
                <a16:creationId xmlns:a16="http://schemas.microsoft.com/office/drawing/2014/main" id="{B8993BBF-5376-4972-B2EB-A2DF524F64D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9322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2" descr="Image result for stick figure">
            <a:extLst>
              <a:ext uri="{FF2B5EF4-FFF2-40B4-BE49-F238E27FC236}">
                <a16:creationId xmlns:a16="http://schemas.microsoft.com/office/drawing/2014/main" id="{3793D0F3-8297-4C2D-8A35-6AE2CFB53F5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8253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2" descr="Image result for stick figure">
            <a:extLst>
              <a:ext uri="{FF2B5EF4-FFF2-40B4-BE49-F238E27FC236}">
                <a16:creationId xmlns:a16="http://schemas.microsoft.com/office/drawing/2014/main" id="{69CED56D-0003-40C9-BBF2-F3D2BF36612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86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2" descr="Image result for stick figure">
            <a:extLst>
              <a:ext uri="{FF2B5EF4-FFF2-40B4-BE49-F238E27FC236}">
                <a16:creationId xmlns:a16="http://schemas.microsoft.com/office/drawing/2014/main" id="{FE44E7D8-55FD-4391-925C-F7404E974CD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919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2" descr="Image result for stick figure">
            <a:extLst>
              <a:ext uri="{FF2B5EF4-FFF2-40B4-BE49-F238E27FC236}">
                <a16:creationId xmlns:a16="http://schemas.microsoft.com/office/drawing/2014/main" id="{F83484DE-6EC6-440F-9FBF-D4B60FA4F4F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9252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2" descr="Image result for stick figure">
            <a:extLst>
              <a:ext uri="{FF2B5EF4-FFF2-40B4-BE49-F238E27FC236}">
                <a16:creationId xmlns:a16="http://schemas.microsoft.com/office/drawing/2014/main" id="{72065263-EB39-475E-BC2D-36C91543B3B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85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cxnSp>
        <p:nvCxnSpPr>
          <p:cNvPr id="158" name="Straight Connector 157">
            <a:extLst>
              <a:ext uri="{FF2B5EF4-FFF2-40B4-BE49-F238E27FC236}">
                <a16:creationId xmlns:a16="http://schemas.microsoft.com/office/drawing/2014/main" id="{76656597-2F59-4AD9-B2C7-FC0C980924A3}"/>
              </a:ext>
            </a:extLst>
          </p:cNvPr>
          <p:cNvCxnSpPr>
            <a:cxnSpLocks/>
          </p:cNvCxnSpPr>
          <p:nvPr/>
        </p:nvCxnSpPr>
        <p:spPr>
          <a:xfrm>
            <a:off x="3705726" y="1180421"/>
            <a:ext cx="0" cy="2790000"/>
          </a:xfrm>
          <a:prstGeom prst="line">
            <a:avLst/>
          </a:prstGeom>
          <a:ln w="12700">
            <a:solidFill>
              <a:srgbClr val="FF66FF"/>
            </a:solidFill>
            <a:prstDash val="dash"/>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6A7B6DFE-C22E-4BB4-ABC2-8C5D97E73FFD}"/>
              </a:ext>
            </a:extLst>
          </p:cNvPr>
          <p:cNvSpPr txBox="1"/>
          <p:nvPr/>
        </p:nvSpPr>
        <p:spPr>
          <a:xfrm>
            <a:off x="1037876" y="3363789"/>
            <a:ext cx="2051332" cy="369332"/>
          </a:xfrm>
          <a:prstGeom prst="rect">
            <a:avLst/>
          </a:prstGeom>
          <a:noFill/>
        </p:spPr>
        <p:txBody>
          <a:bodyPr wrap="square" rtlCol="0">
            <a:spAutoFit/>
          </a:bodyPr>
          <a:lstStyle/>
          <a:p>
            <a:pPr algn="ctr"/>
            <a:r>
              <a:rPr lang="en-AU" dirty="0">
                <a:solidFill>
                  <a:srgbClr val="FF66FF"/>
                </a:solidFill>
              </a:rPr>
              <a:t>(Potential Data)</a:t>
            </a:r>
          </a:p>
        </p:txBody>
      </p:sp>
      <p:sp>
        <p:nvSpPr>
          <p:cNvPr id="161" name="TextBox 160">
            <a:extLst>
              <a:ext uri="{FF2B5EF4-FFF2-40B4-BE49-F238E27FC236}">
                <a16:creationId xmlns:a16="http://schemas.microsoft.com/office/drawing/2014/main" id="{A71B5A4D-53FE-48A1-89EF-8BCEB4EAB0AE}"/>
              </a:ext>
            </a:extLst>
          </p:cNvPr>
          <p:cNvSpPr txBox="1"/>
          <p:nvPr/>
        </p:nvSpPr>
        <p:spPr>
          <a:xfrm>
            <a:off x="1347229" y="1219971"/>
            <a:ext cx="1582484" cy="369332"/>
          </a:xfrm>
          <a:prstGeom prst="rect">
            <a:avLst/>
          </a:prstGeom>
          <a:noFill/>
        </p:spPr>
        <p:txBody>
          <a:bodyPr wrap="none" rtlCol="0">
            <a:spAutoFit/>
          </a:bodyPr>
          <a:lstStyle/>
          <a:p>
            <a:r>
              <a:rPr lang="en-AU" b="1" dirty="0">
                <a:latin typeface="Agency FB" panose="020B0503020202020204" pitchFamily="34" charset="0"/>
              </a:rPr>
              <a:t>Random variables</a:t>
            </a:r>
          </a:p>
        </p:txBody>
      </p:sp>
      <p:sp>
        <p:nvSpPr>
          <p:cNvPr id="162" name="Rectangle 161">
            <a:extLst>
              <a:ext uri="{FF2B5EF4-FFF2-40B4-BE49-F238E27FC236}">
                <a16:creationId xmlns:a16="http://schemas.microsoft.com/office/drawing/2014/main" id="{722F9848-1AA4-4BEF-A30A-B294CE15A75A}"/>
              </a:ext>
            </a:extLst>
          </p:cNvPr>
          <p:cNvSpPr/>
          <p:nvPr/>
        </p:nvSpPr>
        <p:spPr>
          <a:xfrm>
            <a:off x="977635" y="1180421"/>
            <a:ext cx="2237300" cy="2183368"/>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21AABBF8-5129-4FEA-8116-AA9DFD13FB31}"/>
                  </a:ext>
                </a:extLst>
              </p:cNvPr>
              <p:cNvSpPr txBox="1"/>
              <p:nvPr/>
            </p:nvSpPr>
            <p:spPr>
              <a:xfrm>
                <a:off x="644884" y="3908693"/>
                <a:ext cx="2775752" cy="4657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SE</m:t>
                      </m:r>
                      <m:d>
                        <m:dPr>
                          <m:ctrlPr>
                            <a:rPr lang="en-AU" sz="2400" b="0" i="1" smtClean="0">
                              <a:latin typeface="Cambria Math" panose="02040503050406030204" pitchFamily="18" charset="0"/>
                            </a:rPr>
                          </m:ctrlPr>
                        </m:dPr>
                        <m:e>
                          <m:acc>
                            <m:accPr>
                              <m:chr m:val="̅"/>
                              <m:ctrlPr>
                                <a:rPr lang="en-AU" sz="2400" b="0" i="1" smtClean="0">
                                  <a:latin typeface="Cambria Math" panose="02040503050406030204" pitchFamily="18" charset="0"/>
                                </a:rPr>
                              </m:ctrlPr>
                            </m:accPr>
                            <m:e>
                              <m:r>
                                <a:rPr lang="en-AU" sz="2400" b="0" i="1" smtClean="0">
                                  <a:latin typeface="Cambria Math" panose="02040503050406030204" pitchFamily="18" charset="0"/>
                                </a:rPr>
                                <m:t>𝑋</m:t>
                              </m:r>
                            </m:e>
                          </m:acc>
                        </m:e>
                      </m:d>
                      <m:r>
                        <a:rPr lang="en-AU" sz="2400" b="0" i="0" smtClean="0">
                          <a:latin typeface="Cambria Math" panose="02040503050406030204" pitchFamily="18" charset="0"/>
                        </a:rPr>
                        <m:t>=</m:t>
                      </m:r>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𝜎</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𝑛</m:t>
                              </m:r>
                            </m:e>
                          </m:rad>
                        </m:den>
                      </m:f>
                    </m:oMath>
                  </m:oMathPara>
                </a14:m>
                <a:endParaRPr lang="en-AU" sz="2400" dirty="0"/>
              </a:p>
            </p:txBody>
          </p:sp>
        </mc:Choice>
        <mc:Fallback xmlns="">
          <p:sp>
            <p:nvSpPr>
              <p:cNvPr id="166" name="TextBox 165">
                <a:extLst>
                  <a:ext uri="{FF2B5EF4-FFF2-40B4-BE49-F238E27FC236}">
                    <a16:creationId xmlns:a16="http://schemas.microsoft.com/office/drawing/2014/main" id="{21AABBF8-5129-4FEA-8116-AA9DFD13FB31}"/>
                  </a:ext>
                </a:extLst>
              </p:cNvPr>
              <p:cNvSpPr txBox="1">
                <a:spLocks noRot="1" noChangeAspect="1" noMove="1" noResize="1" noEditPoints="1" noAdjustHandles="1" noChangeArrowheads="1" noChangeShapeType="1" noTextEdit="1"/>
              </p:cNvSpPr>
              <p:nvPr/>
            </p:nvSpPr>
            <p:spPr>
              <a:xfrm>
                <a:off x="644884" y="3908693"/>
                <a:ext cx="2775752" cy="465769"/>
              </a:xfrm>
              <a:prstGeom prst="rect">
                <a:avLst/>
              </a:prstGeom>
              <a:blipFill>
                <a:blip r:embed="rId5"/>
                <a:stretch>
                  <a:fillRect t="-122078" r="-5495" b="-188312"/>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DC71A03E-8803-41BB-B420-5564E607EB95}"/>
                  </a:ext>
                </a:extLst>
              </p:cNvPr>
              <p:cNvSpPr txBox="1"/>
              <p:nvPr/>
            </p:nvSpPr>
            <p:spPr>
              <a:xfrm>
                <a:off x="849654" y="4374997"/>
                <a:ext cx="2775752" cy="5052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chemeClr val="bg1"/>
                          </a:solidFill>
                          <a:latin typeface="Cambria Math" panose="02040503050406030204" pitchFamily="18" charset="0"/>
                        </a:rPr>
                        <m:t>SE</m:t>
                      </m:r>
                      <m:d>
                        <m:dPr>
                          <m:ctrlPr>
                            <a:rPr lang="en-AU" sz="2400" b="0" i="1" smtClean="0">
                              <a:solidFill>
                                <a:schemeClr val="bg1"/>
                              </a:solidFill>
                              <a:latin typeface="Cambria Math" panose="02040503050406030204" pitchFamily="18" charset="0"/>
                            </a:rPr>
                          </m:ctrlPr>
                        </m:dPr>
                        <m:e>
                          <m:acc>
                            <m:accPr>
                              <m:chr m:val="̅"/>
                              <m:ctrlPr>
                                <a:rPr lang="en-AU" sz="2400" b="0" i="1" smtClean="0">
                                  <a:solidFill>
                                    <a:schemeClr val="bg1"/>
                                  </a:solidFill>
                                  <a:latin typeface="Cambria Math" panose="02040503050406030204" pitchFamily="18" charset="0"/>
                                </a:rPr>
                              </m:ctrlPr>
                            </m:accPr>
                            <m:e>
                              <m:r>
                                <a:rPr lang="en-AU" sz="2400" b="0" i="1" smtClean="0">
                                  <a:solidFill>
                                    <a:schemeClr val="bg1"/>
                                  </a:solidFill>
                                  <a:latin typeface="Cambria Math" panose="02040503050406030204" pitchFamily="18" charset="0"/>
                                </a:rPr>
                                <m:t>𝑋</m:t>
                              </m:r>
                            </m:e>
                          </m:acc>
                        </m:e>
                      </m:d>
                      <m:r>
                        <a:rPr lang="en-AU" sz="2400" b="0" i="0" smtClean="0">
                          <a:latin typeface="Cambria Math" panose="02040503050406030204" pitchFamily="18" charset="0"/>
                        </a:rPr>
                        <m:t>=</m:t>
                      </m:r>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7.5</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10</m:t>
                              </m:r>
                            </m:e>
                          </m:rad>
                        </m:den>
                      </m:f>
                    </m:oMath>
                  </m:oMathPara>
                </a14:m>
                <a:endParaRPr lang="en-AU" sz="2400" dirty="0"/>
              </a:p>
            </p:txBody>
          </p:sp>
        </mc:Choice>
        <mc:Fallback xmlns="">
          <p:sp>
            <p:nvSpPr>
              <p:cNvPr id="167" name="TextBox 166">
                <a:extLst>
                  <a:ext uri="{FF2B5EF4-FFF2-40B4-BE49-F238E27FC236}">
                    <a16:creationId xmlns:a16="http://schemas.microsoft.com/office/drawing/2014/main" id="{DC71A03E-8803-41BB-B420-5564E607EB95}"/>
                  </a:ext>
                </a:extLst>
              </p:cNvPr>
              <p:cNvSpPr txBox="1">
                <a:spLocks noRot="1" noChangeAspect="1" noMove="1" noResize="1" noEditPoints="1" noAdjustHandles="1" noChangeArrowheads="1" noChangeShapeType="1" noTextEdit="1"/>
              </p:cNvSpPr>
              <p:nvPr/>
            </p:nvSpPr>
            <p:spPr>
              <a:xfrm>
                <a:off x="849654" y="4374997"/>
                <a:ext cx="2775752" cy="505203"/>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7DB17273-9E46-44C1-BDE4-773AE74F49E6}"/>
                  </a:ext>
                </a:extLst>
              </p:cNvPr>
              <p:cNvSpPr txBox="1"/>
              <p:nvPr/>
            </p:nvSpPr>
            <p:spPr>
              <a:xfrm>
                <a:off x="834039" y="4910661"/>
                <a:ext cx="229520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chemeClr val="bg1"/>
                          </a:solidFill>
                          <a:latin typeface="Cambria Math" panose="02040503050406030204" pitchFamily="18" charset="0"/>
                        </a:rPr>
                        <m:t>SE</m:t>
                      </m:r>
                      <m:d>
                        <m:dPr>
                          <m:ctrlPr>
                            <a:rPr lang="en-AU" sz="2400" b="0" i="1" smtClean="0">
                              <a:solidFill>
                                <a:schemeClr val="bg1"/>
                              </a:solidFill>
                              <a:latin typeface="Cambria Math" panose="02040503050406030204" pitchFamily="18" charset="0"/>
                            </a:rPr>
                          </m:ctrlPr>
                        </m:dPr>
                        <m:e>
                          <m:acc>
                            <m:accPr>
                              <m:chr m:val="̅"/>
                              <m:ctrlPr>
                                <a:rPr lang="en-AU" sz="2400" b="0" i="1" smtClean="0">
                                  <a:solidFill>
                                    <a:schemeClr val="bg1"/>
                                  </a:solidFill>
                                  <a:latin typeface="Cambria Math" panose="02040503050406030204" pitchFamily="18" charset="0"/>
                                </a:rPr>
                              </m:ctrlPr>
                            </m:accPr>
                            <m:e>
                              <m:r>
                                <a:rPr lang="en-AU" sz="2400" b="0" i="1" smtClean="0">
                                  <a:solidFill>
                                    <a:schemeClr val="bg1"/>
                                  </a:solidFill>
                                  <a:latin typeface="Cambria Math" panose="02040503050406030204" pitchFamily="18" charset="0"/>
                                </a:rPr>
                                <m:t>𝑋</m:t>
                              </m:r>
                            </m:e>
                          </m:acc>
                        </m:e>
                      </m:d>
                      <m:r>
                        <a:rPr lang="en-AU" sz="2400" b="0" i="0" smtClean="0">
                          <a:latin typeface="Cambria Math" panose="02040503050406030204" pitchFamily="18" charset="0"/>
                        </a:rPr>
                        <m:t>=</m:t>
                      </m:r>
                      <m:r>
                        <a:rPr lang="en-AU" sz="2400" b="0" i="1" smtClean="0">
                          <a:latin typeface="Cambria Math" panose="02040503050406030204" pitchFamily="18" charset="0"/>
                        </a:rPr>
                        <m:t>2.37</m:t>
                      </m:r>
                    </m:oMath>
                  </m:oMathPara>
                </a14:m>
                <a:endParaRPr lang="en-AU" sz="2400" dirty="0"/>
              </a:p>
            </p:txBody>
          </p:sp>
        </mc:Choice>
        <mc:Fallback xmlns="">
          <p:sp>
            <p:nvSpPr>
              <p:cNvPr id="168" name="TextBox 167">
                <a:extLst>
                  <a:ext uri="{FF2B5EF4-FFF2-40B4-BE49-F238E27FC236}">
                    <a16:creationId xmlns:a16="http://schemas.microsoft.com/office/drawing/2014/main" id="{7DB17273-9E46-44C1-BDE4-773AE74F49E6}"/>
                  </a:ext>
                </a:extLst>
              </p:cNvPr>
              <p:cNvSpPr txBox="1">
                <a:spLocks noRot="1" noChangeAspect="1" noMove="1" noResize="1" noEditPoints="1" noAdjustHandles="1" noChangeArrowheads="1" noChangeShapeType="1" noTextEdit="1"/>
              </p:cNvSpPr>
              <p:nvPr/>
            </p:nvSpPr>
            <p:spPr>
              <a:xfrm>
                <a:off x="834039" y="4910661"/>
                <a:ext cx="2295208" cy="461665"/>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604750C2-EBFE-4882-AD29-1B82097A70FC}"/>
                  </a:ext>
                </a:extLst>
              </p:cNvPr>
              <p:cNvSpPr txBox="1"/>
              <p:nvPr/>
            </p:nvSpPr>
            <p:spPr>
              <a:xfrm>
                <a:off x="9784817" y="3905167"/>
                <a:ext cx="958019" cy="36933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sz="2400" i="1" smtClean="0">
                              <a:latin typeface="Cambria Math" panose="02040503050406030204" pitchFamily="18" charset="0"/>
                            </a:rPr>
                          </m:ctrlPr>
                        </m:accPr>
                        <m:e>
                          <m:r>
                            <m:rPr>
                              <m:sty m:val="p"/>
                            </m:rPr>
                            <a:rPr lang="en-AU" sz="2400" b="0" i="0" smtClean="0">
                              <a:latin typeface="Cambria Math" panose="02040503050406030204" pitchFamily="18" charset="0"/>
                            </a:rPr>
                            <m:t>x</m:t>
                          </m:r>
                        </m:e>
                      </m:acc>
                      <m:r>
                        <a:rPr lang="en-AU" sz="2400" b="0" i="0" smtClean="0">
                          <a:latin typeface="Cambria Math" panose="02040503050406030204" pitchFamily="18" charset="0"/>
                        </a:rPr>
                        <m:t>=93</m:t>
                      </m:r>
                    </m:oMath>
                  </m:oMathPara>
                </a14:m>
                <a:endParaRPr lang="en-AU" sz="2400" dirty="0"/>
              </a:p>
            </p:txBody>
          </p:sp>
        </mc:Choice>
        <mc:Fallback xmlns="">
          <p:sp>
            <p:nvSpPr>
              <p:cNvPr id="170" name="TextBox 169">
                <a:extLst>
                  <a:ext uri="{FF2B5EF4-FFF2-40B4-BE49-F238E27FC236}">
                    <a16:creationId xmlns:a16="http://schemas.microsoft.com/office/drawing/2014/main" id="{604750C2-EBFE-4882-AD29-1B82097A70FC}"/>
                  </a:ext>
                </a:extLst>
              </p:cNvPr>
              <p:cNvSpPr txBox="1">
                <a:spLocks noRot="1" noChangeAspect="1" noMove="1" noResize="1" noEditPoints="1" noAdjustHandles="1" noChangeArrowheads="1" noChangeShapeType="1" noTextEdit="1"/>
              </p:cNvSpPr>
              <p:nvPr/>
            </p:nvSpPr>
            <p:spPr>
              <a:xfrm>
                <a:off x="9784817" y="3905167"/>
                <a:ext cx="958019" cy="369332"/>
              </a:xfrm>
              <a:prstGeom prst="rect">
                <a:avLst/>
              </a:prstGeom>
              <a:blipFill>
                <a:blip r:embed="rId8"/>
                <a:stretch>
                  <a:fillRect l="-3822" r="-8280" b="-6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E099F513-4785-4105-8EA8-627730330EA8}"/>
                  </a:ext>
                </a:extLst>
              </p:cNvPr>
              <p:cNvSpPr txBox="1"/>
              <p:nvPr/>
            </p:nvSpPr>
            <p:spPr>
              <a:xfrm>
                <a:off x="4348442" y="838177"/>
                <a:ext cx="295220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rgbClr val="212529"/>
                          </a:solidFill>
                          <a:latin typeface="Cambria Math" panose="02040503050406030204" pitchFamily="18" charset="0"/>
                          <a:ea typeface="Cambria Math" panose="02040503050406030204" pitchFamily="18" charset="0"/>
                        </a:rPr>
                        <m:t>N</m:t>
                      </m:r>
                      <m:r>
                        <a:rPr lang="en-AU" sz="2400" b="0" i="0" smtClean="0">
                          <a:solidFill>
                            <a:srgbClr val="212529"/>
                          </a:solidFill>
                          <a:latin typeface="Cambria Math" panose="02040503050406030204" pitchFamily="18" charset="0"/>
                          <a:ea typeface="Cambria Math" panose="02040503050406030204" pitchFamily="18" charset="0"/>
                        </a:rPr>
                        <m:t>(</m:t>
                      </m:r>
                      <m:r>
                        <a:rPr lang="en-US" sz="2400" i="1" smtClean="0">
                          <a:solidFill>
                            <a:srgbClr val="212529"/>
                          </a:solidFill>
                          <a:latin typeface="Cambria Math" panose="02040503050406030204" pitchFamily="18" charset="0"/>
                          <a:ea typeface="Cambria Math" panose="02040503050406030204" pitchFamily="18" charset="0"/>
                        </a:rPr>
                        <m:t>𝜇</m:t>
                      </m:r>
                      <m:r>
                        <a:rPr lang="en-AU" sz="2400" b="0" i="1" smtClean="0">
                          <a:solidFill>
                            <a:srgbClr val="212529"/>
                          </a:solidFill>
                          <a:latin typeface="Cambria Math" panose="02040503050406030204" pitchFamily="18" charset="0"/>
                          <a:ea typeface="Cambria Math" panose="02040503050406030204" pitchFamily="18" charset="0"/>
                        </a:rPr>
                        <m:t>=100,</m:t>
                      </m:r>
                      <m:r>
                        <a:rPr lang="en-AU" sz="2400" b="0" i="1" smtClean="0">
                          <a:solidFill>
                            <a:srgbClr val="212529"/>
                          </a:solidFill>
                          <a:latin typeface="Cambria Math" panose="02040503050406030204" pitchFamily="18" charset="0"/>
                          <a:ea typeface="Cambria Math" panose="02040503050406030204" pitchFamily="18" charset="0"/>
                        </a:rPr>
                        <m:t>𝜎</m:t>
                      </m:r>
                      <m:r>
                        <a:rPr lang="en-AU" sz="2400" b="0" i="1" smtClean="0">
                          <a:solidFill>
                            <a:srgbClr val="212529"/>
                          </a:solidFill>
                          <a:latin typeface="Cambria Math" panose="02040503050406030204" pitchFamily="18" charset="0"/>
                          <a:ea typeface="Cambria Math" panose="02040503050406030204" pitchFamily="18" charset="0"/>
                        </a:rPr>
                        <m:t>=7.5</m:t>
                      </m:r>
                      <m:r>
                        <a:rPr lang="en-AU" sz="2400" b="0" i="0" smtClean="0">
                          <a:solidFill>
                            <a:srgbClr val="212529"/>
                          </a:solidFill>
                          <a:latin typeface="Cambria Math" panose="02040503050406030204" pitchFamily="18" charset="0"/>
                          <a:ea typeface="Cambria Math" panose="02040503050406030204" pitchFamily="18" charset="0"/>
                        </a:rPr>
                        <m:t>)</m:t>
                      </m:r>
                    </m:oMath>
                  </m:oMathPara>
                </a14:m>
                <a:endParaRPr lang="en-AU" sz="2400" dirty="0"/>
              </a:p>
            </p:txBody>
          </p:sp>
        </mc:Choice>
        <mc:Fallback xmlns="">
          <p:sp>
            <p:nvSpPr>
              <p:cNvPr id="171" name="TextBox 170">
                <a:extLst>
                  <a:ext uri="{FF2B5EF4-FFF2-40B4-BE49-F238E27FC236}">
                    <a16:creationId xmlns:a16="http://schemas.microsoft.com/office/drawing/2014/main" id="{E099F513-4785-4105-8EA8-627730330EA8}"/>
                  </a:ext>
                </a:extLst>
              </p:cNvPr>
              <p:cNvSpPr txBox="1">
                <a:spLocks noRot="1" noChangeAspect="1" noMove="1" noResize="1" noEditPoints="1" noAdjustHandles="1" noChangeArrowheads="1" noChangeShapeType="1" noTextEdit="1"/>
              </p:cNvSpPr>
              <p:nvPr/>
            </p:nvSpPr>
            <p:spPr>
              <a:xfrm>
                <a:off x="4348442" y="838177"/>
                <a:ext cx="2952208" cy="461665"/>
              </a:xfrm>
              <a:prstGeom prst="rect">
                <a:avLst/>
              </a:prstGeom>
              <a:blipFill>
                <a:blip r:embed="rId9"/>
                <a:stretch>
                  <a:fillRect b="-17105"/>
                </a:stretch>
              </a:blipFill>
            </p:spPr>
            <p:txBody>
              <a:bodyPr/>
              <a:lstStyle/>
              <a:p>
                <a:r>
                  <a:rPr lang="en-AU">
                    <a:noFill/>
                  </a:rPr>
                  <a:t> </a:t>
                </a:r>
              </a:p>
            </p:txBody>
          </p:sp>
        </mc:Fallback>
      </mc:AlternateContent>
      <p:sp>
        <p:nvSpPr>
          <p:cNvPr id="169" name="TextBox 168">
            <a:extLst>
              <a:ext uri="{FF2B5EF4-FFF2-40B4-BE49-F238E27FC236}">
                <a16:creationId xmlns:a16="http://schemas.microsoft.com/office/drawing/2014/main" id="{E5C01FC4-2B18-4605-A772-201EBA6D71C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Standard Error – when </a:t>
            </a:r>
            <a:r>
              <a:rPr lang="en-AU" sz="3600" dirty="0">
                <a:solidFill>
                  <a:schemeClr val="bg1"/>
                </a:solidFill>
                <a:latin typeface="Arial Narrow" panose="020B0606020202030204" pitchFamily="34" charset="0"/>
                <a:sym typeface="Symbol" panose="05050102010706020507" pitchFamily="18" charset="2"/>
              </a:rPr>
              <a:t> is known</a:t>
            </a:r>
            <a:endParaRPr lang="en-AU" sz="36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53341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9C590E2F-B847-4EF0-BE15-F2BF7F497057}"/>
              </a:ext>
            </a:extLst>
          </p:cNvPr>
          <p:cNvSpPr/>
          <p:nvPr/>
        </p:nvSpPr>
        <p:spPr>
          <a:xfrm>
            <a:off x="3994948" y="1527150"/>
            <a:ext cx="3978442" cy="2165684"/>
          </a:xfrm>
          <a:prstGeom prst="roundRect">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ounded Rectangle 10">
            <a:extLst>
              <a:ext uri="{FF2B5EF4-FFF2-40B4-BE49-F238E27FC236}">
                <a16:creationId xmlns:a16="http://schemas.microsoft.com/office/drawing/2014/main" id="{FA54B7C3-BE69-4EC8-BC30-7139AB4E2561}"/>
              </a:ext>
            </a:extLst>
          </p:cNvPr>
          <p:cNvSpPr/>
          <p:nvPr/>
        </p:nvSpPr>
        <p:spPr>
          <a:xfrm>
            <a:off x="4910551" y="5221593"/>
            <a:ext cx="2112917" cy="44442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Down Arrow 16">
            <a:extLst>
              <a:ext uri="{FF2B5EF4-FFF2-40B4-BE49-F238E27FC236}">
                <a16:creationId xmlns:a16="http://schemas.microsoft.com/office/drawing/2014/main" id="{63C99E7E-0AD3-49D0-A12D-EF69C4FE7262}"/>
              </a:ext>
            </a:extLst>
          </p:cNvPr>
          <p:cNvSpPr/>
          <p:nvPr/>
        </p:nvSpPr>
        <p:spPr>
          <a:xfrm>
            <a:off x="5769668" y="3692835"/>
            <a:ext cx="425117" cy="1459832"/>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2" descr="Image result for stick figure">
            <a:extLst>
              <a:ext uri="{FF2B5EF4-FFF2-40B4-BE49-F238E27FC236}">
                <a16:creationId xmlns:a16="http://schemas.microsoft.com/office/drawing/2014/main" id="{90A813AC-029C-4CD6-9634-BE68E01E965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6610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stick figure">
            <a:extLst>
              <a:ext uri="{FF2B5EF4-FFF2-40B4-BE49-F238E27FC236}">
                <a16:creationId xmlns:a16="http://schemas.microsoft.com/office/drawing/2014/main" id="{54E78841-1CDC-42DD-A304-D471810CA37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6943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stick figure">
            <a:extLst>
              <a:ext uri="{FF2B5EF4-FFF2-40B4-BE49-F238E27FC236}">
                <a16:creationId xmlns:a16="http://schemas.microsoft.com/office/drawing/2014/main" id="{96DCA708-C7D1-4806-A2C1-BB732F33D72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276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stick figure">
            <a:extLst>
              <a:ext uri="{FF2B5EF4-FFF2-40B4-BE49-F238E27FC236}">
                <a16:creationId xmlns:a16="http://schemas.microsoft.com/office/drawing/2014/main" id="{6E0E14EA-35F7-4C17-A05C-0D55780E191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7609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tick figure">
            <a:extLst>
              <a:ext uri="{FF2B5EF4-FFF2-40B4-BE49-F238E27FC236}">
                <a16:creationId xmlns:a16="http://schemas.microsoft.com/office/drawing/2014/main" id="{B180F8A7-7B14-4DD5-841A-7DC787AF0BD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7942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mage result for stick figure">
            <a:extLst>
              <a:ext uri="{FF2B5EF4-FFF2-40B4-BE49-F238E27FC236}">
                <a16:creationId xmlns:a16="http://schemas.microsoft.com/office/drawing/2014/main" id="{42BFB92D-6889-4833-A067-7CA6AC886E4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68730"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stick figure">
            <a:extLst>
              <a:ext uri="{FF2B5EF4-FFF2-40B4-BE49-F238E27FC236}">
                <a16:creationId xmlns:a16="http://schemas.microsoft.com/office/drawing/2014/main" id="{89755F6E-D959-4F1F-8004-1FDF9A7C6DF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061"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stick figure">
            <a:extLst>
              <a:ext uri="{FF2B5EF4-FFF2-40B4-BE49-F238E27FC236}">
                <a16:creationId xmlns:a16="http://schemas.microsoft.com/office/drawing/2014/main" id="{F989264A-D31D-4CA4-B0AC-3DCAFEC6D01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75392"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Image result for stick figure">
            <a:extLst>
              <a:ext uri="{FF2B5EF4-FFF2-40B4-BE49-F238E27FC236}">
                <a16:creationId xmlns:a16="http://schemas.microsoft.com/office/drawing/2014/main" id="{5CF4BE99-5856-4A39-8444-74C76974D7B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78723"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Image result for stick figure">
            <a:extLst>
              <a:ext uri="{FF2B5EF4-FFF2-40B4-BE49-F238E27FC236}">
                <a16:creationId xmlns:a16="http://schemas.microsoft.com/office/drawing/2014/main" id="{B2741BF9-2D33-4D01-BB93-FBA2A4E5AB1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82054" y="525044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stick figure">
            <a:extLst>
              <a:ext uri="{FF2B5EF4-FFF2-40B4-BE49-F238E27FC236}">
                <a16:creationId xmlns:a16="http://schemas.microsoft.com/office/drawing/2014/main" id="{E32B5649-6BF2-47DB-8F1D-24A94B55B2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Image result for stick figure">
            <a:extLst>
              <a:ext uri="{FF2B5EF4-FFF2-40B4-BE49-F238E27FC236}">
                <a16:creationId xmlns:a16="http://schemas.microsoft.com/office/drawing/2014/main" id="{B7DB2A3B-9AD4-4DFA-8AC1-B760F0C4D7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Image result for stick figure">
            <a:extLst>
              <a:ext uri="{FF2B5EF4-FFF2-40B4-BE49-F238E27FC236}">
                <a16:creationId xmlns:a16="http://schemas.microsoft.com/office/drawing/2014/main" id="{8D853FAD-669D-480A-9828-EE093A257C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Image result for stick figure">
            <a:extLst>
              <a:ext uri="{FF2B5EF4-FFF2-40B4-BE49-F238E27FC236}">
                <a16:creationId xmlns:a16="http://schemas.microsoft.com/office/drawing/2014/main" id="{A4209B1E-2A02-40F6-9F82-907D562B2D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stick figure">
            <a:extLst>
              <a:ext uri="{FF2B5EF4-FFF2-40B4-BE49-F238E27FC236}">
                <a16:creationId xmlns:a16="http://schemas.microsoft.com/office/drawing/2014/main" id="{4097450A-90C1-4165-BE49-58F8FF0380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stick figure">
            <a:extLst>
              <a:ext uri="{FF2B5EF4-FFF2-40B4-BE49-F238E27FC236}">
                <a16:creationId xmlns:a16="http://schemas.microsoft.com/office/drawing/2014/main" id="{86D0D0C9-D9C6-4C57-A140-50F21F1A2B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Image result for stick figure">
            <a:extLst>
              <a:ext uri="{FF2B5EF4-FFF2-40B4-BE49-F238E27FC236}">
                <a16:creationId xmlns:a16="http://schemas.microsoft.com/office/drawing/2014/main" id="{551D7EFE-943D-4865-AC70-82A50E9768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stick figure">
            <a:extLst>
              <a:ext uri="{FF2B5EF4-FFF2-40B4-BE49-F238E27FC236}">
                <a16:creationId xmlns:a16="http://schemas.microsoft.com/office/drawing/2014/main" id="{55B63C27-06F6-466D-BD78-6D910455C2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mage result for stick figure">
            <a:extLst>
              <a:ext uri="{FF2B5EF4-FFF2-40B4-BE49-F238E27FC236}">
                <a16:creationId xmlns:a16="http://schemas.microsoft.com/office/drawing/2014/main" id="{28BF6FDC-516C-4CB8-86E1-54178A91DB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582845"/>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stick figure">
            <a:extLst>
              <a:ext uri="{FF2B5EF4-FFF2-40B4-BE49-F238E27FC236}">
                <a16:creationId xmlns:a16="http://schemas.microsoft.com/office/drawing/2014/main" id="{BEEEC456-D508-4373-86D9-8F3867F586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Image result for stick figure">
            <a:extLst>
              <a:ext uri="{FF2B5EF4-FFF2-40B4-BE49-F238E27FC236}">
                <a16:creationId xmlns:a16="http://schemas.microsoft.com/office/drawing/2014/main" id="{17BB44EB-35F8-4B0E-B6D5-199DAA10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Image result for stick figure">
            <a:extLst>
              <a:ext uri="{FF2B5EF4-FFF2-40B4-BE49-F238E27FC236}">
                <a16:creationId xmlns:a16="http://schemas.microsoft.com/office/drawing/2014/main" id="{B047211E-3D19-478B-B643-1397FD5B9A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Image result for stick figure">
            <a:extLst>
              <a:ext uri="{FF2B5EF4-FFF2-40B4-BE49-F238E27FC236}">
                <a16:creationId xmlns:a16="http://schemas.microsoft.com/office/drawing/2014/main" id="{EAF545B1-CBA4-476F-8C5E-A24FD075BE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Image result for stick figure">
            <a:extLst>
              <a:ext uri="{FF2B5EF4-FFF2-40B4-BE49-F238E27FC236}">
                <a16:creationId xmlns:a16="http://schemas.microsoft.com/office/drawing/2014/main" id="{0B3ED412-B663-4A73-A9AF-A645D506A1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Image result for stick figure">
            <a:extLst>
              <a:ext uri="{FF2B5EF4-FFF2-40B4-BE49-F238E27FC236}">
                <a16:creationId xmlns:a16="http://schemas.microsoft.com/office/drawing/2014/main" id="{D46A5DF6-ABA0-4C90-B74A-AFCF12B302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5836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stick figure">
            <a:extLst>
              <a:ext uri="{FF2B5EF4-FFF2-40B4-BE49-F238E27FC236}">
                <a16:creationId xmlns:a16="http://schemas.microsoft.com/office/drawing/2014/main" id="{8754F246-6C37-4EA9-9C92-5E3648AD37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Image result for stick figure">
            <a:extLst>
              <a:ext uri="{FF2B5EF4-FFF2-40B4-BE49-F238E27FC236}">
                <a16:creationId xmlns:a16="http://schemas.microsoft.com/office/drawing/2014/main" id="{604E83A4-15C6-4E7E-91AB-A08E026113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Image result for stick figure">
            <a:extLst>
              <a:ext uri="{FF2B5EF4-FFF2-40B4-BE49-F238E27FC236}">
                <a16:creationId xmlns:a16="http://schemas.microsoft.com/office/drawing/2014/main" id="{A701F0B2-7CC1-497D-9ADA-138E1F2CB7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stick figure">
            <a:extLst>
              <a:ext uri="{FF2B5EF4-FFF2-40B4-BE49-F238E27FC236}">
                <a16:creationId xmlns:a16="http://schemas.microsoft.com/office/drawing/2014/main" id="{1282E4E1-8001-434E-A68F-ED8A71307D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stick figure">
            <a:extLst>
              <a:ext uri="{FF2B5EF4-FFF2-40B4-BE49-F238E27FC236}">
                <a16:creationId xmlns:a16="http://schemas.microsoft.com/office/drawing/2014/main" id="{CACE2092-C832-4CFD-81D5-236E8225B7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stick figure">
            <a:extLst>
              <a:ext uri="{FF2B5EF4-FFF2-40B4-BE49-F238E27FC236}">
                <a16:creationId xmlns:a16="http://schemas.microsoft.com/office/drawing/2014/main" id="{7F434E80-0897-48A8-A799-E32D3D93EA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stick figure">
            <a:extLst>
              <a:ext uri="{FF2B5EF4-FFF2-40B4-BE49-F238E27FC236}">
                <a16:creationId xmlns:a16="http://schemas.microsoft.com/office/drawing/2014/main" id="{9353CB62-4E96-4D4E-A39B-82E778D0B4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stick figure">
            <a:extLst>
              <a:ext uri="{FF2B5EF4-FFF2-40B4-BE49-F238E27FC236}">
                <a16:creationId xmlns:a16="http://schemas.microsoft.com/office/drawing/2014/main" id="{ED34A6A3-C24A-4674-8042-E589A32EDD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199841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stick figure">
            <a:extLst>
              <a:ext uri="{FF2B5EF4-FFF2-40B4-BE49-F238E27FC236}">
                <a16:creationId xmlns:a16="http://schemas.microsoft.com/office/drawing/2014/main" id="{C4D5C4DD-B18C-421E-9F54-E130420487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stick figure">
            <a:extLst>
              <a:ext uri="{FF2B5EF4-FFF2-40B4-BE49-F238E27FC236}">
                <a16:creationId xmlns:a16="http://schemas.microsoft.com/office/drawing/2014/main" id="{087C6CD4-E7C3-45B0-8D1C-7DF668FA00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stick figure">
            <a:extLst>
              <a:ext uri="{FF2B5EF4-FFF2-40B4-BE49-F238E27FC236}">
                <a16:creationId xmlns:a16="http://schemas.microsoft.com/office/drawing/2014/main" id="{DD0FCB1C-D70F-459F-B1A8-4C4B6720A3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stick figure">
            <a:extLst>
              <a:ext uri="{FF2B5EF4-FFF2-40B4-BE49-F238E27FC236}">
                <a16:creationId xmlns:a16="http://schemas.microsoft.com/office/drawing/2014/main" id="{6A1FA829-163F-40D1-8178-DBA921330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stick figure">
            <a:extLst>
              <a:ext uri="{FF2B5EF4-FFF2-40B4-BE49-F238E27FC236}">
                <a16:creationId xmlns:a16="http://schemas.microsoft.com/office/drawing/2014/main" id="{7AAD690F-BB2C-404B-AD0D-54D64F7457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mage result for stick figure">
            <a:extLst>
              <a:ext uri="{FF2B5EF4-FFF2-40B4-BE49-F238E27FC236}">
                <a16:creationId xmlns:a16="http://schemas.microsoft.com/office/drawing/2014/main" id="{1D544BBA-9CC4-47E9-9954-84C9436B46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mage result for stick figure">
            <a:extLst>
              <a:ext uri="{FF2B5EF4-FFF2-40B4-BE49-F238E27FC236}">
                <a16:creationId xmlns:a16="http://schemas.microsoft.com/office/drawing/2014/main" id="{8AA6E413-5CDE-4AFE-9680-AE4D030877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mage result for stick figure">
            <a:extLst>
              <a:ext uri="{FF2B5EF4-FFF2-40B4-BE49-F238E27FC236}">
                <a16:creationId xmlns:a16="http://schemas.microsoft.com/office/drawing/2014/main" id="{716E25EC-FDD5-4DCB-A630-39D9670997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1999177"/>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tick figure">
            <a:extLst>
              <a:ext uri="{FF2B5EF4-FFF2-40B4-BE49-F238E27FC236}">
                <a16:creationId xmlns:a16="http://schemas.microsoft.com/office/drawing/2014/main" id="{EADB1406-5954-4F91-9C7C-2C0A7C3500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stick figure">
            <a:extLst>
              <a:ext uri="{FF2B5EF4-FFF2-40B4-BE49-F238E27FC236}">
                <a16:creationId xmlns:a16="http://schemas.microsoft.com/office/drawing/2014/main" id="{F1830F50-1E3F-4444-81A7-283698DDF8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stick figure">
            <a:extLst>
              <a:ext uri="{FF2B5EF4-FFF2-40B4-BE49-F238E27FC236}">
                <a16:creationId xmlns:a16="http://schemas.microsoft.com/office/drawing/2014/main" id="{9F3E8D45-B3EC-4735-93CA-38D4B63014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stick figure">
            <a:extLst>
              <a:ext uri="{FF2B5EF4-FFF2-40B4-BE49-F238E27FC236}">
                <a16:creationId xmlns:a16="http://schemas.microsoft.com/office/drawing/2014/main" id="{7D66ABD7-A33E-40E4-8D13-D1102F36A6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Image result for stick figure">
            <a:extLst>
              <a:ext uri="{FF2B5EF4-FFF2-40B4-BE49-F238E27FC236}">
                <a16:creationId xmlns:a16="http://schemas.microsoft.com/office/drawing/2014/main" id="{EBDDC65F-FF35-41FA-93FC-E89E8582E5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Image result for stick figure">
            <a:extLst>
              <a:ext uri="{FF2B5EF4-FFF2-40B4-BE49-F238E27FC236}">
                <a16:creationId xmlns:a16="http://schemas.microsoft.com/office/drawing/2014/main" id="{A24BF900-E035-4B66-AC28-6835B0FDDA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Image result for stick figure">
            <a:extLst>
              <a:ext uri="{FF2B5EF4-FFF2-40B4-BE49-F238E27FC236}">
                <a16:creationId xmlns:a16="http://schemas.microsoft.com/office/drawing/2014/main" id="{45C74897-2B82-4DF2-8190-A8A3592CA6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Image result for stick figure">
            <a:extLst>
              <a:ext uri="{FF2B5EF4-FFF2-40B4-BE49-F238E27FC236}">
                <a16:creationId xmlns:a16="http://schemas.microsoft.com/office/drawing/2014/main" id="{DE0F568C-2F63-40B3-9C77-7E729C3853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Image result for stick figure">
            <a:extLst>
              <a:ext uri="{FF2B5EF4-FFF2-40B4-BE49-F238E27FC236}">
                <a16:creationId xmlns:a16="http://schemas.microsoft.com/office/drawing/2014/main" id="{60187539-E2A4-468C-9B78-AE5A64E9A5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41821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Image result for stick figure">
            <a:extLst>
              <a:ext uri="{FF2B5EF4-FFF2-40B4-BE49-F238E27FC236}">
                <a16:creationId xmlns:a16="http://schemas.microsoft.com/office/drawing/2014/main" id="{F3EE08C7-AB55-40B2-B97F-341F30956F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Image result for stick figure">
            <a:extLst>
              <a:ext uri="{FF2B5EF4-FFF2-40B4-BE49-F238E27FC236}">
                <a16:creationId xmlns:a16="http://schemas.microsoft.com/office/drawing/2014/main" id="{46E29A9E-B564-44C8-9826-BB9472E383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Image result for stick figure">
            <a:extLst>
              <a:ext uri="{FF2B5EF4-FFF2-40B4-BE49-F238E27FC236}">
                <a16:creationId xmlns:a16="http://schemas.microsoft.com/office/drawing/2014/main" id="{75AFBB44-FAA0-45C9-A4FE-3D768C627A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stick figure">
            <a:extLst>
              <a:ext uri="{FF2B5EF4-FFF2-40B4-BE49-F238E27FC236}">
                <a16:creationId xmlns:a16="http://schemas.microsoft.com/office/drawing/2014/main" id="{85DC1A62-C239-43AE-B0C4-00CD299128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Image result for stick figure">
            <a:extLst>
              <a:ext uri="{FF2B5EF4-FFF2-40B4-BE49-F238E27FC236}">
                <a16:creationId xmlns:a16="http://schemas.microsoft.com/office/drawing/2014/main" id="{2D620368-B365-4ECC-9661-7AA0448E49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Image result for stick figure">
            <a:extLst>
              <a:ext uri="{FF2B5EF4-FFF2-40B4-BE49-F238E27FC236}">
                <a16:creationId xmlns:a16="http://schemas.microsoft.com/office/drawing/2014/main" id="{7595F581-DBAD-4DD7-9BA0-DA43F75A5E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Image result for stick figure">
            <a:extLst>
              <a:ext uri="{FF2B5EF4-FFF2-40B4-BE49-F238E27FC236}">
                <a16:creationId xmlns:a16="http://schemas.microsoft.com/office/drawing/2014/main" id="{475691B4-DD97-4AAA-8EA1-BB805F3C80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4189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stick figure">
            <a:extLst>
              <a:ext uri="{FF2B5EF4-FFF2-40B4-BE49-F238E27FC236}">
                <a16:creationId xmlns:a16="http://schemas.microsoft.com/office/drawing/2014/main" id="{436725AF-5EE6-4362-96F9-1809AF173F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Image result for stick figure">
            <a:extLst>
              <a:ext uri="{FF2B5EF4-FFF2-40B4-BE49-F238E27FC236}">
                <a16:creationId xmlns:a16="http://schemas.microsoft.com/office/drawing/2014/main" id="{8AE53395-EC2A-4498-8C7D-8D49D63D76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300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Image result for stick figure">
            <a:extLst>
              <a:ext uri="{FF2B5EF4-FFF2-40B4-BE49-F238E27FC236}">
                <a16:creationId xmlns:a16="http://schemas.microsoft.com/office/drawing/2014/main" id="{172E1E4F-88E1-4C46-A917-2C12D5C398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Image result for stick figure">
            <a:extLst>
              <a:ext uri="{FF2B5EF4-FFF2-40B4-BE49-F238E27FC236}">
                <a16:creationId xmlns:a16="http://schemas.microsoft.com/office/drawing/2014/main" id="{017AF2CE-E64A-4F39-A145-091702401C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stick figure">
            <a:extLst>
              <a:ext uri="{FF2B5EF4-FFF2-40B4-BE49-F238E27FC236}">
                <a16:creationId xmlns:a16="http://schemas.microsoft.com/office/drawing/2014/main" id="{2F4DAAC8-2D1A-42D8-8A95-C8AC9D8D36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Image result for stick figure">
            <a:extLst>
              <a:ext uri="{FF2B5EF4-FFF2-40B4-BE49-F238E27FC236}">
                <a16:creationId xmlns:a16="http://schemas.microsoft.com/office/drawing/2014/main" id="{3937D7F5-1BC6-4EB6-88E7-0E114D48FE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Image result for stick figure">
            <a:extLst>
              <a:ext uri="{FF2B5EF4-FFF2-40B4-BE49-F238E27FC236}">
                <a16:creationId xmlns:a16="http://schemas.microsoft.com/office/drawing/2014/main" id="{3229F2C0-4CB9-45AC-97E2-0A846F87EF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Image result for stick figure">
            <a:extLst>
              <a:ext uri="{FF2B5EF4-FFF2-40B4-BE49-F238E27FC236}">
                <a16:creationId xmlns:a16="http://schemas.microsoft.com/office/drawing/2014/main" id="{6303FE30-D5E9-4C70-98A6-87B90071C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Image result for stick figure">
            <a:extLst>
              <a:ext uri="{FF2B5EF4-FFF2-40B4-BE49-F238E27FC236}">
                <a16:creationId xmlns:a16="http://schemas.microsoft.com/office/drawing/2014/main" id="{C398DEEE-BF09-4AD1-A05B-CA76800797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28337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Image result for stick figure">
            <a:extLst>
              <a:ext uri="{FF2B5EF4-FFF2-40B4-BE49-F238E27FC236}">
                <a16:creationId xmlns:a16="http://schemas.microsoft.com/office/drawing/2014/main" id="{DF17A988-1813-4710-9601-7365EE7CAE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Image result for stick figure">
            <a:extLst>
              <a:ext uri="{FF2B5EF4-FFF2-40B4-BE49-F238E27FC236}">
                <a16:creationId xmlns:a16="http://schemas.microsoft.com/office/drawing/2014/main" id="{46AF5EF3-57E0-4746-99D6-79EFADA6A5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Image result for stick figure">
            <a:extLst>
              <a:ext uri="{FF2B5EF4-FFF2-40B4-BE49-F238E27FC236}">
                <a16:creationId xmlns:a16="http://schemas.microsoft.com/office/drawing/2014/main" id="{64CB9403-5205-492E-8853-7816873C1E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561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Image result for stick figure">
            <a:extLst>
              <a:ext uri="{FF2B5EF4-FFF2-40B4-BE49-F238E27FC236}">
                <a16:creationId xmlns:a16="http://schemas.microsoft.com/office/drawing/2014/main" id="{933BBD37-1B6B-46D8-B4EF-B959EC64F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Image result for stick figure">
            <a:extLst>
              <a:ext uri="{FF2B5EF4-FFF2-40B4-BE49-F238E27FC236}">
                <a16:creationId xmlns:a16="http://schemas.microsoft.com/office/drawing/2014/main" id="{4123B43B-3571-475F-ACF1-4CEB36D340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stick figure">
            <a:extLst>
              <a:ext uri="{FF2B5EF4-FFF2-40B4-BE49-F238E27FC236}">
                <a16:creationId xmlns:a16="http://schemas.microsoft.com/office/drawing/2014/main" id="{8CCF2B27-5B1A-4EF7-A9DA-AC773AE176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Image result for stick figure">
            <a:extLst>
              <a:ext uri="{FF2B5EF4-FFF2-40B4-BE49-F238E27FC236}">
                <a16:creationId xmlns:a16="http://schemas.microsoft.com/office/drawing/2014/main" id="{94D96738-EC2F-49C3-A6A4-4776DFE447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Image result for stick figure">
            <a:extLst>
              <a:ext uri="{FF2B5EF4-FFF2-40B4-BE49-F238E27FC236}">
                <a16:creationId xmlns:a16="http://schemas.microsoft.com/office/drawing/2014/main" id="{706AF554-44C3-434E-975D-8810909A53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28345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Image result for stick figure">
            <a:extLst>
              <a:ext uri="{FF2B5EF4-FFF2-40B4-BE49-F238E27FC236}">
                <a16:creationId xmlns:a16="http://schemas.microsoft.com/office/drawing/2014/main" id="{16A2DAB5-D3AB-448A-BAF1-359CF7194B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967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Image result for stick figure">
            <a:extLst>
              <a:ext uri="{FF2B5EF4-FFF2-40B4-BE49-F238E27FC236}">
                <a16:creationId xmlns:a16="http://schemas.microsoft.com/office/drawing/2014/main" id="{DC0B5E68-013F-4A9F-A768-6E292C409F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633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Image result for stick figure">
            <a:extLst>
              <a:ext uri="{FF2B5EF4-FFF2-40B4-BE49-F238E27FC236}">
                <a16:creationId xmlns:a16="http://schemas.microsoft.com/office/drawing/2014/main" id="{CD4B2897-AB82-4C1A-8B69-0DD30AA0C6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966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Image result for stick figure">
            <a:extLst>
              <a:ext uri="{FF2B5EF4-FFF2-40B4-BE49-F238E27FC236}">
                <a16:creationId xmlns:a16="http://schemas.microsoft.com/office/drawing/2014/main" id="{831F40AF-078B-4DFE-8C89-086665A9DB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99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stick figure">
            <a:extLst>
              <a:ext uri="{FF2B5EF4-FFF2-40B4-BE49-F238E27FC236}">
                <a16:creationId xmlns:a16="http://schemas.microsoft.com/office/drawing/2014/main" id="{10E6380F-1626-4072-9E31-EEB39CE1C1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2300"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stick figure">
            <a:extLst>
              <a:ext uri="{FF2B5EF4-FFF2-40B4-BE49-F238E27FC236}">
                <a16:creationId xmlns:a16="http://schemas.microsoft.com/office/drawing/2014/main" id="{9CFF52CE-ABBD-4E34-AE14-43EE00E5E6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5631"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stick figure">
            <a:extLst>
              <a:ext uri="{FF2B5EF4-FFF2-40B4-BE49-F238E27FC236}">
                <a16:creationId xmlns:a16="http://schemas.microsoft.com/office/drawing/2014/main" id="{97F1D0F6-DC80-4A80-8BE4-520E7FAA51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962"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stick figure">
            <a:extLst>
              <a:ext uri="{FF2B5EF4-FFF2-40B4-BE49-F238E27FC236}">
                <a16:creationId xmlns:a16="http://schemas.microsoft.com/office/drawing/2014/main" id="{59B2AA04-1C00-4AB6-A30D-97DF818C2B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2293"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stick figure">
            <a:extLst>
              <a:ext uri="{FF2B5EF4-FFF2-40B4-BE49-F238E27FC236}">
                <a16:creationId xmlns:a16="http://schemas.microsoft.com/office/drawing/2014/main" id="{E4D214FF-D506-4546-B353-9BDE121272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624" y="3248582"/>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stick figure">
            <a:extLst>
              <a:ext uri="{FF2B5EF4-FFF2-40B4-BE49-F238E27FC236}">
                <a16:creationId xmlns:a16="http://schemas.microsoft.com/office/drawing/2014/main" id="{2F0F438B-A437-4286-AEF8-EE162A070A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95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stick figure">
            <a:extLst>
              <a:ext uri="{FF2B5EF4-FFF2-40B4-BE49-F238E27FC236}">
                <a16:creationId xmlns:a16="http://schemas.microsoft.com/office/drawing/2014/main" id="{AECE8933-5B93-44A3-AEC8-DBDECDB459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228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Image result for stick figure">
            <a:extLst>
              <a:ext uri="{FF2B5EF4-FFF2-40B4-BE49-F238E27FC236}">
                <a16:creationId xmlns:a16="http://schemas.microsoft.com/office/drawing/2014/main" id="{339DEC12-162E-4853-B900-3825AC67A2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8948"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Image result for stick figure">
            <a:extLst>
              <a:ext uri="{FF2B5EF4-FFF2-40B4-BE49-F238E27FC236}">
                <a16:creationId xmlns:a16="http://schemas.microsoft.com/office/drawing/2014/main" id="{F9B73B8B-4A13-49A9-BEA1-423591EEBD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2279"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stick figure">
            <a:extLst>
              <a:ext uri="{FF2B5EF4-FFF2-40B4-BE49-F238E27FC236}">
                <a16:creationId xmlns:a16="http://schemas.microsoft.com/office/drawing/2014/main" id="{660018F7-A52F-4CA9-B164-EBC22F20A0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585"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Image result for stick figure">
            <a:extLst>
              <a:ext uri="{FF2B5EF4-FFF2-40B4-BE49-F238E27FC236}">
                <a16:creationId xmlns:a16="http://schemas.microsoft.com/office/drawing/2014/main" id="{3AAD2348-DAFA-4DA1-9AFF-F7F6A8A3E5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4916"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Image result for stick figure">
            <a:extLst>
              <a:ext uri="{FF2B5EF4-FFF2-40B4-BE49-F238E27FC236}">
                <a16:creationId xmlns:a16="http://schemas.microsoft.com/office/drawing/2014/main" id="{79F24524-1E7B-40CC-90C3-4F728E312D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8247" y="3249348"/>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Image result for stick figure">
            <a:extLst>
              <a:ext uri="{FF2B5EF4-FFF2-40B4-BE49-F238E27FC236}">
                <a16:creationId xmlns:a16="http://schemas.microsoft.com/office/drawing/2014/main" id="{6D34CCDD-8CAB-49EE-9853-0729AA2A60E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86332" y="1582845"/>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3" name="Picture 2" descr="Image result for stick figure">
            <a:extLst>
              <a:ext uri="{FF2B5EF4-FFF2-40B4-BE49-F238E27FC236}">
                <a16:creationId xmlns:a16="http://schemas.microsoft.com/office/drawing/2014/main" id="{2B5E53DD-2F09-4F34-B13A-396D60ED23F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08948"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5" name="Picture 2" descr="Image result for stick figure">
            <a:extLst>
              <a:ext uri="{FF2B5EF4-FFF2-40B4-BE49-F238E27FC236}">
                <a16:creationId xmlns:a16="http://schemas.microsoft.com/office/drawing/2014/main" id="{EF8405FB-8D4A-4282-B2EC-42DD7E6649F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08247" y="15836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6" name="Picture 2" descr="Image result for stick figure">
            <a:extLst>
              <a:ext uri="{FF2B5EF4-FFF2-40B4-BE49-F238E27FC236}">
                <a16:creationId xmlns:a16="http://schemas.microsoft.com/office/drawing/2014/main" id="{99DE39C3-555B-4DF3-A3CA-2E408FF4060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7" name="Picture 2" descr="Image result for stick figure">
            <a:extLst>
              <a:ext uri="{FF2B5EF4-FFF2-40B4-BE49-F238E27FC236}">
                <a16:creationId xmlns:a16="http://schemas.microsoft.com/office/drawing/2014/main" id="{9630BEE4-1D3F-4360-8A8A-EE5A1C3C980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1998411"/>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8" name="Picture 2" descr="Image result for stick figure">
            <a:extLst>
              <a:ext uri="{FF2B5EF4-FFF2-40B4-BE49-F238E27FC236}">
                <a16:creationId xmlns:a16="http://schemas.microsoft.com/office/drawing/2014/main" id="{EA3C10FC-70D5-4F19-B33D-73BCA732BAA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2293" y="2418216"/>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09" name="Picture 2" descr="Image result for stick figure">
            <a:extLst>
              <a:ext uri="{FF2B5EF4-FFF2-40B4-BE49-F238E27FC236}">
                <a16:creationId xmlns:a16="http://schemas.microsoft.com/office/drawing/2014/main" id="{E4280EB5-D1C5-4522-866F-2E7AA32A7B0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1585" y="24189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0" name="Picture 2" descr="Image result for stick figure">
            <a:extLst>
              <a:ext uri="{FF2B5EF4-FFF2-40B4-BE49-F238E27FC236}">
                <a16:creationId xmlns:a16="http://schemas.microsoft.com/office/drawing/2014/main" id="{F1728B0C-D786-446D-8860-ABBA3EB2A0A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82300" y="28337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1" name="Picture 2" descr="Image result for stick figure">
            <a:extLst>
              <a:ext uri="{FF2B5EF4-FFF2-40B4-BE49-F238E27FC236}">
                <a16:creationId xmlns:a16="http://schemas.microsoft.com/office/drawing/2014/main" id="{F3C2D4D6-68C5-4CA3-A3E5-441FBBEE5CB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83001" y="3248582"/>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pic>
        <p:nvPicPr>
          <p:cNvPr id="112" name="Picture 2" descr="Image result for stick figure">
            <a:extLst>
              <a:ext uri="{FF2B5EF4-FFF2-40B4-BE49-F238E27FC236}">
                <a16:creationId xmlns:a16="http://schemas.microsoft.com/office/drawing/2014/main" id="{DF7B6EA9-441C-4536-B1D3-2B0876EB9D2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05617" y="3249348"/>
            <a:ext cx="193356" cy="386713"/>
          </a:xfrm>
          <a:prstGeom prst="rect">
            <a:avLst/>
          </a:prstGeom>
          <a:noFill/>
          <a:ln>
            <a:solidFill>
              <a:schemeClr val="accent2"/>
            </a:solidFill>
            <a:prstDash val="dash"/>
          </a:ln>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124192D1-7907-4B81-9B2A-AF20B3FA90DB}"/>
              </a:ext>
            </a:extLst>
          </p:cNvPr>
          <p:cNvSpPr txBox="1"/>
          <p:nvPr/>
        </p:nvSpPr>
        <p:spPr>
          <a:xfrm>
            <a:off x="5299918" y="1180421"/>
            <a:ext cx="1199046" cy="369332"/>
          </a:xfrm>
          <a:prstGeom prst="rect">
            <a:avLst/>
          </a:prstGeom>
          <a:noFill/>
        </p:spPr>
        <p:txBody>
          <a:bodyPr wrap="none" rtlCol="0">
            <a:spAutoFit/>
          </a:bodyPr>
          <a:lstStyle/>
          <a:p>
            <a:r>
              <a:rPr lang="en-AU">
                <a:solidFill>
                  <a:srgbClr val="0070C0"/>
                </a:solidFill>
              </a:rPr>
              <a:t>Population</a:t>
            </a:r>
          </a:p>
        </p:txBody>
      </p:sp>
      <p:sp>
        <p:nvSpPr>
          <p:cNvPr id="114" name="Rectangle 113">
            <a:extLst>
              <a:ext uri="{FF2B5EF4-FFF2-40B4-BE49-F238E27FC236}">
                <a16:creationId xmlns:a16="http://schemas.microsoft.com/office/drawing/2014/main" id="{A5090271-8FB5-4C40-A67B-6FE9F440A4D4}"/>
              </a:ext>
            </a:extLst>
          </p:cNvPr>
          <p:cNvSpPr/>
          <p:nvPr/>
        </p:nvSpPr>
        <p:spPr>
          <a:xfrm>
            <a:off x="10149903" y="2483713"/>
            <a:ext cx="227849" cy="287265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114">
            <a:extLst>
              <a:ext uri="{FF2B5EF4-FFF2-40B4-BE49-F238E27FC236}">
                <a16:creationId xmlns:a16="http://schemas.microsoft.com/office/drawing/2014/main" id="{4B68A739-517A-4443-9079-DC29C9A2AD92}"/>
              </a:ext>
            </a:extLst>
          </p:cNvPr>
          <p:cNvSpPr/>
          <p:nvPr/>
        </p:nvSpPr>
        <p:spPr>
          <a:xfrm rot="5400000">
            <a:off x="8624601" y="3803877"/>
            <a:ext cx="200657" cy="3305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Isosceles Triangle 115">
            <a:extLst>
              <a:ext uri="{FF2B5EF4-FFF2-40B4-BE49-F238E27FC236}">
                <a16:creationId xmlns:a16="http://schemas.microsoft.com/office/drawing/2014/main" id="{DBBBAA53-F272-4E6D-8FE3-0B83968F50AE}"/>
              </a:ext>
            </a:extLst>
          </p:cNvPr>
          <p:cNvSpPr/>
          <p:nvPr/>
        </p:nvSpPr>
        <p:spPr>
          <a:xfrm rot="16200000">
            <a:off x="7991848" y="2275597"/>
            <a:ext cx="650011" cy="616890"/>
          </a:xfrm>
          <a:prstGeom prst="triangl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Rectangle 116">
            <a:extLst>
              <a:ext uri="{FF2B5EF4-FFF2-40B4-BE49-F238E27FC236}">
                <a16:creationId xmlns:a16="http://schemas.microsoft.com/office/drawing/2014/main" id="{05C3E9D0-4BDA-408D-9423-07BE13733DFD}"/>
              </a:ext>
            </a:extLst>
          </p:cNvPr>
          <p:cNvSpPr/>
          <p:nvPr/>
        </p:nvSpPr>
        <p:spPr>
          <a:xfrm rot="5400000">
            <a:off x="9285484" y="1819953"/>
            <a:ext cx="200657" cy="1528178"/>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8" name="TextBox 117">
            <a:extLst>
              <a:ext uri="{FF2B5EF4-FFF2-40B4-BE49-F238E27FC236}">
                <a16:creationId xmlns:a16="http://schemas.microsoft.com/office/drawing/2014/main" id="{A41E2B24-3F2B-4F94-9348-35ADEFE5F8CE}"/>
              </a:ext>
            </a:extLst>
          </p:cNvPr>
          <p:cNvSpPr txBox="1"/>
          <p:nvPr/>
        </p:nvSpPr>
        <p:spPr>
          <a:xfrm>
            <a:off x="6488724" y="4580792"/>
            <a:ext cx="829073" cy="369332"/>
          </a:xfrm>
          <a:prstGeom prst="rect">
            <a:avLst/>
          </a:prstGeom>
          <a:noFill/>
        </p:spPr>
        <p:txBody>
          <a:bodyPr wrap="none" rtlCol="0">
            <a:spAutoFit/>
          </a:bodyPr>
          <a:lstStyle/>
          <a:p>
            <a:r>
              <a:rPr lang="en-AU" b="1" dirty="0">
                <a:latin typeface="Agency FB" panose="020B0503020202020204" pitchFamily="34" charset="0"/>
              </a:rPr>
              <a:t>statistic</a:t>
            </a:r>
          </a:p>
        </p:txBody>
      </p:sp>
      <p:sp>
        <p:nvSpPr>
          <p:cNvPr id="119" name="TextBox 118">
            <a:extLst>
              <a:ext uri="{FF2B5EF4-FFF2-40B4-BE49-F238E27FC236}">
                <a16:creationId xmlns:a16="http://schemas.microsoft.com/office/drawing/2014/main" id="{96D8E6D7-29F4-4985-9D9E-B0DBF568ABC0}"/>
              </a:ext>
            </a:extLst>
          </p:cNvPr>
          <p:cNvSpPr txBox="1"/>
          <p:nvPr/>
        </p:nvSpPr>
        <p:spPr>
          <a:xfrm>
            <a:off x="8106998" y="1515208"/>
            <a:ext cx="1029449" cy="369332"/>
          </a:xfrm>
          <a:prstGeom prst="rect">
            <a:avLst/>
          </a:prstGeom>
          <a:noFill/>
        </p:spPr>
        <p:txBody>
          <a:bodyPr wrap="none" rtlCol="0">
            <a:spAutoFit/>
          </a:bodyPr>
          <a:lstStyle/>
          <a:p>
            <a:r>
              <a:rPr lang="en-AU" b="1" dirty="0">
                <a:latin typeface="Agency FB" panose="020B0503020202020204" pitchFamily="34" charset="0"/>
              </a:rPr>
              <a:t>parameter</a:t>
            </a:r>
          </a:p>
        </p:txBody>
      </p:sp>
      <p:sp>
        <p:nvSpPr>
          <p:cNvPr id="160" name="TextBox 159">
            <a:extLst>
              <a:ext uri="{FF2B5EF4-FFF2-40B4-BE49-F238E27FC236}">
                <a16:creationId xmlns:a16="http://schemas.microsoft.com/office/drawing/2014/main" id="{7A251AE9-0090-4C5E-B772-41F0EABB2AD3}"/>
              </a:ext>
            </a:extLst>
          </p:cNvPr>
          <p:cNvSpPr txBox="1"/>
          <p:nvPr/>
        </p:nvSpPr>
        <p:spPr>
          <a:xfrm>
            <a:off x="4041898" y="5268436"/>
            <a:ext cx="875561" cy="369332"/>
          </a:xfrm>
          <a:prstGeom prst="rect">
            <a:avLst/>
          </a:prstGeom>
          <a:noFill/>
        </p:spPr>
        <p:txBody>
          <a:bodyPr wrap="none" rtlCol="0">
            <a:spAutoFit/>
          </a:bodyPr>
          <a:lstStyle/>
          <a:p>
            <a:r>
              <a:rPr lang="en-AU" dirty="0">
                <a:solidFill>
                  <a:srgbClr val="FF0000"/>
                </a:solidFill>
              </a:rPr>
              <a:t>Sample</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4AD9706C-4A30-4A84-AD30-EB9A46DDC9EC}"/>
                  </a:ext>
                </a:extLst>
              </p:cNvPr>
              <p:cNvSpPr txBox="1"/>
              <p:nvPr/>
            </p:nvSpPr>
            <p:spPr>
              <a:xfrm>
                <a:off x="5530722" y="5607249"/>
                <a:ext cx="11398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400" b="0" i="1" smtClean="0">
                          <a:solidFill>
                            <a:srgbClr val="212529"/>
                          </a:solidFill>
                          <a:latin typeface="Cambria Math" panose="02040503050406030204" pitchFamily="18" charset="0"/>
                          <a:ea typeface="Cambria Math" panose="02040503050406030204" pitchFamily="18" charset="0"/>
                        </a:rPr>
                        <m:t>𝑛</m:t>
                      </m:r>
                      <m:r>
                        <a:rPr lang="en-AU" sz="2400" b="0" i="1" smtClean="0">
                          <a:solidFill>
                            <a:srgbClr val="212529"/>
                          </a:solidFill>
                          <a:latin typeface="Cambria Math" panose="02040503050406030204" pitchFamily="18" charset="0"/>
                          <a:ea typeface="Cambria Math" panose="02040503050406030204" pitchFamily="18" charset="0"/>
                        </a:rPr>
                        <m:t>=10</m:t>
                      </m:r>
                    </m:oMath>
                  </m:oMathPara>
                </a14:m>
                <a:endParaRPr lang="en-AU" sz="2400" dirty="0"/>
              </a:p>
            </p:txBody>
          </p:sp>
        </mc:Choice>
        <mc:Fallback xmlns="">
          <p:sp>
            <p:nvSpPr>
              <p:cNvPr id="120" name="TextBox 119">
                <a:extLst>
                  <a:ext uri="{FF2B5EF4-FFF2-40B4-BE49-F238E27FC236}">
                    <a16:creationId xmlns:a16="http://schemas.microsoft.com/office/drawing/2014/main" id="{4AD9706C-4A30-4A84-AD30-EB9A46DDC9EC}"/>
                  </a:ext>
                </a:extLst>
              </p:cNvPr>
              <p:cNvSpPr txBox="1">
                <a:spLocks noRot="1" noChangeAspect="1" noMove="1" noResize="1" noEditPoints="1" noAdjustHandles="1" noChangeArrowheads="1" noChangeShapeType="1" noTextEdit="1"/>
              </p:cNvSpPr>
              <p:nvPr/>
            </p:nvSpPr>
            <p:spPr>
              <a:xfrm>
                <a:off x="5530722" y="5607249"/>
                <a:ext cx="1139875" cy="461665"/>
              </a:xfrm>
              <a:prstGeom prst="rect">
                <a:avLst/>
              </a:prstGeom>
              <a:blipFill>
                <a:blip r:embed="rId4"/>
                <a:stretch>
                  <a:fillRect/>
                </a:stretch>
              </a:blipFill>
            </p:spPr>
            <p:txBody>
              <a:bodyPr/>
              <a:lstStyle/>
              <a:p>
                <a:r>
                  <a:rPr lang="en-AU">
                    <a:noFill/>
                  </a:rPr>
                  <a:t> </a:t>
                </a:r>
              </a:p>
            </p:txBody>
          </p:sp>
        </mc:Fallback>
      </mc:AlternateContent>
      <p:sp>
        <p:nvSpPr>
          <p:cNvPr id="122" name="Down Arrow 16">
            <a:extLst>
              <a:ext uri="{FF2B5EF4-FFF2-40B4-BE49-F238E27FC236}">
                <a16:creationId xmlns:a16="http://schemas.microsoft.com/office/drawing/2014/main" id="{CC81CF6C-2AA1-4019-AB5E-155344E84606}"/>
              </a:ext>
            </a:extLst>
          </p:cNvPr>
          <p:cNvSpPr/>
          <p:nvPr/>
        </p:nvSpPr>
        <p:spPr>
          <a:xfrm rot="5400000">
            <a:off x="3386047" y="1526549"/>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3" name="Down Arrow 16">
            <a:extLst>
              <a:ext uri="{FF2B5EF4-FFF2-40B4-BE49-F238E27FC236}">
                <a16:creationId xmlns:a16="http://schemas.microsoft.com/office/drawing/2014/main" id="{69F68897-A5C0-4C12-8BB1-FDC1BCFA74D3}"/>
              </a:ext>
            </a:extLst>
          </p:cNvPr>
          <p:cNvSpPr/>
          <p:nvPr/>
        </p:nvSpPr>
        <p:spPr>
          <a:xfrm rot="5400000">
            <a:off x="3392385" y="2105681"/>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Down Arrow 16">
            <a:extLst>
              <a:ext uri="{FF2B5EF4-FFF2-40B4-BE49-F238E27FC236}">
                <a16:creationId xmlns:a16="http://schemas.microsoft.com/office/drawing/2014/main" id="{0583C47B-EEB4-4723-8BCA-C4C3F04A921D}"/>
              </a:ext>
            </a:extLst>
          </p:cNvPr>
          <p:cNvSpPr/>
          <p:nvPr/>
        </p:nvSpPr>
        <p:spPr>
          <a:xfrm rot="5400000">
            <a:off x="3398723" y="2684813"/>
            <a:ext cx="425117" cy="780043"/>
          </a:xfrm>
          <a:prstGeom prst="downArrow">
            <a:avLst/>
          </a:prstGeom>
          <a:solidFill>
            <a:srgbClr val="0070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Rounded Rectangle 10">
            <a:extLst>
              <a:ext uri="{FF2B5EF4-FFF2-40B4-BE49-F238E27FC236}">
                <a16:creationId xmlns:a16="http://schemas.microsoft.com/office/drawing/2014/main" id="{BED03760-1C39-468E-8EC2-8CC184F1993E}"/>
              </a:ext>
            </a:extLst>
          </p:cNvPr>
          <p:cNvSpPr/>
          <p:nvPr/>
        </p:nvSpPr>
        <p:spPr>
          <a:xfrm>
            <a:off x="1008309" y="168029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6" name="Picture 2" descr="Image result for stick figure">
            <a:extLst>
              <a:ext uri="{FF2B5EF4-FFF2-40B4-BE49-F238E27FC236}">
                <a16:creationId xmlns:a16="http://schemas.microsoft.com/office/drawing/2014/main" id="{96329449-1946-4EA8-B685-8DC489E544D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385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2" descr="Image result for stick figure">
            <a:extLst>
              <a:ext uri="{FF2B5EF4-FFF2-40B4-BE49-F238E27FC236}">
                <a16:creationId xmlns:a16="http://schemas.microsoft.com/office/drawing/2014/main" id="{182E27CD-694B-45C3-A926-77833D0C4A9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6718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2" descr="Image result for stick figure">
            <a:extLst>
              <a:ext uri="{FF2B5EF4-FFF2-40B4-BE49-F238E27FC236}">
                <a16:creationId xmlns:a16="http://schemas.microsoft.com/office/drawing/2014/main" id="{7FA8500B-64A3-4A9B-9D4E-E6A945CF4C9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052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 descr="Image result for stick figure">
            <a:extLst>
              <a:ext uri="{FF2B5EF4-FFF2-40B4-BE49-F238E27FC236}">
                <a16:creationId xmlns:a16="http://schemas.microsoft.com/office/drawing/2014/main" id="{A077D924-9B5B-4E86-9D68-A609A8CECDF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7385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2" descr="Image result for stick figure">
            <a:extLst>
              <a:ext uri="{FF2B5EF4-FFF2-40B4-BE49-F238E27FC236}">
                <a16:creationId xmlns:a16="http://schemas.microsoft.com/office/drawing/2014/main" id="{A46E14BA-EC06-4719-B3CD-B47A5272253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7718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2" descr="Image result for stick figure">
            <a:extLst>
              <a:ext uri="{FF2B5EF4-FFF2-40B4-BE49-F238E27FC236}">
                <a16:creationId xmlns:a16="http://schemas.microsoft.com/office/drawing/2014/main" id="{F3BC10BA-167C-45AE-A3F5-37B94949038D}"/>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66488"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 descr="Image result for stick figure">
            <a:extLst>
              <a:ext uri="{FF2B5EF4-FFF2-40B4-BE49-F238E27FC236}">
                <a16:creationId xmlns:a16="http://schemas.microsoft.com/office/drawing/2014/main" id="{C9BBE9E7-D78A-412D-A250-65223088694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69819"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Image result for stick figure">
            <a:extLst>
              <a:ext uri="{FF2B5EF4-FFF2-40B4-BE49-F238E27FC236}">
                <a16:creationId xmlns:a16="http://schemas.microsoft.com/office/drawing/2014/main" id="{7CEE4145-1B29-453B-A9C2-15BC1E2F117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73150"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Image result for stick figure">
            <a:extLst>
              <a:ext uri="{FF2B5EF4-FFF2-40B4-BE49-F238E27FC236}">
                <a16:creationId xmlns:a16="http://schemas.microsoft.com/office/drawing/2014/main" id="{DD5E3712-3F9A-4239-9255-95F5CD9317BA}"/>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76481" y="170915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Image result for stick figure">
            <a:extLst>
              <a:ext uri="{FF2B5EF4-FFF2-40B4-BE49-F238E27FC236}">
                <a16:creationId xmlns:a16="http://schemas.microsoft.com/office/drawing/2014/main" id="{E99C1CBB-6B2B-428B-A503-364552FB4AE2}"/>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9812" y="1709151"/>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36" name="Rounded Rectangle 10">
            <a:extLst>
              <a:ext uri="{FF2B5EF4-FFF2-40B4-BE49-F238E27FC236}">
                <a16:creationId xmlns:a16="http://schemas.microsoft.com/office/drawing/2014/main" id="{132F2FB1-0FD2-4450-B11C-190F5F778F04}"/>
              </a:ext>
            </a:extLst>
          </p:cNvPr>
          <p:cNvSpPr/>
          <p:nvPr/>
        </p:nvSpPr>
        <p:spPr>
          <a:xfrm>
            <a:off x="1016330" y="2253803"/>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7" name="Picture 2" descr="Image result for stick figure">
            <a:extLst>
              <a:ext uri="{FF2B5EF4-FFF2-40B4-BE49-F238E27FC236}">
                <a16:creationId xmlns:a16="http://schemas.microsoft.com/office/drawing/2014/main" id="{DBDE27BB-BFFC-418E-B98F-139E2899872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187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Image result for stick figure">
            <a:extLst>
              <a:ext uri="{FF2B5EF4-FFF2-40B4-BE49-F238E27FC236}">
                <a16:creationId xmlns:a16="http://schemas.microsoft.com/office/drawing/2014/main" id="{95AB68BB-9877-4F16-9FDF-AEAAF3F1F22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7521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Image result for stick figure">
            <a:extLst>
              <a:ext uri="{FF2B5EF4-FFF2-40B4-BE49-F238E27FC236}">
                <a16:creationId xmlns:a16="http://schemas.microsoft.com/office/drawing/2014/main" id="{0B466B19-69D4-4B29-BCD7-AF1B79EE9D8F}"/>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7854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Image result for stick figure">
            <a:extLst>
              <a:ext uri="{FF2B5EF4-FFF2-40B4-BE49-F238E27FC236}">
                <a16:creationId xmlns:a16="http://schemas.microsoft.com/office/drawing/2014/main" id="{9839A8B1-0D91-42F4-A090-B24ABBF0F7F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187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Image result for stick figure">
            <a:extLst>
              <a:ext uri="{FF2B5EF4-FFF2-40B4-BE49-F238E27FC236}">
                <a16:creationId xmlns:a16="http://schemas.microsoft.com/office/drawing/2014/main" id="{2736E658-6C3E-43A8-88C1-AB953DFFAF1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520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Image result for stick figure">
            <a:extLst>
              <a:ext uri="{FF2B5EF4-FFF2-40B4-BE49-F238E27FC236}">
                <a16:creationId xmlns:a16="http://schemas.microsoft.com/office/drawing/2014/main" id="{3137085B-845E-4783-A3B4-140D55A5DC1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4509"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Image result for stick figure">
            <a:extLst>
              <a:ext uri="{FF2B5EF4-FFF2-40B4-BE49-F238E27FC236}">
                <a16:creationId xmlns:a16="http://schemas.microsoft.com/office/drawing/2014/main" id="{14B40B3C-FFE0-45D7-A10D-91BC37F66C1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77840"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 descr="Image result for stick figure">
            <a:extLst>
              <a:ext uri="{FF2B5EF4-FFF2-40B4-BE49-F238E27FC236}">
                <a16:creationId xmlns:a16="http://schemas.microsoft.com/office/drawing/2014/main" id="{B81C517F-2591-49D9-B826-D356D7FCD21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1171"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 descr="Image result for stick figure">
            <a:extLst>
              <a:ext uri="{FF2B5EF4-FFF2-40B4-BE49-F238E27FC236}">
                <a16:creationId xmlns:a16="http://schemas.microsoft.com/office/drawing/2014/main" id="{A478F4E4-FD3F-4D7D-931D-4156C1B7E1E6}"/>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84502" y="2282656"/>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Image result for stick figure">
            <a:extLst>
              <a:ext uri="{FF2B5EF4-FFF2-40B4-BE49-F238E27FC236}">
                <a16:creationId xmlns:a16="http://schemas.microsoft.com/office/drawing/2014/main" id="{BCCAD6A9-7ED9-4CBE-8610-F059BC1C1FA4}"/>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87833" y="2282656"/>
            <a:ext cx="193356" cy="386713"/>
          </a:xfrm>
          <a:prstGeom prst="rect">
            <a:avLst/>
          </a:prstGeom>
          <a:noFill/>
          <a:extLst>
            <a:ext uri="{909E8E84-426E-40DD-AFC4-6F175D3DCCD1}">
              <a14:hiddenFill xmlns:a14="http://schemas.microsoft.com/office/drawing/2010/main">
                <a:solidFill>
                  <a:srgbClr val="FFFFFF"/>
                </a:solidFill>
              </a14:hiddenFill>
            </a:ext>
          </a:extLst>
        </p:spPr>
      </p:pic>
      <p:sp>
        <p:nvSpPr>
          <p:cNvPr id="147" name="Rounded Rectangle 10">
            <a:extLst>
              <a:ext uri="{FF2B5EF4-FFF2-40B4-BE49-F238E27FC236}">
                <a16:creationId xmlns:a16="http://schemas.microsoft.com/office/drawing/2014/main" id="{452FB5D9-EA85-459E-A3EB-F6E7D329BF50}"/>
              </a:ext>
            </a:extLst>
          </p:cNvPr>
          <p:cNvSpPr/>
          <p:nvPr/>
        </p:nvSpPr>
        <p:spPr>
          <a:xfrm>
            <a:off x="1024351" y="2827308"/>
            <a:ext cx="2112917" cy="444420"/>
          </a:xfrm>
          <a:prstGeom prst="roundRect">
            <a:avLst/>
          </a:prstGeom>
          <a:solidFill>
            <a:srgbClr val="FF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8" name="Picture 2" descr="Image result for stick figure">
            <a:extLst>
              <a:ext uri="{FF2B5EF4-FFF2-40B4-BE49-F238E27FC236}">
                <a16:creationId xmlns:a16="http://schemas.microsoft.com/office/drawing/2014/main" id="{BBB0D327-83A7-45C6-B775-CF3F704A73F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90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 descr="Image result for stick figure">
            <a:extLst>
              <a:ext uri="{FF2B5EF4-FFF2-40B4-BE49-F238E27FC236}">
                <a16:creationId xmlns:a16="http://schemas.microsoft.com/office/drawing/2014/main" id="{815701BD-9203-46B1-A263-FF36B30A81BE}"/>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8323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 descr="Image result for stick figure">
            <a:extLst>
              <a:ext uri="{FF2B5EF4-FFF2-40B4-BE49-F238E27FC236}">
                <a16:creationId xmlns:a16="http://schemas.microsoft.com/office/drawing/2014/main" id="{2A3D8FFD-E8B1-411B-BFC2-B00DC1602B33}"/>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8656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Image result for stick figure">
            <a:extLst>
              <a:ext uri="{FF2B5EF4-FFF2-40B4-BE49-F238E27FC236}">
                <a16:creationId xmlns:a16="http://schemas.microsoft.com/office/drawing/2014/main" id="{507C12A0-01A1-4D85-978F-20992D4C0AC8}"/>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989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2" descr="Image result for stick figure">
            <a:extLst>
              <a:ext uri="{FF2B5EF4-FFF2-40B4-BE49-F238E27FC236}">
                <a16:creationId xmlns:a16="http://schemas.microsoft.com/office/drawing/2014/main" id="{B8993BBF-5376-4972-B2EB-A2DF524F64D5}"/>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9322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2" descr="Image result for stick figure">
            <a:extLst>
              <a:ext uri="{FF2B5EF4-FFF2-40B4-BE49-F238E27FC236}">
                <a16:creationId xmlns:a16="http://schemas.microsoft.com/office/drawing/2014/main" id="{3793D0F3-8297-4C2D-8A35-6AE2CFB53F5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82530"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2" descr="Image result for stick figure">
            <a:extLst>
              <a:ext uri="{FF2B5EF4-FFF2-40B4-BE49-F238E27FC236}">
                <a16:creationId xmlns:a16="http://schemas.microsoft.com/office/drawing/2014/main" id="{69CED56D-0003-40C9-BBF2-F3D2BF36612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861"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2" descr="Image result for stick figure">
            <a:extLst>
              <a:ext uri="{FF2B5EF4-FFF2-40B4-BE49-F238E27FC236}">
                <a16:creationId xmlns:a16="http://schemas.microsoft.com/office/drawing/2014/main" id="{FE44E7D8-55FD-4391-925C-F7404E974CD0}"/>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89192"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2" descr="Image result for stick figure">
            <a:extLst>
              <a:ext uri="{FF2B5EF4-FFF2-40B4-BE49-F238E27FC236}">
                <a16:creationId xmlns:a16="http://schemas.microsoft.com/office/drawing/2014/main" id="{F83484DE-6EC6-440F-9FBF-D4B60FA4F4FB}"/>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92523" y="2856161"/>
            <a:ext cx="193356" cy="386713"/>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2" descr="Image result for stick figure">
            <a:extLst>
              <a:ext uri="{FF2B5EF4-FFF2-40B4-BE49-F238E27FC236}">
                <a16:creationId xmlns:a16="http://schemas.microsoft.com/office/drawing/2014/main" id="{72065263-EB39-475E-BC2D-36C91543B3B1}"/>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95854" y="2856161"/>
            <a:ext cx="193356" cy="386713"/>
          </a:xfrm>
          <a:prstGeom prst="rect">
            <a:avLst/>
          </a:prstGeom>
          <a:noFill/>
          <a:extLst>
            <a:ext uri="{909E8E84-426E-40DD-AFC4-6F175D3DCCD1}">
              <a14:hiddenFill xmlns:a14="http://schemas.microsoft.com/office/drawing/2010/main">
                <a:solidFill>
                  <a:srgbClr val="FFFFFF"/>
                </a:solidFill>
              </a14:hiddenFill>
            </a:ext>
          </a:extLst>
        </p:spPr>
      </p:pic>
      <p:cxnSp>
        <p:nvCxnSpPr>
          <p:cNvPr id="158" name="Straight Connector 157">
            <a:extLst>
              <a:ext uri="{FF2B5EF4-FFF2-40B4-BE49-F238E27FC236}">
                <a16:creationId xmlns:a16="http://schemas.microsoft.com/office/drawing/2014/main" id="{76656597-2F59-4AD9-B2C7-FC0C980924A3}"/>
              </a:ext>
            </a:extLst>
          </p:cNvPr>
          <p:cNvCxnSpPr>
            <a:cxnSpLocks/>
          </p:cNvCxnSpPr>
          <p:nvPr/>
        </p:nvCxnSpPr>
        <p:spPr>
          <a:xfrm>
            <a:off x="3705726" y="1180421"/>
            <a:ext cx="0" cy="2790000"/>
          </a:xfrm>
          <a:prstGeom prst="line">
            <a:avLst/>
          </a:prstGeom>
          <a:ln w="12700">
            <a:solidFill>
              <a:srgbClr val="FF66FF"/>
            </a:solidFill>
            <a:prstDash val="dash"/>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6A7B6DFE-C22E-4BB4-ABC2-8C5D97E73FFD}"/>
              </a:ext>
            </a:extLst>
          </p:cNvPr>
          <p:cNvSpPr txBox="1"/>
          <p:nvPr/>
        </p:nvSpPr>
        <p:spPr>
          <a:xfrm>
            <a:off x="1037876" y="3363789"/>
            <a:ext cx="2051332" cy="369332"/>
          </a:xfrm>
          <a:prstGeom prst="rect">
            <a:avLst/>
          </a:prstGeom>
          <a:noFill/>
        </p:spPr>
        <p:txBody>
          <a:bodyPr wrap="square" rtlCol="0">
            <a:spAutoFit/>
          </a:bodyPr>
          <a:lstStyle/>
          <a:p>
            <a:pPr algn="ctr"/>
            <a:r>
              <a:rPr lang="en-AU" dirty="0">
                <a:solidFill>
                  <a:srgbClr val="FF66FF"/>
                </a:solidFill>
              </a:rPr>
              <a:t>(Potential Data)</a:t>
            </a:r>
          </a:p>
        </p:txBody>
      </p:sp>
      <p:sp>
        <p:nvSpPr>
          <p:cNvPr id="161" name="TextBox 160">
            <a:extLst>
              <a:ext uri="{FF2B5EF4-FFF2-40B4-BE49-F238E27FC236}">
                <a16:creationId xmlns:a16="http://schemas.microsoft.com/office/drawing/2014/main" id="{A71B5A4D-53FE-48A1-89EF-8BCEB4EAB0AE}"/>
              </a:ext>
            </a:extLst>
          </p:cNvPr>
          <p:cNvSpPr txBox="1"/>
          <p:nvPr/>
        </p:nvSpPr>
        <p:spPr>
          <a:xfrm>
            <a:off x="1347229" y="1219971"/>
            <a:ext cx="1582484" cy="369332"/>
          </a:xfrm>
          <a:prstGeom prst="rect">
            <a:avLst/>
          </a:prstGeom>
          <a:noFill/>
        </p:spPr>
        <p:txBody>
          <a:bodyPr wrap="none" rtlCol="0">
            <a:spAutoFit/>
          </a:bodyPr>
          <a:lstStyle/>
          <a:p>
            <a:r>
              <a:rPr lang="en-AU" b="1" dirty="0">
                <a:latin typeface="Agency FB" panose="020B0503020202020204" pitchFamily="34" charset="0"/>
              </a:rPr>
              <a:t>Random variables</a:t>
            </a:r>
          </a:p>
        </p:txBody>
      </p:sp>
      <p:sp>
        <p:nvSpPr>
          <p:cNvPr id="162" name="Rectangle 161">
            <a:extLst>
              <a:ext uri="{FF2B5EF4-FFF2-40B4-BE49-F238E27FC236}">
                <a16:creationId xmlns:a16="http://schemas.microsoft.com/office/drawing/2014/main" id="{722F9848-1AA4-4BEF-A30A-B294CE15A75A}"/>
              </a:ext>
            </a:extLst>
          </p:cNvPr>
          <p:cNvSpPr/>
          <p:nvPr/>
        </p:nvSpPr>
        <p:spPr>
          <a:xfrm>
            <a:off x="977635" y="1180421"/>
            <a:ext cx="2237300" cy="2183368"/>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21AABBF8-5129-4FEA-8116-AA9DFD13FB31}"/>
                  </a:ext>
                </a:extLst>
              </p:cNvPr>
              <p:cNvSpPr txBox="1"/>
              <p:nvPr/>
            </p:nvSpPr>
            <p:spPr>
              <a:xfrm>
                <a:off x="644884" y="3908693"/>
                <a:ext cx="2775752" cy="4657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se</m:t>
                      </m:r>
                      <m:d>
                        <m:dPr>
                          <m:ctrlPr>
                            <a:rPr lang="en-AU" sz="2400" b="0" i="1" smtClean="0">
                              <a:latin typeface="Cambria Math" panose="02040503050406030204" pitchFamily="18" charset="0"/>
                            </a:rPr>
                          </m:ctrlPr>
                        </m:dPr>
                        <m:e>
                          <m:acc>
                            <m:accPr>
                              <m:chr m:val="̅"/>
                              <m:ctrlPr>
                                <a:rPr lang="en-AU" sz="2400" b="0" i="1" smtClean="0">
                                  <a:latin typeface="Cambria Math" panose="02040503050406030204" pitchFamily="18" charset="0"/>
                                </a:rPr>
                              </m:ctrlPr>
                            </m:accPr>
                            <m:e>
                              <m:r>
                                <a:rPr lang="en-AU" sz="2400" b="0" i="1" smtClean="0">
                                  <a:latin typeface="Cambria Math" panose="02040503050406030204" pitchFamily="18" charset="0"/>
                                </a:rPr>
                                <m:t>𝑥</m:t>
                              </m:r>
                            </m:e>
                          </m:acc>
                        </m:e>
                      </m:d>
                      <m:r>
                        <a:rPr lang="en-AU" sz="2400" b="0" i="0" smtClean="0">
                          <a:latin typeface="Cambria Math" panose="02040503050406030204" pitchFamily="18" charset="0"/>
                        </a:rPr>
                        <m:t>=</m:t>
                      </m:r>
                      <m:f>
                        <m:fPr>
                          <m:type m:val="lin"/>
                          <m:ctrlPr>
                            <a:rPr lang="en-AU" sz="2400" b="0" i="1" smtClean="0">
                              <a:latin typeface="Cambria Math" panose="02040503050406030204" pitchFamily="18" charset="0"/>
                            </a:rPr>
                          </m:ctrlPr>
                        </m:fPr>
                        <m:num>
                          <m:r>
                            <a:rPr lang="en-AU" sz="2400" b="0" i="1" smtClean="0">
                              <a:solidFill>
                                <a:srgbClr val="FF0000"/>
                              </a:solidFill>
                              <a:latin typeface="Cambria Math" panose="02040503050406030204" pitchFamily="18" charset="0"/>
                              <a:ea typeface="Cambria Math" panose="02040503050406030204" pitchFamily="18" charset="0"/>
                            </a:rPr>
                            <m:t>𝑠</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𝑛</m:t>
                              </m:r>
                            </m:e>
                          </m:rad>
                        </m:den>
                      </m:f>
                    </m:oMath>
                  </m:oMathPara>
                </a14:m>
                <a:endParaRPr lang="en-AU" sz="2400" dirty="0"/>
              </a:p>
            </p:txBody>
          </p:sp>
        </mc:Choice>
        <mc:Fallback xmlns="">
          <p:sp>
            <p:nvSpPr>
              <p:cNvPr id="166" name="TextBox 165">
                <a:extLst>
                  <a:ext uri="{FF2B5EF4-FFF2-40B4-BE49-F238E27FC236}">
                    <a16:creationId xmlns:a16="http://schemas.microsoft.com/office/drawing/2014/main" id="{21AABBF8-5129-4FEA-8116-AA9DFD13FB31}"/>
                  </a:ext>
                </a:extLst>
              </p:cNvPr>
              <p:cNvSpPr txBox="1">
                <a:spLocks noRot="1" noChangeAspect="1" noMove="1" noResize="1" noEditPoints="1" noAdjustHandles="1" noChangeArrowheads="1" noChangeShapeType="1" noTextEdit="1"/>
              </p:cNvSpPr>
              <p:nvPr/>
            </p:nvSpPr>
            <p:spPr>
              <a:xfrm>
                <a:off x="644884" y="3908693"/>
                <a:ext cx="2775752" cy="465769"/>
              </a:xfrm>
              <a:prstGeom prst="rect">
                <a:avLst/>
              </a:prstGeom>
              <a:blipFill>
                <a:blip r:embed="rId5"/>
                <a:stretch>
                  <a:fillRect t="-122078" r="-3516" b="-188312"/>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DC71A03E-8803-41BB-B420-5564E607EB95}"/>
                  </a:ext>
                </a:extLst>
              </p:cNvPr>
              <p:cNvSpPr txBox="1"/>
              <p:nvPr/>
            </p:nvSpPr>
            <p:spPr>
              <a:xfrm>
                <a:off x="849653" y="4374997"/>
                <a:ext cx="2935537" cy="5052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chemeClr val="bg1"/>
                          </a:solidFill>
                          <a:latin typeface="Cambria Math" panose="02040503050406030204" pitchFamily="18" charset="0"/>
                        </a:rPr>
                        <m:t>SE</m:t>
                      </m:r>
                      <m:d>
                        <m:dPr>
                          <m:ctrlPr>
                            <a:rPr lang="en-AU" sz="2400" b="0" i="1" smtClean="0">
                              <a:solidFill>
                                <a:schemeClr val="bg1"/>
                              </a:solidFill>
                              <a:latin typeface="Cambria Math" panose="02040503050406030204" pitchFamily="18" charset="0"/>
                            </a:rPr>
                          </m:ctrlPr>
                        </m:dPr>
                        <m:e>
                          <m:acc>
                            <m:accPr>
                              <m:chr m:val="̅"/>
                              <m:ctrlPr>
                                <a:rPr lang="en-AU" sz="2400" b="0" i="1" smtClean="0">
                                  <a:solidFill>
                                    <a:schemeClr val="bg1"/>
                                  </a:solidFill>
                                  <a:latin typeface="Cambria Math" panose="02040503050406030204" pitchFamily="18" charset="0"/>
                                </a:rPr>
                              </m:ctrlPr>
                            </m:accPr>
                            <m:e>
                              <m:r>
                                <a:rPr lang="en-AU" sz="2400" b="0" i="1" smtClean="0">
                                  <a:solidFill>
                                    <a:schemeClr val="bg1"/>
                                  </a:solidFill>
                                  <a:latin typeface="Cambria Math" panose="02040503050406030204" pitchFamily="18" charset="0"/>
                                </a:rPr>
                                <m:t>𝑋</m:t>
                              </m:r>
                            </m:e>
                          </m:acc>
                        </m:e>
                      </m:d>
                      <m:r>
                        <a:rPr lang="en-AU" sz="2400" b="0" i="0" smtClean="0">
                          <a:solidFill>
                            <a:schemeClr val="tx1"/>
                          </a:solidFill>
                          <a:latin typeface="Cambria Math" panose="02040503050406030204" pitchFamily="18" charset="0"/>
                        </a:rPr>
                        <m:t>=</m:t>
                      </m:r>
                      <m:f>
                        <m:fPr>
                          <m:type m:val="lin"/>
                          <m:ctrlPr>
                            <a:rPr lang="en-AU" sz="2400" b="0" i="1" smtClean="0">
                              <a:solidFill>
                                <a:schemeClr val="tx1"/>
                              </a:solidFill>
                              <a:latin typeface="Cambria Math" panose="02040503050406030204" pitchFamily="18" charset="0"/>
                            </a:rPr>
                          </m:ctrlPr>
                        </m:fPr>
                        <m:num>
                          <m:r>
                            <a:rPr lang="en-AU" sz="2400" b="0" i="1" smtClean="0">
                              <a:solidFill>
                                <a:srgbClr val="FF0000"/>
                              </a:solidFill>
                              <a:latin typeface="Cambria Math" panose="02040503050406030204" pitchFamily="18" charset="0"/>
                              <a:ea typeface="Cambria Math" panose="02040503050406030204" pitchFamily="18" charset="0"/>
                            </a:rPr>
                            <m:t>15.2</m:t>
                          </m:r>
                          <m:r>
                            <a:rPr lang="en-AU" sz="2400" b="0" i="1" smtClean="0">
                              <a:solidFill>
                                <a:schemeClr val="tx1"/>
                              </a:solidFill>
                              <a:latin typeface="Cambria Math" panose="02040503050406030204" pitchFamily="18" charset="0"/>
                              <a:ea typeface="Cambria Math" panose="02040503050406030204" pitchFamily="18" charset="0"/>
                            </a:rPr>
                            <m:t> </m:t>
                          </m:r>
                        </m:num>
                        <m:den>
                          <m:rad>
                            <m:radPr>
                              <m:degHide m:val="on"/>
                              <m:ctrlPr>
                                <a:rPr lang="en-AU" sz="2400" b="0" i="1" smtClean="0">
                                  <a:solidFill>
                                    <a:schemeClr val="tx1"/>
                                  </a:solidFill>
                                  <a:latin typeface="Cambria Math" panose="02040503050406030204" pitchFamily="18" charset="0"/>
                                </a:rPr>
                              </m:ctrlPr>
                            </m:radPr>
                            <m:deg/>
                            <m:e>
                              <m:r>
                                <a:rPr lang="en-AU" sz="2400" b="0" i="1" smtClean="0">
                                  <a:solidFill>
                                    <a:schemeClr val="tx1"/>
                                  </a:solidFill>
                                  <a:latin typeface="Cambria Math" panose="02040503050406030204" pitchFamily="18" charset="0"/>
                                </a:rPr>
                                <m:t>10</m:t>
                              </m:r>
                            </m:e>
                          </m:rad>
                        </m:den>
                      </m:f>
                    </m:oMath>
                  </m:oMathPara>
                </a14:m>
                <a:endParaRPr lang="en-AU" sz="2400" dirty="0">
                  <a:solidFill>
                    <a:schemeClr val="bg1"/>
                  </a:solidFill>
                </a:endParaRPr>
              </a:p>
            </p:txBody>
          </p:sp>
        </mc:Choice>
        <mc:Fallback xmlns="">
          <p:sp>
            <p:nvSpPr>
              <p:cNvPr id="167" name="TextBox 166">
                <a:extLst>
                  <a:ext uri="{FF2B5EF4-FFF2-40B4-BE49-F238E27FC236}">
                    <a16:creationId xmlns:a16="http://schemas.microsoft.com/office/drawing/2014/main" id="{DC71A03E-8803-41BB-B420-5564E607EB95}"/>
                  </a:ext>
                </a:extLst>
              </p:cNvPr>
              <p:cNvSpPr txBox="1">
                <a:spLocks noRot="1" noChangeAspect="1" noMove="1" noResize="1" noEditPoints="1" noAdjustHandles="1" noChangeArrowheads="1" noChangeShapeType="1" noTextEdit="1"/>
              </p:cNvSpPr>
              <p:nvPr/>
            </p:nvSpPr>
            <p:spPr>
              <a:xfrm>
                <a:off x="849653" y="4374997"/>
                <a:ext cx="2935537" cy="505203"/>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7DB17273-9E46-44C1-BDE4-773AE74F49E6}"/>
                  </a:ext>
                </a:extLst>
              </p:cNvPr>
              <p:cNvSpPr txBox="1"/>
              <p:nvPr/>
            </p:nvSpPr>
            <p:spPr>
              <a:xfrm>
                <a:off x="834039" y="4910661"/>
                <a:ext cx="221750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chemeClr val="bg1"/>
                          </a:solidFill>
                          <a:latin typeface="Cambria Math" panose="02040503050406030204" pitchFamily="18" charset="0"/>
                        </a:rPr>
                        <m:t>SE</m:t>
                      </m:r>
                      <m:d>
                        <m:dPr>
                          <m:ctrlPr>
                            <a:rPr lang="en-AU" sz="2400" b="0" i="1" smtClean="0">
                              <a:solidFill>
                                <a:schemeClr val="bg1"/>
                              </a:solidFill>
                              <a:latin typeface="Cambria Math" panose="02040503050406030204" pitchFamily="18" charset="0"/>
                            </a:rPr>
                          </m:ctrlPr>
                        </m:dPr>
                        <m:e>
                          <m:acc>
                            <m:accPr>
                              <m:chr m:val="̅"/>
                              <m:ctrlPr>
                                <a:rPr lang="en-AU" sz="2400" b="0" i="1" smtClean="0">
                                  <a:solidFill>
                                    <a:schemeClr val="bg1"/>
                                  </a:solidFill>
                                  <a:latin typeface="Cambria Math" panose="02040503050406030204" pitchFamily="18" charset="0"/>
                                </a:rPr>
                              </m:ctrlPr>
                            </m:accPr>
                            <m:e>
                              <m:r>
                                <a:rPr lang="en-AU" sz="2400" b="0" i="1" smtClean="0">
                                  <a:solidFill>
                                    <a:schemeClr val="bg1"/>
                                  </a:solidFill>
                                  <a:latin typeface="Cambria Math" panose="02040503050406030204" pitchFamily="18" charset="0"/>
                                </a:rPr>
                                <m:t>𝑋</m:t>
                              </m:r>
                            </m:e>
                          </m:acc>
                        </m:e>
                      </m:d>
                      <m:r>
                        <a:rPr lang="en-AU" sz="2400" b="0" i="0" smtClean="0">
                          <a:solidFill>
                            <a:schemeClr val="tx1"/>
                          </a:solidFill>
                          <a:latin typeface="Cambria Math" panose="02040503050406030204" pitchFamily="18" charset="0"/>
                        </a:rPr>
                        <m:t>=</m:t>
                      </m:r>
                      <m:r>
                        <a:rPr lang="en-AU" sz="2400" b="0" i="1" smtClean="0">
                          <a:solidFill>
                            <a:schemeClr val="tx1"/>
                          </a:solidFill>
                          <a:latin typeface="Cambria Math" panose="02040503050406030204" pitchFamily="18" charset="0"/>
                        </a:rPr>
                        <m:t>4.81</m:t>
                      </m:r>
                    </m:oMath>
                  </m:oMathPara>
                </a14:m>
                <a:endParaRPr lang="en-AU" sz="2400" dirty="0">
                  <a:solidFill>
                    <a:schemeClr val="bg1"/>
                  </a:solidFill>
                </a:endParaRPr>
              </a:p>
            </p:txBody>
          </p:sp>
        </mc:Choice>
        <mc:Fallback xmlns="">
          <p:sp>
            <p:nvSpPr>
              <p:cNvPr id="168" name="TextBox 167">
                <a:extLst>
                  <a:ext uri="{FF2B5EF4-FFF2-40B4-BE49-F238E27FC236}">
                    <a16:creationId xmlns:a16="http://schemas.microsoft.com/office/drawing/2014/main" id="{7DB17273-9E46-44C1-BDE4-773AE74F49E6}"/>
                  </a:ext>
                </a:extLst>
              </p:cNvPr>
              <p:cNvSpPr txBox="1">
                <a:spLocks noRot="1" noChangeAspect="1" noMove="1" noResize="1" noEditPoints="1" noAdjustHandles="1" noChangeArrowheads="1" noChangeShapeType="1" noTextEdit="1"/>
              </p:cNvSpPr>
              <p:nvPr/>
            </p:nvSpPr>
            <p:spPr>
              <a:xfrm>
                <a:off x="834039" y="4910661"/>
                <a:ext cx="2217505" cy="461665"/>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604750C2-EBFE-4882-AD29-1B82097A70FC}"/>
                  </a:ext>
                </a:extLst>
              </p:cNvPr>
              <p:cNvSpPr txBox="1"/>
              <p:nvPr/>
            </p:nvSpPr>
            <p:spPr>
              <a:xfrm>
                <a:off x="9175163" y="3905167"/>
                <a:ext cx="2177327" cy="36933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sz="2400" i="1" smtClean="0">
                              <a:latin typeface="Cambria Math" panose="02040503050406030204" pitchFamily="18" charset="0"/>
                            </a:rPr>
                          </m:ctrlPr>
                        </m:accPr>
                        <m:e>
                          <m:r>
                            <m:rPr>
                              <m:sty m:val="p"/>
                            </m:rPr>
                            <a:rPr lang="en-AU" sz="2400" b="0" i="0" smtClean="0">
                              <a:latin typeface="Cambria Math" panose="02040503050406030204" pitchFamily="18" charset="0"/>
                            </a:rPr>
                            <m:t>x</m:t>
                          </m:r>
                        </m:e>
                      </m:acc>
                      <m:r>
                        <a:rPr lang="en-AU" sz="2400" b="0" i="0" smtClean="0">
                          <a:latin typeface="Cambria Math" panose="02040503050406030204" pitchFamily="18" charset="0"/>
                        </a:rPr>
                        <m:t>=93, </m:t>
                      </m:r>
                      <m:r>
                        <m:rPr>
                          <m:sty m:val="p"/>
                        </m:rPr>
                        <a:rPr lang="en-AU" sz="2400" b="0" i="0" smtClean="0">
                          <a:solidFill>
                            <a:srgbClr val="FF0000"/>
                          </a:solidFill>
                          <a:latin typeface="Cambria Math" panose="02040503050406030204" pitchFamily="18" charset="0"/>
                        </a:rPr>
                        <m:t>s</m:t>
                      </m:r>
                      <m:r>
                        <a:rPr lang="en-AU" sz="2400" b="0" i="0" smtClean="0">
                          <a:solidFill>
                            <a:srgbClr val="FF0000"/>
                          </a:solidFill>
                          <a:latin typeface="Cambria Math" panose="02040503050406030204" pitchFamily="18" charset="0"/>
                        </a:rPr>
                        <m:t>=15.2</m:t>
                      </m:r>
                    </m:oMath>
                  </m:oMathPara>
                </a14:m>
                <a:endParaRPr lang="en-AU" sz="2400" dirty="0"/>
              </a:p>
            </p:txBody>
          </p:sp>
        </mc:Choice>
        <mc:Fallback xmlns="">
          <p:sp>
            <p:nvSpPr>
              <p:cNvPr id="170" name="TextBox 169">
                <a:extLst>
                  <a:ext uri="{FF2B5EF4-FFF2-40B4-BE49-F238E27FC236}">
                    <a16:creationId xmlns:a16="http://schemas.microsoft.com/office/drawing/2014/main" id="{604750C2-EBFE-4882-AD29-1B82097A70FC}"/>
                  </a:ext>
                </a:extLst>
              </p:cNvPr>
              <p:cNvSpPr txBox="1">
                <a:spLocks noRot="1" noChangeAspect="1" noMove="1" noResize="1" noEditPoints="1" noAdjustHandles="1" noChangeArrowheads="1" noChangeShapeType="1" noTextEdit="1"/>
              </p:cNvSpPr>
              <p:nvPr/>
            </p:nvSpPr>
            <p:spPr>
              <a:xfrm>
                <a:off x="9175163" y="3905167"/>
                <a:ext cx="2177327" cy="369332"/>
              </a:xfrm>
              <a:prstGeom prst="rect">
                <a:avLst/>
              </a:prstGeom>
              <a:blipFill>
                <a:blip r:embed="rId8"/>
                <a:stretch>
                  <a:fillRect l="-1401" r="-3361" b="-8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60C072A-8591-405C-83A4-8B53D5EB828F}"/>
                  </a:ext>
                </a:extLst>
              </p:cNvPr>
              <p:cNvSpPr txBox="1"/>
              <p:nvPr/>
            </p:nvSpPr>
            <p:spPr>
              <a:xfrm>
                <a:off x="4348442" y="838177"/>
                <a:ext cx="295220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solidFill>
                            <a:srgbClr val="212529"/>
                          </a:solidFill>
                          <a:latin typeface="Cambria Math" panose="02040503050406030204" pitchFamily="18" charset="0"/>
                          <a:ea typeface="Cambria Math" panose="02040503050406030204" pitchFamily="18" charset="0"/>
                        </a:rPr>
                        <m:t>N</m:t>
                      </m:r>
                      <m:r>
                        <a:rPr lang="en-AU" sz="2400" b="0" i="0" smtClean="0">
                          <a:solidFill>
                            <a:srgbClr val="212529"/>
                          </a:solidFill>
                          <a:latin typeface="Cambria Math" panose="02040503050406030204" pitchFamily="18" charset="0"/>
                          <a:ea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𝜇</m:t>
                      </m:r>
                      <m:r>
                        <a:rPr lang="en-AU" sz="2400" b="0" i="1" smtClean="0">
                          <a:solidFill>
                            <a:srgbClr val="FF0000"/>
                          </a:solidFill>
                          <a:latin typeface="Cambria Math" panose="02040503050406030204" pitchFamily="18" charset="0"/>
                          <a:ea typeface="Cambria Math" panose="02040503050406030204" pitchFamily="18" charset="0"/>
                        </a:rPr>
                        <m:t>= ?</m:t>
                      </m:r>
                      <m:r>
                        <a:rPr lang="en-AU" sz="2400" b="0" i="1" smtClean="0">
                          <a:solidFill>
                            <a:srgbClr val="212529"/>
                          </a:solidFill>
                          <a:latin typeface="Cambria Math" panose="02040503050406030204" pitchFamily="18" charset="0"/>
                          <a:ea typeface="Cambria Math" panose="02040503050406030204" pitchFamily="18" charset="0"/>
                        </a:rPr>
                        <m:t>,</m:t>
                      </m:r>
                      <m:r>
                        <a:rPr lang="en-AU" sz="2400" b="0" i="1" smtClean="0">
                          <a:solidFill>
                            <a:srgbClr val="FF0000"/>
                          </a:solidFill>
                          <a:latin typeface="Cambria Math" panose="02040503050406030204" pitchFamily="18" charset="0"/>
                          <a:ea typeface="Cambria Math" panose="02040503050406030204" pitchFamily="18" charset="0"/>
                        </a:rPr>
                        <m:t>𝜎</m:t>
                      </m:r>
                      <m:r>
                        <a:rPr lang="en-AU" sz="2400" b="0" i="1" smtClean="0">
                          <a:solidFill>
                            <a:srgbClr val="FF0000"/>
                          </a:solidFill>
                          <a:latin typeface="Cambria Math" panose="02040503050406030204" pitchFamily="18" charset="0"/>
                          <a:ea typeface="Cambria Math" panose="02040503050406030204" pitchFamily="18" charset="0"/>
                        </a:rPr>
                        <m:t>= ?</m:t>
                      </m:r>
                      <m:r>
                        <a:rPr lang="en-AU" sz="2400" b="0" i="0" smtClean="0">
                          <a:solidFill>
                            <a:srgbClr val="FF0000"/>
                          </a:solidFill>
                          <a:latin typeface="Cambria Math" panose="02040503050406030204" pitchFamily="18" charset="0"/>
                          <a:ea typeface="Cambria Math" panose="02040503050406030204" pitchFamily="18" charset="0"/>
                        </a:rPr>
                        <m:t>)</m:t>
                      </m:r>
                    </m:oMath>
                  </m:oMathPara>
                </a14:m>
                <a:endParaRPr lang="en-AU" sz="2400" dirty="0"/>
              </a:p>
            </p:txBody>
          </p:sp>
        </mc:Choice>
        <mc:Fallback xmlns="">
          <p:sp>
            <p:nvSpPr>
              <p:cNvPr id="164" name="TextBox 163">
                <a:extLst>
                  <a:ext uri="{FF2B5EF4-FFF2-40B4-BE49-F238E27FC236}">
                    <a16:creationId xmlns:a16="http://schemas.microsoft.com/office/drawing/2014/main" id="{660C072A-8591-405C-83A4-8B53D5EB828F}"/>
                  </a:ext>
                </a:extLst>
              </p:cNvPr>
              <p:cNvSpPr txBox="1">
                <a:spLocks noRot="1" noChangeAspect="1" noMove="1" noResize="1" noEditPoints="1" noAdjustHandles="1" noChangeArrowheads="1" noChangeShapeType="1" noTextEdit="1"/>
              </p:cNvSpPr>
              <p:nvPr/>
            </p:nvSpPr>
            <p:spPr>
              <a:xfrm>
                <a:off x="4348442" y="838177"/>
                <a:ext cx="2952208" cy="461665"/>
              </a:xfrm>
              <a:prstGeom prst="rect">
                <a:avLst/>
              </a:prstGeom>
              <a:blipFill>
                <a:blip r:embed="rId9"/>
                <a:stretch>
                  <a:fillRect b="-17105"/>
                </a:stretch>
              </a:blipFill>
            </p:spPr>
            <p:txBody>
              <a:bodyPr/>
              <a:lstStyle/>
              <a:p>
                <a:r>
                  <a:rPr lang="en-AU">
                    <a:noFill/>
                  </a:rPr>
                  <a:t> </a:t>
                </a:r>
              </a:p>
            </p:txBody>
          </p:sp>
        </mc:Fallback>
      </mc:AlternateContent>
      <p:sp>
        <p:nvSpPr>
          <p:cNvPr id="177" name="TextBox 176">
            <a:extLst>
              <a:ext uri="{FF2B5EF4-FFF2-40B4-BE49-F238E27FC236}">
                <a16:creationId xmlns:a16="http://schemas.microsoft.com/office/drawing/2014/main" id="{E0679C0D-3850-40C1-AC5A-E5052D411D8D}"/>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Standard Error – when </a:t>
            </a:r>
            <a:r>
              <a:rPr lang="en-AU" sz="3600" dirty="0">
                <a:solidFill>
                  <a:schemeClr val="bg1"/>
                </a:solidFill>
                <a:latin typeface="Arial Narrow" panose="020B0606020202030204" pitchFamily="34" charset="0"/>
                <a:sym typeface="Symbol" panose="05050102010706020507" pitchFamily="18" charset="2"/>
              </a:rPr>
              <a:t> is unknown</a:t>
            </a:r>
            <a:endParaRPr lang="en-AU" sz="36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563493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B9627C39-A439-4D37-B5D8-FA4D73D2995C}"/>
                  </a:ext>
                </a:extLst>
              </p:cNvPr>
              <p:cNvSpPr txBox="1"/>
              <p:nvPr/>
            </p:nvSpPr>
            <p:spPr>
              <a:xfrm>
                <a:off x="0" y="860007"/>
                <a:ext cx="12192000" cy="12311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sz="8000" b="0" i="0" smtClean="0">
                          <a:latin typeface="Cambria Math" panose="02040503050406030204" pitchFamily="18" charset="0"/>
                        </a:rPr>
                        <m:t>estimate</m:t>
                      </m:r>
                      <m:r>
                        <a:rPr lang="en-AU" sz="8000" b="0" i="1" smtClean="0">
                          <a:latin typeface="Cambria Math" panose="02040503050406030204" pitchFamily="18" charset="0"/>
                          <a:ea typeface="Cambria Math" panose="02040503050406030204" pitchFamily="18" charset="0"/>
                        </a:rPr>
                        <m:t>±</m:t>
                      </m:r>
                      <m:r>
                        <m:rPr>
                          <m:sty m:val="p"/>
                        </m:rPr>
                        <a:rPr lang="en-AU" sz="8000" b="0" i="0" smtClean="0">
                          <a:latin typeface="Cambria Math" panose="02040503050406030204" pitchFamily="18" charset="0"/>
                          <a:ea typeface="Cambria Math" panose="02040503050406030204" pitchFamily="18" charset="0"/>
                        </a:rPr>
                        <m:t>std</m:t>
                      </m:r>
                      <m:r>
                        <a:rPr lang="en-AU" sz="8000" b="0" i="0" smtClean="0">
                          <a:latin typeface="Cambria Math" panose="02040503050406030204" pitchFamily="18" charset="0"/>
                          <a:ea typeface="Cambria Math" panose="02040503050406030204" pitchFamily="18" charset="0"/>
                        </a:rPr>
                        <m:t>.</m:t>
                      </m:r>
                      <m:r>
                        <m:rPr>
                          <m:sty m:val="p"/>
                        </m:rPr>
                        <a:rPr lang="en-AU" sz="8000" b="0" i="0" smtClean="0">
                          <a:latin typeface="Cambria Math" panose="02040503050406030204" pitchFamily="18" charset="0"/>
                          <a:ea typeface="Cambria Math" panose="02040503050406030204" pitchFamily="18" charset="0"/>
                        </a:rPr>
                        <m:t>error</m:t>
                      </m:r>
                    </m:oMath>
                  </m:oMathPara>
                </a14:m>
                <a:endParaRPr lang="en-AU" sz="8000" dirty="0"/>
              </a:p>
            </p:txBody>
          </p:sp>
        </mc:Choice>
        <mc:Fallback xmlns="">
          <p:sp>
            <p:nvSpPr>
              <p:cNvPr id="165" name="TextBox 164">
                <a:extLst>
                  <a:ext uri="{FF2B5EF4-FFF2-40B4-BE49-F238E27FC236}">
                    <a16:creationId xmlns:a16="http://schemas.microsoft.com/office/drawing/2014/main" id="{B9627C39-A439-4D37-B5D8-FA4D73D2995C}"/>
                  </a:ext>
                </a:extLst>
              </p:cNvPr>
              <p:cNvSpPr txBox="1">
                <a:spLocks noRot="1" noChangeAspect="1" noMove="1" noResize="1" noEditPoints="1" noAdjustHandles="1" noChangeArrowheads="1" noChangeShapeType="1" noTextEdit="1"/>
              </p:cNvSpPr>
              <p:nvPr/>
            </p:nvSpPr>
            <p:spPr>
              <a:xfrm>
                <a:off x="0" y="860007"/>
                <a:ext cx="12192000" cy="1231106"/>
              </a:xfrm>
              <a:prstGeom prst="rect">
                <a:avLst/>
              </a:prstGeom>
              <a:blipFill>
                <a:blip r:embed="rId3"/>
                <a:stretch>
                  <a:fillRect/>
                </a:stretch>
              </a:blipFill>
            </p:spPr>
            <p:txBody>
              <a:bodyPr/>
              <a:lstStyle/>
              <a:p>
                <a:r>
                  <a:rPr lang="en-AU">
                    <a:noFill/>
                  </a:rPr>
                  <a:t> </a:t>
                </a:r>
              </a:p>
            </p:txBody>
          </p:sp>
        </mc:Fallback>
      </mc:AlternateContent>
      <p:sp>
        <p:nvSpPr>
          <p:cNvPr id="14" name="TextBox 13">
            <a:extLst>
              <a:ext uri="{FF2B5EF4-FFF2-40B4-BE49-F238E27FC236}">
                <a16:creationId xmlns:a16="http://schemas.microsoft.com/office/drawing/2014/main" id="{46D2DFE4-35C0-4B1F-9FC7-4C8A98562B9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Reporting estimates with SE</a:t>
            </a:r>
          </a:p>
        </p:txBody>
      </p:sp>
      <p:cxnSp>
        <p:nvCxnSpPr>
          <p:cNvPr id="60" name="Straight Connector 59">
            <a:extLst>
              <a:ext uri="{FF2B5EF4-FFF2-40B4-BE49-F238E27FC236}">
                <a16:creationId xmlns:a16="http://schemas.microsoft.com/office/drawing/2014/main" id="{A7FCE216-586B-4391-9D3B-1EB6EE1F18C7}"/>
              </a:ext>
            </a:extLst>
          </p:cNvPr>
          <p:cNvCxnSpPr>
            <a:cxnSpLocks/>
          </p:cNvCxnSpPr>
          <p:nvPr/>
        </p:nvCxnSpPr>
        <p:spPr>
          <a:xfrm>
            <a:off x="6096000" y="2498679"/>
            <a:ext cx="0" cy="4295554"/>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E6FD445-D1D2-4818-99A2-708E045A4A82}"/>
              </a:ext>
            </a:extLst>
          </p:cNvPr>
          <p:cNvSpPr txBox="1"/>
          <p:nvPr/>
        </p:nvSpPr>
        <p:spPr>
          <a:xfrm>
            <a:off x="1" y="2498679"/>
            <a:ext cx="6095998" cy="430887"/>
          </a:xfrm>
          <a:prstGeom prst="rect">
            <a:avLst/>
          </a:prstGeom>
          <a:noFill/>
        </p:spPr>
        <p:txBody>
          <a:bodyPr wrap="square" rtlCol="0">
            <a:spAutoFit/>
          </a:bodyPr>
          <a:lstStyle/>
          <a:p>
            <a:pPr algn="ctr"/>
            <a:r>
              <a:rPr lang="en-AU" sz="2200" b="1" dirty="0">
                <a:latin typeface="Agency FB" panose="020B0503020202020204" pitchFamily="34" charset="0"/>
              </a:rPr>
              <a:t>UNIVERSITY A</a:t>
            </a:r>
          </a:p>
        </p:txBody>
      </p:sp>
      <p:sp>
        <p:nvSpPr>
          <p:cNvPr id="62" name="TextBox 61">
            <a:extLst>
              <a:ext uri="{FF2B5EF4-FFF2-40B4-BE49-F238E27FC236}">
                <a16:creationId xmlns:a16="http://schemas.microsoft.com/office/drawing/2014/main" id="{3A0859E0-2669-4A7E-B67C-1AE70D637FD2}"/>
              </a:ext>
            </a:extLst>
          </p:cNvPr>
          <p:cNvSpPr txBox="1"/>
          <p:nvPr/>
        </p:nvSpPr>
        <p:spPr>
          <a:xfrm>
            <a:off x="6095999" y="2498679"/>
            <a:ext cx="6096000" cy="430887"/>
          </a:xfrm>
          <a:prstGeom prst="rect">
            <a:avLst/>
          </a:prstGeom>
          <a:noFill/>
        </p:spPr>
        <p:txBody>
          <a:bodyPr wrap="square" rtlCol="0">
            <a:spAutoFit/>
          </a:bodyPr>
          <a:lstStyle/>
          <a:p>
            <a:pPr algn="ctr"/>
            <a:r>
              <a:rPr lang="en-AU" sz="2200" b="1" dirty="0">
                <a:latin typeface="Agency FB" panose="020B0503020202020204" pitchFamily="34" charset="0"/>
              </a:rPr>
              <a:t>UNIVERSITY B</a:t>
            </a:r>
          </a:p>
        </p:txBody>
      </p:sp>
      <p:cxnSp>
        <p:nvCxnSpPr>
          <p:cNvPr id="63" name="Straight Connector 62">
            <a:extLst>
              <a:ext uri="{FF2B5EF4-FFF2-40B4-BE49-F238E27FC236}">
                <a16:creationId xmlns:a16="http://schemas.microsoft.com/office/drawing/2014/main" id="{DA0542BC-E675-4449-835F-9AD049CFFD3A}"/>
              </a:ext>
            </a:extLst>
          </p:cNvPr>
          <p:cNvCxnSpPr>
            <a:cxnSpLocks/>
          </p:cNvCxnSpPr>
          <p:nvPr/>
        </p:nvCxnSpPr>
        <p:spPr>
          <a:xfrm>
            <a:off x="7857459" y="2929566"/>
            <a:ext cx="25943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47B1674-8C11-4805-9630-10949423437D}"/>
              </a:ext>
            </a:extLst>
          </p:cNvPr>
          <p:cNvCxnSpPr>
            <a:cxnSpLocks/>
          </p:cNvCxnSpPr>
          <p:nvPr/>
        </p:nvCxnSpPr>
        <p:spPr>
          <a:xfrm>
            <a:off x="1733106" y="2929566"/>
            <a:ext cx="25943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31487E0-9D5F-440B-9CC5-F36022108EAE}"/>
                  </a:ext>
                </a:extLst>
              </p:cNvPr>
              <p:cNvSpPr txBox="1"/>
              <p:nvPr/>
            </p:nvSpPr>
            <p:spPr>
              <a:xfrm>
                <a:off x="2991300" y="3767746"/>
                <a:ext cx="1176664"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0" i="1" dirty="0" smtClean="0">
                          <a:latin typeface="Cambria Math" panose="02040503050406030204" pitchFamily="18" charset="0"/>
                          <a:ea typeface="Cambria Math" panose="02040503050406030204" pitchFamily="18" charset="0"/>
                        </a:rPr>
                        <m:t>±</m:t>
                      </m:r>
                      <m:r>
                        <a:rPr lang="en-AU" sz="2800" b="0" i="1" dirty="0" smtClean="0">
                          <a:solidFill>
                            <a:schemeClr val="accent1"/>
                          </a:solidFill>
                          <a:latin typeface="Cambria Math" panose="02040503050406030204" pitchFamily="18" charset="0"/>
                          <a:ea typeface="Cambria Math" panose="02040503050406030204" pitchFamily="18" charset="0"/>
                        </a:rPr>
                        <m:t>0.15</m:t>
                      </m:r>
                    </m:oMath>
                  </m:oMathPara>
                </a14:m>
                <a:endParaRPr lang="en-AU" sz="2000" dirty="0"/>
              </a:p>
            </p:txBody>
          </p:sp>
        </mc:Choice>
        <mc:Fallback xmlns="">
          <p:sp>
            <p:nvSpPr>
              <p:cNvPr id="65" name="TextBox 64">
                <a:extLst>
                  <a:ext uri="{FF2B5EF4-FFF2-40B4-BE49-F238E27FC236}">
                    <a16:creationId xmlns:a16="http://schemas.microsoft.com/office/drawing/2014/main" id="{D31487E0-9D5F-440B-9CC5-F36022108EAE}"/>
                  </a:ext>
                </a:extLst>
              </p:cNvPr>
              <p:cNvSpPr txBox="1">
                <a:spLocks noRot="1" noChangeAspect="1" noMove="1" noResize="1" noEditPoints="1" noAdjustHandles="1" noChangeArrowheads="1" noChangeShapeType="1" noTextEdit="1"/>
              </p:cNvSpPr>
              <p:nvPr/>
            </p:nvSpPr>
            <p:spPr>
              <a:xfrm>
                <a:off x="2991300" y="3767746"/>
                <a:ext cx="1176664" cy="430887"/>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ABD77957-7505-4936-A729-A957DCA006CD}"/>
                  </a:ext>
                </a:extLst>
              </p:cNvPr>
              <p:cNvSpPr txBox="1"/>
              <p:nvPr/>
            </p:nvSpPr>
            <p:spPr>
              <a:xfrm>
                <a:off x="9112101" y="3771290"/>
                <a:ext cx="1176664"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0" i="1" dirty="0" smtClean="0">
                          <a:latin typeface="Cambria Math" panose="02040503050406030204" pitchFamily="18" charset="0"/>
                          <a:ea typeface="Cambria Math" panose="02040503050406030204" pitchFamily="18" charset="0"/>
                        </a:rPr>
                        <m:t>±</m:t>
                      </m:r>
                      <m:r>
                        <a:rPr lang="en-AU" sz="2800" b="0" i="1" dirty="0" smtClean="0">
                          <a:solidFill>
                            <a:schemeClr val="accent1"/>
                          </a:solidFill>
                          <a:latin typeface="Cambria Math" panose="02040503050406030204" pitchFamily="18" charset="0"/>
                          <a:ea typeface="Cambria Math" panose="02040503050406030204" pitchFamily="18" charset="0"/>
                        </a:rPr>
                        <m:t>0.29</m:t>
                      </m:r>
                    </m:oMath>
                  </m:oMathPara>
                </a14:m>
                <a:endParaRPr lang="en-AU" sz="2000" dirty="0"/>
              </a:p>
            </p:txBody>
          </p:sp>
        </mc:Choice>
        <mc:Fallback xmlns="">
          <p:sp>
            <p:nvSpPr>
              <p:cNvPr id="66" name="TextBox 65">
                <a:extLst>
                  <a:ext uri="{FF2B5EF4-FFF2-40B4-BE49-F238E27FC236}">
                    <a16:creationId xmlns:a16="http://schemas.microsoft.com/office/drawing/2014/main" id="{ABD77957-7505-4936-A729-A957DCA006CD}"/>
                  </a:ext>
                </a:extLst>
              </p:cNvPr>
              <p:cNvSpPr txBox="1">
                <a:spLocks noRot="1" noChangeAspect="1" noMove="1" noResize="1" noEditPoints="1" noAdjustHandles="1" noChangeArrowheads="1" noChangeShapeType="1" noTextEdit="1"/>
              </p:cNvSpPr>
              <p:nvPr/>
            </p:nvSpPr>
            <p:spPr>
              <a:xfrm>
                <a:off x="9112101" y="3771290"/>
                <a:ext cx="1176664" cy="430887"/>
              </a:xfrm>
              <a:prstGeom prst="rect">
                <a:avLst/>
              </a:prstGeom>
              <a:blipFill>
                <a:blip r:embed="rId5"/>
                <a:stretch>
                  <a:fillRect/>
                </a:stretch>
              </a:blipFill>
            </p:spPr>
            <p:txBody>
              <a:bodyPr/>
              <a:lstStyle/>
              <a:p>
                <a:r>
                  <a:rPr lang="en-AU">
                    <a:noFill/>
                  </a:rPr>
                  <a:t> </a:t>
                </a:r>
              </a:p>
            </p:txBody>
          </p:sp>
        </mc:Fallback>
      </mc:AlternateContent>
      <p:cxnSp>
        <p:nvCxnSpPr>
          <p:cNvPr id="67" name="Straight Connector 66">
            <a:extLst>
              <a:ext uri="{FF2B5EF4-FFF2-40B4-BE49-F238E27FC236}">
                <a16:creationId xmlns:a16="http://schemas.microsoft.com/office/drawing/2014/main" id="{9EFF8686-9EEB-4A49-8ABD-4CF7DA4D43BF}"/>
              </a:ext>
            </a:extLst>
          </p:cNvPr>
          <p:cNvCxnSpPr>
            <a:cxnSpLocks/>
          </p:cNvCxnSpPr>
          <p:nvPr/>
        </p:nvCxnSpPr>
        <p:spPr>
          <a:xfrm>
            <a:off x="818707" y="498267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B09B961-D200-4E71-B84A-5A661629CE93}"/>
              </a:ext>
            </a:extLst>
          </p:cNvPr>
          <p:cNvCxnSpPr/>
          <p:nvPr/>
        </p:nvCxnSpPr>
        <p:spPr>
          <a:xfrm>
            <a:off x="1898707" y="482318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B3969DB-2B0B-4FF1-B711-06AC46D52453}"/>
              </a:ext>
            </a:extLst>
          </p:cNvPr>
          <p:cNvCxnSpPr>
            <a:cxnSpLocks/>
          </p:cNvCxnSpPr>
          <p:nvPr/>
        </p:nvCxnSpPr>
        <p:spPr>
          <a:xfrm>
            <a:off x="1898707" y="498267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CAAB327-9ED0-4F33-9994-B32764656F02}"/>
              </a:ext>
            </a:extLst>
          </p:cNvPr>
          <p:cNvCxnSpPr/>
          <p:nvPr/>
        </p:nvCxnSpPr>
        <p:spPr>
          <a:xfrm>
            <a:off x="2978707" y="482318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C977B9E-9E16-4191-88FD-38A9151FDF3D}"/>
              </a:ext>
            </a:extLst>
          </p:cNvPr>
          <p:cNvCxnSpPr>
            <a:cxnSpLocks/>
          </p:cNvCxnSpPr>
          <p:nvPr/>
        </p:nvCxnSpPr>
        <p:spPr>
          <a:xfrm>
            <a:off x="2978707" y="498267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417CDA8-FF06-4803-B48B-446A8AB76ECD}"/>
              </a:ext>
            </a:extLst>
          </p:cNvPr>
          <p:cNvCxnSpPr/>
          <p:nvPr/>
        </p:nvCxnSpPr>
        <p:spPr>
          <a:xfrm>
            <a:off x="4058707" y="482318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16E0A85-A47A-4326-8CD7-E206DB1EA906}"/>
              </a:ext>
            </a:extLst>
          </p:cNvPr>
          <p:cNvCxnSpPr>
            <a:cxnSpLocks/>
          </p:cNvCxnSpPr>
          <p:nvPr/>
        </p:nvCxnSpPr>
        <p:spPr>
          <a:xfrm>
            <a:off x="4058707" y="498267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6B93F36-0898-491E-BC10-348B2450773C}"/>
              </a:ext>
            </a:extLst>
          </p:cNvPr>
          <p:cNvCxnSpPr/>
          <p:nvPr/>
        </p:nvCxnSpPr>
        <p:spPr>
          <a:xfrm>
            <a:off x="5138707" y="482318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BDBB5A1-94D0-4D84-85ED-DFFAFCB7C34E}"/>
              </a:ext>
            </a:extLst>
          </p:cNvPr>
          <p:cNvCxnSpPr/>
          <p:nvPr/>
        </p:nvCxnSpPr>
        <p:spPr>
          <a:xfrm>
            <a:off x="818707" y="482318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EC7FDDA-2B13-4445-A32D-B954D23F45AD}"/>
              </a:ext>
            </a:extLst>
          </p:cNvPr>
          <p:cNvSpPr txBox="1"/>
          <p:nvPr/>
        </p:nvSpPr>
        <p:spPr>
          <a:xfrm>
            <a:off x="682075" y="5227220"/>
            <a:ext cx="285656" cy="369332"/>
          </a:xfrm>
          <a:prstGeom prst="rect">
            <a:avLst/>
          </a:prstGeom>
          <a:noFill/>
        </p:spPr>
        <p:txBody>
          <a:bodyPr wrap="none" rtlCol="0">
            <a:spAutoFit/>
          </a:bodyPr>
          <a:lstStyle/>
          <a:p>
            <a:r>
              <a:rPr lang="en-AU" dirty="0">
                <a:latin typeface="Agency FB" panose="020B0503020202020204" pitchFamily="34" charset="0"/>
              </a:rPr>
              <a:t>0</a:t>
            </a:r>
          </a:p>
        </p:txBody>
      </p:sp>
      <p:sp>
        <p:nvSpPr>
          <p:cNvPr id="77" name="TextBox 76">
            <a:extLst>
              <a:ext uri="{FF2B5EF4-FFF2-40B4-BE49-F238E27FC236}">
                <a16:creationId xmlns:a16="http://schemas.microsoft.com/office/drawing/2014/main" id="{2DDC897C-D586-4C08-BE4B-CA3478802C0E}"/>
              </a:ext>
            </a:extLst>
          </p:cNvPr>
          <p:cNvSpPr txBox="1"/>
          <p:nvPr/>
        </p:nvSpPr>
        <p:spPr>
          <a:xfrm>
            <a:off x="1644470" y="5227220"/>
            <a:ext cx="508473" cy="369332"/>
          </a:xfrm>
          <a:prstGeom prst="rect">
            <a:avLst/>
          </a:prstGeom>
          <a:noFill/>
        </p:spPr>
        <p:txBody>
          <a:bodyPr wrap="none" rtlCol="0">
            <a:spAutoFit/>
          </a:bodyPr>
          <a:lstStyle/>
          <a:p>
            <a:r>
              <a:rPr lang="en-AU" dirty="0">
                <a:latin typeface="Agency FB" panose="020B0503020202020204" pitchFamily="34" charset="0"/>
              </a:rPr>
              <a:t>0.25</a:t>
            </a:r>
          </a:p>
        </p:txBody>
      </p:sp>
      <p:sp>
        <p:nvSpPr>
          <p:cNvPr id="78" name="TextBox 77">
            <a:extLst>
              <a:ext uri="{FF2B5EF4-FFF2-40B4-BE49-F238E27FC236}">
                <a16:creationId xmlns:a16="http://schemas.microsoft.com/office/drawing/2014/main" id="{812094DE-1EBC-4042-BA03-C10278C00A14}"/>
              </a:ext>
            </a:extLst>
          </p:cNvPr>
          <p:cNvSpPr txBox="1"/>
          <p:nvPr/>
        </p:nvSpPr>
        <p:spPr>
          <a:xfrm>
            <a:off x="2724450" y="5227220"/>
            <a:ext cx="519694" cy="369332"/>
          </a:xfrm>
          <a:prstGeom prst="rect">
            <a:avLst/>
          </a:prstGeom>
          <a:noFill/>
        </p:spPr>
        <p:txBody>
          <a:bodyPr wrap="none" rtlCol="0">
            <a:spAutoFit/>
          </a:bodyPr>
          <a:lstStyle/>
          <a:p>
            <a:r>
              <a:rPr lang="en-AU" dirty="0">
                <a:latin typeface="Agency FB" panose="020B0503020202020204" pitchFamily="34" charset="0"/>
              </a:rPr>
              <a:t>0.50</a:t>
            </a:r>
          </a:p>
        </p:txBody>
      </p:sp>
      <p:sp>
        <p:nvSpPr>
          <p:cNvPr id="79" name="TextBox 78">
            <a:extLst>
              <a:ext uri="{FF2B5EF4-FFF2-40B4-BE49-F238E27FC236}">
                <a16:creationId xmlns:a16="http://schemas.microsoft.com/office/drawing/2014/main" id="{560B5842-55F9-41F1-8AEB-BEE5A8226C30}"/>
              </a:ext>
            </a:extLst>
          </p:cNvPr>
          <p:cNvSpPr txBox="1"/>
          <p:nvPr/>
        </p:nvSpPr>
        <p:spPr>
          <a:xfrm>
            <a:off x="3815652" y="5227220"/>
            <a:ext cx="502061" cy="369332"/>
          </a:xfrm>
          <a:prstGeom prst="rect">
            <a:avLst/>
          </a:prstGeom>
          <a:noFill/>
        </p:spPr>
        <p:txBody>
          <a:bodyPr wrap="none" rtlCol="0">
            <a:spAutoFit/>
          </a:bodyPr>
          <a:lstStyle/>
          <a:p>
            <a:r>
              <a:rPr lang="en-AU" dirty="0">
                <a:latin typeface="Agency FB" panose="020B0503020202020204" pitchFamily="34" charset="0"/>
              </a:rPr>
              <a:t>0.75</a:t>
            </a:r>
          </a:p>
        </p:txBody>
      </p:sp>
      <p:sp>
        <p:nvSpPr>
          <p:cNvPr id="80" name="TextBox 79">
            <a:extLst>
              <a:ext uri="{FF2B5EF4-FFF2-40B4-BE49-F238E27FC236}">
                <a16:creationId xmlns:a16="http://schemas.microsoft.com/office/drawing/2014/main" id="{0FEB81CF-2843-4BB8-B94A-F42762F0D1F0}"/>
              </a:ext>
            </a:extLst>
          </p:cNvPr>
          <p:cNvSpPr txBox="1"/>
          <p:nvPr/>
        </p:nvSpPr>
        <p:spPr>
          <a:xfrm>
            <a:off x="5018028" y="5227220"/>
            <a:ext cx="231154" cy="369332"/>
          </a:xfrm>
          <a:prstGeom prst="rect">
            <a:avLst/>
          </a:prstGeom>
          <a:noFill/>
        </p:spPr>
        <p:txBody>
          <a:bodyPr wrap="none" rtlCol="0">
            <a:spAutoFit/>
          </a:bodyPr>
          <a:lstStyle/>
          <a:p>
            <a:r>
              <a:rPr lang="en-AU" dirty="0">
                <a:latin typeface="Agency FB" panose="020B0503020202020204" pitchFamily="34" charset="0"/>
              </a:rPr>
              <a:t>1</a:t>
            </a:r>
          </a:p>
        </p:txBody>
      </p:sp>
      <p:sp>
        <p:nvSpPr>
          <p:cNvPr id="81" name="TextBox 80">
            <a:extLst>
              <a:ext uri="{FF2B5EF4-FFF2-40B4-BE49-F238E27FC236}">
                <a16:creationId xmlns:a16="http://schemas.microsoft.com/office/drawing/2014/main" id="{66110300-611D-4AF0-828A-9402A6E6728B}"/>
              </a:ext>
            </a:extLst>
          </p:cNvPr>
          <p:cNvSpPr txBox="1"/>
          <p:nvPr/>
        </p:nvSpPr>
        <p:spPr>
          <a:xfrm>
            <a:off x="818707" y="5596552"/>
            <a:ext cx="4320000" cy="369332"/>
          </a:xfrm>
          <a:prstGeom prst="rect">
            <a:avLst/>
          </a:prstGeom>
          <a:noFill/>
        </p:spPr>
        <p:txBody>
          <a:bodyPr wrap="square" rtlCol="0">
            <a:spAutoFit/>
          </a:bodyPr>
          <a:lstStyle/>
          <a:p>
            <a:pPr algn="ctr"/>
            <a:r>
              <a:rPr lang="en-AU" dirty="0">
                <a:latin typeface="Agency FB" panose="020B0503020202020204" pitchFamily="34" charset="0"/>
              </a:rPr>
              <a:t>Employment Rate</a:t>
            </a:r>
          </a:p>
        </p:txBody>
      </p:sp>
      <mc:AlternateContent xmlns:mc="http://schemas.openxmlformats.org/markup-compatibility/2006" xmlns:a14="http://schemas.microsoft.com/office/drawing/2010/main">
        <mc:Choice Requires="a14">
          <p:sp>
            <p:nvSpPr>
              <p:cNvPr id="82" name="Oval 81">
                <a:extLst>
                  <a:ext uri="{FF2B5EF4-FFF2-40B4-BE49-F238E27FC236}">
                    <a16:creationId xmlns:a16="http://schemas.microsoft.com/office/drawing/2014/main" id="{DACB9FCB-234F-468F-9CED-C53256C469C6}"/>
                  </a:ext>
                </a:extLst>
              </p:cNvPr>
              <p:cNvSpPr/>
              <p:nvPr/>
            </p:nvSpPr>
            <p:spPr>
              <a:xfrm>
                <a:off x="3700130" y="4552021"/>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AU" sz="1100" i="1" smtClean="0">
                              <a:latin typeface="Cambria Math" panose="02040503050406030204" pitchFamily="18" charset="0"/>
                            </a:rPr>
                          </m:ctrlPr>
                        </m:accPr>
                        <m:e>
                          <m:r>
                            <a:rPr lang="en-AU" sz="1100" b="0" i="1" smtClean="0">
                              <a:latin typeface="Cambria Math" panose="02040503050406030204" pitchFamily="18" charset="0"/>
                            </a:rPr>
                            <m:t>𝑝</m:t>
                          </m:r>
                        </m:e>
                      </m:acc>
                    </m:oMath>
                  </m:oMathPara>
                </a14:m>
                <a:endParaRPr lang="en-AU" sz="1100" dirty="0"/>
              </a:p>
            </p:txBody>
          </p:sp>
        </mc:Choice>
        <mc:Fallback xmlns="">
          <p:sp>
            <p:nvSpPr>
              <p:cNvPr id="82" name="Oval 81">
                <a:extLst>
                  <a:ext uri="{FF2B5EF4-FFF2-40B4-BE49-F238E27FC236}">
                    <a16:creationId xmlns:a16="http://schemas.microsoft.com/office/drawing/2014/main" id="{DACB9FCB-234F-468F-9CED-C53256C469C6}"/>
                  </a:ext>
                </a:extLst>
              </p:cNvPr>
              <p:cNvSpPr>
                <a:spLocks noRot="1" noChangeAspect="1" noMove="1" noResize="1" noEditPoints="1" noAdjustHandles="1" noChangeArrowheads="1" noChangeShapeType="1" noTextEdit="1"/>
              </p:cNvSpPr>
              <p:nvPr/>
            </p:nvSpPr>
            <p:spPr>
              <a:xfrm>
                <a:off x="3700130" y="4552021"/>
                <a:ext cx="180000" cy="180000"/>
              </a:xfrm>
              <a:prstGeom prst="ellipse">
                <a:avLst/>
              </a:prstGeom>
              <a:blipFill>
                <a:blip r:embed="rId6"/>
                <a:stretch>
                  <a:fillRect l="-6250" t="-9677" b="-19355"/>
                </a:stretch>
              </a:blipFill>
              <a:ln>
                <a:solidFill>
                  <a:schemeClr val="tx1"/>
                </a:solidFill>
              </a:ln>
            </p:spPr>
            <p:txBody>
              <a:bodyPr/>
              <a:lstStyle/>
              <a:p>
                <a:r>
                  <a:rPr lang="en-AU">
                    <a:noFill/>
                  </a:rPr>
                  <a:t> </a:t>
                </a:r>
              </a:p>
            </p:txBody>
          </p:sp>
        </mc:Fallback>
      </mc:AlternateContent>
      <p:cxnSp>
        <p:nvCxnSpPr>
          <p:cNvPr id="83" name="Straight Connector 82">
            <a:extLst>
              <a:ext uri="{FF2B5EF4-FFF2-40B4-BE49-F238E27FC236}">
                <a16:creationId xmlns:a16="http://schemas.microsoft.com/office/drawing/2014/main" id="{72F1D704-F778-42C0-AEE2-F607C70A1611}"/>
              </a:ext>
            </a:extLst>
          </p:cNvPr>
          <p:cNvCxnSpPr>
            <a:cxnSpLocks/>
          </p:cNvCxnSpPr>
          <p:nvPr/>
        </p:nvCxnSpPr>
        <p:spPr>
          <a:xfrm>
            <a:off x="6997078" y="4982670"/>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C40BEF1-4313-447E-A3FA-EA23487AD09B}"/>
              </a:ext>
            </a:extLst>
          </p:cNvPr>
          <p:cNvCxnSpPr/>
          <p:nvPr/>
        </p:nvCxnSpPr>
        <p:spPr>
          <a:xfrm>
            <a:off x="8077078" y="4823182"/>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B312DE7-9BF7-4263-85B3-8CA98DC743C0}"/>
              </a:ext>
            </a:extLst>
          </p:cNvPr>
          <p:cNvCxnSpPr>
            <a:cxnSpLocks/>
          </p:cNvCxnSpPr>
          <p:nvPr/>
        </p:nvCxnSpPr>
        <p:spPr>
          <a:xfrm>
            <a:off x="8077078" y="4982670"/>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27EACBA-68E8-458A-BB38-0E14D9A03C9F}"/>
              </a:ext>
            </a:extLst>
          </p:cNvPr>
          <p:cNvCxnSpPr/>
          <p:nvPr/>
        </p:nvCxnSpPr>
        <p:spPr>
          <a:xfrm>
            <a:off x="9157078" y="4823182"/>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7C97822-D62C-4182-99A6-3EDC0233866B}"/>
              </a:ext>
            </a:extLst>
          </p:cNvPr>
          <p:cNvCxnSpPr>
            <a:cxnSpLocks/>
          </p:cNvCxnSpPr>
          <p:nvPr/>
        </p:nvCxnSpPr>
        <p:spPr>
          <a:xfrm>
            <a:off x="9157078" y="4982670"/>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FD3A33B-90D9-4759-9F77-80A3EB69AA92}"/>
              </a:ext>
            </a:extLst>
          </p:cNvPr>
          <p:cNvCxnSpPr/>
          <p:nvPr/>
        </p:nvCxnSpPr>
        <p:spPr>
          <a:xfrm>
            <a:off x="10237078" y="4823182"/>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68522-3BD9-400A-960F-40682CE47AA0}"/>
              </a:ext>
            </a:extLst>
          </p:cNvPr>
          <p:cNvCxnSpPr>
            <a:cxnSpLocks/>
          </p:cNvCxnSpPr>
          <p:nvPr/>
        </p:nvCxnSpPr>
        <p:spPr>
          <a:xfrm>
            <a:off x="10237078" y="4982670"/>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CA11033-355D-4577-B1E1-D77BB5244310}"/>
              </a:ext>
            </a:extLst>
          </p:cNvPr>
          <p:cNvCxnSpPr/>
          <p:nvPr/>
        </p:nvCxnSpPr>
        <p:spPr>
          <a:xfrm>
            <a:off x="11317078" y="4823182"/>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382BE81-0ECA-4C46-B38C-95DAE0C315AC}"/>
              </a:ext>
            </a:extLst>
          </p:cNvPr>
          <p:cNvCxnSpPr/>
          <p:nvPr/>
        </p:nvCxnSpPr>
        <p:spPr>
          <a:xfrm>
            <a:off x="6997078" y="4823182"/>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205B1E6-29C0-4C0F-ABC8-EE0A9CAD16A9}"/>
              </a:ext>
            </a:extLst>
          </p:cNvPr>
          <p:cNvSpPr txBox="1"/>
          <p:nvPr/>
        </p:nvSpPr>
        <p:spPr>
          <a:xfrm>
            <a:off x="6860446" y="5227219"/>
            <a:ext cx="285656" cy="369332"/>
          </a:xfrm>
          <a:prstGeom prst="rect">
            <a:avLst/>
          </a:prstGeom>
          <a:noFill/>
        </p:spPr>
        <p:txBody>
          <a:bodyPr wrap="none" rtlCol="0">
            <a:spAutoFit/>
          </a:bodyPr>
          <a:lstStyle/>
          <a:p>
            <a:r>
              <a:rPr lang="en-AU" dirty="0">
                <a:latin typeface="Agency FB" panose="020B0503020202020204" pitchFamily="34" charset="0"/>
              </a:rPr>
              <a:t>0</a:t>
            </a:r>
          </a:p>
        </p:txBody>
      </p:sp>
      <p:sp>
        <p:nvSpPr>
          <p:cNvPr id="93" name="TextBox 92">
            <a:extLst>
              <a:ext uri="{FF2B5EF4-FFF2-40B4-BE49-F238E27FC236}">
                <a16:creationId xmlns:a16="http://schemas.microsoft.com/office/drawing/2014/main" id="{DB2EC244-A70F-4F75-BF5E-818A7FC2BC05}"/>
              </a:ext>
            </a:extLst>
          </p:cNvPr>
          <p:cNvSpPr txBox="1"/>
          <p:nvPr/>
        </p:nvSpPr>
        <p:spPr>
          <a:xfrm>
            <a:off x="7822841" y="5227219"/>
            <a:ext cx="508473" cy="369332"/>
          </a:xfrm>
          <a:prstGeom prst="rect">
            <a:avLst/>
          </a:prstGeom>
          <a:noFill/>
        </p:spPr>
        <p:txBody>
          <a:bodyPr wrap="none" rtlCol="0">
            <a:spAutoFit/>
          </a:bodyPr>
          <a:lstStyle/>
          <a:p>
            <a:r>
              <a:rPr lang="en-AU" dirty="0">
                <a:latin typeface="Agency FB" panose="020B0503020202020204" pitchFamily="34" charset="0"/>
              </a:rPr>
              <a:t>0.25</a:t>
            </a:r>
          </a:p>
        </p:txBody>
      </p:sp>
      <p:sp>
        <p:nvSpPr>
          <p:cNvPr id="94" name="TextBox 93">
            <a:extLst>
              <a:ext uri="{FF2B5EF4-FFF2-40B4-BE49-F238E27FC236}">
                <a16:creationId xmlns:a16="http://schemas.microsoft.com/office/drawing/2014/main" id="{AAFF56BD-3FA4-4BED-A9CC-34617C14D7B6}"/>
              </a:ext>
            </a:extLst>
          </p:cNvPr>
          <p:cNvSpPr txBox="1"/>
          <p:nvPr/>
        </p:nvSpPr>
        <p:spPr>
          <a:xfrm>
            <a:off x="8902821" y="5227219"/>
            <a:ext cx="519694" cy="369332"/>
          </a:xfrm>
          <a:prstGeom prst="rect">
            <a:avLst/>
          </a:prstGeom>
          <a:noFill/>
        </p:spPr>
        <p:txBody>
          <a:bodyPr wrap="none" rtlCol="0">
            <a:spAutoFit/>
          </a:bodyPr>
          <a:lstStyle/>
          <a:p>
            <a:r>
              <a:rPr lang="en-AU" dirty="0">
                <a:latin typeface="Agency FB" panose="020B0503020202020204" pitchFamily="34" charset="0"/>
              </a:rPr>
              <a:t>0.50</a:t>
            </a:r>
          </a:p>
        </p:txBody>
      </p:sp>
      <p:sp>
        <p:nvSpPr>
          <p:cNvPr id="95" name="TextBox 94">
            <a:extLst>
              <a:ext uri="{FF2B5EF4-FFF2-40B4-BE49-F238E27FC236}">
                <a16:creationId xmlns:a16="http://schemas.microsoft.com/office/drawing/2014/main" id="{E4F328D1-9708-482B-BD64-388F057D5973}"/>
              </a:ext>
            </a:extLst>
          </p:cNvPr>
          <p:cNvSpPr txBox="1"/>
          <p:nvPr/>
        </p:nvSpPr>
        <p:spPr>
          <a:xfrm>
            <a:off x="9994023" y="5227219"/>
            <a:ext cx="502061" cy="369332"/>
          </a:xfrm>
          <a:prstGeom prst="rect">
            <a:avLst/>
          </a:prstGeom>
          <a:noFill/>
        </p:spPr>
        <p:txBody>
          <a:bodyPr wrap="none" rtlCol="0">
            <a:spAutoFit/>
          </a:bodyPr>
          <a:lstStyle/>
          <a:p>
            <a:r>
              <a:rPr lang="en-AU" dirty="0">
                <a:latin typeface="Agency FB" panose="020B0503020202020204" pitchFamily="34" charset="0"/>
              </a:rPr>
              <a:t>0.75</a:t>
            </a:r>
          </a:p>
        </p:txBody>
      </p:sp>
      <p:sp>
        <p:nvSpPr>
          <p:cNvPr id="96" name="TextBox 95">
            <a:extLst>
              <a:ext uri="{FF2B5EF4-FFF2-40B4-BE49-F238E27FC236}">
                <a16:creationId xmlns:a16="http://schemas.microsoft.com/office/drawing/2014/main" id="{A4ABB8EE-FD59-4308-959A-D18B9CA74EB9}"/>
              </a:ext>
            </a:extLst>
          </p:cNvPr>
          <p:cNvSpPr txBox="1"/>
          <p:nvPr/>
        </p:nvSpPr>
        <p:spPr>
          <a:xfrm>
            <a:off x="11196399" y="5227219"/>
            <a:ext cx="231154" cy="369332"/>
          </a:xfrm>
          <a:prstGeom prst="rect">
            <a:avLst/>
          </a:prstGeom>
          <a:noFill/>
        </p:spPr>
        <p:txBody>
          <a:bodyPr wrap="none" rtlCol="0">
            <a:spAutoFit/>
          </a:bodyPr>
          <a:lstStyle/>
          <a:p>
            <a:r>
              <a:rPr lang="en-AU" dirty="0">
                <a:latin typeface="Agency FB" panose="020B0503020202020204" pitchFamily="34" charset="0"/>
              </a:rPr>
              <a:t>1</a:t>
            </a:r>
          </a:p>
        </p:txBody>
      </p:sp>
      <p:sp>
        <p:nvSpPr>
          <p:cNvPr id="97" name="TextBox 96">
            <a:extLst>
              <a:ext uri="{FF2B5EF4-FFF2-40B4-BE49-F238E27FC236}">
                <a16:creationId xmlns:a16="http://schemas.microsoft.com/office/drawing/2014/main" id="{D03A0347-3146-478E-A29B-5A5AB0144517}"/>
              </a:ext>
            </a:extLst>
          </p:cNvPr>
          <p:cNvSpPr txBox="1"/>
          <p:nvPr/>
        </p:nvSpPr>
        <p:spPr>
          <a:xfrm>
            <a:off x="6997078" y="5596551"/>
            <a:ext cx="4320000" cy="369332"/>
          </a:xfrm>
          <a:prstGeom prst="rect">
            <a:avLst/>
          </a:prstGeom>
          <a:noFill/>
        </p:spPr>
        <p:txBody>
          <a:bodyPr wrap="square" rtlCol="0">
            <a:spAutoFit/>
          </a:bodyPr>
          <a:lstStyle/>
          <a:p>
            <a:pPr algn="ctr"/>
            <a:r>
              <a:rPr lang="en-AU" dirty="0">
                <a:latin typeface="Agency FB" panose="020B0503020202020204" pitchFamily="34" charset="0"/>
              </a:rPr>
              <a:t>Employment Rate</a:t>
            </a:r>
          </a:p>
        </p:txBody>
      </p:sp>
      <mc:AlternateContent xmlns:mc="http://schemas.openxmlformats.org/markup-compatibility/2006" xmlns:a14="http://schemas.microsoft.com/office/drawing/2010/main">
        <mc:Choice Requires="a14">
          <p:sp>
            <p:nvSpPr>
              <p:cNvPr id="98" name="Oval 97">
                <a:extLst>
                  <a:ext uri="{FF2B5EF4-FFF2-40B4-BE49-F238E27FC236}">
                    <a16:creationId xmlns:a16="http://schemas.microsoft.com/office/drawing/2014/main" id="{017B8BD5-0BE1-4AA0-AF69-C14F72B302DA}"/>
                  </a:ext>
                </a:extLst>
              </p:cNvPr>
              <p:cNvSpPr/>
              <p:nvPr/>
            </p:nvSpPr>
            <p:spPr>
              <a:xfrm>
                <a:off x="9878501" y="4552020"/>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AU" sz="1100" i="1" smtClean="0">
                              <a:latin typeface="Cambria Math" panose="02040503050406030204" pitchFamily="18" charset="0"/>
                            </a:rPr>
                          </m:ctrlPr>
                        </m:accPr>
                        <m:e>
                          <m:r>
                            <a:rPr lang="en-AU" sz="1100" b="0" i="1" smtClean="0">
                              <a:latin typeface="Cambria Math" panose="02040503050406030204" pitchFamily="18" charset="0"/>
                            </a:rPr>
                            <m:t>𝑝</m:t>
                          </m:r>
                        </m:e>
                      </m:acc>
                    </m:oMath>
                  </m:oMathPara>
                </a14:m>
                <a:endParaRPr lang="en-AU" sz="1100" dirty="0"/>
              </a:p>
            </p:txBody>
          </p:sp>
        </mc:Choice>
        <mc:Fallback xmlns="">
          <p:sp>
            <p:nvSpPr>
              <p:cNvPr id="98" name="Oval 97">
                <a:extLst>
                  <a:ext uri="{FF2B5EF4-FFF2-40B4-BE49-F238E27FC236}">
                    <a16:creationId xmlns:a16="http://schemas.microsoft.com/office/drawing/2014/main" id="{017B8BD5-0BE1-4AA0-AF69-C14F72B302DA}"/>
                  </a:ext>
                </a:extLst>
              </p:cNvPr>
              <p:cNvSpPr>
                <a:spLocks noRot="1" noChangeAspect="1" noMove="1" noResize="1" noEditPoints="1" noAdjustHandles="1" noChangeArrowheads="1" noChangeShapeType="1" noTextEdit="1"/>
              </p:cNvSpPr>
              <p:nvPr/>
            </p:nvSpPr>
            <p:spPr>
              <a:xfrm>
                <a:off x="9878501" y="4552020"/>
                <a:ext cx="180000" cy="180000"/>
              </a:xfrm>
              <a:prstGeom prst="ellipse">
                <a:avLst/>
              </a:prstGeom>
              <a:blipFill>
                <a:blip r:embed="rId7"/>
                <a:stretch>
                  <a:fillRect l="-3125" t="-9677" b="-19355"/>
                </a:stretch>
              </a:blipFill>
              <a:ln>
                <a:solidFill>
                  <a:schemeClr val="tx1"/>
                </a:solidFill>
              </a:ln>
            </p:spPr>
            <p:txBody>
              <a:bodyPr/>
              <a:lstStyle/>
              <a:p>
                <a:r>
                  <a:rPr lang="en-AU">
                    <a:noFill/>
                  </a:rPr>
                  <a:t> </a:t>
                </a:r>
              </a:p>
            </p:txBody>
          </p:sp>
        </mc:Fallback>
      </mc:AlternateContent>
      <p:cxnSp>
        <p:nvCxnSpPr>
          <p:cNvPr id="99" name="Straight Connector 98">
            <a:extLst>
              <a:ext uri="{FF2B5EF4-FFF2-40B4-BE49-F238E27FC236}">
                <a16:creationId xmlns:a16="http://schemas.microsoft.com/office/drawing/2014/main" id="{0554457F-3523-4647-8410-CA86330C9449}"/>
              </a:ext>
            </a:extLst>
          </p:cNvPr>
          <p:cNvCxnSpPr/>
          <p:nvPr/>
        </p:nvCxnSpPr>
        <p:spPr>
          <a:xfrm>
            <a:off x="3083442" y="4646960"/>
            <a:ext cx="616687"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ACACFC0-8FC1-489D-8FA9-610D782CCA29}"/>
              </a:ext>
            </a:extLst>
          </p:cNvPr>
          <p:cNvCxnSpPr/>
          <p:nvPr/>
        </p:nvCxnSpPr>
        <p:spPr>
          <a:xfrm>
            <a:off x="3880130" y="4644434"/>
            <a:ext cx="616687"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8AF8A30-44F9-46BA-850A-47AF25D69806}"/>
                  </a:ext>
                </a:extLst>
              </p:cNvPr>
              <p:cNvSpPr txBox="1"/>
              <p:nvPr/>
            </p:nvSpPr>
            <p:spPr>
              <a:xfrm>
                <a:off x="1233383" y="3776005"/>
                <a:ext cx="2519909"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sz="2800" i="1" smtClean="0">
                              <a:latin typeface="Cambria Math" panose="02040503050406030204" pitchFamily="18" charset="0"/>
                            </a:rPr>
                          </m:ctrlPr>
                        </m:accPr>
                        <m:e>
                          <m:r>
                            <a:rPr lang="en-AU" sz="2800" b="0" i="1" smtClean="0">
                              <a:latin typeface="Cambria Math" panose="02040503050406030204" pitchFamily="18" charset="0"/>
                            </a:rPr>
                            <m:t>𝑝</m:t>
                          </m:r>
                        </m:e>
                      </m:acc>
                      <m:r>
                        <a:rPr lang="en-AU" sz="2800" b="0" i="1" smtClean="0">
                          <a:latin typeface="Cambria Math" panose="02040503050406030204" pitchFamily="18" charset="0"/>
                        </a:rPr>
                        <m:t>=</m:t>
                      </m:r>
                      <m:r>
                        <a:rPr lang="en-AU" sz="2800" b="0" i="1" smtClean="0">
                          <a:solidFill>
                            <a:srgbClr val="FF0000"/>
                          </a:solidFill>
                          <a:latin typeface="Cambria Math" panose="02040503050406030204" pitchFamily="18" charset="0"/>
                        </a:rPr>
                        <m:t>.70</m:t>
                      </m:r>
                    </m:oMath>
                  </m:oMathPara>
                </a14:m>
                <a:endParaRPr lang="en-AU" sz="2000" dirty="0"/>
              </a:p>
            </p:txBody>
          </p:sp>
        </mc:Choice>
        <mc:Fallback xmlns="">
          <p:sp>
            <p:nvSpPr>
              <p:cNvPr id="101" name="TextBox 100">
                <a:extLst>
                  <a:ext uri="{FF2B5EF4-FFF2-40B4-BE49-F238E27FC236}">
                    <a16:creationId xmlns:a16="http://schemas.microsoft.com/office/drawing/2014/main" id="{C8AF8A30-44F9-46BA-850A-47AF25D69806}"/>
                  </a:ext>
                </a:extLst>
              </p:cNvPr>
              <p:cNvSpPr txBox="1">
                <a:spLocks noRot="1" noChangeAspect="1" noMove="1" noResize="1" noEditPoints="1" noAdjustHandles="1" noChangeArrowheads="1" noChangeShapeType="1" noTextEdit="1"/>
              </p:cNvSpPr>
              <p:nvPr/>
            </p:nvSpPr>
            <p:spPr>
              <a:xfrm>
                <a:off x="1233383" y="3776005"/>
                <a:ext cx="2519909" cy="430887"/>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88462784-783B-45F0-9722-DC3F6A30D357}"/>
                  </a:ext>
                </a:extLst>
              </p:cNvPr>
              <p:cNvSpPr txBox="1"/>
              <p:nvPr/>
            </p:nvSpPr>
            <p:spPr>
              <a:xfrm>
                <a:off x="7350641" y="3776004"/>
                <a:ext cx="2519909"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sz="2800" i="1" smtClean="0">
                              <a:latin typeface="Cambria Math" panose="02040503050406030204" pitchFamily="18" charset="0"/>
                            </a:rPr>
                          </m:ctrlPr>
                        </m:accPr>
                        <m:e>
                          <m:r>
                            <a:rPr lang="en-AU" sz="2800" b="0" i="1" smtClean="0">
                              <a:latin typeface="Cambria Math" panose="02040503050406030204" pitchFamily="18" charset="0"/>
                            </a:rPr>
                            <m:t>𝑝</m:t>
                          </m:r>
                        </m:e>
                      </m:acc>
                      <m:r>
                        <a:rPr lang="en-AU" sz="2800" b="0" i="1" smtClean="0">
                          <a:latin typeface="Cambria Math" panose="02040503050406030204" pitchFamily="18" charset="0"/>
                        </a:rPr>
                        <m:t>=</m:t>
                      </m:r>
                      <m:r>
                        <a:rPr lang="en-AU" sz="2800" b="0" i="1" smtClean="0">
                          <a:solidFill>
                            <a:srgbClr val="FF0000"/>
                          </a:solidFill>
                          <a:latin typeface="Cambria Math" panose="02040503050406030204" pitchFamily="18" charset="0"/>
                        </a:rPr>
                        <m:t>.70</m:t>
                      </m:r>
                    </m:oMath>
                  </m:oMathPara>
                </a14:m>
                <a:endParaRPr lang="en-AU" sz="2000" dirty="0"/>
              </a:p>
            </p:txBody>
          </p:sp>
        </mc:Choice>
        <mc:Fallback xmlns="">
          <p:sp>
            <p:nvSpPr>
              <p:cNvPr id="102" name="TextBox 101">
                <a:extLst>
                  <a:ext uri="{FF2B5EF4-FFF2-40B4-BE49-F238E27FC236}">
                    <a16:creationId xmlns:a16="http://schemas.microsoft.com/office/drawing/2014/main" id="{88462784-783B-45F0-9722-DC3F6A30D357}"/>
                  </a:ext>
                </a:extLst>
              </p:cNvPr>
              <p:cNvSpPr txBox="1">
                <a:spLocks noRot="1" noChangeAspect="1" noMove="1" noResize="1" noEditPoints="1" noAdjustHandles="1" noChangeArrowheads="1" noChangeShapeType="1" noTextEdit="1"/>
              </p:cNvSpPr>
              <p:nvPr/>
            </p:nvSpPr>
            <p:spPr>
              <a:xfrm>
                <a:off x="7350641" y="3776004"/>
                <a:ext cx="2519909" cy="430887"/>
              </a:xfrm>
              <a:prstGeom prst="rect">
                <a:avLst/>
              </a:prstGeom>
              <a:blipFill>
                <a:blip r:embed="rId9"/>
                <a:stretch>
                  <a:fillRect/>
                </a:stretch>
              </a:blipFill>
            </p:spPr>
            <p:txBody>
              <a:bodyPr/>
              <a:lstStyle/>
              <a:p>
                <a:r>
                  <a:rPr lang="en-AU">
                    <a:noFill/>
                  </a:rPr>
                  <a:t> </a:t>
                </a:r>
              </a:p>
            </p:txBody>
          </p:sp>
        </mc:Fallback>
      </mc:AlternateContent>
      <p:cxnSp>
        <p:nvCxnSpPr>
          <p:cNvPr id="103" name="Straight Connector 102">
            <a:extLst>
              <a:ext uri="{FF2B5EF4-FFF2-40B4-BE49-F238E27FC236}">
                <a16:creationId xmlns:a16="http://schemas.microsoft.com/office/drawing/2014/main" id="{4A602B0C-350D-421B-96EF-AA9A234EC1CC}"/>
              </a:ext>
            </a:extLst>
          </p:cNvPr>
          <p:cNvCxnSpPr>
            <a:cxnSpLocks/>
          </p:cNvCxnSpPr>
          <p:nvPr/>
        </p:nvCxnSpPr>
        <p:spPr>
          <a:xfrm>
            <a:off x="10058501" y="4644434"/>
            <a:ext cx="1244355"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44B191C-5E2C-4523-B726-A631DABE5B97}"/>
              </a:ext>
            </a:extLst>
          </p:cNvPr>
          <p:cNvCxnSpPr>
            <a:cxnSpLocks/>
          </p:cNvCxnSpPr>
          <p:nvPr/>
        </p:nvCxnSpPr>
        <p:spPr>
          <a:xfrm>
            <a:off x="8611973" y="4644434"/>
            <a:ext cx="1258577"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A879C5C-3349-4C15-BC9C-1B2E82C2D848}"/>
              </a:ext>
            </a:extLst>
          </p:cNvPr>
          <p:cNvCxnSpPr>
            <a:cxnSpLocks/>
          </p:cNvCxnSpPr>
          <p:nvPr/>
        </p:nvCxnSpPr>
        <p:spPr>
          <a:xfrm>
            <a:off x="4496817" y="4539642"/>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6C88C31-C98D-4A18-B366-DD0218578046}"/>
              </a:ext>
            </a:extLst>
          </p:cNvPr>
          <p:cNvCxnSpPr>
            <a:cxnSpLocks/>
          </p:cNvCxnSpPr>
          <p:nvPr/>
        </p:nvCxnSpPr>
        <p:spPr>
          <a:xfrm>
            <a:off x="3096864" y="4534590"/>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852786F-3A0B-47D8-929B-3CCE20DF062D}"/>
              </a:ext>
            </a:extLst>
          </p:cNvPr>
          <p:cNvCxnSpPr>
            <a:cxnSpLocks/>
          </p:cNvCxnSpPr>
          <p:nvPr/>
        </p:nvCxnSpPr>
        <p:spPr>
          <a:xfrm>
            <a:off x="8611973" y="4529009"/>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010F3CA-4BD4-4758-8D0A-2CF50E165F69}"/>
              </a:ext>
            </a:extLst>
          </p:cNvPr>
          <p:cNvCxnSpPr>
            <a:cxnSpLocks/>
          </p:cNvCxnSpPr>
          <p:nvPr/>
        </p:nvCxnSpPr>
        <p:spPr>
          <a:xfrm>
            <a:off x="11302856" y="4523428"/>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0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5">
                <a:extLst>
                  <a:ext uri="{FF2B5EF4-FFF2-40B4-BE49-F238E27FC236}">
                    <a16:creationId xmlns:a16="http://schemas.microsoft.com/office/drawing/2014/main" id="{F23E192C-3D8E-44D8-A788-9896B651C77F}"/>
                  </a:ext>
                </a:extLst>
              </p:cNvPr>
              <p:cNvGraphicFramePr>
                <a:graphicFrameLocks noGrp="1"/>
              </p:cNvGraphicFramePr>
              <p:nvPr>
                <p:extLst>
                  <p:ext uri="{D42A27DB-BD31-4B8C-83A1-F6EECF244321}">
                    <p14:modId xmlns:p14="http://schemas.microsoft.com/office/powerpoint/2010/main" val="330101354"/>
                  </p:ext>
                </p:extLst>
              </p:nvPr>
            </p:nvGraphicFramePr>
            <p:xfrm>
              <a:off x="352056" y="2250755"/>
              <a:ext cx="5996697" cy="2958785"/>
            </p:xfrm>
            <a:graphic>
              <a:graphicData uri="http://schemas.openxmlformats.org/drawingml/2006/table">
                <a:tbl>
                  <a:tblPr firstRow="1" bandRow="1">
                    <a:tableStyleId>{073A0DAA-6AF3-43AB-8588-CEC1D06C72B9}</a:tableStyleId>
                  </a:tblPr>
                  <a:tblGrid>
                    <a:gridCol w="1228023">
                      <a:extLst>
                        <a:ext uri="{9D8B030D-6E8A-4147-A177-3AD203B41FA5}">
                          <a16:colId xmlns:a16="http://schemas.microsoft.com/office/drawing/2014/main" val="394561300"/>
                        </a:ext>
                      </a:extLst>
                    </a:gridCol>
                    <a:gridCol w="1414847">
                      <a:extLst>
                        <a:ext uri="{9D8B030D-6E8A-4147-A177-3AD203B41FA5}">
                          <a16:colId xmlns:a16="http://schemas.microsoft.com/office/drawing/2014/main" val="61529349"/>
                        </a:ext>
                      </a:extLst>
                    </a:gridCol>
                    <a:gridCol w="3353827">
                      <a:extLst>
                        <a:ext uri="{9D8B030D-6E8A-4147-A177-3AD203B41FA5}">
                          <a16:colId xmlns:a16="http://schemas.microsoft.com/office/drawing/2014/main" val="3307210158"/>
                        </a:ext>
                      </a:extLst>
                    </a:gridCol>
                  </a:tblGrid>
                  <a:tr h="370840">
                    <a:tc>
                      <a:txBody>
                        <a:bodyPr/>
                        <a:lstStyle/>
                        <a:p>
                          <a:pPr algn="ctr"/>
                          <a:r>
                            <a:rPr lang="en-AU" sz="2400" dirty="0">
                              <a:latin typeface="Agency FB" panose="020B0503020202020204" pitchFamily="34" charset="0"/>
                            </a:rPr>
                            <a:t>s</a:t>
                          </a:r>
                        </a:p>
                      </a:txBody>
                      <a:tcPr/>
                    </a:tc>
                    <a:tc>
                      <a:txBody>
                        <a:bodyPr/>
                        <a:lstStyle/>
                        <a:p>
                          <a:pPr algn="ctr"/>
                          <a:r>
                            <a:rPr lang="en-AU" sz="2400" dirty="0">
                              <a:latin typeface="Agency FB" panose="020B0503020202020204" pitchFamily="34" charset="0"/>
                            </a:rPr>
                            <a:t>n</a:t>
                          </a:r>
                        </a:p>
                      </a:txBody>
                      <a:tcPr/>
                    </a:tc>
                    <a:tc>
                      <a:txBody>
                        <a:bodyPr/>
                        <a:lstStyle/>
                        <a:p>
                          <a:pPr algn="ctr"/>
                          <a:r>
                            <a:rPr lang="en-AU" sz="2400" dirty="0">
                              <a:latin typeface="Agency FB" panose="020B0503020202020204" pitchFamily="34" charset="0"/>
                            </a:rPr>
                            <a:t>SE</a:t>
                          </a:r>
                        </a:p>
                      </a:txBody>
                      <a:tcPr/>
                    </a:tc>
                    <a:extLst>
                      <a:ext uri="{0D108BD9-81ED-4DB2-BD59-A6C34878D82A}">
                        <a16:rowId xmlns:a16="http://schemas.microsoft.com/office/drawing/2014/main" val="2481211926"/>
                      </a:ext>
                    </a:extLst>
                  </a:tr>
                  <a:tr h="370840">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10</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10</m:t>
                                        </m:r>
                                      </m:e>
                                    </m:rad>
                                    <m:r>
                                      <a:rPr lang="en-AU" sz="2400" b="0" i="1" smtClean="0">
                                        <a:latin typeface="Cambria Math" panose="02040503050406030204" pitchFamily="18" charset="0"/>
                                      </a:rPr>
                                      <m:t>=3.16</m:t>
                                    </m:r>
                                  </m:den>
                                </m:f>
                              </m:oMath>
                            </m:oMathPara>
                          </a14:m>
                          <a:endParaRPr lang="en-AU" sz="2400" dirty="0">
                            <a:latin typeface="Agency FB" panose="020B0503020202020204" pitchFamily="34" charset="0"/>
                          </a:endParaRPr>
                        </a:p>
                      </a:txBody>
                      <a:tcPr/>
                    </a:tc>
                    <a:extLst>
                      <a:ext uri="{0D108BD9-81ED-4DB2-BD59-A6C34878D82A}">
                        <a16:rowId xmlns:a16="http://schemas.microsoft.com/office/drawing/2014/main" val="2889615057"/>
                      </a:ext>
                    </a:extLst>
                  </a:tr>
                  <a:tr h="370840">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20</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20</m:t>
                                        </m:r>
                                      </m:e>
                                    </m:rad>
                                    <m:r>
                                      <a:rPr lang="en-AU" sz="2400" b="0" i="1" smtClean="0">
                                        <a:latin typeface="Cambria Math" panose="02040503050406030204" pitchFamily="18" charset="0"/>
                                      </a:rPr>
                                      <m:t>=2.24</m:t>
                                    </m:r>
                                  </m:den>
                                </m:f>
                              </m:oMath>
                            </m:oMathPara>
                          </a14:m>
                          <a:endParaRPr lang="en-AU" sz="2400" dirty="0">
                            <a:latin typeface="Agency FB" panose="020B0503020202020204" pitchFamily="34" charset="0"/>
                          </a:endParaRPr>
                        </a:p>
                      </a:txBody>
                      <a:tcPr/>
                    </a:tc>
                    <a:extLst>
                      <a:ext uri="{0D108BD9-81ED-4DB2-BD59-A6C34878D82A}">
                        <a16:rowId xmlns:a16="http://schemas.microsoft.com/office/drawing/2014/main" val="1136259079"/>
                      </a:ext>
                    </a:extLst>
                  </a:tr>
                  <a:tr h="370840">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40</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40</m:t>
                                        </m:r>
                                      </m:e>
                                    </m:rad>
                                    <m:r>
                                      <a:rPr lang="en-AU" sz="2400" b="0" i="1" smtClean="0">
                                        <a:latin typeface="Cambria Math" panose="02040503050406030204" pitchFamily="18" charset="0"/>
                                      </a:rPr>
                                      <m:t>=1.58</m:t>
                                    </m:r>
                                  </m:den>
                                </m:f>
                              </m:oMath>
                            </m:oMathPara>
                          </a14:m>
                          <a:endParaRPr lang="en-AU" sz="2400" dirty="0">
                            <a:latin typeface="Agency FB" panose="020B0503020202020204" pitchFamily="34" charset="0"/>
                          </a:endParaRPr>
                        </a:p>
                      </a:txBody>
                      <a:tcPr/>
                    </a:tc>
                    <a:extLst>
                      <a:ext uri="{0D108BD9-81ED-4DB2-BD59-A6C34878D82A}">
                        <a16:rowId xmlns:a16="http://schemas.microsoft.com/office/drawing/2014/main" val="2022655725"/>
                      </a:ext>
                    </a:extLst>
                  </a:tr>
                  <a:tr h="370840">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60</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60</m:t>
                                        </m:r>
                                      </m:e>
                                    </m:rad>
                                    <m:r>
                                      <a:rPr lang="en-AU" sz="2400" b="0" i="1" smtClean="0">
                                        <a:latin typeface="Cambria Math" panose="02040503050406030204" pitchFamily="18" charset="0"/>
                                      </a:rPr>
                                      <m:t>=1.29</m:t>
                                    </m:r>
                                  </m:den>
                                </m:f>
                              </m:oMath>
                            </m:oMathPara>
                          </a14:m>
                          <a:endParaRPr lang="en-AU" sz="2400" dirty="0">
                            <a:latin typeface="Agency FB" panose="020B0503020202020204" pitchFamily="34" charset="0"/>
                          </a:endParaRPr>
                        </a:p>
                      </a:txBody>
                      <a:tcPr/>
                    </a:tc>
                    <a:extLst>
                      <a:ext uri="{0D108BD9-81ED-4DB2-BD59-A6C34878D82A}">
                        <a16:rowId xmlns:a16="http://schemas.microsoft.com/office/drawing/2014/main" val="1443092921"/>
                      </a:ext>
                    </a:extLst>
                  </a:tr>
                  <a:tr h="370840">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100</a:t>
                          </a:r>
                        </a:p>
                      </a:txBody>
                      <a:tcPr/>
                    </a:tc>
                    <a:tc>
                      <a:txBody>
                        <a:bodyPr/>
                        <a:lstStyle/>
                        <a:p>
                          <a:pPr algn="ctr"/>
                          <a14:m>
                            <m:oMathPara xmlns:m="http://schemas.openxmlformats.org/officeDocument/2006/math">
                              <m:oMathParaPr>
                                <m:jc m:val="centerGroup"/>
                              </m:oMathParaPr>
                              <m:oMath xmlns:m="http://schemas.openxmlformats.org/officeDocument/2006/math">
                                <m:f>
                                  <m:fPr>
                                    <m:type m:val="lin"/>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100</m:t>
                                        </m:r>
                                      </m:e>
                                    </m:rad>
                                    <m:r>
                                      <a:rPr lang="en-AU" sz="2400" b="0" i="1" smtClean="0">
                                        <a:latin typeface="Cambria Math" panose="02040503050406030204" pitchFamily="18" charset="0"/>
                                      </a:rPr>
                                      <m:t>=1</m:t>
                                    </m:r>
                                  </m:den>
                                </m:f>
                              </m:oMath>
                            </m:oMathPara>
                          </a14:m>
                          <a:endParaRPr lang="en-AU" sz="2400" dirty="0">
                            <a:latin typeface="Agency FB" panose="020B0503020202020204" pitchFamily="34" charset="0"/>
                          </a:endParaRPr>
                        </a:p>
                      </a:txBody>
                      <a:tcPr/>
                    </a:tc>
                    <a:extLst>
                      <a:ext uri="{0D108BD9-81ED-4DB2-BD59-A6C34878D82A}">
                        <a16:rowId xmlns:a16="http://schemas.microsoft.com/office/drawing/2014/main" val="1345669178"/>
                      </a:ext>
                    </a:extLst>
                  </a:tr>
                </a:tbl>
              </a:graphicData>
            </a:graphic>
          </p:graphicFrame>
        </mc:Choice>
        <mc:Fallback xmlns="">
          <p:graphicFrame>
            <p:nvGraphicFramePr>
              <p:cNvPr id="2" name="Table 5">
                <a:extLst>
                  <a:ext uri="{FF2B5EF4-FFF2-40B4-BE49-F238E27FC236}">
                    <a16:creationId xmlns:a16="http://schemas.microsoft.com/office/drawing/2014/main" id="{F23E192C-3D8E-44D8-A788-9896B651C77F}"/>
                  </a:ext>
                </a:extLst>
              </p:cNvPr>
              <p:cNvGraphicFramePr>
                <a:graphicFrameLocks noGrp="1"/>
              </p:cNvGraphicFramePr>
              <p:nvPr>
                <p:extLst>
                  <p:ext uri="{D42A27DB-BD31-4B8C-83A1-F6EECF244321}">
                    <p14:modId xmlns:p14="http://schemas.microsoft.com/office/powerpoint/2010/main" val="330101354"/>
                  </p:ext>
                </p:extLst>
              </p:nvPr>
            </p:nvGraphicFramePr>
            <p:xfrm>
              <a:off x="352056" y="2250755"/>
              <a:ext cx="5996697" cy="2958785"/>
            </p:xfrm>
            <a:graphic>
              <a:graphicData uri="http://schemas.openxmlformats.org/drawingml/2006/table">
                <a:tbl>
                  <a:tblPr firstRow="1" bandRow="1">
                    <a:tableStyleId>{073A0DAA-6AF3-43AB-8588-CEC1D06C72B9}</a:tableStyleId>
                  </a:tblPr>
                  <a:tblGrid>
                    <a:gridCol w="1228023">
                      <a:extLst>
                        <a:ext uri="{9D8B030D-6E8A-4147-A177-3AD203B41FA5}">
                          <a16:colId xmlns:a16="http://schemas.microsoft.com/office/drawing/2014/main" val="394561300"/>
                        </a:ext>
                      </a:extLst>
                    </a:gridCol>
                    <a:gridCol w="1414847">
                      <a:extLst>
                        <a:ext uri="{9D8B030D-6E8A-4147-A177-3AD203B41FA5}">
                          <a16:colId xmlns:a16="http://schemas.microsoft.com/office/drawing/2014/main" val="61529349"/>
                        </a:ext>
                      </a:extLst>
                    </a:gridCol>
                    <a:gridCol w="3353827">
                      <a:extLst>
                        <a:ext uri="{9D8B030D-6E8A-4147-A177-3AD203B41FA5}">
                          <a16:colId xmlns:a16="http://schemas.microsoft.com/office/drawing/2014/main" val="3307210158"/>
                        </a:ext>
                      </a:extLst>
                    </a:gridCol>
                  </a:tblGrid>
                  <a:tr h="457200">
                    <a:tc>
                      <a:txBody>
                        <a:bodyPr/>
                        <a:lstStyle/>
                        <a:p>
                          <a:pPr algn="ctr"/>
                          <a:r>
                            <a:rPr lang="en-AU" sz="2400" dirty="0">
                              <a:latin typeface="Agency FB" panose="020B0503020202020204" pitchFamily="34" charset="0"/>
                            </a:rPr>
                            <a:t>s</a:t>
                          </a:r>
                        </a:p>
                      </a:txBody>
                      <a:tcPr/>
                    </a:tc>
                    <a:tc>
                      <a:txBody>
                        <a:bodyPr/>
                        <a:lstStyle/>
                        <a:p>
                          <a:pPr algn="ctr"/>
                          <a:r>
                            <a:rPr lang="en-AU" sz="2400" dirty="0">
                              <a:latin typeface="Agency FB" panose="020B0503020202020204" pitchFamily="34" charset="0"/>
                            </a:rPr>
                            <a:t>n</a:t>
                          </a:r>
                        </a:p>
                      </a:txBody>
                      <a:tcPr/>
                    </a:tc>
                    <a:tc>
                      <a:txBody>
                        <a:bodyPr/>
                        <a:lstStyle/>
                        <a:p>
                          <a:pPr algn="ctr"/>
                          <a:r>
                            <a:rPr lang="en-AU" sz="2400" dirty="0">
                              <a:latin typeface="Agency FB" panose="020B0503020202020204" pitchFamily="34" charset="0"/>
                            </a:rPr>
                            <a:t>SE</a:t>
                          </a:r>
                        </a:p>
                      </a:txBody>
                      <a:tcPr/>
                    </a:tc>
                    <a:extLst>
                      <a:ext uri="{0D108BD9-81ED-4DB2-BD59-A6C34878D82A}">
                        <a16:rowId xmlns:a16="http://schemas.microsoft.com/office/drawing/2014/main" val="2481211926"/>
                      </a:ext>
                    </a:extLst>
                  </a:tr>
                  <a:tr h="500317">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10</a:t>
                          </a:r>
                        </a:p>
                      </a:txBody>
                      <a:tcPr/>
                    </a:tc>
                    <a:tc>
                      <a:txBody>
                        <a:bodyPr/>
                        <a:lstStyle/>
                        <a:p>
                          <a:endParaRPr lang="en-US"/>
                        </a:p>
                      </a:txBody>
                      <a:tcPr>
                        <a:blipFill>
                          <a:blip r:embed="rId3"/>
                          <a:stretch>
                            <a:fillRect l="-78947" t="-101220" r="-726" b="-420732"/>
                          </a:stretch>
                        </a:blipFill>
                      </a:tcPr>
                    </a:tc>
                    <a:extLst>
                      <a:ext uri="{0D108BD9-81ED-4DB2-BD59-A6C34878D82A}">
                        <a16:rowId xmlns:a16="http://schemas.microsoft.com/office/drawing/2014/main" val="2889615057"/>
                      </a:ext>
                    </a:extLst>
                  </a:tr>
                  <a:tr h="500317">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20</a:t>
                          </a:r>
                        </a:p>
                      </a:txBody>
                      <a:tcPr/>
                    </a:tc>
                    <a:tc>
                      <a:txBody>
                        <a:bodyPr/>
                        <a:lstStyle/>
                        <a:p>
                          <a:endParaRPr lang="en-US"/>
                        </a:p>
                      </a:txBody>
                      <a:tcPr>
                        <a:blipFill>
                          <a:blip r:embed="rId3"/>
                          <a:stretch>
                            <a:fillRect l="-78947" t="-201220" r="-726" b="-320732"/>
                          </a:stretch>
                        </a:blipFill>
                      </a:tcPr>
                    </a:tc>
                    <a:extLst>
                      <a:ext uri="{0D108BD9-81ED-4DB2-BD59-A6C34878D82A}">
                        <a16:rowId xmlns:a16="http://schemas.microsoft.com/office/drawing/2014/main" val="1136259079"/>
                      </a:ext>
                    </a:extLst>
                  </a:tr>
                  <a:tr h="500317">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40</a:t>
                          </a:r>
                        </a:p>
                      </a:txBody>
                      <a:tcPr/>
                    </a:tc>
                    <a:tc>
                      <a:txBody>
                        <a:bodyPr/>
                        <a:lstStyle/>
                        <a:p>
                          <a:endParaRPr lang="en-US"/>
                        </a:p>
                      </a:txBody>
                      <a:tcPr>
                        <a:blipFill>
                          <a:blip r:embed="rId3"/>
                          <a:stretch>
                            <a:fillRect l="-78947" t="-297590" r="-726" b="-216867"/>
                          </a:stretch>
                        </a:blipFill>
                      </a:tcPr>
                    </a:tc>
                    <a:extLst>
                      <a:ext uri="{0D108BD9-81ED-4DB2-BD59-A6C34878D82A}">
                        <a16:rowId xmlns:a16="http://schemas.microsoft.com/office/drawing/2014/main" val="2022655725"/>
                      </a:ext>
                    </a:extLst>
                  </a:tr>
                  <a:tr h="500317">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60</a:t>
                          </a:r>
                        </a:p>
                      </a:txBody>
                      <a:tcPr/>
                    </a:tc>
                    <a:tc>
                      <a:txBody>
                        <a:bodyPr/>
                        <a:lstStyle/>
                        <a:p>
                          <a:endParaRPr lang="en-US"/>
                        </a:p>
                      </a:txBody>
                      <a:tcPr>
                        <a:blipFill>
                          <a:blip r:embed="rId3"/>
                          <a:stretch>
                            <a:fillRect l="-78947" t="-402439" r="-726" b="-119512"/>
                          </a:stretch>
                        </a:blipFill>
                      </a:tcPr>
                    </a:tc>
                    <a:extLst>
                      <a:ext uri="{0D108BD9-81ED-4DB2-BD59-A6C34878D82A}">
                        <a16:rowId xmlns:a16="http://schemas.microsoft.com/office/drawing/2014/main" val="1443092921"/>
                      </a:ext>
                    </a:extLst>
                  </a:tr>
                  <a:tr h="500317">
                    <a:tc>
                      <a:txBody>
                        <a:bodyPr/>
                        <a:lstStyle/>
                        <a:p>
                          <a:pPr algn="ctr"/>
                          <a:r>
                            <a:rPr lang="en-AU" sz="2400" dirty="0">
                              <a:latin typeface="Agency FB" panose="020B0503020202020204" pitchFamily="34" charset="0"/>
                            </a:rPr>
                            <a:t>10</a:t>
                          </a:r>
                        </a:p>
                      </a:txBody>
                      <a:tcPr/>
                    </a:tc>
                    <a:tc>
                      <a:txBody>
                        <a:bodyPr/>
                        <a:lstStyle/>
                        <a:p>
                          <a:pPr algn="ctr"/>
                          <a:r>
                            <a:rPr lang="en-AU" sz="2400" dirty="0">
                              <a:latin typeface="Agency FB" panose="020B0503020202020204" pitchFamily="34" charset="0"/>
                            </a:rPr>
                            <a:t>100</a:t>
                          </a:r>
                        </a:p>
                      </a:txBody>
                      <a:tcPr/>
                    </a:tc>
                    <a:tc>
                      <a:txBody>
                        <a:bodyPr/>
                        <a:lstStyle/>
                        <a:p>
                          <a:endParaRPr lang="en-US"/>
                        </a:p>
                      </a:txBody>
                      <a:tcPr>
                        <a:blipFill>
                          <a:blip r:embed="rId3"/>
                          <a:stretch>
                            <a:fillRect l="-78947" t="-502439" r="-726" b="-19512"/>
                          </a:stretch>
                        </a:blipFill>
                      </a:tcPr>
                    </a:tc>
                    <a:extLst>
                      <a:ext uri="{0D108BD9-81ED-4DB2-BD59-A6C34878D82A}">
                        <a16:rowId xmlns:a16="http://schemas.microsoft.com/office/drawing/2014/main" val="1345669178"/>
                      </a:ext>
                    </a:extLst>
                  </a:tr>
                </a:tbl>
              </a:graphicData>
            </a:graphic>
          </p:graphicFrame>
        </mc:Fallback>
      </mc:AlternateContent>
      <p:sp>
        <p:nvSpPr>
          <p:cNvPr id="12" name="TextBox 11">
            <a:extLst>
              <a:ext uri="{FF2B5EF4-FFF2-40B4-BE49-F238E27FC236}">
                <a16:creationId xmlns:a16="http://schemas.microsoft.com/office/drawing/2014/main" id="{26342D36-664D-469D-A75B-AE1FE51C8A3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Standard Error and Sample Size</a:t>
            </a:r>
          </a:p>
        </p:txBody>
      </p:sp>
      <p:pic>
        <p:nvPicPr>
          <p:cNvPr id="13" name="Picture 2">
            <a:extLst>
              <a:ext uri="{FF2B5EF4-FFF2-40B4-BE49-F238E27FC236}">
                <a16:creationId xmlns:a16="http://schemas.microsoft.com/office/drawing/2014/main" id="{D927D5D3-F7C0-4453-8A30-308E3A31BD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6726" y="1979958"/>
            <a:ext cx="4846320" cy="3461657"/>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B9A5F48-42A4-430A-B86F-5A762F4F89C3}"/>
              </a:ext>
            </a:extLst>
          </p:cNvPr>
          <p:cNvSpPr txBox="1"/>
          <p:nvPr/>
        </p:nvSpPr>
        <p:spPr>
          <a:xfrm>
            <a:off x="393404" y="755763"/>
            <a:ext cx="11313043" cy="830997"/>
          </a:xfrm>
          <a:prstGeom prst="rect">
            <a:avLst/>
          </a:prstGeom>
          <a:solidFill>
            <a:schemeClr val="bg1"/>
          </a:solidFill>
        </p:spPr>
        <p:txBody>
          <a:bodyPr wrap="square">
            <a:spAutoFit/>
          </a:bodyPr>
          <a:lstStyle/>
          <a:p>
            <a:pPr algn="ctr"/>
            <a:r>
              <a:rPr lang="en-US" sz="2400" b="0" i="0" dirty="0">
                <a:solidFill>
                  <a:srgbClr val="212529"/>
                </a:solidFill>
                <a:effectLst/>
                <a:latin typeface="Arial Narrow" panose="020B0606020202030204" pitchFamily="34" charset="0"/>
              </a:rPr>
              <a:t>Increasing the sample size reduces the standard error, but with diminishing returns. </a:t>
            </a:r>
          </a:p>
          <a:p>
            <a:pPr algn="ctr"/>
            <a:r>
              <a:rPr lang="en-US" sz="2400" b="0" i="0" dirty="0">
                <a:solidFill>
                  <a:srgbClr val="212529"/>
                </a:solidFill>
                <a:effectLst/>
                <a:latin typeface="Arial Narrow" panose="020B0606020202030204" pitchFamily="34" charset="0"/>
              </a:rPr>
              <a:t>To halve the standard error, we generally need about four times the sample size.</a:t>
            </a:r>
            <a:endParaRPr lang="en-AU" sz="2400" dirty="0">
              <a:latin typeface="Arial Narrow" panose="020B0606020202030204" pitchFamily="34" charset="0"/>
            </a:endParaRPr>
          </a:p>
        </p:txBody>
      </p:sp>
    </p:spTree>
    <p:extLst>
      <p:ext uri="{BB962C8B-B14F-4D97-AF65-F5344CB8AC3E}">
        <p14:creationId xmlns:p14="http://schemas.microsoft.com/office/powerpoint/2010/main" val="104310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C95EA29-C425-40C4-BBD9-16D35E04C446}"/>
              </a:ext>
            </a:extLst>
          </p:cNvPr>
          <p:cNvCxnSpPr>
            <a:cxnSpLocks/>
          </p:cNvCxnSpPr>
          <p:nvPr/>
        </p:nvCxnSpPr>
        <p:spPr>
          <a:xfrm>
            <a:off x="6096000" y="1552353"/>
            <a:ext cx="0" cy="4295554"/>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9FF2367-A01A-450B-A882-18FFA0FA2DE8}"/>
              </a:ext>
            </a:extLst>
          </p:cNvPr>
          <p:cNvSpPr txBox="1"/>
          <p:nvPr/>
        </p:nvSpPr>
        <p:spPr>
          <a:xfrm>
            <a:off x="1" y="1552353"/>
            <a:ext cx="6095998" cy="430887"/>
          </a:xfrm>
          <a:prstGeom prst="rect">
            <a:avLst/>
          </a:prstGeom>
          <a:noFill/>
        </p:spPr>
        <p:txBody>
          <a:bodyPr wrap="square" rtlCol="0">
            <a:spAutoFit/>
          </a:bodyPr>
          <a:lstStyle/>
          <a:p>
            <a:pPr algn="ctr"/>
            <a:r>
              <a:rPr lang="en-AU" sz="2200" b="1" dirty="0">
                <a:latin typeface="Agency FB" panose="020B0503020202020204" pitchFamily="34" charset="0"/>
              </a:rPr>
              <a:t>POINT ESTIMATE</a:t>
            </a:r>
          </a:p>
        </p:txBody>
      </p:sp>
      <p:sp>
        <p:nvSpPr>
          <p:cNvPr id="10" name="TextBox 9">
            <a:extLst>
              <a:ext uri="{FF2B5EF4-FFF2-40B4-BE49-F238E27FC236}">
                <a16:creationId xmlns:a16="http://schemas.microsoft.com/office/drawing/2014/main" id="{143C635D-01D6-4B58-B503-832E31270B59}"/>
              </a:ext>
            </a:extLst>
          </p:cNvPr>
          <p:cNvSpPr txBox="1"/>
          <p:nvPr/>
        </p:nvSpPr>
        <p:spPr>
          <a:xfrm>
            <a:off x="6095999" y="1552353"/>
            <a:ext cx="6096000" cy="430887"/>
          </a:xfrm>
          <a:prstGeom prst="rect">
            <a:avLst/>
          </a:prstGeom>
          <a:noFill/>
        </p:spPr>
        <p:txBody>
          <a:bodyPr wrap="square" rtlCol="0">
            <a:spAutoFit/>
          </a:bodyPr>
          <a:lstStyle/>
          <a:p>
            <a:pPr algn="ctr"/>
            <a:r>
              <a:rPr lang="en-AU" sz="2200" b="1" dirty="0">
                <a:latin typeface="Agency FB" panose="020B0503020202020204" pitchFamily="34" charset="0"/>
              </a:rPr>
              <a:t>INTERVAL ESTIMATE</a:t>
            </a:r>
          </a:p>
        </p:txBody>
      </p:sp>
      <p:cxnSp>
        <p:nvCxnSpPr>
          <p:cNvPr id="16" name="Straight Connector 15">
            <a:extLst>
              <a:ext uri="{FF2B5EF4-FFF2-40B4-BE49-F238E27FC236}">
                <a16:creationId xmlns:a16="http://schemas.microsoft.com/office/drawing/2014/main" id="{65FBF1B0-AE42-4848-8BA2-7E5DCD5A1424}"/>
              </a:ext>
            </a:extLst>
          </p:cNvPr>
          <p:cNvCxnSpPr>
            <a:cxnSpLocks/>
          </p:cNvCxnSpPr>
          <p:nvPr/>
        </p:nvCxnSpPr>
        <p:spPr>
          <a:xfrm>
            <a:off x="914400" y="1983240"/>
            <a:ext cx="44550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8306FE-5BF1-46BB-90D4-9941B2BF2828}"/>
                  </a:ext>
                </a:extLst>
              </p:cNvPr>
              <p:cNvSpPr txBox="1"/>
              <p:nvPr/>
            </p:nvSpPr>
            <p:spPr>
              <a:xfrm>
                <a:off x="914397" y="2079516"/>
                <a:ext cx="4455043" cy="16022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212529"/>
                    </a:solidFill>
                    <a:latin typeface="Agency FB" panose="020B0503020202020204" pitchFamily="34" charset="0"/>
                  </a:rPr>
                  <a:t>A point estimate is a single numerical value calculated from sample data to serve as your best guess for an unknown population parameter (e.g. </a:t>
                </a:r>
                <a14:m>
                  <m:oMath xmlns:m="http://schemas.openxmlformats.org/officeDocument/2006/math">
                    <m:acc>
                      <m:accPr>
                        <m:chr m:val="̅"/>
                        <m:ctrlPr>
                          <a:rPr lang="en-US" sz="2400" i="1" smtClean="0">
                            <a:solidFill>
                              <a:srgbClr val="212529"/>
                            </a:solidFill>
                            <a:latin typeface="Cambria Math" panose="02040503050406030204" pitchFamily="18" charset="0"/>
                          </a:rPr>
                        </m:ctrlPr>
                      </m:accPr>
                      <m:e>
                        <m:r>
                          <a:rPr lang="en-AU" sz="2400" b="0" i="1" smtClean="0">
                            <a:solidFill>
                              <a:srgbClr val="212529"/>
                            </a:solidFill>
                            <a:latin typeface="Cambria Math" panose="02040503050406030204" pitchFamily="18" charset="0"/>
                          </a:rPr>
                          <m:t>𝑥</m:t>
                        </m:r>
                      </m:e>
                    </m:acc>
                    <m:r>
                      <a:rPr lang="en-AU" sz="2400" b="0" i="1" smtClean="0">
                        <a:solidFill>
                          <a:srgbClr val="212529"/>
                        </a:solidFill>
                        <a:latin typeface="Cambria Math" panose="02040503050406030204" pitchFamily="18" charset="0"/>
                      </a:rPr>
                      <m:t>,</m:t>
                    </m:r>
                    <m:r>
                      <a:rPr lang="en-AU" sz="2400" b="0" i="1" smtClean="0">
                        <a:solidFill>
                          <a:srgbClr val="212529"/>
                        </a:solidFill>
                        <a:latin typeface="Cambria Math" panose="02040503050406030204" pitchFamily="18" charset="0"/>
                      </a:rPr>
                      <m:t>𝑠</m:t>
                    </m:r>
                    <m:r>
                      <a:rPr lang="en-AU" sz="2400" b="0" i="1" smtClean="0">
                        <a:solidFill>
                          <a:srgbClr val="212529"/>
                        </a:solidFill>
                        <a:latin typeface="Cambria Math" panose="02040503050406030204" pitchFamily="18" charset="0"/>
                      </a:rPr>
                      <m:t>,</m:t>
                    </m:r>
                    <m:acc>
                      <m:accPr>
                        <m:chr m:val="̂"/>
                        <m:ctrlPr>
                          <a:rPr lang="en-AU" sz="2400" b="0" i="1" smtClean="0">
                            <a:solidFill>
                              <a:srgbClr val="212529"/>
                            </a:solidFill>
                            <a:latin typeface="Cambria Math" panose="02040503050406030204" pitchFamily="18" charset="0"/>
                          </a:rPr>
                        </m:ctrlPr>
                      </m:accPr>
                      <m:e>
                        <m:r>
                          <a:rPr lang="en-AU" sz="2400" b="0" i="1" smtClean="0">
                            <a:solidFill>
                              <a:srgbClr val="212529"/>
                            </a:solidFill>
                            <a:latin typeface="Cambria Math" panose="02040503050406030204" pitchFamily="18" charset="0"/>
                          </a:rPr>
                          <m:t>𝑝</m:t>
                        </m:r>
                      </m:e>
                    </m:acc>
                    <m:r>
                      <a:rPr lang="en-AU" sz="2400" b="0" i="1" smtClean="0">
                        <a:solidFill>
                          <a:srgbClr val="212529"/>
                        </a:solidFill>
                        <a:latin typeface="Cambria Math" panose="02040503050406030204" pitchFamily="18" charset="0"/>
                      </a:rPr>
                      <m:t>,</m:t>
                    </m:r>
                    <m:r>
                      <m:rPr>
                        <m:sty m:val="p"/>
                      </m:rPr>
                      <a:rPr lang="en-AU" sz="2400" b="0" i="0" smtClean="0">
                        <a:solidFill>
                          <a:srgbClr val="212529"/>
                        </a:solidFill>
                        <a:latin typeface="Cambria Math" panose="02040503050406030204" pitchFamily="18" charset="0"/>
                      </a:rPr>
                      <m:t>etc</m:t>
                    </m:r>
                    <m:r>
                      <a:rPr lang="en-AU" sz="2400" b="0" i="0" smtClean="0">
                        <a:solidFill>
                          <a:srgbClr val="212529"/>
                        </a:solidFill>
                        <a:latin typeface="Cambria Math" panose="02040503050406030204" pitchFamily="18" charset="0"/>
                      </a:rPr>
                      <m:t>.</m:t>
                    </m:r>
                    <m:r>
                      <a:rPr lang="en-AU" sz="2400" b="0" i="1" smtClean="0">
                        <a:solidFill>
                          <a:srgbClr val="212529"/>
                        </a:solidFill>
                        <a:latin typeface="Cambria Math" panose="02040503050406030204" pitchFamily="18" charset="0"/>
                      </a:rPr>
                      <m:t>)</m:t>
                    </m:r>
                  </m:oMath>
                </a14:m>
                <a:endParaRPr lang="en-US" sz="2400" dirty="0">
                  <a:solidFill>
                    <a:srgbClr val="212529"/>
                  </a:solidFill>
                  <a:latin typeface="Agency FB" panose="020B0503020202020204" pitchFamily="34" charset="0"/>
                </a:endParaRPr>
              </a:p>
            </p:txBody>
          </p:sp>
        </mc:Choice>
        <mc:Fallback xmlns="">
          <p:sp>
            <p:nvSpPr>
              <p:cNvPr id="11" name="TextBox 10">
                <a:extLst>
                  <a:ext uri="{FF2B5EF4-FFF2-40B4-BE49-F238E27FC236}">
                    <a16:creationId xmlns:a16="http://schemas.microsoft.com/office/drawing/2014/main" id="{D08306FE-5BF1-46BB-90D4-9941B2BF2828}"/>
                  </a:ext>
                </a:extLst>
              </p:cNvPr>
              <p:cNvSpPr txBox="1">
                <a:spLocks noRot="1" noChangeAspect="1" noMove="1" noResize="1" noEditPoints="1" noAdjustHandles="1" noChangeArrowheads="1" noChangeShapeType="1" noTextEdit="1"/>
              </p:cNvSpPr>
              <p:nvPr/>
            </p:nvSpPr>
            <p:spPr>
              <a:xfrm>
                <a:off x="914397" y="2079516"/>
                <a:ext cx="4455043" cy="1602298"/>
              </a:xfrm>
              <a:prstGeom prst="rect">
                <a:avLst/>
              </a:prstGeom>
              <a:blipFill>
                <a:blip r:embed="rId3"/>
                <a:stretch>
                  <a:fillRect l="-821" t="-3042" r="-2326" b="-5703"/>
                </a:stretch>
              </a:blipFill>
            </p:spPr>
            <p:txBody>
              <a:bodyPr/>
              <a:lstStyle/>
              <a:p>
                <a:r>
                  <a:rPr lang="en-AU">
                    <a:noFill/>
                  </a:rPr>
                  <a:t> </a:t>
                </a:r>
              </a:p>
            </p:txBody>
          </p:sp>
        </mc:Fallback>
      </mc:AlternateContent>
      <p:cxnSp>
        <p:nvCxnSpPr>
          <p:cNvPr id="7" name="Straight Connector 6">
            <a:extLst>
              <a:ext uri="{FF2B5EF4-FFF2-40B4-BE49-F238E27FC236}">
                <a16:creationId xmlns:a16="http://schemas.microsoft.com/office/drawing/2014/main" id="{D2403CF3-924E-44D1-9B8E-5369DA0A6271}"/>
              </a:ext>
            </a:extLst>
          </p:cNvPr>
          <p:cNvCxnSpPr>
            <a:cxnSpLocks/>
          </p:cNvCxnSpPr>
          <p:nvPr/>
        </p:nvCxnSpPr>
        <p:spPr>
          <a:xfrm>
            <a:off x="6916481" y="1983239"/>
            <a:ext cx="44550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4FD8EA-4493-4C2C-9215-26863E3A59FF}"/>
              </a:ext>
            </a:extLst>
          </p:cNvPr>
          <p:cNvSpPr txBox="1"/>
          <p:nvPr/>
        </p:nvSpPr>
        <p:spPr>
          <a:xfrm>
            <a:off x="6916478" y="2079515"/>
            <a:ext cx="4455043" cy="1569660"/>
          </a:xfrm>
          <a:prstGeom prst="rect">
            <a:avLst/>
          </a:prstGeom>
          <a:noFill/>
        </p:spPr>
        <p:txBody>
          <a:bodyPr wrap="square">
            <a:spAutoFit/>
          </a:bodyPr>
          <a:lstStyle/>
          <a:p>
            <a:pPr lvl="0" algn="ctr">
              <a:defRPr/>
            </a:pPr>
            <a:r>
              <a:rPr lang="en-US" sz="2400" dirty="0">
                <a:solidFill>
                  <a:srgbClr val="212529"/>
                </a:solidFill>
                <a:latin typeface="Agency FB" panose="020B0503020202020204" pitchFamily="34" charset="0"/>
              </a:rPr>
              <a:t>An interval estimate is a range of values calculated from sample data that is likely to contain an unknown population parameter, e.g. confidence intervals, margin of error</a:t>
            </a:r>
          </a:p>
        </p:txBody>
      </p:sp>
      <p:sp>
        <p:nvSpPr>
          <p:cNvPr id="20" name="TextBox 19">
            <a:extLst>
              <a:ext uri="{FF2B5EF4-FFF2-40B4-BE49-F238E27FC236}">
                <a16:creationId xmlns:a16="http://schemas.microsoft.com/office/drawing/2014/main" id="{48F3A856-B73D-403A-A767-E9A661E160A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Point and Interval Estimate</a:t>
            </a:r>
          </a:p>
        </p:txBody>
      </p:sp>
      <p:cxnSp>
        <p:nvCxnSpPr>
          <p:cNvPr id="21" name="Straight Connector 20">
            <a:extLst>
              <a:ext uri="{FF2B5EF4-FFF2-40B4-BE49-F238E27FC236}">
                <a16:creationId xmlns:a16="http://schemas.microsoft.com/office/drawing/2014/main" id="{F6DB8FA0-AB21-45EE-99FE-D5BEA13DF069}"/>
              </a:ext>
            </a:extLst>
          </p:cNvPr>
          <p:cNvCxnSpPr>
            <a:cxnSpLocks/>
          </p:cNvCxnSpPr>
          <p:nvPr/>
        </p:nvCxnSpPr>
        <p:spPr>
          <a:xfrm>
            <a:off x="818707" y="4827212"/>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AD309C-DB6A-4B51-9099-B465A906810C}"/>
              </a:ext>
            </a:extLst>
          </p:cNvPr>
          <p:cNvCxnSpPr/>
          <p:nvPr/>
        </p:nvCxnSpPr>
        <p:spPr>
          <a:xfrm>
            <a:off x="1898707" y="4667724"/>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4F175D3-87CA-4B8C-AB35-D0554066B6F8}"/>
              </a:ext>
            </a:extLst>
          </p:cNvPr>
          <p:cNvCxnSpPr>
            <a:cxnSpLocks/>
          </p:cNvCxnSpPr>
          <p:nvPr/>
        </p:nvCxnSpPr>
        <p:spPr>
          <a:xfrm>
            <a:off x="1898707" y="4827212"/>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86DFB84-909E-40B8-AE11-4F1DD7215B43}"/>
              </a:ext>
            </a:extLst>
          </p:cNvPr>
          <p:cNvCxnSpPr/>
          <p:nvPr/>
        </p:nvCxnSpPr>
        <p:spPr>
          <a:xfrm>
            <a:off x="2978707" y="4667724"/>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778FCC-5B3B-402E-8980-AC493C951F1C}"/>
              </a:ext>
            </a:extLst>
          </p:cNvPr>
          <p:cNvCxnSpPr>
            <a:cxnSpLocks/>
          </p:cNvCxnSpPr>
          <p:nvPr/>
        </p:nvCxnSpPr>
        <p:spPr>
          <a:xfrm>
            <a:off x="2978707" y="4827212"/>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FB03665-057D-46C9-B6E9-5467AEA78AE1}"/>
              </a:ext>
            </a:extLst>
          </p:cNvPr>
          <p:cNvCxnSpPr/>
          <p:nvPr/>
        </p:nvCxnSpPr>
        <p:spPr>
          <a:xfrm>
            <a:off x="4058707" y="4667724"/>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9E8B99-BED2-4D26-8D51-F9456DD31406}"/>
              </a:ext>
            </a:extLst>
          </p:cNvPr>
          <p:cNvCxnSpPr>
            <a:cxnSpLocks/>
          </p:cNvCxnSpPr>
          <p:nvPr/>
        </p:nvCxnSpPr>
        <p:spPr>
          <a:xfrm>
            <a:off x="4058707" y="4827212"/>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CBF334D-1208-46F0-867B-3EB662DFAE11}"/>
              </a:ext>
            </a:extLst>
          </p:cNvPr>
          <p:cNvCxnSpPr/>
          <p:nvPr/>
        </p:nvCxnSpPr>
        <p:spPr>
          <a:xfrm>
            <a:off x="5138707" y="4667724"/>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16C6B36-E693-406C-BB62-963F7F28B9DD}"/>
              </a:ext>
            </a:extLst>
          </p:cNvPr>
          <p:cNvCxnSpPr/>
          <p:nvPr/>
        </p:nvCxnSpPr>
        <p:spPr>
          <a:xfrm>
            <a:off x="818707" y="4667724"/>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D3FC03A-1136-4AAD-B377-80DBF68240E1}"/>
              </a:ext>
            </a:extLst>
          </p:cNvPr>
          <p:cNvSpPr txBox="1"/>
          <p:nvPr/>
        </p:nvSpPr>
        <p:spPr>
          <a:xfrm>
            <a:off x="682075" y="5071761"/>
            <a:ext cx="285656" cy="369332"/>
          </a:xfrm>
          <a:prstGeom prst="rect">
            <a:avLst/>
          </a:prstGeom>
          <a:noFill/>
        </p:spPr>
        <p:txBody>
          <a:bodyPr wrap="none" rtlCol="0">
            <a:spAutoFit/>
          </a:bodyPr>
          <a:lstStyle/>
          <a:p>
            <a:r>
              <a:rPr lang="en-AU" dirty="0">
                <a:latin typeface="Agency FB" panose="020B0503020202020204" pitchFamily="34" charset="0"/>
              </a:rPr>
              <a:t>0</a:t>
            </a:r>
          </a:p>
        </p:txBody>
      </p:sp>
      <p:sp>
        <p:nvSpPr>
          <p:cNvPr id="31" name="TextBox 30">
            <a:extLst>
              <a:ext uri="{FF2B5EF4-FFF2-40B4-BE49-F238E27FC236}">
                <a16:creationId xmlns:a16="http://schemas.microsoft.com/office/drawing/2014/main" id="{239D0DDF-C367-44FE-8111-C86DC70E3A30}"/>
              </a:ext>
            </a:extLst>
          </p:cNvPr>
          <p:cNvSpPr txBox="1"/>
          <p:nvPr/>
        </p:nvSpPr>
        <p:spPr>
          <a:xfrm>
            <a:off x="1644470" y="5071761"/>
            <a:ext cx="508473" cy="369332"/>
          </a:xfrm>
          <a:prstGeom prst="rect">
            <a:avLst/>
          </a:prstGeom>
          <a:noFill/>
        </p:spPr>
        <p:txBody>
          <a:bodyPr wrap="none" rtlCol="0">
            <a:spAutoFit/>
          </a:bodyPr>
          <a:lstStyle/>
          <a:p>
            <a:r>
              <a:rPr lang="en-AU" dirty="0">
                <a:latin typeface="Agency FB" panose="020B0503020202020204" pitchFamily="34" charset="0"/>
              </a:rPr>
              <a:t>0.25</a:t>
            </a:r>
          </a:p>
        </p:txBody>
      </p:sp>
      <p:sp>
        <p:nvSpPr>
          <p:cNvPr id="32" name="TextBox 31">
            <a:extLst>
              <a:ext uri="{FF2B5EF4-FFF2-40B4-BE49-F238E27FC236}">
                <a16:creationId xmlns:a16="http://schemas.microsoft.com/office/drawing/2014/main" id="{95CAEC10-D3D8-4649-9DDE-223211C916E3}"/>
              </a:ext>
            </a:extLst>
          </p:cNvPr>
          <p:cNvSpPr txBox="1"/>
          <p:nvPr/>
        </p:nvSpPr>
        <p:spPr>
          <a:xfrm>
            <a:off x="2724450" y="5071761"/>
            <a:ext cx="519694" cy="369332"/>
          </a:xfrm>
          <a:prstGeom prst="rect">
            <a:avLst/>
          </a:prstGeom>
          <a:noFill/>
        </p:spPr>
        <p:txBody>
          <a:bodyPr wrap="none" rtlCol="0">
            <a:spAutoFit/>
          </a:bodyPr>
          <a:lstStyle/>
          <a:p>
            <a:r>
              <a:rPr lang="en-AU" dirty="0">
                <a:latin typeface="Agency FB" panose="020B0503020202020204" pitchFamily="34" charset="0"/>
              </a:rPr>
              <a:t>0.50</a:t>
            </a:r>
          </a:p>
        </p:txBody>
      </p:sp>
      <p:sp>
        <p:nvSpPr>
          <p:cNvPr id="33" name="TextBox 32">
            <a:extLst>
              <a:ext uri="{FF2B5EF4-FFF2-40B4-BE49-F238E27FC236}">
                <a16:creationId xmlns:a16="http://schemas.microsoft.com/office/drawing/2014/main" id="{069B9FFB-ED8F-4CA3-B420-34C3BD49C627}"/>
              </a:ext>
            </a:extLst>
          </p:cNvPr>
          <p:cNvSpPr txBox="1"/>
          <p:nvPr/>
        </p:nvSpPr>
        <p:spPr>
          <a:xfrm>
            <a:off x="3815652" y="5071761"/>
            <a:ext cx="502061" cy="369332"/>
          </a:xfrm>
          <a:prstGeom prst="rect">
            <a:avLst/>
          </a:prstGeom>
          <a:noFill/>
        </p:spPr>
        <p:txBody>
          <a:bodyPr wrap="none" rtlCol="0">
            <a:spAutoFit/>
          </a:bodyPr>
          <a:lstStyle/>
          <a:p>
            <a:r>
              <a:rPr lang="en-AU" dirty="0">
                <a:latin typeface="Agency FB" panose="020B0503020202020204" pitchFamily="34" charset="0"/>
              </a:rPr>
              <a:t>0.75</a:t>
            </a:r>
          </a:p>
        </p:txBody>
      </p:sp>
      <p:sp>
        <p:nvSpPr>
          <p:cNvPr id="34" name="TextBox 33">
            <a:extLst>
              <a:ext uri="{FF2B5EF4-FFF2-40B4-BE49-F238E27FC236}">
                <a16:creationId xmlns:a16="http://schemas.microsoft.com/office/drawing/2014/main" id="{EA55F190-4AB0-4669-8F83-14113C44EF71}"/>
              </a:ext>
            </a:extLst>
          </p:cNvPr>
          <p:cNvSpPr txBox="1"/>
          <p:nvPr/>
        </p:nvSpPr>
        <p:spPr>
          <a:xfrm>
            <a:off x="5018028" y="5071761"/>
            <a:ext cx="231154" cy="369332"/>
          </a:xfrm>
          <a:prstGeom prst="rect">
            <a:avLst/>
          </a:prstGeom>
          <a:noFill/>
        </p:spPr>
        <p:txBody>
          <a:bodyPr wrap="none" rtlCol="0">
            <a:spAutoFit/>
          </a:bodyPr>
          <a:lstStyle/>
          <a:p>
            <a:r>
              <a:rPr lang="en-AU" dirty="0">
                <a:latin typeface="Agency FB" panose="020B0503020202020204" pitchFamily="34" charset="0"/>
              </a:rPr>
              <a:t>1</a:t>
            </a:r>
          </a:p>
        </p:txBody>
      </p:sp>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996E08D3-BC0F-4938-8BBC-8D9C258ABF65}"/>
                  </a:ext>
                </a:extLst>
              </p:cNvPr>
              <p:cNvSpPr/>
              <p:nvPr/>
            </p:nvSpPr>
            <p:spPr>
              <a:xfrm>
                <a:off x="3700130" y="4396562"/>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AU" sz="1100" i="1" smtClean="0">
                              <a:latin typeface="Cambria Math" panose="02040503050406030204" pitchFamily="18" charset="0"/>
                            </a:rPr>
                          </m:ctrlPr>
                        </m:accPr>
                        <m:e>
                          <m:r>
                            <a:rPr lang="en-AU" sz="1100" b="0" i="1" smtClean="0">
                              <a:latin typeface="Cambria Math" panose="02040503050406030204" pitchFamily="18" charset="0"/>
                            </a:rPr>
                            <m:t>𝑝</m:t>
                          </m:r>
                        </m:e>
                      </m:acc>
                    </m:oMath>
                  </m:oMathPara>
                </a14:m>
                <a:endParaRPr lang="en-AU" sz="1100" dirty="0"/>
              </a:p>
            </p:txBody>
          </p:sp>
        </mc:Choice>
        <mc:Fallback xmlns="">
          <p:sp>
            <p:nvSpPr>
              <p:cNvPr id="35" name="Oval 34">
                <a:extLst>
                  <a:ext uri="{FF2B5EF4-FFF2-40B4-BE49-F238E27FC236}">
                    <a16:creationId xmlns:a16="http://schemas.microsoft.com/office/drawing/2014/main" id="{996E08D3-BC0F-4938-8BBC-8D9C258ABF65}"/>
                  </a:ext>
                </a:extLst>
              </p:cNvPr>
              <p:cNvSpPr>
                <a:spLocks noRot="1" noChangeAspect="1" noMove="1" noResize="1" noEditPoints="1" noAdjustHandles="1" noChangeArrowheads="1" noChangeShapeType="1" noTextEdit="1"/>
              </p:cNvSpPr>
              <p:nvPr/>
            </p:nvSpPr>
            <p:spPr>
              <a:xfrm>
                <a:off x="3700130" y="4396562"/>
                <a:ext cx="180000" cy="180000"/>
              </a:xfrm>
              <a:prstGeom prst="ellipse">
                <a:avLst/>
              </a:prstGeom>
              <a:blipFill>
                <a:blip r:embed="rId4"/>
                <a:stretch>
                  <a:fillRect l="-6250" t="-6250" b="-18750"/>
                </a:stretch>
              </a:blipFill>
              <a:ln>
                <a:solidFill>
                  <a:schemeClr val="tx1"/>
                </a:solidFill>
              </a:ln>
            </p:spPr>
            <p:txBody>
              <a:bodyPr/>
              <a:lstStyle/>
              <a:p>
                <a:r>
                  <a:rPr lang="en-AU">
                    <a:noFill/>
                  </a:rPr>
                  <a:t> </a:t>
                </a:r>
              </a:p>
            </p:txBody>
          </p:sp>
        </mc:Fallback>
      </mc:AlternateContent>
      <p:cxnSp>
        <p:nvCxnSpPr>
          <p:cNvPr id="36" name="Straight Connector 35">
            <a:extLst>
              <a:ext uri="{FF2B5EF4-FFF2-40B4-BE49-F238E27FC236}">
                <a16:creationId xmlns:a16="http://schemas.microsoft.com/office/drawing/2014/main" id="{62837DEE-DA5C-4D4B-816F-9BE88D95A656}"/>
              </a:ext>
            </a:extLst>
          </p:cNvPr>
          <p:cNvCxnSpPr>
            <a:cxnSpLocks/>
          </p:cNvCxnSpPr>
          <p:nvPr/>
        </p:nvCxnSpPr>
        <p:spPr>
          <a:xfrm>
            <a:off x="6997078" y="482721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A018315-D4FF-4BE8-85A4-60B520F12563}"/>
              </a:ext>
            </a:extLst>
          </p:cNvPr>
          <p:cNvCxnSpPr/>
          <p:nvPr/>
        </p:nvCxnSpPr>
        <p:spPr>
          <a:xfrm>
            <a:off x="8077078" y="466772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4FF8232-9C1F-4A7F-B057-5B63777EA921}"/>
              </a:ext>
            </a:extLst>
          </p:cNvPr>
          <p:cNvCxnSpPr>
            <a:cxnSpLocks/>
          </p:cNvCxnSpPr>
          <p:nvPr/>
        </p:nvCxnSpPr>
        <p:spPr>
          <a:xfrm>
            <a:off x="8077078" y="482721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7AFB6AC-E805-46D0-9E3A-59474E3CEA55}"/>
              </a:ext>
            </a:extLst>
          </p:cNvPr>
          <p:cNvCxnSpPr/>
          <p:nvPr/>
        </p:nvCxnSpPr>
        <p:spPr>
          <a:xfrm>
            <a:off x="9157078" y="466772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DBEA395-03FA-41EE-A1F2-5DB44FBFEE3D}"/>
              </a:ext>
            </a:extLst>
          </p:cNvPr>
          <p:cNvCxnSpPr>
            <a:cxnSpLocks/>
          </p:cNvCxnSpPr>
          <p:nvPr/>
        </p:nvCxnSpPr>
        <p:spPr>
          <a:xfrm>
            <a:off x="9157078" y="482721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232882A-27D6-4C26-B822-59C3CD3582D5}"/>
              </a:ext>
            </a:extLst>
          </p:cNvPr>
          <p:cNvCxnSpPr/>
          <p:nvPr/>
        </p:nvCxnSpPr>
        <p:spPr>
          <a:xfrm>
            <a:off x="10237078" y="466772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111C66D-EBF3-481E-A654-BE8476EB1C25}"/>
              </a:ext>
            </a:extLst>
          </p:cNvPr>
          <p:cNvCxnSpPr>
            <a:cxnSpLocks/>
          </p:cNvCxnSpPr>
          <p:nvPr/>
        </p:nvCxnSpPr>
        <p:spPr>
          <a:xfrm>
            <a:off x="10237078" y="4827211"/>
            <a:ext cx="10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757B23B-9E8C-4C58-AA1D-B8A802B1F8B9}"/>
              </a:ext>
            </a:extLst>
          </p:cNvPr>
          <p:cNvCxnSpPr/>
          <p:nvPr/>
        </p:nvCxnSpPr>
        <p:spPr>
          <a:xfrm>
            <a:off x="11317078" y="466772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C2385FD-78DB-4345-8425-9188D506DC0E}"/>
              </a:ext>
            </a:extLst>
          </p:cNvPr>
          <p:cNvCxnSpPr/>
          <p:nvPr/>
        </p:nvCxnSpPr>
        <p:spPr>
          <a:xfrm>
            <a:off x="6997078" y="4667723"/>
            <a:ext cx="0" cy="308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A7FEA37-24D6-4511-AB30-5954DD293E2D}"/>
              </a:ext>
            </a:extLst>
          </p:cNvPr>
          <p:cNvSpPr txBox="1"/>
          <p:nvPr/>
        </p:nvSpPr>
        <p:spPr>
          <a:xfrm>
            <a:off x="6860446" y="5071760"/>
            <a:ext cx="285656" cy="369332"/>
          </a:xfrm>
          <a:prstGeom prst="rect">
            <a:avLst/>
          </a:prstGeom>
          <a:noFill/>
        </p:spPr>
        <p:txBody>
          <a:bodyPr wrap="none" rtlCol="0">
            <a:spAutoFit/>
          </a:bodyPr>
          <a:lstStyle/>
          <a:p>
            <a:r>
              <a:rPr lang="en-AU" dirty="0">
                <a:latin typeface="Agency FB" panose="020B0503020202020204" pitchFamily="34" charset="0"/>
              </a:rPr>
              <a:t>0</a:t>
            </a:r>
          </a:p>
        </p:txBody>
      </p:sp>
      <p:sp>
        <p:nvSpPr>
          <p:cNvPr id="46" name="TextBox 45">
            <a:extLst>
              <a:ext uri="{FF2B5EF4-FFF2-40B4-BE49-F238E27FC236}">
                <a16:creationId xmlns:a16="http://schemas.microsoft.com/office/drawing/2014/main" id="{B0B24506-DD1B-4F5D-A428-084BB9BD2B0F}"/>
              </a:ext>
            </a:extLst>
          </p:cNvPr>
          <p:cNvSpPr txBox="1"/>
          <p:nvPr/>
        </p:nvSpPr>
        <p:spPr>
          <a:xfrm>
            <a:off x="7822841" y="5071760"/>
            <a:ext cx="508473" cy="369332"/>
          </a:xfrm>
          <a:prstGeom prst="rect">
            <a:avLst/>
          </a:prstGeom>
          <a:noFill/>
        </p:spPr>
        <p:txBody>
          <a:bodyPr wrap="none" rtlCol="0">
            <a:spAutoFit/>
          </a:bodyPr>
          <a:lstStyle/>
          <a:p>
            <a:r>
              <a:rPr lang="en-AU" dirty="0">
                <a:latin typeface="Agency FB" panose="020B0503020202020204" pitchFamily="34" charset="0"/>
              </a:rPr>
              <a:t>0.25</a:t>
            </a:r>
          </a:p>
        </p:txBody>
      </p:sp>
      <p:sp>
        <p:nvSpPr>
          <p:cNvPr id="47" name="TextBox 46">
            <a:extLst>
              <a:ext uri="{FF2B5EF4-FFF2-40B4-BE49-F238E27FC236}">
                <a16:creationId xmlns:a16="http://schemas.microsoft.com/office/drawing/2014/main" id="{42AFEC68-663C-492F-9471-5C0324910B7E}"/>
              </a:ext>
            </a:extLst>
          </p:cNvPr>
          <p:cNvSpPr txBox="1"/>
          <p:nvPr/>
        </p:nvSpPr>
        <p:spPr>
          <a:xfrm>
            <a:off x="8902821" y="5071760"/>
            <a:ext cx="519694" cy="369332"/>
          </a:xfrm>
          <a:prstGeom prst="rect">
            <a:avLst/>
          </a:prstGeom>
          <a:noFill/>
        </p:spPr>
        <p:txBody>
          <a:bodyPr wrap="none" rtlCol="0">
            <a:spAutoFit/>
          </a:bodyPr>
          <a:lstStyle/>
          <a:p>
            <a:r>
              <a:rPr lang="en-AU" dirty="0">
                <a:latin typeface="Agency FB" panose="020B0503020202020204" pitchFamily="34" charset="0"/>
              </a:rPr>
              <a:t>0.50</a:t>
            </a:r>
          </a:p>
        </p:txBody>
      </p:sp>
      <p:sp>
        <p:nvSpPr>
          <p:cNvPr id="48" name="TextBox 47">
            <a:extLst>
              <a:ext uri="{FF2B5EF4-FFF2-40B4-BE49-F238E27FC236}">
                <a16:creationId xmlns:a16="http://schemas.microsoft.com/office/drawing/2014/main" id="{EA874D29-121B-45DD-8D2E-E0C7A48B8269}"/>
              </a:ext>
            </a:extLst>
          </p:cNvPr>
          <p:cNvSpPr txBox="1"/>
          <p:nvPr/>
        </p:nvSpPr>
        <p:spPr>
          <a:xfrm>
            <a:off x="9994023" y="5071760"/>
            <a:ext cx="502061" cy="369332"/>
          </a:xfrm>
          <a:prstGeom prst="rect">
            <a:avLst/>
          </a:prstGeom>
          <a:noFill/>
        </p:spPr>
        <p:txBody>
          <a:bodyPr wrap="none" rtlCol="0">
            <a:spAutoFit/>
          </a:bodyPr>
          <a:lstStyle/>
          <a:p>
            <a:r>
              <a:rPr lang="en-AU" dirty="0">
                <a:latin typeface="Agency FB" panose="020B0503020202020204" pitchFamily="34" charset="0"/>
              </a:rPr>
              <a:t>0.75</a:t>
            </a:r>
          </a:p>
        </p:txBody>
      </p:sp>
      <p:sp>
        <p:nvSpPr>
          <p:cNvPr id="49" name="TextBox 48">
            <a:extLst>
              <a:ext uri="{FF2B5EF4-FFF2-40B4-BE49-F238E27FC236}">
                <a16:creationId xmlns:a16="http://schemas.microsoft.com/office/drawing/2014/main" id="{8459C470-7313-41A4-A325-5E431D1ABBA2}"/>
              </a:ext>
            </a:extLst>
          </p:cNvPr>
          <p:cNvSpPr txBox="1"/>
          <p:nvPr/>
        </p:nvSpPr>
        <p:spPr>
          <a:xfrm>
            <a:off x="11196399" y="5071760"/>
            <a:ext cx="231154" cy="369332"/>
          </a:xfrm>
          <a:prstGeom prst="rect">
            <a:avLst/>
          </a:prstGeom>
          <a:noFill/>
        </p:spPr>
        <p:txBody>
          <a:bodyPr wrap="none" rtlCol="0">
            <a:spAutoFit/>
          </a:bodyPr>
          <a:lstStyle/>
          <a:p>
            <a:r>
              <a:rPr lang="en-AU" dirty="0">
                <a:latin typeface="Agency FB" panose="020B0503020202020204" pitchFamily="34" charset="0"/>
              </a:rPr>
              <a:t>1</a:t>
            </a:r>
          </a:p>
        </p:txBody>
      </p:sp>
      <p:cxnSp>
        <p:nvCxnSpPr>
          <p:cNvPr id="53" name="Straight Connector 52">
            <a:extLst>
              <a:ext uri="{FF2B5EF4-FFF2-40B4-BE49-F238E27FC236}">
                <a16:creationId xmlns:a16="http://schemas.microsoft.com/office/drawing/2014/main" id="{43340205-3DBD-455A-805E-2A7BD2E56C85}"/>
              </a:ext>
            </a:extLst>
          </p:cNvPr>
          <p:cNvCxnSpPr>
            <a:cxnSpLocks/>
          </p:cNvCxnSpPr>
          <p:nvPr/>
        </p:nvCxnSpPr>
        <p:spPr>
          <a:xfrm>
            <a:off x="10058501" y="4488975"/>
            <a:ext cx="1244355"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D8135F7-C739-4D6F-A433-54DAF8464FF3}"/>
              </a:ext>
            </a:extLst>
          </p:cNvPr>
          <p:cNvCxnSpPr>
            <a:cxnSpLocks/>
          </p:cNvCxnSpPr>
          <p:nvPr/>
        </p:nvCxnSpPr>
        <p:spPr>
          <a:xfrm>
            <a:off x="8611973" y="4488975"/>
            <a:ext cx="1446528"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909801D-DFFE-4009-9957-97DAD151B155}"/>
              </a:ext>
            </a:extLst>
          </p:cNvPr>
          <p:cNvCxnSpPr>
            <a:cxnSpLocks/>
          </p:cNvCxnSpPr>
          <p:nvPr/>
        </p:nvCxnSpPr>
        <p:spPr>
          <a:xfrm>
            <a:off x="8611973" y="4373550"/>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5540DE5-3853-412C-AB52-A5E5594FF8C2}"/>
              </a:ext>
            </a:extLst>
          </p:cNvPr>
          <p:cNvCxnSpPr>
            <a:cxnSpLocks/>
          </p:cNvCxnSpPr>
          <p:nvPr/>
        </p:nvCxnSpPr>
        <p:spPr>
          <a:xfrm>
            <a:off x="11302856" y="4367969"/>
            <a:ext cx="0" cy="203011"/>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51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48F3A856-B73D-403A-A767-E9A661E160A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Confidence Interval</a:t>
            </a:r>
          </a:p>
        </p:txBody>
      </p:sp>
      <p:sp>
        <p:nvSpPr>
          <p:cNvPr id="50" name="TextBox 49">
            <a:extLst>
              <a:ext uri="{FF2B5EF4-FFF2-40B4-BE49-F238E27FC236}">
                <a16:creationId xmlns:a16="http://schemas.microsoft.com/office/drawing/2014/main" id="{451E4F64-D8A8-4893-ACA7-1D867B63B23B}"/>
              </a:ext>
            </a:extLst>
          </p:cNvPr>
          <p:cNvSpPr txBox="1"/>
          <p:nvPr/>
        </p:nvSpPr>
        <p:spPr>
          <a:xfrm>
            <a:off x="244550" y="755763"/>
            <a:ext cx="11610752" cy="830997"/>
          </a:xfrm>
          <a:prstGeom prst="rect">
            <a:avLst/>
          </a:prstGeom>
          <a:solidFill>
            <a:schemeClr val="bg1"/>
          </a:solidFill>
        </p:spPr>
        <p:txBody>
          <a:bodyPr wrap="square">
            <a:spAutoFit/>
          </a:bodyPr>
          <a:lstStyle/>
          <a:p>
            <a:r>
              <a:rPr lang="en-US" sz="2400" b="0" i="0" dirty="0">
                <a:solidFill>
                  <a:srgbClr val="212529"/>
                </a:solidFill>
                <a:effectLst/>
                <a:latin typeface="Arial Narrow" panose="020B0606020202030204" pitchFamily="34" charset="0"/>
              </a:rPr>
              <a:t>A confidence interval is a range of values which is likely to contain (in repeated sampling) the true value of an unknown statistical parameter, such as a population mean</a:t>
            </a:r>
            <a:endParaRPr lang="en-AU" sz="2400" dirty="0">
              <a:latin typeface="Arial Narrow" panose="020B0606020202030204" pitchFamily="34" charset="0"/>
            </a:endParaRPr>
          </a:p>
        </p:txBody>
      </p:sp>
      <p:pic>
        <p:nvPicPr>
          <p:cNvPr id="2" name="Picture 1">
            <a:extLst>
              <a:ext uri="{FF2B5EF4-FFF2-40B4-BE49-F238E27FC236}">
                <a16:creationId xmlns:a16="http://schemas.microsoft.com/office/drawing/2014/main" id="{E1E12451-8AFD-4554-AC1C-94204E6BB9E5}"/>
              </a:ext>
            </a:extLst>
          </p:cNvPr>
          <p:cNvPicPr>
            <a:picLocks noChangeAspect="1"/>
          </p:cNvPicPr>
          <p:nvPr/>
        </p:nvPicPr>
        <p:blipFill>
          <a:blip r:embed="rId3"/>
          <a:stretch>
            <a:fillRect/>
          </a:stretch>
        </p:blipFill>
        <p:spPr>
          <a:xfrm>
            <a:off x="914400" y="1939732"/>
            <a:ext cx="10363200" cy="4300728"/>
          </a:xfrm>
          <a:prstGeom prst="rect">
            <a:avLst/>
          </a:prstGeom>
        </p:spPr>
      </p:pic>
    </p:spTree>
    <p:extLst>
      <p:ext uri="{BB962C8B-B14F-4D97-AF65-F5344CB8AC3E}">
        <p14:creationId xmlns:p14="http://schemas.microsoft.com/office/powerpoint/2010/main" val="3706069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cxnSp>
        <p:nvCxnSpPr>
          <p:cNvPr id="163" name="Straight Connector 162">
            <a:extLst>
              <a:ext uri="{FF2B5EF4-FFF2-40B4-BE49-F238E27FC236}">
                <a16:creationId xmlns:a16="http://schemas.microsoft.com/office/drawing/2014/main" id="{D92FC8C5-7759-4FDA-A681-B967509AE197}"/>
              </a:ext>
            </a:extLst>
          </p:cNvPr>
          <p:cNvCxnSpPr/>
          <p:nvPr/>
        </p:nvCxnSpPr>
        <p:spPr>
          <a:xfrm>
            <a:off x="247726" y="4159748"/>
            <a:ext cx="36612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2BBD9E3-203C-4F60-AACE-7D8A6B080CFF}"/>
              </a:ext>
            </a:extLst>
          </p:cNvPr>
          <p:cNvCxnSpPr/>
          <p:nvPr/>
        </p:nvCxnSpPr>
        <p:spPr>
          <a:xfrm flipV="1">
            <a:off x="2008147" y="4159748"/>
            <a:ext cx="0" cy="1596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06C878E2-28E2-4497-A525-71017733E457}"/>
              </a:ext>
            </a:extLst>
          </p:cNvPr>
          <p:cNvCxnSpPr/>
          <p:nvPr/>
        </p:nvCxnSpPr>
        <p:spPr>
          <a:xfrm flipV="1">
            <a:off x="1534129"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BF267D7-3B17-468E-AAC6-A1B416127C1F}"/>
              </a:ext>
            </a:extLst>
          </p:cNvPr>
          <p:cNvCxnSpPr/>
          <p:nvPr/>
        </p:nvCxnSpPr>
        <p:spPr>
          <a:xfrm flipV="1">
            <a:off x="1060111"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4018FBE-7D8A-4CD6-A608-B972B68309B6}"/>
              </a:ext>
            </a:extLst>
          </p:cNvPr>
          <p:cNvCxnSpPr/>
          <p:nvPr/>
        </p:nvCxnSpPr>
        <p:spPr>
          <a:xfrm flipV="1">
            <a:off x="590558"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1" name="Picture 2">
            <a:extLst>
              <a:ext uri="{FF2B5EF4-FFF2-40B4-BE49-F238E27FC236}">
                <a16:creationId xmlns:a16="http://schemas.microsoft.com/office/drawing/2014/main" id="{ED47B042-1E96-4426-8D3B-9C63AE767F4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83137" l="0" r="100000">
                        <a14:foregroundMark x1="50224" y1="10980" x2="50224" y2="10980"/>
                        <a14:foregroundMark x1="48430" y1="24314" x2="48430" y2="81569"/>
                      </a14:backgroundRemoval>
                    </a14:imgEffect>
                  </a14:imgLayer>
                </a14:imgProps>
              </a:ext>
              <a:ext uri="{28A0092B-C50C-407E-A947-70E740481C1C}">
                <a14:useLocalDpi xmlns:a14="http://schemas.microsoft.com/office/drawing/2010/main" val="0"/>
              </a:ext>
            </a:extLst>
          </a:blip>
          <a:srcRect b="16689"/>
          <a:stretch/>
        </p:blipFill>
        <p:spPr bwMode="auto">
          <a:xfrm>
            <a:off x="-102870" y="2067289"/>
            <a:ext cx="4219035" cy="202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2" name="Straight Connector 171">
            <a:extLst>
              <a:ext uri="{FF2B5EF4-FFF2-40B4-BE49-F238E27FC236}">
                <a16:creationId xmlns:a16="http://schemas.microsoft.com/office/drawing/2014/main" id="{AB663A28-D36E-4EF5-859D-21C1111CBF15}"/>
              </a:ext>
            </a:extLst>
          </p:cNvPr>
          <p:cNvCxnSpPr/>
          <p:nvPr/>
        </p:nvCxnSpPr>
        <p:spPr>
          <a:xfrm flipV="1">
            <a:off x="3429064"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A54FDDD-C0B9-4475-A6E6-AA5908426F82}"/>
              </a:ext>
            </a:extLst>
          </p:cNvPr>
          <p:cNvCxnSpPr/>
          <p:nvPr/>
        </p:nvCxnSpPr>
        <p:spPr>
          <a:xfrm flipV="1">
            <a:off x="2955046"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8C0A655-C62B-4BA9-92F3-EE8DB9FC4766}"/>
              </a:ext>
            </a:extLst>
          </p:cNvPr>
          <p:cNvCxnSpPr/>
          <p:nvPr/>
        </p:nvCxnSpPr>
        <p:spPr>
          <a:xfrm flipV="1">
            <a:off x="2485493"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1FF8C48-9DE1-4BA8-8A0D-3DA249A96056}"/>
              </a:ext>
            </a:extLst>
          </p:cNvPr>
          <p:cNvCxnSpPr/>
          <p:nvPr/>
        </p:nvCxnSpPr>
        <p:spPr>
          <a:xfrm>
            <a:off x="4354906" y="4159748"/>
            <a:ext cx="36612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EAD0717-ADBD-4EBC-8467-80F73DA82A49}"/>
              </a:ext>
            </a:extLst>
          </p:cNvPr>
          <p:cNvCxnSpPr/>
          <p:nvPr/>
        </p:nvCxnSpPr>
        <p:spPr>
          <a:xfrm flipV="1">
            <a:off x="6115327" y="4159748"/>
            <a:ext cx="0" cy="1596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DCE0C36-BDA5-48F8-85B5-8CB2494EA256}"/>
              </a:ext>
            </a:extLst>
          </p:cNvPr>
          <p:cNvCxnSpPr/>
          <p:nvPr/>
        </p:nvCxnSpPr>
        <p:spPr>
          <a:xfrm flipV="1">
            <a:off x="5641309"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5EA9CAC6-0BBF-469A-804C-23F21DD983B2}"/>
              </a:ext>
            </a:extLst>
          </p:cNvPr>
          <p:cNvCxnSpPr/>
          <p:nvPr/>
        </p:nvCxnSpPr>
        <p:spPr>
          <a:xfrm flipV="1">
            <a:off x="5167291"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B5F9A1D7-1650-4E32-9471-4258B36F9C5C}"/>
              </a:ext>
            </a:extLst>
          </p:cNvPr>
          <p:cNvCxnSpPr/>
          <p:nvPr/>
        </p:nvCxnSpPr>
        <p:spPr>
          <a:xfrm flipV="1">
            <a:off x="4697738"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0" name="Picture 2">
            <a:extLst>
              <a:ext uri="{FF2B5EF4-FFF2-40B4-BE49-F238E27FC236}">
                <a16:creationId xmlns:a16="http://schemas.microsoft.com/office/drawing/2014/main" id="{C88FF5A3-9FF5-49B3-B10C-798B253AD94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83137" l="0" r="100000">
                        <a14:foregroundMark x1="50224" y1="10980" x2="50224" y2="10980"/>
                        <a14:foregroundMark x1="48430" y1="24314" x2="48430" y2="81569"/>
                      </a14:backgroundRemoval>
                    </a14:imgEffect>
                  </a14:imgLayer>
                </a14:imgProps>
              </a:ext>
              <a:ext uri="{28A0092B-C50C-407E-A947-70E740481C1C}">
                <a14:useLocalDpi xmlns:a14="http://schemas.microsoft.com/office/drawing/2010/main" val="0"/>
              </a:ext>
            </a:extLst>
          </a:blip>
          <a:srcRect b="16689"/>
          <a:stretch/>
        </p:blipFill>
        <p:spPr bwMode="auto">
          <a:xfrm>
            <a:off x="4004310" y="2067289"/>
            <a:ext cx="4219035" cy="202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81" name="Straight Connector 180">
            <a:extLst>
              <a:ext uri="{FF2B5EF4-FFF2-40B4-BE49-F238E27FC236}">
                <a16:creationId xmlns:a16="http://schemas.microsoft.com/office/drawing/2014/main" id="{5F8B99A2-F135-4796-86C8-9B8C608A1625}"/>
              </a:ext>
            </a:extLst>
          </p:cNvPr>
          <p:cNvCxnSpPr/>
          <p:nvPr/>
        </p:nvCxnSpPr>
        <p:spPr>
          <a:xfrm flipV="1">
            <a:off x="7536244"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B62EA46D-C11A-4052-9EFC-81D3C8614AD6}"/>
              </a:ext>
            </a:extLst>
          </p:cNvPr>
          <p:cNvCxnSpPr/>
          <p:nvPr/>
        </p:nvCxnSpPr>
        <p:spPr>
          <a:xfrm flipV="1">
            <a:off x="7062226"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953B3DD-27A1-40C8-90AF-237C4127A2D5}"/>
              </a:ext>
            </a:extLst>
          </p:cNvPr>
          <p:cNvCxnSpPr/>
          <p:nvPr/>
        </p:nvCxnSpPr>
        <p:spPr>
          <a:xfrm flipV="1">
            <a:off x="6592673"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AD8D913F-961F-4A64-8022-005229B789AF}"/>
              </a:ext>
            </a:extLst>
          </p:cNvPr>
          <p:cNvCxnSpPr/>
          <p:nvPr/>
        </p:nvCxnSpPr>
        <p:spPr>
          <a:xfrm>
            <a:off x="8366745" y="4159748"/>
            <a:ext cx="36612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C06104FB-E8EA-4AF0-8425-927F1409B832}"/>
              </a:ext>
            </a:extLst>
          </p:cNvPr>
          <p:cNvCxnSpPr/>
          <p:nvPr/>
        </p:nvCxnSpPr>
        <p:spPr>
          <a:xfrm flipV="1">
            <a:off x="10127166" y="4159748"/>
            <a:ext cx="0" cy="1596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A4A24293-7530-4AEC-B7BB-746751196C42}"/>
              </a:ext>
            </a:extLst>
          </p:cNvPr>
          <p:cNvCxnSpPr/>
          <p:nvPr/>
        </p:nvCxnSpPr>
        <p:spPr>
          <a:xfrm flipV="1">
            <a:off x="9653148"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CF20D57B-0053-4D5F-861A-A3F0E03EB025}"/>
              </a:ext>
            </a:extLst>
          </p:cNvPr>
          <p:cNvCxnSpPr/>
          <p:nvPr/>
        </p:nvCxnSpPr>
        <p:spPr>
          <a:xfrm flipV="1">
            <a:off x="9179130"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45F3E622-F3FC-4BA6-B8E8-2716C19C1CC1}"/>
              </a:ext>
            </a:extLst>
          </p:cNvPr>
          <p:cNvCxnSpPr/>
          <p:nvPr/>
        </p:nvCxnSpPr>
        <p:spPr>
          <a:xfrm flipV="1">
            <a:off x="8709577"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9" name="Picture 2">
            <a:extLst>
              <a:ext uri="{FF2B5EF4-FFF2-40B4-BE49-F238E27FC236}">
                <a16:creationId xmlns:a16="http://schemas.microsoft.com/office/drawing/2014/main" id="{B6E74D3E-C5DB-4592-8054-0849F0580F4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83137" l="0" r="100000">
                        <a14:foregroundMark x1="50224" y1="10980" x2="50224" y2="10980"/>
                        <a14:foregroundMark x1="48430" y1="24314" x2="48430" y2="81569"/>
                      </a14:backgroundRemoval>
                    </a14:imgEffect>
                  </a14:imgLayer>
                </a14:imgProps>
              </a:ext>
              <a:ext uri="{28A0092B-C50C-407E-A947-70E740481C1C}">
                <a14:useLocalDpi xmlns:a14="http://schemas.microsoft.com/office/drawing/2010/main" val="0"/>
              </a:ext>
            </a:extLst>
          </a:blip>
          <a:srcRect b="16689"/>
          <a:stretch/>
        </p:blipFill>
        <p:spPr bwMode="auto">
          <a:xfrm>
            <a:off x="8016149" y="2067289"/>
            <a:ext cx="4219035" cy="202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90" name="Straight Connector 189">
            <a:extLst>
              <a:ext uri="{FF2B5EF4-FFF2-40B4-BE49-F238E27FC236}">
                <a16:creationId xmlns:a16="http://schemas.microsoft.com/office/drawing/2014/main" id="{3E9DBE3D-A533-4926-9404-FCE68F2963E7}"/>
              </a:ext>
            </a:extLst>
          </p:cNvPr>
          <p:cNvCxnSpPr/>
          <p:nvPr/>
        </p:nvCxnSpPr>
        <p:spPr>
          <a:xfrm flipV="1">
            <a:off x="11548083"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1851177C-EDB7-4F46-8B2F-EA5624E5CAD2}"/>
              </a:ext>
            </a:extLst>
          </p:cNvPr>
          <p:cNvCxnSpPr/>
          <p:nvPr/>
        </p:nvCxnSpPr>
        <p:spPr>
          <a:xfrm flipV="1">
            <a:off x="11074065"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86F41C2F-E1BD-464A-A788-1A9C07A6C80B}"/>
              </a:ext>
            </a:extLst>
          </p:cNvPr>
          <p:cNvCxnSpPr/>
          <p:nvPr/>
        </p:nvCxnSpPr>
        <p:spPr>
          <a:xfrm flipV="1">
            <a:off x="10604512" y="4159748"/>
            <a:ext cx="0" cy="159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TextBox 192">
            <a:extLst>
              <a:ext uri="{FF2B5EF4-FFF2-40B4-BE49-F238E27FC236}">
                <a16:creationId xmlns:a16="http://schemas.microsoft.com/office/drawing/2014/main" id="{4EF2CC1A-801E-4C0A-A608-08426FF60E54}"/>
              </a:ext>
            </a:extLst>
          </p:cNvPr>
          <p:cNvSpPr txBox="1"/>
          <p:nvPr/>
        </p:nvSpPr>
        <p:spPr>
          <a:xfrm>
            <a:off x="1857637" y="4388382"/>
            <a:ext cx="317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effectLst/>
                <a:uLnTx/>
                <a:uFillTx/>
                <a:latin typeface="Calibri" panose="020F0502020204030204"/>
                <a:ea typeface="+mn-ea"/>
                <a:cs typeface="+mn-cs"/>
                <a:sym typeface="Symbol" panose="05050102010706020507" pitchFamily="18" charset="2"/>
              </a:rPr>
              <a:t></a:t>
            </a:r>
            <a:endParaRPr kumimoji="0" lang="en-AU" sz="1800" b="0" i="0" u="none" strike="noStrike" kern="1200" cap="none" spc="0" normalizeH="0" baseline="0" noProof="0" dirty="0">
              <a:ln>
                <a:noFill/>
              </a:ln>
              <a:effectLst/>
              <a:uLnTx/>
              <a:uFillTx/>
              <a:latin typeface="Calibri" panose="020F0502020204030204"/>
              <a:ea typeface="+mn-ea"/>
              <a:cs typeface="+mn-cs"/>
            </a:endParaRPr>
          </a:p>
        </p:txBody>
      </p:sp>
      <p:sp>
        <p:nvSpPr>
          <p:cNvPr id="194" name="TextBox 193">
            <a:extLst>
              <a:ext uri="{FF2B5EF4-FFF2-40B4-BE49-F238E27FC236}">
                <a16:creationId xmlns:a16="http://schemas.microsoft.com/office/drawing/2014/main" id="{BBA227B9-459F-4108-BA39-7EDA4470F20B}"/>
              </a:ext>
            </a:extLst>
          </p:cNvPr>
          <p:cNvSpPr txBox="1"/>
          <p:nvPr/>
        </p:nvSpPr>
        <p:spPr>
          <a:xfrm>
            <a:off x="5968728" y="4388382"/>
            <a:ext cx="317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effectLst/>
                <a:uLnTx/>
                <a:uFillTx/>
                <a:latin typeface="Calibri" panose="020F0502020204030204"/>
                <a:ea typeface="+mn-ea"/>
                <a:cs typeface="+mn-cs"/>
                <a:sym typeface="Symbol" panose="05050102010706020507" pitchFamily="18" charset="2"/>
              </a:rPr>
              <a:t></a:t>
            </a:r>
            <a:endParaRPr kumimoji="0" lang="en-AU" sz="1800" b="0" i="0" u="none" strike="noStrike" kern="1200" cap="none" spc="0" normalizeH="0" baseline="0" noProof="0" dirty="0">
              <a:ln>
                <a:noFill/>
              </a:ln>
              <a:effectLst/>
              <a:uLnTx/>
              <a:uFillTx/>
              <a:latin typeface="Calibri" panose="020F0502020204030204"/>
              <a:ea typeface="+mn-ea"/>
              <a:cs typeface="+mn-cs"/>
            </a:endParaRPr>
          </a:p>
        </p:txBody>
      </p:sp>
      <p:sp>
        <p:nvSpPr>
          <p:cNvPr id="195" name="TextBox 194">
            <a:extLst>
              <a:ext uri="{FF2B5EF4-FFF2-40B4-BE49-F238E27FC236}">
                <a16:creationId xmlns:a16="http://schemas.microsoft.com/office/drawing/2014/main" id="{5FD8892F-AE40-46E7-8091-377BD9203D7B}"/>
              </a:ext>
            </a:extLst>
          </p:cNvPr>
          <p:cNvSpPr txBox="1"/>
          <p:nvPr/>
        </p:nvSpPr>
        <p:spPr>
          <a:xfrm>
            <a:off x="9971858" y="4388382"/>
            <a:ext cx="317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effectLst/>
                <a:uLnTx/>
                <a:uFillTx/>
                <a:latin typeface="Calibri" panose="020F0502020204030204"/>
                <a:ea typeface="+mn-ea"/>
                <a:cs typeface="+mn-cs"/>
                <a:sym typeface="Symbol" panose="05050102010706020507" pitchFamily="18" charset="2"/>
              </a:rPr>
              <a:t></a:t>
            </a:r>
            <a:endParaRPr kumimoji="0" lang="en-AU" sz="1800" b="0" i="0" u="none" strike="noStrike" kern="1200" cap="none" spc="0" normalizeH="0" baseline="0" noProof="0" dirty="0">
              <a:ln>
                <a:noFill/>
              </a:ln>
              <a:effectLst/>
              <a:uLnTx/>
              <a:uFillTx/>
              <a:latin typeface="Calibri" panose="020F0502020204030204"/>
              <a:ea typeface="+mn-ea"/>
              <a:cs typeface="+mn-cs"/>
            </a:endParaRPr>
          </a:p>
        </p:txBody>
      </p:sp>
      <p:cxnSp>
        <p:nvCxnSpPr>
          <p:cNvPr id="196" name="Straight Connector 195">
            <a:extLst>
              <a:ext uri="{FF2B5EF4-FFF2-40B4-BE49-F238E27FC236}">
                <a16:creationId xmlns:a16="http://schemas.microsoft.com/office/drawing/2014/main" id="{5369791C-56D3-4E33-ABB0-5688EB710222}"/>
              </a:ext>
            </a:extLst>
          </p:cNvPr>
          <p:cNvCxnSpPr/>
          <p:nvPr/>
        </p:nvCxnSpPr>
        <p:spPr>
          <a:xfrm flipV="1">
            <a:off x="1534129" y="2747831"/>
            <a:ext cx="0" cy="13429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4329289D-99F7-49B0-A719-CD40A7766A35}"/>
              </a:ext>
            </a:extLst>
          </p:cNvPr>
          <p:cNvCxnSpPr/>
          <p:nvPr/>
        </p:nvCxnSpPr>
        <p:spPr>
          <a:xfrm flipV="1">
            <a:off x="2489834" y="2754953"/>
            <a:ext cx="0" cy="13429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309FF030-77CE-4D0A-9D5C-25FB37F19E44}"/>
              </a:ext>
            </a:extLst>
          </p:cNvPr>
          <p:cNvSpPr txBox="1"/>
          <p:nvPr/>
        </p:nvSpPr>
        <p:spPr>
          <a:xfrm>
            <a:off x="2174260" y="4319435"/>
            <a:ext cx="5565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+1</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99" name="TextBox 198">
            <a:extLst>
              <a:ext uri="{FF2B5EF4-FFF2-40B4-BE49-F238E27FC236}">
                <a16:creationId xmlns:a16="http://schemas.microsoft.com/office/drawing/2014/main" id="{7F49A5FF-8BD0-408E-A871-D687E8FAD9C6}"/>
              </a:ext>
            </a:extLst>
          </p:cNvPr>
          <p:cNvSpPr txBox="1"/>
          <p:nvPr/>
        </p:nvSpPr>
        <p:spPr>
          <a:xfrm>
            <a:off x="1269383" y="4319435"/>
            <a:ext cx="5116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-1</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00" name="TextBox 199">
            <a:extLst>
              <a:ext uri="{FF2B5EF4-FFF2-40B4-BE49-F238E27FC236}">
                <a16:creationId xmlns:a16="http://schemas.microsoft.com/office/drawing/2014/main" id="{A0E136C3-DC41-4D6E-89A9-C19488C8D276}"/>
              </a:ext>
            </a:extLst>
          </p:cNvPr>
          <p:cNvSpPr txBox="1"/>
          <p:nvPr/>
        </p:nvSpPr>
        <p:spPr>
          <a:xfrm>
            <a:off x="6732323" y="4319435"/>
            <a:ext cx="5565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+2</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01" name="TextBox 200">
            <a:extLst>
              <a:ext uri="{FF2B5EF4-FFF2-40B4-BE49-F238E27FC236}">
                <a16:creationId xmlns:a16="http://schemas.microsoft.com/office/drawing/2014/main" id="{D9BF5287-C238-4A2C-A97D-21F59C00B709}"/>
              </a:ext>
            </a:extLst>
          </p:cNvPr>
          <p:cNvSpPr txBox="1"/>
          <p:nvPr/>
        </p:nvSpPr>
        <p:spPr>
          <a:xfrm>
            <a:off x="4887778" y="4319435"/>
            <a:ext cx="5116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-2</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202" name="Straight Connector 201">
            <a:extLst>
              <a:ext uri="{FF2B5EF4-FFF2-40B4-BE49-F238E27FC236}">
                <a16:creationId xmlns:a16="http://schemas.microsoft.com/office/drawing/2014/main" id="{CB7E45F2-9C83-492C-8B24-D06A56B7BC85}"/>
              </a:ext>
            </a:extLst>
          </p:cNvPr>
          <p:cNvCxnSpPr/>
          <p:nvPr/>
        </p:nvCxnSpPr>
        <p:spPr>
          <a:xfrm flipV="1">
            <a:off x="5172679" y="3693476"/>
            <a:ext cx="0" cy="4068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BA79E4C-9911-479C-9575-AC95C4F4A73E}"/>
              </a:ext>
            </a:extLst>
          </p:cNvPr>
          <p:cNvCxnSpPr/>
          <p:nvPr/>
        </p:nvCxnSpPr>
        <p:spPr>
          <a:xfrm flipV="1">
            <a:off x="7062226" y="3693476"/>
            <a:ext cx="0" cy="4139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4" name="TextBox 203">
            <a:extLst>
              <a:ext uri="{FF2B5EF4-FFF2-40B4-BE49-F238E27FC236}">
                <a16:creationId xmlns:a16="http://schemas.microsoft.com/office/drawing/2014/main" id="{582A91A7-476D-48E7-AE32-65A18113DAEE}"/>
              </a:ext>
            </a:extLst>
          </p:cNvPr>
          <p:cNvSpPr txBox="1"/>
          <p:nvPr/>
        </p:nvSpPr>
        <p:spPr>
          <a:xfrm>
            <a:off x="11265336" y="4319435"/>
            <a:ext cx="5565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+3</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05" name="TextBox 204">
            <a:extLst>
              <a:ext uri="{FF2B5EF4-FFF2-40B4-BE49-F238E27FC236}">
                <a16:creationId xmlns:a16="http://schemas.microsoft.com/office/drawing/2014/main" id="{7024A900-62F2-4670-A411-E97243603144}"/>
              </a:ext>
            </a:extLst>
          </p:cNvPr>
          <p:cNvSpPr txBox="1"/>
          <p:nvPr/>
        </p:nvSpPr>
        <p:spPr>
          <a:xfrm>
            <a:off x="8445029" y="4319435"/>
            <a:ext cx="5116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sym typeface="Symbol" panose="05050102010706020507" pitchFamily="18" charset="2"/>
              </a:rPr>
              <a:t>-3</a:t>
            </a:r>
            <a:endParaRPr kumimoji="0" lang="en-AU"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206" name="Straight Connector 205">
            <a:extLst>
              <a:ext uri="{FF2B5EF4-FFF2-40B4-BE49-F238E27FC236}">
                <a16:creationId xmlns:a16="http://schemas.microsoft.com/office/drawing/2014/main" id="{5E687F8F-E372-4513-BD43-CF491D1669FF}"/>
              </a:ext>
            </a:extLst>
          </p:cNvPr>
          <p:cNvCxnSpPr/>
          <p:nvPr/>
        </p:nvCxnSpPr>
        <p:spPr>
          <a:xfrm flipV="1">
            <a:off x="8715979" y="3988752"/>
            <a:ext cx="0" cy="11869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53A4388-5DB6-4E65-87AD-D44967CD6B29}"/>
              </a:ext>
            </a:extLst>
          </p:cNvPr>
          <p:cNvCxnSpPr/>
          <p:nvPr/>
        </p:nvCxnSpPr>
        <p:spPr>
          <a:xfrm flipV="1">
            <a:off x="11559529" y="3988752"/>
            <a:ext cx="0" cy="11869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208" name="Picture 207">
            <a:extLst>
              <a:ext uri="{FF2B5EF4-FFF2-40B4-BE49-F238E27FC236}">
                <a16:creationId xmlns:a16="http://schemas.microsoft.com/office/drawing/2014/main" id="{27246CBE-8D51-47E6-8973-FBD4A62E8F4E}"/>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0" b="100000" l="0" r="100000">
                        <a14:foregroundMark x1="11034" y1="82326" x2="11034" y2="82326"/>
                        <a14:foregroundMark x1="8102" y1="96744" x2="16975" y2="34884"/>
                        <a14:foregroundMark x1="26775" y1="94884" x2="20988" y2="40930"/>
                        <a14:foregroundMark x1="20910" y1="54884" x2="23843" y2="88372"/>
                        <a14:foregroundMark x1="24383" y1="75814" x2="24383" y2="75814"/>
                        <a14:foregroundMark x1="29167" y1="97209" x2="23920" y2="95349"/>
                        <a14:foregroundMark x1="13426" y1="47442" x2="11265" y2="70698"/>
                        <a14:foregroundMark x1="12809" y1="43256" x2="12346" y2="57209"/>
                        <a14:foregroundMark x1="6713" y1="95814" x2="3858" y2="97674"/>
                        <a14:foregroundMark x1="23148" y1="61860" x2="25231" y2="82326"/>
                        <a14:foregroundMark x1="28935" y1="96279" x2="30478" y2="97674"/>
                        <a14:foregroundMark x1="38503" y1="97209" x2="42824" y2="92558"/>
                        <a14:foregroundMark x1="58642" y1="91628" x2="62191" y2="94884"/>
                        <a14:foregroundMark x1="62346" y1="96744" x2="63503" y2="97209"/>
                        <a14:foregroundMark x1="71296" y1="97674" x2="69676" y2="98605"/>
                        <a14:foregroundMark x1="94444" y1="97674" x2="96065" y2="97209"/>
                        <a14:backgroundMark x1="23071" y1="59070" x2="25231" y2="79535"/>
                        <a14:backgroundMark x1="25386" y1="80465" x2="26157" y2="84186"/>
                        <a14:backgroundMark x1="22994" y1="59535" x2="22377" y2="49767"/>
                      </a14:backgroundRemoval>
                    </a14:imgEffect>
                  </a14:imgLayer>
                </a14:imgProps>
              </a:ext>
            </a:extLst>
          </a:blip>
          <a:srcRect t="1" b="2264"/>
          <a:stretch/>
        </p:blipFill>
        <p:spPr>
          <a:xfrm>
            <a:off x="-109216" y="2057764"/>
            <a:ext cx="12344400" cy="2001491"/>
          </a:xfrm>
          <a:prstGeom prst="rect">
            <a:avLst/>
          </a:prstGeom>
        </p:spPr>
      </p:pic>
      <p:cxnSp>
        <p:nvCxnSpPr>
          <p:cNvPr id="209" name="Straight Arrow Connector 208">
            <a:extLst>
              <a:ext uri="{FF2B5EF4-FFF2-40B4-BE49-F238E27FC236}">
                <a16:creationId xmlns:a16="http://schemas.microsoft.com/office/drawing/2014/main" id="{548151D5-D4E8-418F-A4B8-D4B1FCC5791F}"/>
              </a:ext>
            </a:extLst>
          </p:cNvPr>
          <p:cNvCxnSpPr/>
          <p:nvPr/>
        </p:nvCxnSpPr>
        <p:spPr bwMode="auto">
          <a:xfrm>
            <a:off x="1534129" y="3862532"/>
            <a:ext cx="951364" cy="0"/>
          </a:xfrm>
          <a:prstGeom prst="straightConnector1">
            <a:avLst/>
          </a:prstGeom>
          <a:noFill/>
          <a:ln w="19050" cap="flat" cmpd="sng" algn="ctr">
            <a:solidFill>
              <a:schemeClr val="tx1"/>
            </a:solidFill>
            <a:prstDash val="solid"/>
            <a:round/>
            <a:headEnd type="arrow"/>
            <a:tailEnd type="arrow"/>
          </a:ln>
          <a:effectLst/>
        </p:spPr>
      </p:cxnSp>
      <p:cxnSp>
        <p:nvCxnSpPr>
          <p:cNvPr id="210" name="Straight Arrow Connector 209">
            <a:extLst>
              <a:ext uri="{FF2B5EF4-FFF2-40B4-BE49-F238E27FC236}">
                <a16:creationId xmlns:a16="http://schemas.microsoft.com/office/drawing/2014/main" id="{63703471-0ADB-4CFC-88D1-31C5EA2BBC15}"/>
              </a:ext>
            </a:extLst>
          </p:cNvPr>
          <p:cNvCxnSpPr/>
          <p:nvPr/>
        </p:nvCxnSpPr>
        <p:spPr bwMode="auto">
          <a:xfrm>
            <a:off x="8715979" y="3856280"/>
            <a:ext cx="2858399" cy="0"/>
          </a:xfrm>
          <a:prstGeom prst="straightConnector1">
            <a:avLst/>
          </a:prstGeom>
          <a:noFill/>
          <a:ln w="19050" cap="flat" cmpd="sng" algn="ctr">
            <a:solidFill>
              <a:schemeClr val="tx1"/>
            </a:solidFill>
            <a:prstDash val="solid"/>
            <a:round/>
            <a:headEnd type="arrow"/>
            <a:tailEnd type="arrow"/>
          </a:ln>
          <a:effectLst/>
        </p:spPr>
      </p:cxnSp>
      <p:cxnSp>
        <p:nvCxnSpPr>
          <p:cNvPr id="211" name="Straight Arrow Connector 210">
            <a:extLst>
              <a:ext uri="{FF2B5EF4-FFF2-40B4-BE49-F238E27FC236}">
                <a16:creationId xmlns:a16="http://schemas.microsoft.com/office/drawing/2014/main" id="{757129B3-51AA-4D3D-B6DC-F751B05F2C82}"/>
              </a:ext>
            </a:extLst>
          </p:cNvPr>
          <p:cNvCxnSpPr/>
          <p:nvPr/>
        </p:nvCxnSpPr>
        <p:spPr bwMode="auto">
          <a:xfrm>
            <a:off x="5167291" y="3856280"/>
            <a:ext cx="1894935" cy="0"/>
          </a:xfrm>
          <a:prstGeom prst="straightConnector1">
            <a:avLst/>
          </a:prstGeom>
          <a:noFill/>
          <a:ln w="19050" cap="flat" cmpd="sng" algn="ctr">
            <a:solidFill>
              <a:schemeClr val="tx1"/>
            </a:solidFill>
            <a:prstDash val="solid"/>
            <a:round/>
            <a:headEnd type="arrow"/>
            <a:tailEnd type="arrow"/>
          </a:ln>
          <a:effectLst/>
        </p:spPr>
      </p:cxnSp>
      <p:sp>
        <p:nvSpPr>
          <p:cNvPr id="212" name="TextBox 211">
            <a:extLst>
              <a:ext uri="{FF2B5EF4-FFF2-40B4-BE49-F238E27FC236}">
                <a16:creationId xmlns:a16="http://schemas.microsoft.com/office/drawing/2014/main" id="{9A3F8D1A-2C8F-412E-9638-A26F4F5A4240}"/>
              </a:ext>
            </a:extLst>
          </p:cNvPr>
          <p:cNvSpPr txBox="1"/>
          <p:nvPr/>
        </p:nvSpPr>
        <p:spPr>
          <a:xfrm>
            <a:off x="9789952" y="3452475"/>
            <a:ext cx="710451" cy="369332"/>
          </a:xfrm>
          <a:prstGeom prst="rect">
            <a:avLst/>
          </a:prstGeom>
          <a:noFill/>
        </p:spPr>
        <p:txBody>
          <a:bodyPr wrap="none" rtlCol="0">
            <a:spAutoFit/>
          </a:bodyPr>
          <a:lstStyle/>
          <a:p>
            <a:r>
              <a:rPr lang="en-AU" dirty="0">
                <a:solidFill>
                  <a:schemeClr val="bg1"/>
                </a:solidFill>
              </a:rPr>
              <a:t>0.997</a:t>
            </a:r>
          </a:p>
        </p:txBody>
      </p:sp>
      <p:sp>
        <p:nvSpPr>
          <p:cNvPr id="213" name="TextBox 212">
            <a:extLst>
              <a:ext uri="{FF2B5EF4-FFF2-40B4-BE49-F238E27FC236}">
                <a16:creationId xmlns:a16="http://schemas.microsoft.com/office/drawing/2014/main" id="{AFE2BB87-5EDF-4815-BEBF-37C2640D34C2}"/>
              </a:ext>
            </a:extLst>
          </p:cNvPr>
          <p:cNvSpPr txBox="1"/>
          <p:nvPr/>
        </p:nvSpPr>
        <p:spPr>
          <a:xfrm>
            <a:off x="5777558" y="3460798"/>
            <a:ext cx="710451" cy="369332"/>
          </a:xfrm>
          <a:prstGeom prst="rect">
            <a:avLst/>
          </a:prstGeom>
          <a:noFill/>
        </p:spPr>
        <p:txBody>
          <a:bodyPr wrap="none" rtlCol="0">
            <a:spAutoFit/>
          </a:bodyPr>
          <a:lstStyle/>
          <a:p>
            <a:r>
              <a:rPr lang="en-AU" dirty="0">
                <a:solidFill>
                  <a:schemeClr val="bg1"/>
                </a:solidFill>
              </a:rPr>
              <a:t>0.954</a:t>
            </a:r>
          </a:p>
        </p:txBody>
      </p:sp>
      <p:sp>
        <p:nvSpPr>
          <p:cNvPr id="214" name="TextBox 213">
            <a:extLst>
              <a:ext uri="{FF2B5EF4-FFF2-40B4-BE49-F238E27FC236}">
                <a16:creationId xmlns:a16="http://schemas.microsoft.com/office/drawing/2014/main" id="{75AD82F7-C36E-44C6-86BC-F37BBFD74F1B}"/>
              </a:ext>
            </a:extLst>
          </p:cNvPr>
          <p:cNvSpPr txBox="1"/>
          <p:nvPr/>
        </p:nvSpPr>
        <p:spPr>
          <a:xfrm>
            <a:off x="1656641" y="3460797"/>
            <a:ext cx="710451" cy="369332"/>
          </a:xfrm>
          <a:prstGeom prst="rect">
            <a:avLst/>
          </a:prstGeom>
          <a:noFill/>
        </p:spPr>
        <p:txBody>
          <a:bodyPr wrap="none" rtlCol="0">
            <a:spAutoFit/>
          </a:bodyPr>
          <a:lstStyle/>
          <a:p>
            <a:r>
              <a:rPr lang="en-AU" dirty="0">
                <a:solidFill>
                  <a:schemeClr val="bg1"/>
                </a:solidFill>
              </a:rPr>
              <a:t>0.683</a:t>
            </a:r>
          </a:p>
        </p:txBody>
      </p:sp>
      <p:sp>
        <p:nvSpPr>
          <p:cNvPr id="60" name="TextBox 59">
            <a:extLst>
              <a:ext uri="{FF2B5EF4-FFF2-40B4-BE49-F238E27FC236}">
                <a16:creationId xmlns:a16="http://schemas.microsoft.com/office/drawing/2014/main" id="{F8A064F4-E073-4B0B-AEAA-8A52A038BA4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Confidence Interval</a:t>
            </a:r>
          </a:p>
        </p:txBody>
      </p:sp>
    </p:spTree>
    <p:extLst>
      <p:ext uri="{BB962C8B-B14F-4D97-AF65-F5344CB8AC3E}">
        <p14:creationId xmlns:p14="http://schemas.microsoft.com/office/powerpoint/2010/main" val="396104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60" name="TextBox 59">
            <a:extLst>
              <a:ext uri="{FF2B5EF4-FFF2-40B4-BE49-F238E27FC236}">
                <a16:creationId xmlns:a16="http://schemas.microsoft.com/office/drawing/2014/main" id="{F8A064F4-E073-4B0B-AEAA-8A52A038BA4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Confidence Interval - multiplier</a:t>
            </a:r>
          </a:p>
        </p:txBody>
      </p:sp>
      <p:pic>
        <p:nvPicPr>
          <p:cNvPr id="52" name="Picture 51">
            <a:extLst>
              <a:ext uri="{FF2B5EF4-FFF2-40B4-BE49-F238E27FC236}">
                <a16:creationId xmlns:a16="http://schemas.microsoft.com/office/drawing/2014/main" id="{5B138590-4773-4DD0-8B3F-815EB1951147}"/>
              </a:ext>
            </a:extLst>
          </p:cNvPr>
          <p:cNvPicPr>
            <a:picLocks noChangeAspect="1"/>
          </p:cNvPicPr>
          <p:nvPr/>
        </p:nvPicPr>
        <p:blipFill>
          <a:blip r:embed="rId3"/>
          <a:stretch>
            <a:fillRect/>
          </a:stretch>
        </p:blipFill>
        <p:spPr>
          <a:xfrm>
            <a:off x="387738" y="947115"/>
            <a:ext cx="5219700" cy="5162550"/>
          </a:xfrm>
          <a:prstGeom prst="rect">
            <a:avLst/>
          </a:prstGeom>
        </p:spPr>
      </p:pic>
      <p:cxnSp>
        <p:nvCxnSpPr>
          <p:cNvPr id="53" name="Straight Arrow Connector 52">
            <a:extLst>
              <a:ext uri="{FF2B5EF4-FFF2-40B4-BE49-F238E27FC236}">
                <a16:creationId xmlns:a16="http://schemas.microsoft.com/office/drawing/2014/main" id="{EA2BB7C7-C17E-4ABB-871E-DF09215398F2}"/>
              </a:ext>
            </a:extLst>
          </p:cNvPr>
          <p:cNvCxnSpPr>
            <a:cxnSpLocks/>
          </p:cNvCxnSpPr>
          <p:nvPr/>
        </p:nvCxnSpPr>
        <p:spPr>
          <a:xfrm flipH="1">
            <a:off x="4613098" y="4691938"/>
            <a:ext cx="154111" cy="6678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AD6A4CC-856E-4DB5-8266-7BCAD8E89E62}"/>
              </a:ext>
            </a:extLst>
          </p:cNvPr>
          <p:cNvSpPr txBox="1"/>
          <p:nvPr/>
        </p:nvSpPr>
        <p:spPr>
          <a:xfrm>
            <a:off x="4489807" y="4342618"/>
            <a:ext cx="710451" cy="369332"/>
          </a:xfrm>
          <a:prstGeom prst="rect">
            <a:avLst/>
          </a:prstGeom>
          <a:noFill/>
        </p:spPr>
        <p:txBody>
          <a:bodyPr wrap="none" rtlCol="0">
            <a:spAutoFit/>
          </a:bodyPr>
          <a:lstStyle/>
          <a:p>
            <a:r>
              <a:rPr lang="en-AU" dirty="0"/>
              <a:t>0.005</a:t>
            </a:r>
          </a:p>
        </p:txBody>
      </p:sp>
      <p:cxnSp>
        <p:nvCxnSpPr>
          <p:cNvPr id="55" name="Straight Arrow Connector 54">
            <a:extLst>
              <a:ext uri="{FF2B5EF4-FFF2-40B4-BE49-F238E27FC236}">
                <a16:creationId xmlns:a16="http://schemas.microsoft.com/office/drawing/2014/main" id="{5B101C5F-7E02-4452-BAE6-2EE785325222}"/>
              </a:ext>
            </a:extLst>
          </p:cNvPr>
          <p:cNvCxnSpPr>
            <a:cxnSpLocks/>
          </p:cNvCxnSpPr>
          <p:nvPr/>
        </p:nvCxnSpPr>
        <p:spPr>
          <a:xfrm>
            <a:off x="1736333" y="4609745"/>
            <a:ext cx="101031" cy="7483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906B376-A927-4C25-AB41-E9ED71AD5C83}"/>
              </a:ext>
            </a:extLst>
          </p:cNvPr>
          <p:cNvSpPr txBox="1"/>
          <p:nvPr/>
        </p:nvSpPr>
        <p:spPr>
          <a:xfrm>
            <a:off x="1395573" y="4289534"/>
            <a:ext cx="710451" cy="369332"/>
          </a:xfrm>
          <a:prstGeom prst="rect">
            <a:avLst/>
          </a:prstGeom>
          <a:noFill/>
        </p:spPr>
        <p:txBody>
          <a:bodyPr wrap="none" rtlCol="0">
            <a:spAutoFit/>
          </a:bodyPr>
          <a:lstStyle/>
          <a:p>
            <a:r>
              <a:rPr lang="en-AU" dirty="0"/>
              <a:t>0.005</a:t>
            </a:r>
          </a:p>
        </p:txBody>
      </p:sp>
      <p:pic>
        <p:nvPicPr>
          <p:cNvPr id="57" name="Picture 2" descr="Z TABLE – Z Table. Z Score Table. Normal Distribution Table. Standard  Normal Table.">
            <a:extLst>
              <a:ext uri="{FF2B5EF4-FFF2-40B4-BE49-F238E27FC236}">
                <a16:creationId xmlns:a16="http://schemas.microsoft.com/office/drawing/2014/main" id="{93A65CC8-929C-4548-BA1B-62732C13FE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4045"/>
          <a:stretch/>
        </p:blipFill>
        <p:spPr bwMode="auto">
          <a:xfrm>
            <a:off x="5634112" y="835777"/>
            <a:ext cx="6192837" cy="5208998"/>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8D68C79-5E4F-4DD2-A830-BF04624B27F3}"/>
              </a:ext>
            </a:extLst>
          </p:cNvPr>
          <p:cNvSpPr/>
          <p:nvPr/>
        </p:nvSpPr>
        <p:spPr>
          <a:xfrm>
            <a:off x="10690262" y="5079003"/>
            <a:ext cx="462335" cy="1952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9" name="Straight Arrow Connector 58">
            <a:extLst>
              <a:ext uri="{FF2B5EF4-FFF2-40B4-BE49-F238E27FC236}">
                <a16:creationId xmlns:a16="http://schemas.microsoft.com/office/drawing/2014/main" id="{67F841F8-0A66-4050-A714-ADE400DA9CB0}"/>
              </a:ext>
            </a:extLst>
          </p:cNvPr>
          <p:cNvCxnSpPr/>
          <p:nvPr/>
        </p:nvCxnSpPr>
        <p:spPr>
          <a:xfrm flipH="1">
            <a:off x="6205591" y="5181746"/>
            <a:ext cx="4387065"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B0BC018-5E9A-475E-A2AA-5E076D3F7142}"/>
              </a:ext>
            </a:extLst>
          </p:cNvPr>
          <p:cNvCxnSpPr>
            <a:cxnSpLocks/>
          </p:cNvCxnSpPr>
          <p:nvPr/>
        </p:nvCxnSpPr>
        <p:spPr>
          <a:xfrm flipV="1">
            <a:off x="10921430" y="1123454"/>
            <a:ext cx="0" cy="3863085"/>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0882BDD-5D9C-420E-90CE-68F22177EC86}"/>
                  </a:ext>
                </a:extLst>
              </p:cNvPr>
              <p:cNvSpPr txBox="1"/>
              <p:nvPr/>
            </p:nvSpPr>
            <p:spPr>
              <a:xfrm>
                <a:off x="0" y="6168512"/>
                <a:ext cx="1219200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4000" b="0" i="0" smtClean="0">
                          <a:solidFill>
                            <a:schemeClr val="tx1"/>
                          </a:solidFill>
                          <a:latin typeface="Cambria Math" panose="02040503050406030204" pitchFamily="18" charset="0"/>
                        </a:rPr>
                        <m:t>99%</m:t>
                      </m:r>
                      <m:r>
                        <m:rPr>
                          <m:sty m:val="p"/>
                        </m:rPr>
                        <a:rPr lang="en-AU" sz="4000" b="0" i="0" smtClean="0">
                          <a:solidFill>
                            <a:schemeClr val="tx1"/>
                          </a:solidFill>
                          <a:latin typeface="Cambria Math" panose="02040503050406030204" pitchFamily="18" charset="0"/>
                        </a:rPr>
                        <m:t>CI</m:t>
                      </m:r>
                      <m:r>
                        <a:rPr lang="en-AU" sz="4000" b="0" i="0" smtClean="0">
                          <a:solidFill>
                            <a:schemeClr val="tx1"/>
                          </a:solidFill>
                          <a:latin typeface="Cambria Math" panose="02040503050406030204" pitchFamily="18" charset="0"/>
                        </a:rPr>
                        <m:t>=</m:t>
                      </m:r>
                      <m:r>
                        <m:rPr>
                          <m:sty m:val="p"/>
                        </m:rPr>
                        <a:rPr lang="en-AU" sz="4000" b="0" i="0" smtClean="0">
                          <a:solidFill>
                            <a:srgbClr val="FF0000"/>
                          </a:solidFill>
                          <a:latin typeface="Cambria Math" panose="02040503050406030204" pitchFamily="18" charset="0"/>
                        </a:rPr>
                        <m:t>estimate</m:t>
                      </m:r>
                      <m:r>
                        <a:rPr lang="en-AU" sz="4000" b="0" i="0" smtClean="0">
                          <a:latin typeface="Cambria Math" panose="02040503050406030204" pitchFamily="18" charset="0"/>
                          <a:ea typeface="Cambria Math" panose="02040503050406030204" pitchFamily="18" charset="0"/>
                        </a:rPr>
                        <m:t>±</m:t>
                      </m:r>
                      <m:r>
                        <a:rPr lang="en-AU" sz="4000" b="0" i="0" smtClean="0">
                          <a:solidFill>
                            <a:srgbClr val="00B050"/>
                          </a:solidFill>
                          <a:latin typeface="Cambria Math" panose="02040503050406030204" pitchFamily="18" charset="0"/>
                          <a:ea typeface="Cambria Math" panose="02040503050406030204" pitchFamily="18" charset="0"/>
                        </a:rPr>
                        <m:t>2.58</m:t>
                      </m:r>
                      <m:r>
                        <a:rPr lang="en-AU" sz="4000" b="0" i="0" smtClean="0">
                          <a:latin typeface="Cambria Math" panose="02040503050406030204" pitchFamily="18" charset="0"/>
                          <a:ea typeface="Cambria Math" panose="02040503050406030204" pitchFamily="18" charset="0"/>
                        </a:rPr>
                        <m:t>×</m:t>
                      </m:r>
                      <m:r>
                        <m:rPr>
                          <m:sty m:val="p"/>
                        </m:rPr>
                        <a:rPr lang="en-AU" sz="4000" b="0" i="0" smtClean="0">
                          <a:solidFill>
                            <a:srgbClr val="0070C0"/>
                          </a:solidFill>
                          <a:latin typeface="Cambria Math" panose="02040503050406030204" pitchFamily="18" charset="0"/>
                          <a:ea typeface="Cambria Math" panose="02040503050406030204" pitchFamily="18" charset="0"/>
                        </a:rPr>
                        <m:t>std</m:t>
                      </m:r>
                      <m:r>
                        <a:rPr lang="en-AU" sz="4000" b="0" i="0" smtClean="0">
                          <a:solidFill>
                            <a:srgbClr val="0070C0"/>
                          </a:solidFill>
                          <a:latin typeface="Cambria Math" panose="02040503050406030204" pitchFamily="18" charset="0"/>
                          <a:ea typeface="Cambria Math" panose="02040503050406030204" pitchFamily="18" charset="0"/>
                        </a:rPr>
                        <m:t>.</m:t>
                      </m:r>
                      <m:r>
                        <m:rPr>
                          <m:sty m:val="p"/>
                        </m:rPr>
                        <a:rPr lang="en-AU" sz="4000" b="0" i="0" smtClean="0">
                          <a:solidFill>
                            <a:srgbClr val="0070C0"/>
                          </a:solidFill>
                          <a:latin typeface="Cambria Math" panose="02040503050406030204" pitchFamily="18" charset="0"/>
                          <a:ea typeface="Cambria Math" panose="02040503050406030204" pitchFamily="18" charset="0"/>
                        </a:rPr>
                        <m:t>error</m:t>
                      </m:r>
                    </m:oMath>
                  </m:oMathPara>
                </a14:m>
                <a:endParaRPr lang="en-AU" sz="4000" dirty="0"/>
              </a:p>
            </p:txBody>
          </p:sp>
        </mc:Choice>
        <mc:Fallback xmlns="">
          <p:sp>
            <p:nvSpPr>
              <p:cNvPr id="62" name="TextBox 61">
                <a:extLst>
                  <a:ext uri="{FF2B5EF4-FFF2-40B4-BE49-F238E27FC236}">
                    <a16:creationId xmlns:a16="http://schemas.microsoft.com/office/drawing/2014/main" id="{30882BDD-5D9C-420E-90CE-68F22177EC86}"/>
                  </a:ext>
                </a:extLst>
              </p:cNvPr>
              <p:cNvSpPr txBox="1">
                <a:spLocks noRot="1" noChangeAspect="1" noMove="1" noResize="1" noEditPoints="1" noAdjustHandles="1" noChangeArrowheads="1" noChangeShapeType="1" noTextEdit="1"/>
              </p:cNvSpPr>
              <p:nvPr/>
            </p:nvSpPr>
            <p:spPr>
              <a:xfrm>
                <a:off x="0" y="6168512"/>
                <a:ext cx="12192000" cy="615553"/>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99363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60" name="TextBox 59">
            <a:extLst>
              <a:ext uri="{FF2B5EF4-FFF2-40B4-BE49-F238E27FC236}">
                <a16:creationId xmlns:a16="http://schemas.microsoft.com/office/drawing/2014/main" id="{F8A064F4-E073-4B0B-AEAA-8A52A038BA4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Confidence Interval - multiplier</a:t>
            </a:r>
          </a:p>
        </p:txBody>
      </p:sp>
      <p:pic>
        <p:nvPicPr>
          <p:cNvPr id="13" name="Picture 12">
            <a:extLst>
              <a:ext uri="{FF2B5EF4-FFF2-40B4-BE49-F238E27FC236}">
                <a16:creationId xmlns:a16="http://schemas.microsoft.com/office/drawing/2014/main" id="{DDE08999-53AA-4C81-BC33-DE9F2BF06874}"/>
              </a:ext>
            </a:extLst>
          </p:cNvPr>
          <p:cNvPicPr>
            <a:picLocks noChangeAspect="1"/>
          </p:cNvPicPr>
          <p:nvPr/>
        </p:nvPicPr>
        <p:blipFill>
          <a:blip r:embed="rId3"/>
          <a:stretch>
            <a:fillRect/>
          </a:stretch>
        </p:blipFill>
        <p:spPr>
          <a:xfrm>
            <a:off x="387738" y="976932"/>
            <a:ext cx="5219700" cy="5162550"/>
          </a:xfrm>
          <a:prstGeom prst="rect">
            <a:avLst/>
          </a:prstGeom>
        </p:spPr>
      </p:pic>
      <p:cxnSp>
        <p:nvCxnSpPr>
          <p:cNvPr id="14" name="Straight Arrow Connector 13">
            <a:extLst>
              <a:ext uri="{FF2B5EF4-FFF2-40B4-BE49-F238E27FC236}">
                <a16:creationId xmlns:a16="http://schemas.microsoft.com/office/drawing/2014/main" id="{E6316515-A7A0-41FA-A640-CD3029F39397}"/>
              </a:ext>
            </a:extLst>
          </p:cNvPr>
          <p:cNvCxnSpPr>
            <a:cxnSpLocks/>
          </p:cNvCxnSpPr>
          <p:nvPr/>
        </p:nvCxnSpPr>
        <p:spPr>
          <a:xfrm flipH="1">
            <a:off x="4613098" y="4721755"/>
            <a:ext cx="154111" cy="6678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6BF7A49-13A6-4945-98B3-E015CEBF08D9}"/>
              </a:ext>
            </a:extLst>
          </p:cNvPr>
          <p:cNvSpPr txBox="1"/>
          <p:nvPr/>
        </p:nvSpPr>
        <p:spPr>
          <a:xfrm>
            <a:off x="4489807" y="4372435"/>
            <a:ext cx="710451" cy="369332"/>
          </a:xfrm>
          <a:prstGeom prst="rect">
            <a:avLst/>
          </a:prstGeom>
          <a:noFill/>
        </p:spPr>
        <p:txBody>
          <a:bodyPr wrap="none" rtlCol="0">
            <a:spAutoFit/>
          </a:bodyPr>
          <a:lstStyle/>
          <a:p>
            <a:r>
              <a:rPr lang="en-AU" dirty="0"/>
              <a:t>0.005</a:t>
            </a:r>
          </a:p>
        </p:txBody>
      </p:sp>
      <p:cxnSp>
        <p:nvCxnSpPr>
          <p:cNvPr id="16" name="Straight Arrow Connector 15">
            <a:extLst>
              <a:ext uri="{FF2B5EF4-FFF2-40B4-BE49-F238E27FC236}">
                <a16:creationId xmlns:a16="http://schemas.microsoft.com/office/drawing/2014/main" id="{4E5DAEDE-51C2-4DA0-A180-B9D53C61AEF9}"/>
              </a:ext>
            </a:extLst>
          </p:cNvPr>
          <p:cNvCxnSpPr>
            <a:cxnSpLocks/>
          </p:cNvCxnSpPr>
          <p:nvPr/>
        </p:nvCxnSpPr>
        <p:spPr>
          <a:xfrm>
            <a:off x="1736333" y="4639562"/>
            <a:ext cx="101031" cy="7483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9D4F3BA-C9EA-4416-9A1B-D18626D1DD5C}"/>
              </a:ext>
            </a:extLst>
          </p:cNvPr>
          <p:cNvSpPr txBox="1"/>
          <p:nvPr/>
        </p:nvSpPr>
        <p:spPr>
          <a:xfrm>
            <a:off x="1395573" y="4319351"/>
            <a:ext cx="710451" cy="369332"/>
          </a:xfrm>
          <a:prstGeom prst="rect">
            <a:avLst/>
          </a:prstGeom>
          <a:noFill/>
        </p:spPr>
        <p:txBody>
          <a:bodyPr wrap="none" rtlCol="0">
            <a:spAutoFit/>
          </a:bodyPr>
          <a:lstStyle/>
          <a:p>
            <a:r>
              <a:rPr lang="en-AU" dirty="0"/>
              <a:t>0.005</a:t>
            </a:r>
          </a:p>
        </p:txBody>
      </p:sp>
      <p:pic>
        <p:nvPicPr>
          <p:cNvPr id="18" name="Picture 2" descr="Z TABLE – Z Table. Z Score Table. Normal Distribution Table. Standard  Normal Table.">
            <a:extLst>
              <a:ext uri="{FF2B5EF4-FFF2-40B4-BE49-F238E27FC236}">
                <a16:creationId xmlns:a16="http://schemas.microsoft.com/office/drawing/2014/main" id="{B534828D-A267-404C-BB53-94089372D47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4045"/>
          <a:stretch/>
        </p:blipFill>
        <p:spPr bwMode="auto">
          <a:xfrm>
            <a:off x="5628973" y="875533"/>
            <a:ext cx="6192837" cy="5208998"/>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2C1965DE-9DC8-44F6-B4A8-A13C9A414024}"/>
              </a:ext>
            </a:extLst>
          </p:cNvPr>
          <p:cNvSpPr/>
          <p:nvPr/>
        </p:nvSpPr>
        <p:spPr>
          <a:xfrm>
            <a:off x="9585788" y="4163262"/>
            <a:ext cx="462335" cy="1952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0" name="Straight Arrow Connector 19">
            <a:extLst>
              <a:ext uri="{FF2B5EF4-FFF2-40B4-BE49-F238E27FC236}">
                <a16:creationId xmlns:a16="http://schemas.microsoft.com/office/drawing/2014/main" id="{B2FC3A01-10F7-4246-85E7-AB38B9D941EB}"/>
              </a:ext>
            </a:extLst>
          </p:cNvPr>
          <p:cNvCxnSpPr>
            <a:cxnSpLocks/>
          </p:cNvCxnSpPr>
          <p:nvPr/>
        </p:nvCxnSpPr>
        <p:spPr>
          <a:xfrm flipH="1">
            <a:off x="6277510" y="4266006"/>
            <a:ext cx="3215812"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0C1F0F-F4D2-4DA0-923B-339462FF4A11}"/>
              </a:ext>
            </a:extLst>
          </p:cNvPr>
          <p:cNvCxnSpPr>
            <a:cxnSpLocks/>
          </p:cNvCxnSpPr>
          <p:nvPr/>
        </p:nvCxnSpPr>
        <p:spPr>
          <a:xfrm flipV="1">
            <a:off x="9832370" y="1152935"/>
            <a:ext cx="0" cy="2928138"/>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D58767C7-AE6C-453C-A3C7-BD62C428C92D}"/>
              </a:ext>
            </a:extLst>
          </p:cNvPr>
          <p:cNvPicPr>
            <a:picLocks noChangeAspect="1"/>
          </p:cNvPicPr>
          <p:nvPr/>
        </p:nvPicPr>
        <p:blipFill>
          <a:blip r:embed="rId5"/>
          <a:stretch>
            <a:fillRect/>
          </a:stretch>
        </p:blipFill>
        <p:spPr>
          <a:xfrm>
            <a:off x="372895" y="976932"/>
            <a:ext cx="5219700" cy="5162550"/>
          </a:xfrm>
          <a:prstGeom prst="rect">
            <a:avLst/>
          </a:prstGeom>
        </p:spPr>
      </p:pic>
      <p:cxnSp>
        <p:nvCxnSpPr>
          <p:cNvPr id="23" name="Straight Arrow Connector 22">
            <a:extLst>
              <a:ext uri="{FF2B5EF4-FFF2-40B4-BE49-F238E27FC236}">
                <a16:creationId xmlns:a16="http://schemas.microsoft.com/office/drawing/2014/main" id="{562EE712-A3A5-48BB-A39B-B99DEC865C12}"/>
              </a:ext>
            </a:extLst>
          </p:cNvPr>
          <p:cNvCxnSpPr>
            <a:cxnSpLocks/>
          </p:cNvCxnSpPr>
          <p:nvPr/>
        </p:nvCxnSpPr>
        <p:spPr>
          <a:xfrm flipH="1">
            <a:off x="4315146" y="4660110"/>
            <a:ext cx="154111" cy="6678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32665ED-842B-4767-B2B2-C3506EF06135}"/>
              </a:ext>
            </a:extLst>
          </p:cNvPr>
          <p:cNvSpPr txBox="1"/>
          <p:nvPr/>
        </p:nvSpPr>
        <p:spPr>
          <a:xfrm>
            <a:off x="4150759" y="4351886"/>
            <a:ext cx="710451" cy="369332"/>
          </a:xfrm>
          <a:prstGeom prst="rect">
            <a:avLst/>
          </a:prstGeom>
          <a:noFill/>
        </p:spPr>
        <p:txBody>
          <a:bodyPr wrap="none" rtlCol="0">
            <a:spAutoFit/>
          </a:bodyPr>
          <a:lstStyle/>
          <a:p>
            <a:r>
              <a:rPr lang="en-AU" dirty="0"/>
              <a:t>0.025</a:t>
            </a:r>
          </a:p>
        </p:txBody>
      </p:sp>
      <p:cxnSp>
        <p:nvCxnSpPr>
          <p:cNvPr id="25" name="Straight Arrow Connector 24">
            <a:extLst>
              <a:ext uri="{FF2B5EF4-FFF2-40B4-BE49-F238E27FC236}">
                <a16:creationId xmlns:a16="http://schemas.microsoft.com/office/drawing/2014/main" id="{140A2C96-B242-4703-A471-F78024A29F70}"/>
              </a:ext>
            </a:extLst>
          </p:cNvPr>
          <p:cNvCxnSpPr>
            <a:cxnSpLocks/>
          </p:cNvCxnSpPr>
          <p:nvPr/>
        </p:nvCxnSpPr>
        <p:spPr>
          <a:xfrm>
            <a:off x="2013733" y="4629288"/>
            <a:ext cx="82194" cy="606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BF810C5-6068-4BC7-B6B5-3F2A2EBBFDD0}"/>
              </a:ext>
            </a:extLst>
          </p:cNvPr>
          <p:cNvSpPr txBox="1"/>
          <p:nvPr/>
        </p:nvSpPr>
        <p:spPr>
          <a:xfrm>
            <a:off x="1703797" y="4288529"/>
            <a:ext cx="710451" cy="369332"/>
          </a:xfrm>
          <a:prstGeom prst="rect">
            <a:avLst/>
          </a:prstGeom>
          <a:noFill/>
        </p:spPr>
        <p:txBody>
          <a:bodyPr wrap="none" rtlCol="0">
            <a:spAutoFit/>
          </a:bodyPr>
          <a:lstStyle/>
          <a:p>
            <a:r>
              <a:rPr lang="en-AU" dirty="0"/>
              <a:t>0.025</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C79C35B-BF61-4381-A630-A9D1E6EC86FE}"/>
                  </a:ext>
                </a:extLst>
              </p:cNvPr>
              <p:cNvSpPr txBox="1"/>
              <p:nvPr/>
            </p:nvSpPr>
            <p:spPr>
              <a:xfrm>
                <a:off x="0" y="6151916"/>
                <a:ext cx="1219200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4000" b="0" i="0" smtClean="0">
                          <a:solidFill>
                            <a:schemeClr val="tx1"/>
                          </a:solidFill>
                          <a:latin typeface="Cambria Math" panose="02040503050406030204" pitchFamily="18" charset="0"/>
                        </a:rPr>
                        <m:t>95%</m:t>
                      </m:r>
                      <m:r>
                        <m:rPr>
                          <m:sty m:val="p"/>
                        </m:rPr>
                        <a:rPr lang="en-AU" sz="4000" b="0" i="0" smtClean="0">
                          <a:solidFill>
                            <a:schemeClr val="tx1"/>
                          </a:solidFill>
                          <a:latin typeface="Cambria Math" panose="02040503050406030204" pitchFamily="18" charset="0"/>
                        </a:rPr>
                        <m:t>CI</m:t>
                      </m:r>
                      <m:r>
                        <a:rPr lang="en-AU" sz="4000" b="0" i="0" smtClean="0">
                          <a:solidFill>
                            <a:schemeClr val="tx1"/>
                          </a:solidFill>
                          <a:latin typeface="Cambria Math" panose="02040503050406030204" pitchFamily="18" charset="0"/>
                        </a:rPr>
                        <m:t>=</m:t>
                      </m:r>
                      <m:r>
                        <m:rPr>
                          <m:sty m:val="p"/>
                        </m:rPr>
                        <a:rPr lang="en-AU" sz="4000" b="0" i="0" smtClean="0">
                          <a:solidFill>
                            <a:srgbClr val="FF0000"/>
                          </a:solidFill>
                          <a:latin typeface="Cambria Math" panose="02040503050406030204" pitchFamily="18" charset="0"/>
                        </a:rPr>
                        <m:t>estimate</m:t>
                      </m:r>
                      <m:r>
                        <a:rPr lang="en-AU" sz="4000" b="0" i="0" smtClean="0">
                          <a:latin typeface="Cambria Math" panose="02040503050406030204" pitchFamily="18" charset="0"/>
                          <a:ea typeface="Cambria Math" panose="02040503050406030204" pitchFamily="18" charset="0"/>
                        </a:rPr>
                        <m:t>±</m:t>
                      </m:r>
                      <m:r>
                        <a:rPr lang="en-AU" sz="4000" b="0" i="0" smtClean="0">
                          <a:solidFill>
                            <a:srgbClr val="00B050"/>
                          </a:solidFill>
                          <a:latin typeface="Cambria Math" panose="02040503050406030204" pitchFamily="18" charset="0"/>
                          <a:ea typeface="Cambria Math" panose="02040503050406030204" pitchFamily="18" charset="0"/>
                        </a:rPr>
                        <m:t>1.96</m:t>
                      </m:r>
                      <m:r>
                        <a:rPr lang="en-AU" sz="4000" b="0" i="0" smtClean="0">
                          <a:latin typeface="Cambria Math" panose="02040503050406030204" pitchFamily="18" charset="0"/>
                          <a:ea typeface="Cambria Math" panose="02040503050406030204" pitchFamily="18" charset="0"/>
                        </a:rPr>
                        <m:t>×</m:t>
                      </m:r>
                      <m:r>
                        <m:rPr>
                          <m:sty m:val="p"/>
                        </m:rPr>
                        <a:rPr lang="en-AU" sz="4000" b="0" i="0" smtClean="0">
                          <a:solidFill>
                            <a:srgbClr val="0070C0"/>
                          </a:solidFill>
                          <a:latin typeface="Cambria Math" panose="02040503050406030204" pitchFamily="18" charset="0"/>
                          <a:ea typeface="Cambria Math" panose="02040503050406030204" pitchFamily="18" charset="0"/>
                        </a:rPr>
                        <m:t>std</m:t>
                      </m:r>
                      <m:r>
                        <a:rPr lang="en-AU" sz="4000" b="0" i="0" smtClean="0">
                          <a:solidFill>
                            <a:srgbClr val="0070C0"/>
                          </a:solidFill>
                          <a:latin typeface="Cambria Math" panose="02040503050406030204" pitchFamily="18" charset="0"/>
                          <a:ea typeface="Cambria Math" panose="02040503050406030204" pitchFamily="18" charset="0"/>
                        </a:rPr>
                        <m:t>.</m:t>
                      </m:r>
                      <m:r>
                        <m:rPr>
                          <m:sty m:val="p"/>
                        </m:rPr>
                        <a:rPr lang="en-AU" sz="4000" b="0" i="0" smtClean="0">
                          <a:solidFill>
                            <a:srgbClr val="0070C0"/>
                          </a:solidFill>
                          <a:latin typeface="Cambria Math" panose="02040503050406030204" pitchFamily="18" charset="0"/>
                          <a:ea typeface="Cambria Math" panose="02040503050406030204" pitchFamily="18" charset="0"/>
                        </a:rPr>
                        <m:t>error</m:t>
                      </m:r>
                    </m:oMath>
                  </m:oMathPara>
                </a14:m>
                <a:endParaRPr lang="en-AU" sz="4000" dirty="0"/>
              </a:p>
            </p:txBody>
          </p:sp>
        </mc:Choice>
        <mc:Fallback xmlns="">
          <p:sp>
            <p:nvSpPr>
              <p:cNvPr id="27" name="TextBox 26">
                <a:extLst>
                  <a:ext uri="{FF2B5EF4-FFF2-40B4-BE49-F238E27FC236}">
                    <a16:creationId xmlns:a16="http://schemas.microsoft.com/office/drawing/2014/main" id="{7C79C35B-BF61-4381-A630-A9D1E6EC86FE}"/>
                  </a:ext>
                </a:extLst>
              </p:cNvPr>
              <p:cNvSpPr txBox="1">
                <a:spLocks noRot="1" noChangeAspect="1" noMove="1" noResize="1" noEditPoints="1" noAdjustHandles="1" noChangeArrowheads="1" noChangeShapeType="1" noTextEdit="1"/>
              </p:cNvSpPr>
              <p:nvPr/>
            </p:nvSpPr>
            <p:spPr>
              <a:xfrm>
                <a:off x="0" y="6151916"/>
                <a:ext cx="12192000" cy="615553"/>
              </a:xfrm>
              <a:prstGeom prst="rect">
                <a:avLst/>
              </a:prstGeom>
              <a:blipFill>
                <a:blip r:embed="rId6"/>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267972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D158A4-C352-4A3D-A91F-E403E22F05EC}"/>
              </a:ext>
            </a:extLst>
          </p:cNvPr>
          <p:cNvPicPr>
            <a:picLocks noChangeAspect="1"/>
          </p:cNvPicPr>
          <p:nvPr/>
        </p:nvPicPr>
        <p:blipFill rotWithShape="1">
          <a:blip r:embed="rId3"/>
          <a:srcRect l="26842" t="16952" r="31415" b="8874"/>
          <a:stretch/>
        </p:blipFill>
        <p:spPr>
          <a:xfrm>
            <a:off x="204536" y="1304985"/>
            <a:ext cx="4788569" cy="4573478"/>
          </a:xfrm>
          <a:prstGeom prst="rect">
            <a:avLst/>
          </a:prstGeom>
        </p:spPr>
      </p:pic>
      <p:sp>
        <p:nvSpPr>
          <p:cNvPr id="2" name="Rectangle 1">
            <a:extLst>
              <a:ext uri="{FF2B5EF4-FFF2-40B4-BE49-F238E27FC236}">
                <a16:creationId xmlns:a16="http://schemas.microsoft.com/office/drawing/2014/main" id="{6151E7B2-0A23-4B4B-A5C3-4DDE26F4F857}"/>
              </a:ext>
            </a:extLst>
          </p:cNvPr>
          <p:cNvSpPr>
            <a:spLocks noChangeArrowheads="1"/>
          </p:cNvSpPr>
          <p:nvPr/>
        </p:nvSpPr>
        <p:spPr bwMode="auto">
          <a:xfrm>
            <a:off x="5221705" y="1415314"/>
            <a:ext cx="668955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err="1">
                <a:ln>
                  <a:noFill/>
                </a:ln>
                <a:solidFill>
                  <a:schemeClr val="tx1"/>
                </a:solidFill>
                <a:effectLst/>
                <a:latin typeface="Agency FB" panose="020B0503020202020204" pitchFamily="34" charset="0"/>
              </a:rPr>
              <a:t>Gosset</a:t>
            </a:r>
            <a:r>
              <a:rPr kumimoji="0" lang="en-US" altLang="en-US" sz="2400" i="0" u="none" strike="noStrike" cap="none" normalizeH="0" baseline="0" dirty="0">
                <a:ln>
                  <a:noFill/>
                </a:ln>
                <a:solidFill>
                  <a:schemeClr val="tx1"/>
                </a:solidFill>
                <a:effectLst/>
                <a:latin typeface="Agency FB" panose="020B0503020202020204" pitchFamily="34" charset="0"/>
              </a:rPr>
              <a:t> was interested in small samples because Guinness often had to make decisions using relatively small amounts of data.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i="0" u="none" strike="noStrike" cap="none" normalizeH="0" baseline="0" dirty="0">
              <a:ln>
                <a:noFill/>
              </a:ln>
              <a:solidFill>
                <a:schemeClr val="tx1"/>
              </a:solidFill>
              <a:effectLst/>
              <a:latin typeface="Agency FB" panose="020B0503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gency FB" panose="020B0503020202020204" pitchFamily="34" charset="0"/>
              </a:rPr>
              <a:t>In 1908, he published an article: </a:t>
            </a:r>
            <a:r>
              <a:rPr kumimoji="0" lang="en-US" altLang="en-US" sz="2400" i="1" u="none" strike="noStrike" cap="none" normalizeH="0" baseline="0" dirty="0">
                <a:ln>
                  <a:noFill/>
                </a:ln>
                <a:solidFill>
                  <a:schemeClr val="tx1"/>
                </a:solidFill>
                <a:effectLst/>
                <a:latin typeface="Agency FB" panose="020B0503020202020204" pitchFamily="34" charset="0"/>
              </a:rPr>
              <a:t>“</a:t>
            </a:r>
            <a:r>
              <a:rPr kumimoji="0" lang="en-US" altLang="en-US" sz="2400" u="none" strike="noStrike" cap="none" normalizeH="0" baseline="0" dirty="0">
                <a:ln>
                  <a:noFill/>
                </a:ln>
                <a:solidFill>
                  <a:schemeClr val="tx1"/>
                </a:solidFill>
                <a:effectLst/>
                <a:latin typeface="Agency FB" panose="020B0503020202020204" pitchFamily="34" charset="0"/>
              </a:rPr>
              <a:t>The Probable Error of a Mean”</a:t>
            </a:r>
          </a:p>
          <a:p>
            <a:pPr marR="0" lvl="0" algn="l" defTabSz="914400" rtl="0" eaLnBrk="0" fontAlgn="base" latinLnBrk="0" hangingPunct="0">
              <a:lnSpc>
                <a:spcPct val="100000"/>
              </a:lnSpc>
              <a:spcBef>
                <a:spcPct val="0"/>
              </a:spcBef>
              <a:spcAft>
                <a:spcPct val="0"/>
              </a:spcAft>
              <a:buClrTx/>
              <a:buSzTx/>
              <a:tabLst/>
            </a:pPr>
            <a:r>
              <a:rPr kumimoji="0" lang="en-US" altLang="en-US" sz="2400" u="none" strike="noStrike" cap="none" normalizeH="0" baseline="0" dirty="0">
                <a:ln>
                  <a:noFill/>
                </a:ln>
                <a:solidFill>
                  <a:schemeClr val="tx1"/>
                </a:solidFill>
                <a:effectLst/>
                <a:latin typeface="Agency FB" panose="020B0503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gency FB" panose="020B0503020202020204" pitchFamily="34" charset="0"/>
              </a:rPr>
              <a:t>Because Guinness did not allow employees to publish under their own names, he published the paper under the pseudonym “Student.” That's why we commonly call it Student's t-distribution.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latin typeface="Agency FB" panose="020B0503020202020204" pitchFamily="34"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Agency FB" panose="020B0503020202020204" pitchFamily="34" charset="0"/>
              </a:rPr>
              <a:t>The t-distribution provides a way to account for the extra uncertainty from estimating the population standard deviation using the sample standard deviation. </a:t>
            </a:r>
          </a:p>
        </p:txBody>
      </p:sp>
      <p:sp>
        <p:nvSpPr>
          <p:cNvPr id="16" name="TextBox 15">
            <a:extLst>
              <a:ext uri="{FF2B5EF4-FFF2-40B4-BE49-F238E27FC236}">
                <a16:creationId xmlns:a16="http://schemas.microsoft.com/office/drawing/2014/main" id="{42748EB6-4DF4-4051-B580-A6B85471EB1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William </a:t>
            </a:r>
            <a:r>
              <a:rPr lang="en-AU" sz="3600" dirty="0" err="1">
                <a:solidFill>
                  <a:schemeClr val="bg1"/>
                </a:solidFill>
                <a:latin typeface="Arial Narrow" panose="020B0606020202030204" pitchFamily="34" charset="0"/>
              </a:rPr>
              <a:t>Gosset</a:t>
            </a:r>
            <a:r>
              <a:rPr lang="en-AU" sz="3600" dirty="0">
                <a:solidFill>
                  <a:schemeClr val="bg1"/>
                </a:solidFill>
                <a:latin typeface="Arial Narrow" panose="020B0606020202030204" pitchFamily="34" charset="0"/>
              </a:rPr>
              <a:t> – The t (student) distribution</a:t>
            </a:r>
          </a:p>
        </p:txBody>
      </p:sp>
    </p:spTree>
    <p:extLst>
      <p:ext uri="{BB962C8B-B14F-4D97-AF65-F5344CB8AC3E}">
        <p14:creationId xmlns:p14="http://schemas.microsoft.com/office/powerpoint/2010/main" val="1252230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2748EB6-4DF4-4051-B580-A6B85471EB1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Degrees of Freedom (df)</a:t>
            </a:r>
          </a:p>
        </p:txBody>
      </p:sp>
      <p:graphicFrame>
        <p:nvGraphicFramePr>
          <p:cNvPr id="5" name="Table 4">
            <a:extLst>
              <a:ext uri="{FF2B5EF4-FFF2-40B4-BE49-F238E27FC236}">
                <a16:creationId xmlns:a16="http://schemas.microsoft.com/office/drawing/2014/main" id="{18CC9A46-FE68-4282-BA3E-9F63FBC2F891}"/>
              </a:ext>
            </a:extLst>
          </p:cNvPr>
          <p:cNvGraphicFramePr>
            <a:graphicFrameLocks noGrp="1"/>
          </p:cNvGraphicFramePr>
          <p:nvPr>
            <p:extLst>
              <p:ext uri="{D42A27DB-BD31-4B8C-83A1-F6EECF244321}">
                <p14:modId xmlns:p14="http://schemas.microsoft.com/office/powerpoint/2010/main" val="2065575201"/>
              </p:ext>
            </p:extLst>
          </p:nvPr>
        </p:nvGraphicFramePr>
        <p:xfrm>
          <a:off x="776177" y="2282940"/>
          <a:ext cx="10917866" cy="3657600"/>
        </p:xfrm>
        <a:graphic>
          <a:graphicData uri="http://schemas.openxmlformats.org/drawingml/2006/table">
            <a:tbl>
              <a:tblPr>
                <a:tableStyleId>{5940675A-B579-460E-94D1-54222C63F5DA}</a:tableStyleId>
              </a:tblPr>
              <a:tblGrid>
                <a:gridCol w="5458933">
                  <a:extLst>
                    <a:ext uri="{9D8B030D-6E8A-4147-A177-3AD203B41FA5}">
                      <a16:colId xmlns:a16="http://schemas.microsoft.com/office/drawing/2014/main" val="3368648937"/>
                    </a:ext>
                  </a:extLst>
                </a:gridCol>
                <a:gridCol w="5458933">
                  <a:extLst>
                    <a:ext uri="{9D8B030D-6E8A-4147-A177-3AD203B41FA5}">
                      <a16:colId xmlns:a16="http://schemas.microsoft.com/office/drawing/2014/main" val="2979020329"/>
                    </a:ext>
                  </a:extLst>
                </a:gridCol>
              </a:tblGrid>
              <a:tr h="0">
                <a:tc>
                  <a:txBody>
                    <a:bodyPr/>
                    <a:lstStyle/>
                    <a:p>
                      <a:r>
                        <a:rPr lang="en-AU" b="1"/>
                        <a:t>Statistical procedure</a:t>
                      </a:r>
                    </a:p>
                  </a:txBody>
                  <a:tcPr anchor="ctr"/>
                </a:tc>
                <a:tc>
                  <a:txBody>
                    <a:bodyPr/>
                    <a:lstStyle/>
                    <a:p>
                      <a:r>
                        <a:rPr lang="en-AU" b="1" dirty="0"/>
                        <a:t>Degrees of freedom</a:t>
                      </a:r>
                    </a:p>
                  </a:txBody>
                  <a:tcPr anchor="ctr"/>
                </a:tc>
                <a:extLst>
                  <a:ext uri="{0D108BD9-81ED-4DB2-BD59-A6C34878D82A}">
                    <a16:rowId xmlns:a16="http://schemas.microsoft.com/office/drawing/2014/main" val="2520021294"/>
                  </a:ext>
                </a:extLst>
              </a:tr>
              <a:tr h="0">
                <a:tc>
                  <a:txBody>
                    <a:bodyPr/>
                    <a:lstStyle/>
                    <a:p>
                      <a:r>
                        <a:rPr lang="en-AU" b="0"/>
                        <a:t>One-sample t-test</a:t>
                      </a:r>
                    </a:p>
                  </a:txBody>
                  <a:tcPr anchor="ctr"/>
                </a:tc>
                <a:tc>
                  <a:txBody>
                    <a:bodyPr/>
                    <a:lstStyle/>
                    <a:p>
                      <a:r>
                        <a:rPr lang="en-AU" b="0" dirty="0"/>
                        <a:t>n - 1</a:t>
                      </a:r>
                    </a:p>
                  </a:txBody>
                  <a:tcPr anchor="ctr"/>
                </a:tc>
                <a:extLst>
                  <a:ext uri="{0D108BD9-81ED-4DB2-BD59-A6C34878D82A}">
                    <a16:rowId xmlns:a16="http://schemas.microsoft.com/office/drawing/2014/main" val="3012796067"/>
                  </a:ext>
                </a:extLst>
              </a:tr>
              <a:tr h="0">
                <a:tc>
                  <a:txBody>
                    <a:bodyPr/>
                    <a:lstStyle/>
                    <a:p>
                      <a:r>
                        <a:rPr lang="en-AU" b="0"/>
                        <a:t>Paired-samples t-test</a:t>
                      </a:r>
                    </a:p>
                  </a:txBody>
                  <a:tcPr anchor="ctr"/>
                </a:tc>
                <a:tc>
                  <a:txBody>
                    <a:bodyPr/>
                    <a:lstStyle/>
                    <a:p>
                      <a:r>
                        <a:rPr lang="en-US" b="0" dirty="0"/>
                        <a:t>n - 1, where n is the number of pairs</a:t>
                      </a:r>
                    </a:p>
                  </a:txBody>
                  <a:tcPr anchor="ctr"/>
                </a:tc>
                <a:extLst>
                  <a:ext uri="{0D108BD9-81ED-4DB2-BD59-A6C34878D82A}">
                    <a16:rowId xmlns:a16="http://schemas.microsoft.com/office/drawing/2014/main" val="1552473649"/>
                  </a:ext>
                </a:extLst>
              </a:tr>
              <a:tr h="0">
                <a:tc>
                  <a:txBody>
                    <a:bodyPr/>
                    <a:lstStyle/>
                    <a:p>
                      <a:r>
                        <a:rPr lang="en-AU" b="0"/>
                        <a:t>Two-sample t-test (pooled)</a:t>
                      </a:r>
                    </a:p>
                  </a:txBody>
                  <a:tcPr anchor="ctr"/>
                </a:tc>
                <a:tc>
                  <a:txBody>
                    <a:bodyPr/>
                    <a:lstStyle/>
                    <a:p>
                      <a:r>
                        <a:rPr lang="pt-BR" b="0" dirty="0"/>
                        <a:t>n</a:t>
                      </a:r>
                      <a:r>
                        <a:rPr lang="pt-BR" b="0" baseline="-25000" dirty="0"/>
                        <a:t>1</a:t>
                      </a:r>
                      <a:r>
                        <a:rPr lang="pt-BR" b="0" dirty="0"/>
                        <a:t> + n</a:t>
                      </a:r>
                      <a:r>
                        <a:rPr lang="pt-BR" b="0" baseline="-25000" dirty="0"/>
                        <a:t>2</a:t>
                      </a:r>
                      <a:r>
                        <a:rPr lang="pt-BR" b="0" dirty="0"/>
                        <a:t> - 2</a:t>
                      </a:r>
                    </a:p>
                  </a:txBody>
                  <a:tcPr anchor="ctr"/>
                </a:tc>
                <a:extLst>
                  <a:ext uri="{0D108BD9-81ED-4DB2-BD59-A6C34878D82A}">
                    <a16:rowId xmlns:a16="http://schemas.microsoft.com/office/drawing/2014/main" val="1466725816"/>
                  </a:ext>
                </a:extLst>
              </a:tr>
              <a:tr h="0">
                <a:tc>
                  <a:txBody>
                    <a:bodyPr/>
                    <a:lstStyle/>
                    <a:p>
                      <a:r>
                        <a:rPr lang="en-AU" b="0" dirty="0"/>
                        <a:t>Welch's two-sample t-test</a:t>
                      </a:r>
                    </a:p>
                  </a:txBody>
                  <a:tcPr anchor="ctr"/>
                </a:tc>
                <a:tc>
                  <a:txBody>
                    <a:bodyPr/>
                    <a:lstStyle/>
                    <a:p>
                      <a:r>
                        <a:rPr lang="en-US" b="0" dirty="0"/>
                        <a:t>Approximate df based on n</a:t>
                      </a:r>
                      <a:r>
                        <a:rPr lang="en-US" b="0" baseline="-25000" dirty="0"/>
                        <a:t>1</a:t>
                      </a:r>
                      <a:r>
                        <a:rPr lang="en-US" b="0" dirty="0"/>
                        <a:t>, n</a:t>
                      </a:r>
                      <a:r>
                        <a:rPr lang="en-US" b="0" baseline="-25000" dirty="0"/>
                        <a:t>2</a:t>
                      </a:r>
                      <a:r>
                        <a:rPr lang="en-US" b="0" dirty="0"/>
                        <a:t>, s</a:t>
                      </a:r>
                      <a:r>
                        <a:rPr lang="en-US" b="0" baseline="-25000" dirty="0"/>
                        <a:t>1</a:t>
                      </a:r>
                      <a:r>
                        <a:rPr lang="en-US" b="0" dirty="0"/>
                        <a:t>, and s</a:t>
                      </a:r>
                      <a:r>
                        <a:rPr lang="en-US" b="0" baseline="-25000" dirty="0"/>
                        <a:t>2</a:t>
                      </a:r>
                      <a:endParaRPr lang="en-US" b="0" dirty="0"/>
                    </a:p>
                  </a:txBody>
                  <a:tcPr anchor="ctr"/>
                </a:tc>
                <a:extLst>
                  <a:ext uri="{0D108BD9-81ED-4DB2-BD59-A6C34878D82A}">
                    <a16:rowId xmlns:a16="http://schemas.microsoft.com/office/drawing/2014/main" val="198307783"/>
                  </a:ext>
                </a:extLst>
              </a:tr>
              <a:tr h="0">
                <a:tc>
                  <a:txBody>
                    <a:bodyPr/>
                    <a:lstStyle/>
                    <a:p>
                      <a:r>
                        <a:rPr lang="en-AU" b="0"/>
                        <a:t>One-way ANOVA</a:t>
                      </a:r>
                    </a:p>
                  </a:txBody>
                  <a:tcPr anchor="ctr"/>
                </a:tc>
                <a:tc>
                  <a:txBody>
                    <a:bodyPr/>
                    <a:lstStyle/>
                    <a:p>
                      <a:r>
                        <a:rPr lang="en-US" b="0" dirty="0"/>
                        <a:t>Between groups: k – 1; Within groups: N – k </a:t>
                      </a:r>
                    </a:p>
                  </a:txBody>
                  <a:tcPr anchor="ctr"/>
                </a:tc>
                <a:extLst>
                  <a:ext uri="{0D108BD9-81ED-4DB2-BD59-A6C34878D82A}">
                    <a16:rowId xmlns:a16="http://schemas.microsoft.com/office/drawing/2014/main" val="1695762498"/>
                  </a:ext>
                </a:extLst>
              </a:tr>
              <a:tr h="0">
                <a:tc>
                  <a:txBody>
                    <a:bodyPr/>
                    <a:lstStyle/>
                    <a:p>
                      <a:r>
                        <a:rPr lang="en-AU" b="0"/>
                        <a:t>Chi-square test of independence</a:t>
                      </a:r>
                    </a:p>
                  </a:txBody>
                  <a:tcPr anchor="ctr"/>
                </a:tc>
                <a:tc>
                  <a:txBody>
                    <a:bodyPr/>
                    <a:lstStyle/>
                    <a:p>
                      <a:r>
                        <a:rPr lang="en-AU" b="0" dirty="0"/>
                        <a:t>(r-1) x (c-1)</a:t>
                      </a:r>
                    </a:p>
                  </a:txBody>
                  <a:tcPr anchor="ctr"/>
                </a:tc>
                <a:extLst>
                  <a:ext uri="{0D108BD9-81ED-4DB2-BD59-A6C34878D82A}">
                    <a16:rowId xmlns:a16="http://schemas.microsoft.com/office/drawing/2014/main" val="1914221915"/>
                  </a:ext>
                </a:extLst>
              </a:tr>
              <a:tr h="0">
                <a:tc>
                  <a:txBody>
                    <a:bodyPr/>
                    <a:lstStyle/>
                    <a:p>
                      <a:r>
                        <a:rPr lang="en-AU" b="0"/>
                        <a:t>Chi-square goodness-of-fit</a:t>
                      </a:r>
                    </a:p>
                  </a:txBody>
                  <a:tcPr anchor="ctr"/>
                </a:tc>
                <a:tc>
                  <a:txBody>
                    <a:bodyPr/>
                    <a:lstStyle/>
                    <a:p>
                      <a:r>
                        <a:rPr lang="en-AU" b="0" dirty="0"/>
                        <a:t>k - 1</a:t>
                      </a:r>
                    </a:p>
                  </a:txBody>
                  <a:tcPr anchor="ctr"/>
                </a:tc>
                <a:extLst>
                  <a:ext uri="{0D108BD9-81ED-4DB2-BD59-A6C34878D82A}">
                    <a16:rowId xmlns:a16="http://schemas.microsoft.com/office/drawing/2014/main" val="2579229018"/>
                  </a:ext>
                </a:extLst>
              </a:tr>
              <a:tr h="0">
                <a:tc>
                  <a:txBody>
                    <a:bodyPr/>
                    <a:lstStyle/>
                    <a:p>
                      <a:r>
                        <a:rPr lang="en-AU" b="0"/>
                        <a:t>Simple linear regression</a:t>
                      </a:r>
                    </a:p>
                  </a:txBody>
                  <a:tcPr anchor="ctr"/>
                </a:tc>
                <a:tc>
                  <a:txBody>
                    <a:bodyPr/>
                    <a:lstStyle/>
                    <a:p>
                      <a:r>
                        <a:rPr lang="en-US" b="0" dirty="0"/>
                        <a:t>n - 2 for testing the slope</a:t>
                      </a:r>
                    </a:p>
                  </a:txBody>
                  <a:tcPr anchor="ctr"/>
                </a:tc>
                <a:extLst>
                  <a:ext uri="{0D108BD9-81ED-4DB2-BD59-A6C34878D82A}">
                    <a16:rowId xmlns:a16="http://schemas.microsoft.com/office/drawing/2014/main" val="2066076979"/>
                  </a:ext>
                </a:extLst>
              </a:tr>
              <a:tr h="0">
                <a:tc>
                  <a:txBody>
                    <a:bodyPr/>
                    <a:lstStyle/>
                    <a:p>
                      <a:r>
                        <a:rPr lang="en-AU" b="0"/>
                        <a:t>Multiple linear regression</a:t>
                      </a:r>
                    </a:p>
                  </a:txBody>
                  <a:tcPr anchor="ctr"/>
                </a:tc>
                <a:tc>
                  <a:txBody>
                    <a:bodyPr/>
                    <a:lstStyle/>
                    <a:p>
                      <a:r>
                        <a:rPr lang="en-US" b="0" dirty="0"/>
                        <a:t>n - p - 1, where p = number of predictors</a:t>
                      </a:r>
                    </a:p>
                  </a:txBody>
                  <a:tcPr anchor="ctr"/>
                </a:tc>
                <a:extLst>
                  <a:ext uri="{0D108BD9-81ED-4DB2-BD59-A6C34878D82A}">
                    <a16:rowId xmlns:a16="http://schemas.microsoft.com/office/drawing/2014/main" val="1246248565"/>
                  </a:ext>
                </a:extLst>
              </a:tr>
            </a:tbl>
          </a:graphicData>
        </a:graphic>
      </p:graphicFrame>
      <p:sp>
        <p:nvSpPr>
          <p:cNvPr id="6" name="Rectangle 5">
            <a:extLst>
              <a:ext uri="{FF2B5EF4-FFF2-40B4-BE49-F238E27FC236}">
                <a16:creationId xmlns:a16="http://schemas.microsoft.com/office/drawing/2014/main" id="{403A7AD3-2BDE-4F31-BFA1-8AB3650F3468}"/>
              </a:ext>
            </a:extLst>
          </p:cNvPr>
          <p:cNvSpPr/>
          <p:nvPr/>
        </p:nvSpPr>
        <p:spPr>
          <a:xfrm>
            <a:off x="478465" y="940982"/>
            <a:ext cx="11215578" cy="999460"/>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0" indent="-4572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212529"/>
                </a:solidFill>
                <a:latin typeface="Arial Narrow" panose="020B0606020202030204" pitchFamily="34" charset="0"/>
              </a:rPr>
              <a:t>The df depend on the statistical procedure and how much information is available to estimate the parameters of the model. In general, degrees of freedom represent the amount of independent information available for estimating variability.</a:t>
            </a:r>
          </a:p>
        </p:txBody>
      </p:sp>
    </p:spTree>
    <p:extLst>
      <p:ext uri="{BB962C8B-B14F-4D97-AF65-F5344CB8AC3E}">
        <p14:creationId xmlns:p14="http://schemas.microsoft.com/office/powerpoint/2010/main" val="12204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2748EB6-4DF4-4051-B580-A6B85471EB1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Practice Questions – Confidence Intervals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92E338-EE64-4253-B613-963FE0DF4C56}"/>
                  </a:ext>
                </a:extLst>
              </p:cNvPr>
              <p:cNvSpPr txBox="1"/>
              <p:nvPr/>
            </p:nvSpPr>
            <p:spPr>
              <a:xfrm>
                <a:off x="362533" y="1431758"/>
                <a:ext cx="11466934" cy="1569660"/>
              </a:xfrm>
              <a:prstGeom prst="rect">
                <a:avLst/>
              </a:prstGeom>
              <a:noFill/>
            </p:spPr>
            <p:txBody>
              <a:bodyPr wrap="square" rtlCol="0">
                <a:spAutoFit/>
              </a:bodyPr>
              <a:lstStyle/>
              <a:p>
                <a:r>
                  <a:rPr lang="en-AU" sz="2400" dirty="0">
                    <a:latin typeface="Arial Narrow" panose="020B0606020202030204" pitchFamily="34" charset="0"/>
                  </a:rPr>
                  <a:t>Suppose we sampled 10 households from the Australian population to find out about the typical annual income. The results from this sample found </a:t>
                </a:r>
                <a14:m>
                  <m:oMath xmlns:m="http://schemas.openxmlformats.org/officeDocument/2006/math">
                    <m:acc>
                      <m:accPr>
                        <m:chr m:val="̅"/>
                        <m:ctrlPr>
                          <a:rPr lang="en-AU" sz="2400" i="1">
                            <a:latin typeface="Cambria Math" panose="02040503050406030204" pitchFamily="18" charset="0"/>
                          </a:rPr>
                        </m:ctrlPr>
                      </m:accPr>
                      <m:e>
                        <m:r>
                          <a:rPr lang="en-AU" sz="2400" i="1">
                            <a:latin typeface="Cambria Math" panose="02040503050406030204" pitchFamily="18" charset="0"/>
                          </a:rPr>
                          <m:t>𝑥</m:t>
                        </m:r>
                      </m:e>
                    </m:acc>
                    <m:r>
                      <a:rPr lang="en-AU" sz="2400" i="1">
                        <a:latin typeface="Cambria Math" panose="02040503050406030204" pitchFamily="18" charset="0"/>
                      </a:rPr>
                      <m:t>=119,100</m:t>
                    </m:r>
                  </m:oMath>
                </a14:m>
                <a:r>
                  <a:rPr lang="en-AU" sz="2400" dirty="0">
                    <a:latin typeface="Arial Narrow" panose="020B0606020202030204" pitchFamily="34" charset="0"/>
                  </a:rPr>
                  <a:t> and </a:t>
                </a:r>
                <a14:m>
                  <m:oMath xmlns:m="http://schemas.openxmlformats.org/officeDocument/2006/math">
                    <m:r>
                      <m:rPr>
                        <m:sty m:val="p"/>
                      </m:rPr>
                      <a:rPr lang="en-AU" sz="2400">
                        <a:latin typeface="Cambria Math" panose="02040503050406030204" pitchFamily="18" charset="0"/>
                      </a:rPr>
                      <m:t>s</m:t>
                    </m:r>
                    <m:r>
                      <a:rPr lang="en-AU" sz="2400">
                        <a:latin typeface="Cambria Math" panose="02040503050406030204" pitchFamily="18" charset="0"/>
                      </a:rPr>
                      <m:t>=</m:t>
                    </m:r>
                    <m:r>
                      <a:rPr lang="en-AU" sz="2400" i="1">
                        <a:latin typeface="Cambria Math" panose="02040503050406030204" pitchFamily="18" charset="0"/>
                      </a:rPr>
                      <m:t>34,385</m:t>
                    </m:r>
                  </m:oMath>
                </a14:m>
                <a:r>
                  <a:rPr lang="en-AU" sz="2400" dirty="0">
                    <a:latin typeface="Arial Narrow" panose="020B0606020202030204" pitchFamily="34" charset="0"/>
                  </a:rPr>
                  <a:t>.</a:t>
                </a:r>
              </a:p>
              <a:p>
                <a:endParaRPr lang="en-AU" sz="2400" dirty="0">
                  <a:latin typeface="Arial Narrow" panose="020B0606020202030204" pitchFamily="34" charset="0"/>
                </a:endParaRPr>
              </a:p>
              <a:p>
                <a:r>
                  <a:rPr lang="en-AU" sz="2400" dirty="0">
                    <a:latin typeface="Arial Narrow" panose="020B0606020202030204" pitchFamily="34" charset="0"/>
                  </a:rPr>
                  <a:t>Calculate a 95% confidence interval of the population mean for this scenario. Let </a:t>
                </a:r>
                <a:r>
                  <a:rPr lang="en-AU" sz="2400" dirty="0">
                    <a:solidFill>
                      <a:srgbClr val="00B050"/>
                    </a:solidFill>
                    <a:latin typeface="Arial Narrow" panose="020B0606020202030204" pitchFamily="34" charset="0"/>
                  </a:rPr>
                  <a:t>the multiplier = 2.26 </a:t>
                </a:r>
              </a:p>
            </p:txBody>
          </p:sp>
        </mc:Choice>
        <mc:Fallback xmlns="">
          <p:sp>
            <p:nvSpPr>
              <p:cNvPr id="7" name="TextBox 6">
                <a:extLst>
                  <a:ext uri="{FF2B5EF4-FFF2-40B4-BE49-F238E27FC236}">
                    <a16:creationId xmlns:a16="http://schemas.microsoft.com/office/drawing/2014/main" id="{8992E338-EE64-4253-B613-963FE0DF4C56}"/>
                  </a:ext>
                </a:extLst>
              </p:cNvPr>
              <p:cNvSpPr txBox="1">
                <a:spLocks noRot="1" noChangeAspect="1" noMove="1" noResize="1" noEditPoints="1" noAdjustHandles="1" noChangeArrowheads="1" noChangeShapeType="1" noTextEdit="1"/>
              </p:cNvSpPr>
              <p:nvPr/>
            </p:nvSpPr>
            <p:spPr>
              <a:xfrm>
                <a:off x="362533" y="1431758"/>
                <a:ext cx="11466934" cy="1569660"/>
              </a:xfrm>
              <a:prstGeom prst="rect">
                <a:avLst/>
              </a:prstGeom>
              <a:blipFill>
                <a:blip r:embed="rId3"/>
                <a:stretch>
                  <a:fillRect l="-797" t="-2724" r="-744" b="-8560"/>
                </a:stretch>
              </a:blipFill>
            </p:spPr>
            <p:txBody>
              <a:bodyPr/>
              <a:lstStyle/>
              <a:p>
                <a:r>
                  <a:rPr lang="en-AU">
                    <a:noFill/>
                  </a:rPr>
                  <a:t> </a:t>
                </a:r>
              </a:p>
            </p:txBody>
          </p:sp>
        </mc:Fallback>
      </mc:AlternateContent>
    </p:spTree>
    <p:extLst>
      <p:ext uri="{BB962C8B-B14F-4D97-AF65-F5344CB8AC3E}">
        <p14:creationId xmlns:p14="http://schemas.microsoft.com/office/powerpoint/2010/main" val="3447723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2748EB6-4DF4-4051-B580-A6B85471EB1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Practice Questions – Confidence Intervals</a:t>
            </a:r>
          </a:p>
        </p:txBody>
      </p:sp>
      <p:sp>
        <p:nvSpPr>
          <p:cNvPr id="7" name="TextBox 6">
            <a:extLst>
              <a:ext uri="{FF2B5EF4-FFF2-40B4-BE49-F238E27FC236}">
                <a16:creationId xmlns:a16="http://schemas.microsoft.com/office/drawing/2014/main" id="{8992E338-EE64-4253-B613-963FE0DF4C56}"/>
              </a:ext>
            </a:extLst>
          </p:cNvPr>
          <p:cNvSpPr txBox="1"/>
          <p:nvPr/>
        </p:nvSpPr>
        <p:spPr>
          <a:xfrm>
            <a:off x="362533" y="1431758"/>
            <a:ext cx="11466934" cy="2677656"/>
          </a:xfrm>
          <a:prstGeom prst="rect">
            <a:avLst/>
          </a:prstGeom>
          <a:noFill/>
        </p:spPr>
        <p:txBody>
          <a:bodyPr wrap="square" rtlCol="0">
            <a:spAutoFit/>
          </a:bodyPr>
          <a:lstStyle/>
          <a:p>
            <a:r>
              <a:rPr lang="en-US" sz="2400" dirty="0">
                <a:latin typeface="Arial Narrow" panose="020B0606020202030204" pitchFamily="34" charset="0"/>
              </a:rPr>
              <a:t>In the previous question, we calculated a 95% confidence interval for the population mean as $94,525.91 to $143,674.10. Consider the following statement:</a:t>
            </a:r>
          </a:p>
          <a:p>
            <a:endParaRPr lang="en-US" sz="2400" dirty="0">
              <a:latin typeface="Arial Narrow" panose="020B0606020202030204" pitchFamily="34" charset="0"/>
            </a:endParaRPr>
          </a:p>
          <a:p>
            <a:pPr algn="ctr"/>
            <a:r>
              <a:rPr lang="en-US" sz="2400" dirty="0">
                <a:latin typeface="Arial Narrow" panose="020B0606020202030204" pitchFamily="34" charset="0"/>
              </a:rPr>
              <a:t>There is a 95% probability that the true population mean is between $94,525.91 and $143,674.10.</a:t>
            </a:r>
          </a:p>
          <a:p>
            <a:pPr algn="ctr"/>
            <a:endParaRPr lang="en-US" sz="2400" dirty="0">
              <a:latin typeface="Arial Narrow" panose="020B0606020202030204" pitchFamily="34" charset="0"/>
            </a:endParaRPr>
          </a:p>
          <a:p>
            <a:pPr algn="ctr"/>
            <a:r>
              <a:rPr lang="en-US" sz="2400" dirty="0">
                <a:latin typeface="Arial Narrow" panose="020B0606020202030204" pitchFamily="34" charset="0"/>
              </a:rPr>
              <a:t>Is this statement true or false?</a:t>
            </a:r>
          </a:p>
          <a:p>
            <a:endParaRPr lang="en-AU" sz="2400" dirty="0">
              <a:solidFill>
                <a:srgbClr val="00B050"/>
              </a:solidFill>
              <a:latin typeface="Arial Narrow" panose="020B0606020202030204" pitchFamily="34" charset="0"/>
            </a:endParaRPr>
          </a:p>
        </p:txBody>
      </p:sp>
    </p:spTree>
    <p:extLst>
      <p:ext uri="{BB962C8B-B14F-4D97-AF65-F5344CB8AC3E}">
        <p14:creationId xmlns:p14="http://schemas.microsoft.com/office/powerpoint/2010/main" val="895587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2029</TotalTime>
  <Words>1254</Words>
  <Application>Microsoft Office PowerPoint</Application>
  <PresentationFormat>Widescreen</PresentationFormat>
  <Paragraphs>286</Paragraphs>
  <Slides>33</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Agency FB</vt:lpstr>
      <vt:lpstr>Arial</vt:lpstr>
      <vt:lpstr>Arial Narrow</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Huynh</dc:creator>
  <cp:lastModifiedBy>Minh Huynh</cp:lastModifiedBy>
  <cp:revision>26</cp:revision>
  <dcterms:created xsi:type="dcterms:W3CDTF">2026-10-12T10:11:40Z</dcterms:created>
  <dcterms:modified xsi:type="dcterms:W3CDTF">2026-10-14T11:23:58Z</dcterms:modified>
</cp:coreProperties>
</file>