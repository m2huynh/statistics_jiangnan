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883" r:id="rId3"/>
    <p:sldId id="4365" r:id="rId4"/>
    <p:sldId id="4378" r:id="rId5"/>
    <p:sldId id="4379" r:id="rId6"/>
    <p:sldId id="4416" r:id="rId7"/>
    <p:sldId id="4425" r:id="rId8"/>
    <p:sldId id="4426" r:id="rId9"/>
    <p:sldId id="4446" r:id="rId10"/>
    <p:sldId id="4465" r:id="rId11"/>
    <p:sldId id="4466" r:id="rId12"/>
    <p:sldId id="4475" r:id="rId13"/>
    <p:sldId id="4476" r:id="rId14"/>
    <p:sldId id="4499" r:id="rId15"/>
    <p:sldId id="4512" r:id="rId16"/>
    <p:sldId id="4549" r:id="rId17"/>
    <p:sldId id="4540" r:id="rId18"/>
    <p:sldId id="4556" r:id="rId19"/>
    <p:sldId id="4573" r:id="rId20"/>
    <p:sldId id="4587" r:id="rId21"/>
    <p:sldId id="4602" r:id="rId22"/>
    <p:sldId id="461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Huynh" userId="01a137d4-0d81-46e0-aca6-c9185b391828" providerId="ADAL" clId="{FDDD7D90-4293-4F5B-B440-645EABB52817}"/>
    <pc:docChg chg="undo redo custSel addSld delSld modSld">
      <pc:chgData name="Minh Huynh" userId="01a137d4-0d81-46e0-aca6-c9185b391828" providerId="ADAL" clId="{FDDD7D90-4293-4F5B-B440-645EABB52817}" dt="2026-10-13T05:01:01.950" v="1064"/>
      <pc:docMkLst>
        <pc:docMk/>
      </pc:docMkLst>
      <pc:sldChg chg="modSp mod">
        <pc:chgData name="Minh Huynh" userId="01a137d4-0d81-46e0-aca6-c9185b391828" providerId="ADAL" clId="{FDDD7D90-4293-4F5B-B440-645EABB52817}" dt="2026-10-13T04:37:44.088" v="56" actId="20577"/>
        <pc:sldMkLst>
          <pc:docMk/>
          <pc:sldMk cId="1972624584" sldId="257"/>
        </pc:sldMkLst>
        <pc:spChg chg="mod">
          <ac:chgData name="Minh Huynh" userId="01a137d4-0d81-46e0-aca6-c9185b391828" providerId="ADAL" clId="{FDDD7D90-4293-4F5B-B440-645EABB52817}" dt="2026-10-13T04:37:44.088" v="56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addSp delSp modSp mod">
        <pc:chgData name="Minh Huynh" userId="01a137d4-0d81-46e0-aca6-c9185b391828" providerId="ADAL" clId="{FDDD7D90-4293-4F5B-B440-645EABB52817}" dt="2026-10-13T04:40:11.601" v="143" actId="20577"/>
        <pc:sldMkLst>
          <pc:docMk/>
          <pc:sldMk cId="1166963934" sldId="883"/>
        </pc:sldMkLst>
        <pc:spChg chg="mod">
          <ac:chgData name="Minh Huynh" userId="01a137d4-0d81-46e0-aca6-c9185b391828" providerId="ADAL" clId="{FDDD7D90-4293-4F5B-B440-645EABB52817}" dt="2026-10-13T04:38:25.370" v="79" actId="20577"/>
          <ac:spMkLst>
            <pc:docMk/>
            <pc:sldMk cId="1166963934" sldId="883"/>
            <ac:spMk id="4" creationId="{7BC73E8E-0D58-4B4B-A5C4-A8AE38997407}"/>
          </ac:spMkLst>
        </pc:spChg>
        <pc:spChg chg="mod">
          <ac:chgData name="Minh Huynh" userId="01a137d4-0d81-46e0-aca6-c9185b391828" providerId="ADAL" clId="{FDDD7D90-4293-4F5B-B440-645EABB52817}" dt="2026-10-13T04:40:11.601" v="143" actId="20577"/>
          <ac:spMkLst>
            <pc:docMk/>
            <pc:sldMk cId="1166963934" sldId="883"/>
            <ac:spMk id="5" creationId="{3BBBF4A9-1FF9-45CB-8257-FB748ECAEB1A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2" creationId="{43102589-278B-4DC4-9794-B528FFF940B4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3" creationId="{089F1E2C-6803-49BE-9D61-B9BC89CF5692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4" creationId="{039BD274-1FBB-4B90-A273-FB7D6721ADC4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5" creationId="{5C2EBF6D-C0B1-424F-8046-595ED6F57DD9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6" creationId="{2001B430-C0AD-4C1A-9FAB-114FDECA0FD6}"/>
          </ac:spMkLst>
        </pc:spChg>
        <pc:picChg chg="add mod">
          <ac:chgData name="Minh Huynh" userId="01a137d4-0d81-46e0-aca6-c9185b391828" providerId="ADAL" clId="{FDDD7D90-4293-4F5B-B440-645EABB52817}" dt="2026-10-13T04:39:39.392" v="98" actId="1076"/>
          <ac:picMkLst>
            <pc:docMk/>
            <pc:sldMk cId="1166963934" sldId="883"/>
            <ac:picMk id="2" creationId="{E7851CAB-89FE-468A-8C22-3319479649C7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6" creationId="{3F04CC4E-1DD0-49D2-9B41-945DDAC7CC16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7" creationId="{59BE3A8D-52DD-42A7-B31E-C2EE181C6200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8" creationId="{38760B24-4659-433D-A09B-DF5E47D87FC7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9" creationId="{AFC6710E-D054-4E0D-8441-EE0B4AB8A62E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10" creationId="{A47E43FA-B9AB-4971-80A6-CDA46AD20B39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11" creationId="{AAB36EE9-4533-4095-9A22-F340B3171B7A}"/>
          </ac:picMkLst>
        </pc:picChg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309281588" sldId="884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738950240" sldId="885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430599913" sldId="886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340834930" sldId="887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4146570137" sldId="888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07197115" sldId="889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509385675" sldId="890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820829822" sldId="891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385764416" sldId="892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806179161" sldId="893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3075116588" sldId="894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3993957004" sldId="895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803991064" sldId="896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003971633" sldId="897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170087405" sldId="898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24993826" sldId="899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572259855" sldId="900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32970683" sldId="901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487047363" sldId="902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407186605" sldId="903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787648695" sldId="904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045422390" sldId="905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4258506999" sldId="906"/>
        </pc:sldMkLst>
      </pc:sldChg>
      <pc:sldChg chg="addSp delSp modSp add mod">
        <pc:chgData name="Minh Huynh" userId="01a137d4-0d81-46e0-aca6-c9185b391828" providerId="ADAL" clId="{FDDD7D90-4293-4F5B-B440-645EABB52817}" dt="2026-10-13T04:41:30.553" v="180" actId="20577"/>
        <pc:sldMkLst>
          <pc:docMk/>
          <pc:sldMk cId="950690789" sldId="4365"/>
        </pc:sldMkLst>
        <pc:spChg chg="del">
          <ac:chgData name="Minh Huynh" userId="01a137d4-0d81-46e0-aca6-c9185b391828" providerId="ADAL" clId="{FDDD7D90-4293-4F5B-B440-645EABB52817}" dt="2026-10-13T04:40:39.201" v="146" actId="478"/>
          <ac:spMkLst>
            <pc:docMk/>
            <pc:sldMk cId="950690789" sldId="4365"/>
            <ac:spMk id="10" creationId="{51B2FABE-FB8E-4A85-8D28-32363A4A69E4}"/>
          </ac:spMkLst>
        </pc:spChg>
        <pc:spChg chg="mod">
          <ac:chgData name="Minh Huynh" userId="01a137d4-0d81-46e0-aca6-c9185b391828" providerId="ADAL" clId="{FDDD7D90-4293-4F5B-B440-645EABB52817}" dt="2026-10-13T04:40:53.839" v="150" actId="313"/>
          <ac:spMkLst>
            <pc:docMk/>
            <pc:sldMk cId="950690789" sldId="4365"/>
            <ac:spMk id="12" creationId="{6E505B16-BFC8-4BA2-87BE-B51040B50F96}"/>
          </ac:spMkLst>
        </pc:spChg>
        <pc:spChg chg="add mod">
          <ac:chgData name="Minh Huynh" userId="01a137d4-0d81-46e0-aca6-c9185b391828" providerId="ADAL" clId="{FDDD7D90-4293-4F5B-B440-645EABB52817}" dt="2026-10-13T04:41:30.553" v="180" actId="20577"/>
          <ac:spMkLst>
            <pc:docMk/>
            <pc:sldMk cId="950690789" sldId="4365"/>
            <ac:spMk id="13" creationId="{D22414B0-52D8-4495-B2EF-0FCCCE1F38C5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23" creationId="{33EFA293-6CAE-4CA3-9D2A-C51CB59C5543}"/>
          </ac:spMkLst>
        </pc:spChg>
      </pc:sldChg>
      <pc:sldChg chg="delSp add del">
        <pc:chgData name="Minh Huynh" userId="01a137d4-0d81-46e0-aca6-c9185b391828" providerId="ADAL" clId="{FDDD7D90-4293-4F5B-B440-645EABB52817}" dt="2026-10-13T04:41:35.382" v="182" actId="47"/>
        <pc:sldMkLst>
          <pc:docMk/>
          <pc:sldMk cId="3132228919" sldId="4366"/>
        </pc:sldMkLst>
        <pc:spChg chg="del">
          <ac:chgData name="Minh Huynh" userId="01a137d4-0d81-46e0-aca6-c9185b391828" providerId="ADAL" clId="{FDDD7D90-4293-4F5B-B440-645EABB52817}" dt="2026-10-13T04:41:04.567" v="152" actId="478"/>
          <ac:spMkLst>
            <pc:docMk/>
            <pc:sldMk cId="3132228919" sldId="4366"/>
            <ac:spMk id="12" creationId="{6E505B16-BFC8-4BA2-87BE-B51040B50F96}"/>
          </ac:spMkLst>
        </pc:spChg>
        <pc:picChg chg="del">
          <ac:chgData name="Minh Huynh" userId="01a137d4-0d81-46e0-aca6-c9185b391828" providerId="ADAL" clId="{FDDD7D90-4293-4F5B-B440-645EABB52817}" dt="2026-10-13T04:41:04.567" v="152" actId="478"/>
          <ac:picMkLst>
            <pc:docMk/>
            <pc:sldMk cId="3132228919" sldId="4366"/>
            <ac:picMk id="11" creationId="{E5D13A11-A2D9-4872-992F-0954755C602F}"/>
          </ac:picMkLst>
        </pc:picChg>
      </pc:sldChg>
      <pc:sldChg chg="addSp delSp modSp add mod">
        <pc:chgData name="Minh Huynh" userId="01a137d4-0d81-46e0-aca6-c9185b391828" providerId="ADAL" clId="{FDDD7D90-4293-4F5B-B440-645EABB52817}" dt="2026-10-13T04:41:34.323" v="181"/>
        <pc:sldMkLst>
          <pc:docMk/>
          <pc:sldMk cId="3735371360" sldId="4378"/>
        </pc:sldMkLst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23" creationId="{33EFA293-6CAE-4CA3-9D2A-C51CB59C5543}"/>
          </ac:spMkLst>
        </pc:spChg>
        <pc:spChg chg="add mod">
          <ac:chgData name="Minh Huynh" userId="01a137d4-0d81-46e0-aca6-c9185b391828" providerId="ADAL" clId="{FDDD7D90-4293-4F5B-B440-645EABB52817}" dt="2026-10-13T04:41:34.323" v="181"/>
          <ac:spMkLst>
            <pc:docMk/>
            <pc:sldMk cId="3735371360" sldId="4378"/>
            <ac:spMk id="43" creationId="{8FAB47D2-8F30-4EC2-AAA8-D5FE8B30A2CA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43:09.846" v="225" actId="20577"/>
        <pc:sldMkLst>
          <pc:docMk/>
          <pc:sldMk cId="3009185353" sldId="4379"/>
        </pc:sldMkLst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3" creationId="{91AAB39F-90C3-4E09-9411-CB53C15B2A7E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38" creationId="{BA9AD03F-F832-4CF0-9688-23090112DB24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39" creationId="{A48AED5E-688A-4972-9ECC-468EEE1E8737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40" creationId="{BBD2CF4F-C1E6-4193-BF56-247C22E835C1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41" creationId="{4192CDE5-20A5-481F-86D7-2468331B10EE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42" creationId="{1CA853C0-1A11-48C5-9AD1-D5E67C70DBCF}"/>
          </ac:spMkLst>
        </pc:spChg>
        <pc:spChg chg="mod">
          <ac:chgData name="Minh Huynh" userId="01a137d4-0d81-46e0-aca6-c9185b391828" providerId="ADAL" clId="{FDDD7D90-4293-4F5B-B440-645EABB52817}" dt="2026-10-13T04:42:19.495" v="204" actId="20577"/>
          <ac:spMkLst>
            <pc:docMk/>
            <pc:sldMk cId="3009185353" sldId="4379"/>
            <ac:spMk id="43" creationId="{8FAB47D2-8F30-4EC2-AAA8-D5FE8B30A2CA}"/>
          </ac:spMkLst>
        </pc:spChg>
        <pc:spChg chg="add mod">
          <ac:chgData name="Minh Huynh" userId="01a137d4-0d81-46e0-aca6-c9185b391828" providerId="ADAL" clId="{FDDD7D90-4293-4F5B-B440-645EABB52817}" dt="2026-10-13T04:43:09.846" v="225" actId="20577"/>
          <ac:spMkLst>
            <pc:docMk/>
            <pc:sldMk cId="3009185353" sldId="4379"/>
            <ac:spMk id="44" creationId="{C61445DD-28C4-4C5D-BE89-46860B318B19}"/>
          </ac:spMkLst>
        </pc:spChg>
        <pc:graphicFrameChg chg="del">
          <ac:chgData name="Minh Huynh" userId="01a137d4-0d81-46e0-aca6-c9185b391828" providerId="ADAL" clId="{FDDD7D90-4293-4F5B-B440-645EABB52817}" dt="2026-10-13T04:42:13.188" v="184" actId="478"/>
          <ac:graphicFrameMkLst>
            <pc:docMk/>
            <pc:sldMk cId="3009185353" sldId="4379"/>
            <ac:graphicFrameMk id="30" creationId="{14726765-D026-4909-B54B-877E7FB13941}"/>
          </ac:graphicFrameMkLst>
        </pc:graphicFrameChg>
        <pc:graphicFrameChg chg="del">
          <ac:chgData name="Minh Huynh" userId="01a137d4-0d81-46e0-aca6-c9185b391828" providerId="ADAL" clId="{FDDD7D90-4293-4F5B-B440-645EABB52817}" dt="2026-10-13T04:42:13.188" v="184" actId="478"/>
          <ac:graphicFrameMkLst>
            <pc:docMk/>
            <pc:sldMk cId="3009185353" sldId="4379"/>
            <ac:graphicFrameMk id="31" creationId="{959028B7-E957-477E-9517-EAEF3BD753EE}"/>
          </ac:graphicFrameMkLst>
        </pc:graphicFrame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18" creationId="{2ABBCF26-7C36-4CA2-AEEB-B46F95FFA30A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0" creationId="{992BC3F6-4947-4060-8854-24E5AAEB19F4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4" creationId="{ADC048DD-E553-4B65-A8E7-DC6CEB8DC10B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5" creationId="{19DE24B8-A5FC-4575-B581-D4B0042D743B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6" creationId="{C18AEAE5-54EC-4369-AAB2-834F171B78E9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7" creationId="{71A39884-9D62-44E7-8058-E6DF0306917C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8" creationId="{31C8CF1D-9F99-46D0-9A33-E4BCF21A4ABC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9" creationId="{DDB7BEF5-C76D-4CE9-8A71-92FEC8517E3F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2" creationId="{F967A736-1797-4CE2-9A0A-1CA6B29A2E93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3" creationId="{342F2630-FE52-48EE-900D-E632FA40EC03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4" creationId="{25A439BB-0788-44BB-AA37-38AF76347117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5" creationId="{6B2BEB91-C49F-40CE-B864-96E9C83E7F96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6" creationId="{AF36992E-1EA4-45C9-9B18-0D8450A176CE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7" creationId="{6355E4AC-44DD-40AC-802F-47165E6E20BB}"/>
          </ac:picMkLst>
        </pc:picChg>
        <pc:cxnChg chg="del">
          <ac:chgData name="Minh Huynh" userId="01a137d4-0d81-46e0-aca6-c9185b391828" providerId="ADAL" clId="{FDDD7D90-4293-4F5B-B440-645EABB52817}" dt="2026-10-13T04:42:13.188" v="184" actId="478"/>
          <ac:cxnSpMkLst>
            <pc:docMk/>
            <pc:sldMk cId="3009185353" sldId="4379"/>
            <ac:cxnSpMk id="5" creationId="{74668B66-B2BF-4E01-8343-9F96B8A063B4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4:27.473" v="249" actId="1076"/>
        <pc:sldMkLst>
          <pc:docMk/>
          <pc:sldMk cId="3987322098" sldId="4416"/>
        </pc:sldMkLst>
        <pc:spChg chg="add mod">
          <ac:chgData name="Minh Huynh" userId="01a137d4-0d81-46e0-aca6-c9185b391828" providerId="ADAL" clId="{FDDD7D90-4293-4F5B-B440-645EABB52817}" dt="2026-10-13T04:44:09.933" v="246" actId="20577"/>
          <ac:spMkLst>
            <pc:docMk/>
            <pc:sldMk cId="3987322098" sldId="4416"/>
            <ac:spMk id="48" creationId="{648E1A6D-B458-46B3-88CE-B26D4E9E4323}"/>
          </ac:spMkLst>
        </pc:spChg>
        <pc:spChg chg="add mod">
          <ac:chgData name="Minh Huynh" userId="01a137d4-0d81-46e0-aca6-c9185b391828" providerId="ADAL" clId="{FDDD7D90-4293-4F5B-B440-645EABB52817}" dt="2026-10-13T04:44:23.436" v="248" actId="1076"/>
          <ac:spMkLst>
            <pc:docMk/>
            <pc:sldMk cId="3987322098" sldId="4416"/>
            <ac:spMk id="49" creationId="{FE10C761-8DF6-4273-A5CE-A9F37B34547D}"/>
          </ac:spMkLst>
        </pc:spChg>
        <pc:spChg chg="add mod">
          <ac:chgData name="Minh Huynh" userId="01a137d4-0d81-46e0-aca6-c9185b391828" providerId="ADAL" clId="{FDDD7D90-4293-4F5B-B440-645EABB52817}" dt="2026-10-13T04:44:27.473" v="249" actId="1076"/>
          <ac:spMkLst>
            <pc:docMk/>
            <pc:sldMk cId="3987322098" sldId="4416"/>
            <ac:spMk id="51" creationId="{EBA669DC-0439-4909-B46F-4108015A9EB6}"/>
          </ac:spMkLst>
        </pc:spChg>
        <pc:spChg chg="del">
          <ac:chgData name="Minh Huynh" userId="01a137d4-0d81-46e0-aca6-c9185b391828" providerId="ADAL" clId="{FDDD7D90-4293-4F5B-B440-645EABB52817}" dt="2026-10-13T04:43:55.832" v="227" actId="478"/>
          <ac:spMkLst>
            <pc:docMk/>
            <pc:sldMk cId="3987322098" sldId="4416"/>
            <ac:spMk id="82" creationId="{06B9C751-A0C3-450A-8C5F-69A44AE0D736}"/>
          </ac:spMkLst>
        </pc:spChg>
        <pc:spChg chg="del">
          <ac:chgData name="Minh Huynh" userId="01a137d4-0d81-46e0-aca6-c9185b391828" providerId="ADAL" clId="{FDDD7D90-4293-4F5B-B440-645EABB52817}" dt="2026-10-13T04:43:55.832" v="227" actId="478"/>
          <ac:spMkLst>
            <pc:docMk/>
            <pc:sldMk cId="3987322098" sldId="4416"/>
            <ac:spMk id="83" creationId="{7132C588-D8B6-4E8D-A484-972DFF6B7658}"/>
          </ac:spMkLst>
        </pc:spChg>
        <pc:cxnChg chg="mod">
          <ac:chgData name="Minh Huynh" userId="01a137d4-0d81-46e0-aca6-c9185b391828" providerId="ADAL" clId="{FDDD7D90-4293-4F5B-B440-645EABB52817}" dt="2026-10-13T04:43:59.459" v="228" actId="14100"/>
          <ac:cxnSpMkLst>
            <pc:docMk/>
            <pc:sldMk cId="3987322098" sldId="4416"/>
            <ac:cxnSpMk id="9" creationId="{DD1F4A41-9832-40F4-A7DB-F9B15FBCD65B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4:48.215" v="253"/>
        <pc:sldMkLst>
          <pc:docMk/>
          <pc:sldMk cId="1445164029" sldId="4425"/>
        </pc:sldMkLst>
        <pc:spChg chg="add mod">
          <ac:chgData name="Minh Huynh" userId="01a137d4-0d81-46e0-aca6-c9185b391828" providerId="ADAL" clId="{FDDD7D90-4293-4F5B-B440-645EABB52817}" dt="2026-10-13T04:44:48.215" v="253"/>
          <ac:spMkLst>
            <pc:docMk/>
            <pc:sldMk cId="1445164029" sldId="4425"/>
            <ac:spMk id="52" creationId="{7706D9ED-BAC1-4C91-B74D-AFE8980BE164}"/>
          </ac:spMkLst>
        </pc:spChg>
        <pc:spChg chg="add mod">
          <ac:chgData name="Minh Huynh" userId="01a137d4-0d81-46e0-aca6-c9185b391828" providerId="ADAL" clId="{FDDD7D90-4293-4F5B-B440-645EABB52817}" dt="2026-10-13T04:44:48.215" v="253"/>
          <ac:spMkLst>
            <pc:docMk/>
            <pc:sldMk cId="1445164029" sldId="4425"/>
            <ac:spMk id="53" creationId="{1C95094A-FC91-40DE-B5D7-93564752B716}"/>
          </ac:spMkLst>
        </pc:spChg>
        <pc:spChg chg="add mod">
          <ac:chgData name="Minh Huynh" userId="01a137d4-0d81-46e0-aca6-c9185b391828" providerId="ADAL" clId="{FDDD7D90-4293-4F5B-B440-645EABB52817}" dt="2026-10-13T04:44:48.215" v="253"/>
          <ac:spMkLst>
            <pc:docMk/>
            <pc:sldMk cId="1445164029" sldId="4425"/>
            <ac:spMk id="54" creationId="{08FA21EC-6056-4D7F-8B43-E2B19DEBA579}"/>
          </ac:spMkLst>
        </pc:spChg>
        <pc:spChg chg="del">
          <ac:chgData name="Minh Huynh" userId="01a137d4-0d81-46e0-aca6-c9185b391828" providerId="ADAL" clId="{FDDD7D90-4293-4F5B-B440-645EABB52817}" dt="2026-10-13T04:44:42.960" v="251" actId="478"/>
          <ac:spMkLst>
            <pc:docMk/>
            <pc:sldMk cId="1445164029" sldId="4425"/>
            <ac:spMk id="82" creationId="{06B9C751-A0C3-450A-8C5F-69A44AE0D736}"/>
          </ac:spMkLst>
        </pc:spChg>
        <pc:spChg chg="del">
          <ac:chgData name="Minh Huynh" userId="01a137d4-0d81-46e0-aca6-c9185b391828" providerId="ADAL" clId="{FDDD7D90-4293-4F5B-B440-645EABB52817}" dt="2026-10-13T04:44:42.960" v="251" actId="478"/>
          <ac:spMkLst>
            <pc:docMk/>
            <pc:sldMk cId="1445164029" sldId="4425"/>
            <ac:spMk id="83" creationId="{7132C588-D8B6-4E8D-A484-972DFF6B7658}"/>
          </ac:spMkLst>
        </pc:spChg>
        <pc:cxnChg chg="del">
          <ac:chgData name="Minh Huynh" userId="01a137d4-0d81-46e0-aca6-c9185b391828" providerId="ADAL" clId="{FDDD7D90-4293-4F5B-B440-645EABB52817}" dt="2026-10-13T04:44:43.531" v="252" actId="478"/>
          <ac:cxnSpMkLst>
            <pc:docMk/>
            <pc:sldMk cId="1445164029" sldId="4425"/>
            <ac:cxnSpMk id="9" creationId="{DD1F4A41-9832-40F4-A7DB-F9B15FBCD65B}"/>
          </ac:cxnSpMkLst>
        </pc:cxnChg>
        <pc:cxnChg chg="add mod">
          <ac:chgData name="Minh Huynh" userId="01a137d4-0d81-46e0-aca6-c9185b391828" providerId="ADAL" clId="{FDDD7D90-4293-4F5B-B440-645EABB52817}" dt="2026-10-13T04:44:48.215" v="253"/>
          <ac:cxnSpMkLst>
            <pc:docMk/>
            <pc:sldMk cId="1445164029" sldId="4425"/>
            <ac:cxnSpMk id="51" creationId="{58DA23E1-CF7F-4027-B8C9-3AD276A946B9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6:31.532" v="290" actId="1076"/>
        <pc:sldMkLst>
          <pc:docMk/>
          <pc:sldMk cId="412457508" sldId="4426"/>
        </pc:sldMkLst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5" creationId="{16C92E27-7FD5-4769-AA3D-AD68795FEC1E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6" creationId="{966D29E9-73A3-42F6-9A9C-00DF4A23B84E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7" creationId="{80C086C8-0DD8-4B94-BC89-CC31AF097041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8" creationId="{C0C0AC76-4F82-4D1D-80DC-BBE75C4B770F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9" creationId="{311C8028-8E5D-4E32-9768-A10F5A8B805C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0" creationId="{1A5DC6DB-B0F3-41BA-AFFD-E5FDBFE1C38C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1" creationId="{AF883078-34D9-4C57-A4C1-F780ADEED214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2" creationId="{1E669A77-7C03-4663-9A1B-1E0DF02DFA9A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3" creationId="{D0935CF6-B29C-4E6D-B8E7-88E943401AF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6" creationId="{785A5ECE-3EF8-4C12-AC9F-9BE7290EAA71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7" creationId="{AC02641A-B8D6-43FB-89BA-9E51D91A3BDC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8" creationId="{E8B0A133-BFB2-4EF2-AE73-95AB974AB70D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48" creationId="{BBBA14EB-44AA-4B7D-BA9C-3355966AA93D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49" creationId="{FCCA1B6D-35DF-4C2C-8281-9BD8FCEAD3DB}"/>
          </ac:spMkLst>
        </pc:spChg>
        <pc:spChg chg="mod">
          <ac:chgData name="Minh Huynh" userId="01a137d4-0d81-46e0-aca6-c9185b391828" providerId="ADAL" clId="{FDDD7D90-4293-4F5B-B440-645EABB52817}" dt="2026-10-13T04:45:21.927" v="274" actId="20577"/>
          <ac:spMkLst>
            <pc:docMk/>
            <pc:sldMk cId="412457508" sldId="4426"/>
            <ac:spMk id="52" creationId="{7706D9ED-BAC1-4C91-B74D-AFE8980BE164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53" creationId="{1C95094A-FC91-40DE-B5D7-93564752B71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54" creationId="{08FA21EC-6056-4D7F-8B43-E2B19DEBA579}"/>
          </ac:spMkLst>
        </pc:spChg>
        <pc:spChg chg="add del mod">
          <ac:chgData name="Minh Huynh" userId="01a137d4-0d81-46e0-aca6-c9185b391828" providerId="ADAL" clId="{FDDD7D90-4293-4F5B-B440-645EABB52817}" dt="2026-10-13T04:46:02.376" v="279" actId="478"/>
          <ac:spMkLst>
            <pc:docMk/>
            <pc:sldMk cId="412457508" sldId="4426"/>
            <ac:spMk id="55" creationId="{3F1389AC-2D29-473E-B0A3-6F9F2EF513B8}"/>
          </ac:spMkLst>
        </pc:spChg>
        <pc:spChg chg="add mod">
          <ac:chgData name="Minh Huynh" userId="01a137d4-0d81-46e0-aca6-c9185b391828" providerId="ADAL" clId="{FDDD7D90-4293-4F5B-B440-645EABB52817}" dt="2026-10-13T04:46:18.593" v="286" actId="1076"/>
          <ac:spMkLst>
            <pc:docMk/>
            <pc:sldMk cId="412457508" sldId="4426"/>
            <ac:spMk id="58" creationId="{B5614F64-FD2F-4755-8B15-BC61D60D2D8C}"/>
          </ac:spMkLst>
        </pc:spChg>
        <pc:spChg chg="add mod">
          <ac:chgData name="Minh Huynh" userId="01a137d4-0d81-46e0-aca6-c9185b391828" providerId="ADAL" clId="{FDDD7D90-4293-4F5B-B440-645EABB52817}" dt="2026-10-13T04:46:31.532" v="290" actId="1076"/>
          <ac:spMkLst>
            <pc:docMk/>
            <pc:sldMk cId="412457508" sldId="4426"/>
            <ac:spMk id="59" creationId="{1D1BD6FB-5A74-4C68-983C-6622DD2316CA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4" creationId="{452DEF36-93E6-427B-B2DC-3874DCF66241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5" creationId="{F102C8F0-3F3E-43CB-98E8-E87EE7295A5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6" creationId="{E59303BC-9791-4196-B937-CEC4E19327E2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7" creationId="{88BDE7E8-7EA6-4FDF-AD7F-D60450AA40FD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8" creationId="{151FDA9C-4D44-499A-9D9A-6D4BFC9F8302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9" creationId="{1A6F49D2-C0A9-4D59-B584-40B03AA7743A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0" creationId="{DF79BDBD-58E3-492E-A5E4-7AE985EA3CF3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1" creationId="{1E929462-FBBD-4CD3-B3A0-AA50C7C0FFBF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2" creationId="{6DFC52D6-AE0D-469E-9084-A6E56AC852E8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3" creationId="{4B13C202-8D23-4AA9-9590-17C4AC1EA6C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4" creationId="{3336FD3E-B547-453C-9A6A-3FC597E00A8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5" creationId="{3D15908B-938C-4C0B-887B-5EC450F012A2}"/>
          </ac:spMkLst>
        </pc:spChg>
        <pc:picChg chg="add del mod">
          <ac:chgData name="Minh Huynh" userId="01a137d4-0d81-46e0-aca6-c9185b391828" providerId="ADAL" clId="{FDDD7D90-4293-4F5B-B440-645EABB52817}" dt="2026-10-13T04:45:52.564" v="278" actId="478"/>
          <ac:picMkLst>
            <pc:docMk/>
            <pc:sldMk cId="412457508" sldId="4426"/>
            <ac:picMk id="56" creationId="{72E8FC0E-3D52-4689-93C8-5BD6A85E498D}"/>
          </ac:picMkLst>
        </pc:picChg>
        <pc:picChg chg="add mod">
          <ac:chgData name="Minh Huynh" userId="01a137d4-0d81-46e0-aca6-c9185b391828" providerId="ADAL" clId="{FDDD7D90-4293-4F5B-B440-645EABB52817}" dt="2026-10-13T04:46:25.591" v="288" actId="1076"/>
          <ac:picMkLst>
            <pc:docMk/>
            <pc:sldMk cId="412457508" sldId="4426"/>
            <ac:picMk id="57" creationId="{5B01620C-296C-4F72-8FD7-DEF11960F5E1}"/>
          </ac:picMkLst>
        </pc:pic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3" creationId="{C797DAD2-6D0C-48B2-AE79-26164CB54FC6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5" creationId="{1C0688A5-CD64-452A-B727-BFC945782C65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7" creationId="{14F0FE7E-8D9B-4B88-A187-DE137354C547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3" creationId="{06048F8A-8086-4C71-B739-4743D272CCD9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4" creationId="{3A4FD1ED-DB7A-4095-8C41-5B51AB4CC381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5" creationId="{0F676F96-EBC7-47DA-AAE0-1C4F95DD724E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6" creationId="{7B8B76A3-6962-41FF-99FB-431ACF054308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7" creationId="{9D00BF64-2A74-4E2F-BCEF-F253AFCC8EBA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50" creationId="{529B33FE-395A-4FD1-9406-6992FC4C42F5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51" creationId="{58DA23E1-CF7F-4027-B8C9-3AD276A946B9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6" creationId="{6A0F91C0-A191-4B6E-9BAB-4F52856955FF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7" creationId="{C9E9058E-54FB-4B63-A7A7-45412B95F0DC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8" creationId="{CC764B47-50B1-43A8-AA00-5C2314ADD232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9" creationId="{A30F3C0E-96B9-4344-B029-6F340AA4987B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0" creationId="{49FCC4D4-E54F-484A-AACE-2C472C80616E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1" creationId="{F38730FD-4708-4F7D-9CFA-F72B7DFE8D97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2" creationId="{8CDBE09B-3E04-46A8-8EC5-4958B9D210BB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3" creationId="{F0A27141-DA28-440E-9014-961D0AE226F0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4" creationId="{F9BFB6B8-228D-4F05-88CF-DF660303FFD9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7:04.801" v="294"/>
        <pc:sldMkLst>
          <pc:docMk/>
          <pc:sldMk cId="395577533" sldId="4446"/>
        </pc:sldMkLst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3" creationId="{32BBE0D3-3366-4DF8-BC50-159B93844BEE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4" creationId="{83CC620E-D107-403B-A128-D8DDD16AE5CE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7" creationId="{7B74E5BF-0863-4563-9707-E9AF0CA89DE9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8" creationId="{F76C2258-FD56-45E0-84CB-A8ADA2F6D773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20" creationId="{5D4FFBFA-169F-4EE1-A1D8-0C1092808F26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24" creationId="{868B4336-6671-4629-BBB2-DE1C445E286C}"/>
          </ac:spMkLst>
        </pc:spChg>
        <pc:spChg chg="del">
          <ac:chgData name="Minh Huynh" userId="01a137d4-0d81-46e0-aca6-c9185b391828" providerId="ADAL" clId="{FDDD7D90-4293-4F5B-B440-645EABB52817}" dt="2026-10-13T04:47:00.289" v="292" actId="478"/>
          <ac:spMkLst>
            <pc:docMk/>
            <pc:sldMk cId="395577533" sldId="4446"/>
            <ac:spMk id="25" creationId="{0C446EAE-EABC-46D7-B07E-A5608F4EA65E}"/>
          </ac:spMkLst>
        </pc:spChg>
        <pc:spChg chg="del">
          <ac:chgData name="Minh Huynh" userId="01a137d4-0d81-46e0-aca6-c9185b391828" providerId="ADAL" clId="{FDDD7D90-4293-4F5B-B440-645EABB52817}" dt="2026-10-13T04:47:00.289" v="292" actId="478"/>
          <ac:spMkLst>
            <pc:docMk/>
            <pc:sldMk cId="395577533" sldId="4446"/>
            <ac:spMk id="31" creationId="{9E8269D3-84FF-4693-BF7B-6D4C5DF8218A}"/>
          </ac:spMkLst>
        </pc:spChg>
        <pc:spChg chg="add mod">
          <ac:chgData name="Minh Huynh" userId="01a137d4-0d81-46e0-aca6-c9185b391828" providerId="ADAL" clId="{FDDD7D90-4293-4F5B-B440-645EABB52817}" dt="2026-10-13T04:47:04.801" v="294"/>
          <ac:spMkLst>
            <pc:docMk/>
            <pc:sldMk cId="395577533" sldId="4446"/>
            <ac:spMk id="32" creationId="{951CC9D8-5059-4778-ABB5-18FCA729A639}"/>
          </ac:spMkLst>
        </pc:spChg>
      </pc:sldChg>
      <pc:sldChg chg="delSp modSp add del mod">
        <pc:chgData name="Minh Huynh" userId="01a137d4-0d81-46e0-aca6-c9185b391828" providerId="ADAL" clId="{FDDD7D90-4293-4F5B-B440-645EABB52817}" dt="2026-10-13T04:50:58.108" v="671" actId="47"/>
        <pc:sldMkLst>
          <pc:docMk/>
          <pc:sldMk cId="3676451354" sldId="4447"/>
        </pc:sldMkLst>
        <pc:spChg chg="del">
          <ac:chgData name="Minh Huynh" userId="01a137d4-0d81-46e0-aca6-c9185b391828" providerId="ADAL" clId="{FDDD7D90-4293-4F5B-B440-645EABB52817}" dt="2026-10-13T04:48:05.296" v="296" actId="478"/>
          <ac:spMkLst>
            <pc:docMk/>
            <pc:sldMk cId="3676451354" sldId="4447"/>
            <ac:spMk id="2" creationId="{D52E8022-B80B-4B03-8FC5-766AB9F89813}"/>
          </ac:spMkLst>
        </pc:spChg>
        <pc:spChg chg="del">
          <ac:chgData name="Minh Huynh" userId="01a137d4-0d81-46e0-aca6-c9185b391828" providerId="ADAL" clId="{FDDD7D90-4293-4F5B-B440-645EABB52817}" dt="2026-10-13T04:48:05.296" v="296" actId="478"/>
          <ac:spMkLst>
            <pc:docMk/>
            <pc:sldMk cId="3676451354" sldId="4447"/>
            <ac:spMk id="30" creationId="{7C4245EB-D0C2-4D52-A6DE-E166D6949A06}"/>
          </ac:spMkLst>
        </pc:spChg>
        <pc:spChg chg="mod">
          <ac:chgData name="Minh Huynh" userId="01a137d4-0d81-46e0-aca6-c9185b391828" providerId="ADAL" clId="{FDDD7D90-4293-4F5B-B440-645EABB52817}" dt="2026-10-13T04:48:12.281" v="326" actId="20577"/>
          <ac:spMkLst>
            <pc:docMk/>
            <pc:sldMk cId="3676451354" sldId="4447"/>
            <ac:spMk id="32" creationId="{951CC9D8-5059-4778-ABB5-18FCA729A639}"/>
          </ac:spMkLst>
        </pc:sp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6" creationId="{C74BD466-2FDD-4538-B9BF-C849F25F71A3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2" creationId="{1EC36052-F436-4C8E-AFEE-4A7426ED303A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5" creationId="{51341096-E0B6-4863-8B13-82279EFBCC49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6" creationId="{F5025CCF-2A6A-4776-80AB-3C5C821D7CF6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9" creationId="{7AE893BC-80A4-411E-ABD6-6E2C2609B904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1" creationId="{A91B72A6-1902-4414-AC92-6297F4C063DA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2" creationId="{BB7F7EF0-9F38-4739-9B55-957DFE815D71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3" creationId="{6F1D09D0-AFD9-4268-AAD1-0BD9C7BFD4EF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6" creationId="{23EF7304-E106-4408-9AC5-B68BEF48CE96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7" creationId="{3976DD85-4161-4888-8024-593E8F75A85A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8" creationId="{E56F2F3A-0A23-4EA1-9D31-10DA8C1677F7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9" creationId="{3F165D32-1A92-4D27-9D95-D8DEF4BFD878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34" creationId="{0146C470-2F5A-41E7-9607-1B441AA0AB82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63" creationId="{1D777FE1-82CE-48F8-A3B1-94BCC25FA3CD}"/>
          </ac:picMkLst>
        </pc:picChg>
        <pc:cxnChg chg="del">
          <ac:chgData name="Minh Huynh" userId="01a137d4-0d81-46e0-aca6-c9185b391828" providerId="ADAL" clId="{FDDD7D90-4293-4F5B-B440-645EABB52817}" dt="2026-10-13T04:48:05.296" v="296" actId="478"/>
          <ac:cxnSpMkLst>
            <pc:docMk/>
            <pc:sldMk cId="3676451354" sldId="4447"/>
            <ac:cxnSpMk id="3" creationId="{CCB2A640-843E-4A4D-B0E0-A383B60AB3CD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50:23.866" v="670" actId="122"/>
        <pc:sldMkLst>
          <pc:docMk/>
          <pc:sldMk cId="3522385299" sldId="4465"/>
        </pc:sldMkLst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0" creationId="{87095069-7168-4CB8-BD7F-39DD91D51BF0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1" creationId="{8A3FB83C-7297-40D2-BF49-7B8D2F92522F}"/>
          </ac:spMkLst>
        </pc:spChg>
        <pc:spChg chg="del">
          <ac:chgData name="Minh Huynh" userId="01a137d4-0d81-46e0-aca6-c9185b391828" providerId="ADAL" clId="{FDDD7D90-4293-4F5B-B440-645EABB52817}" dt="2026-10-13T04:48:26.882" v="331" actId="478"/>
          <ac:spMkLst>
            <pc:docMk/>
            <pc:sldMk cId="3522385299" sldId="4465"/>
            <ac:spMk id="12" creationId="{52A019BE-24E3-4EF7-864C-A5E2B3F4E87E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3" creationId="{5081CCD9-70A0-47DA-9296-7FC7A70A5F98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4" creationId="{E815D195-610E-4224-8503-3C0CBEDF9D2D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16" creationId="{F2242C64-FE38-42BA-8CFD-71CFBEBEEF68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7" creationId="{03B8D09A-3BD5-4FFF-BBAA-7C62D5B93CE8}"/>
          </ac:spMkLst>
        </pc:spChg>
        <pc:spChg chg="add mod">
          <ac:chgData name="Minh Huynh" userId="01a137d4-0d81-46e0-aca6-c9185b391828" providerId="ADAL" clId="{FDDD7D90-4293-4F5B-B440-645EABB52817}" dt="2026-10-13T04:48:20.647" v="329"/>
          <ac:spMkLst>
            <pc:docMk/>
            <pc:sldMk cId="3522385299" sldId="4465"/>
            <ac:spMk id="18" creationId="{728400A6-6772-4514-8096-EFBA37526C10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19" creationId="{245216AE-850E-4E69-98EE-94DCA8BA6F6A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20" creationId="{6D23526F-354D-4309-AB0E-2CA5B5BB713A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23" creationId="{33EFA293-6CAE-4CA3-9D2A-C51CB59C5543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24" creationId="{B65A6475-81AC-4B82-9221-004AEF7B49C1}"/>
          </ac:spMkLst>
        </pc:spChg>
        <pc:spChg chg="add mod">
          <ac:chgData name="Minh Huynh" userId="01a137d4-0d81-46e0-aca6-c9185b391828" providerId="ADAL" clId="{FDDD7D90-4293-4F5B-B440-645EABB52817}" dt="2026-10-13T04:50:23.866" v="670" actId="122"/>
          <ac:spMkLst>
            <pc:docMk/>
            <pc:sldMk cId="3522385299" sldId="4465"/>
            <ac:spMk id="25" creationId="{6B96B82E-FA72-46A4-A84A-962E3F910954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26" creationId="{E14E6531-D578-4889-A7C4-52AAB446C98B}"/>
          </ac:spMkLst>
        </pc:spChg>
        <pc:picChg chg="del">
          <ac:chgData name="Minh Huynh" userId="01a137d4-0d81-46e0-aca6-c9185b391828" providerId="ADAL" clId="{FDDD7D90-4293-4F5B-B440-645EABB52817}" dt="2026-10-13T04:48:21.424" v="330" actId="478"/>
          <ac:picMkLst>
            <pc:docMk/>
            <pc:sldMk cId="3522385299" sldId="4465"/>
            <ac:picMk id="26626" creationId="{49F2C48E-D090-4B0B-B3AE-0BE179333E75}"/>
          </ac:picMkLst>
        </pc:picChg>
      </pc:sldChg>
      <pc:sldChg chg="delSp modSp add mod">
        <pc:chgData name="Minh Huynh" userId="01a137d4-0d81-46e0-aca6-c9185b391828" providerId="ADAL" clId="{FDDD7D90-4293-4F5B-B440-645EABB52817}" dt="2026-10-13T04:51:40.428" v="716" actId="1076"/>
        <pc:sldMkLst>
          <pc:docMk/>
          <pc:sldMk cId="1734041963" sldId="4466"/>
        </pc:sldMkLst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0" creationId="{87095069-7168-4CB8-BD7F-39DD91D51BF0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1" creationId="{8A3FB83C-7297-40D2-BF49-7B8D2F92522F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3" creationId="{5081CCD9-70A0-47DA-9296-7FC7A70A5F98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4" creationId="{E815D195-610E-4224-8503-3C0CBEDF9D2D}"/>
          </ac:spMkLst>
        </pc:spChg>
        <pc:spChg chg="del">
          <ac:chgData name="Minh Huynh" userId="01a137d4-0d81-46e0-aca6-c9185b391828" providerId="ADAL" clId="{FDDD7D90-4293-4F5B-B440-645EABB52817}" dt="2026-10-13T04:51:22.538" v="709" actId="478"/>
          <ac:spMkLst>
            <pc:docMk/>
            <pc:sldMk cId="1734041963" sldId="4466"/>
            <ac:spMk id="17" creationId="{03B8D09A-3BD5-4FFF-BBAA-7C62D5B93CE8}"/>
          </ac:spMkLst>
        </pc:spChg>
        <pc:spChg chg="mod">
          <ac:chgData name="Minh Huynh" userId="01a137d4-0d81-46e0-aca6-c9185b391828" providerId="ADAL" clId="{FDDD7D90-4293-4F5B-B440-645EABB52817}" dt="2026-10-13T04:51:10.308" v="707" actId="20577"/>
          <ac:spMkLst>
            <pc:docMk/>
            <pc:sldMk cId="1734041963" sldId="4466"/>
            <ac:spMk id="18" creationId="{728400A6-6772-4514-8096-EFBA37526C10}"/>
          </ac:spMkLst>
        </pc:spChg>
        <pc:spChg chg="del">
          <ac:chgData name="Minh Huynh" userId="01a137d4-0d81-46e0-aca6-c9185b391828" providerId="ADAL" clId="{FDDD7D90-4293-4F5B-B440-645EABB52817}" dt="2026-10-13T04:51:22.538" v="709" actId="478"/>
          <ac:spMkLst>
            <pc:docMk/>
            <pc:sldMk cId="1734041963" sldId="4466"/>
            <ac:spMk id="20" creationId="{6D23526F-354D-4309-AB0E-2CA5B5BB713A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24" creationId="{B65A6475-81AC-4B82-9221-004AEF7B49C1}"/>
          </ac:spMkLst>
        </pc:spChg>
        <pc:spChg chg="mod">
          <ac:chgData name="Minh Huynh" userId="01a137d4-0d81-46e0-aca6-c9185b391828" providerId="ADAL" clId="{FDDD7D90-4293-4F5B-B440-645EABB52817}" dt="2026-10-13T04:51:40.428" v="716" actId="1076"/>
          <ac:spMkLst>
            <pc:docMk/>
            <pc:sldMk cId="1734041963" sldId="4466"/>
            <ac:spMk id="25" creationId="{6B96B82E-FA72-46A4-A84A-962E3F910954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26" creationId="{E14E6531-D578-4889-A7C4-52AAB446C98B}"/>
          </ac:spMkLst>
        </pc:spChg>
      </pc:sldChg>
      <pc:sldChg chg="addSp delSp modSp add del mod">
        <pc:chgData name="Minh Huynh" userId="01a137d4-0d81-46e0-aca6-c9185b391828" providerId="ADAL" clId="{FDDD7D90-4293-4F5B-B440-645EABB52817}" dt="2026-10-13T04:52:10.557" v="722" actId="47"/>
        <pc:sldMkLst>
          <pc:docMk/>
          <pc:sldMk cId="1323397450" sldId="4467"/>
        </pc:sldMkLst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4" creationId="{104E649B-4356-46D2-9442-4A5A09DBFB4E}"/>
          </ac:spMkLst>
        </pc:spChg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5" creationId="{481B7DC1-1DC9-4ED2-8E98-098BD253DC88}"/>
          </ac:spMkLst>
        </pc:spChg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6" creationId="{39ABF414-0956-4663-9057-E6D3D93B8FA7}"/>
          </ac:spMkLst>
        </pc:spChg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7" creationId="{81F236A5-B7BF-4EE0-8BF7-381491CCCBA7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2:55.239" v="740" actId="2711"/>
        <pc:sldMkLst>
          <pc:docMk/>
          <pc:sldMk cId="1805026901" sldId="4475"/>
        </pc:sldMkLst>
        <pc:spChg chg="add mod">
          <ac:chgData name="Minh Huynh" userId="01a137d4-0d81-46e0-aca6-c9185b391828" providerId="ADAL" clId="{FDDD7D90-4293-4F5B-B440-645EABB52817}" dt="2026-10-13T04:52:49.751" v="739" actId="20577"/>
          <ac:spMkLst>
            <pc:docMk/>
            <pc:sldMk cId="1805026901" sldId="4475"/>
            <ac:spMk id="10" creationId="{9D811277-987D-4DEB-A9EC-797C00D9B85D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23" creationId="{33EFA293-6CAE-4CA3-9D2A-C51CB59C5543}"/>
          </ac:spMkLst>
        </pc:spChg>
        <pc:spChg chg="mod">
          <ac:chgData name="Minh Huynh" userId="01a137d4-0d81-46e0-aca6-c9185b391828" providerId="ADAL" clId="{FDDD7D90-4293-4F5B-B440-645EABB52817}" dt="2026-10-13T04:52:55.239" v="740" actId="2711"/>
          <ac:spMkLst>
            <pc:docMk/>
            <pc:sldMk cId="1805026901" sldId="4475"/>
            <ac:spMk id="75" creationId="{672176B3-7581-4A7A-97A3-A570F05E80DD}"/>
          </ac:spMkLst>
        </pc:spChg>
      </pc:sldChg>
      <pc:sldChg chg="delSp modSp add mod">
        <pc:chgData name="Minh Huynh" userId="01a137d4-0d81-46e0-aca6-c9185b391828" providerId="ADAL" clId="{FDDD7D90-4293-4F5B-B440-645EABB52817}" dt="2026-10-13T04:54:35.438" v="779" actId="20577"/>
        <pc:sldMkLst>
          <pc:docMk/>
          <pc:sldMk cId="3634065575" sldId="4476"/>
        </pc:sldMkLst>
        <pc:spChg chg="mod">
          <ac:chgData name="Minh Huynh" userId="01a137d4-0d81-46e0-aca6-c9185b391828" providerId="ADAL" clId="{FDDD7D90-4293-4F5B-B440-645EABB52817}" dt="2026-10-13T04:54:32.077" v="778" actId="20577"/>
          <ac:spMkLst>
            <pc:docMk/>
            <pc:sldMk cId="3634065575" sldId="4476"/>
            <ac:spMk id="10" creationId="{9D811277-987D-4DEB-A9EC-797C00D9B85D}"/>
          </ac:spMkLst>
        </pc:spChg>
        <pc:spChg chg="mod">
          <ac:chgData name="Minh Huynh" userId="01a137d4-0d81-46e0-aca6-c9185b391828" providerId="ADAL" clId="{FDDD7D90-4293-4F5B-B440-645EABB52817}" dt="2026-10-13T04:54:35.438" v="779" actId="20577"/>
          <ac:spMkLst>
            <pc:docMk/>
            <pc:sldMk cId="3634065575" sldId="4476"/>
            <ac:spMk id="75" creationId="{672176B3-7581-4A7A-97A3-A570F05E80DD}"/>
          </ac:spMkLst>
        </pc:spChg>
        <pc:picChg chg="del">
          <ac:chgData name="Minh Huynh" userId="01a137d4-0d81-46e0-aca6-c9185b391828" providerId="ADAL" clId="{FDDD7D90-4293-4F5B-B440-645EABB52817}" dt="2026-10-13T04:53:43.303" v="742" actId="478"/>
          <ac:picMkLst>
            <pc:docMk/>
            <pc:sldMk cId="3634065575" sldId="4476"/>
            <ac:picMk id="27650" creationId="{374084EE-89AE-4D4A-ACD5-F274E0BC98ED}"/>
          </ac:picMkLst>
        </pc:picChg>
      </pc:sldChg>
      <pc:sldChg chg="addSp delSp modSp add mod">
        <pc:chgData name="Minh Huynh" userId="01a137d4-0d81-46e0-aca6-c9185b391828" providerId="ADAL" clId="{FDDD7D90-4293-4F5B-B440-645EABB52817}" dt="2026-10-13T04:55:06.699" v="802" actId="20577"/>
        <pc:sldMkLst>
          <pc:docMk/>
          <pc:sldMk cId="1203949008" sldId="4499"/>
        </pc:sldMkLst>
        <pc:spChg chg="del">
          <ac:chgData name="Minh Huynh" userId="01a137d4-0d81-46e0-aca6-c9185b391828" providerId="ADAL" clId="{FDDD7D90-4293-4F5B-B440-645EABB52817}" dt="2026-10-13T04:54:58.102" v="782" actId="478"/>
          <ac:spMkLst>
            <pc:docMk/>
            <pc:sldMk cId="1203949008" sldId="4499"/>
            <ac:spMk id="13" creationId="{49BF26B6-5E3C-42F1-AAB1-8C7D7F09FB0D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23" creationId="{33EFA293-6CAE-4CA3-9D2A-C51CB59C5543}"/>
          </ac:spMkLst>
        </pc:spChg>
        <pc:spChg chg="add mod">
          <ac:chgData name="Minh Huynh" userId="01a137d4-0d81-46e0-aca6-c9185b391828" providerId="ADAL" clId="{FDDD7D90-4293-4F5B-B440-645EABB52817}" dt="2026-10-13T04:55:06.699" v="802" actId="20577"/>
          <ac:spMkLst>
            <pc:docMk/>
            <pc:sldMk cId="1203949008" sldId="4499"/>
            <ac:spMk id="31" creationId="{A73A9EDE-E29F-425F-8822-BD5CAF05536C}"/>
          </ac:spMkLst>
        </pc:spChg>
      </pc:sldChg>
      <pc:sldChg chg="addSp delSp modSp add mod setBg">
        <pc:chgData name="Minh Huynh" userId="01a137d4-0d81-46e0-aca6-c9185b391828" providerId="ADAL" clId="{FDDD7D90-4293-4F5B-B440-645EABB52817}" dt="2026-10-13T04:55:49.428" v="809" actId="207"/>
        <pc:sldMkLst>
          <pc:docMk/>
          <pc:sldMk cId="417742359" sldId="4512"/>
        </pc:sldMkLst>
        <pc:spChg chg="add del">
          <ac:chgData name="Minh Huynh" userId="01a137d4-0d81-46e0-aca6-c9185b391828" providerId="ADAL" clId="{FDDD7D90-4293-4F5B-B440-645EABB52817}" dt="2026-10-13T04:55:48.906" v="808" actId="478"/>
          <ac:spMkLst>
            <pc:docMk/>
            <pc:sldMk cId="417742359" sldId="4512"/>
            <ac:spMk id="146" creationId="{66700164-A49A-4762-8963-C04B2FB65113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47" creationId="{6F2D8E70-D4CA-4011-802E-93602CDF124B}"/>
          </ac:spMkLst>
        </pc:spChg>
        <pc:spChg chg="add del 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1" creationId="{841EEE23-74B2-4CBF-B282-129A5F01432E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2" creationId="{72EE92FA-F09A-4F51-903C-F4221DD595EC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3" creationId="{0A5F11CD-3122-4C60-87BB-08AAAF8464A7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4" creationId="{D7BC5759-6924-42FC-9651-7D36942B7DF8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5" creationId="{DB4B6517-3AA5-40FC-8A76-2A579EE7C718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7:18.488" v="949" actId="20577"/>
        <pc:sldMkLst>
          <pc:docMk/>
          <pc:sldMk cId="315617114" sldId="4540"/>
        </pc:sldMkLst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4:56:55.123" v="833" actId="478"/>
          <ac:spMkLst>
            <pc:docMk/>
            <pc:sldMk cId="315617114" sldId="4540"/>
            <ac:spMk id="12" creationId="{F6B62AD7-E12D-4832-A337-7F3C51DF4A9E}"/>
          </ac:spMkLst>
        </pc:spChg>
        <pc:spChg chg="add mod">
          <ac:chgData name="Minh Huynh" userId="01a137d4-0d81-46e0-aca6-c9185b391828" providerId="ADAL" clId="{FDDD7D90-4293-4F5B-B440-645EABB52817}" dt="2026-10-13T04:57:18.488" v="949" actId="20577"/>
          <ac:spMkLst>
            <pc:docMk/>
            <pc:sldMk cId="315617114" sldId="4540"/>
            <ac:spMk id="13" creationId="{F92D2B3A-4AF9-4F08-9B38-EFD1BAEDF26D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6:36.231" v="830" actId="20577"/>
        <pc:sldMkLst>
          <pc:docMk/>
          <pc:sldMk cId="707359171" sldId="4549"/>
        </pc:sldMkLst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9" creationId="{BBC28FAD-0E6E-41AC-ADB2-055BFCDDD46C}"/>
          </ac:spMkLst>
        </pc:spChg>
        <pc:spChg chg="add mod">
          <ac:chgData name="Minh Huynh" userId="01a137d4-0d81-46e0-aca6-c9185b391828" providerId="ADAL" clId="{FDDD7D90-4293-4F5B-B440-645EABB52817}" dt="2026-10-13T04:56:36.231" v="830" actId="20577"/>
          <ac:spMkLst>
            <pc:docMk/>
            <pc:sldMk cId="707359171" sldId="4549"/>
            <ac:spMk id="12" creationId="{0F5EEFC0-C8CF-45C0-B896-4E9CAFFB25E1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7:46.145" v="953"/>
        <pc:sldMkLst>
          <pc:docMk/>
          <pc:sldMk cId="3116511797" sldId="4556"/>
        </pc:sldMkLst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9" creationId="{BBC28FAD-0E6E-41AC-ADB2-055BFCDDD46C}"/>
          </ac:spMkLst>
        </pc:spChg>
        <pc:spChg chg="add mod">
          <ac:chgData name="Minh Huynh" userId="01a137d4-0d81-46e0-aca6-c9185b391828" providerId="ADAL" clId="{FDDD7D90-4293-4F5B-B440-645EABB52817}" dt="2026-10-13T04:57:46.145" v="953"/>
          <ac:spMkLst>
            <pc:docMk/>
            <pc:sldMk cId="3116511797" sldId="4556"/>
            <ac:spMk id="19" creationId="{21F0E8C7-4259-4F5F-8850-4F286F59144D}"/>
          </ac:spMkLst>
        </pc:spChg>
        <pc:spChg chg="del">
          <ac:chgData name="Minh Huynh" userId="01a137d4-0d81-46e0-aca6-c9185b391828" providerId="ADAL" clId="{FDDD7D90-4293-4F5B-B440-645EABB52817}" dt="2026-10-13T04:57:41.195" v="951" actId="478"/>
          <ac:spMkLst>
            <pc:docMk/>
            <pc:sldMk cId="3116511797" sldId="4556"/>
            <ac:spMk id="21" creationId="{66F7AF8D-9FCE-439C-8F3E-17B4185501F5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9:53.105" v="1013" actId="20577"/>
        <pc:sldMkLst>
          <pc:docMk/>
          <pc:sldMk cId="2635461782" sldId="4573"/>
        </pc:sldMkLst>
        <pc:spChg chg="mod">
          <ac:chgData name="Minh Huynh" userId="01a137d4-0d81-46e0-aca6-c9185b391828" providerId="ADAL" clId="{FDDD7D90-4293-4F5B-B440-645EABB52817}" dt="2026-10-13T04:58:36.913" v="986" actId="1076"/>
          <ac:spMkLst>
            <pc:docMk/>
            <pc:sldMk cId="2635461782" sldId="4573"/>
            <ac:spMk id="2" creationId="{CA2952D4-A19A-4883-9742-03B49F607CBA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4:58:20.410" v="957" actId="478"/>
          <ac:spMkLst>
            <pc:docMk/>
            <pc:sldMk cId="2635461782" sldId="4573"/>
            <ac:spMk id="12" creationId="{F6B62AD7-E12D-4832-A337-7F3C51DF4A9E}"/>
          </ac:spMkLst>
        </pc:spChg>
        <pc:spChg chg="add mod">
          <ac:chgData name="Minh Huynh" userId="01a137d4-0d81-46e0-aca6-c9185b391828" providerId="ADAL" clId="{FDDD7D90-4293-4F5B-B440-645EABB52817}" dt="2026-10-13T04:59:53.105" v="1013" actId="20577"/>
          <ac:spMkLst>
            <pc:docMk/>
            <pc:sldMk cId="2635461782" sldId="4573"/>
            <ac:spMk id="13" creationId="{7BF0132F-5195-4C10-AF33-82385EA34A4A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4" creationId="{28189D9D-3BD4-4F71-8E97-FA47B11D36F2}"/>
          </ac:spMkLst>
        </pc:spChg>
        <pc:spChg chg="del">
          <ac:chgData name="Minh Huynh" userId="01a137d4-0d81-46e0-aca6-c9185b391828" providerId="ADAL" clId="{FDDD7D90-4293-4F5B-B440-645EABB52817}" dt="2026-10-13T04:58:19.346" v="956" actId="478"/>
          <ac:spMkLst>
            <pc:docMk/>
            <pc:sldMk cId="2635461782" sldId="4573"/>
            <ac:spMk id="16" creationId="{2CE206D0-F8D3-48B0-A0E5-281498CC759B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7" creationId="{7901C4F3-EC44-4E35-A0DC-78DBFEB3E71C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8" creationId="{30569B5D-CCA8-4044-AC10-2C8A8DFD6E6A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9" creationId="{2009D1FC-DCF2-4EA8-914D-E4E1470EABA8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0" creationId="{E82BE34B-D523-410D-84D8-27258D52F282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1" creationId="{28E4AB0C-8B3C-43AC-852D-FBD9B8C8F53C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2" creationId="{28A29DB4-BAD7-4AE4-9DA4-BBA6104DDF81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3" creationId="{82085B2A-F3A7-4CC8-9FEB-89030C62F12F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4" creationId="{B61F44F3-2D79-4F30-A3A6-7E51A2FE1F7D}"/>
          </ac:spMkLst>
        </pc:spChg>
        <pc:spChg chg="add mod">
          <ac:chgData name="Minh Huynh" userId="01a137d4-0d81-46e0-aca6-c9185b391828" providerId="ADAL" clId="{FDDD7D90-4293-4F5B-B440-645EABB52817}" dt="2026-10-13T04:59:23.305" v="994" actId="1076"/>
          <ac:spMkLst>
            <pc:docMk/>
            <pc:sldMk cId="2635461782" sldId="4573"/>
            <ac:spMk id="25" creationId="{F7B94AAC-17EA-4C65-8A43-E7588B6C5D0C}"/>
          </ac:spMkLst>
        </pc:spChg>
        <pc:spChg chg="add mod">
          <ac:chgData name="Minh Huynh" userId="01a137d4-0d81-46e0-aca6-c9185b391828" providerId="ADAL" clId="{FDDD7D90-4293-4F5B-B440-645EABB52817}" dt="2026-10-13T04:59:26.746" v="995" actId="1076"/>
          <ac:spMkLst>
            <pc:docMk/>
            <pc:sldMk cId="2635461782" sldId="4573"/>
            <ac:spMk id="26" creationId="{7EEA65D4-A778-4484-A72A-8BC31F38F414}"/>
          </ac:spMkLst>
        </pc:spChg>
        <pc:graphicFrameChg chg="mod">
          <ac:chgData name="Minh Huynh" userId="01a137d4-0d81-46e0-aca6-c9185b391828" providerId="ADAL" clId="{FDDD7D90-4293-4F5B-B440-645EABB52817}" dt="2026-10-13T04:58:36.913" v="986" actId="1076"/>
          <ac:graphicFrameMkLst>
            <pc:docMk/>
            <pc:sldMk cId="2635461782" sldId="4573"/>
            <ac:graphicFrameMk id="15" creationId="{236EDEBC-C702-4DA3-A807-C8734005F596}"/>
          </ac:graphicFrameMkLst>
        </pc:graphicFrameChg>
      </pc:sldChg>
      <pc:sldChg chg="add del">
        <pc:chgData name="Minh Huynh" userId="01a137d4-0d81-46e0-aca6-c9185b391828" providerId="ADAL" clId="{FDDD7D90-4293-4F5B-B440-645EABB52817}" dt="2026-10-13T04:59:59.706" v="1016" actId="47"/>
        <pc:sldMkLst>
          <pc:docMk/>
          <pc:sldMk cId="806771774" sldId="4574"/>
        </pc:sldMkLst>
      </pc:sldChg>
      <pc:sldChg chg="addSp delSp modSp add mod">
        <pc:chgData name="Minh Huynh" userId="01a137d4-0d81-46e0-aca6-c9185b391828" providerId="ADAL" clId="{FDDD7D90-4293-4F5B-B440-645EABB52817}" dt="2026-10-13T05:00:14.666" v="1037" actId="20577"/>
        <pc:sldMkLst>
          <pc:docMk/>
          <pc:sldMk cId="2838637852" sldId="4587"/>
        </pc:sldMkLst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5:00:03.572" v="1018" actId="478"/>
          <ac:spMkLst>
            <pc:docMk/>
            <pc:sldMk cId="2838637852" sldId="4587"/>
            <ac:spMk id="15" creationId="{E18A802E-54FF-461D-901E-44F6FF8B3D4D}"/>
          </ac:spMkLst>
        </pc:spChg>
        <pc:spChg chg="add mod">
          <ac:chgData name="Minh Huynh" userId="01a137d4-0d81-46e0-aca6-c9185b391828" providerId="ADAL" clId="{FDDD7D90-4293-4F5B-B440-645EABB52817}" dt="2026-10-13T05:00:14.666" v="1037" actId="20577"/>
          <ac:spMkLst>
            <pc:docMk/>
            <pc:sldMk cId="2838637852" sldId="4587"/>
            <ac:spMk id="18" creationId="{060748B7-3542-465B-9862-2087DB803119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5:00:43.276" v="1060" actId="20577"/>
        <pc:sldMkLst>
          <pc:docMk/>
          <pc:sldMk cId="990204411" sldId="4602"/>
        </pc:sldMkLst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5:00:33.186" v="1039" actId="478"/>
          <ac:spMkLst>
            <pc:docMk/>
            <pc:sldMk cId="990204411" sldId="4602"/>
            <ac:spMk id="14" creationId="{31B2F0B0-AFF4-426C-8B40-A7F21D5C3EBA}"/>
          </ac:spMkLst>
        </pc:spChg>
        <pc:spChg chg="add mod">
          <ac:chgData name="Minh Huynh" userId="01a137d4-0d81-46e0-aca6-c9185b391828" providerId="ADAL" clId="{FDDD7D90-4293-4F5B-B440-645EABB52817}" dt="2026-10-13T05:00:43.276" v="1060" actId="20577"/>
          <ac:spMkLst>
            <pc:docMk/>
            <pc:sldMk cId="990204411" sldId="4602"/>
            <ac:spMk id="20" creationId="{4A52BF76-DA8E-4C01-A91B-742FD07B86A0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5:01:01.950" v="1064"/>
        <pc:sldMkLst>
          <pc:docMk/>
          <pc:sldMk cId="115482038" sldId="4611"/>
        </pc:sldMkLst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5:00:57.505" v="1062" actId="478"/>
          <ac:spMkLst>
            <pc:docMk/>
            <pc:sldMk cId="115482038" sldId="4611"/>
            <ac:spMk id="14" creationId="{31B2F0B0-AFF4-426C-8B40-A7F21D5C3EBA}"/>
          </ac:spMkLst>
        </pc:spChg>
        <pc:spChg chg="add mod">
          <ac:chgData name="Minh Huynh" userId="01a137d4-0d81-46e0-aca6-c9185b391828" providerId="ADAL" clId="{FDDD7D90-4293-4F5B-B440-645EABB52817}" dt="2026-10-13T05:01:01.950" v="1064"/>
          <ac:spMkLst>
            <pc:docMk/>
            <pc:sldMk cId="115482038" sldId="4611"/>
            <ac:spMk id="15" creationId="{7FD81674-302E-45BB-9463-0768A47115EF}"/>
          </ac:spMkLst>
        </pc:spChg>
      </pc:sldChg>
    </pc:docChg>
  </pc:docChgLst>
  <pc:docChgLst>
    <pc:chgData name="Minh Huynh" userId="01a137d4-0d81-46e0-aca6-c9185b391828" providerId="ADAL" clId="{18447838-0BCA-432B-86F3-BB78526C143F}"/>
    <pc:docChg chg="undo redo custSel addSld delSld modSld sldOrd">
      <pc:chgData name="Minh Huynh" userId="01a137d4-0d81-46e0-aca6-c9185b391828" providerId="ADAL" clId="{18447838-0BCA-432B-86F3-BB78526C143F}" dt="2026-10-13T03:01:57.617" v="2674" actId="20577"/>
      <pc:docMkLst>
        <pc:docMk/>
      </pc:docMkLst>
      <pc:sldChg chg="modSp mod">
        <pc:chgData name="Minh Huynh" userId="01a137d4-0d81-46e0-aca6-c9185b391828" providerId="ADAL" clId="{18447838-0BCA-432B-86F3-BB78526C143F}" dt="2026-10-12T12:12:56.377" v="25" actId="20577"/>
        <pc:sldMkLst>
          <pc:docMk/>
          <pc:sldMk cId="1972624584" sldId="257"/>
        </pc:sldMkLst>
        <pc:spChg chg="mod">
          <ac:chgData name="Minh Huynh" userId="01a137d4-0d81-46e0-aca6-c9185b391828" providerId="ADAL" clId="{18447838-0BCA-432B-86F3-BB78526C143F}" dt="2026-10-12T12:12:56.377" v="25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delSp modSp mod">
        <pc:chgData name="Minh Huynh" userId="01a137d4-0d81-46e0-aca6-c9185b391828" providerId="ADAL" clId="{18447838-0BCA-432B-86F3-BB78526C143F}" dt="2026-10-12T12:15:47.610" v="91" actId="20577"/>
        <pc:sldMkLst>
          <pc:docMk/>
          <pc:sldMk cId="1166963934" sldId="883"/>
        </pc:sldMkLst>
        <pc:spChg chg="mod">
          <ac:chgData name="Minh Huynh" userId="01a137d4-0d81-46e0-aca6-c9185b391828" providerId="ADAL" clId="{18447838-0BCA-432B-86F3-BB78526C143F}" dt="2026-10-12T12:13:44.292" v="52" actId="20577"/>
          <ac:spMkLst>
            <pc:docMk/>
            <pc:sldMk cId="1166963934" sldId="883"/>
            <ac:spMk id="4" creationId="{7BC73E8E-0D58-4B4B-A5C4-A8AE38997407}"/>
          </ac:spMkLst>
        </pc:spChg>
        <pc:spChg chg="mod">
          <ac:chgData name="Minh Huynh" userId="01a137d4-0d81-46e0-aca6-c9185b391828" providerId="ADAL" clId="{18447838-0BCA-432B-86F3-BB78526C143F}" dt="2026-10-12T12:15:47.610" v="91" actId="20577"/>
          <ac:spMkLst>
            <pc:docMk/>
            <pc:sldMk cId="1166963934" sldId="883"/>
            <ac:spMk id="5" creationId="{3BBBF4A9-1FF9-45CB-8257-FB748ECAEB1A}"/>
          </ac:spMkLst>
        </pc:spChg>
        <pc:picChg chg="del">
          <ac:chgData name="Minh Huynh" userId="01a137d4-0d81-46e0-aca6-c9185b391828" providerId="ADAL" clId="{18447838-0BCA-432B-86F3-BB78526C143F}" dt="2026-10-12T12:13:32.921" v="26" actId="478"/>
          <ac:picMkLst>
            <pc:docMk/>
            <pc:sldMk cId="1166963934" sldId="883"/>
            <ac:picMk id="17" creationId="{C4882EA2-8155-4468-9F9F-5DD08F47BB0D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886266999" sldId="884"/>
        </pc:sldMkLst>
      </pc:sldChg>
      <pc:sldChg chg="addSp modSp add mod">
        <pc:chgData name="Minh Huynh" userId="01a137d4-0d81-46e0-aca6-c9185b391828" providerId="ADAL" clId="{18447838-0BCA-432B-86F3-BB78526C143F}" dt="2026-10-12T12:19:25.893" v="209" actId="1076"/>
        <pc:sldMkLst>
          <pc:docMk/>
          <pc:sldMk cId="2309281588" sldId="884"/>
        </pc:sldMkLst>
        <pc:spChg chg="mod">
          <ac:chgData name="Minh Huynh" userId="01a137d4-0d81-46e0-aca6-c9185b391828" providerId="ADAL" clId="{18447838-0BCA-432B-86F3-BB78526C143F}" dt="2026-10-12T12:16:36.483" v="122" actId="20577"/>
          <ac:spMkLst>
            <pc:docMk/>
            <pc:sldMk cId="2309281588" sldId="884"/>
            <ac:spMk id="4" creationId="{7BC73E8E-0D58-4B4B-A5C4-A8AE38997407}"/>
          </ac:spMkLst>
        </pc:spChg>
        <pc:spChg chg="mod">
          <ac:chgData name="Minh Huynh" userId="01a137d4-0d81-46e0-aca6-c9185b391828" providerId="ADAL" clId="{18447838-0BCA-432B-86F3-BB78526C143F}" dt="2026-10-12T12:19:11.164" v="206" actId="313"/>
          <ac:spMkLst>
            <pc:docMk/>
            <pc:sldMk cId="2309281588" sldId="884"/>
            <ac:spMk id="5" creationId="{3BBBF4A9-1FF9-45CB-8257-FB748ECAEB1A}"/>
          </ac:spMkLst>
        </pc:spChg>
        <pc:picChg chg="add mod">
          <ac:chgData name="Minh Huynh" userId="01a137d4-0d81-46e0-aca6-c9185b391828" providerId="ADAL" clId="{18447838-0BCA-432B-86F3-BB78526C143F}" dt="2026-10-12T12:19:25.893" v="209" actId="1076"/>
          <ac:picMkLst>
            <pc:docMk/>
            <pc:sldMk cId="2309281588" sldId="884"/>
            <ac:picMk id="6" creationId="{A382D1C7-26E9-43BC-8400-1AD84F16D59D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730627283" sldId="885"/>
        </pc:sldMkLst>
      </pc:sldChg>
      <pc:sldChg chg="addSp delSp modSp add mod">
        <pc:chgData name="Minh Huynh" userId="01a137d4-0d81-46e0-aca6-c9185b391828" providerId="ADAL" clId="{18447838-0BCA-432B-86F3-BB78526C143F}" dt="2026-10-12T12:21:26.108" v="500" actId="5793"/>
        <pc:sldMkLst>
          <pc:docMk/>
          <pc:sldMk cId="2738950240" sldId="885"/>
        </pc:sldMkLst>
        <pc:spChg chg="del">
          <ac:chgData name="Minh Huynh" userId="01a137d4-0d81-46e0-aca6-c9185b391828" providerId="ADAL" clId="{18447838-0BCA-432B-86F3-BB78526C143F}" dt="2026-10-12T12:19:53.619" v="212" actId="478"/>
          <ac:spMkLst>
            <pc:docMk/>
            <pc:sldMk cId="2738950240" sldId="885"/>
            <ac:spMk id="5" creationId="{3BBBF4A9-1FF9-45CB-8257-FB748ECAEB1A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" creationId="{A67962BC-F52B-4512-BD54-D49B95A1B3C0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8" creationId="{6A3F74B8-F5C4-47E9-B418-6F97CC2CB912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9" creationId="{4B34126E-809A-41DA-8EB7-3DFADF0446A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0" creationId="{E48AF9D6-D45F-4795-969C-C4ADBA4B47BF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12" creationId="{DDCF9F35-802A-46D2-8C08-176099A7CBA0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13" creationId="{DE7FE73E-5630-45F7-BB99-A915B3556B3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4" creationId="{421E6674-F7CF-4046-8FBF-EF120C0FFEE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5" creationId="{E9585141-F4EB-4C15-8E4D-D717B624A067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6" creationId="{996F9ED6-A1A8-472C-B07B-4E2EA53EB1A0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7" creationId="{19C81F2C-03B6-467B-BB59-61285F0AF73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8" creationId="{8DA94EEE-1E2F-4C80-A31A-273A42C9402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9" creationId="{143F4B56-B9BA-436A-9DE1-E4DB661A1C4D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20" creationId="{7B0834B4-98F5-4D56-851D-F433D8432989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2" creationId="{0B30DE15-D661-426C-9D3C-E6D06564540E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3" creationId="{B080AE62-D4D8-4977-8972-E30D2A3C579A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5" creationId="{CA7DCE20-063C-4CF5-8748-79D28BCB0ECA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6" creationId="{71DB0CC4-DEA9-40C5-8EC0-0B93EF7F4292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8" creationId="{9F314D6B-AA69-4BED-BF4C-4B862A2F2A25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9" creationId="{F9D90D8B-0BA7-4A5D-B9BF-1115A6EF5A42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1" creationId="{F8476034-D5F6-4185-9459-F444541EF23B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2" creationId="{5D94C366-EA62-4448-B935-7FE3C7437FD7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4" creationId="{FE9337E5-1026-4EE2-8B37-0A71931BB186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5" creationId="{6D404012-D62F-4034-B3D0-818F3C31F861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7" creationId="{0FC85C24-ECCA-4946-8007-EDA8FF43B699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8" creationId="{A0CAF9AE-57C4-4C91-82BE-92FDC3948B95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40" creationId="{51CA3270-8F03-4C70-AB8C-8DD15FB48984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41" creationId="{F41BEE5F-8E54-438E-B4D3-28C90850C23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2" creationId="{B242F3DE-95B6-40BC-856D-34209F6F41E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3" creationId="{15B02777-4E6D-495F-946D-5C5CB5D4B55F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4" creationId="{0F20EE40-3AC7-42A0-A90D-0ADDC57C2037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5" creationId="{C918D1B5-F5B4-40C0-9396-EDF40DD3CACB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6" creationId="{71EA0A16-FC98-4B12-B68E-019281B65B2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7" creationId="{3587714D-2307-4E12-B0FA-ED8B002AFD76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8" creationId="{48ED4C52-748F-4FF8-BB75-5D7EFB90836A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9" creationId="{BDAED572-4913-4721-9EFC-1D017663DE1D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0" creationId="{6138217B-56EB-435F-AEC6-75D0ED8A32AF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1" creationId="{0253CE86-679E-46D6-98AA-32632A73FCA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2" creationId="{AFA18A70-4DF8-4816-ABC5-64670E6F1DE5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3" creationId="{FF5C1C2B-5300-4059-93AD-D6CA40AB49FC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4" creationId="{0CF689A3-C735-44C0-B575-79FAF2D9C7DF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5" creationId="{58DA22CD-9A5D-4543-BD5C-C20CC619E752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6" creationId="{1E023B0A-69A6-4BD1-9093-4AB9C8C844E6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7" creationId="{BCC7C8DE-36AA-4E38-ADD4-33ABEEB9840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8" creationId="{E2B35763-B21F-4E32-BAB0-1924A7E3E22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9" creationId="{F5BB3A27-C1D7-4D91-8711-CBECDC2AAAB4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0" creationId="{432556BA-79C5-4CA3-82A3-9D1662FFB47C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1" creationId="{0617273F-AA08-49F0-A2D6-A14FCC87A94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2" creationId="{85875A4D-AFA4-476A-8D81-F9CA4EFC1CD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3" creationId="{85E43DC6-C32C-45A7-B8F6-9292264965F0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4" creationId="{B08F03FF-0CCE-4BD7-A7A2-06AD2EB991D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5" creationId="{DD1C0551-ACE7-448B-B258-4BB3E87EF914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6" creationId="{1B851FF8-6234-496E-958E-BE95A3F06E9B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7" creationId="{DE1EC9FF-A4CD-4277-955E-E586340652F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8" creationId="{8D89AC36-0742-462D-BB9A-13541A228B69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9" creationId="{2205AC33-9FDD-4C20-9251-8EDE93B7E154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0" creationId="{F1E7DEA1-9F9C-43D3-821E-E4130A01C0E6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1" creationId="{3BCDA718-6115-41E1-82DB-47DF09B9F03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2" creationId="{AA3DA68F-6579-4209-9EDE-07E56659287D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3" creationId="{59C30626-DD0B-42BC-8B6D-81D18D1782A8}"/>
          </ac:spMkLst>
        </pc:spChg>
        <pc:spChg chg="add mod">
          <ac:chgData name="Minh Huynh" userId="01a137d4-0d81-46e0-aca6-c9185b391828" providerId="ADAL" clId="{18447838-0BCA-432B-86F3-BB78526C143F}" dt="2026-10-12T12:21:26.108" v="500" actId="5793"/>
          <ac:spMkLst>
            <pc:docMk/>
            <pc:sldMk cId="2738950240" sldId="885"/>
            <ac:spMk id="74" creationId="{0BC5EFDD-B5EE-4CD3-9813-3FC4733EEA9A}"/>
          </ac:spMkLst>
        </pc:s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11" creationId="{5B920099-B518-4D2E-82E0-343DE121F2BB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21" creationId="{E32746D7-EBE4-4027-A1F0-9FA7C95395C3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24" creationId="{AE50BED5-117F-4004-8FA4-DFF30C46E086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27" creationId="{759EA27F-95C7-4804-AFD4-5719CB73F124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0" creationId="{47402669-A510-48D5-B430-FB374E0176A9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3" creationId="{4289E4EA-4973-49E4-85D7-336AD5D53DE7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6" creationId="{EF2B91C8-07CB-4470-ACA1-DB1139D2851A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9" creationId="{C27BFCA6-6D08-4B06-AC70-0E9D35442B6C}"/>
          </ac:grpSpMkLst>
        </pc:grpChg>
        <pc:picChg chg="del">
          <ac:chgData name="Minh Huynh" userId="01a137d4-0d81-46e0-aca6-c9185b391828" providerId="ADAL" clId="{18447838-0BCA-432B-86F3-BB78526C143F}" dt="2026-10-12T12:19:52.205" v="211" actId="478"/>
          <ac:picMkLst>
            <pc:docMk/>
            <pc:sldMk cId="2738950240" sldId="885"/>
            <ac:picMk id="6" creationId="{A382D1C7-26E9-43BC-8400-1AD84F16D59D}"/>
          </ac:picMkLst>
        </pc:picChg>
      </pc:sldChg>
      <pc:sldChg chg="addSp modSp add mod">
        <pc:chgData name="Minh Huynh" userId="01a137d4-0d81-46e0-aca6-c9185b391828" providerId="ADAL" clId="{18447838-0BCA-432B-86F3-BB78526C143F}" dt="2026-10-12T12:23:13.268" v="656" actId="1076"/>
        <pc:sldMkLst>
          <pc:docMk/>
          <pc:sldMk cId="1430599913" sldId="886"/>
        </pc:sldMkLst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" creationId="{A67962BC-F52B-4512-BD54-D49B95A1B3C0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8" creationId="{6A3F74B8-F5C4-47E9-B418-6F97CC2CB912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9" creationId="{4B34126E-809A-41DA-8EB7-3DFADF0446A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0" creationId="{E48AF9D6-D45F-4795-969C-C4ADBA4B47B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4" creationId="{421E6674-F7CF-4046-8FBF-EF120C0FFEEE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5" creationId="{E9585141-F4EB-4C15-8E4D-D717B624A067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6" creationId="{996F9ED6-A1A8-472C-B07B-4E2EA53EB1A0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7" creationId="{19C81F2C-03B6-467B-BB59-61285F0AF73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8" creationId="{8DA94EEE-1E2F-4C80-A31A-273A42C9402E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9" creationId="{143F4B56-B9BA-436A-9DE1-E4DB661A1C4D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20" creationId="{7B0834B4-98F5-4D56-851D-F433D8432989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2" creationId="{B242F3DE-95B6-40BC-856D-34209F6F41E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3" creationId="{15B02777-4E6D-495F-946D-5C5CB5D4B55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4" creationId="{0F20EE40-3AC7-42A0-A90D-0ADDC57C2037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5" creationId="{C918D1B5-F5B4-40C0-9396-EDF40DD3CACB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6" creationId="{71EA0A16-FC98-4B12-B68E-019281B65B2E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7" creationId="{3587714D-2307-4E12-B0FA-ED8B002AFD76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8" creationId="{48ED4C52-748F-4FF8-BB75-5D7EFB90836A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9" creationId="{BDAED572-4913-4721-9EFC-1D017663DE1D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0" creationId="{6138217B-56EB-435F-AEC6-75D0ED8A32A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1" creationId="{0253CE86-679E-46D6-98AA-32632A73FCA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2" creationId="{AFA18A70-4DF8-4816-ABC5-64670E6F1DE5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3" creationId="{FF5C1C2B-5300-4059-93AD-D6CA40AB49FC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4" creationId="{0CF689A3-C735-44C0-B575-79FAF2D9C7D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5" creationId="{58DA22CD-9A5D-4543-BD5C-C20CC619E752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6" creationId="{1E023B0A-69A6-4BD1-9093-4AB9C8C844E6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7" creationId="{BCC7C8DE-36AA-4E38-ADD4-33ABEEB9840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8" creationId="{E2B35763-B21F-4E32-BAB0-1924A7E3E22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9" creationId="{F5BB3A27-C1D7-4D91-8711-CBECDC2AAAB4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0" creationId="{432556BA-79C5-4CA3-82A3-9D1662FFB47C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1" creationId="{0617273F-AA08-49F0-A2D6-A14FCC87A94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2" creationId="{85875A4D-AFA4-476A-8D81-F9CA4EFC1CD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3" creationId="{85E43DC6-C32C-45A7-B8F6-9292264965F0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4" creationId="{B08F03FF-0CCE-4BD7-A7A2-06AD2EB991D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5" creationId="{DD1C0551-ACE7-448B-B258-4BB3E87EF914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6" creationId="{1B851FF8-6234-496E-958E-BE95A3F06E9B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7" creationId="{DE1EC9FF-A4CD-4277-955E-E586340652F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8" creationId="{8D89AC36-0742-462D-BB9A-13541A228B69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9" creationId="{2205AC33-9FDD-4C20-9251-8EDE93B7E154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0" creationId="{F1E7DEA1-9F9C-43D3-821E-E4130A01C0E6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1" creationId="{3BCDA718-6115-41E1-82DB-47DF09B9F03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2" creationId="{AA3DA68F-6579-4209-9EDE-07E56659287D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3" creationId="{59C30626-DD0B-42BC-8B6D-81D18D1782A8}"/>
          </ac:spMkLst>
        </pc:spChg>
        <pc:spChg chg="mod">
          <ac:chgData name="Minh Huynh" userId="01a137d4-0d81-46e0-aca6-c9185b391828" providerId="ADAL" clId="{18447838-0BCA-432B-86F3-BB78526C143F}" dt="2026-10-12T12:22:49.907" v="651" actId="14100"/>
          <ac:spMkLst>
            <pc:docMk/>
            <pc:sldMk cId="1430599913" sldId="886"/>
            <ac:spMk id="74" creationId="{0BC5EFDD-B5EE-4CD3-9813-3FC4733EEA9A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5" creationId="{672AB75B-4AFD-405E-ABC0-379E0E1310B6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6" creationId="{09B25EF2-80F3-4679-B714-26A493513785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7" creationId="{8D42CE75-BD0F-4A37-BE35-DA9489BC95FD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8" creationId="{3DBABC7D-1F2F-45E3-909D-B6A40CF1382C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9" creationId="{6C2CAE76-0AC0-4571-8187-4A78B58BA77E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0" creationId="{CF159600-ADF5-459B-81FC-639AB5FC01DE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1" creationId="{CD8EA6C3-373C-4502-9391-A39D94EAF25B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2" creationId="{4507CDF4-66DE-4FC4-87E7-C98DE1645320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3" creationId="{6D8F56CB-C304-4A1D-87E4-2A14C29BB41F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4" creationId="{16EA3E32-B870-45BB-BAA0-DB1133902BD1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5" creationId="{EA07BA14-B4D8-4309-95F5-A25A2E4E8D58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6" creationId="{B6D5F04F-36FC-406B-A40C-D8B6908AB853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7" creationId="{5E543576-C4F0-4280-976F-59449BD2A084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8" creationId="{1FBAF0FD-5DA1-489C-BC60-614247CD290E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9" creationId="{D331AA63-1C26-4FFE-80BA-65BDD4F45A48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0" creationId="{9D3FCAAC-BC35-412E-B18F-6785ADA42E6F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1" creationId="{D708E1AC-DAFB-49EA-806C-BE508D025AC8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2" creationId="{F66434F9-21B9-41A1-9D18-13B86BA0F7EC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3" creationId="{DA404B3E-294C-4381-B703-D04F2FE96882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4" creationId="{4355127D-D13F-4E33-9801-50606D5E682C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5" creationId="{254333FB-3C01-4F9E-B192-F4E329FCF37D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6" creationId="{19C6D977-366F-4AB5-BDAE-E6DCAD77473D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7" creationId="{55D83396-B6C0-4EE7-8736-EE5C5CCBCEE4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8" creationId="{EFB24756-4245-4F90-B9AC-21EFBAE15DC4}"/>
          </ac:spMkLst>
        </pc:s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11" creationId="{5B920099-B518-4D2E-82E0-343DE121F2BB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21" creationId="{E32746D7-EBE4-4027-A1F0-9FA7C95395C3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24" creationId="{AE50BED5-117F-4004-8FA4-DFF30C46E086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27" creationId="{759EA27F-95C7-4804-AFD4-5719CB73F124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0" creationId="{47402669-A510-48D5-B430-FB374E0176A9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3" creationId="{4289E4EA-4973-49E4-85D7-336AD5D53DE7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6" creationId="{EF2B91C8-07CB-4470-ACA1-DB1139D2851A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9" creationId="{C27BFCA6-6D08-4B06-AC70-0E9D35442B6C}"/>
          </ac:grpSpMkLst>
        </pc:gr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785241365" sldId="886"/>
        </pc:sldMkLst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12211180" sldId="887"/>
        </pc:sldMkLst>
      </pc:sldChg>
      <pc:sldChg chg="addSp delSp modSp add mod">
        <pc:chgData name="Minh Huynh" userId="01a137d4-0d81-46e0-aca6-c9185b391828" providerId="ADAL" clId="{18447838-0BCA-432B-86F3-BB78526C143F}" dt="2026-10-12T12:23:52.156" v="665" actId="20577"/>
        <pc:sldMkLst>
          <pc:docMk/>
          <pc:sldMk cId="1340834930" sldId="887"/>
        </pc:sldMkLst>
        <pc:spChg chg="mod">
          <ac:chgData name="Minh Huynh" userId="01a137d4-0d81-46e0-aca6-c9185b391828" providerId="ADAL" clId="{18447838-0BCA-432B-86F3-BB78526C143F}" dt="2026-10-12T12:23:52.156" v="665" actId="20577"/>
          <ac:spMkLst>
            <pc:docMk/>
            <pc:sldMk cId="1340834930" sldId="887"/>
            <ac:spMk id="74" creationId="{0BC5EFDD-B5EE-4CD3-9813-3FC4733EEA9A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5" creationId="{672AB75B-4AFD-405E-ABC0-379E0E1310B6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6" creationId="{09B25EF2-80F3-4679-B714-26A493513785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7" creationId="{8D42CE75-BD0F-4A37-BE35-DA9489BC95FD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8" creationId="{3DBABC7D-1F2F-45E3-909D-B6A40CF1382C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9" creationId="{6C2CAE76-0AC0-4571-8187-4A78B58BA77E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0" creationId="{CF159600-ADF5-459B-81FC-639AB5FC01DE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1" creationId="{CD8EA6C3-373C-4502-9391-A39D94EAF25B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2" creationId="{4507CDF4-66DE-4FC4-87E7-C98DE1645320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3" creationId="{6D8F56CB-C304-4A1D-87E4-2A14C29BB41F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4" creationId="{16EA3E32-B870-45BB-BAA0-DB1133902BD1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5" creationId="{EA07BA14-B4D8-4309-95F5-A25A2E4E8D58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6" creationId="{B6D5F04F-36FC-406B-A40C-D8B6908AB853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7" creationId="{5E543576-C4F0-4280-976F-59449BD2A084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8" creationId="{1FBAF0FD-5DA1-489C-BC60-614247CD290E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9" creationId="{D331AA63-1C26-4FFE-80BA-65BDD4F45A48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0" creationId="{9D3FCAAC-BC35-412E-B18F-6785ADA42E6F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1" creationId="{D708E1AC-DAFB-49EA-806C-BE508D025AC8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2" creationId="{F66434F9-21B9-41A1-9D18-13B86BA0F7EC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3" creationId="{DA404B3E-294C-4381-B703-D04F2FE96882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4" creationId="{4355127D-D13F-4E33-9801-50606D5E682C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5" creationId="{254333FB-3C01-4F9E-B192-F4E329FCF37D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6" creationId="{19C6D977-366F-4AB5-BDAE-E6DCAD77473D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7" creationId="{55D83396-B6C0-4EE7-8736-EE5C5CCBCEE4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8" creationId="{EFB24756-4245-4F90-B9AC-21EFBAE15DC4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99" creationId="{38D66BE2-B032-423D-8E5A-7793D9F01BD1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0" creationId="{BC1669C5-5338-438F-94D0-72A4B06A72E0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1" creationId="{6B7C67E0-F05D-4A18-9C0C-DE6C1DE2847D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2" creationId="{5151ED00-2227-41D2-9CCD-CFE061218BB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3" creationId="{22DD0A0A-8BD5-4CF6-8EBF-4E6671DAF667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4" creationId="{83A25243-8CC0-4C41-87DE-F1A64776AC2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5" creationId="{4BF439F0-FCDA-4A44-A743-D8452236F463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6" creationId="{033DE228-631F-4EB2-BAEE-9908BFF59BC3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7" creationId="{F82204CA-57AB-4EFD-AFA5-E12A6532FD62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8" creationId="{6ACCC2CA-442D-4B1A-8D4F-239E1EAD97E9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9" creationId="{F26EB435-DC35-4099-8CCD-FA57AD0092B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0" creationId="{58E8E706-B3E6-40E1-A9A1-B604EEE73802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1" creationId="{DE4AD348-4D66-4810-B215-66E34914740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2" creationId="{E7438738-F08D-44D0-97D7-7888CDB9CDA2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3" creationId="{2C733F58-7675-4A72-A946-CC50CA827010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4" creationId="{032B2CFA-8C79-4B49-9512-F40B87F12606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5" creationId="{B7F732A4-4A95-4A3B-B360-E84E889F3B18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6" creationId="{C5EACBAE-D0C2-4166-B6BD-483BC6B772DD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7" creationId="{48CF51E7-1FFA-47E7-A1A3-DC622DF36871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8" creationId="{1F9947CB-B088-4D3A-B2AB-46309A4589E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9" creationId="{38661948-E5E5-400F-9F44-9DBAA999AA58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0" creationId="{6B5BF711-EF03-47CD-9440-418FB6297EEE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1" creationId="{EFB46D79-A8B8-484B-A970-A521A28B562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2" creationId="{83B65CCC-7C48-4666-A702-C2D9962B573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3" creationId="{72B7398F-4B1F-40E6-8453-26FBD6C76CCA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4" creationId="{6B77B450-E2C8-4EFC-BF91-CF8568A960D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5" creationId="{3B114BFC-B0CF-46D1-A39C-63028832C432}"/>
          </ac:spMkLst>
        </pc:s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205959495" sldId="888"/>
        </pc:sldMkLst>
      </pc:sldChg>
      <pc:sldChg chg="addSp delSp modSp add mod">
        <pc:chgData name="Minh Huynh" userId="01a137d4-0d81-46e0-aca6-c9185b391828" providerId="ADAL" clId="{18447838-0BCA-432B-86F3-BB78526C143F}" dt="2026-10-12T12:35:36.600" v="883" actId="20577"/>
        <pc:sldMkLst>
          <pc:docMk/>
          <pc:sldMk cId="4146570137" sldId="888"/>
        </pc:sldMkLst>
        <pc:spChg chg="mod">
          <ac:chgData name="Minh Huynh" userId="01a137d4-0d81-46e0-aca6-c9185b391828" providerId="ADAL" clId="{18447838-0BCA-432B-86F3-BB78526C143F}" dt="2026-10-12T12:31:53.923" v="701" actId="20577"/>
          <ac:spMkLst>
            <pc:docMk/>
            <pc:sldMk cId="4146570137" sldId="888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" creationId="{A67962BC-F52B-4512-BD54-D49B95A1B3C0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8" creationId="{6A3F74B8-F5C4-47E9-B418-6F97CC2CB912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9" creationId="{4B34126E-809A-41DA-8EB7-3DFADF0446A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0" creationId="{E48AF9D6-D45F-4795-969C-C4ADBA4B47B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4" creationId="{421E6674-F7CF-4046-8FBF-EF120C0FFEEE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5" creationId="{E9585141-F4EB-4C15-8E4D-D717B624A067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6" creationId="{996F9ED6-A1A8-472C-B07B-4E2EA53EB1A0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7" creationId="{19C81F2C-03B6-467B-BB59-61285F0AF73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8" creationId="{8DA94EEE-1E2F-4C80-A31A-273A42C9402E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9" creationId="{143F4B56-B9BA-436A-9DE1-E4DB661A1C4D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20" creationId="{7B0834B4-98F5-4D56-851D-F433D8432989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2" creationId="{B242F3DE-95B6-40BC-856D-34209F6F41E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3" creationId="{15B02777-4E6D-495F-946D-5C5CB5D4B55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4" creationId="{0F20EE40-3AC7-42A0-A90D-0ADDC57C2037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5" creationId="{C918D1B5-F5B4-40C0-9396-EDF40DD3CACB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6" creationId="{71EA0A16-FC98-4B12-B68E-019281B65B2E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7" creationId="{3587714D-2307-4E12-B0FA-ED8B002AFD76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8" creationId="{48ED4C52-748F-4FF8-BB75-5D7EFB90836A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9" creationId="{BDAED572-4913-4721-9EFC-1D017663DE1D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0" creationId="{6138217B-56EB-435F-AEC6-75D0ED8A32A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1" creationId="{0253CE86-679E-46D6-98AA-32632A73FCA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2" creationId="{AFA18A70-4DF8-4816-ABC5-64670E6F1DE5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3" creationId="{FF5C1C2B-5300-4059-93AD-D6CA40AB49FC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4" creationId="{0CF689A3-C735-44C0-B575-79FAF2D9C7D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5" creationId="{58DA22CD-9A5D-4543-BD5C-C20CC619E752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6" creationId="{1E023B0A-69A6-4BD1-9093-4AB9C8C844E6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7" creationId="{BCC7C8DE-36AA-4E38-ADD4-33ABEEB9840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8" creationId="{E2B35763-B21F-4E32-BAB0-1924A7E3E22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9" creationId="{F5BB3A27-C1D7-4D91-8711-CBECDC2AAAB4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0" creationId="{432556BA-79C5-4CA3-82A3-9D1662FFB47C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1" creationId="{0617273F-AA08-49F0-A2D6-A14FCC87A94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2" creationId="{85875A4D-AFA4-476A-8D81-F9CA4EFC1CD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3" creationId="{85E43DC6-C32C-45A7-B8F6-9292264965F0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4" creationId="{B08F03FF-0CCE-4BD7-A7A2-06AD2EB991D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5" creationId="{DD1C0551-ACE7-448B-B258-4BB3E87EF914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6" creationId="{1B851FF8-6234-496E-958E-BE95A3F06E9B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7" creationId="{DE1EC9FF-A4CD-4277-955E-E586340652F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8" creationId="{8D89AC36-0742-462D-BB9A-13541A228B69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9" creationId="{2205AC33-9FDD-4C20-9251-8EDE93B7E154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0" creationId="{F1E7DEA1-9F9C-43D3-821E-E4130A01C0E6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1" creationId="{3BCDA718-6115-41E1-82DB-47DF09B9F03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2" creationId="{AA3DA68F-6579-4209-9EDE-07E56659287D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3" creationId="{59C30626-DD0B-42BC-8B6D-81D18D1782A8}"/>
          </ac:spMkLst>
        </pc:spChg>
        <pc:spChg chg="mod">
          <ac:chgData name="Minh Huynh" userId="01a137d4-0d81-46e0-aca6-c9185b391828" providerId="ADAL" clId="{18447838-0BCA-432B-86F3-BB78526C143F}" dt="2026-10-12T12:35:36.600" v="883" actId="20577"/>
          <ac:spMkLst>
            <pc:docMk/>
            <pc:sldMk cId="4146570137" sldId="888"/>
            <ac:spMk id="74" creationId="{0BC5EFDD-B5EE-4CD3-9813-3FC4733EEA9A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99" creationId="{38D66BE2-B032-423D-8E5A-7793D9F01BD1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0" creationId="{BC1669C5-5338-438F-94D0-72A4B06A72E0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1" creationId="{6B7C67E0-F05D-4A18-9C0C-DE6C1DE2847D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2" creationId="{5151ED00-2227-41D2-9CCD-CFE061218BB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3" creationId="{22DD0A0A-8BD5-4CF6-8EBF-4E6671DAF667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4" creationId="{83A25243-8CC0-4C41-87DE-F1A64776AC2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5" creationId="{4BF439F0-FCDA-4A44-A743-D8452236F463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6" creationId="{033DE228-631F-4EB2-BAEE-9908BFF59BC3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7" creationId="{F82204CA-57AB-4EFD-AFA5-E12A6532FD62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8" creationId="{6ACCC2CA-442D-4B1A-8D4F-239E1EAD97E9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9" creationId="{F26EB435-DC35-4099-8CCD-FA57AD0092B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0" creationId="{58E8E706-B3E6-40E1-A9A1-B604EEE73802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1" creationId="{DE4AD348-4D66-4810-B215-66E34914740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2" creationId="{E7438738-F08D-44D0-97D7-7888CDB9CDA2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3" creationId="{2C733F58-7675-4A72-A946-CC50CA827010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4" creationId="{032B2CFA-8C79-4B49-9512-F40B87F12606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5" creationId="{B7F732A4-4A95-4A3B-B360-E84E889F3B18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6" creationId="{C5EACBAE-D0C2-4166-B6BD-483BC6B772DD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7" creationId="{48CF51E7-1FFA-47E7-A1A3-DC622DF36871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8" creationId="{1F9947CB-B088-4D3A-B2AB-46309A4589E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9" creationId="{38661948-E5E5-400F-9F44-9DBAA999AA58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0" creationId="{6B5BF711-EF03-47CD-9440-418FB6297EEE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1" creationId="{EFB46D79-A8B8-484B-A970-A521A28B562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2" creationId="{83B65CCC-7C48-4666-A702-C2D9962B573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3" creationId="{72B7398F-4B1F-40E6-8453-26FBD6C76CCA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4" creationId="{6B77B450-E2C8-4EFC-BF91-CF8568A960D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5" creationId="{3B114BFC-B0CF-46D1-A39C-63028832C432}"/>
          </ac:spMkLst>
        </pc:s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11" creationId="{5B920099-B518-4D2E-82E0-343DE121F2BB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21" creationId="{E32746D7-EBE4-4027-A1F0-9FA7C95395C3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24" creationId="{AE50BED5-117F-4004-8FA4-DFF30C46E086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27" creationId="{759EA27F-95C7-4804-AFD4-5719CB73F124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0" creationId="{47402669-A510-48D5-B430-FB374E0176A9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3" creationId="{4289E4EA-4973-49E4-85D7-336AD5D53DE7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6" creationId="{EF2B91C8-07CB-4470-ACA1-DB1139D2851A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9" creationId="{C27BFCA6-6D08-4B06-AC70-0E9D35442B6C}"/>
          </ac:grpSpMkLst>
        </pc:grpChg>
        <pc:graphicFrameChg chg="add mod">
          <ac:chgData name="Minh Huynh" userId="01a137d4-0d81-46e0-aca6-c9185b391828" providerId="ADAL" clId="{18447838-0BCA-432B-86F3-BB78526C143F}" dt="2026-10-12T12:33:27.876" v="759" actId="1076"/>
          <ac:graphicFrameMkLst>
            <pc:docMk/>
            <pc:sldMk cId="4146570137" sldId="888"/>
            <ac:graphicFrameMk id="98" creationId="{94312D7D-D010-4FF1-90CB-F360B04462A7}"/>
          </ac:graphicFrameMkLst>
        </pc:graphicFrameChg>
      </pc:sldChg>
      <pc:sldChg chg="addSp delSp modSp add mod ord">
        <pc:chgData name="Minh Huynh" userId="01a137d4-0d81-46e0-aca6-c9185b391828" providerId="ADAL" clId="{18447838-0BCA-432B-86F3-BB78526C143F}" dt="2026-10-12T12:36:53.140" v="888"/>
        <pc:sldMkLst>
          <pc:docMk/>
          <pc:sldMk cId="107197115" sldId="889"/>
        </pc:sldMkLst>
        <pc:spChg chg="add mod">
          <ac:chgData name="Minh Huynh" userId="01a137d4-0d81-46e0-aca6-c9185b391828" providerId="ADAL" clId="{18447838-0BCA-432B-86F3-BB78526C143F}" dt="2026-10-12T12:36:10.511" v="886"/>
          <ac:spMkLst>
            <pc:docMk/>
            <pc:sldMk cId="107197115" sldId="889"/>
            <ac:spMk id="6" creationId="{65910D22-2C89-42CE-A60C-7F0FD45C3083}"/>
          </ac:spMkLst>
        </pc:spChg>
        <pc:spChg chg="add mod">
          <ac:chgData name="Minh Huynh" userId="01a137d4-0d81-46e0-aca6-c9185b391828" providerId="ADAL" clId="{18447838-0BCA-432B-86F3-BB78526C143F}" dt="2026-10-12T12:36:10.511" v="886"/>
          <ac:spMkLst>
            <pc:docMk/>
            <pc:sldMk cId="107197115" sldId="889"/>
            <ac:spMk id="7" creationId="{CB8711DD-83AA-4BB4-B3B8-B1A7DDBA3A72}"/>
          </ac:spMkLst>
        </pc:spChg>
        <pc:spChg chg="add mod">
          <ac:chgData name="Minh Huynh" userId="01a137d4-0d81-46e0-aca6-c9185b391828" providerId="ADAL" clId="{18447838-0BCA-432B-86F3-BB78526C143F}" dt="2026-10-12T12:36:10.511" v="886"/>
          <ac:spMkLst>
            <pc:docMk/>
            <pc:sldMk cId="107197115" sldId="889"/>
            <ac:spMk id="8" creationId="{1B82BEA6-FA17-4F89-80E5-E50DB0735065}"/>
          </ac:spMkLst>
        </pc:spChg>
        <pc:spChg chg="del">
          <ac:chgData name="Minh Huynh" userId="01a137d4-0d81-46e0-aca6-c9185b391828" providerId="ADAL" clId="{18447838-0BCA-432B-86F3-BB78526C143F}" dt="2026-10-12T12:36:09.625" v="885" actId="478"/>
          <ac:spMkLst>
            <pc:docMk/>
            <pc:sldMk cId="107197115" sldId="889"/>
            <ac:spMk id="74" creationId="{0BC5EFDD-B5EE-4CD3-9813-3FC4733EEA9A}"/>
          </ac:spMkLst>
        </pc:sp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5" creationId="{BBB069A5-ACF0-4965-AF70-F611F20FF7B5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17" creationId="{A8C4CECC-68BC-4BA2-9812-948290ED46C0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18" creationId="{BFBA79DF-096B-4F11-8F70-8F0952B1FD41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19" creationId="{38C4B4A5-4607-4D1D-A1B6-CD323DB1F8D9}"/>
          </ac:graphicFrameMkLst>
        </pc:graphicFrameChg>
        <pc:graphicFrameChg chg="del">
          <ac:chgData name="Minh Huynh" userId="01a137d4-0d81-46e0-aca6-c9185b391828" providerId="ADAL" clId="{18447838-0BCA-432B-86F3-BB78526C143F}" dt="2026-10-12T12:36:09.625" v="885" actId="478"/>
          <ac:graphicFrameMkLst>
            <pc:docMk/>
            <pc:sldMk cId="107197115" sldId="889"/>
            <ac:graphicFrameMk id="98" creationId="{94312D7D-D010-4FF1-90CB-F360B04462A7}"/>
          </ac:graphicFrameMkLst>
        </pc:graphicFrame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9" creationId="{A0C71261-D018-4271-B222-C0B7AAD31E49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0" creationId="{F1B4816A-515F-4A92-B8B6-8DF3C0EAC05B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1" creationId="{A16240CF-C005-4CAC-B012-5699C81A0F11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2" creationId="{A5CCD889-2803-40B3-B16C-28678BDA22A9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3" creationId="{3DB4C369-B29D-40B0-9E43-222F7741336D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4" creationId="{0E7B4DF0-F8F6-4FEB-A991-56F7E9C2ED4A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5" creationId="{B22B7EF9-D848-46F3-9786-F9A097582C89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6" creationId="{66CFCE95-C625-4677-9484-51210E3BA921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169452200" sldId="889"/>
        </pc:sldMkLst>
      </pc:sldChg>
      <pc:sldChg chg="addSp delSp modSp add mod">
        <pc:chgData name="Minh Huynh" userId="01a137d4-0d81-46e0-aca6-c9185b391828" providerId="ADAL" clId="{18447838-0BCA-432B-86F3-BB78526C143F}" dt="2026-10-12T12:38:18.336" v="922" actId="20577"/>
        <pc:sldMkLst>
          <pc:docMk/>
          <pc:sldMk cId="509385675" sldId="890"/>
        </pc:sldMkLst>
        <pc:spChg chg="mod">
          <ac:chgData name="Minh Huynh" userId="01a137d4-0d81-46e0-aca6-c9185b391828" providerId="ADAL" clId="{18447838-0BCA-432B-86F3-BB78526C143F}" dt="2026-10-12T12:38:18.336" v="922" actId="20577"/>
          <ac:spMkLst>
            <pc:docMk/>
            <pc:sldMk cId="509385675" sldId="890"/>
            <ac:spMk id="4" creationId="{7BC73E8E-0D58-4B4B-A5C4-A8AE38997407}"/>
          </ac:spMkLst>
        </pc:spChg>
        <pc:spChg chg="add mod">
          <ac:chgData name="Minh Huynh" userId="01a137d4-0d81-46e0-aca6-c9185b391828" providerId="ADAL" clId="{18447838-0BCA-432B-86F3-BB78526C143F}" dt="2026-10-12T12:38:04.869" v="910" actId="1076"/>
          <ac:spMkLst>
            <pc:docMk/>
            <pc:sldMk cId="509385675" sldId="890"/>
            <ac:spMk id="6" creationId="{4FE199F4-FEF9-41A5-8FF7-FB19FE8C350F}"/>
          </ac:spMkLst>
        </pc:spChg>
        <pc:spChg chg="add mod">
          <ac:chgData name="Minh Huynh" userId="01a137d4-0d81-46e0-aca6-c9185b391828" providerId="ADAL" clId="{18447838-0BCA-432B-86F3-BB78526C143F}" dt="2026-10-12T12:38:04.869" v="910" actId="1076"/>
          <ac:spMkLst>
            <pc:docMk/>
            <pc:sldMk cId="509385675" sldId="890"/>
            <ac:spMk id="12" creationId="{24940E65-8988-4BE3-B66F-29CF6AB52464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3" creationId="{C55376DA-895F-4D75-82B6-942AF4819628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4" creationId="{2DF5F45A-1733-4716-86D1-926AC29832BF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5" creationId="{0874FF02-357C-44CE-A016-A9D5140A890D}"/>
          </ac:spMkLst>
        </pc:spChg>
        <pc:spChg chg="add mod">
          <ac:chgData name="Minh Huynh" userId="01a137d4-0d81-46e0-aca6-c9185b391828" providerId="ADAL" clId="{18447838-0BCA-432B-86F3-BB78526C143F}" dt="2026-10-12T12:38:04.869" v="910" actId="1076"/>
          <ac:spMkLst>
            <pc:docMk/>
            <pc:sldMk cId="509385675" sldId="890"/>
            <ac:spMk id="16" creationId="{30AAF2F9-545B-4883-9CFB-8B23AF75FA04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7" creationId="{F4250221-E392-45E7-9033-4ABED595E0C7}"/>
          </ac:spMkLst>
        </pc:spChg>
        <pc:spChg chg="mod">
          <ac:chgData name="Minh Huynh" userId="01a137d4-0d81-46e0-aca6-c9185b391828" providerId="ADAL" clId="{18447838-0BCA-432B-86F3-BB78526C143F}" dt="2026-10-12T12:37:49.140" v="908" actId="14100"/>
          <ac:spMkLst>
            <pc:docMk/>
            <pc:sldMk cId="509385675" sldId="890"/>
            <ac:spMk id="74" creationId="{0BC5EFDD-B5EE-4CD3-9813-3FC4733EEA9A}"/>
          </ac:spMkLst>
        </pc:spChg>
        <pc:graphicFrameChg chg="add mod">
          <ac:chgData name="Minh Huynh" userId="01a137d4-0d81-46e0-aca6-c9185b391828" providerId="ADAL" clId="{18447838-0BCA-432B-86F3-BB78526C143F}" dt="2026-10-12T12:38:04.869" v="910" actId="1076"/>
          <ac:graphicFrameMkLst>
            <pc:docMk/>
            <pc:sldMk cId="509385675" sldId="890"/>
            <ac:graphicFrameMk id="5" creationId="{21E8F286-D775-45F8-87C2-C450E9168DE0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8:04.869" v="910" actId="1076"/>
          <ac:graphicFrameMkLst>
            <pc:docMk/>
            <pc:sldMk cId="509385675" sldId="890"/>
            <ac:graphicFrameMk id="10" creationId="{21B46A32-F377-46E7-AF7A-68DFB804A5F7}"/>
          </ac:graphicFrameMkLst>
        </pc:graphicFrameChg>
        <pc:graphicFrameChg chg="del">
          <ac:chgData name="Minh Huynh" userId="01a137d4-0d81-46e0-aca6-c9185b391828" providerId="ADAL" clId="{18447838-0BCA-432B-86F3-BB78526C143F}" dt="2026-10-12T12:37:43.578" v="904" actId="478"/>
          <ac:graphicFrameMkLst>
            <pc:docMk/>
            <pc:sldMk cId="509385675" sldId="890"/>
            <ac:graphicFrameMk id="98" creationId="{94312D7D-D010-4FF1-90CB-F360B04462A7}"/>
          </ac:graphicFrameMkLst>
        </pc:graphicFrame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7" creationId="{9A0EEA19-5289-4CF8-BB6D-C8E625F4CE3D}"/>
          </ac:cxnSpMkLst>
        </pc:cxn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8" creationId="{8721EE67-58D9-4F23-A987-8F7D229BCB44}"/>
          </ac:cxnSpMkLst>
        </pc:cxn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9" creationId="{FE8ED89C-F192-46D6-AEC6-B2B93EEB5AF3}"/>
          </ac:cxnSpMkLst>
        </pc:cxn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11" creationId="{52DD6591-91AD-40B7-A5DD-6891326C0B51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838108833" sldId="890"/>
        </pc:sldMkLst>
      </pc:sldChg>
      <pc:sldChg chg="addSp delSp modSp add mod">
        <pc:chgData name="Minh Huynh" userId="01a137d4-0d81-46e0-aca6-c9185b391828" providerId="ADAL" clId="{18447838-0BCA-432B-86F3-BB78526C143F}" dt="2026-10-12T12:38:53.129" v="927"/>
        <pc:sldMkLst>
          <pc:docMk/>
          <pc:sldMk cId="2820829822" sldId="891"/>
        </pc:sldMkLst>
        <pc:spChg chg="mod">
          <ac:chgData name="Minh Huynh" userId="01a137d4-0d81-46e0-aca6-c9185b391828" providerId="ADAL" clId="{18447838-0BCA-432B-86F3-BB78526C143F}" dt="2026-10-12T12:38:38.419" v="924" actId="20577"/>
          <ac:spMkLst>
            <pc:docMk/>
            <pc:sldMk cId="2820829822" sldId="891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6" creationId="{4FE199F4-FEF9-41A5-8FF7-FB19FE8C350F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2" creationId="{24940E65-8988-4BE3-B66F-29CF6AB52464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3" creationId="{C55376DA-895F-4D75-82B6-942AF4819628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4" creationId="{2DF5F45A-1733-4716-86D1-926AC29832BF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5" creationId="{0874FF02-357C-44CE-A016-A9D5140A890D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6" creationId="{30AAF2F9-545B-4883-9CFB-8B23AF75FA04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7" creationId="{F4250221-E392-45E7-9033-4ABED595E0C7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18" creationId="{37143EC3-E3CA-48B9-8E70-B9C60D42C6D3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19" creationId="{524D26F9-6C2E-4914-B33B-156D312B2254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0" creationId="{08DB1C2A-523E-44E3-9AE2-02121205B0EF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1" creationId="{B3C609DB-AB47-46A7-9295-A3ACBF68E30C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3" creationId="{8196935A-B3A9-472F-BF25-84B5FA099488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4" creationId="{4A2E3109-432D-4450-BAC6-B1F95ACD96D1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5" creationId="{83C790E0-ABE0-45AF-80A0-47EB3DBC0E45}"/>
          </ac:spMkLst>
        </pc:spChg>
        <pc:spChg chg="add mod">
          <ac:chgData name="Minh Huynh" userId="01a137d4-0d81-46e0-aca6-c9185b391828" providerId="ADAL" clId="{18447838-0BCA-432B-86F3-BB78526C143F}" dt="2026-10-12T12:38:53.129" v="927"/>
          <ac:spMkLst>
            <pc:docMk/>
            <pc:sldMk cId="2820829822" sldId="891"/>
            <ac:spMk id="26" creationId="{34F6B2CB-89E4-4462-B61F-972B9455F095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74" creationId="{0BC5EFDD-B5EE-4CD3-9813-3FC4733EEA9A}"/>
          </ac:spMkLst>
        </pc:spChg>
        <pc:graphicFrameChg chg="del">
          <ac:chgData name="Minh Huynh" userId="01a137d4-0d81-46e0-aca6-c9185b391828" providerId="ADAL" clId="{18447838-0BCA-432B-86F3-BB78526C143F}" dt="2026-10-12T12:38:41.575" v="925" actId="478"/>
          <ac:graphicFrameMkLst>
            <pc:docMk/>
            <pc:sldMk cId="2820829822" sldId="891"/>
            <ac:graphicFrameMk id="5" creationId="{21E8F286-D775-45F8-87C2-C450E9168DE0}"/>
          </ac:graphicFrameMkLst>
        </pc:graphicFrameChg>
        <pc:graphicFrameChg chg="del">
          <ac:chgData name="Minh Huynh" userId="01a137d4-0d81-46e0-aca6-c9185b391828" providerId="ADAL" clId="{18447838-0BCA-432B-86F3-BB78526C143F}" dt="2026-10-12T12:38:41.575" v="925" actId="478"/>
          <ac:graphicFrameMkLst>
            <pc:docMk/>
            <pc:sldMk cId="2820829822" sldId="891"/>
            <ac:graphicFrameMk id="10" creationId="{21B46A32-F377-46E7-AF7A-68DFB804A5F7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8:45.380" v="926"/>
          <ac:graphicFrameMkLst>
            <pc:docMk/>
            <pc:sldMk cId="2820829822" sldId="891"/>
            <ac:graphicFrameMk id="22" creationId="{704FF119-E5E1-41C9-8945-EAB2EF342FA6}"/>
          </ac:graphicFrameMkLst>
        </pc:graphicFrame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7" creationId="{9A0EEA19-5289-4CF8-BB6D-C8E625F4CE3D}"/>
          </ac:cxnSpMkLst>
        </pc:cxn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8" creationId="{8721EE67-58D9-4F23-A987-8F7D229BCB44}"/>
          </ac:cxnSpMkLst>
        </pc:cxn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9" creationId="{FE8ED89C-F192-46D6-AEC6-B2B93EEB5AF3}"/>
          </ac:cxnSpMkLst>
        </pc:cxn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11" creationId="{52DD6591-91AD-40B7-A5DD-6891326C0B51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903342402" sldId="891"/>
        </pc:sldMkLst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677554656" sldId="892"/>
        </pc:sldMkLst>
      </pc:sldChg>
      <pc:sldChg chg="addSp delSp modSp add mod ord">
        <pc:chgData name="Minh Huynh" userId="01a137d4-0d81-46e0-aca6-c9185b391828" providerId="ADAL" clId="{18447838-0BCA-432B-86F3-BB78526C143F}" dt="2026-10-12T12:42:16.867" v="968"/>
        <pc:sldMkLst>
          <pc:docMk/>
          <pc:sldMk cId="2385764416" sldId="892"/>
        </pc:sldMkLst>
        <pc:spChg chg="add del">
          <ac:chgData name="Minh Huynh" userId="01a137d4-0d81-46e0-aca6-c9185b391828" providerId="ADAL" clId="{18447838-0BCA-432B-86F3-BB78526C143F}" dt="2026-10-12T12:41:41.272" v="960"/>
          <ac:spMkLst>
            <pc:docMk/>
            <pc:sldMk cId="2385764416" sldId="892"/>
            <ac:spMk id="2" creationId="{FCAD9138-98D3-464B-AF3B-5808DA3BD6BE}"/>
          </ac:spMkLst>
        </pc:spChg>
        <pc:spChg chg="mod">
          <ac:chgData name="Minh Huynh" userId="01a137d4-0d81-46e0-aca6-c9185b391828" providerId="ADAL" clId="{18447838-0BCA-432B-86F3-BB78526C143F}" dt="2026-10-12T12:40:54.066" v="958" actId="20577"/>
          <ac:spMkLst>
            <pc:docMk/>
            <pc:sldMk cId="2385764416" sldId="892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18" creationId="{37143EC3-E3CA-48B9-8E70-B9C60D42C6D3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19" creationId="{524D26F9-6C2E-4914-B33B-156D312B2254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0" creationId="{08DB1C2A-523E-44E3-9AE2-02121205B0EF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1" creationId="{B3C609DB-AB47-46A7-9295-A3ACBF68E30C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3" creationId="{8196935A-B3A9-472F-BF25-84B5FA099488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4" creationId="{4A2E3109-432D-4450-BAC6-B1F95ACD96D1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5" creationId="{83C790E0-ABE0-45AF-80A0-47EB3DBC0E45}"/>
          </ac:spMkLst>
        </pc:spChg>
        <pc:spChg chg="del">
          <ac:chgData name="Minh Huynh" userId="01a137d4-0d81-46e0-aca6-c9185b391828" providerId="ADAL" clId="{18447838-0BCA-432B-86F3-BB78526C143F}" dt="2026-10-12T12:40:46.896" v="930" actId="478"/>
          <ac:spMkLst>
            <pc:docMk/>
            <pc:sldMk cId="2385764416" sldId="892"/>
            <ac:spMk id="26" creationId="{34F6B2CB-89E4-4462-B61F-972B9455F095}"/>
          </ac:spMkLst>
        </pc:spChg>
        <pc:graphicFrameChg chg="del">
          <ac:chgData name="Minh Huynh" userId="01a137d4-0d81-46e0-aca6-c9185b391828" providerId="ADAL" clId="{18447838-0BCA-432B-86F3-BB78526C143F}" dt="2026-10-12T12:40:45.201" v="929" actId="478"/>
          <ac:graphicFrameMkLst>
            <pc:docMk/>
            <pc:sldMk cId="2385764416" sldId="892"/>
            <ac:graphicFrameMk id="22" creationId="{704FF119-E5E1-41C9-8945-EAB2EF342FA6}"/>
          </ac:graphicFrameMkLst>
        </pc:graphicFrameChg>
        <pc:picChg chg="add mod modCrop">
          <ac:chgData name="Minh Huynh" userId="01a137d4-0d81-46e0-aca6-c9185b391828" providerId="ADAL" clId="{18447838-0BCA-432B-86F3-BB78526C143F}" dt="2026-10-12T12:41:59.240" v="966" actId="1076"/>
          <ac:picMkLst>
            <pc:docMk/>
            <pc:sldMk cId="2385764416" sldId="892"/>
            <ac:picMk id="3" creationId="{A90B0070-CDED-4240-AB13-C12FE1745A92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493156929" sldId="893"/>
        </pc:sldMkLst>
      </pc:sldChg>
      <pc:sldChg chg="addSp delSp modSp add mod">
        <pc:chgData name="Minh Huynh" userId="01a137d4-0d81-46e0-aca6-c9185b391828" providerId="ADAL" clId="{18447838-0BCA-432B-86F3-BB78526C143F}" dt="2026-10-12T12:50:47.901" v="1528" actId="20577"/>
        <pc:sldMkLst>
          <pc:docMk/>
          <pc:sldMk cId="2806179161" sldId="893"/>
        </pc:sldMkLst>
        <pc:spChg chg="mod">
          <ac:chgData name="Minh Huynh" userId="01a137d4-0d81-46e0-aca6-c9185b391828" providerId="ADAL" clId="{18447838-0BCA-432B-86F3-BB78526C143F}" dt="2026-10-12T12:43:53.925" v="983" actId="20577"/>
          <ac:spMkLst>
            <pc:docMk/>
            <pc:sldMk cId="2806179161" sldId="893"/>
            <ac:spMk id="4" creationId="{7BC73E8E-0D58-4B4B-A5C4-A8AE38997407}"/>
          </ac:spMkLst>
        </pc:spChg>
        <pc:spChg chg="add mod">
          <ac:chgData name="Minh Huynh" userId="01a137d4-0d81-46e0-aca6-c9185b391828" providerId="ADAL" clId="{18447838-0BCA-432B-86F3-BB78526C143F}" dt="2026-10-12T12:50:47.901" v="1528" actId="20577"/>
          <ac:spMkLst>
            <pc:docMk/>
            <pc:sldMk cId="2806179161" sldId="893"/>
            <ac:spMk id="12" creationId="{ECB3EA2A-81FD-4EE6-A217-891C30E7B5C7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18" creationId="{37143EC3-E3CA-48B9-8E70-B9C60D42C6D3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19" creationId="{524D26F9-6C2E-4914-B33B-156D312B2254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0" creationId="{08DB1C2A-523E-44E3-9AE2-02121205B0EF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1" creationId="{B3C609DB-AB47-46A7-9295-A3ACBF68E30C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3" creationId="{8196935A-B3A9-472F-BF25-84B5FA099488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4" creationId="{4A2E3109-432D-4450-BAC6-B1F95ACD96D1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5" creationId="{83C790E0-ABE0-45AF-80A0-47EB3DBC0E45}"/>
          </ac:spMkLst>
        </pc:spChg>
        <pc:spChg chg="del">
          <ac:chgData name="Minh Huynh" userId="01a137d4-0d81-46e0-aca6-c9185b391828" providerId="ADAL" clId="{18447838-0BCA-432B-86F3-BB78526C143F}" dt="2026-10-12T12:44:40.350" v="985" actId="478"/>
          <ac:spMkLst>
            <pc:docMk/>
            <pc:sldMk cId="2806179161" sldId="893"/>
            <ac:spMk id="26" creationId="{34F6B2CB-89E4-4462-B61F-972B9455F095}"/>
          </ac:spMkLst>
        </pc:spChg>
        <pc:graphicFrameChg chg="del">
          <ac:chgData name="Minh Huynh" userId="01a137d4-0d81-46e0-aca6-c9185b391828" providerId="ADAL" clId="{18447838-0BCA-432B-86F3-BB78526C143F}" dt="2026-10-12T12:44:36.068" v="984" actId="478"/>
          <ac:graphicFrameMkLst>
            <pc:docMk/>
            <pc:sldMk cId="2806179161" sldId="893"/>
            <ac:graphicFrameMk id="22" creationId="{704FF119-E5E1-41C9-8945-EAB2EF342FA6}"/>
          </ac:graphicFrameMkLst>
        </pc:graphicFrame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721376537" sldId="894"/>
        </pc:sldMkLst>
      </pc:sldChg>
      <pc:sldChg chg="addSp delSp modSp add mod">
        <pc:chgData name="Minh Huynh" userId="01a137d4-0d81-46e0-aca6-c9185b391828" providerId="ADAL" clId="{18447838-0BCA-432B-86F3-BB78526C143F}" dt="2026-10-12T21:46:13.046" v="2044" actId="20577"/>
        <pc:sldMkLst>
          <pc:docMk/>
          <pc:sldMk cId="3075116588" sldId="894"/>
        </pc:sldMkLst>
        <pc:spChg chg="mod">
          <ac:chgData name="Minh Huynh" userId="01a137d4-0d81-46e0-aca6-c9185b391828" providerId="ADAL" clId="{18447838-0BCA-432B-86F3-BB78526C143F}" dt="2026-10-12T21:46:13.046" v="2044" actId="20577"/>
          <ac:spMkLst>
            <pc:docMk/>
            <pc:sldMk cId="3075116588" sldId="894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12:58:30.340" v="1785" actId="478"/>
          <ac:spMkLst>
            <pc:docMk/>
            <pc:sldMk cId="3075116588" sldId="894"/>
            <ac:spMk id="5" creationId="{CA39E1BF-B9E5-4535-B6B1-A3418157F6E5}"/>
          </ac:spMkLst>
        </pc:spChg>
        <pc:spChg chg="add mod">
          <ac:chgData name="Minh Huynh" userId="01a137d4-0d81-46e0-aca6-c9185b391828" providerId="ADAL" clId="{18447838-0BCA-432B-86F3-BB78526C143F}" dt="2026-10-12T12:58:33.591" v="1787" actId="1076"/>
          <ac:spMkLst>
            <pc:docMk/>
            <pc:sldMk cId="3075116588" sldId="894"/>
            <ac:spMk id="6" creationId="{BC182EF8-C365-4769-8301-8E7B887D6C35}"/>
          </ac:spMkLst>
        </pc:spChg>
        <pc:spChg chg="add mod">
          <ac:chgData name="Minh Huynh" userId="01a137d4-0d81-46e0-aca6-c9185b391828" providerId="ADAL" clId="{18447838-0BCA-432B-86F3-BB78526C143F}" dt="2026-10-12T12:58:35.814" v="1788" actId="1076"/>
          <ac:spMkLst>
            <pc:docMk/>
            <pc:sldMk cId="3075116588" sldId="894"/>
            <ac:spMk id="8" creationId="{AA411B9E-8412-4BA6-83F0-FF752D800EDD}"/>
          </ac:spMkLst>
        </pc:spChg>
        <pc:spChg chg="add mod">
          <ac:chgData name="Minh Huynh" userId="01a137d4-0d81-46e0-aca6-c9185b391828" providerId="ADAL" clId="{18447838-0BCA-432B-86F3-BB78526C143F}" dt="2026-10-12T12:58:38.733" v="1789" actId="1076"/>
          <ac:spMkLst>
            <pc:docMk/>
            <pc:sldMk cId="3075116588" sldId="894"/>
            <ac:spMk id="9" creationId="{E000B753-51B8-40BB-88F6-0BFF248218F3}"/>
          </ac:spMkLst>
        </pc:spChg>
        <pc:spChg chg="add mod">
          <ac:chgData name="Minh Huynh" userId="01a137d4-0d81-46e0-aca6-c9185b391828" providerId="ADAL" clId="{18447838-0BCA-432B-86F3-BB78526C143F}" dt="2026-10-12T13:00:39.432" v="1962" actId="20577"/>
          <ac:spMkLst>
            <pc:docMk/>
            <pc:sldMk cId="3075116588" sldId="894"/>
            <ac:spMk id="10" creationId="{B9174980-C9A6-4B70-BF52-D9990420C2CF}"/>
          </ac:spMkLst>
        </pc:spChg>
        <pc:spChg chg="del">
          <ac:chgData name="Minh Huynh" userId="01a137d4-0d81-46e0-aca6-c9185b391828" providerId="ADAL" clId="{18447838-0BCA-432B-86F3-BB78526C143F}" dt="2026-10-12T12:51:56.075" v="1538" actId="478"/>
          <ac:spMkLst>
            <pc:docMk/>
            <pc:sldMk cId="3075116588" sldId="894"/>
            <ac:spMk id="12" creationId="{ECB3EA2A-81FD-4EE6-A217-891C30E7B5C7}"/>
          </ac:spMkLst>
        </pc:spChg>
        <pc:spChg chg="add mod">
          <ac:chgData name="Minh Huynh" userId="01a137d4-0d81-46e0-aca6-c9185b391828" providerId="ADAL" clId="{18447838-0BCA-432B-86F3-BB78526C143F}" dt="2026-10-12T13:00:46.511" v="1963" actId="404"/>
          <ac:spMkLst>
            <pc:docMk/>
            <pc:sldMk cId="3075116588" sldId="894"/>
            <ac:spMk id="14" creationId="{52C11F04-B75E-45C1-95A8-738F04B79287}"/>
          </ac:spMkLst>
        </pc:spChg>
        <pc:spChg chg="add mod">
          <ac:chgData name="Minh Huynh" userId="01a137d4-0d81-46e0-aca6-c9185b391828" providerId="ADAL" clId="{18447838-0BCA-432B-86F3-BB78526C143F}" dt="2026-10-12T12:59:48.040" v="1809" actId="1076"/>
          <ac:spMkLst>
            <pc:docMk/>
            <pc:sldMk cId="3075116588" sldId="894"/>
            <ac:spMk id="15" creationId="{DAED56CE-0B37-4AB9-B3B6-25AAEE831464}"/>
          </ac:spMkLst>
        </pc:spChg>
        <pc:spChg chg="add mod">
          <ac:chgData name="Minh Huynh" userId="01a137d4-0d81-46e0-aca6-c9185b391828" providerId="ADAL" clId="{18447838-0BCA-432B-86F3-BB78526C143F}" dt="2026-10-12T12:59:48.040" v="1809" actId="1076"/>
          <ac:spMkLst>
            <pc:docMk/>
            <pc:sldMk cId="3075116588" sldId="894"/>
            <ac:spMk id="16" creationId="{FE39AFD9-A564-4455-BC07-A5A96DD07AD0}"/>
          </ac:spMkLst>
        </pc:spChg>
        <pc:spChg chg="add mod">
          <ac:chgData name="Minh Huynh" userId="01a137d4-0d81-46e0-aca6-c9185b391828" providerId="ADAL" clId="{18447838-0BCA-432B-86F3-BB78526C143F}" dt="2026-10-12T13:00:46.511" v="1963" actId="404"/>
          <ac:spMkLst>
            <pc:docMk/>
            <pc:sldMk cId="3075116588" sldId="894"/>
            <ac:spMk id="17" creationId="{E4960A76-ADF4-4F4A-9264-03A786684A80}"/>
          </ac:spMkLst>
        </pc:spChg>
        <pc:picChg chg="add mod modCrop">
          <ac:chgData name="Minh Huynh" userId="01a137d4-0d81-46e0-aca6-c9185b391828" providerId="ADAL" clId="{18447838-0BCA-432B-86F3-BB78526C143F}" dt="2026-10-12T12:58:53.579" v="1794" actId="14100"/>
          <ac:picMkLst>
            <pc:docMk/>
            <pc:sldMk cId="3075116588" sldId="894"/>
            <ac:picMk id="3" creationId="{239C9BA0-FA36-4B4A-9CD4-46D8A83AD1A8}"/>
          </ac:picMkLst>
        </pc:picChg>
        <pc:picChg chg="add mod">
          <ac:chgData name="Minh Huynh" userId="01a137d4-0d81-46e0-aca6-c9185b391828" providerId="ADAL" clId="{18447838-0BCA-432B-86F3-BB78526C143F}" dt="2026-10-12T12:59:48.040" v="1809" actId="1076"/>
          <ac:picMkLst>
            <pc:docMk/>
            <pc:sldMk cId="3075116588" sldId="894"/>
            <ac:picMk id="11" creationId="{CA065546-B251-4483-B60E-83D29876EE4B}"/>
          </ac:picMkLst>
        </pc:picChg>
        <pc:cxnChg chg="add mod">
          <ac:chgData name="Minh Huynh" userId="01a137d4-0d81-46e0-aca6-c9185b391828" providerId="ADAL" clId="{18447838-0BCA-432B-86F3-BB78526C143F}" dt="2026-10-12T13:00:59.190" v="1964" actId="1076"/>
          <ac:cxnSpMkLst>
            <pc:docMk/>
            <pc:sldMk cId="3075116588" sldId="894"/>
            <ac:cxnSpMk id="13" creationId="{87C6168D-FDB5-4F3B-A792-CEB6CFE658F6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1155730850" sldId="895"/>
        </pc:sldMkLst>
      </pc:sldChg>
      <pc:sldChg chg="addSp delSp modSp add del mod">
        <pc:chgData name="Minh Huynh" userId="01a137d4-0d81-46e0-aca6-c9185b391828" providerId="ADAL" clId="{18447838-0BCA-432B-86F3-BB78526C143F}" dt="2026-10-12T13:01:03.430" v="1965" actId="47"/>
        <pc:sldMkLst>
          <pc:docMk/>
          <pc:sldMk cId="1157101227" sldId="895"/>
        </pc:sldMkLst>
        <pc:spChg chg="del">
          <ac:chgData name="Minh Huynh" userId="01a137d4-0d81-46e0-aca6-c9185b391828" providerId="ADAL" clId="{18447838-0BCA-432B-86F3-BB78526C143F}" dt="2026-10-12T12:56:23.972" v="1646" actId="478"/>
          <ac:spMkLst>
            <pc:docMk/>
            <pc:sldMk cId="1157101227" sldId="895"/>
            <ac:spMk id="5" creationId="{CA39E1BF-B9E5-4535-B6B1-A3418157F6E5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6" creationId="{BC182EF8-C365-4769-8301-8E7B887D6C35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8" creationId="{AA411B9E-8412-4BA6-83F0-FF752D800EDD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9" creationId="{E000B753-51B8-40BB-88F6-0BFF248218F3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10" creationId="{B9174980-C9A6-4B70-BF52-D9990420C2CF}"/>
          </ac:spMkLst>
        </pc:spChg>
        <pc:spChg chg="add mod">
          <ac:chgData name="Minh Huynh" userId="01a137d4-0d81-46e0-aca6-c9185b391828" providerId="ADAL" clId="{18447838-0BCA-432B-86F3-BB78526C143F}" dt="2026-10-12T12:57:32.281" v="1735" actId="20577"/>
          <ac:spMkLst>
            <pc:docMk/>
            <pc:sldMk cId="1157101227" sldId="895"/>
            <ac:spMk id="11" creationId="{2A9500A6-42C1-408A-B2A4-89D3CB5CFC0A}"/>
          </ac:spMkLst>
        </pc:spChg>
        <pc:spChg chg="add mod">
          <ac:chgData name="Minh Huynh" userId="01a137d4-0d81-46e0-aca6-c9185b391828" providerId="ADAL" clId="{18447838-0BCA-432B-86F3-BB78526C143F}" dt="2026-10-12T12:58:06.751" v="1766" actId="1076"/>
          <ac:spMkLst>
            <pc:docMk/>
            <pc:sldMk cId="1157101227" sldId="895"/>
            <ac:spMk id="12" creationId="{9DCB8B59-5B6C-49CB-B44A-75F6056198CF}"/>
          </ac:spMkLst>
        </pc:spChg>
        <pc:spChg chg="add mod">
          <ac:chgData name="Minh Huynh" userId="01a137d4-0d81-46e0-aca6-c9185b391828" providerId="ADAL" clId="{18447838-0BCA-432B-86F3-BB78526C143F}" dt="2026-10-12T12:58:16.802" v="1784" actId="1076"/>
          <ac:spMkLst>
            <pc:docMk/>
            <pc:sldMk cId="1157101227" sldId="895"/>
            <ac:spMk id="13" creationId="{5F86A38C-40D8-4802-AFCB-59FB546F54DC}"/>
          </ac:spMkLst>
        </pc:spChg>
        <pc:picChg chg="del">
          <ac:chgData name="Minh Huynh" userId="01a137d4-0d81-46e0-aca6-c9185b391828" providerId="ADAL" clId="{18447838-0BCA-432B-86F3-BB78526C143F}" dt="2026-10-12T12:56:21.797" v="1645" actId="478"/>
          <ac:picMkLst>
            <pc:docMk/>
            <pc:sldMk cId="1157101227" sldId="895"/>
            <ac:picMk id="3" creationId="{239C9BA0-FA36-4B4A-9CD4-46D8A83AD1A8}"/>
          </ac:picMkLst>
        </pc:picChg>
        <pc:picChg chg="add mod modCrop">
          <ac:chgData name="Minh Huynh" userId="01a137d4-0d81-46e0-aca6-c9185b391828" providerId="ADAL" clId="{18447838-0BCA-432B-86F3-BB78526C143F}" dt="2026-10-12T12:57:13.800" v="1694" actId="1076"/>
          <ac:picMkLst>
            <pc:docMk/>
            <pc:sldMk cId="1157101227" sldId="895"/>
            <ac:picMk id="7" creationId="{9732202F-310A-471E-84B6-5B1B5CAA0CD7}"/>
          </ac:picMkLst>
        </pc:picChg>
      </pc:sldChg>
      <pc:sldChg chg="addSp delSp modSp add mod">
        <pc:chgData name="Minh Huynh" userId="01a137d4-0d81-46e0-aca6-c9185b391828" providerId="ADAL" clId="{18447838-0BCA-432B-86F3-BB78526C143F}" dt="2026-10-12T21:46:18.809" v="2045"/>
        <pc:sldMkLst>
          <pc:docMk/>
          <pc:sldMk cId="3993957004" sldId="895"/>
        </pc:sldMkLst>
        <pc:spChg chg="mod">
          <ac:chgData name="Minh Huynh" userId="01a137d4-0d81-46e0-aca6-c9185b391828" providerId="ADAL" clId="{18447838-0BCA-432B-86F3-BB78526C143F}" dt="2026-10-12T21:46:18.809" v="2045"/>
          <ac:spMkLst>
            <pc:docMk/>
            <pc:sldMk cId="3993957004" sldId="895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6" creationId="{BC182EF8-C365-4769-8301-8E7B887D6C35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8" creationId="{AA411B9E-8412-4BA6-83F0-FF752D800EDD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9" creationId="{E000B753-51B8-40BB-88F6-0BFF248218F3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0" creationId="{B9174980-C9A6-4B70-BF52-D9990420C2CF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4" creationId="{52C11F04-B75E-45C1-95A8-738F04B79287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5" creationId="{DAED56CE-0B37-4AB9-B3B6-25AAEE831464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6" creationId="{FE39AFD9-A564-4455-BC07-A5A96DD07AD0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7" creationId="{E4960A76-ADF4-4F4A-9264-03A786684A80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18" creationId="{4E7FF7E1-1C0C-48C2-9DD3-5C6C1A9BBCBB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19" creationId="{FD24D0C2-9D18-40CE-B3A7-DEFBE3E3B98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0" creationId="{BA9F11AB-A6C6-4D03-9948-64854BB26A2B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1" creationId="{332B9D4D-6520-47D7-B36D-B69FAA77A3E1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2" creationId="{68B261C7-F027-4C4D-B39D-D9FB98303F7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3" creationId="{3CC9B756-D368-4AED-93C0-83FF945814F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4" creationId="{9FF30AEA-507A-4D2C-807B-DBDCD5718E82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5" creationId="{66547760-A8A8-4F67-B55C-40ED5A0D9D5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6" creationId="{55C8CDF9-264C-421F-904E-406EDB4639F3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7" creationId="{BAEC13F2-CC84-4E32-8F32-49F0EFD70B8D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8" creationId="{CB62FC81-D16F-45A2-B445-C6BA8D73F20C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9" creationId="{A990ABBE-A2F6-4DA2-A390-5D2A1D707954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0" creationId="{7071FFB1-55F8-4FBE-8742-26909246F24E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1" creationId="{6217B4F5-D897-4AB9-8C34-ECE42ADA1F17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2" creationId="{B4C41404-CA2E-4998-9BC6-288E289BBAB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3" creationId="{46D993D9-6716-40B8-80B8-5A83E8DFD35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4" creationId="{094D348C-D2B0-4CD8-8272-C031B6095A00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5" creationId="{5BF37038-ABA7-46CC-B2B6-18F0E7959B15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6" creationId="{14FD2553-C1F0-4E8B-B08E-A20D3D2C4FC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7" creationId="{A4C82AE2-B2EB-4C1B-AACE-305D2746BCD5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8" creationId="{B3AE82BC-7F70-4846-9F67-824B69658398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9" creationId="{99C747F2-EE90-40AD-B901-2DB28F481C1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0" creationId="{16501685-C2A8-4290-82FC-927248EB3A02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1" creationId="{A46A0F55-8C44-4BE6-8412-45F45FAE1D8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2" creationId="{BC0F5F11-C0B3-4FD5-A63D-99BA31DC1CB9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3" creationId="{30AC0449-A340-424A-A10C-FABE4139585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4" creationId="{D89274F0-0077-45A8-A335-D88086FAB4AE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5" creationId="{1BFA4590-8A85-404F-B06C-81529B4F597B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6" creationId="{D1B5B2C1-5592-4365-B7C8-93D45E6A636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7" creationId="{1697DA11-334D-44F0-A9D8-08A3D73A44D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8" creationId="{9458334B-5479-4D49-9D41-DB4034C7904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9" creationId="{07EF7FA4-120C-47A6-A228-1E248E4DF2A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0" creationId="{84A174A8-1A28-4575-9E99-000DD20AB37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1" creationId="{8CED851A-286A-4F97-8915-A6043E6EAE00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2" creationId="{BD143726-3B87-484E-8A25-4C575DCDAF4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3" creationId="{5E060BAA-820A-42C1-849F-87444478AA8D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4" creationId="{813B2B9B-8482-4978-8D57-907AACA9021E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5" creationId="{3408BEE7-7EA9-465A-8CE1-478BABE14D8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6" creationId="{90A4F152-C999-4880-A896-BEF8606E6139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7" creationId="{1847F778-9862-4361-AAFD-78CF59E6E05F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58" creationId="{87D9AF8B-B7D7-48F7-A4B6-C9907DAD8B0C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9" creationId="{204D2041-AA8A-4A90-B5E3-8737FCADB6D4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60" creationId="{FEF18E61-08FC-4F95-BDCF-0D1D0404AD1D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61" creationId="{E8DF7E1E-DA88-4B59-A91B-B30C52F0DC17}"/>
          </ac:spMkLst>
        </pc:spChg>
        <pc:spChg chg="add del mod">
          <ac:chgData name="Minh Huynh" userId="01a137d4-0d81-46e0-aca6-c9185b391828" providerId="ADAL" clId="{18447838-0BCA-432B-86F3-BB78526C143F}" dt="2026-10-12T13:02:06.305" v="1977" actId="478"/>
          <ac:spMkLst>
            <pc:docMk/>
            <pc:sldMk cId="3993957004" sldId="895"/>
            <ac:spMk id="62" creationId="{41A943B0-9FDD-470A-A612-3876C3537955}"/>
          </ac:spMkLst>
        </pc:spChg>
        <pc:spChg chg="add mod">
          <ac:chgData name="Minh Huynh" userId="01a137d4-0d81-46e0-aca6-c9185b391828" providerId="ADAL" clId="{18447838-0BCA-432B-86F3-BB78526C143F}" dt="2026-10-12T13:02:10.461" v="1978" actId="1076"/>
          <ac:spMkLst>
            <pc:docMk/>
            <pc:sldMk cId="3993957004" sldId="895"/>
            <ac:spMk id="63" creationId="{BBC0D6B6-D68A-46B9-AE72-4D68D7AFB893}"/>
          </ac:spMkLst>
        </pc:spChg>
        <pc:spChg chg="add mod">
          <ac:chgData name="Minh Huynh" userId="01a137d4-0d81-46e0-aca6-c9185b391828" providerId="ADAL" clId="{18447838-0BCA-432B-86F3-BB78526C143F}" dt="2026-10-12T13:02:10.461" v="1978" actId="1076"/>
          <ac:spMkLst>
            <pc:docMk/>
            <pc:sldMk cId="3993957004" sldId="895"/>
            <ac:spMk id="64" creationId="{1FC6BBDF-5A39-4C3A-BBBB-DD6A15E9F581}"/>
          </ac:spMkLst>
        </pc:spChg>
        <pc:spChg chg="add mod">
          <ac:chgData name="Minh Huynh" userId="01a137d4-0d81-46e0-aca6-c9185b391828" providerId="ADAL" clId="{18447838-0BCA-432B-86F3-BB78526C143F}" dt="2026-10-12T13:02:10.461" v="1978" actId="1076"/>
          <ac:spMkLst>
            <pc:docMk/>
            <pc:sldMk cId="3993957004" sldId="895"/>
            <ac:spMk id="65" creationId="{13F8ECC4-F7AD-4171-A16D-AB07F3BFBE8D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66" creationId="{A981D95C-D81E-40EC-8AAE-FE4B26BC671E}"/>
          </ac:spMkLst>
        </pc:spChg>
        <pc:picChg chg="del">
          <ac:chgData name="Minh Huynh" userId="01a137d4-0d81-46e0-aca6-c9185b391828" providerId="ADAL" clId="{18447838-0BCA-432B-86F3-BB78526C143F}" dt="2026-10-12T13:01:47.238" v="1973" actId="478"/>
          <ac:picMkLst>
            <pc:docMk/>
            <pc:sldMk cId="3993957004" sldId="895"/>
            <ac:picMk id="3" creationId="{239C9BA0-FA36-4B4A-9CD4-46D8A83AD1A8}"/>
          </ac:picMkLst>
        </pc:picChg>
        <pc:picChg chg="del">
          <ac:chgData name="Minh Huynh" userId="01a137d4-0d81-46e0-aca6-c9185b391828" providerId="ADAL" clId="{18447838-0BCA-432B-86F3-BB78526C143F}" dt="2026-10-12T13:01:47.238" v="1973" actId="478"/>
          <ac:picMkLst>
            <pc:docMk/>
            <pc:sldMk cId="3993957004" sldId="895"/>
            <ac:picMk id="11" creationId="{CA065546-B251-4483-B60E-83D29876EE4B}"/>
          </ac:picMkLst>
        </pc:picChg>
        <pc:cxnChg chg="del">
          <ac:chgData name="Minh Huynh" userId="01a137d4-0d81-46e0-aca6-c9185b391828" providerId="ADAL" clId="{18447838-0BCA-432B-86F3-BB78526C143F}" dt="2026-10-12T13:01:47.238" v="1973" actId="478"/>
          <ac:cxnSpMkLst>
            <pc:docMk/>
            <pc:sldMk cId="3993957004" sldId="895"/>
            <ac:cxnSpMk id="13" creationId="{87C6168D-FDB5-4F3B-A792-CEB6CFE658F6}"/>
          </ac:cxnSpMkLst>
        </pc:cxnChg>
        <pc:cxnChg chg="add mod">
          <ac:chgData name="Minh Huynh" userId="01a137d4-0d81-46e0-aca6-c9185b391828" providerId="ADAL" clId="{18447838-0BCA-432B-86F3-BB78526C143F}" dt="2026-10-12T13:01:57.104" v="1975" actId="1076"/>
          <ac:cxnSpMkLst>
            <pc:docMk/>
            <pc:sldMk cId="3993957004" sldId="895"/>
            <ac:cxnSpMk id="67" creationId="{0EB3A909-6832-47D3-9069-FE13EEA045AD}"/>
          </ac:cxnSpMkLst>
        </pc:cxnChg>
      </pc:sldChg>
      <pc:sldChg chg="addSp delSp modSp add mod">
        <pc:chgData name="Minh Huynh" userId="01a137d4-0d81-46e0-aca6-c9185b391828" providerId="ADAL" clId="{18447838-0BCA-432B-86F3-BB78526C143F}" dt="2026-10-12T21:46:21.779" v="2046"/>
        <pc:sldMkLst>
          <pc:docMk/>
          <pc:sldMk cId="803991064" sldId="896"/>
        </pc:sldMkLst>
        <pc:spChg chg="mod">
          <ac:chgData name="Minh Huynh" userId="01a137d4-0d81-46e0-aca6-c9185b391828" providerId="ADAL" clId="{18447838-0BCA-432B-86F3-BB78526C143F}" dt="2026-10-12T21:46:21.779" v="2046"/>
          <ac:spMkLst>
            <pc:docMk/>
            <pc:sldMk cId="803991064" sldId="896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18" creationId="{4E7FF7E1-1C0C-48C2-9DD3-5C6C1A9BBCBB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19" creationId="{FD24D0C2-9D18-40CE-B3A7-DEFBE3E3B98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0" creationId="{BA9F11AB-A6C6-4D03-9948-64854BB26A2B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1" creationId="{332B9D4D-6520-47D7-B36D-B69FAA77A3E1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2" creationId="{68B261C7-F027-4C4D-B39D-D9FB98303F7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3" creationId="{3CC9B756-D368-4AED-93C0-83FF945814F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4" creationId="{9FF30AEA-507A-4D2C-807B-DBDCD5718E82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5" creationId="{66547760-A8A8-4F67-B55C-40ED5A0D9D5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6" creationId="{55C8CDF9-264C-421F-904E-406EDB4639F3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7" creationId="{BAEC13F2-CC84-4E32-8F32-49F0EFD70B8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8" creationId="{CB62FC81-D16F-45A2-B445-C6BA8D73F20C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9" creationId="{A990ABBE-A2F6-4DA2-A390-5D2A1D707954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0" creationId="{7071FFB1-55F8-4FBE-8742-26909246F24E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1" creationId="{6217B4F5-D897-4AB9-8C34-ECE42ADA1F17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2" creationId="{B4C41404-CA2E-4998-9BC6-288E289BBAB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3" creationId="{46D993D9-6716-40B8-80B8-5A83E8DFD35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4" creationId="{094D348C-D2B0-4CD8-8272-C031B6095A00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5" creationId="{5BF37038-ABA7-46CC-B2B6-18F0E7959B15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6" creationId="{14FD2553-C1F0-4E8B-B08E-A20D3D2C4FC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7" creationId="{A4C82AE2-B2EB-4C1B-AACE-305D2746BCD5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8" creationId="{B3AE82BC-7F70-4846-9F67-824B69658398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9" creationId="{99C747F2-EE90-40AD-B901-2DB28F481C1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0" creationId="{16501685-C2A8-4290-82FC-927248EB3A02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1" creationId="{A46A0F55-8C44-4BE6-8412-45F45FAE1D8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2" creationId="{BC0F5F11-C0B3-4FD5-A63D-99BA31DC1CB9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3" creationId="{30AC0449-A340-424A-A10C-FABE4139585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4" creationId="{D89274F0-0077-45A8-A335-D88086FAB4AE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5" creationId="{1BFA4590-8A85-404F-B06C-81529B4F597B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6" creationId="{D1B5B2C1-5592-4365-B7C8-93D45E6A636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7" creationId="{1697DA11-334D-44F0-A9D8-08A3D73A44D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8" creationId="{9458334B-5479-4D49-9D41-DB4034C7904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9" creationId="{07EF7FA4-120C-47A6-A228-1E248E4DF2A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0" creationId="{84A174A8-1A28-4575-9E99-000DD20AB37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1" creationId="{8CED851A-286A-4F97-8915-A6043E6EAE00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2" creationId="{BD143726-3B87-484E-8A25-4C575DCDAF4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3" creationId="{5E060BAA-820A-42C1-849F-87444478AA8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4" creationId="{813B2B9B-8482-4978-8D57-907AACA9021E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5" creationId="{3408BEE7-7EA9-465A-8CE1-478BABE14D8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6" creationId="{90A4F152-C999-4880-A896-BEF8606E6139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7" creationId="{1847F778-9862-4361-AAFD-78CF59E6E05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8" creationId="{87D9AF8B-B7D7-48F7-A4B6-C9907DAD8B0C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9" creationId="{204D2041-AA8A-4A90-B5E3-8737FCADB6D4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0" creationId="{FEF18E61-08FC-4F95-BDCF-0D1D0404AD1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1" creationId="{E8DF7E1E-DA88-4B59-A91B-B30C52F0DC17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3" creationId="{BBC0D6B6-D68A-46B9-AE72-4D68D7AFB893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4" creationId="{1FC6BBDF-5A39-4C3A-BBBB-DD6A15E9F581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5" creationId="{13F8ECC4-F7AD-4171-A16D-AB07F3BFBE8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6" creationId="{A981D95C-D81E-40EC-8AAE-FE4B26BC671E}"/>
          </ac:spMkLst>
        </pc:spChg>
        <pc:spChg chg="add mod">
          <ac:chgData name="Minh Huynh" userId="01a137d4-0d81-46e0-aca6-c9185b391828" providerId="ADAL" clId="{18447838-0BCA-432B-86F3-BB78526C143F}" dt="2026-10-12T13:03:07.010" v="1987" actId="1076"/>
          <ac:spMkLst>
            <pc:docMk/>
            <pc:sldMk cId="803991064" sldId="896"/>
            <ac:spMk id="68" creationId="{77ECD5D7-3D77-4F59-9447-D752542766B0}"/>
          </ac:spMkLst>
        </pc:spChg>
        <pc:spChg chg="add mod">
          <ac:chgData name="Minh Huynh" userId="01a137d4-0d81-46e0-aca6-c9185b391828" providerId="ADAL" clId="{18447838-0BCA-432B-86F3-BB78526C143F}" dt="2026-10-12T13:03:18.418" v="1990" actId="1076"/>
          <ac:spMkLst>
            <pc:docMk/>
            <pc:sldMk cId="803991064" sldId="896"/>
            <ac:spMk id="70" creationId="{2B193DB2-EA2F-4C27-B44F-2F5BDED079BD}"/>
          </ac:spMkLst>
        </pc:spChg>
        <pc:graphicFrameChg chg="add mod">
          <ac:chgData name="Minh Huynh" userId="01a137d4-0d81-46e0-aca6-c9185b391828" providerId="ADAL" clId="{18447838-0BCA-432B-86F3-BB78526C143F}" dt="2026-10-12T13:03:07.010" v="1987" actId="1076"/>
          <ac:graphicFrameMkLst>
            <pc:docMk/>
            <pc:sldMk cId="803991064" sldId="896"/>
            <ac:graphicFrameMk id="62" creationId="{E6436410-4F88-4ED2-AF7B-2C9F82130DC0}"/>
          </ac:graphicFrameMkLst>
        </pc:graphicFrameChg>
        <pc:graphicFrameChg chg="add mod">
          <ac:chgData name="Minh Huynh" userId="01a137d4-0d81-46e0-aca6-c9185b391828" providerId="ADAL" clId="{18447838-0BCA-432B-86F3-BB78526C143F}" dt="2026-10-12T13:03:18.418" v="1990" actId="1076"/>
          <ac:graphicFrameMkLst>
            <pc:docMk/>
            <pc:sldMk cId="803991064" sldId="896"/>
            <ac:graphicFrameMk id="69" creationId="{ABB068B3-6919-4393-A5B3-7A68F29810FB}"/>
          </ac:graphicFrameMkLst>
        </pc:graphicFrameChg>
        <pc:cxnChg chg="del">
          <ac:chgData name="Minh Huynh" userId="01a137d4-0d81-46e0-aca6-c9185b391828" providerId="ADAL" clId="{18447838-0BCA-432B-86F3-BB78526C143F}" dt="2026-10-12T13:02:55.443" v="1984" actId="478"/>
          <ac:cxnSpMkLst>
            <pc:docMk/>
            <pc:sldMk cId="803991064" sldId="896"/>
            <ac:cxnSpMk id="67" creationId="{0EB3A909-6832-47D3-9069-FE13EEA045AD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953721896" sldId="896"/>
        </pc:sldMkLst>
      </pc:sldChg>
      <pc:sldChg chg="addSp delSp modSp add mod">
        <pc:chgData name="Minh Huynh" userId="01a137d4-0d81-46e0-aca6-c9185b391828" providerId="ADAL" clId="{18447838-0BCA-432B-86F3-BB78526C143F}" dt="2026-10-12T13:04:14.772" v="2024"/>
        <pc:sldMkLst>
          <pc:docMk/>
          <pc:sldMk cId="1003971633" sldId="897"/>
        </pc:sldMkLst>
        <pc:spChg chg="mod">
          <ac:chgData name="Minh Huynh" userId="01a137d4-0d81-46e0-aca6-c9185b391828" providerId="ADAL" clId="{18447838-0BCA-432B-86F3-BB78526C143F}" dt="2026-10-12T13:04:08.320" v="2022" actId="20577"/>
          <ac:spMkLst>
            <pc:docMk/>
            <pc:sldMk cId="1003971633" sldId="897"/>
            <ac:spMk id="4" creationId="{7BC73E8E-0D58-4B4B-A5C4-A8AE38997407}"/>
          </ac:spMkLst>
        </pc:spChg>
        <pc:spChg chg="add mod">
          <ac:chgData name="Minh Huynh" userId="01a137d4-0d81-46e0-aca6-c9185b391828" providerId="ADAL" clId="{18447838-0BCA-432B-86F3-BB78526C143F}" dt="2026-10-12T13:04:14.772" v="2024"/>
          <ac:spMkLst>
            <pc:docMk/>
            <pc:sldMk cId="1003971633" sldId="897"/>
            <ac:spMk id="7" creationId="{82B3312D-000F-4C66-9BD7-28143E5BE514}"/>
          </ac:spMkLst>
        </pc:spChg>
        <pc:spChg chg="add mod">
          <ac:chgData name="Minh Huynh" userId="01a137d4-0d81-46e0-aca6-c9185b391828" providerId="ADAL" clId="{18447838-0BCA-432B-86F3-BB78526C143F}" dt="2026-10-12T13:04:14.772" v="2024"/>
          <ac:spMkLst>
            <pc:docMk/>
            <pc:sldMk cId="1003971633" sldId="897"/>
            <ac:spMk id="9" creationId="{2637A3AC-F4DC-4AF9-9C66-B9C12C2ECD6D}"/>
          </ac:spMkLst>
        </pc:spChg>
        <pc:spChg chg="add mod">
          <ac:chgData name="Minh Huynh" userId="01a137d4-0d81-46e0-aca6-c9185b391828" providerId="ADAL" clId="{18447838-0BCA-432B-86F3-BB78526C143F}" dt="2026-10-12T13:04:14.772" v="2024"/>
          <ac:spMkLst>
            <pc:docMk/>
            <pc:sldMk cId="1003971633" sldId="897"/>
            <ac:spMk id="10" creationId="{A95502D5-605C-4DE1-9E72-E22381DFDE2F}"/>
          </ac:spMkLst>
        </pc:spChg>
        <pc:spChg chg="del">
          <ac:chgData name="Minh Huynh" userId="01a137d4-0d81-46e0-aca6-c9185b391828" providerId="ADAL" clId="{18447838-0BCA-432B-86F3-BB78526C143F}" dt="2026-10-12T13:04:11.162" v="2023" actId="478"/>
          <ac:spMkLst>
            <pc:docMk/>
            <pc:sldMk cId="1003971633" sldId="897"/>
            <ac:spMk id="68" creationId="{77ECD5D7-3D77-4F59-9447-D752542766B0}"/>
          </ac:spMkLst>
        </pc:spChg>
        <pc:spChg chg="del">
          <ac:chgData name="Minh Huynh" userId="01a137d4-0d81-46e0-aca6-c9185b391828" providerId="ADAL" clId="{18447838-0BCA-432B-86F3-BB78526C143F}" dt="2026-10-12T13:04:11.162" v="2023" actId="478"/>
          <ac:spMkLst>
            <pc:docMk/>
            <pc:sldMk cId="1003971633" sldId="897"/>
            <ac:spMk id="70" creationId="{2B193DB2-EA2F-4C27-B44F-2F5BDED079BD}"/>
          </ac:spMkLst>
        </pc:spChg>
        <pc:graphicFrameChg chg="del">
          <ac:chgData name="Minh Huynh" userId="01a137d4-0d81-46e0-aca6-c9185b391828" providerId="ADAL" clId="{18447838-0BCA-432B-86F3-BB78526C143F}" dt="2026-10-12T13:04:11.162" v="2023" actId="478"/>
          <ac:graphicFrameMkLst>
            <pc:docMk/>
            <pc:sldMk cId="1003971633" sldId="897"/>
            <ac:graphicFrameMk id="62" creationId="{E6436410-4F88-4ED2-AF7B-2C9F82130DC0}"/>
          </ac:graphicFrameMkLst>
        </pc:graphicFrameChg>
        <pc:graphicFrameChg chg="del">
          <ac:chgData name="Minh Huynh" userId="01a137d4-0d81-46e0-aca6-c9185b391828" providerId="ADAL" clId="{18447838-0BCA-432B-86F3-BB78526C143F}" dt="2026-10-12T13:04:11.162" v="2023" actId="478"/>
          <ac:graphicFrameMkLst>
            <pc:docMk/>
            <pc:sldMk cId="1003971633" sldId="897"/>
            <ac:graphicFrameMk id="69" creationId="{ABB068B3-6919-4393-A5B3-7A68F29810FB}"/>
          </ac:graphicFrameMkLst>
        </pc:graphicFrameChg>
        <pc:picChg chg="add mod">
          <ac:chgData name="Minh Huynh" userId="01a137d4-0d81-46e0-aca6-c9185b391828" providerId="ADAL" clId="{18447838-0BCA-432B-86F3-BB78526C143F}" dt="2026-10-12T13:04:14.772" v="2024"/>
          <ac:picMkLst>
            <pc:docMk/>
            <pc:sldMk cId="1003971633" sldId="897"/>
            <ac:picMk id="8" creationId="{42D3A573-1FDA-4AF2-ABA1-D8A5761FA793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4164741003" sldId="897"/>
        </pc:sldMkLst>
      </pc:sldChg>
      <pc:sldChg chg="addSp delSp modSp add mod">
        <pc:chgData name="Minh Huynh" userId="01a137d4-0d81-46e0-aca6-c9185b391828" providerId="ADAL" clId="{18447838-0BCA-432B-86F3-BB78526C143F}" dt="2026-10-12T21:51:44.898" v="2160" actId="15"/>
        <pc:sldMkLst>
          <pc:docMk/>
          <pc:sldMk cId="1170087405" sldId="898"/>
        </pc:sldMkLst>
        <pc:spChg chg="mod">
          <ac:chgData name="Minh Huynh" userId="01a137d4-0d81-46e0-aca6-c9185b391828" providerId="ADAL" clId="{18447838-0BCA-432B-86F3-BB78526C143F}" dt="2026-10-12T21:46:40.019" v="2070" actId="20577"/>
          <ac:spMkLst>
            <pc:docMk/>
            <pc:sldMk cId="1170087405" sldId="898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21:46:42.421" v="2071" actId="478"/>
          <ac:spMkLst>
            <pc:docMk/>
            <pc:sldMk cId="1170087405" sldId="898"/>
            <ac:spMk id="7" creationId="{82B3312D-000F-4C66-9BD7-28143E5BE514}"/>
          </ac:spMkLst>
        </pc:spChg>
        <pc:spChg chg="del">
          <ac:chgData name="Minh Huynh" userId="01a137d4-0d81-46e0-aca6-c9185b391828" providerId="ADAL" clId="{18447838-0BCA-432B-86F3-BB78526C143F}" dt="2026-10-12T21:46:42.421" v="2071" actId="478"/>
          <ac:spMkLst>
            <pc:docMk/>
            <pc:sldMk cId="1170087405" sldId="898"/>
            <ac:spMk id="9" creationId="{2637A3AC-F4DC-4AF9-9C66-B9C12C2ECD6D}"/>
          </ac:spMkLst>
        </pc:spChg>
        <pc:spChg chg="del">
          <ac:chgData name="Minh Huynh" userId="01a137d4-0d81-46e0-aca6-c9185b391828" providerId="ADAL" clId="{18447838-0BCA-432B-86F3-BB78526C143F}" dt="2026-10-12T21:46:42.421" v="2071" actId="478"/>
          <ac:spMkLst>
            <pc:docMk/>
            <pc:sldMk cId="1170087405" sldId="898"/>
            <ac:spMk id="10" creationId="{A95502D5-605C-4DE1-9E72-E22381DFDE2F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1" creationId="{CD7F2969-C80C-4D4F-99FE-E579F256B827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2" creationId="{503CBB23-1296-460A-8FF3-23825DEC5C0A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3" creationId="{307888F6-1368-4D9D-B9C0-A82CB7BCCC55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4" creationId="{2331BE3D-D3BA-4E67-8E40-91C1AE7F2C33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5" creationId="{60DE0CFB-3849-4B49-A724-92B58F7FC2C9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6" creationId="{AFB039A4-382F-4560-996F-3395E468A22E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7" creationId="{5FCDD249-EC8D-4C85-97AD-6DDF8947BD5F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8" creationId="{510C26DC-6B2E-428B-A8A2-15224C501513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9" creationId="{3997F5C4-3498-486F-9DA8-10F40456AE85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0" creationId="{08B5C00C-E365-4D5F-868F-CE056283EDE9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1" creationId="{C5227287-B2BE-4128-A70B-B6E7E6D07BB5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2" creationId="{7D2EF6D4-018C-4E35-BD80-57E54CD6C85C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3" creationId="{9DADEE84-3FEA-4DD9-80E6-90F166043191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4" creationId="{DCF0644B-CB6C-40CB-8322-87423742EF9D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5" creationId="{2A04D61F-6097-45EE-B269-18EED1C528C8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6" creationId="{72A33212-2476-4D24-965E-3B90552F8F4B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7" creationId="{4E957318-510C-45AB-BBCA-C63126E1F6FB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8" creationId="{B02E081C-797A-4C69-B241-6B9A0CE2EE1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9" creationId="{3CEB79F5-1762-439F-92BA-FD9F48DDF48E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0" creationId="{5B374039-EAC4-4E05-97E2-5BA2214488B2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1" creationId="{6CAA9032-BFE9-4F43-9A19-86BA4F9E5E7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2" creationId="{BA4231B5-7121-4049-B272-064CE7E6C96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3" creationId="{5A4E521E-114F-4F26-B0D7-76864226234D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4" creationId="{B6996A9A-38B6-4C61-90DA-FE1D4060E067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5" creationId="{F2597A63-3448-4EDF-B74A-C463373A583B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6" creationId="{6AECA036-EA51-4D1F-9832-F5E8B88FD28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7" creationId="{37EACBE4-996A-474D-A16A-F2628633A736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8" creationId="{E6ED06D2-BE34-4462-AF95-149948B794E0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9" creationId="{8E583CBB-93D9-41EB-AD56-238E0B6D774F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40" creationId="{07EB1059-8286-47DA-9281-C748E3EBF882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41" creationId="{8C5F382E-C774-4270-93F0-003DF6125A57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42" creationId="{9AA7B187-9898-486C-8278-D19BD859D98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3" creationId="{69A8A8E9-2BCA-4A04-B64C-CEA3E2D76B9F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4" creationId="{223E4926-F6D6-4394-BBF5-F8AC914C37E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5" creationId="{DD1EF746-F3EF-483A-832C-791A27BD1729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6" creationId="{51DE99A3-1C86-4463-820A-D7F1EB7336B5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7" creationId="{9714C4A4-0B41-4044-B6D8-6C739A77E2A9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8" creationId="{C2FDB5D0-BD63-4B53-9542-9A964682B26C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9" creationId="{4FF0C270-981A-4974-A444-97EA98243EB0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0" creationId="{72FCF5EA-57FE-45B1-B1AD-31ADD4B2E56E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1" creationId="{273F54FC-1D27-4322-95D9-112F3E8B3C5C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2" creationId="{72F6B31D-4AB6-47EF-81F6-FE28D0BC60D0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3" creationId="{69B971AB-B962-405C-BD3F-8E51BA1BD0F8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4" creationId="{35D82957-981A-4305-9039-4258010C94D6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5" creationId="{299B7BDC-9094-421D-A164-7890B3EFF742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6" creationId="{892F4DEE-9B55-4C7D-B71F-366562709D6B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7" creationId="{DEC672AE-64FF-4642-B1FC-E2C95F53B6D5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8" creationId="{4EFF00FD-0982-4A9F-AB93-865554600B3D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9" creationId="{E680563A-8D5B-4A81-A4F0-780F2074A871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0" creationId="{55234845-2072-478F-BC9B-8256B43949B1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1" creationId="{E51522CB-1684-497D-84DC-562E92C90835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2" creationId="{EE7AC28F-A440-4B68-8197-96B3EDF1072C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3" creationId="{65DE6682-C0B1-4C3C-8EBE-0575D02094DB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4" creationId="{9ADF1E88-C075-43C4-96EF-7A690D892063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5" creationId="{BFC997B9-45EC-4D2D-932B-FAAA278897E8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6" creationId="{2D555CD5-9E67-43C4-AD88-4D62E69C0220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7" creationId="{8267ADF9-1A1B-4E29-AA2B-DA6A710341E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8" creationId="{E5B6B727-EF57-486E-87DD-6EA07350BC89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9" creationId="{AB57A66E-11C8-45E8-BF11-7F4E727FEB6B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0" creationId="{B4D0EA10-2A2B-4B8F-9D23-039777E70773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1" creationId="{989EA338-B217-4E11-8E95-356C071F52BF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2" creationId="{DF94561F-8BEE-4A69-BBC5-AF010937F9F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3" creationId="{5D4CDBED-FA7F-481F-8569-D6C3132E62E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4" creationId="{97C54D7E-C124-4470-A0B9-B3E89B17DF5A}"/>
          </ac:spMkLst>
        </pc:spChg>
        <pc:spChg chg="add mod">
          <ac:chgData name="Minh Huynh" userId="01a137d4-0d81-46e0-aca6-c9185b391828" providerId="ADAL" clId="{18447838-0BCA-432B-86F3-BB78526C143F}" dt="2026-10-12T21:51:44.898" v="2160" actId="15"/>
          <ac:spMkLst>
            <pc:docMk/>
            <pc:sldMk cId="1170087405" sldId="898"/>
            <ac:spMk id="75" creationId="{49DF9D2F-8E65-4D63-82C3-27F8FA7882BF}"/>
          </ac:spMkLst>
        </pc:spChg>
        <pc:picChg chg="add del">
          <ac:chgData name="Minh Huynh" userId="01a137d4-0d81-46e0-aca6-c9185b391828" providerId="ADAL" clId="{18447838-0BCA-432B-86F3-BB78526C143F}" dt="2026-10-12T21:47:32.131" v="2080" actId="22"/>
          <ac:picMkLst>
            <pc:docMk/>
            <pc:sldMk cId="1170087405" sldId="898"/>
            <ac:picMk id="3" creationId="{4C38A8ED-1A6D-4A7F-A0FE-8A70513DD6AF}"/>
          </ac:picMkLst>
        </pc:picChg>
        <pc:picChg chg="del">
          <ac:chgData name="Minh Huynh" userId="01a137d4-0d81-46e0-aca6-c9185b391828" providerId="ADAL" clId="{18447838-0BCA-432B-86F3-BB78526C143F}" dt="2026-10-12T21:46:42.421" v="2071" actId="478"/>
          <ac:picMkLst>
            <pc:docMk/>
            <pc:sldMk cId="1170087405" sldId="898"/>
            <ac:picMk id="8" creationId="{42D3A573-1FDA-4AF2-ABA1-D8A5761FA793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1519634311" sldId="898"/>
        </pc:sldMkLst>
      </pc:sldChg>
      <pc:sldChg chg="addSp delSp modSp add mod">
        <pc:chgData name="Minh Huynh" userId="01a137d4-0d81-46e0-aca6-c9185b391828" providerId="ADAL" clId="{18447838-0BCA-432B-86F3-BB78526C143F}" dt="2026-10-12T21:51:26.347" v="2159" actId="15"/>
        <pc:sldMkLst>
          <pc:docMk/>
          <pc:sldMk cId="224993826" sldId="899"/>
        </pc:sldMkLst>
        <pc:spChg chg="mod">
          <ac:chgData name="Minh Huynh" userId="01a137d4-0d81-46e0-aca6-c9185b391828" providerId="ADAL" clId="{18447838-0BCA-432B-86F3-BB78526C143F}" dt="2026-10-12T21:48:27.755" v="2115" actId="20577"/>
          <ac:spMkLst>
            <pc:docMk/>
            <pc:sldMk cId="224993826" sldId="899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6" creationId="{340709BC-5E5D-4CEF-A9C4-4C74B8350A7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7" creationId="{EC105A5B-8CCA-43B6-A468-25B77D04FB50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8" creationId="{926E83CF-47BF-42C1-BCEC-44BC431FCCB3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9" creationId="{4E615320-6738-4A8C-8BA4-72E0990ED22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40" creationId="{76B536F0-64EE-4555-9A03-6055EED9EAE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41" creationId="{22C3EF60-EA7F-4318-8A53-4457EEC02E7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42" creationId="{1AD9F24F-C1C5-43D0-AEEA-424E7C073971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3" creationId="{69A8A8E9-2BCA-4A04-B64C-CEA3E2D76B9F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4" creationId="{223E4926-F6D6-4394-BBF5-F8AC914C37E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5" creationId="{DD1EF746-F3EF-483A-832C-791A27BD1729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6" creationId="{51DE99A3-1C86-4463-820A-D7F1EB7336B5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7" creationId="{9714C4A4-0B41-4044-B6D8-6C739A77E2A9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8" creationId="{C2FDB5D0-BD63-4B53-9542-9A964682B26C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9" creationId="{4FF0C270-981A-4974-A444-97EA98243EB0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0" creationId="{72FCF5EA-57FE-45B1-B1AD-31ADD4B2E56E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1" creationId="{273F54FC-1D27-4322-95D9-112F3E8B3C5C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2" creationId="{72F6B31D-4AB6-47EF-81F6-FE28D0BC60D0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3" creationId="{69B971AB-B962-405C-BD3F-8E51BA1BD0F8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4" creationId="{35D82957-981A-4305-9039-4258010C94D6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5" creationId="{299B7BDC-9094-421D-A164-7890B3EFF742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6" creationId="{892F4DEE-9B55-4C7D-B71F-366562709D6B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7" creationId="{DEC672AE-64FF-4642-B1FC-E2C95F53B6D5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8" creationId="{4EFF00FD-0982-4A9F-AB93-865554600B3D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9" creationId="{E680563A-8D5B-4A81-A4F0-780F2074A871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0" creationId="{55234845-2072-478F-BC9B-8256B43949B1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1" creationId="{E51522CB-1684-497D-84DC-562E92C90835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2" creationId="{EE7AC28F-A440-4B68-8197-96B3EDF1072C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3" creationId="{65DE6682-C0B1-4C3C-8EBE-0575D02094DB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4" creationId="{9ADF1E88-C075-43C4-96EF-7A690D892063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5" creationId="{BFC997B9-45EC-4D2D-932B-FAAA278897E8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6" creationId="{2D555CD5-9E67-43C4-AD88-4D62E69C0220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7" creationId="{8267ADF9-1A1B-4E29-AA2B-DA6A710341E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8" creationId="{E5B6B727-EF57-486E-87DD-6EA07350BC89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9" creationId="{AB57A66E-11C8-45E8-BF11-7F4E727FEB6B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0" creationId="{B4D0EA10-2A2B-4B8F-9D23-039777E70773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1" creationId="{989EA338-B217-4E11-8E95-356C071F52BF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2" creationId="{DF94561F-8BEE-4A69-BBC5-AF010937F9F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3" creationId="{5D4CDBED-FA7F-481F-8569-D6C3132E62E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4" creationId="{97C54D7E-C124-4470-A0B9-B3E89B17DF5A}"/>
          </ac:spMkLst>
        </pc:spChg>
        <pc:spChg chg="mod">
          <ac:chgData name="Minh Huynh" userId="01a137d4-0d81-46e0-aca6-c9185b391828" providerId="ADAL" clId="{18447838-0BCA-432B-86F3-BB78526C143F}" dt="2026-10-12T21:51:26.347" v="2159" actId="15"/>
          <ac:spMkLst>
            <pc:docMk/>
            <pc:sldMk cId="224993826" sldId="899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6" creationId="{BAB71273-A99A-420D-918A-77157A89DEC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7" creationId="{5F03C7CF-40AA-4734-9AE7-E16CE6FD389A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8" creationId="{DD270FF7-0CA2-4F57-9815-C9E56EE030E0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9" creationId="{9CD2E683-AD54-4E1D-81FB-23E89C97DA78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0" creationId="{7C8564D4-6E11-4C7D-ACFC-6847D2A0BD61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1" creationId="{ECFD570B-EB68-440E-9AEA-01D2B4FA5A73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2" creationId="{04355D0B-2876-48B7-B5E3-FD4ED0BC2CAA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3" creationId="{9B0D2927-484B-412E-96A4-721CA3DA18D8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4" creationId="{CD74E2DE-3085-4328-B325-ED2F6113112F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5" creationId="{CF9D8EEA-ED71-4CB7-9405-A7649C5F1541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6" creationId="{21270740-DBA9-4807-A094-44AE92BEF81C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7" creationId="{03ABFE14-D5DC-4EB0-B0B0-BE1C9D865AC4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8" creationId="{6BCCA5B6-8A4C-46BF-8D55-0F5EED039949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9" creationId="{957126C1-1334-4094-A7A2-BA06A39C4C04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0" creationId="{9B31B125-455B-42C3-9670-9D065EF041CC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1" creationId="{EB46DA12-694A-4205-BD6F-A60B88078556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2" creationId="{E2637896-0EF4-42D7-B723-00BCEF22E909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3" creationId="{51C47279-E5A2-4C30-9C7B-A38514A3164D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4" creationId="{19DC89E0-7F57-4409-82B7-DC998F0117C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5" creationId="{AAFA8444-97BF-4319-94D4-7DA7EE9EFA45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6" creationId="{61B7AED5-2BDB-4526-9A2F-8934D37B1B20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7" creationId="{92C8B8B1-3D71-4723-90B1-FB5DEFA464EB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8" creationId="{95A83C63-CC54-4593-8119-A6DD3B3B1256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9" creationId="{91C1325E-6C11-4CEF-A977-E37E8D316021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0" creationId="{BAAB8CB5-0732-4EEA-AF43-FC823DFBF903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1" creationId="{1ED21D60-469F-415C-A525-90EF6C37F98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2" creationId="{884E8C7E-26CE-482B-821A-1D896C032F8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3" creationId="{2948A5EF-1F25-4BA7-93DA-69C718E0653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4" creationId="{EFA692C3-7F13-4E16-9958-7D0A5F0E937F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5" creationId="{33C89F98-5ADD-4FF9-A586-F28753CF66DD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6" creationId="{8D776558-17D9-4711-9986-73952A77B26E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7" creationId="{EF858AC5-F791-4B61-B94E-22ECA9E78795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8" creationId="{3A3F8A11-BD8C-4856-90D2-FE3AD5B1538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09" creationId="{3D39CCBB-818F-4C2C-A0F1-C483687AD860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0" creationId="{F0810AB7-887E-4CEE-985B-E801F950FD75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1" creationId="{8C14A1BE-23D6-4A71-B469-AA85A0AB249E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2" creationId="{DA270779-A8F0-4C7B-91A9-25376A9819EA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3" creationId="{8B9A20E8-B4EB-4D8E-B1CD-95786CEF474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4" creationId="{3D649E51-293D-4A75-8A32-668C8711940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5" creationId="{BB84CD00-8CF5-4A7D-B233-10B5631A61B3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6" creationId="{FC78B74D-A1C5-4F32-93D6-361679E758D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7" creationId="{43AF4A22-2BCC-4A91-B0D7-D0EAD58769F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8" creationId="{26F7F4D0-F82B-479D-BE73-C57D24929D8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9" creationId="{8FA59F90-3109-4ACB-8BBC-368F3EECF04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0" creationId="{208231C7-54E8-4C15-A4B7-9F19F10DF27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1" creationId="{58B9E9C3-3A9C-48CC-B2B2-D7404856E10D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2" creationId="{720A4586-7609-4D23-90F5-A532E75A06A0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3" creationId="{1EE6A027-EBE3-492F-A9D8-A7CF22F1ADE3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4" creationId="{70CDC884-6E92-4AB0-AAE1-44134FF18D8A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5" creationId="{C36F9355-E55C-4F29-9998-E17F4C767094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6" creationId="{F1C80EEF-F4E0-4202-ABF8-897A5B1974C9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7" creationId="{28ECCE3F-B26C-4D7F-9734-016D658D779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8" creationId="{AC2159AF-D14C-4BE5-8BBF-ED4ABD6F422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9" creationId="{C02D6605-D919-4520-B5EB-A6BF078F19A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0" creationId="{0CC0B17D-A966-446E-843A-8C9DA02AB9C0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1" creationId="{36EBA0CB-78DD-4264-B31A-444991CA79D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2" creationId="{8C5E9F7D-FCC9-468A-9459-8BF7BC235CE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3" creationId="{328ABEDB-6DD7-4DDE-997C-7FBF738D14C9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4" creationId="{32743519-AA83-43F1-ADE0-6DD3E0C0218E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5" creationId="{DAC1265D-48B0-4EF6-9E5F-C8B095DA93F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6" creationId="{B2D86BC5-52CB-4A8D-B0A2-5DFFEA5CAFA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7" creationId="{8A028BDE-3F0D-42CD-9980-B641A1CD684D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8" creationId="{231536C3-9E58-49BE-A46B-4F5AD969218C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9" creationId="{BB7BDFF3-160E-4508-A5C1-D1FD45994602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0" creationId="{5726F58C-EB48-458B-BC16-727F6423FD1C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1" creationId="{C01A2791-5FBA-4B1A-B5ED-4E4CEF488E5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2" creationId="{B738D2B9-DB79-4B80-8727-91E25C4E14B6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3" creationId="{49AA32A9-21E7-4464-87CA-C24C9537920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4" creationId="{97DD5D34-DCC0-4FC2-9865-09919F320786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5" creationId="{6ABE33D3-8E8E-4407-89A4-1146CAB6DFF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6" creationId="{9F406BE7-BB42-4381-B919-C99F906C68A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7" creationId="{9190E31B-21C1-4752-80DC-EB225F8B8FE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8" creationId="{FD5DD199-737A-495E-88C7-4539D7CCD69A}"/>
          </ac:spMkLst>
        </pc:spChg>
      </pc:sldChg>
      <pc:sldChg chg="addSp delSp modSp add mod">
        <pc:chgData name="Minh Huynh" userId="01a137d4-0d81-46e0-aca6-c9185b391828" providerId="ADAL" clId="{18447838-0BCA-432B-86F3-BB78526C143F}" dt="2026-10-12T21:55:53.872" v="2313" actId="57"/>
        <pc:sldMkLst>
          <pc:docMk/>
          <pc:sldMk cId="1572259855" sldId="900"/>
        </pc:sldMkLst>
        <pc:spChg chg="mod">
          <ac:chgData name="Minh Huynh" userId="01a137d4-0d81-46e0-aca6-c9185b391828" providerId="ADAL" clId="{18447838-0BCA-432B-86F3-BB78526C143F}" dt="2026-10-12T21:51:56.285" v="2169" actId="20577"/>
          <ac:spMkLst>
            <pc:docMk/>
            <pc:sldMk cId="1572259855" sldId="900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4" creationId="{D516272F-06F8-48BC-9B00-D74C88CB6B5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5" creationId="{20336F2F-E3F1-4663-8BFD-90707764F0E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6" creationId="{384E353A-3D6F-4F40-B1D4-C8FFEEC2C75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7" creationId="{6F4C853E-84C5-4769-B95B-B78C1DAA5158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8" creationId="{FF5D0D5C-2DC2-4E76-B5E0-BE7B526B5B0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9" creationId="{132C8396-05BB-49F6-9162-D544443B2F2D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0" creationId="{5280BAC9-0533-469F-B4BC-325866317D60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1" creationId="{3DE91276-54E9-4C87-884D-04FCF204AFDD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2" creationId="{53180FC7-6FB6-4A20-B521-B9C6ADEE7785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3" creationId="{55146D1C-0732-4926-8215-D2D38AF66E3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4" creationId="{87B802FE-9DA4-440E-BCF7-F8D1C8FD225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5" creationId="{E63D5F7B-9BDA-40C2-8D46-02D593E4F9AE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6" creationId="{49477637-2B46-42C1-BD25-15AB06279BB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7" creationId="{7AEE6190-0DB6-4562-BC8B-81D84223483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8" creationId="{C8FA79F7-C098-46C2-9FBA-5FF70FC5D18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9" creationId="{1B0C6BF2-3D46-4480-8787-420270E09F6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0" creationId="{EF3DE128-D044-4571-82F0-AA188AB45D3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1" creationId="{470C8668-AAF7-4494-8CCE-F9EEF3A15055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2" creationId="{0BAA67CE-C9D1-4C9B-8258-76AEE30F3CC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3" creationId="{22415FF8-465F-430D-A18E-A4E1A158462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4" creationId="{5114B134-2DA0-41F7-BE91-EC66B079FD4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5" creationId="{10800792-D212-4E26-BB3A-9DD25F2B2E9A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6" creationId="{70949F39-A247-4DD5-B3C3-BE087E3D6A27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7" creationId="{01EADCFD-010F-4AEA-BCD4-BFDFA3D1DFE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8" creationId="{55ABE877-C644-4CDE-AFF8-2DBD9850616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9" creationId="{9297DD5E-4B35-473C-8C3A-32820AFEED90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0" creationId="{5D6CF9D9-D148-4FC7-8259-6CB104CEED1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1" creationId="{C896B697-DAEE-406F-8AC3-71C8BF9FDA0E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2" creationId="{0F3F7690-8BFD-431F-BF7D-4138CB78C7D3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3" creationId="{8EFA7FC1-F90A-48C0-AE0F-FD79A58B474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4" creationId="{D384DAA5-3C08-46C2-B2EB-B68A25D77C39}"/>
          </ac:spMkLst>
        </pc:spChg>
        <pc:spChg chg="mod">
          <ac:chgData name="Minh Huynh" userId="01a137d4-0d81-46e0-aca6-c9185b391828" providerId="ADAL" clId="{18447838-0BCA-432B-86F3-BB78526C143F}" dt="2026-10-12T21:55:53.872" v="2313" actId="57"/>
          <ac:spMkLst>
            <pc:docMk/>
            <pc:sldMk cId="1572259855" sldId="900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6" creationId="{2E6FBF43-0122-458E-B137-0DAFD0CCB7F4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7" creationId="{D4757130-AE89-4C5F-98A5-56CEC96AE44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8" creationId="{84D7B0B5-902E-489F-8B16-0AF1D6BB79C8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9" creationId="{5CAE0427-743D-43D5-AD84-607335C54FC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0" creationId="{722EA031-077E-4D22-8ABF-170041A327C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1" creationId="{639525BF-9A3C-42BE-8B8F-78449493D8F0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2" creationId="{AA61A315-5EAF-4FAC-9160-3324ED96CA53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3" creationId="{EBB008E0-1234-4FBD-867F-6D46F47EC3AA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4" creationId="{F7A301CC-F1B1-4F0B-B2D5-A8AB9A39C75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5" creationId="{F7B877F6-1BE8-4052-84B5-CB6AA85A0AB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6" creationId="{D17CEC4A-564A-4BE1-B022-479CC91FB3AE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7" creationId="{4CE955E1-AB93-40CE-BC4B-2CF9ADD3A1D2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88" creationId="{DD7F568A-E10A-42A6-8DD7-89708932C924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89" creationId="{46F8458C-5F60-4B54-8B52-86BFF0E7BFC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0" creationId="{CAEC0739-F223-4399-AA9D-C8873B374836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1" creationId="{B6403C4B-018A-4CC1-8C10-9982F249BAF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2" creationId="{15164FBA-393B-48E9-AA99-ADA9AFD450C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3" creationId="{01EC23A7-0FB8-4BB0-BDDF-E77B9D4D8CF0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4" creationId="{7612F2A8-B096-4386-B4E3-2FBBB3B19281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5" creationId="{249DC1CC-BBC8-487C-8E71-B729AFA2669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6" creationId="{3F31811F-B8BB-4CC7-9E0B-EA31337D3346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7" creationId="{2A6C4381-B73D-4F25-8F78-5A572C11DA6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8" creationId="{00084E4B-67AD-406C-BCE5-11BB2D96174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9" creationId="{E8D2E691-0891-443B-8FF9-2D053A9F71E3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0" creationId="{A3BF1D4D-579B-4F41-A96E-812F464E839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1" creationId="{ADB1EB13-4BE8-4854-B309-0C96D88C67F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2" creationId="{1D443D0C-3FD4-40A7-9D65-5F41331FA54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3" creationId="{2B9A8AE0-96E8-4C2B-A774-1481FBB65B8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4" creationId="{FF15C818-59D4-4522-8833-371EBDFD166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5" creationId="{E6CF411F-1380-4F4F-9AB7-C00595D29714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6" creationId="{06262F71-8E9B-4E8B-BAC9-518A2BC779B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7" creationId="{F2649D6C-8552-4CE2-B9DD-06B336D3C297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8" creationId="{A3754F7B-EB72-4111-AA04-1B47F01AAA9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09" creationId="{3D39CCBB-818F-4C2C-A0F1-C483687AD860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0" creationId="{F0810AB7-887E-4CEE-985B-E801F950FD75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1" creationId="{8C14A1BE-23D6-4A71-B469-AA85A0AB249E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2" creationId="{DA270779-A8F0-4C7B-91A9-25376A9819EA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3" creationId="{8B9A20E8-B4EB-4D8E-B1CD-95786CEF474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4" creationId="{3D649E51-293D-4A75-8A32-668C8711940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5" creationId="{BB84CD00-8CF5-4A7D-B233-10B5631A61B3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6" creationId="{FC78B74D-A1C5-4F32-93D6-361679E758D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7" creationId="{43AF4A22-2BCC-4A91-B0D7-D0EAD58769F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8" creationId="{26F7F4D0-F82B-479D-BE73-C57D24929D8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9" creationId="{8FA59F90-3109-4ACB-8BBC-368F3EECF04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0" creationId="{208231C7-54E8-4C15-A4B7-9F19F10DF27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1" creationId="{58B9E9C3-3A9C-48CC-B2B2-D7404856E10D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2" creationId="{720A4586-7609-4D23-90F5-A532E75A06A0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3" creationId="{1EE6A027-EBE3-492F-A9D8-A7CF22F1ADE3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4" creationId="{70CDC884-6E92-4AB0-AAE1-44134FF18D8A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5" creationId="{C36F9355-E55C-4F29-9998-E17F4C767094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6" creationId="{F1C80EEF-F4E0-4202-ABF8-897A5B1974C9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7" creationId="{28ECCE3F-B26C-4D7F-9734-016D658D779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8" creationId="{AC2159AF-D14C-4BE5-8BBF-ED4ABD6F422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9" creationId="{C02D6605-D919-4520-B5EB-A6BF078F19A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0" creationId="{0CC0B17D-A966-446E-843A-8C9DA02AB9C0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1" creationId="{36EBA0CB-78DD-4264-B31A-444991CA79D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2" creationId="{8C5E9F7D-FCC9-468A-9459-8BF7BC235CE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3" creationId="{328ABEDB-6DD7-4DDE-997C-7FBF738D14C9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4" creationId="{32743519-AA83-43F1-ADE0-6DD3E0C0218E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5" creationId="{DAC1265D-48B0-4EF6-9E5F-C8B095DA93F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6" creationId="{B2D86BC5-52CB-4A8D-B0A2-5DFFEA5CAFA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7" creationId="{8A028BDE-3F0D-42CD-9980-B641A1CD684D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8" creationId="{231536C3-9E58-49BE-A46B-4F5AD969218C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9" creationId="{BB7BDFF3-160E-4508-A5C1-D1FD45994602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0" creationId="{5726F58C-EB48-458B-BC16-727F6423FD1C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1" creationId="{C01A2791-5FBA-4B1A-B5ED-4E4CEF488E5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2" creationId="{B738D2B9-DB79-4B80-8727-91E25C4E14B6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3" creationId="{49AA32A9-21E7-4464-87CA-C24C9537920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4" creationId="{97DD5D34-DCC0-4FC2-9865-09919F320786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5" creationId="{6ABE33D3-8E8E-4407-89A4-1146CAB6DFF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6" creationId="{9F406BE7-BB42-4381-B919-C99F906C68A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7" creationId="{9190E31B-21C1-4752-80DC-EB225F8B8FE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8" creationId="{FD5DD199-737A-495E-88C7-4539D7CCD69A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49" creationId="{21DFD56D-3523-4608-9402-BFB28459070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0" creationId="{6DBAB6A7-C461-484C-ADB3-AABA62871EA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1" creationId="{90614140-0FC7-4B2C-AC00-25A3D449D757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2" creationId="{A39311CA-B5A0-452F-8DE5-15587543E5D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3" creationId="{CC4135C1-925C-4734-8A19-3FA170BED01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4" creationId="{E50D65BB-3A00-40D4-BEB3-639AF96917D6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5" creationId="{F88CA61F-761B-40D0-9A17-10D593B3247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6" creationId="{6C3D556A-27F9-499F-A789-55B42F8AB77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7" creationId="{A38F0726-2FB3-4CE1-AB85-658E951878E0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8" creationId="{9A532184-9FAF-442F-A2B6-22F5DE3F3A1C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9" creationId="{5A86A892-1579-4A9B-8153-0B7325B32AB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0" creationId="{BBAAE345-78C0-4389-A2C3-163D462D233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1" creationId="{3B9021A5-D70D-44D9-8FD2-334714F6880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2" creationId="{7CE1599A-9562-41D5-8D00-D2CC724664C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3" creationId="{919F206C-7941-4701-A201-F83FBE7FA58D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4" creationId="{EB101FD7-1E88-42E7-B8F3-03B503462AE1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5" creationId="{BA151476-867D-404B-BC73-2F03730FC3E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6" creationId="{E4C53C5F-A54D-401E-8FE0-1CAF2FB857D7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7" creationId="{675DDA17-543F-4915-AA09-F64037DC075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8" creationId="{D3B8DB5D-B3EF-4ADB-B873-D530E075329A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9" creationId="{02C300F5-1222-4D33-97BD-57965A511AF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70" creationId="{89D33540-E4B3-45BB-9DE8-CB56F094F072}"/>
          </ac:spMkLst>
        </pc:s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070512887" sldId="900"/>
        </pc:sldMkLst>
      </pc:sldChg>
      <pc:sldChg chg="addSp delSp modSp add mod">
        <pc:chgData name="Minh Huynh" userId="01a137d4-0d81-46e0-aca6-c9185b391828" providerId="ADAL" clId="{18447838-0BCA-432B-86F3-BB78526C143F}" dt="2026-10-12T21:58:38.944" v="2364" actId="20577"/>
        <pc:sldMkLst>
          <pc:docMk/>
          <pc:sldMk cId="232970683" sldId="901"/>
        </pc:sldMkLst>
        <pc:spChg chg="mod">
          <ac:chgData name="Minh Huynh" userId="01a137d4-0d81-46e0-aca6-c9185b391828" providerId="ADAL" clId="{18447838-0BCA-432B-86F3-BB78526C143F}" dt="2026-10-12T21:56:16.067" v="2332" actId="20577"/>
          <ac:spMkLst>
            <pc:docMk/>
            <pc:sldMk cId="232970683" sldId="901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47" creationId="{2199A702-03D6-415E-8F03-8F1BB33C3D45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48" creationId="{C40C5762-B1B7-40DE-B23D-153CE17158AA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49" creationId="{E7F43684-6224-4F98-AB05-C1C8FBB5F856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0" creationId="{2C2BF9A0-1D2F-46F3-AFD3-85192566E24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1" creationId="{C3D7EDF1-73C1-421B-AD1F-C6A5827EA15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2" creationId="{AB5303AC-7B45-428D-BFE8-17AC9B17655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3" creationId="{9D6DDE0C-3B46-479E-A80B-F3FC94FE0BB6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4" creationId="{51549B7E-ED0F-4436-8FC8-5EF864D948C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5" creationId="{8744D3EF-CDF2-4D14-AACC-0982E0274A3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6" creationId="{CE8F68C2-1A0B-4759-9A65-700BAD50CAB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7" creationId="{B5A0ED94-A0FD-48F3-AF08-DA007E0F44F0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8" creationId="{71EEC9DC-7311-4F5B-B9D2-9465275AE2B6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9" creationId="{73B41FAD-1A52-4E93-89E9-F6CF0EB51BA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0" creationId="{AD402632-D8B5-48CC-A946-FEDBA74AA31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1" creationId="{74A91AC0-56E6-4DF0-8622-D9D04FA79A9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2" creationId="{C28F6269-B518-489C-985A-1299BFB6106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3" creationId="{C7CE1B46-C1B2-41D0-BEF4-5D8345265AF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4" creationId="{A28FFE30-1FC0-41E0-A4C6-436AA053837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5" creationId="{DE4312D7-0F41-4703-B757-E6F0C68704E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6" creationId="{49658F91-D475-4E61-9340-C2CAF90091D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7" creationId="{41E8D5A6-BEF6-44EA-9C65-5048ADEBFEF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8" creationId="{CEBD0FE3-FE55-4170-82B8-99AEB29BE20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9" creationId="{0753D5AA-786A-4E4A-9259-35AD0A9DBFEA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0" creationId="{A79B6DCC-EB5D-4226-AD22-841532287E1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1" creationId="{F27DDE7D-2152-4850-8DDD-D46E2E70E4B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2" creationId="{6AEFAE03-24FA-423B-BE18-93953B5CA8D5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3" creationId="{5731BD19-C6AB-4551-B931-198F91B640A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4" creationId="{3BC31FF5-A5F4-4757-BC4D-F615042902EB}"/>
          </ac:spMkLst>
        </pc:spChg>
        <pc:spChg chg="mod">
          <ac:chgData name="Minh Huynh" userId="01a137d4-0d81-46e0-aca6-c9185b391828" providerId="ADAL" clId="{18447838-0BCA-432B-86F3-BB78526C143F}" dt="2026-10-12T21:58:38.944" v="2364" actId="20577"/>
          <ac:spMkLst>
            <pc:docMk/>
            <pc:sldMk cId="232970683" sldId="901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6" creationId="{73A645AE-664A-423F-8DDD-C8C06B3A7A7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7" creationId="{91C42E6C-C30A-438C-A7C9-8F2CD7266D1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8" creationId="{DD3189FF-241A-4A75-AE5F-A51CA8757917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9" creationId="{95711114-0F70-41C9-A34D-5B078FF651B1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0" creationId="{CEE9F308-9C88-4767-BF59-94E0E170FD9F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1" creationId="{8FD1ED4D-249D-4DB7-AEAE-FF0118BDF3FC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2" creationId="{26B6592C-6A4F-4B6E-BE7C-D2CC943185E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3" creationId="{002EFBA7-9647-4B78-9C42-134F81FCCB4E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4" creationId="{D6BEC4FF-41F5-4F72-BE0F-3BB2B3C956D4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5" creationId="{7788472F-4A55-4BB7-8E7C-C1DEB43EBE5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6" creationId="{8A8E4DE9-499B-4A49-97D4-C23912E9176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7" creationId="{7DB7774F-5DA3-4524-ABD4-0306EACADA6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88" creationId="{DD7F568A-E10A-42A6-8DD7-89708932C924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89" creationId="{46F8458C-5F60-4B54-8B52-86BFF0E7BFC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0" creationId="{CAEC0739-F223-4399-AA9D-C8873B37483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1" creationId="{B6403C4B-018A-4CC1-8C10-9982F249BAF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2" creationId="{15164FBA-393B-48E9-AA99-ADA9AFD450C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3" creationId="{01EC23A7-0FB8-4BB0-BDDF-E77B9D4D8CF0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4" creationId="{7612F2A8-B096-4386-B4E3-2FBBB3B19281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5" creationId="{249DC1CC-BBC8-487C-8E71-B729AFA2669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6" creationId="{3F31811F-B8BB-4CC7-9E0B-EA31337D334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7" creationId="{2A6C4381-B73D-4F25-8F78-5A572C11DA6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8" creationId="{00084E4B-67AD-406C-BCE5-11BB2D96174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9" creationId="{E8D2E691-0891-443B-8FF9-2D053A9F71E3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0" creationId="{A3BF1D4D-579B-4F41-A96E-812F464E839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1" creationId="{ADB1EB13-4BE8-4854-B309-0C96D88C67F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2" creationId="{1D443D0C-3FD4-40A7-9D65-5F41331FA54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3" creationId="{2B9A8AE0-96E8-4C2B-A774-1481FBB65B8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4" creationId="{FF15C818-59D4-4522-8833-371EBDFD166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5" creationId="{E6CF411F-1380-4F4F-9AB7-C00595D29714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6" creationId="{06262F71-8E9B-4E8B-BAC9-518A2BC779B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7" creationId="{F2649D6C-8552-4CE2-B9DD-06B336D3C297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8" creationId="{A3754F7B-EB72-4111-AA04-1B47F01AAA98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09" creationId="{70E29BDE-D582-44E9-A981-A922657C973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0" creationId="{C84A6944-673D-40A5-8054-D4A16C4F12F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1" creationId="{A3211B5B-E568-4BCD-AFD2-F7D4F1FA6F6B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2" creationId="{6AE57762-497E-4CB6-933E-224650C85615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3" creationId="{22AC1789-9CDA-4576-BE0B-2EA3F94D1B29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4" creationId="{1D15B502-FBD0-4D52-9373-9E8C3C5E6C6E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5" creationId="{5C482160-BFF2-46FA-A335-C33D27054EB2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6" creationId="{BE32DE41-260C-4BDD-9995-B5E7CE4AE13B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7" creationId="{3923A32C-8BB8-422A-9C5B-425274790048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8" creationId="{97D0E181-35A6-4620-AB7C-D7E5C0456EE6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9" creationId="{CA00CEB9-7A7D-41C6-B0D7-3D7A51935ACD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0" creationId="{CC2D1360-1673-4D92-B422-6748B526114A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1" creationId="{1CBDF342-4891-4AAD-A4AA-A80D531935B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2" creationId="{BA41133E-FC1A-46BE-A12E-701B621316C2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3" creationId="{19CA7375-E97A-4DB4-A23B-2CB2E137074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4" creationId="{956C46C7-24AB-4D9B-8904-EE60CFACC0C6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5" creationId="{C70FC9DB-627A-4C73-A98E-F101407A2A4E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6" creationId="{C209B7AC-2022-4EFA-BAE5-3578AB6F8C62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7" creationId="{A3D722CA-4697-4C49-81D8-CCB269685479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8" creationId="{90C02011-FD70-4FC2-8A42-4EA647BB5C9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9" creationId="{CCC6A48B-32D9-47A5-B49D-4E8A82FC0D93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30" creationId="{09B8E903-5294-4D19-B51B-70020377B7A8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31" creationId="{6766EA1A-5560-4A9D-8492-7A266BF81F0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32" creationId="{E4130D3F-8F23-423F-ABE1-9E13C1E0581A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49" creationId="{21DFD56D-3523-4608-9402-BFB28459070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0" creationId="{6DBAB6A7-C461-484C-ADB3-AABA62871EA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1" creationId="{90614140-0FC7-4B2C-AC00-25A3D449D757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2" creationId="{A39311CA-B5A0-452F-8DE5-15587543E5D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3" creationId="{CC4135C1-925C-4734-8A19-3FA170BED01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4" creationId="{E50D65BB-3A00-40D4-BEB3-639AF96917D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5" creationId="{F88CA61F-761B-40D0-9A17-10D593B3247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6" creationId="{6C3D556A-27F9-499F-A789-55B42F8AB77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7" creationId="{A38F0726-2FB3-4CE1-AB85-658E951878E0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8" creationId="{9A532184-9FAF-442F-A2B6-22F5DE3F3A1C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9" creationId="{5A86A892-1579-4A9B-8153-0B7325B32AB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0" creationId="{BBAAE345-78C0-4389-A2C3-163D462D233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1" creationId="{3B9021A5-D70D-44D9-8FD2-334714F6880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2" creationId="{7CE1599A-9562-41D5-8D00-D2CC724664C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3" creationId="{919F206C-7941-4701-A201-F83FBE7FA58D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4" creationId="{EB101FD7-1E88-42E7-B8F3-03B503462AE1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5" creationId="{BA151476-867D-404B-BC73-2F03730FC3E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6" creationId="{E4C53C5F-A54D-401E-8FE0-1CAF2FB857D7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7" creationId="{675DDA17-543F-4915-AA09-F64037DC075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8" creationId="{D3B8DB5D-B3EF-4ADB-B873-D530E075329A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9" creationId="{02C300F5-1222-4D33-97BD-57965A511AF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70" creationId="{89D33540-E4B3-45BB-9DE8-CB56F094F072}"/>
          </ac:spMkLst>
        </pc:s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782254885" sldId="901"/>
        </pc:sldMkLst>
      </pc:sldChg>
      <pc:sldChg chg="addSp delSp modSp add mod">
        <pc:chgData name="Minh Huynh" userId="01a137d4-0d81-46e0-aca6-c9185b391828" providerId="ADAL" clId="{18447838-0BCA-432B-86F3-BB78526C143F}" dt="2026-10-13T02:51:01.163" v="2453" actId="14100"/>
        <pc:sldMkLst>
          <pc:docMk/>
          <pc:sldMk cId="2487047363" sldId="902"/>
        </pc:sldMkLst>
        <pc:spChg chg="mod">
          <ac:chgData name="Minh Huynh" userId="01a137d4-0d81-46e0-aca6-c9185b391828" providerId="ADAL" clId="{18447838-0BCA-432B-86F3-BB78526C143F}" dt="2026-10-13T02:49:08.771" v="2403" actId="20577"/>
          <ac:spMkLst>
            <pc:docMk/>
            <pc:sldMk cId="2487047363" sldId="902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6" creationId="{D5C76A90-EC58-483F-BA63-C54B3AE8E0B5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7" creationId="{6C5B3935-C11C-4582-913F-B018CC09A810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8" creationId="{99505BA9-B9DE-4B2A-B684-E5CE80A45AC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9" creationId="{2058982F-5033-4DBE-8A93-C0EB78BA2C6B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0" creationId="{9AA65E4C-6435-4406-895C-49C36A20458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1" creationId="{E87C0E9F-FF49-4F7F-A9E5-6036524C6F6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2" creationId="{5E665120-A57F-4287-BE6C-0FC157C33155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3" creationId="{E2555B8C-AC38-4F06-B192-54A6F35AD3A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4" creationId="{5CD5B599-F530-4C52-95E0-623B9B01299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5" creationId="{170E2E09-9F88-4E83-8277-B9F39C337FB8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6" creationId="{04FD84DD-84E1-409B-AEAA-C0AB867AB479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7" creationId="{38038D13-6956-4514-ADBB-43F344C9F93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8" creationId="{F0F15E31-12AA-4CAE-BE15-7F6D9E0B926C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9" creationId="{1902B7B7-89FB-4E99-AAB0-20876F1B714D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0" creationId="{10F3A7C5-7D12-4B60-9E14-49CB5B416E49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1" creationId="{4207EA15-8D58-4672-840C-A0E0C5AD8D71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2" creationId="{8F3C5456-3597-4F46-965F-3E3F26789C6E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3" creationId="{73CF5687-73A6-43F3-85CD-886056F16A15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4" creationId="{FF940E9C-F98E-4E71-9FDE-F3DE7DBB745D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5" creationId="{575B8533-9CE5-48C4-B13E-76DC419A06B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6" creationId="{FEFBD3AC-FE54-4088-BE80-6CB8CC0B7B23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7" creationId="{A71E8C65-26F8-442C-89AB-9D1709F3BBA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8" creationId="{4D971A3D-5CC3-4804-85C6-131B3B435D6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9" creationId="{20C7DCFB-1F5C-419B-8E6E-89EAC558146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0" creationId="{092B3514-F4CE-4443-BCDD-6B65F7870289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1" creationId="{31DF323A-8DD1-4EAA-93BB-76F94BFAD658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2" creationId="{6F7BC4AA-3B4C-450D-85BD-62983A584652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3" creationId="{29958C97-DE55-46FD-87FD-9FB937DE8A1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4" creationId="{C4AD46F8-283A-43C6-9D3C-4DB4E43C0A5F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5" creationId="{87A8F7FD-D6D5-475B-B13E-EB21BBFFFFE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6" creationId="{37285192-4EE9-4D01-915B-5FDDC626B08D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7" creationId="{FED09083-3068-491A-9969-0DD5D8486970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8" creationId="{CCD52D7D-D9BB-4722-8AC2-8600EAA82A08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9" creationId="{F9E8E363-5414-4102-A2E7-7FA6410BAA8C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0" creationId="{4A55D290-73E1-43E4-A3DC-FB8FCB77982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1" creationId="{C7A075F8-871A-4C89-885E-CF67F21EEC1E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2" creationId="{90781B4B-0CE1-4626-B836-6E38B6BD680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3" creationId="{5E9A8468-12A9-4BA5-9A26-D6F483E360C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4" creationId="{9F937CE0-91F0-4C7D-B44D-61C5A0168373}"/>
          </ac:spMkLst>
        </pc:spChg>
        <pc:spChg chg="mod">
          <ac:chgData name="Minh Huynh" userId="01a137d4-0d81-46e0-aca6-c9185b391828" providerId="ADAL" clId="{18447838-0BCA-432B-86F3-BB78526C143F}" dt="2026-10-13T02:50:22.651" v="2440" actId="14100"/>
          <ac:spMkLst>
            <pc:docMk/>
            <pc:sldMk cId="2487047363" sldId="902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6" creationId="{DAC7E202-A49C-4EA7-B11A-44E12B7A2FD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7" creationId="{62A43434-78A1-4B5B-BEFD-16359EB4787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8" creationId="{0B1343DD-8CFB-43D3-8549-2E513BCA4D2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9" creationId="{DDB2D4AF-25A6-492C-8C5B-499257DBF71A}"/>
          </ac:spMkLst>
        </pc:spChg>
        <pc:spChg chg="del">
          <ac:chgData name="Minh Huynh" userId="01a137d4-0d81-46e0-aca6-c9185b391828" providerId="ADAL" clId="{18447838-0BCA-432B-86F3-BB78526C143F}" dt="2026-10-13T02:50:24.303" v="2441" actId="478"/>
          <ac:spMkLst>
            <pc:docMk/>
            <pc:sldMk cId="2487047363" sldId="902"/>
            <ac:spMk id="80" creationId="{CEE9F308-9C88-4767-BF59-94E0E170FD9F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1" creationId="{8FD1ED4D-249D-4DB7-AEAE-FF0118BDF3FC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2" creationId="{26B6592C-6A4F-4B6E-BE7C-D2CC943185E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3" creationId="{002EFBA7-9647-4B78-9C42-134F81FCCB4E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4" creationId="{D6BEC4FF-41F5-4F72-BE0F-3BB2B3C956D4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5" creationId="{7788472F-4A55-4BB7-8E7C-C1DEB43EBE5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6" creationId="{8A8E4DE9-499B-4A49-97D4-C23912E9176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7" creationId="{7DB7774F-5DA3-4524-ABD4-0306EACADA6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88" creationId="{26005E6A-6EA8-4151-A779-A0663F80CA60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89" creationId="{B414DED1-86DC-4E79-9517-D9ACDBB9D824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0" creationId="{01591618-CC17-4AEA-B6DB-4F5BE55B44F8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1" creationId="{81025A3E-A2F6-4449-B62F-979BCFF3419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2" creationId="{C343450D-2406-4D89-8E41-1555AF0EB1A4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3" creationId="{C5CD930C-ABA5-4C66-BFCB-4F06B1FE866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4" creationId="{3B0F03BB-997A-4362-ACE0-66681911D159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5" creationId="{182FDF43-7ADB-47DA-ABFA-E46A8149C7B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6" creationId="{A26E7D74-1407-4B33-A059-1ACFFCFFA71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7" creationId="{C5FCD331-6E0B-4AC0-B40B-34B864E6277D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8" creationId="{35399F7F-49C2-4117-B855-3694C030968C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9" creationId="{07DB01D2-9121-4AA0-889D-AC1DFA1E0B1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0" creationId="{2CADFEF8-43F1-4C66-8923-9C0E719B6E81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1" creationId="{BA24A5E0-0AD4-4A58-B365-9104414967BD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2" creationId="{7FF04EC5-0235-4979-BC5D-42FF3EAB0188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3" creationId="{2E5DC29A-FB52-417E-9C27-28C31B928300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4" creationId="{3A6556C6-597E-4DAA-A539-07379D4CDB03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5" creationId="{B507C91C-DA60-45C2-B822-1AA04E38116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6" creationId="{E10A5471-C1CA-42A3-8337-D0B79872C93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7" creationId="{5D889565-9B4B-46CC-85D1-BA45C078622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8" creationId="{947076CE-710C-43BC-9729-231897829D95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09" creationId="{70E29BDE-D582-44E9-A981-A922657C973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0" creationId="{C84A6944-673D-40A5-8054-D4A16C4F12F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1" creationId="{A3211B5B-E568-4BCD-AFD2-F7D4F1FA6F6B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2" creationId="{6AE57762-497E-4CB6-933E-224650C85615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3" creationId="{22AC1789-9CDA-4576-BE0B-2EA3F94D1B29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4" creationId="{1D15B502-FBD0-4D52-9373-9E8C3C5E6C6E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5" creationId="{5C482160-BFF2-46FA-A335-C33D27054EB2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6" creationId="{BE32DE41-260C-4BDD-9995-B5E7CE4AE13B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7" creationId="{3923A32C-8BB8-422A-9C5B-425274790048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8" creationId="{97D0E181-35A6-4620-AB7C-D7E5C0456EE6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9" creationId="{CA00CEB9-7A7D-41C6-B0D7-3D7A51935ACD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0" creationId="{CC2D1360-1673-4D92-B422-6748B526114A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1" creationId="{1CBDF342-4891-4AAD-A4AA-A80D531935B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2" creationId="{BA41133E-FC1A-46BE-A12E-701B621316C2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3" creationId="{19CA7375-E97A-4DB4-A23B-2CB2E137074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4" creationId="{956C46C7-24AB-4D9B-8904-EE60CFACC0C6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5" creationId="{C70FC9DB-627A-4C73-A98E-F101407A2A4E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6" creationId="{C209B7AC-2022-4EFA-BAE5-3578AB6F8C62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7" creationId="{A3D722CA-4697-4C49-81D8-CCB269685479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8" creationId="{90C02011-FD70-4FC2-8A42-4EA647BB5C9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9" creationId="{CCC6A48B-32D9-47A5-B49D-4E8A82FC0D93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30" creationId="{09B8E903-5294-4D19-B51B-70020377B7A8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31" creationId="{6766EA1A-5560-4A9D-8492-7A266BF81F0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32" creationId="{E4130D3F-8F23-423F-ABE1-9E13C1E0581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3" creationId="{9FFF96A4-E75E-48DE-84B8-E90875689B9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4" creationId="{1D673CAE-F566-45E1-A27B-3AB1792E145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5" creationId="{AA3CF724-A683-4028-94B6-B0B4B9ED885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6" creationId="{3D93E50F-CB56-4AA9-AC6C-2DB9C95B12AC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7" creationId="{783EF8D4-BEB2-49B3-B8B4-FD533FF3523F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8" creationId="{BAA48223-7F9E-4E34-A31C-1BB6A78B6585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9" creationId="{9BF258A2-6828-4C8C-A633-4B6E8912A98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0" creationId="{7D5A4F7F-E256-49B1-A91C-34742774F3BC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1" creationId="{4B4F8553-6D15-4BA0-8278-1FF4BFF4EA0E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2" creationId="{E753C01D-C4CC-405F-A322-A659106F8D9E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3" creationId="{BD7B5607-9BF6-481D-B504-53DB1C63D915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4" creationId="{6BF21274-DDCE-4388-A34D-1837419984F3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5" creationId="{F2442D25-959F-4A98-BE9C-6BD6D89948B5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6" creationId="{2D2DAA67-747E-43A1-86BE-BC6B47BEBC98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7" creationId="{FC4E3C91-C4F0-46E8-BE5C-51859AA92D2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8" creationId="{D3C1514A-AAA1-4CF4-8493-C1DF3B45784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9" creationId="{8F298063-E868-46A3-97E4-2AD127E35FB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0" creationId="{0CF6AC62-33AA-4FEF-B3DA-8CB4E936A87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1" creationId="{DD4E1251-DD05-4456-838C-F2F904A1E11E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2" creationId="{BD5E8EFD-A7FA-4C0F-8D22-7938804011F9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3" creationId="{A05B3B2B-4858-4AD5-9B4A-CB527D0726D1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4" creationId="{C5904B70-56B1-4F28-A9A3-5E609AD14434}"/>
          </ac:spMkLst>
        </pc:spChg>
        <pc:picChg chg="add mod modCrop">
          <ac:chgData name="Minh Huynh" userId="01a137d4-0d81-46e0-aca6-c9185b391828" providerId="ADAL" clId="{18447838-0BCA-432B-86F3-BB78526C143F}" dt="2026-10-13T02:51:01.163" v="2453" actId="14100"/>
          <ac:picMkLst>
            <pc:docMk/>
            <pc:sldMk cId="2487047363" sldId="902"/>
            <ac:picMk id="3" creationId="{FF9598AB-0C4F-493D-A633-16BD9A5A5B00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254035699" sldId="902"/>
        </pc:sldMkLst>
      </pc:sldChg>
      <pc:sldChg chg="addSp delSp modSp add mod">
        <pc:chgData name="Minh Huynh" userId="01a137d4-0d81-46e0-aca6-c9185b391828" providerId="ADAL" clId="{18447838-0BCA-432B-86F3-BB78526C143F}" dt="2026-10-13T02:52:58.446" v="2495" actId="14100"/>
        <pc:sldMkLst>
          <pc:docMk/>
          <pc:sldMk cId="407186605" sldId="903"/>
        </pc:sldMkLst>
        <pc:spChg chg="mod">
          <ac:chgData name="Minh Huynh" userId="01a137d4-0d81-46e0-aca6-c9185b391828" providerId="ADAL" clId="{18447838-0BCA-432B-86F3-BB78526C143F}" dt="2026-10-13T02:52:05.608" v="2463" actId="20577"/>
          <ac:spMkLst>
            <pc:docMk/>
            <pc:sldMk cId="407186605" sldId="903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5" creationId="{ADEC3FB9-46A0-42BC-BA1F-6F02818ADA0A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6" creationId="{5BCF704C-2879-4F7C-999D-3A1FE9696CD7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7" creationId="{4C08E428-9A3D-451F-9FDD-468FB8A5EAC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8" creationId="{2FD88ADD-0A7A-4F75-9212-61896E47E8E2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9" creationId="{CEA850DB-253F-45EC-B8A4-D8536273C0C6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0" creationId="{2B77C65E-EBB1-47DB-8DA2-B196D9DED29C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1" creationId="{3B2D7323-76A2-420C-9013-8D5970D6530B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2" creationId="{E5E1C936-9939-45C0-9CAC-D71E97BD66F3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3" creationId="{0509C094-038E-42F8-98A7-4AA7EB8A1F24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4" creationId="{C2322A7D-2283-4751-A992-F56BD97E0B28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5" creationId="{91CA99DC-4B8F-4043-8F8C-15707D28C0E3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6" creationId="{408747EB-23FD-406E-8607-91866E79D55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7" creationId="{0B269119-08A1-4BE2-B96D-DA1278FCEFD8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8" creationId="{B2BE9CB0-715D-47F6-A0D3-C4C34F37F289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9" creationId="{DB4F1F6D-FE9B-44A1-BDEC-742016D0F22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0" creationId="{FA31135B-F8C5-4F30-B357-960C685BDB26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1" creationId="{6C2CC521-6DF9-4B5C-9051-6DE2E689858B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2" creationId="{147B6001-433B-40A4-AE42-FC65EAFCEB61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3" creationId="{94317183-4A29-46F9-8A8D-8C1704AAD7DE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4" creationId="{90D3F90F-D5AD-4416-9955-DACB2A5E619C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5" creationId="{538DEEF7-7A14-4C97-88FC-4F03EF55C7CD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6" creationId="{8872A8E3-42AB-4E32-9943-C07A170A083A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7" creationId="{47B64B21-4075-44DC-A0BA-307F44371E77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8" creationId="{8C2A514C-18C6-42F6-B67A-09E66AA2FC8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9" creationId="{289A509F-84D0-42CC-8741-F75A3820973D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0" creationId="{3AFDCB15-9CD4-42DE-9D60-FB0BA7E47138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1" creationId="{DAB9FBA9-E83D-4B41-8940-D09426DB17B6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2" creationId="{F2E99E10-006F-4E61-AAD2-5CFBBF11AE3A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3" creationId="{D9D9682F-D4F6-4BF7-8E8E-7D3C7CD4CA42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4" creationId="{E62A4847-2C78-41C8-8A17-4763CE29FD70}"/>
          </ac:spMkLst>
        </pc:spChg>
        <pc:spChg chg="mod">
          <ac:chgData name="Minh Huynh" userId="01a137d4-0d81-46e0-aca6-c9185b391828" providerId="ADAL" clId="{18447838-0BCA-432B-86F3-BB78526C143F}" dt="2026-10-13T02:52:38.718" v="2489" actId="20577"/>
          <ac:spMkLst>
            <pc:docMk/>
            <pc:sldMk cId="407186605" sldId="903"/>
            <ac:spMk id="75" creationId="{49DF9D2F-8E65-4D63-82C3-27F8FA7882BF}"/>
          </ac:spMkLst>
        </pc:spChg>
        <pc:picChg chg="add mod">
          <ac:chgData name="Minh Huynh" userId="01a137d4-0d81-46e0-aca6-c9185b391828" providerId="ADAL" clId="{18447838-0BCA-432B-86F3-BB78526C143F}" dt="2026-10-13T02:52:58.446" v="2495" actId="14100"/>
          <ac:picMkLst>
            <pc:docMk/>
            <pc:sldMk cId="407186605" sldId="903"/>
            <ac:picMk id="2" creationId="{6FCA070F-4587-4399-9BD6-75A05A565D03}"/>
          </ac:picMkLst>
        </pc:picChg>
        <pc:picChg chg="del">
          <ac:chgData name="Minh Huynh" userId="01a137d4-0d81-46e0-aca6-c9185b391828" providerId="ADAL" clId="{18447838-0BCA-432B-86F3-BB78526C143F}" dt="2026-10-13T02:52:51.296" v="2490" actId="478"/>
          <ac:picMkLst>
            <pc:docMk/>
            <pc:sldMk cId="407186605" sldId="903"/>
            <ac:picMk id="3" creationId="{FF9598AB-0C4F-493D-A633-16BD9A5A5B00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758277335" sldId="903"/>
        </pc:sldMkLst>
      </pc:sldChg>
      <pc:sldChg chg="addSp delSp modSp add mod">
        <pc:chgData name="Minh Huynh" userId="01a137d4-0d81-46e0-aca6-c9185b391828" providerId="ADAL" clId="{18447838-0BCA-432B-86F3-BB78526C143F}" dt="2026-10-13T02:55:25.047" v="2552"/>
        <pc:sldMkLst>
          <pc:docMk/>
          <pc:sldMk cId="1787648695" sldId="904"/>
        </pc:sldMkLst>
        <pc:spChg chg="mod">
          <ac:chgData name="Minh Huynh" userId="01a137d4-0d81-46e0-aca6-c9185b391828" providerId="ADAL" clId="{18447838-0BCA-432B-86F3-BB78526C143F}" dt="2026-10-13T02:55:04.442" v="2548" actId="20577"/>
          <ac:spMkLst>
            <pc:docMk/>
            <pc:sldMk cId="1787648695" sldId="904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3T02:55:12.923" v="2550" actId="478"/>
          <ac:spMkLst>
            <pc:docMk/>
            <pc:sldMk cId="1787648695" sldId="904"/>
            <ac:spMk id="75" creationId="{49DF9D2F-8E65-4D63-82C3-27F8FA7882BF}"/>
          </ac:spMkLst>
        </pc:spChg>
        <pc:graphicFrameChg chg="add mod">
          <ac:chgData name="Minh Huynh" userId="01a137d4-0d81-46e0-aca6-c9185b391828" providerId="ADAL" clId="{18447838-0BCA-432B-86F3-BB78526C143F}" dt="2026-10-13T02:55:17.528" v="2551"/>
          <ac:graphicFrameMkLst>
            <pc:docMk/>
            <pc:sldMk cId="1787648695" sldId="904"/>
            <ac:graphicFrameMk id="5" creationId="{ED8765C3-613A-4F4C-A180-3299951757A9}"/>
          </ac:graphicFrameMkLst>
        </pc:graphicFrameChg>
        <pc:graphicFrameChg chg="add mod">
          <ac:chgData name="Minh Huynh" userId="01a137d4-0d81-46e0-aca6-c9185b391828" providerId="ADAL" clId="{18447838-0BCA-432B-86F3-BB78526C143F}" dt="2026-10-13T02:55:25.047" v="2552"/>
          <ac:graphicFrameMkLst>
            <pc:docMk/>
            <pc:sldMk cId="1787648695" sldId="904"/>
            <ac:graphicFrameMk id="6" creationId="{1E019121-932F-4197-9A42-61D4D5DF8D3E}"/>
          </ac:graphicFrameMkLst>
        </pc:graphicFrameChg>
        <pc:picChg chg="del">
          <ac:chgData name="Minh Huynh" userId="01a137d4-0d81-46e0-aca6-c9185b391828" providerId="ADAL" clId="{18447838-0BCA-432B-86F3-BB78526C143F}" dt="2026-10-13T02:55:09.587" v="2549" actId="478"/>
          <ac:picMkLst>
            <pc:docMk/>
            <pc:sldMk cId="1787648695" sldId="904"/>
            <ac:picMk id="2" creationId="{6FCA070F-4587-4399-9BD6-75A05A565D03}"/>
          </ac:picMkLst>
        </pc:picChg>
      </pc:sldChg>
      <pc:sldChg chg="addSp delSp modSp add mod">
        <pc:chgData name="Minh Huynh" userId="01a137d4-0d81-46e0-aca6-c9185b391828" providerId="ADAL" clId="{18447838-0BCA-432B-86F3-BB78526C143F}" dt="2026-10-13T02:57:56.104" v="2599" actId="1076"/>
        <pc:sldMkLst>
          <pc:docMk/>
          <pc:sldMk cId="1045422390" sldId="905"/>
        </pc:sldMkLst>
        <pc:spChg chg="add del">
          <ac:chgData name="Minh Huynh" userId="01a137d4-0d81-46e0-aca6-c9185b391828" providerId="ADAL" clId="{18447838-0BCA-432B-86F3-BB78526C143F}" dt="2026-10-13T02:57:33.838" v="2556"/>
          <ac:spMkLst>
            <pc:docMk/>
            <pc:sldMk cId="1045422390" sldId="905"/>
            <ac:spMk id="2" creationId="{F1E60DDB-647A-44BE-BE48-8E5ECFC1A088}"/>
          </ac:spMkLst>
        </pc:spChg>
        <pc:spChg chg="mod">
          <ac:chgData name="Minh Huynh" userId="01a137d4-0d81-46e0-aca6-c9185b391828" providerId="ADAL" clId="{18447838-0BCA-432B-86F3-BB78526C143F}" dt="2026-10-13T02:57:47.455" v="2595" actId="20577"/>
          <ac:spMkLst>
            <pc:docMk/>
            <pc:sldMk cId="1045422390" sldId="905"/>
            <ac:spMk id="4" creationId="{7BC73E8E-0D58-4B4B-A5C4-A8AE38997407}"/>
          </ac:spMkLst>
        </pc:spChg>
        <pc:graphicFrameChg chg="del">
          <ac:chgData name="Minh Huynh" userId="01a137d4-0d81-46e0-aca6-c9185b391828" providerId="ADAL" clId="{18447838-0BCA-432B-86F3-BB78526C143F}" dt="2026-10-13T02:57:31.904" v="2554" actId="478"/>
          <ac:graphicFrameMkLst>
            <pc:docMk/>
            <pc:sldMk cId="1045422390" sldId="905"/>
            <ac:graphicFrameMk id="5" creationId="{ED8765C3-613A-4F4C-A180-3299951757A9}"/>
          </ac:graphicFrameMkLst>
        </pc:graphicFrameChg>
        <pc:graphicFrameChg chg="del">
          <ac:chgData name="Minh Huynh" userId="01a137d4-0d81-46e0-aca6-c9185b391828" providerId="ADAL" clId="{18447838-0BCA-432B-86F3-BB78526C143F}" dt="2026-10-13T02:57:31.904" v="2554" actId="478"/>
          <ac:graphicFrameMkLst>
            <pc:docMk/>
            <pc:sldMk cId="1045422390" sldId="905"/>
            <ac:graphicFrameMk id="6" creationId="{1E019121-932F-4197-9A42-61D4D5DF8D3E}"/>
          </ac:graphicFrameMkLst>
        </pc:graphicFrameChg>
        <pc:picChg chg="add mod modCrop">
          <ac:chgData name="Minh Huynh" userId="01a137d4-0d81-46e0-aca6-c9185b391828" providerId="ADAL" clId="{18447838-0BCA-432B-86F3-BB78526C143F}" dt="2026-10-13T02:57:56.104" v="2599" actId="1076"/>
          <ac:picMkLst>
            <pc:docMk/>
            <pc:sldMk cId="1045422390" sldId="905"/>
            <ac:picMk id="3" creationId="{408C6312-FD8B-4CBC-B76D-19D9F5BFB69F}"/>
          </ac:picMkLst>
        </pc:picChg>
      </pc:sldChg>
      <pc:sldChg chg="addSp delSp modSp add mod">
        <pc:chgData name="Minh Huynh" userId="01a137d4-0d81-46e0-aca6-c9185b391828" providerId="ADAL" clId="{18447838-0BCA-432B-86F3-BB78526C143F}" dt="2026-10-13T03:01:57.617" v="2674" actId="20577"/>
        <pc:sldMkLst>
          <pc:docMk/>
          <pc:sldMk cId="4258506999" sldId="906"/>
        </pc:sldMkLst>
        <pc:spChg chg="add del">
          <ac:chgData name="Minh Huynh" userId="01a137d4-0d81-46e0-aca6-c9185b391828" providerId="ADAL" clId="{18447838-0BCA-432B-86F3-BB78526C143F}" dt="2026-10-13T03:01:33.318" v="2603"/>
          <ac:spMkLst>
            <pc:docMk/>
            <pc:sldMk cId="4258506999" sldId="906"/>
            <ac:spMk id="2" creationId="{2B5DCEBB-3CA7-465A-BCB6-8273A98139B4}"/>
          </ac:spMkLst>
        </pc:spChg>
        <pc:spChg chg="mod">
          <ac:chgData name="Minh Huynh" userId="01a137d4-0d81-46e0-aca6-c9185b391828" providerId="ADAL" clId="{18447838-0BCA-432B-86F3-BB78526C143F}" dt="2026-10-13T03:01:57.617" v="2674" actId="20577"/>
          <ac:spMkLst>
            <pc:docMk/>
            <pc:sldMk cId="4258506999" sldId="906"/>
            <ac:spMk id="4" creationId="{7BC73E8E-0D58-4B4B-A5C4-A8AE38997407}"/>
          </ac:spMkLst>
        </pc:spChg>
        <pc:picChg chg="del">
          <ac:chgData name="Minh Huynh" userId="01a137d4-0d81-46e0-aca6-c9185b391828" providerId="ADAL" clId="{18447838-0BCA-432B-86F3-BB78526C143F}" dt="2026-10-13T03:01:31.307" v="2601" actId="478"/>
          <ac:picMkLst>
            <pc:docMk/>
            <pc:sldMk cId="4258506999" sldId="906"/>
            <ac:picMk id="3" creationId="{408C6312-FD8B-4CBC-B76D-19D9F5BFB69F}"/>
          </ac:picMkLst>
        </pc:picChg>
        <pc:picChg chg="add mod modCrop">
          <ac:chgData name="Minh Huynh" userId="01a137d4-0d81-46e0-aca6-c9185b391828" providerId="ADAL" clId="{18447838-0BCA-432B-86F3-BB78526C143F}" dt="2026-10-13T03:01:42.046" v="2607" actId="1076"/>
          <ac:picMkLst>
            <pc:docMk/>
            <pc:sldMk cId="4258506999" sldId="906"/>
            <ac:picMk id="5" creationId="{A8AC5D9D-3B8D-4A6F-B0B8-5820DD3642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20094-FB53-4D74-90C8-3B90ED5CA22C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2D812-793F-4284-A735-A7869CB1D0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26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9A9A2-9F71-1570-0D0B-FBDDB1D2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A43F6-5895-46C7-145E-393A3D99D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276C6-145B-462B-D6AC-6490DF8E0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F7024-A846-C330-3BD9-C70C91883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4A984-FA65-47CB-8377-447F50C0CDED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8218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449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252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146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57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394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6969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866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0907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145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43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8828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F4BE-78A3-94CE-715B-F363F852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8BA94-385B-D9EC-1D46-4535E7A2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1C37C-244F-2103-F0EB-FD455FD7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D893F-9B64-9D40-2E96-729E89BF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E4A984-FA65-47CB-8377-447F50C0CDED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4829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33130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71A4-B58C-40C7-ACC7-F9107E270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DC486-8B1F-4847-A672-1F19F18B1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E2605-B86B-4C39-8E3E-2CAE474A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65D82-0C1E-49B6-A4BF-143B5B02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B8211-EA2C-4B21-B907-FEB4789A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32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64996-8C1B-4123-A1BC-945F2156E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FE586-118E-43AA-BDAC-F934F1B6A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799EE-A009-4AD7-8ED2-7354238C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790F5-AD0B-43F8-8DB0-7EECCB97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C7043-66F3-4CEE-91CC-F1DF2161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88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DCE0-F641-452D-A2FB-06326DFBD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81646-EEC0-40CE-811B-25E2D6676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82203-5BD0-460E-8CB1-736A09FD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D4E99-EF41-40F5-9AD2-0BF43235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11A29-198E-45B2-8AA1-26302A64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30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ABB1-27E8-436E-8391-4B8C0C39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A4C12-77F3-48C8-8BE1-E4A1C1989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118EC-B1F9-4335-91E8-686527BD3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72C4C-E9D2-4A38-9DA8-9CCE4F36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D95C8-3B1A-434B-8CFD-21357279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4E9D6-A6ED-44F2-B68F-235194BF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683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FE22-686D-475D-9181-FA16A63F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57003-FCF9-427D-9B84-9D315916D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C2113-0F6D-44B9-A7DA-15B001B53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CD859-3D33-4C96-B95D-D469DE6BE8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F3856-CFCB-4BA0-A8FF-F8316EBDC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C432C-32B4-4CC8-B68C-47E17B6A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80297-F617-45A3-B914-2442CE2A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97718-06C4-4512-A9E5-C903625D5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00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8CC0-6B93-4300-A6C4-1180D4B8B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C27AA-EB2D-48E6-8049-520B20C3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ACAC1-7E7C-4885-BC2B-375C36FC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04426-EFCE-4CF3-81B9-6AD5E3B9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925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6C1FA-B0CD-4727-9A52-1C7BB444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27923-117E-491B-923F-6124ABAB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2EFD9-3B27-4105-B54F-231AB46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67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9437-EDEF-4324-99E9-547688B7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B2CC-C30A-49F5-B061-BF9842728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BD8A7-1529-4F7D-BB45-A2DAFF9B6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747F8-1F0B-44CC-B76C-249768AB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3826A-99D0-4B68-B53F-9FAF1218F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7E538-222A-46EF-81A1-9B0B735A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98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F5A6-C530-43CA-98DD-35BD7B59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428680-95AA-4A86-9335-60A58BD82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835A1-2663-47F6-8582-B225E4F72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CF1C3-8D1D-47A7-A841-09CD8B0C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D9B48-80EB-492B-A33D-C7623162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AA910-09B5-4489-B817-0A87DF35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47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DD80-9431-4960-B3E9-29FBBB99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5B747-B8F9-4B6A-A480-D5F0BFC09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5DA87-F4D9-43E5-9761-FC0DCA40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9904E-C9ED-4568-A230-6E7B1866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47D12-63D5-4AE8-9E5A-033061CA4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0526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CD830-63FA-49DB-9533-A5610633E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578AE-FCA6-4113-965E-A40264BC2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B8185-7406-4AA8-88F8-9E3C39347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0EFAC-5B41-46D0-BA68-D4759CCE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27DBC-E9B6-4236-9E3A-9BB1EB52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6661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with logo">
  <p:cSld name="Blank slide with log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964" y="6061928"/>
            <a:ext cx="1712692" cy="7291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413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53226-C1E9-484E-AA28-9B754F452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09D47-4554-4BAF-A6EB-D43FB5CBE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3EB1F-CFEF-44CA-A347-2991A2779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59D23-133D-4E17-A6C3-77C76B79CC34}" type="datetimeFigureOut">
              <a:rPr lang="en-AU" smtClean="0"/>
              <a:t>13/10/2026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117A1-4C96-4D99-AEA5-541B9CFD8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625DF-A619-40A9-A782-E56F44E3E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35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image" Target="../media/image6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0.png"/><Relationship Id="rId10" Type="http://schemas.openxmlformats.org/officeDocument/2006/relationships/image" Target="../media/image49.png"/><Relationship Id="rId4" Type="http://schemas.microsoft.com/office/2007/relationships/hdphoto" Target="../media/hdphoto1.wdp"/><Relationship Id="rId9" Type="http://schemas.openxmlformats.org/officeDocument/2006/relationships/image" Target="../media/image48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80.png"/><Relationship Id="rId4" Type="http://schemas.openxmlformats.org/officeDocument/2006/relationships/image" Target="../media/image9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7" Type="http://schemas.openxmlformats.org/officeDocument/2006/relationships/image" Target="../media/image185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4.png"/><Relationship Id="rId5" Type="http://schemas.openxmlformats.org/officeDocument/2006/relationships/image" Target="../media/image186.png"/><Relationship Id="rId4" Type="http://schemas.openxmlformats.org/officeDocument/2006/relationships/image" Target="../media/image18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9CE681-010B-4831-B0B7-EA09487CD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56F341A-4AE1-42E8-8AC0-A35CBFF2FFFA}"/>
              </a:ext>
            </a:extLst>
          </p:cNvPr>
          <p:cNvSpPr/>
          <p:nvPr/>
        </p:nvSpPr>
        <p:spPr>
          <a:xfrm>
            <a:off x="393403" y="318976"/>
            <a:ext cx="2658141" cy="6230680"/>
          </a:xfrm>
          <a:custGeom>
            <a:avLst/>
            <a:gdLst>
              <a:gd name="connsiteX0" fmla="*/ 0 w 2658141"/>
              <a:gd name="connsiteY0" fmla="*/ 0 h 6230680"/>
              <a:gd name="connsiteX1" fmla="*/ 1180216 w 2658141"/>
              <a:gd name="connsiteY1" fmla="*/ 0 h 6230680"/>
              <a:gd name="connsiteX2" fmla="*/ 1339704 w 2658141"/>
              <a:gd name="connsiteY2" fmla="*/ 2073350 h 6230680"/>
              <a:gd name="connsiteX3" fmla="*/ 1499192 w 2658141"/>
              <a:gd name="connsiteY3" fmla="*/ 0 h 6230680"/>
              <a:gd name="connsiteX4" fmla="*/ 2658141 w 2658141"/>
              <a:gd name="connsiteY4" fmla="*/ 0 h 6230680"/>
              <a:gd name="connsiteX5" fmla="*/ 2658141 w 2658141"/>
              <a:gd name="connsiteY5" fmla="*/ 6230680 h 6230680"/>
              <a:gd name="connsiteX6" fmla="*/ 1941343 w 2658141"/>
              <a:gd name="connsiteY6" fmla="*/ 6230680 h 6230680"/>
              <a:gd name="connsiteX7" fmla="*/ 1941343 w 2658141"/>
              <a:gd name="connsiteY7" fmla="*/ 3646968 h 6230680"/>
              <a:gd name="connsiteX8" fmla="*/ 1746943 w 2658141"/>
              <a:gd name="connsiteY8" fmla="*/ 6230680 h 6230680"/>
              <a:gd name="connsiteX9" fmla="*/ 941860 w 2658141"/>
              <a:gd name="connsiteY9" fmla="*/ 6230680 h 6230680"/>
              <a:gd name="connsiteX10" fmla="*/ 784255 w 2658141"/>
              <a:gd name="connsiteY10" fmla="*/ 4359982 h 6230680"/>
              <a:gd name="connsiteX11" fmla="*/ 729486 w 2658141"/>
              <a:gd name="connsiteY11" fmla="*/ 3636336 h 6230680"/>
              <a:gd name="connsiteX12" fmla="*/ 729486 w 2658141"/>
              <a:gd name="connsiteY12" fmla="*/ 3709898 h 6230680"/>
              <a:gd name="connsiteX13" fmla="*/ 728386 w 2658141"/>
              <a:gd name="connsiteY13" fmla="*/ 3696842 h 6230680"/>
              <a:gd name="connsiteX14" fmla="*/ 728386 w 2658141"/>
              <a:gd name="connsiteY14" fmla="*/ 6230680 h 6230680"/>
              <a:gd name="connsiteX15" fmla="*/ 0 w 2658141"/>
              <a:gd name="connsiteY15" fmla="*/ 6230680 h 6230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658141" h="6230680">
                <a:moveTo>
                  <a:pt x="0" y="0"/>
                </a:moveTo>
                <a:lnTo>
                  <a:pt x="1180216" y="0"/>
                </a:lnTo>
                <a:lnTo>
                  <a:pt x="1339704" y="2073350"/>
                </a:lnTo>
                <a:lnTo>
                  <a:pt x="1499192" y="0"/>
                </a:lnTo>
                <a:lnTo>
                  <a:pt x="2658141" y="0"/>
                </a:lnTo>
                <a:lnTo>
                  <a:pt x="2658141" y="6230680"/>
                </a:lnTo>
                <a:lnTo>
                  <a:pt x="1941343" y="6230680"/>
                </a:lnTo>
                <a:lnTo>
                  <a:pt x="1941343" y="3646968"/>
                </a:lnTo>
                <a:lnTo>
                  <a:pt x="1746943" y="6230680"/>
                </a:lnTo>
                <a:lnTo>
                  <a:pt x="941860" y="6230680"/>
                </a:lnTo>
                <a:lnTo>
                  <a:pt x="784255" y="4359982"/>
                </a:lnTo>
                <a:lnTo>
                  <a:pt x="729486" y="3636336"/>
                </a:lnTo>
                <a:lnTo>
                  <a:pt x="729486" y="3709898"/>
                </a:lnTo>
                <a:lnTo>
                  <a:pt x="728386" y="3696842"/>
                </a:lnTo>
                <a:lnTo>
                  <a:pt x="728386" y="6230680"/>
                </a:lnTo>
                <a:lnTo>
                  <a:pt x="0" y="623068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A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488F87-1197-471A-B44E-DB7CDC810C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454" t="7318" b="33527"/>
          <a:stretch/>
        </p:blipFill>
        <p:spPr>
          <a:xfrm>
            <a:off x="7736304" y="505326"/>
            <a:ext cx="4455695" cy="4054642"/>
          </a:xfrm>
          <a:prstGeom prst="rect">
            <a:avLst/>
          </a:prstGeom>
        </p:spPr>
      </p:pic>
      <p:pic>
        <p:nvPicPr>
          <p:cNvPr id="7" name="Picture 6" descr="Registry configuration summary | Monash Compulsory Units Portal (CUP)">
            <a:extLst>
              <a:ext uri="{FF2B5EF4-FFF2-40B4-BE49-F238E27FC236}">
                <a16:creationId xmlns:a16="http://schemas.microsoft.com/office/drawing/2014/main" id="{EBA1EB12-C8B5-4D38-A22A-F8EA37CBD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523" y="422390"/>
            <a:ext cx="2091086" cy="66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3AD52F1-D9EC-43D5-B468-7D23A6262D47}"/>
              </a:ext>
            </a:extLst>
          </p:cNvPr>
          <p:cNvSpPr/>
          <p:nvPr/>
        </p:nvSpPr>
        <p:spPr>
          <a:xfrm>
            <a:off x="4818185" y="3077307"/>
            <a:ext cx="6570979" cy="1403610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gency FB" panose="020B0503020202020204" pitchFamily="34" charset="0"/>
                <a:ea typeface="+mn-ea"/>
                <a:cs typeface="+mn-cs"/>
                <a:sym typeface="Arial"/>
              </a:rPr>
              <a:t>STATISTICS</a:t>
            </a:r>
            <a:endParaRPr kumimoji="0" lang="en-AU" sz="1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gency FB" panose="020B0503020202020204" pitchFamily="34" charset="0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B6F01-F247-4E5E-AC9E-2D11F2681474}"/>
              </a:ext>
            </a:extLst>
          </p:cNvPr>
          <p:cNvSpPr/>
          <p:nvPr/>
        </p:nvSpPr>
        <p:spPr>
          <a:xfrm>
            <a:off x="6096000" y="4553950"/>
            <a:ext cx="5293165" cy="5004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Arial"/>
              </a:rPr>
              <a:t>Session 3: Probability &amp; Statistics</a:t>
            </a:r>
            <a:endParaRPr kumimoji="0" lang="en-AU" sz="2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 Narrow" panose="020B0606020202030204" pitchFamily="34" charset="0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262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C0DF-5589-7910-774A-28D013AE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C73E8E-0D58-4B4B-A5C4-A8AE38997407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The Monty Hall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BF4A9-1FF9-45CB-8257-FB748ECAEB1A}"/>
              </a:ext>
            </a:extLst>
          </p:cNvPr>
          <p:cNvSpPr txBox="1"/>
          <p:nvPr/>
        </p:nvSpPr>
        <p:spPr>
          <a:xfrm>
            <a:off x="180753" y="914400"/>
            <a:ext cx="11830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Suppose the contestants on a game show are given the choice of three doors: Behind one door is a car; behind the others, goats. After a contestant picks a door, the host, who knows what’s behind all the doors, opens one of the unchosen doors, which reveals a goat. He then says to the contestant, “Do you want to switch to the other unopened door, or stay with your current choice?”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pPr algn="ctr"/>
            <a:r>
              <a:rPr lang="en-US" sz="2400" dirty="0">
                <a:latin typeface="Arial Narrow" panose="020B0606020202030204" pitchFamily="34" charset="0"/>
              </a:rPr>
              <a:t>Is it to the contestant’s advantage to make the switch?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851CAB-89FE-468A-8C22-331947964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524" y="3343274"/>
            <a:ext cx="7830952" cy="328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6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Roots: Gerolamo Cardano - Chalkdust">
            <a:extLst>
              <a:ext uri="{FF2B5EF4-FFF2-40B4-BE49-F238E27FC236}">
                <a16:creationId xmlns:a16="http://schemas.microsoft.com/office/drawing/2014/main" id="{E5D13A11-A2D9-4872-992F-0954755C6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31" y="988828"/>
            <a:ext cx="3951435" cy="4959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E505B16-BFC8-4BA2-87BE-B51040B50F96}"/>
              </a:ext>
            </a:extLst>
          </p:cNvPr>
          <p:cNvSpPr/>
          <p:nvPr/>
        </p:nvSpPr>
        <p:spPr>
          <a:xfrm>
            <a:off x="4274288" y="988829"/>
            <a:ext cx="7708162" cy="5082362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Mathematics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Gave the first algebraic solutions for cubic and quartic equations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Introduced foundation concepts of complex numbers</a:t>
            </a:r>
          </a:p>
          <a:p>
            <a:pPr lvl="0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</a:endParaRPr>
          </a:p>
          <a:p>
            <a:pPr lvl="0"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Physics and Engineering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Invented the universal joint used to transmit rotary motion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Described and improved the three-ring concentric gimbal to keep compasses and gyroscopes level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Contributed to early combination lock designs and hypocycloid "</a:t>
            </a:r>
            <a:r>
              <a:rPr lang="en-US" sz="2400" dirty="0" err="1">
                <a:solidFill>
                  <a:prstClr val="black"/>
                </a:solidFill>
                <a:latin typeface="Arial Narrow" panose="020B0606020202030204" pitchFamily="34" charset="0"/>
              </a:rPr>
              <a:t>Cardano</a:t>
            </a: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 circles" used in high-speed printing presses</a:t>
            </a:r>
          </a:p>
          <a:p>
            <a:pPr lvl="0">
              <a:defRPr/>
            </a:pPr>
            <a:endParaRPr lang="en-US" sz="2400" dirty="0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lvl="0"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Medicine and Science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Wrote the first clinical description of typhus fever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Authored dozens of medical papers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2414B0-52D8-4495-B2EF-0FCCCE1F38C5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 err="1">
                <a:solidFill>
                  <a:schemeClr val="bg1"/>
                </a:solidFill>
                <a:latin typeface="Arial Narrow" panose="020B0606020202030204" pitchFamily="34" charset="0"/>
              </a:rPr>
              <a:t>Cardano</a:t>
            </a:r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 &amp; the Sample Space</a:t>
            </a:r>
          </a:p>
        </p:txBody>
      </p:sp>
    </p:spTree>
    <p:extLst>
      <p:ext uri="{BB962C8B-B14F-4D97-AF65-F5344CB8AC3E}">
        <p14:creationId xmlns:p14="http://schemas.microsoft.com/office/powerpoint/2010/main" val="95069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4">
            <a:extLst>
              <a:ext uri="{FF2B5EF4-FFF2-40B4-BE49-F238E27FC236}">
                <a16:creationId xmlns:a16="http://schemas.microsoft.com/office/drawing/2014/main" id="{14726765-D026-4909-B54B-877E7FB13941}"/>
              </a:ext>
            </a:extLst>
          </p:cNvPr>
          <p:cNvGraphicFramePr>
            <a:graphicFrameLocks noGrp="1"/>
          </p:cNvGraphicFramePr>
          <p:nvPr/>
        </p:nvGraphicFramePr>
        <p:xfrm>
          <a:off x="6921121" y="1114519"/>
          <a:ext cx="4173998" cy="527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1143">
                  <a:extLst>
                    <a:ext uri="{9D8B030D-6E8A-4147-A177-3AD203B41FA5}">
                      <a16:colId xmlns:a16="http://schemas.microsoft.com/office/drawing/2014/main" val="4130104117"/>
                    </a:ext>
                  </a:extLst>
                </a:gridCol>
                <a:gridCol w="2652855">
                  <a:extLst>
                    <a:ext uri="{9D8B030D-6E8A-4147-A177-3AD203B41FA5}">
                      <a16:colId xmlns:a16="http://schemas.microsoft.com/office/drawing/2014/main" val="2181926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>
                          <a:latin typeface="Agency FB" panose="020B0503020202020204" pitchFamily="34" charset="0"/>
                        </a:rPr>
                        <a:t>N </a:t>
                      </a:r>
                      <a:r>
                        <a:rPr lang="en-AU" sz="2800">
                          <a:latin typeface="Agency FB" panose="020B0503020202020204" pitchFamily="34" charset="0"/>
                        </a:rPr>
                        <a:t>of heads</a:t>
                      </a:r>
                      <a:endParaRPr lang="en-AU" sz="2800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>
                          <a:latin typeface="Agency FB" panose="020B0503020202020204" pitchFamily="34" charset="0"/>
                        </a:rPr>
                        <a:t>Outcomes</a:t>
                      </a:r>
                      <a:endParaRPr lang="en-AU" sz="2800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290934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AU" sz="4000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310886"/>
                  </a:ext>
                </a:extLst>
              </a:tr>
              <a:tr h="1188720">
                <a:tc rowSpan="2">
                  <a:txBody>
                    <a:bodyPr/>
                    <a:lstStyle/>
                    <a:p>
                      <a:pPr algn="ctr"/>
                      <a:r>
                        <a:rPr lang="en-AU" sz="4000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240101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pPr algn="ctr"/>
                      <a:endParaRPr lang="en-AU" sz="4000" dirty="0">
                        <a:latin typeface="Agency FB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65142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AU" sz="4000" dirty="0">
                          <a:latin typeface="Agency FB" panose="020B0503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271123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2ABBCF26-7C36-4CA2-AEEB-B46F95FFA3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8737872" y="1673515"/>
            <a:ext cx="1080000" cy="10682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2BC3F6-4947-4060-8854-24E5AAEB19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9817872" y="1673514"/>
            <a:ext cx="1080000" cy="10682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DC048DD-E553-4B65-A8E7-DC6CEB8DC1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8737872" y="2908780"/>
            <a:ext cx="1080000" cy="10682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9DE24B8-A5FC-4575-B581-D4B0042D74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9817872" y="2914239"/>
            <a:ext cx="1080000" cy="10682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18AEAE5-54EC-4369-AAB2-834F171B78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8759684" y="5217582"/>
            <a:ext cx="1080000" cy="10682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1A39884-9D62-44E7-8058-E6DF030691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9817872" y="5224507"/>
            <a:ext cx="1080000" cy="106821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1C8CF1D-9F99-46D0-9A33-E4BCF21A4A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8759684" y="4085322"/>
            <a:ext cx="1080000" cy="106821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DB7BEF5-C76D-4CE9-8A71-92FEC8517E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9815609" y="4085321"/>
            <a:ext cx="1080000" cy="1068219"/>
          </a:xfrm>
          <a:prstGeom prst="rect">
            <a:avLst/>
          </a:prstGeom>
        </p:spPr>
      </p:pic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959028B7-E957-477E-9517-EAEF3BD753EE}"/>
              </a:ext>
            </a:extLst>
          </p:cNvPr>
          <p:cNvGraphicFramePr>
            <a:graphicFrameLocks noGrp="1"/>
          </p:cNvGraphicFramePr>
          <p:nvPr/>
        </p:nvGraphicFramePr>
        <p:xfrm>
          <a:off x="224107" y="1114519"/>
          <a:ext cx="4173998" cy="4084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1143">
                  <a:extLst>
                    <a:ext uri="{9D8B030D-6E8A-4147-A177-3AD203B41FA5}">
                      <a16:colId xmlns:a16="http://schemas.microsoft.com/office/drawing/2014/main" val="4130104117"/>
                    </a:ext>
                  </a:extLst>
                </a:gridCol>
                <a:gridCol w="2652855">
                  <a:extLst>
                    <a:ext uri="{9D8B030D-6E8A-4147-A177-3AD203B41FA5}">
                      <a16:colId xmlns:a16="http://schemas.microsoft.com/office/drawing/2014/main" val="2181926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>
                          <a:latin typeface="Agency FB" panose="020B0503020202020204" pitchFamily="34" charset="0"/>
                        </a:rPr>
                        <a:t>N </a:t>
                      </a:r>
                      <a:r>
                        <a:rPr lang="en-AU" sz="2800">
                          <a:latin typeface="Agency FB" panose="020B0503020202020204" pitchFamily="34" charset="0"/>
                        </a:rPr>
                        <a:t>of heads</a:t>
                      </a:r>
                      <a:endParaRPr lang="en-AU" sz="2800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>
                          <a:latin typeface="Agency FB" panose="020B0503020202020204" pitchFamily="34" charset="0"/>
                        </a:rPr>
                        <a:t>Outcomes</a:t>
                      </a:r>
                      <a:endParaRPr lang="en-AU" sz="2800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290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4000" dirty="0">
                          <a:latin typeface="Agency FB" panose="020B050302020202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310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4000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24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4000" dirty="0">
                          <a:latin typeface="Agency FB" panose="020B0503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271123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F967A736-1797-4CE2-9A0A-1CA6B29A2E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1952614" y="1712895"/>
            <a:ext cx="1080000" cy="10682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42F2630-FE52-48EE-900D-E632FA40EC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3032614" y="1712894"/>
            <a:ext cx="1080000" cy="10682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5A439BB-0788-44BB-AA37-38AF763471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1952614" y="2891147"/>
            <a:ext cx="1080000" cy="106821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B2BEB91-C49F-40CE-B864-96E9C83E7F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3032614" y="2896606"/>
            <a:ext cx="1080000" cy="106821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F36992E-1EA4-45C9-9B18-0D8450A176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1974426" y="4073392"/>
            <a:ext cx="1080000" cy="106821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355E4AC-44DD-40AC-802F-47165E6E20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3032614" y="4080317"/>
            <a:ext cx="1080000" cy="10682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AAB39F-90C3-4E09-9411-CB53C15B2A7E}"/>
                  </a:ext>
                </a:extLst>
              </p:cNvPr>
              <p:cNvSpPr txBox="1"/>
              <p:nvPr/>
            </p:nvSpPr>
            <p:spPr>
              <a:xfrm>
                <a:off x="4530365" y="1901257"/>
                <a:ext cx="815480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AAB39F-90C3-4E09-9411-CB53C15B2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0365" y="1901257"/>
                <a:ext cx="815480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A9AD03F-F832-4CF0-9688-23090112DB24}"/>
                  </a:ext>
                </a:extLst>
              </p:cNvPr>
              <p:cNvSpPr txBox="1"/>
              <p:nvPr/>
            </p:nvSpPr>
            <p:spPr>
              <a:xfrm>
                <a:off x="4527425" y="3118890"/>
                <a:ext cx="815480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A9AD03F-F832-4CF0-9688-23090112D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425" y="3118890"/>
                <a:ext cx="815480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8AED5E-688A-4972-9ECC-468EEE1E8737}"/>
                  </a:ext>
                </a:extLst>
              </p:cNvPr>
              <p:cNvSpPr txBox="1"/>
              <p:nvPr/>
            </p:nvSpPr>
            <p:spPr>
              <a:xfrm>
                <a:off x="4524485" y="4336523"/>
                <a:ext cx="815480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8AED5E-688A-4972-9ECC-468EEE1E8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485" y="4336523"/>
                <a:ext cx="815480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BD2CF4F-C1E6-4193-BF56-247C22E835C1}"/>
                  </a:ext>
                </a:extLst>
              </p:cNvPr>
              <p:cNvSpPr txBox="1"/>
              <p:nvPr/>
            </p:nvSpPr>
            <p:spPr>
              <a:xfrm>
                <a:off x="11268363" y="1900066"/>
                <a:ext cx="815480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BD2CF4F-C1E6-4193-BF56-247C22E83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8363" y="1900066"/>
                <a:ext cx="815480" cy="6127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192CDE5-20A5-481F-86D7-2468331B10EE}"/>
                  </a:ext>
                </a:extLst>
              </p:cNvPr>
              <p:cNvSpPr txBox="1"/>
              <p:nvPr/>
            </p:nvSpPr>
            <p:spPr>
              <a:xfrm>
                <a:off x="11265423" y="3752128"/>
                <a:ext cx="815480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192CDE5-20A5-481F-86D7-2468331B1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5423" y="3752128"/>
                <a:ext cx="815480" cy="6127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CA853C0-1A11-48C5-9AD1-D5E67C70DBCF}"/>
                  </a:ext>
                </a:extLst>
              </p:cNvPr>
              <p:cNvSpPr txBox="1"/>
              <p:nvPr/>
            </p:nvSpPr>
            <p:spPr>
              <a:xfrm>
                <a:off x="11262483" y="5452250"/>
                <a:ext cx="815480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CA853C0-1A11-48C5-9AD1-D5E67C70D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2483" y="5452250"/>
                <a:ext cx="815480" cy="6127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668B66-B2BF-4E01-8343-9F96B8A063B4}"/>
              </a:ext>
            </a:extLst>
          </p:cNvPr>
          <p:cNvCxnSpPr/>
          <p:nvPr/>
        </p:nvCxnSpPr>
        <p:spPr>
          <a:xfrm>
            <a:off x="6096000" y="1114519"/>
            <a:ext cx="0" cy="546703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FAB47D2-8F30-4EC2-AAA8-D5FE8B30A2CA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 err="1">
                <a:solidFill>
                  <a:schemeClr val="bg1"/>
                </a:solidFill>
                <a:latin typeface="Arial Narrow" panose="020B0606020202030204" pitchFamily="34" charset="0"/>
              </a:rPr>
              <a:t>Cardano</a:t>
            </a:r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 &amp; the Sample Space</a:t>
            </a:r>
          </a:p>
        </p:txBody>
      </p:sp>
    </p:spTree>
    <p:extLst>
      <p:ext uri="{BB962C8B-B14F-4D97-AF65-F5344CB8AC3E}">
        <p14:creationId xmlns:p14="http://schemas.microsoft.com/office/powerpoint/2010/main" val="373537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FAB47D2-8F30-4EC2-AAA8-D5FE8B30A2CA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Sample Space Practice Questions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1445DD-28C4-4C5D-BE89-46860B318B19}"/>
              </a:ext>
            </a:extLst>
          </p:cNvPr>
          <p:cNvSpPr txBox="1"/>
          <p:nvPr/>
        </p:nvSpPr>
        <p:spPr>
          <a:xfrm>
            <a:off x="180753" y="914400"/>
            <a:ext cx="118302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Suppose a family has two children, and suppose, for simplicity, that each child is equally likely to be a boy or a girl. What is the probability that both children are girls?</a:t>
            </a:r>
          </a:p>
          <a:p>
            <a:pPr marL="457200" indent="-457200">
              <a:buAutoNum type="arabicPeriod"/>
            </a:pPr>
            <a:endParaRPr lang="en-US" sz="2400" dirty="0">
              <a:latin typeface="Arial Narrow" panose="020B0606020202030204" pitchFamily="34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Suppose a family has two children, and suppose, for simplicity, that each child is equally likely to be a boy or a girl. What is the probability that at least one of them is a girl?</a:t>
            </a:r>
          </a:p>
          <a:p>
            <a:pPr marL="457200" indent="-457200">
              <a:buAutoNum type="arabicPeriod"/>
            </a:pPr>
            <a:endParaRPr lang="en-US" sz="2400" dirty="0">
              <a:latin typeface="Arial Narrow" panose="020B0606020202030204" pitchFamily="34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Suppose a family has two children, and that at least one of them is a girl. And suppose, for simplicity, that each child is equally likely to be a boy or a girl. What is the probability that both children are girls?</a:t>
            </a:r>
          </a:p>
          <a:p>
            <a:pPr marL="457200" indent="-457200">
              <a:buAutoNum type="arabicPeriod"/>
            </a:pPr>
            <a:endParaRPr lang="en-US" sz="2400" dirty="0">
              <a:latin typeface="Arial Narrow" panose="020B0606020202030204" pitchFamily="34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Suppose a family has two children, and that the first one is a girl. And suppose, for simplicity, that each child is equally likely to be a boy or a girl. What is the probability that both children are girls?</a:t>
            </a:r>
          </a:p>
          <a:p>
            <a:pPr marL="457200" indent="-457200">
              <a:buAutoNum type="arabicPeriod"/>
            </a:pPr>
            <a:endParaRPr lang="en-US" sz="2400" dirty="0">
              <a:latin typeface="Arial Narrow" panose="020B0606020202030204" pitchFamily="34" charset="0"/>
            </a:endParaRPr>
          </a:p>
          <a:p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185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16C92E27-7FD5-4769-AA3D-AD68795FEC1E}"/>
              </a:ext>
            </a:extLst>
          </p:cNvPr>
          <p:cNvSpPr/>
          <p:nvPr/>
        </p:nvSpPr>
        <p:spPr>
          <a:xfrm>
            <a:off x="4848925" y="1609255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66D29E9-73A3-42F6-9A9C-00DF4A23B84E}"/>
              </a:ext>
            </a:extLst>
          </p:cNvPr>
          <p:cNvSpPr/>
          <p:nvPr/>
        </p:nvSpPr>
        <p:spPr>
          <a:xfrm>
            <a:off x="4881367" y="932865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0C086C8-0DD8-4B94-BC89-CC31AF097041}"/>
              </a:ext>
            </a:extLst>
          </p:cNvPr>
          <p:cNvSpPr/>
          <p:nvPr/>
        </p:nvSpPr>
        <p:spPr>
          <a:xfrm>
            <a:off x="4848925" y="2281276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C0AC76-4F82-4D1D-80DC-BBE75C4B770F}"/>
              </a:ext>
            </a:extLst>
          </p:cNvPr>
          <p:cNvSpPr/>
          <p:nvPr/>
        </p:nvSpPr>
        <p:spPr>
          <a:xfrm>
            <a:off x="4848925" y="3496985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11C8028-8E5D-4E32-9768-A10F5A8B805C}"/>
              </a:ext>
            </a:extLst>
          </p:cNvPr>
          <p:cNvSpPr/>
          <p:nvPr/>
        </p:nvSpPr>
        <p:spPr>
          <a:xfrm>
            <a:off x="4881367" y="2820595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A5DC6DB-B0F3-41BA-AFFD-E5FDBFE1C38C}"/>
              </a:ext>
            </a:extLst>
          </p:cNvPr>
          <p:cNvSpPr/>
          <p:nvPr/>
        </p:nvSpPr>
        <p:spPr>
          <a:xfrm>
            <a:off x="4848925" y="4169006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F883078-34D9-4C57-A4C1-F780ADEED214}"/>
              </a:ext>
            </a:extLst>
          </p:cNvPr>
          <p:cNvSpPr/>
          <p:nvPr/>
        </p:nvSpPr>
        <p:spPr>
          <a:xfrm>
            <a:off x="4848925" y="5474716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E669A77-7C03-4663-9A1B-1E0DF02DFA9A}"/>
              </a:ext>
            </a:extLst>
          </p:cNvPr>
          <p:cNvSpPr/>
          <p:nvPr/>
        </p:nvSpPr>
        <p:spPr>
          <a:xfrm>
            <a:off x="4881367" y="4798326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0935CF6-B29C-4E6D-B8E7-88E943401AF6}"/>
              </a:ext>
            </a:extLst>
          </p:cNvPr>
          <p:cNvSpPr/>
          <p:nvPr/>
        </p:nvSpPr>
        <p:spPr>
          <a:xfrm>
            <a:off x="4848925" y="6146737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85A5ECE-3EF8-4C12-AC9F-9BE7290EAA71}"/>
              </a:ext>
            </a:extLst>
          </p:cNvPr>
          <p:cNvSpPr/>
          <p:nvPr/>
        </p:nvSpPr>
        <p:spPr>
          <a:xfrm>
            <a:off x="2799339" y="1609255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02641A-B8D6-43FB-89BA-9E51D91A3BDC}"/>
              </a:ext>
            </a:extLst>
          </p:cNvPr>
          <p:cNvSpPr/>
          <p:nvPr/>
        </p:nvSpPr>
        <p:spPr>
          <a:xfrm>
            <a:off x="2799339" y="3593580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8B0A133-BFB2-4EF2-AE73-95AB974AB70D}"/>
              </a:ext>
            </a:extLst>
          </p:cNvPr>
          <p:cNvSpPr/>
          <p:nvPr/>
        </p:nvSpPr>
        <p:spPr>
          <a:xfrm>
            <a:off x="2799339" y="5565135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97DAD2-6D0C-48B2-AE79-26164CB54FC6}"/>
              </a:ext>
            </a:extLst>
          </p:cNvPr>
          <p:cNvCxnSpPr>
            <a:cxnSpLocks/>
            <a:stCxn id="36" idx="6"/>
            <a:endCxn id="26" idx="2"/>
          </p:cNvCxnSpPr>
          <p:nvPr/>
        </p:nvCxnSpPr>
        <p:spPr>
          <a:xfrm flipV="1">
            <a:off x="3159339" y="1112865"/>
            <a:ext cx="1722028" cy="67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0688A5-CD64-452A-B727-BFC945782C65}"/>
              </a:ext>
            </a:extLst>
          </p:cNvPr>
          <p:cNvCxnSpPr>
            <a:cxnSpLocks/>
            <a:stCxn id="36" idx="6"/>
            <a:endCxn id="25" idx="2"/>
          </p:cNvCxnSpPr>
          <p:nvPr/>
        </p:nvCxnSpPr>
        <p:spPr>
          <a:xfrm>
            <a:off x="3159339" y="1789255"/>
            <a:ext cx="16895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F0FE7E-8D9B-4B88-A187-DE137354C547}"/>
              </a:ext>
            </a:extLst>
          </p:cNvPr>
          <p:cNvCxnSpPr>
            <a:cxnSpLocks/>
            <a:stCxn id="36" idx="6"/>
            <a:endCxn id="27" idx="2"/>
          </p:cNvCxnSpPr>
          <p:nvPr/>
        </p:nvCxnSpPr>
        <p:spPr>
          <a:xfrm>
            <a:off x="3159339" y="1789255"/>
            <a:ext cx="1689586" cy="672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6048F8A-8086-4C71-B739-4743D272CCD9}"/>
              </a:ext>
            </a:extLst>
          </p:cNvPr>
          <p:cNvCxnSpPr/>
          <p:nvPr/>
        </p:nvCxnSpPr>
        <p:spPr>
          <a:xfrm flipV="1">
            <a:off x="3159339" y="3084419"/>
            <a:ext cx="1722028" cy="67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A4FD1ED-DB7A-4095-8C41-5B51AB4CC381}"/>
              </a:ext>
            </a:extLst>
          </p:cNvPr>
          <p:cNvCxnSpPr/>
          <p:nvPr/>
        </p:nvCxnSpPr>
        <p:spPr>
          <a:xfrm>
            <a:off x="3159339" y="3760809"/>
            <a:ext cx="16895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F676F96-EBC7-47DA-AAE0-1C4F95DD724E}"/>
              </a:ext>
            </a:extLst>
          </p:cNvPr>
          <p:cNvCxnSpPr/>
          <p:nvPr/>
        </p:nvCxnSpPr>
        <p:spPr>
          <a:xfrm>
            <a:off x="3159339" y="3760809"/>
            <a:ext cx="1689586" cy="672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B8B76A3-6962-41FF-99FB-431ACF054308}"/>
              </a:ext>
            </a:extLst>
          </p:cNvPr>
          <p:cNvCxnSpPr/>
          <p:nvPr/>
        </p:nvCxnSpPr>
        <p:spPr>
          <a:xfrm flipV="1">
            <a:off x="3159339" y="5055974"/>
            <a:ext cx="1722028" cy="67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D00BF64-2A74-4E2F-BCEF-F253AFCC8EBA}"/>
              </a:ext>
            </a:extLst>
          </p:cNvPr>
          <p:cNvCxnSpPr/>
          <p:nvPr/>
        </p:nvCxnSpPr>
        <p:spPr>
          <a:xfrm>
            <a:off x="3159339" y="5732364"/>
            <a:ext cx="16895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29B33FE-395A-4FD1-9406-6992FC4C42F5}"/>
              </a:ext>
            </a:extLst>
          </p:cNvPr>
          <p:cNvCxnSpPr/>
          <p:nvPr/>
        </p:nvCxnSpPr>
        <p:spPr>
          <a:xfrm>
            <a:off x="3159339" y="5732364"/>
            <a:ext cx="1689586" cy="672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1F4A41-9832-40F4-A7DB-F9B15FBCD65B}"/>
              </a:ext>
            </a:extLst>
          </p:cNvPr>
          <p:cNvCxnSpPr>
            <a:cxnSpLocks/>
          </p:cNvCxnSpPr>
          <p:nvPr/>
        </p:nvCxnSpPr>
        <p:spPr>
          <a:xfrm>
            <a:off x="6096000" y="932865"/>
            <a:ext cx="0" cy="5683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452DEF36-93E6-427B-B2DC-3874DCF66241}"/>
              </a:ext>
            </a:extLst>
          </p:cNvPr>
          <p:cNvSpPr/>
          <p:nvPr/>
        </p:nvSpPr>
        <p:spPr>
          <a:xfrm>
            <a:off x="9572663" y="1618948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102C8F0-3F3E-43CB-98E8-E87EE7295A56}"/>
              </a:ext>
            </a:extLst>
          </p:cNvPr>
          <p:cNvSpPr/>
          <p:nvPr/>
        </p:nvSpPr>
        <p:spPr>
          <a:xfrm>
            <a:off x="9605105" y="942558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59303BC-9791-4196-B937-CEC4E19327E2}"/>
              </a:ext>
            </a:extLst>
          </p:cNvPr>
          <p:cNvSpPr/>
          <p:nvPr/>
        </p:nvSpPr>
        <p:spPr>
          <a:xfrm>
            <a:off x="9572663" y="2290969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8BDE7E8-7EA6-4FDF-AD7F-D60450AA40FD}"/>
              </a:ext>
            </a:extLst>
          </p:cNvPr>
          <p:cNvSpPr/>
          <p:nvPr/>
        </p:nvSpPr>
        <p:spPr>
          <a:xfrm>
            <a:off x="9572663" y="3506678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51FDA9C-4D44-499A-9D9A-6D4BFC9F8302}"/>
              </a:ext>
            </a:extLst>
          </p:cNvPr>
          <p:cNvSpPr/>
          <p:nvPr/>
        </p:nvSpPr>
        <p:spPr>
          <a:xfrm>
            <a:off x="9605105" y="2830288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A6F49D2-C0A9-4D59-B584-40B03AA7743A}"/>
              </a:ext>
            </a:extLst>
          </p:cNvPr>
          <p:cNvSpPr/>
          <p:nvPr/>
        </p:nvSpPr>
        <p:spPr>
          <a:xfrm>
            <a:off x="9572663" y="4178699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F79BDBD-58E3-492E-A5E4-7AE985EA3CF3}"/>
              </a:ext>
            </a:extLst>
          </p:cNvPr>
          <p:cNvSpPr/>
          <p:nvPr/>
        </p:nvSpPr>
        <p:spPr>
          <a:xfrm>
            <a:off x="9572663" y="5484409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1E929462-FBBD-4CD3-B3A0-AA50C7C0FFBF}"/>
              </a:ext>
            </a:extLst>
          </p:cNvPr>
          <p:cNvSpPr/>
          <p:nvPr/>
        </p:nvSpPr>
        <p:spPr>
          <a:xfrm>
            <a:off x="9605105" y="4808019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DFC52D6-AE0D-469E-9084-A6E56AC852E8}"/>
              </a:ext>
            </a:extLst>
          </p:cNvPr>
          <p:cNvSpPr/>
          <p:nvPr/>
        </p:nvSpPr>
        <p:spPr>
          <a:xfrm>
            <a:off x="9572663" y="6156430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B13C202-8D23-4AA9-9590-17C4AC1EA6C6}"/>
              </a:ext>
            </a:extLst>
          </p:cNvPr>
          <p:cNvSpPr/>
          <p:nvPr/>
        </p:nvSpPr>
        <p:spPr>
          <a:xfrm>
            <a:off x="7523077" y="1618948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336FD3E-B547-453C-9A6A-3FC597E00A86}"/>
              </a:ext>
            </a:extLst>
          </p:cNvPr>
          <p:cNvSpPr/>
          <p:nvPr/>
        </p:nvSpPr>
        <p:spPr>
          <a:xfrm>
            <a:off x="7523077" y="3603273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D15908B-938C-4C0B-887B-5EC450F012A2}"/>
              </a:ext>
            </a:extLst>
          </p:cNvPr>
          <p:cNvSpPr/>
          <p:nvPr/>
        </p:nvSpPr>
        <p:spPr>
          <a:xfrm>
            <a:off x="7523077" y="5574828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A0F91C0-A191-4B6E-9BAB-4F52856955FF}"/>
              </a:ext>
            </a:extLst>
          </p:cNvPr>
          <p:cNvCxnSpPr>
            <a:cxnSpLocks/>
            <a:stCxn id="93" idx="6"/>
            <a:endCxn id="85" idx="2"/>
          </p:cNvCxnSpPr>
          <p:nvPr/>
        </p:nvCxnSpPr>
        <p:spPr>
          <a:xfrm flipV="1">
            <a:off x="7883077" y="1122558"/>
            <a:ext cx="1722028" cy="67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9E9058E-54FB-4B63-A7A7-45412B95F0DC}"/>
              </a:ext>
            </a:extLst>
          </p:cNvPr>
          <p:cNvCxnSpPr>
            <a:cxnSpLocks/>
            <a:stCxn id="93" idx="6"/>
            <a:endCxn id="84" idx="2"/>
          </p:cNvCxnSpPr>
          <p:nvPr/>
        </p:nvCxnSpPr>
        <p:spPr>
          <a:xfrm>
            <a:off x="7883077" y="1798948"/>
            <a:ext cx="16895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C764B47-50B1-43A8-AA00-5C2314ADD232}"/>
              </a:ext>
            </a:extLst>
          </p:cNvPr>
          <p:cNvCxnSpPr>
            <a:cxnSpLocks/>
            <a:stCxn id="93" idx="6"/>
            <a:endCxn id="86" idx="2"/>
          </p:cNvCxnSpPr>
          <p:nvPr/>
        </p:nvCxnSpPr>
        <p:spPr>
          <a:xfrm>
            <a:off x="7883077" y="1798948"/>
            <a:ext cx="1689586" cy="672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30F3C0E-96B9-4344-B029-6F340AA4987B}"/>
              </a:ext>
            </a:extLst>
          </p:cNvPr>
          <p:cNvCxnSpPr/>
          <p:nvPr/>
        </p:nvCxnSpPr>
        <p:spPr>
          <a:xfrm flipV="1">
            <a:off x="7883077" y="3094112"/>
            <a:ext cx="1722028" cy="67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9FCC4D4-E54F-484A-AACE-2C472C80616E}"/>
              </a:ext>
            </a:extLst>
          </p:cNvPr>
          <p:cNvCxnSpPr/>
          <p:nvPr/>
        </p:nvCxnSpPr>
        <p:spPr>
          <a:xfrm>
            <a:off x="7883077" y="3770502"/>
            <a:ext cx="16895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38730FD-4708-4F7D-9CFA-F72B7DFE8D97}"/>
              </a:ext>
            </a:extLst>
          </p:cNvPr>
          <p:cNvCxnSpPr/>
          <p:nvPr/>
        </p:nvCxnSpPr>
        <p:spPr>
          <a:xfrm>
            <a:off x="7883077" y="3770502"/>
            <a:ext cx="1689586" cy="672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CDBE09B-3E04-46A8-8EC5-4958B9D210BB}"/>
              </a:ext>
            </a:extLst>
          </p:cNvPr>
          <p:cNvCxnSpPr/>
          <p:nvPr/>
        </p:nvCxnSpPr>
        <p:spPr>
          <a:xfrm flipV="1">
            <a:off x="7883077" y="5065667"/>
            <a:ext cx="1722028" cy="67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0A27141-DA28-440E-9014-961D0AE226F0}"/>
              </a:ext>
            </a:extLst>
          </p:cNvPr>
          <p:cNvCxnSpPr/>
          <p:nvPr/>
        </p:nvCxnSpPr>
        <p:spPr>
          <a:xfrm>
            <a:off x="7883077" y="5742057"/>
            <a:ext cx="16895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9BFB6B8-228D-4F05-88CF-DF660303FFD9}"/>
              </a:ext>
            </a:extLst>
          </p:cNvPr>
          <p:cNvCxnSpPr/>
          <p:nvPr/>
        </p:nvCxnSpPr>
        <p:spPr>
          <a:xfrm>
            <a:off x="7883077" y="5742057"/>
            <a:ext cx="1689586" cy="672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48E1A6D-B458-46B3-88CE-B26D4E9E4323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Solving The Monty Hall Problem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10C761-8DF6-4273-A5CE-A9F37B34547D}"/>
              </a:ext>
            </a:extLst>
          </p:cNvPr>
          <p:cNvSpPr/>
          <p:nvPr/>
        </p:nvSpPr>
        <p:spPr>
          <a:xfrm>
            <a:off x="1044707" y="780952"/>
            <a:ext cx="2622027" cy="42579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rgbClr val="212529"/>
                </a:solidFill>
                <a:latin typeface="Arial Narrow" panose="020B0606020202030204" pitchFamily="34" charset="0"/>
              </a:rPr>
              <a:t>If STAY</a:t>
            </a:r>
            <a:endParaRPr lang="en-US" sz="2000" dirty="0">
              <a:solidFill>
                <a:srgbClr val="212529"/>
              </a:solidFill>
              <a:latin typeface="Arial Narrow" panose="020B060602020203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BA669DC-0439-4909-B46F-4108015A9EB6}"/>
              </a:ext>
            </a:extLst>
          </p:cNvPr>
          <p:cNvSpPr/>
          <p:nvPr/>
        </p:nvSpPr>
        <p:spPr>
          <a:xfrm>
            <a:off x="6392063" y="778782"/>
            <a:ext cx="2622027" cy="42579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 dirty="0">
                <a:solidFill>
                  <a:srgbClr val="212529"/>
                </a:solidFill>
                <a:latin typeface="Arial Narrow" panose="020B0606020202030204" pitchFamily="34" charset="0"/>
              </a:rPr>
              <a:t>If SWITCH</a:t>
            </a:r>
          </a:p>
        </p:txBody>
      </p:sp>
    </p:spTree>
    <p:extLst>
      <p:ext uri="{BB962C8B-B14F-4D97-AF65-F5344CB8AC3E}">
        <p14:creationId xmlns:p14="http://schemas.microsoft.com/office/powerpoint/2010/main" val="398732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16C92E27-7FD5-4769-AA3D-AD68795FEC1E}"/>
              </a:ext>
            </a:extLst>
          </p:cNvPr>
          <p:cNvSpPr/>
          <p:nvPr/>
        </p:nvSpPr>
        <p:spPr>
          <a:xfrm>
            <a:off x="4848925" y="1609255"/>
            <a:ext cx="360000" cy="36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66D29E9-73A3-42F6-9A9C-00DF4A23B84E}"/>
              </a:ext>
            </a:extLst>
          </p:cNvPr>
          <p:cNvSpPr/>
          <p:nvPr/>
        </p:nvSpPr>
        <p:spPr>
          <a:xfrm>
            <a:off x="4881367" y="932865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0C086C8-0DD8-4B94-BC89-CC31AF097041}"/>
              </a:ext>
            </a:extLst>
          </p:cNvPr>
          <p:cNvSpPr/>
          <p:nvPr/>
        </p:nvSpPr>
        <p:spPr>
          <a:xfrm>
            <a:off x="4848925" y="2281276"/>
            <a:ext cx="360000" cy="36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C0AC76-4F82-4D1D-80DC-BBE75C4B770F}"/>
              </a:ext>
            </a:extLst>
          </p:cNvPr>
          <p:cNvSpPr/>
          <p:nvPr/>
        </p:nvSpPr>
        <p:spPr>
          <a:xfrm>
            <a:off x="4848925" y="3496985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11C8028-8E5D-4E32-9768-A10F5A8B805C}"/>
              </a:ext>
            </a:extLst>
          </p:cNvPr>
          <p:cNvSpPr/>
          <p:nvPr/>
        </p:nvSpPr>
        <p:spPr>
          <a:xfrm>
            <a:off x="4881367" y="2820595"/>
            <a:ext cx="360000" cy="360000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A5DC6DB-B0F3-41BA-AFFD-E5FDBFE1C38C}"/>
              </a:ext>
            </a:extLst>
          </p:cNvPr>
          <p:cNvSpPr/>
          <p:nvPr/>
        </p:nvSpPr>
        <p:spPr>
          <a:xfrm>
            <a:off x="4848925" y="4169006"/>
            <a:ext cx="360000" cy="36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F883078-34D9-4C57-A4C1-F780ADEED214}"/>
              </a:ext>
            </a:extLst>
          </p:cNvPr>
          <p:cNvSpPr/>
          <p:nvPr/>
        </p:nvSpPr>
        <p:spPr>
          <a:xfrm>
            <a:off x="4848925" y="5474716"/>
            <a:ext cx="360000" cy="36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E669A77-7C03-4663-9A1B-1E0DF02DFA9A}"/>
              </a:ext>
            </a:extLst>
          </p:cNvPr>
          <p:cNvSpPr/>
          <p:nvPr/>
        </p:nvSpPr>
        <p:spPr>
          <a:xfrm>
            <a:off x="4881367" y="4798326"/>
            <a:ext cx="360000" cy="360000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0935CF6-B29C-4E6D-B8E7-88E943401AF6}"/>
              </a:ext>
            </a:extLst>
          </p:cNvPr>
          <p:cNvSpPr/>
          <p:nvPr/>
        </p:nvSpPr>
        <p:spPr>
          <a:xfrm>
            <a:off x="4848925" y="6146737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85A5ECE-3EF8-4C12-AC9F-9BE7290EAA71}"/>
              </a:ext>
            </a:extLst>
          </p:cNvPr>
          <p:cNvSpPr/>
          <p:nvPr/>
        </p:nvSpPr>
        <p:spPr>
          <a:xfrm>
            <a:off x="2799339" y="1609255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02641A-B8D6-43FB-89BA-9E51D91A3BDC}"/>
              </a:ext>
            </a:extLst>
          </p:cNvPr>
          <p:cNvSpPr/>
          <p:nvPr/>
        </p:nvSpPr>
        <p:spPr>
          <a:xfrm>
            <a:off x="2799339" y="3593580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8B0A133-BFB2-4EF2-AE73-95AB974AB70D}"/>
              </a:ext>
            </a:extLst>
          </p:cNvPr>
          <p:cNvSpPr/>
          <p:nvPr/>
        </p:nvSpPr>
        <p:spPr>
          <a:xfrm>
            <a:off x="2799339" y="5565135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97DAD2-6D0C-48B2-AE79-26164CB54FC6}"/>
              </a:ext>
            </a:extLst>
          </p:cNvPr>
          <p:cNvCxnSpPr>
            <a:cxnSpLocks/>
            <a:stCxn id="36" idx="6"/>
            <a:endCxn id="26" idx="2"/>
          </p:cNvCxnSpPr>
          <p:nvPr/>
        </p:nvCxnSpPr>
        <p:spPr>
          <a:xfrm flipV="1">
            <a:off x="3159339" y="1112865"/>
            <a:ext cx="1722028" cy="67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0688A5-CD64-452A-B727-BFC945782C65}"/>
              </a:ext>
            </a:extLst>
          </p:cNvPr>
          <p:cNvCxnSpPr>
            <a:cxnSpLocks/>
            <a:stCxn id="36" idx="6"/>
            <a:endCxn id="25" idx="2"/>
          </p:cNvCxnSpPr>
          <p:nvPr/>
        </p:nvCxnSpPr>
        <p:spPr>
          <a:xfrm>
            <a:off x="3159339" y="1789255"/>
            <a:ext cx="1689586" cy="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F0FE7E-8D9B-4B88-A187-DE137354C547}"/>
              </a:ext>
            </a:extLst>
          </p:cNvPr>
          <p:cNvCxnSpPr>
            <a:cxnSpLocks/>
            <a:stCxn id="36" idx="6"/>
            <a:endCxn id="27" idx="2"/>
          </p:cNvCxnSpPr>
          <p:nvPr/>
        </p:nvCxnSpPr>
        <p:spPr>
          <a:xfrm>
            <a:off x="3159339" y="1789255"/>
            <a:ext cx="1689586" cy="672021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6048F8A-8086-4C71-B739-4743D272CCD9}"/>
              </a:ext>
            </a:extLst>
          </p:cNvPr>
          <p:cNvCxnSpPr/>
          <p:nvPr/>
        </p:nvCxnSpPr>
        <p:spPr>
          <a:xfrm flipV="1">
            <a:off x="3159339" y="3084419"/>
            <a:ext cx="1722028" cy="67639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A4FD1ED-DB7A-4095-8C41-5B51AB4CC381}"/>
              </a:ext>
            </a:extLst>
          </p:cNvPr>
          <p:cNvCxnSpPr/>
          <p:nvPr/>
        </p:nvCxnSpPr>
        <p:spPr>
          <a:xfrm>
            <a:off x="3159339" y="3760809"/>
            <a:ext cx="16895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F676F96-EBC7-47DA-AAE0-1C4F95DD724E}"/>
              </a:ext>
            </a:extLst>
          </p:cNvPr>
          <p:cNvCxnSpPr/>
          <p:nvPr/>
        </p:nvCxnSpPr>
        <p:spPr>
          <a:xfrm>
            <a:off x="3159339" y="3760809"/>
            <a:ext cx="1689586" cy="672021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B8B76A3-6962-41FF-99FB-431ACF054308}"/>
              </a:ext>
            </a:extLst>
          </p:cNvPr>
          <p:cNvCxnSpPr/>
          <p:nvPr/>
        </p:nvCxnSpPr>
        <p:spPr>
          <a:xfrm flipV="1">
            <a:off x="3159339" y="5055974"/>
            <a:ext cx="1722028" cy="67639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D00BF64-2A74-4E2F-BCEF-F253AFCC8EBA}"/>
              </a:ext>
            </a:extLst>
          </p:cNvPr>
          <p:cNvCxnSpPr/>
          <p:nvPr/>
        </p:nvCxnSpPr>
        <p:spPr>
          <a:xfrm>
            <a:off x="3159339" y="5732364"/>
            <a:ext cx="1689586" cy="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29B33FE-395A-4FD1-9406-6992FC4C42F5}"/>
              </a:ext>
            </a:extLst>
          </p:cNvPr>
          <p:cNvCxnSpPr/>
          <p:nvPr/>
        </p:nvCxnSpPr>
        <p:spPr>
          <a:xfrm>
            <a:off x="3159339" y="5732364"/>
            <a:ext cx="1689586" cy="672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452DEF36-93E6-427B-B2DC-3874DCF66241}"/>
              </a:ext>
            </a:extLst>
          </p:cNvPr>
          <p:cNvSpPr/>
          <p:nvPr/>
        </p:nvSpPr>
        <p:spPr>
          <a:xfrm>
            <a:off x="9572663" y="1618948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102C8F0-3F3E-43CB-98E8-E87EE7295A56}"/>
              </a:ext>
            </a:extLst>
          </p:cNvPr>
          <p:cNvSpPr/>
          <p:nvPr/>
        </p:nvSpPr>
        <p:spPr>
          <a:xfrm>
            <a:off x="9605105" y="942558"/>
            <a:ext cx="360000" cy="360000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59303BC-9791-4196-B937-CEC4E19327E2}"/>
              </a:ext>
            </a:extLst>
          </p:cNvPr>
          <p:cNvSpPr/>
          <p:nvPr/>
        </p:nvSpPr>
        <p:spPr>
          <a:xfrm>
            <a:off x="9572663" y="2290969"/>
            <a:ext cx="360000" cy="36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8BDE7E8-7EA6-4FDF-AD7F-D60450AA40FD}"/>
              </a:ext>
            </a:extLst>
          </p:cNvPr>
          <p:cNvSpPr/>
          <p:nvPr/>
        </p:nvSpPr>
        <p:spPr>
          <a:xfrm>
            <a:off x="9572663" y="3506678"/>
            <a:ext cx="360000" cy="36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51FDA9C-4D44-499A-9D9A-6D4BFC9F8302}"/>
              </a:ext>
            </a:extLst>
          </p:cNvPr>
          <p:cNvSpPr/>
          <p:nvPr/>
        </p:nvSpPr>
        <p:spPr>
          <a:xfrm>
            <a:off x="9605105" y="2830288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A6F49D2-C0A9-4D59-B584-40B03AA7743A}"/>
              </a:ext>
            </a:extLst>
          </p:cNvPr>
          <p:cNvSpPr/>
          <p:nvPr/>
        </p:nvSpPr>
        <p:spPr>
          <a:xfrm>
            <a:off x="9572663" y="4178699"/>
            <a:ext cx="360000" cy="36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F79BDBD-58E3-492E-A5E4-7AE985EA3CF3}"/>
              </a:ext>
            </a:extLst>
          </p:cNvPr>
          <p:cNvSpPr/>
          <p:nvPr/>
        </p:nvSpPr>
        <p:spPr>
          <a:xfrm>
            <a:off x="9572663" y="5484409"/>
            <a:ext cx="360000" cy="36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1E929462-FBBD-4CD3-B3A0-AA50C7C0FFBF}"/>
              </a:ext>
            </a:extLst>
          </p:cNvPr>
          <p:cNvSpPr/>
          <p:nvPr/>
        </p:nvSpPr>
        <p:spPr>
          <a:xfrm>
            <a:off x="9605105" y="4808019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DFC52D6-AE0D-469E-9084-A6E56AC852E8}"/>
              </a:ext>
            </a:extLst>
          </p:cNvPr>
          <p:cNvSpPr/>
          <p:nvPr/>
        </p:nvSpPr>
        <p:spPr>
          <a:xfrm>
            <a:off x="9572663" y="6156430"/>
            <a:ext cx="360000" cy="36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B13C202-8D23-4AA9-9590-17C4AC1EA6C6}"/>
              </a:ext>
            </a:extLst>
          </p:cNvPr>
          <p:cNvSpPr/>
          <p:nvPr/>
        </p:nvSpPr>
        <p:spPr>
          <a:xfrm>
            <a:off x="7523077" y="1618948"/>
            <a:ext cx="360000" cy="3600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336FD3E-B547-453C-9A6A-3FC597E00A86}"/>
              </a:ext>
            </a:extLst>
          </p:cNvPr>
          <p:cNvSpPr/>
          <p:nvPr/>
        </p:nvSpPr>
        <p:spPr>
          <a:xfrm>
            <a:off x="7523077" y="3603273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1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D15908B-938C-4C0B-887B-5EC450F012A2}"/>
              </a:ext>
            </a:extLst>
          </p:cNvPr>
          <p:cNvSpPr/>
          <p:nvPr/>
        </p:nvSpPr>
        <p:spPr>
          <a:xfrm>
            <a:off x="7523077" y="5574828"/>
            <a:ext cx="360000" cy="36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AU" dirty="0"/>
              <a:t>G</a:t>
            </a:r>
            <a:r>
              <a:rPr lang="en-AU" baseline="-25000" dirty="0"/>
              <a:t>2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A0F91C0-A191-4B6E-9BAB-4F52856955FF}"/>
              </a:ext>
            </a:extLst>
          </p:cNvPr>
          <p:cNvCxnSpPr>
            <a:cxnSpLocks/>
            <a:stCxn id="93" idx="6"/>
            <a:endCxn id="85" idx="2"/>
          </p:cNvCxnSpPr>
          <p:nvPr/>
        </p:nvCxnSpPr>
        <p:spPr>
          <a:xfrm flipV="1">
            <a:off x="7883077" y="1122558"/>
            <a:ext cx="1722028" cy="67639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9E9058E-54FB-4B63-A7A7-45412B95F0DC}"/>
              </a:ext>
            </a:extLst>
          </p:cNvPr>
          <p:cNvCxnSpPr>
            <a:cxnSpLocks/>
            <a:stCxn id="93" idx="6"/>
            <a:endCxn id="84" idx="2"/>
          </p:cNvCxnSpPr>
          <p:nvPr/>
        </p:nvCxnSpPr>
        <p:spPr>
          <a:xfrm>
            <a:off x="7883077" y="1798948"/>
            <a:ext cx="16895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C764B47-50B1-43A8-AA00-5C2314ADD232}"/>
              </a:ext>
            </a:extLst>
          </p:cNvPr>
          <p:cNvCxnSpPr>
            <a:cxnSpLocks/>
            <a:stCxn id="93" idx="6"/>
            <a:endCxn id="86" idx="2"/>
          </p:cNvCxnSpPr>
          <p:nvPr/>
        </p:nvCxnSpPr>
        <p:spPr>
          <a:xfrm>
            <a:off x="7883077" y="1798948"/>
            <a:ext cx="1689586" cy="672021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30F3C0E-96B9-4344-B029-6F340AA4987B}"/>
              </a:ext>
            </a:extLst>
          </p:cNvPr>
          <p:cNvCxnSpPr/>
          <p:nvPr/>
        </p:nvCxnSpPr>
        <p:spPr>
          <a:xfrm flipV="1">
            <a:off x="7883077" y="3094112"/>
            <a:ext cx="1722028" cy="67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9FCC4D4-E54F-484A-AACE-2C472C80616E}"/>
              </a:ext>
            </a:extLst>
          </p:cNvPr>
          <p:cNvCxnSpPr/>
          <p:nvPr/>
        </p:nvCxnSpPr>
        <p:spPr>
          <a:xfrm>
            <a:off x="7883077" y="3770502"/>
            <a:ext cx="1689586" cy="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38730FD-4708-4F7D-9CFA-F72B7DFE8D97}"/>
              </a:ext>
            </a:extLst>
          </p:cNvPr>
          <p:cNvCxnSpPr/>
          <p:nvPr/>
        </p:nvCxnSpPr>
        <p:spPr>
          <a:xfrm>
            <a:off x="7883077" y="3770502"/>
            <a:ext cx="1689586" cy="672021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CDBE09B-3E04-46A8-8EC5-4958B9D210BB}"/>
              </a:ext>
            </a:extLst>
          </p:cNvPr>
          <p:cNvCxnSpPr/>
          <p:nvPr/>
        </p:nvCxnSpPr>
        <p:spPr>
          <a:xfrm flipV="1">
            <a:off x="7883077" y="5065667"/>
            <a:ext cx="1722028" cy="67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0A27141-DA28-440E-9014-961D0AE226F0}"/>
              </a:ext>
            </a:extLst>
          </p:cNvPr>
          <p:cNvCxnSpPr/>
          <p:nvPr/>
        </p:nvCxnSpPr>
        <p:spPr>
          <a:xfrm>
            <a:off x="7883077" y="5742057"/>
            <a:ext cx="1689586" cy="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9BFB6B8-228D-4F05-88CF-DF660303FFD9}"/>
              </a:ext>
            </a:extLst>
          </p:cNvPr>
          <p:cNvCxnSpPr/>
          <p:nvPr/>
        </p:nvCxnSpPr>
        <p:spPr>
          <a:xfrm>
            <a:off x="7883077" y="5742057"/>
            <a:ext cx="1689586" cy="672021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BBA14EB-44AA-4B7D-BA9C-3355966AA93D}"/>
              </a:ext>
            </a:extLst>
          </p:cNvPr>
          <p:cNvSpPr/>
          <p:nvPr/>
        </p:nvSpPr>
        <p:spPr>
          <a:xfrm>
            <a:off x="4728262" y="788492"/>
            <a:ext cx="717041" cy="591025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CCA1B6D-35DF-4C2C-8281-9BD8FCEAD3DB}"/>
              </a:ext>
            </a:extLst>
          </p:cNvPr>
          <p:cNvSpPr/>
          <p:nvPr/>
        </p:nvSpPr>
        <p:spPr>
          <a:xfrm>
            <a:off x="9410364" y="797331"/>
            <a:ext cx="717041" cy="591025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DA23E1-CF7F-4027-B8C9-3AD276A946B9}"/>
              </a:ext>
            </a:extLst>
          </p:cNvPr>
          <p:cNvCxnSpPr>
            <a:cxnSpLocks/>
          </p:cNvCxnSpPr>
          <p:nvPr/>
        </p:nvCxnSpPr>
        <p:spPr>
          <a:xfrm>
            <a:off x="6096000" y="932865"/>
            <a:ext cx="0" cy="5683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706D9ED-BAC1-4C91-B74D-AFE8980BE164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Solving The Monty Hall Problem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C95094A-FC91-40DE-B5D7-93564752B716}"/>
              </a:ext>
            </a:extLst>
          </p:cNvPr>
          <p:cNvSpPr/>
          <p:nvPr/>
        </p:nvSpPr>
        <p:spPr>
          <a:xfrm>
            <a:off x="1044707" y="780952"/>
            <a:ext cx="2622027" cy="42579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>
                <a:solidFill>
                  <a:srgbClr val="212529"/>
                </a:solidFill>
                <a:latin typeface="Arial Narrow" panose="020B0606020202030204" pitchFamily="34" charset="0"/>
              </a:rPr>
              <a:t>If STAY</a:t>
            </a:r>
            <a:endParaRPr lang="en-US" sz="2000" dirty="0">
              <a:solidFill>
                <a:srgbClr val="212529"/>
              </a:solidFill>
              <a:latin typeface="Arial Narrow" panose="020B060602020203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8FA21EC-6056-4D7F-8B43-E2B19DEBA579}"/>
              </a:ext>
            </a:extLst>
          </p:cNvPr>
          <p:cNvSpPr/>
          <p:nvPr/>
        </p:nvSpPr>
        <p:spPr>
          <a:xfrm>
            <a:off x="6392063" y="778782"/>
            <a:ext cx="2622027" cy="42579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 dirty="0">
                <a:solidFill>
                  <a:srgbClr val="212529"/>
                </a:solidFill>
                <a:latin typeface="Arial Narrow" panose="020B0606020202030204" pitchFamily="34" charset="0"/>
              </a:rPr>
              <a:t>If SWITCH</a:t>
            </a:r>
          </a:p>
        </p:txBody>
      </p:sp>
    </p:spTree>
    <p:extLst>
      <p:ext uri="{BB962C8B-B14F-4D97-AF65-F5344CB8AC3E}">
        <p14:creationId xmlns:p14="http://schemas.microsoft.com/office/powerpoint/2010/main" val="144516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7706D9ED-BAC1-4C91-B74D-AFE8980BE164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Galileo and Counting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B01620C-296C-4F72-8FD7-DEF11960F5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53" t="2340" r="2599" b="4561"/>
          <a:stretch/>
        </p:blipFill>
        <p:spPr>
          <a:xfrm>
            <a:off x="2860495" y="1983203"/>
            <a:ext cx="6634438" cy="4475435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B5614F64-FD2F-4755-8B15-BC61D60D2D8C}"/>
              </a:ext>
            </a:extLst>
          </p:cNvPr>
          <p:cNvSpPr/>
          <p:nvPr/>
        </p:nvSpPr>
        <p:spPr>
          <a:xfrm>
            <a:off x="0" y="896987"/>
            <a:ext cx="12192000" cy="921285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rgbClr val="212529"/>
                </a:solidFill>
                <a:latin typeface="Arial Narrow" panose="020B0606020202030204" pitchFamily="34" charset="0"/>
              </a:rPr>
              <a:t>“When you throw 3 dice (and sum the outcomes), why does the number 10 appear more frequently than the number 9?”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D1BD6FB-5A74-4C68-983C-6622DD2316CA}"/>
              </a:ext>
            </a:extLst>
          </p:cNvPr>
          <p:cNvSpPr/>
          <p:nvPr/>
        </p:nvSpPr>
        <p:spPr>
          <a:xfrm>
            <a:off x="2594811" y="3649413"/>
            <a:ext cx="6918157" cy="57150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57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1D777FE1-82CE-48F8-A3B1-94BCC25FA3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53" t="43683" r="2599" b="50790"/>
          <a:stretch/>
        </p:blipFill>
        <p:spPr>
          <a:xfrm>
            <a:off x="2359200" y="1015349"/>
            <a:ext cx="7467600" cy="2990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146C470-2F5A-41E7-9607-1B441AA0AB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2" t="18482" r="78440" b="10916"/>
          <a:stretch/>
        </p:blipFill>
        <p:spPr>
          <a:xfrm>
            <a:off x="2828112" y="1314395"/>
            <a:ext cx="1080462" cy="15689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C36052-F436-4C8E-AFEE-4A7426ED30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07" t="18482" r="63200" b="10916"/>
          <a:stretch/>
        </p:blipFill>
        <p:spPr>
          <a:xfrm>
            <a:off x="3990974" y="1314395"/>
            <a:ext cx="1076325" cy="15689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341096-E0B6-4863-8B13-82279EFBCC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819" t="18482" r="47788" b="10916"/>
          <a:stretch/>
        </p:blipFill>
        <p:spPr>
          <a:xfrm>
            <a:off x="5197324" y="1314395"/>
            <a:ext cx="1076325" cy="15689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025CCF-2A6A-4776-80AB-3C5C821D7C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103" t="18482" r="32631" b="10916"/>
          <a:stretch/>
        </p:blipFill>
        <p:spPr>
          <a:xfrm>
            <a:off x="6368899" y="1314395"/>
            <a:ext cx="1066800" cy="15689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E893BC-80A4-411E-ABD6-6E2C2609B9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388" t="18482" r="17346" b="10916"/>
          <a:stretch/>
        </p:blipFill>
        <p:spPr>
          <a:xfrm>
            <a:off x="7540474" y="1500775"/>
            <a:ext cx="1066800" cy="15689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91B72A6-1902-4414-AC92-6297F4C063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388" t="18482" r="17346" b="10916"/>
          <a:stretch/>
        </p:blipFill>
        <p:spPr>
          <a:xfrm>
            <a:off x="7540474" y="1314395"/>
            <a:ext cx="1066800" cy="15689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F1D09D0-AFD9-4268-AAD1-0BD9C7BFD4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3718" t="18482" r="1888" b="10916"/>
          <a:stretch/>
        </p:blipFill>
        <p:spPr>
          <a:xfrm>
            <a:off x="8686800" y="1314395"/>
            <a:ext cx="1076324" cy="156899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2A640-843E-4A4D-B0E0-A383B60AB3CD}"/>
              </a:ext>
            </a:extLst>
          </p:cNvPr>
          <p:cNvCxnSpPr>
            <a:cxnSpLocks/>
          </p:cNvCxnSpPr>
          <p:nvPr/>
        </p:nvCxnSpPr>
        <p:spPr>
          <a:xfrm>
            <a:off x="1657350" y="3429000"/>
            <a:ext cx="100774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74BD466-2FDD-4538-B9BF-C849F25F71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1808"/>
          <a:stretch/>
        </p:blipFill>
        <p:spPr>
          <a:xfrm>
            <a:off x="2324099" y="3788228"/>
            <a:ext cx="1533526" cy="21260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7F7EF0-9F38-4739-9B55-957DFE815D7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392" r="66292"/>
          <a:stretch/>
        </p:blipFill>
        <p:spPr>
          <a:xfrm>
            <a:off x="3990974" y="3788228"/>
            <a:ext cx="1038225" cy="21260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3EF7304-E106-4408-9AC5-B68BEF48CE9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7059" r="50738"/>
          <a:stretch/>
        </p:blipFill>
        <p:spPr>
          <a:xfrm>
            <a:off x="5221136" y="3788227"/>
            <a:ext cx="1028700" cy="212600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976DD85-4161-4888-8024-593E8F75A85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692" r="35105"/>
          <a:stretch/>
        </p:blipFill>
        <p:spPr>
          <a:xfrm>
            <a:off x="6413198" y="3788227"/>
            <a:ext cx="1028700" cy="212600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56F2F3A-0A23-4EA1-9D31-10DA8C1677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8267" r="19643"/>
          <a:stretch/>
        </p:blipFill>
        <p:spPr>
          <a:xfrm>
            <a:off x="7608949" y="3788227"/>
            <a:ext cx="1019175" cy="212600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F165D32-1A92-4D27-9D95-D8DEF4BFD87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3673" r="4124"/>
          <a:stretch/>
        </p:blipFill>
        <p:spPr>
          <a:xfrm>
            <a:off x="8686800" y="3788227"/>
            <a:ext cx="1028700" cy="21260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2E8022-B80B-4B03-8FC5-766AB9F89813}"/>
              </a:ext>
            </a:extLst>
          </p:cNvPr>
          <p:cNvSpPr txBox="1"/>
          <p:nvPr/>
        </p:nvSpPr>
        <p:spPr>
          <a:xfrm>
            <a:off x="10304248" y="1463922"/>
            <a:ext cx="7633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000" dirty="0">
                <a:latin typeface="Agency FB" panose="020B0503020202020204" pitchFamily="34" charset="0"/>
              </a:rPr>
              <a:t>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4245EB-D0C2-4D52-A6DE-E166D6949A06}"/>
              </a:ext>
            </a:extLst>
          </p:cNvPr>
          <p:cNvSpPr txBox="1"/>
          <p:nvPr/>
        </p:nvSpPr>
        <p:spPr>
          <a:xfrm>
            <a:off x="10304248" y="4348558"/>
            <a:ext cx="8002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000" dirty="0">
                <a:latin typeface="Agency FB" panose="020B0503020202020204" pitchFamily="34" charset="0"/>
              </a:rPr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1CC9D8-5059-4778-ABB5-18FCA729A639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Galileo and Counting</a:t>
            </a:r>
          </a:p>
        </p:txBody>
      </p:sp>
    </p:spTree>
    <p:extLst>
      <p:ext uri="{BB962C8B-B14F-4D97-AF65-F5344CB8AC3E}">
        <p14:creationId xmlns:p14="http://schemas.microsoft.com/office/powerpoint/2010/main" val="39557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14E6531-D578-4889-A7C4-52AAB446C98B}"/>
              </a:ext>
            </a:extLst>
          </p:cNvPr>
          <p:cNvSpPr/>
          <p:nvPr/>
        </p:nvSpPr>
        <p:spPr>
          <a:xfrm>
            <a:off x="140094" y="2545999"/>
            <a:ext cx="4323622" cy="615089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400" dirty="0">
                <a:solidFill>
                  <a:srgbClr val="212529"/>
                </a:solidFill>
                <a:latin typeface="Arial Narrow" panose="020B0606020202030204" pitchFamily="34" charset="0"/>
              </a:rPr>
              <a:t>Let N = 2,400,000 and n = 500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095069-7168-4CB8-BD7F-39DD91D51BF0}"/>
              </a:ext>
            </a:extLst>
          </p:cNvPr>
          <p:cNvSpPr/>
          <p:nvPr/>
        </p:nvSpPr>
        <p:spPr>
          <a:xfrm>
            <a:off x="140094" y="3161088"/>
            <a:ext cx="4323622" cy="615089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400" dirty="0">
                <a:solidFill>
                  <a:srgbClr val="212529"/>
                </a:solidFill>
                <a:latin typeface="Arial Narrow" panose="020B0606020202030204" pitchFamily="34" charset="0"/>
              </a:rPr>
              <a:t>Assume sampling with replacement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3FB83C-7297-40D2-BF49-7B8D2F92522F}"/>
              </a:ext>
            </a:extLst>
          </p:cNvPr>
          <p:cNvSpPr/>
          <p:nvPr/>
        </p:nvSpPr>
        <p:spPr>
          <a:xfrm>
            <a:off x="140093" y="3776177"/>
            <a:ext cx="5081611" cy="615089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latin typeface="Arial Narrow" panose="020B0606020202030204" pitchFamily="34" charset="0"/>
              </a:rPr>
              <a:t>P(at least one repeat) = 1 – P(no repeats)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81CCD9-70A0-47DA-9296-7FC7A70A5F98}"/>
                  </a:ext>
                </a:extLst>
              </p:cNvPr>
              <p:cNvSpPr/>
              <p:nvPr/>
            </p:nvSpPr>
            <p:spPr>
              <a:xfrm>
                <a:off x="140093" y="4408218"/>
                <a:ext cx="7536054" cy="615089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defRPr/>
                </a:pPr>
                <a:r>
                  <a:rPr lang="en-US" sz="2800" dirty="0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P(</a:t>
                </a:r>
                <a:r>
                  <a:rPr lang="en-US" sz="2800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at least </a:t>
                </a:r>
                <a:r>
                  <a:rPr lang="en-US" sz="2800" dirty="0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one repeat) </a:t>
                </a:r>
                <a:r>
                  <a:rPr lang="en-US" sz="2800" dirty="0">
                    <a:solidFill>
                      <a:schemeClr val="tx1"/>
                    </a:solidFill>
                    <a:latin typeface="Agency FB" panose="020B0503020202020204" pitchFamily="34" charset="0"/>
                  </a:rPr>
                  <a:t>= 1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tx1"/>
                  </a:solidFill>
                  <a:latin typeface="Agency FB" panose="020B0503020202020204" pitchFamily="34" charset="0"/>
                </a:endParaRP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81CCD9-70A0-47DA-9296-7FC7A70A5F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93" y="4408218"/>
                <a:ext cx="7536054" cy="615089"/>
              </a:xfrm>
              <a:prstGeom prst="rect">
                <a:avLst/>
              </a:prstGeom>
              <a:blipFill>
                <a:blip r:embed="rId3"/>
                <a:stretch>
                  <a:fillRect l="-1699" t="-1980" b="-19802"/>
                </a:stretch>
              </a:blipFill>
              <a:ln w="6350">
                <a:noFill/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03B8D09A-3BD5-4FFF-BBAA-7C62D5B93CE8}"/>
              </a:ext>
            </a:extLst>
          </p:cNvPr>
          <p:cNvSpPr/>
          <p:nvPr/>
        </p:nvSpPr>
        <p:spPr>
          <a:xfrm>
            <a:off x="148114" y="5199290"/>
            <a:ext cx="3160570" cy="615089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P(</a:t>
            </a:r>
            <a:r>
              <a:rPr lang="en-US" sz="2800">
                <a:solidFill>
                  <a:schemeClr val="bg1"/>
                </a:solidFill>
                <a:latin typeface="Agency FB" panose="020B0503020202020204" pitchFamily="34" charset="0"/>
              </a:rPr>
              <a:t>at least </a:t>
            </a:r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one repeat) </a:t>
            </a:r>
            <a:r>
              <a:rPr lang="en-US" sz="2800" dirty="0">
                <a:solidFill>
                  <a:schemeClr val="tx1"/>
                </a:solidFill>
                <a:latin typeface="Agency FB" panose="020B0503020202020204" pitchFamily="34" charset="0"/>
              </a:rPr>
              <a:t>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15D195-610E-4224-8503-3C0CBEDF9D2D}"/>
                  </a:ext>
                </a:extLst>
              </p:cNvPr>
              <p:cNvSpPr txBox="1"/>
              <p:nvPr/>
            </p:nvSpPr>
            <p:spPr>
              <a:xfrm>
                <a:off x="3020599" y="5113533"/>
                <a:ext cx="1282402" cy="778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15D195-610E-4224-8503-3C0CBEDF9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599" y="5113533"/>
                <a:ext cx="1282402" cy="7784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6D23526F-354D-4309-AB0E-2CA5B5BB713A}"/>
              </a:ext>
            </a:extLst>
          </p:cNvPr>
          <p:cNvSpPr/>
          <p:nvPr/>
        </p:nvSpPr>
        <p:spPr>
          <a:xfrm>
            <a:off x="148114" y="6150213"/>
            <a:ext cx="3160570" cy="615089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P(</a:t>
            </a:r>
            <a:r>
              <a:rPr lang="en-US" sz="2800">
                <a:solidFill>
                  <a:schemeClr val="bg1"/>
                </a:solidFill>
                <a:latin typeface="Agency FB" panose="020B0503020202020204" pitchFamily="34" charset="0"/>
              </a:rPr>
              <a:t>at least </a:t>
            </a:r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one repeat) </a:t>
            </a:r>
            <a:r>
              <a:rPr lang="en-US" sz="2800" dirty="0">
                <a:solidFill>
                  <a:schemeClr val="tx1"/>
                </a:solidFill>
                <a:latin typeface="Agency FB" panose="020B0503020202020204" pitchFamily="34" charset="0"/>
              </a:rPr>
              <a:t>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65A6475-81AC-4B82-9221-004AEF7B49C1}"/>
                  </a:ext>
                </a:extLst>
              </p:cNvPr>
              <p:cNvSpPr txBox="1"/>
              <p:nvPr/>
            </p:nvSpPr>
            <p:spPr>
              <a:xfrm>
                <a:off x="3020599" y="6319257"/>
                <a:ext cx="14843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.0507 (~5%)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65A6475-81AC-4B82-9221-004AEF7B4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599" y="6319257"/>
                <a:ext cx="1484381" cy="276999"/>
              </a:xfrm>
              <a:prstGeom prst="rect">
                <a:avLst/>
              </a:prstGeom>
              <a:blipFill>
                <a:blip r:embed="rId5"/>
                <a:stretch>
                  <a:fillRect l="-3704" t="-4444" r="-5761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28400A6-6772-4514-8096-EFBA37526C10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Canadian Lottery Example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96B82E-FA72-46A4-A84A-962E3F910954}"/>
              </a:ext>
            </a:extLst>
          </p:cNvPr>
          <p:cNvSpPr/>
          <p:nvPr/>
        </p:nvSpPr>
        <p:spPr>
          <a:xfrm>
            <a:off x="140094" y="799545"/>
            <a:ext cx="11804256" cy="1476930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400" dirty="0">
                <a:solidFill>
                  <a:srgbClr val="212529"/>
                </a:solidFill>
                <a:latin typeface="Arial Narrow" panose="020B0606020202030204" pitchFamily="34" charset="0"/>
              </a:rPr>
              <a:t>In the early 2000s the Canadian lottery had 500 cars to award to random subscribers. They used each person’s subscriber number as a sampling frame and had approximately 2.4 million numbers. To their embarrassment, the same number cam up twice! </a:t>
            </a:r>
          </a:p>
          <a:p>
            <a:pPr>
              <a:defRPr/>
            </a:pPr>
            <a:endParaRPr lang="en-US" sz="500" dirty="0">
              <a:solidFill>
                <a:srgbClr val="212529"/>
              </a:solidFill>
              <a:latin typeface="Arial Narrow" panose="020B0606020202030204" pitchFamily="34" charset="0"/>
            </a:endParaRPr>
          </a:p>
          <a:p>
            <a:pPr algn="ctr">
              <a:defRPr/>
            </a:pPr>
            <a:r>
              <a:rPr lang="en-US" sz="2400" dirty="0">
                <a:solidFill>
                  <a:srgbClr val="212529"/>
                </a:solidFill>
                <a:latin typeface="Arial Narrow" panose="020B0606020202030204" pitchFamily="34" charset="0"/>
              </a:rPr>
              <a:t>What is the probability of that happening?</a:t>
            </a:r>
          </a:p>
        </p:txBody>
      </p:sp>
    </p:spTree>
    <p:extLst>
      <p:ext uri="{BB962C8B-B14F-4D97-AF65-F5344CB8AC3E}">
        <p14:creationId xmlns:p14="http://schemas.microsoft.com/office/powerpoint/2010/main" val="352238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28400A6-6772-4514-8096-EFBA37526C10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Practice Question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96B82E-FA72-46A4-A84A-962E3F910954}"/>
              </a:ext>
            </a:extLst>
          </p:cNvPr>
          <p:cNvSpPr/>
          <p:nvPr/>
        </p:nvSpPr>
        <p:spPr>
          <a:xfrm>
            <a:off x="140094" y="3200400"/>
            <a:ext cx="11804256" cy="628650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dirty="0">
                <a:solidFill>
                  <a:srgbClr val="212529"/>
                </a:solidFill>
                <a:latin typeface="Arial Narrow" panose="020B0606020202030204" pitchFamily="34" charset="0"/>
              </a:rPr>
              <a:t>How many people do you need in a room for there to be a 50% chance that two share a birthday?</a:t>
            </a:r>
          </a:p>
        </p:txBody>
      </p:sp>
    </p:spTree>
    <p:extLst>
      <p:ext uri="{BB962C8B-B14F-4D97-AF65-F5344CB8AC3E}">
        <p14:creationId xmlns:p14="http://schemas.microsoft.com/office/powerpoint/2010/main" val="1734041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Blaise Pascal | Biography, Facts, &amp; Inventions | Britannica">
            <a:extLst>
              <a:ext uri="{FF2B5EF4-FFF2-40B4-BE49-F238E27FC236}">
                <a16:creationId xmlns:a16="http://schemas.microsoft.com/office/drawing/2014/main" id="{374084EE-89AE-4D4A-ACD5-F274E0BC9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97" y="959622"/>
            <a:ext cx="3840657" cy="500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672176B3-7581-4A7A-97A3-A570F05E80DD}"/>
              </a:ext>
            </a:extLst>
          </p:cNvPr>
          <p:cNvSpPr/>
          <p:nvPr/>
        </p:nvSpPr>
        <p:spPr>
          <a:xfrm>
            <a:off x="4150894" y="988829"/>
            <a:ext cx="7896309" cy="5008040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Blaise Pascal (1623 – 1662)</a:t>
            </a:r>
          </a:p>
          <a:p>
            <a:pPr lvl="0">
              <a:defRPr/>
            </a:pPr>
            <a:endParaRPr lang="en-US" sz="2800" b="1" dirty="0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lvl="0"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Similar to Galileo, Pascal is remembered for many contributions that are relevant in the modern age:</a:t>
            </a:r>
          </a:p>
          <a:p>
            <a:pPr lvl="0"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The </a:t>
            </a:r>
            <a:r>
              <a:rPr lang="en-US" sz="2400" dirty="0" err="1">
                <a:solidFill>
                  <a:prstClr val="black"/>
                </a:solidFill>
                <a:latin typeface="Arial Narrow" panose="020B0606020202030204" pitchFamily="34" charset="0"/>
              </a:rPr>
              <a:t>Pascline</a:t>
            </a: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 (mechanical calculator and design for modern calculators)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Atmospheric Pressure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The standard unit of Pressure – the pascal (Pa)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Pascal’s principle, which lead to the invention of the hydraulic press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Pascal’s Triangle (used in algebra and combinatorics)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 Narrow" panose="020B0606020202030204" pitchFamily="34" charset="0"/>
              </a:rPr>
              <a:t>Towards a working theory of probability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11277-987D-4DEB-A9EC-797C00D9B85D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Blaise Pascal</a:t>
            </a:r>
          </a:p>
        </p:txBody>
      </p:sp>
    </p:spTree>
    <p:extLst>
      <p:ext uri="{BB962C8B-B14F-4D97-AF65-F5344CB8AC3E}">
        <p14:creationId xmlns:p14="http://schemas.microsoft.com/office/powerpoint/2010/main" val="180502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2176B3-7581-4A7A-97A3-A570F05E80DD}"/>
              </a:ext>
            </a:extLst>
          </p:cNvPr>
          <p:cNvSpPr/>
          <p:nvPr/>
        </p:nvSpPr>
        <p:spPr>
          <a:xfrm>
            <a:off x="409576" y="988829"/>
            <a:ext cx="11637628" cy="5008040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Imagine two players are playing a coin-flipping game. We will call them Harry and Tom. Harry scores a point whenever the coin lands Heads (H). Tom scores a point whenever the coin lands Tails (T). The first player to reach 3 points wins the game and takes the prize of $100. </a:t>
            </a:r>
          </a:p>
          <a:p>
            <a:pPr lvl="0">
              <a:defRPr/>
            </a:pPr>
            <a:endParaRPr lang="en-US" sz="2400" dirty="0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Now suppose the first three flips are: H, T, H. So the current score is H = 2, and T = 1. </a:t>
            </a:r>
          </a:p>
          <a:p>
            <a:pPr marL="800100" lvl="1" indent="-342900">
              <a:buFont typeface="Courier New" panose="02070309020205020404" pitchFamily="49" charset="0"/>
              <a:buChar char="o"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Harry needs one more Head to win. </a:t>
            </a:r>
          </a:p>
          <a:p>
            <a:pPr marL="800100" lvl="1" indent="-342900">
              <a:buFont typeface="Courier New" panose="02070309020205020404" pitchFamily="49" charset="0"/>
              <a:buChar char="o"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Tom needs two more Tails. </a:t>
            </a:r>
          </a:p>
          <a:p>
            <a:pPr marL="800100" lvl="1" indent="-342900">
              <a:buFont typeface="Courier New" panose="02070309020205020404" pitchFamily="49" charset="0"/>
              <a:buChar char="o"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Now imagine that, for some reason, the game is interrupted and cannot continue. 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rPr>
              <a:t>How should Harry and Tom divide the $100 prize?</a:t>
            </a:r>
            <a:endParaRPr lang="en-US" sz="2400" dirty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11277-987D-4DEB-A9EC-797C00D9B85D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The Problem of Points</a:t>
            </a:r>
          </a:p>
        </p:txBody>
      </p:sp>
    </p:spTree>
    <p:extLst>
      <p:ext uri="{BB962C8B-B14F-4D97-AF65-F5344CB8AC3E}">
        <p14:creationId xmlns:p14="http://schemas.microsoft.com/office/powerpoint/2010/main" val="3634065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3A33C5CB-B207-4D77-91ED-FEB80DE0657F}"/>
              </a:ext>
            </a:extLst>
          </p:cNvPr>
          <p:cNvGraphicFramePr>
            <a:graphicFrameLocks noGrp="1"/>
          </p:cNvGraphicFramePr>
          <p:nvPr/>
        </p:nvGraphicFramePr>
        <p:xfrm>
          <a:off x="229745" y="2305172"/>
          <a:ext cx="5907182" cy="2108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02018">
                  <a:extLst>
                    <a:ext uri="{9D8B030D-6E8A-4147-A177-3AD203B41FA5}">
                      <a16:colId xmlns:a16="http://schemas.microsoft.com/office/drawing/2014/main" val="706398607"/>
                    </a:ext>
                  </a:extLst>
                </a:gridCol>
                <a:gridCol w="1668388">
                  <a:extLst>
                    <a:ext uri="{9D8B030D-6E8A-4147-A177-3AD203B41FA5}">
                      <a16:colId xmlns:a16="http://schemas.microsoft.com/office/drawing/2014/main" val="2409696036"/>
                    </a:ext>
                  </a:extLst>
                </a:gridCol>
                <a:gridCol w="1668388">
                  <a:extLst>
                    <a:ext uri="{9D8B030D-6E8A-4147-A177-3AD203B41FA5}">
                      <a16:colId xmlns:a16="http://schemas.microsoft.com/office/drawing/2014/main" val="66642401"/>
                    </a:ext>
                  </a:extLst>
                </a:gridCol>
                <a:gridCol w="1668388">
                  <a:extLst>
                    <a:ext uri="{9D8B030D-6E8A-4147-A177-3AD203B41FA5}">
                      <a16:colId xmlns:a16="http://schemas.microsoft.com/office/drawing/2014/main" val="3663209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Game: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852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Outcome: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297049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0DA24422-78E7-42DE-BC76-5F7BFCEC1834}"/>
              </a:ext>
            </a:extLst>
          </p:cNvPr>
          <p:cNvGrpSpPr/>
          <p:nvPr/>
        </p:nvGrpSpPr>
        <p:grpSpPr>
          <a:xfrm>
            <a:off x="1470332" y="2936543"/>
            <a:ext cx="1080000" cy="1080000"/>
            <a:chOff x="3985435" y="2371994"/>
            <a:chExt cx="2273595" cy="2273595"/>
          </a:xfrm>
        </p:grpSpPr>
        <p:pic>
          <p:nvPicPr>
            <p:cNvPr id="11" name="Picture 2" descr="Person - Free ui icons">
              <a:extLst>
                <a:ext uri="{FF2B5EF4-FFF2-40B4-BE49-F238E27FC236}">
                  <a16:creationId xmlns:a16="http://schemas.microsoft.com/office/drawing/2014/main" id="{39F5E1BC-EE3C-4219-BA66-8BFC6F1E4E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5435" y="2371994"/>
              <a:ext cx="2273595" cy="22735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035B3D-EDF3-44B7-B3AF-3AC71A7F1CDB}"/>
                </a:ext>
              </a:extLst>
            </p:cNvPr>
            <p:cNvSpPr txBox="1"/>
            <p:nvPr/>
          </p:nvSpPr>
          <p:spPr>
            <a:xfrm>
              <a:off x="4159986" y="3643171"/>
              <a:ext cx="1924493" cy="492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6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Harry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8D240D-294A-4717-ACCE-23E9DDFD1D67}"/>
              </a:ext>
            </a:extLst>
          </p:cNvPr>
          <p:cNvGrpSpPr/>
          <p:nvPr/>
        </p:nvGrpSpPr>
        <p:grpSpPr>
          <a:xfrm>
            <a:off x="4874400" y="2936543"/>
            <a:ext cx="1080000" cy="1080000"/>
            <a:chOff x="3985435" y="2371994"/>
            <a:chExt cx="2273595" cy="2273595"/>
          </a:xfrm>
        </p:grpSpPr>
        <p:pic>
          <p:nvPicPr>
            <p:cNvPr id="20" name="Picture 2" descr="Person - Free ui icons">
              <a:extLst>
                <a:ext uri="{FF2B5EF4-FFF2-40B4-BE49-F238E27FC236}">
                  <a16:creationId xmlns:a16="http://schemas.microsoft.com/office/drawing/2014/main" id="{C6731187-0114-4C4C-AE71-874C1A0F7C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5435" y="2371994"/>
              <a:ext cx="2273595" cy="22735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3B168F3-1367-47EF-A2D4-05DE2B9D5456}"/>
                </a:ext>
              </a:extLst>
            </p:cNvPr>
            <p:cNvSpPr txBox="1"/>
            <p:nvPr/>
          </p:nvSpPr>
          <p:spPr>
            <a:xfrm>
              <a:off x="4159986" y="3643171"/>
              <a:ext cx="1924493" cy="492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6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Harry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4C22D9C-A6A4-437E-98A1-AB1865CE4D06}"/>
              </a:ext>
            </a:extLst>
          </p:cNvPr>
          <p:cNvSpPr txBox="1"/>
          <p:nvPr/>
        </p:nvSpPr>
        <p:spPr>
          <a:xfrm>
            <a:off x="6619165" y="2058718"/>
            <a:ext cx="37940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latin typeface="Agency FB" panose="020B0503020202020204" pitchFamily="34" charset="0"/>
              </a:rPr>
              <a:t>H </a:t>
            </a:r>
            <a:r>
              <a:rPr lang="en-AU" sz="2000">
                <a:latin typeface="Agency FB" panose="020B0503020202020204" pitchFamily="34" charset="0"/>
              </a:rPr>
              <a:t>= Harry’s current points </a:t>
            </a:r>
            <a:r>
              <a:rPr lang="en-AU" sz="2000" dirty="0">
                <a:latin typeface="Agency FB" panose="020B0503020202020204" pitchFamily="34" charset="0"/>
              </a:rPr>
              <a:t>=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latin typeface="Agency FB" panose="020B0503020202020204" pitchFamily="34" charset="0"/>
              </a:rPr>
              <a:t>T </a:t>
            </a:r>
            <a:r>
              <a:rPr lang="en-AU" sz="2000">
                <a:latin typeface="Agency FB" panose="020B0503020202020204" pitchFamily="34" charset="0"/>
              </a:rPr>
              <a:t>= Tom’s current points </a:t>
            </a:r>
            <a:r>
              <a:rPr lang="en-AU" sz="2000" dirty="0">
                <a:latin typeface="Agency FB" panose="020B0503020202020204" pitchFamily="34" charset="0"/>
              </a:rPr>
              <a:t>=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latin typeface="Agency FB" panose="020B0503020202020204" pitchFamily="34" charset="0"/>
              </a:rPr>
              <a:t>n = </a:t>
            </a:r>
            <a:r>
              <a:rPr lang="en-AU" sz="2000">
                <a:latin typeface="Agency FB" panose="020B0503020202020204" pitchFamily="34" charset="0"/>
              </a:rPr>
              <a:t>total points played so </a:t>
            </a:r>
            <a:r>
              <a:rPr lang="en-AU" sz="2000" dirty="0">
                <a:latin typeface="Agency FB" panose="020B0503020202020204" pitchFamily="34" charset="0"/>
              </a:rPr>
              <a:t>far = H + T = 3</a:t>
            </a:r>
          </a:p>
          <a:p>
            <a:endParaRPr lang="en-AU" sz="2000" dirty="0">
              <a:latin typeface="Agency FB" panose="020B0503020202020204" pitchFamily="34" charset="0"/>
            </a:endParaRPr>
          </a:p>
          <a:p>
            <a:endParaRPr lang="en-AU" sz="2000" dirty="0">
              <a:latin typeface="Agency FB" panose="020B0503020202020204" pitchFamily="34" charset="0"/>
            </a:endParaRPr>
          </a:p>
          <a:p>
            <a:r>
              <a:rPr lang="en-AU" sz="2000">
                <a:latin typeface="Agency FB" panose="020B0503020202020204" pitchFamily="34" charset="0"/>
              </a:rPr>
              <a:t>Harry’s Share </a:t>
            </a:r>
            <a:r>
              <a:rPr lang="en-AU" sz="2000" dirty="0">
                <a:latin typeface="Agency FB" panose="020B0503020202020204" pitchFamily="34" charset="0"/>
              </a:rPr>
              <a:t>=</a:t>
            </a:r>
          </a:p>
          <a:p>
            <a:endParaRPr lang="en-AU" sz="2000" dirty="0">
              <a:latin typeface="Agency FB" panose="020B0503020202020204" pitchFamily="34" charset="0"/>
            </a:endParaRPr>
          </a:p>
          <a:p>
            <a:endParaRPr lang="en-AU" sz="2000" dirty="0">
              <a:latin typeface="Agency FB" panose="020B0503020202020204" pitchFamily="34" charset="0"/>
            </a:endParaRPr>
          </a:p>
          <a:p>
            <a:r>
              <a:rPr lang="en-AU" sz="2000">
                <a:latin typeface="Agency FB" panose="020B0503020202020204" pitchFamily="34" charset="0"/>
              </a:rPr>
              <a:t>Tom’s Share </a:t>
            </a:r>
            <a:r>
              <a:rPr lang="en-AU" sz="2000" dirty="0">
                <a:latin typeface="Agency FB" panose="020B0503020202020204" pitchFamily="34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592491-8BD4-4815-BFF1-66E93D4E6ACC}"/>
                  </a:ext>
                </a:extLst>
              </p:cNvPr>
              <p:cNvSpPr txBox="1"/>
              <p:nvPr/>
            </p:nvSpPr>
            <p:spPr>
              <a:xfrm>
                <a:off x="8219842" y="3534755"/>
                <a:ext cx="3360472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×100=$66.67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592491-8BD4-4815-BFF1-66E93D4E6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842" y="3534755"/>
                <a:ext cx="3360472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67E706-CF63-43F7-A5B4-DF222B106487}"/>
                  </a:ext>
                </a:extLst>
              </p:cNvPr>
              <p:cNvSpPr txBox="1"/>
              <p:nvPr/>
            </p:nvSpPr>
            <p:spPr>
              <a:xfrm>
                <a:off x="8219842" y="4433853"/>
                <a:ext cx="3360472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×100=$33.33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67E706-CF63-43F7-A5B4-DF222B106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842" y="4433853"/>
                <a:ext cx="3360472" cy="525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F34822-7A97-40B5-B157-5C6DDBAE8168}"/>
              </a:ext>
            </a:extLst>
          </p:cNvPr>
          <p:cNvCxnSpPr>
            <a:cxnSpLocks/>
          </p:cNvCxnSpPr>
          <p:nvPr/>
        </p:nvCxnSpPr>
        <p:spPr>
          <a:xfrm>
            <a:off x="6469039" y="1815152"/>
            <a:ext cx="5199797" cy="3603009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F3C599-9E4D-4EAB-9A27-C309987AE6F2}"/>
              </a:ext>
            </a:extLst>
          </p:cNvPr>
          <p:cNvCxnSpPr>
            <a:cxnSpLocks/>
          </p:cNvCxnSpPr>
          <p:nvPr/>
        </p:nvCxnSpPr>
        <p:spPr>
          <a:xfrm flipH="1">
            <a:off x="6469039" y="1583140"/>
            <a:ext cx="5352197" cy="3835021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A7C81C3-3A0C-4D99-98CF-5DF7264F270E}"/>
              </a:ext>
            </a:extLst>
          </p:cNvPr>
          <p:cNvGrpSpPr/>
          <p:nvPr/>
        </p:nvGrpSpPr>
        <p:grpSpPr>
          <a:xfrm>
            <a:off x="3172366" y="2936543"/>
            <a:ext cx="1080000" cy="1080000"/>
            <a:chOff x="229745" y="2371994"/>
            <a:chExt cx="2273595" cy="2273595"/>
          </a:xfrm>
        </p:grpSpPr>
        <p:pic>
          <p:nvPicPr>
            <p:cNvPr id="29" name="Picture 2" descr="Person - Free ui icons">
              <a:extLst>
                <a:ext uri="{FF2B5EF4-FFF2-40B4-BE49-F238E27FC236}">
                  <a16:creationId xmlns:a16="http://schemas.microsoft.com/office/drawing/2014/main" id="{71B616BB-E652-4F84-AC96-EA306FC1F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745" y="2371994"/>
              <a:ext cx="2273595" cy="22735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EC2BA15-3632-4DFC-BD8D-A0CF24186857}"/>
                </a:ext>
              </a:extLst>
            </p:cNvPr>
            <p:cNvSpPr txBox="1"/>
            <p:nvPr/>
          </p:nvSpPr>
          <p:spPr>
            <a:xfrm>
              <a:off x="393406" y="3643171"/>
              <a:ext cx="1924493" cy="492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6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Tom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73A9EDE-E29F-425F-8822-BD5CAF05536C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The Problem of Points (Wrong Solution)</a:t>
            </a:r>
          </a:p>
        </p:txBody>
      </p:sp>
    </p:spTree>
    <p:extLst>
      <p:ext uri="{BB962C8B-B14F-4D97-AF65-F5344CB8AC3E}">
        <p14:creationId xmlns:p14="http://schemas.microsoft.com/office/powerpoint/2010/main" val="120394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42CE00CA-A175-484C-B90A-06C3AD9D0943}"/>
              </a:ext>
            </a:extLst>
          </p:cNvPr>
          <p:cNvSpPr/>
          <p:nvPr/>
        </p:nvSpPr>
        <p:spPr>
          <a:xfrm>
            <a:off x="2411672" y="1313439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86A04CF9-7BC3-4891-A81D-C0E0A350AA02}"/>
              </a:ext>
            </a:extLst>
          </p:cNvPr>
          <p:cNvSpPr/>
          <p:nvPr/>
        </p:nvSpPr>
        <p:spPr>
          <a:xfrm>
            <a:off x="2411672" y="2015676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AC08D6D-C0E7-4E5F-8003-F0A1A2127382}"/>
              </a:ext>
            </a:extLst>
          </p:cNvPr>
          <p:cNvSpPr/>
          <p:nvPr/>
        </p:nvSpPr>
        <p:spPr>
          <a:xfrm>
            <a:off x="2415772" y="2717913"/>
            <a:ext cx="174233" cy="144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67330B96-88C8-4B13-A9DD-63AE2F928320}"/>
              </a:ext>
            </a:extLst>
          </p:cNvPr>
          <p:cNvSpPr/>
          <p:nvPr/>
        </p:nvSpPr>
        <p:spPr>
          <a:xfrm>
            <a:off x="2415772" y="3420150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EB409C44-CA88-46D5-A404-F94CAE005FA8}"/>
              </a:ext>
            </a:extLst>
          </p:cNvPr>
          <p:cNvSpPr/>
          <p:nvPr/>
        </p:nvSpPr>
        <p:spPr>
          <a:xfrm>
            <a:off x="2419872" y="4122387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4AB03EB1-B996-47E9-AA52-69D53A373557}"/>
              </a:ext>
            </a:extLst>
          </p:cNvPr>
          <p:cNvSpPr/>
          <p:nvPr/>
        </p:nvSpPr>
        <p:spPr>
          <a:xfrm>
            <a:off x="2419872" y="4824624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FDEFEFEC-45EE-4D87-A354-3CB0270EA84A}"/>
              </a:ext>
            </a:extLst>
          </p:cNvPr>
          <p:cNvSpPr/>
          <p:nvPr/>
        </p:nvSpPr>
        <p:spPr>
          <a:xfrm>
            <a:off x="2423972" y="5526861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73ACB3E9-2F50-4B77-A31D-259095690257}"/>
              </a:ext>
            </a:extLst>
          </p:cNvPr>
          <p:cNvSpPr/>
          <p:nvPr/>
        </p:nvSpPr>
        <p:spPr>
          <a:xfrm>
            <a:off x="2423972" y="6229098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5AA413DB-B062-4419-8FEE-8D9666939D2F}"/>
              </a:ext>
            </a:extLst>
          </p:cNvPr>
          <p:cNvSpPr/>
          <p:nvPr/>
        </p:nvSpPr>
        <p:spPr>
          <a:xfrm>
            <a:off x="1435370" y="1664557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1AB4C547-94BB-4089-ACA7-8B54FECA7B99}"/>
              </a:ext>
            </a:extLst>
          </p:cNvPr>
          <p:cNvSpPr/>
          <p:nvPr/>
        </p:nvSpPr>
        <p:spPr>
          <a:xfrm>
            <a:off x="1443571" y="3069031"/>
            <a:ext cx="174233" cy="1440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D5429F52-CA3A-4B35-80C9-06741E251906}"/>
              </a:ext>
            </a:extLst>
          </p:cNvPr>
          <p:cNvSpPr/>
          <p:nvPr/>
        </p:nvSpPr>
        <p:spPr>
          <a:xfrm>
            <a:off x="1435370" y="4464110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B724EE98-C423-4C2D-8175-79E5271E6BC3}"/>
              </a:ext>
            </a:extLst>
          </p:cNvPr>
          <p:cNvSpPr/>
          <p:nvPr/>
        </p:nvSpPr>
        <p:spPr>
          <a:xfrm>
            <a:off x="1443571" y="5868584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97BA74D1-78FF-44AD-9D4C-91200999FC09}"/>
              </a:ext>
            </a:extLst>
          </p:cNvPr>
          <p:cNvSpPr/>
          <p:nvPr/>
        </p:nvSpPr>
        <p:spPr>
          <a:xfrm>
            <a:off x="456905" y="2348117"/>
            <a:ext cx="174233" cy="144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74664295-4E10-4F82-AE19-58E5B079A149}"/>
              </a:ext>
            </a:extLst>
          </p:cNvPr>
          <p:cNvSpPr/>
          <p:nvPr/>
        </p:nvSpPr>
        <p:spPr>
          <a:xfrm>
            <a:off x="456904" y="5126554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207E17-775B-4131-9DAE-58C0AA2DF514}"/>
              </a:ext>
            </a:extLst>
          </p:cNvPr>
          <p:cNvCxnSpPr>
            <a:cxnSpLocks/>
            <a:stCxn id="140" idx="3"/>
            <a:endCxn id="132" idx="1"/>
          </p:cNvCxnSpPr>
          <p:nvPr/>
        </p:nvCxnSpPr>
        <p:spPr>
          <a:xfrm flipV="1">
            <a:off x="1609603" y="1385439"/>
            <a:ext cx="802069" cy="3511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FEC10845-CB74-454B-96BE-46999FA3849A}"/>
              </a:ext>
            </a:extLst>
          </p:cNvPr>
          <p:cNvCxnSpPr>
            <a:cxnSpLocks/>
            <a:stCxn id="140" idx="3"/>
            <a:endCxn id="133" idx="1"/>
          </p:cNvCxnSpPr>
          <p:nvPr/>
        </p:nvCxnSpPr>
        <p:spPr>
          <a:xfrm>
            <a:off x="1609603" y="1736557"/>
            <a:ext cx="802069" cy="35111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44A1CC96-1162-46D6-8392-DB66A87E2080}"/>
              </a:ext>
            </a:extLst>
          </p:cNvPr>
          <p:cNvCxnSpPr>
            <a:cxnSpLocks/>
            <a:endCxn id="134" idx="1"/>
          </p:cNvCxnSpPr>
          <p:nvPr/>
        </p:nvCxnSpPr>
        <p:spPr>
          <a:xfrm flipV="1">
            <a:off x="1617804" y="2789913"/>
            <a:ext cx="797968" cy="358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0F299C90-F1C9-45A2-B84E-72F713C5B798}"/>
              </a:ext>
            </a:extLst>
          </p:cNvPr>
          <p:cNvCxnSpPr>
            <a:cxnSpLocks/>
            <a:endCxn id="135" idx="1"/>
          </p:cNvCxnSpPr>
          <p:nvPr/>
        </p:nvCxnSpPr>
        <p:spPr>
          <a:xfrm>
            <a:off x="1617804" y="3148284"/>
            <a:ext cx="797968" cy="34386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24640E0-96FF-4112-857E-51DF105FC251}"/>
              </a:ext>
            </a:extLst>
          </p:cNvPr>
          <p:cNvCxnSpPr>
            <a:cxnSpLocks/>
            <a:endCxn id="136" idx="1"/>
          </p:cNvCxnSpPr>
          <p:nvPr/>
        </p:nvCxnSpPr>
        <p:spPr>
          <a:xfrm flipV="1">
            <a:off x="1617804" y="4194387"/>
            <a:ext cx="802068" cy="34172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428B2C92-DD8B-47D7-8666-07E03BB3B716}"/>
              </a:ext>
            </a:extLst>
          </p:cNvPr>
          <p:cNvCxnSpPr>
            <a:cxnSpLocks/>
            <a:endCxn id="137" idx="1"/>
          </p:cNvCxnSpPr>
          <p:nvPr/>
        </p:nvCxnSpPr>
        <p:spPr>
          <a:xfrm>
            <a:off x="1617804" y="4536110"/>
            <a:ext cx="802068" cy="36051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FC430C65-3F53-43E3-8A81-DF510964A83B}"/>
              </a:ext>
            </a:extLst>
          </p:cNvPr>
          <p:cNvCxnSpPr>
            <a:cxnSpLocks/>
            <a:endCxn id="138" idx="1"/>
          </p:cNvCxnSpPr>
          <p:nvPr/>
        </p:nvCxnSpPr>
        <p:spPr>
          <a:xfrm flipV="1">
            <a:off x="1617804" y="5598861"/>
            <a:ext cx="806168" cy="32507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9B5E2298-1BB1-47B2-8AB4-6C7832E0F584}"/>
              </a:ext>
            </a:extLst>
          </p:cNvPr>
          <p:cNvCxnSpPr>
            <a:cxnSpLocks/>
            <a:endCxn id="139" idx="1"/>
          </p:cNvCxnSpPr>
          <p:nvPr/>
        </p:nvCxnSpPr>
        <p:spPr>
          <a:xfrm>
            <a:off x="1617804" y="5923936"/>
            <a:ext cx="806168" cy="37716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85501334-BD53-4D14-9E1E-2C97A575CF57}"/>
              </a:ext>
            </a:extLst>
          </p:cNvPr>
          <p:cNvCxnSpPr>
            <a:cxnSpLocks/>
            <a:stCxn id="144" idx="3"/>
            <a:endCxn id="140" idx="1"/>
          </p:cNvCxnSpPr>
          <p:nvPr/>
        </p:nvCxnSpPr>
        <p:spPr>
          <a:xfrm flipV="1">
            <a:off x="631138" y="1736557"/>
            <a:ext cx="804232" cy="68356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A5424BE8-9747-4FEF-A298-DA81BA9C5CED}"/>
              </a:ext>
            </a:extLst>
          </p:cNvPr>
          <p:cNvCxnSpPr>
            <a:cxnSpLocks/>
            <a:stCxn id="144" idx="3"/>
            <a:endCxn id="141" idx="1"/>
          </p:cNvCxnSpPr>
          <p:nvPr/>
        </p:nvCxnSpPr>
        <p:spPr>
          <a:xfrm>
            <a:off x="631138" y="2420117"/>
            <a:ext cx="812433" cy="720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8E35C6C8-9343-41C4-9C22-ADFEAD844271}"/>
              </a:ext>
            </a:extLst>
          </p:cNvPr>
          <p:cNvCxnSpPr>
            <a:cxnSpLocks/>
            <a:stCxn id="145" idx="3"/>
            <a:endCxn id="143" idx="1"/>
          </p:cNvCxnSpPr>
          <p:nvPr/>
        </p:nvCxnSpPr>
        <p:spPr>
          <a:xfrm>
            <a:off x="631137" y="5198554"/>
            <a:ext cx="812434" cy="74203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33E63AE7-0426-4F6D-B30D-BDE1583F5A5E}"/>
              </a:ext>
            </a:extLst>
          </p:cNvPr>
          <p:cNvCxnSpPr>
            <a:cxnSpLocks/>
            <a:stCxn id="145" idx="3"/>
            <a:endCxn id="142" idx="1"/>
          </p:cNvCxnSpPr>
          <p:nvPr/>
        </p:nvCxnSpPr>
        <p:spPr>
          <a:xfrm flipV="1">
            <a:off x="631137" y="4536110"/>
            <a:ext cx="804233" cy="6624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Rectangle: Rounded Corners 313">
            <a:extLst>
              <a:ext uri="{FF2B5EF4-FFF2-40B4-BE49-F238E27FC236}">
                <a16:creationId xmlns:a16="http://schemas.microsoft.com/office/drawing/2014/main" id="{0F080C04-355C-49A4-BE8D-A1A419F8BB6F}"/>
              </a:ext>
            </a:extLst>
          </p:cNvPr>
          <p:cNvSpPr/>
          <p:nvPr/>
        </p:nvSpPr>
        <p:spPr>
          <a:xfrm>
            <a:off x="229021" y="303626"/>
            <a:ext cx="804232" cy="2722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1</a:t>
            </a:r>
            <a:r>
              <a:rPr kumimoji="0" lang="en-AU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st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 Flip</a:t>
            </a:r>
          </a:p>
        </p:txBody>
      </p:sp>
      <p:sp>
        <p:nvSpPr>
          <p:cNvPr id="315" name="Rectangle: Rounded Corners 314">
            <a:extLst>
              <a:ext uri="{FF2B5EF4-FFF2-40B4-BE49-F238E27FC236}">
                <a16:creationId xmlns:a16="http://schemas.microsoft.com/office/drawing/2014/main" id="{DA786F09-D583-4780-8A40-0F88D79BB0A9}"/>
              </a:ext>
            </a:extLst>
          </p:cNvPr>
          <p:cNvSpPr/>
          <p:nvPr/>
        </p:nvSpPr>
        <p:spPr>
          <a:xfrm>
            <a:off x="1128571" y="303625"/>
            <a:ext cx="804232" cy="2722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2</a:t>
            </a:r>
            <a:r>
              <a:rPr kumimoji="0" lang="en-AU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nd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 Flip</a:t>
            </a:r>
          </a:p>
        </p:txBody>
      </p:sp>
      <p:sp>
        <p:nvSpPr>
          <p:cNvPr id="316" name="Rectangle: Rounded Corners 315">
            <a:extLst>
              <a:ext uri="{FF2B5EF4-FFF2-40B4-BE49-F238E27FC236}">
                <a16:creationId xmlns:a16="http://schemas.microsoft.com/office/drawing/2014/main" id="{23306061-BBB1-4EB9-A033-E3BBDB3AC651}"/>
              </a:ext>
            </a:extLst>
          </p:cNvPr>
          <p:cNvSpPr/>
          <p:nvPr/>
        </p:nvSpPr>
        <p:spPr>
          <a:xfrm>
            <a:off x="2092572" y="303625"/>
            <a:ext cx="804232" cy="2722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3</a:t>
            </a:r>
            <a:r>
              <a:rPr kumimoji="0" lang="en-AU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rd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 Flip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6700164-A49A-4762-8963-C04B2FB65113}"/>
              </a:ext>
            </a:extLst>
          </p:cNvPr>
          <p:cNvSpPr/>
          <p:nvPr/>
        </p:nvSpPr>
        <p:spPr>
          <a:xfrm>
            <a:off x="4942788" y="-17432"/>
            <a:ext cx="7249212" cy="68754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F2D8E70-D4CA-4011-802E-93602CDF124B}"/>
              </a:ext>
            </a:extLst>
          </p:cNvPr>
          <p:cNvSpPr/>
          <p:nvPr/>
        </p:nvSpPr>
        <p:spPr>
          <a:xfrm>
            <a:off x="5117020" y="354546"/>
            <a:ext cx="6934567" cy="523603"/>
          </a:xfrm>
          <a:prstGeom prst="rect">
            <a:avLst/>
          </a:prstGeom>
          <a:solidFill>
            <a:schemeClr val="tx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gency FB" panose="020B0503020202020204" pitchFamily="34" charset="0"/>
              </a:rPr>
              <a:t>If we assign probabilities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s to each branch we can determine the chance of each outcome occurring: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C032A79-61D3-454A-B709-07EE25C90BDB}"/>
              </a:ext>
            </a:extLst>
          </p:cNvPr>
          <p:cNvSpPr/>
          <p:nvPr/>
        </p:nvSpPr>
        <p:spPr>
          <a:xfrm>
            <a:off x="4285586" y="1050816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0E77888-3E69-45AE-8495-0F8C865F37BD}"/>
              </a:ext>
            </a:extLst>
          </p:cNvPr>
          <p:cNvSpPr/>
          <p:nvPr/>
        </p:nvSpPr>
        <p:spPr>
          <a:xfrm>
            <a:off x="4285586" y="1228022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5D3FC5C-0518-46A6-A23D-C7AF092C352C}"/>
              </a:ext>
            </a:extLst>
          </p:cNvPr>
          <p:cNvSpPr/>
          <p:nvPr/>
        </p:nvSpPr>
        <p:spPr>
          <a:xfrm>
            <a:off x="4285586" y="1405228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74AE81C-C4B2-47C8-8D82-FADA353C87FD}"/>
              </a:ext>
            </a:extLst>
          </p:cNvPr>
          <p:cNvSpPr/>
          <p:nvPr/>
        </p:nvSpPr>
        <p:spPr>
          <a:xfrm>
            <a:off x="4285586" y="1582434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26989BC-5CB7-41FC-BC50-565DA0D1354D}"/>
              </a:ext>
            </a:extLst>
          </p:cNvPr>
          <p:cNvSpPr/>
          <p:nvPr/>
        </p:nvSpPr>
        <p:spPr>
          <a:xfrm>
            <a:off x="4285586" y="1759640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76FCBEE-E1A9-4C94-A945-F3CC85A18BF8}"/>
              </a:ext>
            </a:extLst>
          </p:cNvPr>
          <p:cNvSpPr/>
          <p:nvPr/>
        </p:nvSpPr>
        <p:spPr>
          <a:xfrm>
            <a:off x="4285586" y="1936846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00930CF-F095-4111-9BD1-C6C3F3516DA4}"/>
              </a:ext>
            </a:extLst>
          </p:cNvPr>
          <p:cNvSpPr/>
          <p:nvPr/>
        </p:nvSpPr>
        <p:spPr>
          <a:xfrm>
            <a:off x="4285586" y="2114052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EE374CA-37C2-4F02-8E97-A965F118ED5F}"/>
              </a:ext>
            </a:extLst>
          </p:cNvPr>
          <p:cNvSpPr/>
          <p:nvPr/>
        </p:nvSpPr>
        <p:spPr>
          <a:xfrm>
            <a:off x="4285586" y="2291258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AA840F9-1755-4963-8ECB-1D42214BBB71}"/>
              </a:ext>
            </a:extLst>
          </p:cNvPr>
          <p:cNvSpPr/>
          <p:nvPr/>
        </p:nvSpPr>
        <p:spPr>
          <a:xfrm>
            <a:off x="4285586" y="2468464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297CED4-51E5-46EC-846A-44C50FFEAB94}"/>
              </a:ext>
            </a:extLst>
          </p:cNvPr>
          <p:cNvSpPr/>
          <p:nvPr/>
        </p:nvSpPr>
        <p:spPr>
          <a:xfrm>
            <a:off x="4285586" y="2645670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D57BC20-14B1-4A1A-8EDE-E5EDBE49B615}"/>
              </a:ext>
            </a:extLst>
          </p:cNvPr>
          <p:cNvSpPr/>
          <p:nvPr/>
        </p:nvSpPr>
        <p:spPr>
          <a:xfrm>
            <a:off x="4285586" y="2822876"/>
            <a:ext cx="174233" cy="144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98C5D48-6AFC-45DC-B009-68BF5B29A6D0}"/>
              </a:ext>
            </a:extLst>
          </p:cNvPr>
          <p:cNvSpPr/>
          <p:nvPr/>
        </p:nvSpPr>
        <p:spPr>
          <a:xfrm>
            <a:off x="4285586" y="3000082"/>
            <a:ext cx="174233" cy="1440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6751D67-B0E4-4F2B-A216-4BDF827D5D8D}"/>
              </a:ext>
            </a:extLst>
          </p:cNvPr>
          <p:cNvSpPr/>
          <p:nvPr/>
        </p:nvSpPr>
        <p:spPr>
          <a:xfrm>
            <a:off x="4285586" y="3177288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9ECEE25-C2FA-43F9-8F9D-E41569055BB3}"/>
              </a:ext>
            </a:extLst>
          </p:cNvPr>
          <p:cNvSpPr/>
          <p:nvPr/>
        </p:nvSpPr>
        <p:spPr>
          <a:xfrm>
            <a:off x="4285586" y="3354494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B7399C1-C7E5-4BE6-AA9C-77D4172DE694}"/>
              </a:ext>
            </a:extLst>
          </p:cNvPr>
          <p:cNvSpPr/>
          <p:nvPr/>
        </p:nvSpPr>
        <p:spPr>
          <a:xfrm>
            <a:off x="4285586" y="3531700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1BF15F7-3B8B-4A11-965A-26B0A67AF652}"/>
              </a:ext>
            </a:extLst>
          </p:cNvPr>
          <p:cNvSpPr/>
          <p:nvPr/>
        </p:nvSpPr>
        <p:spPr>
          <a:xfrm>
            <a:off x="4285586" y="3708906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074F765-3623-441C-9495-D7676D55A964}"/>
              </a:ext>
            </a:extLst>
          </p:cNvPr>
          <p:cNvSpPr/>
          <p:nvPr/>
        </p:nvSpPr>
        <p:spPr>
          <a:xfrm>
            <a:off x="4285586" y="3886112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24B545F-CBEA-4FBF-B385-47749F12A4D2}"/>
              </a:ext>
            </a:extLst>
          </p:cNvPr>
          <p:cNvSpPr/>
          <p:nvPr/>
        </p:nvSpPr>
        <p:spPr>
          <a:xfrm>
            <a:off x="4285586" y="4063318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EFEAF94-CC42-4F66-82B5-E39C9E4291C9}"/>
              </a:ext>
            </a:extLst>
          </p:cNvPr>
          <p:cNvSpPr/>
          <p:nvPr/>
        </p:nvSpPr>
        <p:spPr>
          <a:xfrm>
            <a:off x="4285586" y="4240524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3535CB9-F30B-4586-8B10-9E4383B256FA}"/>
              </a:ext>
            </a:extLst>
          </p:cNvPr>
          <p:cNvSpPr/>
          <p:nvPr/>
        </p:nvSpPr>
        <p:spPr>
          <a:xfrm>
            <a:off x="4285586" y="4417730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B446159-7FC7-4D22-8777-1D3262EE7577}"/>
              </a:ext>
            </a:extLst>
          </p:cNvPr>
          <p:cNvSpPr/>
          <p:nvPr/>
        </p:nvSpPr>
        <p:spPr>
          <a:xfrm>
            <a:off x="4285586" y="4594936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178CBB5-D963-4C1A-BC07-06E958A8869B}"/>
              </a:ext>
            </a:extLst>
          </p:cNvPr>
          <p:cNvSpPr/>
          <p:nvPr/>
        </p:nvSpPr>
        <p:spPr>
          <a:xfrm>
            <a:off x="4285586" y="4772142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77795E0-17EE-4CAD-9083-11AB8900783A}"/>
              </a:ext>
            </a:extLst>
          </p:cNvPr>
          <p:cNvSpPr/>
          <p:nvPr/>
        </p:nvSpPr>
        <p:spPr>
          <a:xfrm>
            <a:off x="4285586" y="4949348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A8EB045-0CB4-4380-B41A-F64D9F127DF9}"/>
              </a:ext>
            </a:extLst>
          </p:cNvPr>
          <p:cNvSpPr/>
          <p:nvPr/>
        </p:nvSpPr>
        <p:spPr>
          <a:xfrm>
            <a:off x="4285586" y="5126554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FA6131F3-1222-4357-A4DE-03698EF11282}"/>
              </a:ext>
            </a:extLst>
          </p:cNvPr>
          <p:cNvSpPr/>
          <p:nvPr/>
        </p:nvSpPr>
        <p:spPr>
          <a:xfrm>
            <a:off x="4285586" y="5303760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2933A9C-C5A4-4758-92AB-CC64D33CBFFA}"/>
              </a:ext>
            </a:extLst>
          </p:cNvPr>
          <p:cNvSpPr/>
          <p:nvPr/>
        </p:nvSpPr>
        <p:spPr>
          <a:xfrm>
            <a:off x="4285586" y="5480966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E831C25-8906-4BCF-BB0D-018DBF28BF7D}"/>
              </a:ext>
            </a:extLst>
          </p:cNvPr>
          <p:cNvSpPr/>
          <p:nvPr/>
        </p:nvSpPr>
        <p:spPr>
          <a:xfrm>
            <a:off x="4285586" y="5658172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6236DA6-CB19-489B-876C-5123074FDF46}"/>
              </a:ext>
            </a:extLst>
          </p:cNvPr>
          <p:cNvSpPr/>
          <p:nvPr/>
        </p:nvSpPr>
        <p:spPr>
          <a:xfrm>
            <a:off x="4285586" y="5835378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4686F5D-7216-4CCD-B33E-2E8DF59B968A}"/>
              </a:ext>
            </a:extLst>
          </p:cNvPr>
          <p:cNvSpPr/>
          <p:nvPr/>
        </p:nvSpPr>
        <p:spPr>
          <a:xfrm>
            <a:off x="4285586" y="6012584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F946779-8C87-436B-B020-BFE23B89151C}"/>
              </a:ext>
            </a:extLst>
          </p:cNvPr>
          <p:cNvSpPr/>
          <p:nvPr/>
        </p:nvSpPr>
        <p:spPr>
          <a:xfrm>
            <a:off x="4285586" y="6189790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CAEDCA6-5E4B-4C49-9406-671D6A8810D5}"/>
              </a:ext>
            </a:extLst>
          </p:cNvPr>
          <p:cNvSpPr/>
          <p:nvPr/>
        </p:nvSpPr>
        <p:spPr>
          <a:xfrm>
            <a:off x="4285586" y="6366996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289B016-A388-4358-B9DC-7EEF8DFDD76E}"/>
              </a:ext>
            </a:extLst>
          </p:cNvPr>
          <p:cNvSpPr/>
          <p:nvPr/>
        </p:nvSpPr>
        <p:spPr>
          <a:xfrm>
            <a:off x="4285586" y="6544202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F606B49-78E2-4CE0-8B7C-26DA378D6B72}"/>
              </a:ext>
            </a:extLst>
          </p:cNvPr>
          <p:cNvSpPr/>
          <p:nvPr/>
        </p:nvSpPr>
        <p:spPr>
          <a:xfrm>
            <a:off x="3307121" y="1140550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420F7E0-C08B-4ACD-826A-F7386C5BEB32}"/>
              </a:ext>
            </a:extLst>
          </p:cNvPr>
          <p:cNvSpPr/>
          <p:nvPr/>
        </p:nvSpPr>
        <p:spPr>
          <a:xfrm>
            <a:off x="3307121" y="1489888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D849B00-1545-42B8-9604-5973BDF4696D}"/>
              </a:ext>
            </a:extLst>
          </p:cNvPr>
          <p:cNvSpPr/>
          <p:nvPr/>
        </p:nvSpPr>
        <p:spPr>
          <a:xfrm>
            <a:off x="3307121" y="1842787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204A8D1-27F0-42C7-B966-285F75DA05BA}"/>
              </a:ext>
            </a:extLst>
          </p:cNvPr>
          <p:cNvSpPr/>
          <p:nvPr/>
        </p:nvSpPr>
        <p:spPr>
          <a:xfrm>
            <a:off x="3307121" y="2192125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3D9BDBC-D4F5-4C33-8353-816ABDF767A7}"/>
              </a:ext>
            </a:extLst>
          </p:cNvPr>
          <p:cNvSpPr/>
          <p:nvPr/>
        </p:nvSpPr>
        <p:spPr>
          <a:xfrm>
            <a:off x="3307121" y="2545024"/>
            <a:ext cx="174233" cy="144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F51EC1F-8FFF-426F-9F2A-43C5DF61FD22}"/>
              </a:ext>
            </a:extLst>
          </p:cNvPr>
          <p:cNvSpPr/>
          <p:nvPr/>
        </p:nvSpPr>
        <p:spPr>
          <a:xfrm>
            <a:off x="3307121" y="2894362"/>
            <a:ext cx="174233" cy="1440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8B652E5-AE89-47B1-869D-307A5562CAB2}"/>
              </a:ext>
            </a:extLst>
          </p:cNvPr>
          <p:cNvSpPr/>
          <p:nvPr/>
        </p:nvSpPr>
        <p:spPr>
          <a:xfrm>
            <a:off x="3307121" y="3247261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F964F9D-7FC6-4CE5-8032-5568E8B165EF}"/>
              </a:ext>
            </a:extLst>
          </p:cNvPr>
          <p:cNvSpPr/>
          <p:nvPr/>
        </p:nvSpPr>
        <p:spPr>
          <a:xfrm>
            <a:off x="3307121" y="3596599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8213B945-985D-4ECD-8401-D3C599392B41}"/>
              </a:ext>
            </a:extLst>
          </p:cNvPr>
          <p:cNvSpPr/>
          <p:nvPr/>
        </p:nvSpPr>
        <p:spPr>
          <a:xfrm>
            <a:off x="3307121" y="3949498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ECB6E436-5C24-464E-852D-851843041492}"/>
              </a:ext>
            </a:extLst>
          </p:cNvPr>
          <p:cNvSpPr/>
          <p:nvPr/>
        </p:nvSpPr>
        <p:spPr>
          <a:xfrm>
            <a:off x="3307121" y="4298836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3D43A890-9223-44BF-AEA6-01E22F778142}"/>
              </a:ext>
            </a:extLst>
          </p:cNvPr>
          <p:cNvSpPr/>
          <p:nvPr/>
        </p:nvSpPr>
        <p:spPr>
          <a:xfrm>
            <a:off x="3307121" y="4651735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73D1325D-C5AF-4ED5-85B8-3C2DC2E0CD18}"/>
              </a:ext>
            </a:extLst>
          </p:cNvPr>
          <p:cNvSpPr/>
          <p:nvPr/>
        </p:nvSpPr>
        <p:spPr>
          <a:xfrm>
            <a:off x="3307121" y="5001073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F38AC32-CB54-43F1-9966-81D3487DC3F2}"/>
              </a:ext>
            </a:extLst>
          </p:cNvPr>
          <p:cNvSpPr/>
          <p:nvPr/>
        </p:nvSpPr>
        <p:spPr>
          <a:xfrm>
            <a:off x="3307121" y="5353972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06F31296-612B-47A7-8FF1-370B4A417824}"/>
              </a:ext>
            </a:extLst>
          </p:cNvPr>
          <p:cNvSpPr/>
          <p:nvPr/>
        </p:nvSpPr>
        <p:spPr>
          <a:xfrm>
            <a:off x="3307121" y="5703310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AD1FC0E-6AFF-4E06-A603-07B3D8E2DB7C}"/>
              </a:ext>
            </a:extLst>
          </p:cNvPr>
          <p:cNvSpPr/>
          <p:nvPr/>
        </p:nvSpPr>
        <p:spPr>
          <a:xfrm>
            <a:off x="3307121" y="6056209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H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C829E789-1F5B-4AC6-B09A-E13A7330D7F9}"/>
              </a:ext>
            </a:extLst>
          </p:cNvPr>
          <p:cNvSpPr/>
          <p:nvPr/>
        </p:nvSpPr>
        <p:spPr>
          <a:xfrm>
            <a:off x="3307121" y="6405547"/>
            <a:ext cx="174233" cy="14400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6BE72AD-58DA-4053-90C5-1F82066DD673}"/>
              </a:ext>
            </a:extLst>
          </p:cNvPr>
          <p:cNvCxnSpPr>
            <a:stCxn id="65" idx="3"/>
            <a:endCxn id="33" idx="1"/>
          </p:cNvCxnSpPr>
          <p:nvPr/>
        </p:nvCxnSpPr>
        <p:spPr>
          <a:xfrm flipV="1">
            <a:off x="3481354" y="1122816"/>
            <a:ext cx="804232" cy="8973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D87EEC1-A919-4B88-8857-31E13EAC3138}"/>
              </a:ext>
            </a:extLst>
          </p:cNvPr>
          <p:cNvCxnSpPr>
            <a:cxnSpLocks/>
            <a:stCxn id="65" idx="3"/>
            <a:endCxn id="34" idx="1"/>
          </p:cNvCxnSpPr>
          <p:nvPr/>
        </p:nvCxnSpPr>
        <p:spPr>
          <a:xfrm>
            <a:off x="3481354" y="1212550"/>
            <a:ext cx="804232" cy="8747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D648D95-F22B-4F7B-B062-CB84ECE7EB72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3481354" y="1477228"/>
            <a:ext cx="804232" cy="8826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36EB900-629D-4DAD-B9B0-90C52F1B9AD0}"/>
              </a:ext>
            </a:extLst>
          </p:cNvPr>
          <p:cNvCxnSpPr>
            <a:cxnSpLocks/>
            <a:stCxn id="66" idx="3"/>
            <a:endCxn id="36" idx="1"/>
          </p:cNvCxnSpPr>
          <p:nvPr/>
        </p:nvCxnSpPr>
        <p:spPr>
          <a:xfrm>
            <a:off x="3481354" y="1561888"/>
            <a:ext cx="804232" cy="9254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4E0178B-8ACB-4909-B0A4-7A4CF8414187}"/>
              </a:ext>
            </a:extLst>
          </p:cNvPr>
          <p:cNvCxnSpPr>
            <a:cxnSpLocks/>
          </p:cNvCxnSpPr>
          <p:nvPr/>
        </p:nvCxnSpPr>
        <p:spPr>
          <a:xfrm flipV="1">
            <a:off x="3481354" y="1830626"/>
            <a:ext cx="804232" cy="8826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905C7A3-D5F1-4161-8812-C84C3F27C68D}"/>
              </a:ext>
            </a:extLst>
          </p:cNvPr>
          <p:cNvCxnSpPr>
            <a:cxnSpLocks/>
          </p:cNvCxnSpPr>
          <p:nvPr/>
        </p:nvCxnSpPr>
        <p:spPr>
          <a:xfrm>
            <a:off x="3481354" y="1915286"/>
            <a:ext cx="804232" cy="9254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2B5C44C-0060-4BAE-92F5-A1666E65AEDB}"/>
              </a:ext>
            </a:extLst>
          </p:cNvPr>
          <p:cNvCxnSpPr>
            <a:cxnSpLocks/>
          </p:cNvCxnSpPr>
          <p:nvPr/>
        </p:nvCxnSpPr>
        <p:spPr>
          <a:xfrm flipV="1">
            <a:off x="3481354" y="2184024"/>
            <a:ext cx="804232" cy="8826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EFAAAE2-9A9A-4A5F-8465-8DA34AA67763}"/>
              </a:ext>
            </a:extLst>
          </p:cNvPr>
          <p:cNvCxnSpPr>
            <a:cxnSpLocks/>
          </p:cNvCxnSpPr>
          <p:nvPr/>
        </p:nvCxnSpPr>
        <p:spPr>
          <a:xfrm>
            <a:off x="3481354" y="2268684"/>
            <a:ext cx="804232" cy="9254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0A327AC-021E-4674-B439-AB001BA5CE0D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3481354" y="2537422"/>
            <a:ext cx="804232" cy="7960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D7412EA-FAC2-474F-B79C-AF01B9E32711}"/>
              </a:ext>
            </a:extLst>
          </p:cNvPr>
          <p:cNvCxnSpPr>
            <a:cxnSpLocks/>
          </p:cNvCxnSpPr>
          <p:nvPr/>
        </p:nvCxnSpPr>
        <p:spPr>
          <a:xfrm>
            <a:off x="3481354" y="2622082"/>
            <a:ext cx="804232" cy="9254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90F5D42-13CD-4E3F-9680-70E5469D7C16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3481354" y="2890820"/>
            <a:ext cx="804232" cy="755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EBCD3F3-818F-4123-A7F0-1FE0E6BE0541}"/>
              </a:ext>
            </a:extLst>
          </p:cNvPr>
          <p:cNvCxnSpPr>
            <a:cxnSpLocks/>
            <a:stCxn id="70" idx="3"/>
          </p:cNvCxnSpPr>
          <p:nvPr/>
        </p:nvCxnSpPr>
        <p:spPr>
          <a:xfrm>
            <a:off x="3481354" y="2966362"/>
            <a:ext cx="804232" cy="10166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6800AE4-63A3-4B81-9FF1-1A19F47DF87D}"/>
              </a:ext>
            </a:extLst>
          </p:cNvPr>
          <p:cNvCxnSpPr>
            <a:cxnSpLocks/>
            <a:stCxn id="71" idx="3"/>
          </p:cNvCxnSpPr>
          <p:nvPr/>
        </p:nvCxnSpPr>
        <p:spPr>
          <a:xfrm flipV="1">
            <a:off x="3481354" y="3244219"/>
            <a:ext cx="804232" cy="750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927CDF1-D486-49D2-94F4-384AEB51565E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3481354" y="3319261"/>
            <a:ext cx="804232" cy="102163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B404E43-F8F0-4ECF-A73D-197ED4D9038F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3481354" y="3597617"/>
            <a:ext cx="804232" cy="7098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6180F69-7E37-437C-82F4-1080EDB57556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3481354" y="3668599"/>
            <a:ext cx="804232" cy="106223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4939FAE-6A1A-45B7-B4F4-03053600378C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3481354" y="3951014"/>
            <a:ext cx="804232" cy="7048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AE3BCC5-23E5-4F3C-8445-4CAA61AED4C5}"/>
              </a:ext>
            </a:extLst>
          </p:cNvPr>
          <p:cNvCxnSpPr>
            <a:cxnSpLocks/>
            <a:stCxn id="73" idx="3"/>
          </p:cNvCxnSpPr>
          <p:nvPr/>
        </p:nvCxnSpPr>
        <p:spPr>
          <a:xfrm>
            <a:off x="3481354" y="4021498"/>
            <a:ext cx="804232" cy="10672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A62B53D-E927-422B-A777-354D9918923A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3481354" y="4304412"/>
            <a:ext cx="804232" cy="6642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2D2F225-661C-4BBA-801A-40FD2C6633B5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3481354" y="4370836"/>
            <a:ext cx="804232" cy="11078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8ECB52F-8839-4FF2-8E59-1668C3076556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3481354" y="4657811"/>
            <a:ext cx="804232" cy="6592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A98A90D-9EE1-4BAE-937C-DD98CABAA340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3481354" y="4723735"/>
            <a:ext cx="804232" cy="11128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13954AF-3775-48E6-BD03-7ECC0D9BF964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3481354" y="5011209"/>
            <a:ext cx="804232" cy="6186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8D16D82-4386-49B9-8F81-05555F860FCF}"/>
              </a:ext>
            </a:extLst>
          </p:cNvPr>
          <p:cNvCxnSpPr>
            <a:cxnSpLocks/>
            <a:stCxn id="76" idx="3"/>
          </p:cNvCxnSpPr>
          <p:nvPr/>
        </p:nvCxnSpPr>
        <p:spPr>
          <a:xfrm>
            <a:off x="3481354" y="5073073"/>
            <a:ext cx="804232" cy="1153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5936566-8FAB-4D62-8F2D-005FB4AC880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3481354" y="5364606"/>
            <a:ext cx="804232" cy="6136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66A4E6B-1DA6-464A-BFDA-03C7F6BF3DA0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3481354" y="5425972"/>
            <a:ext cx="804232" cy="11584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7D003FB-9D7B-4EE0-897A-4ECA722D80E3}"/>
              </a:ext>
            </a:extLst>
          </p:cNvPr>
          <p:cNvCxnSpPr>
            <a:cxnSpLocks/>
            <a:stCxn id="78" idx="3"/>
          </p:cNvCxnSpPr>
          <p:nvPr/>
        </p:nvCxnSpPr>
        <p:spPr>
          <a:xfrm flipV="1">
            <a:off x="3481354" y="5718004"/>
            <a:ext cx="804232" cy="5730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37143CD-EABA-410F-95BD-0C06A5652B9E}"/>
              </a:ext>
            </a:extLst>
          </p:cNvPr>
          <p:cNvCxnSpPr>
            <a:cxnSpLocks/>
            <a:stCxn id="78" idx="3"/>
          </p:cNvCxnSpPr>
          <p:nvPr/>
        </p:nvCxnSpPr>
        <p:spPr>
          <a:xfrm>
            <a:off x="3481354" y="5775310"/>
            <a:ext cx="804232" cy="1199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ABB05FA2-4E08-4B25-BD73-A84CDC9CDD60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3481354" y="6071403"/>
            <a:ext cx="804232" cy="5680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D26B93A-9254-423E-B0A1-94B09B3642A2}"/>
              </a:ext>
            </a:extLst>
          </p:cNvPr>
          <p:cNvCxnSpPr>
            <a:cxnSpLocks/>
            <a:stCxn id="79" idx="3"/>
          </p:cNvCxnSpPr>
          <p:nvPr/>
        </p:nvCxnSpPr>
        <p:spPr>
          <a:xfrm>
            <a:off x="3481354" y="6128209"/>
            <a:ext cx="804232" cy="12039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4F730C7-4EB5-4286-AD4F-6D77B5EC8EE2}"/>
              </a:ext>
            </a:extLst>
          </p:cNvPr>
          <p:cNvCxnSpPr>
            <a:cxnSpLocks/>
            <a:stCxn id="80" idx="3"/>
            <a:endCxn id="63" idx="1"/>
          </p:cNvCxnSpPr>
          <p:nvPr/>
        </p:nvCxnSpPr>
        <p:spPr>
          <a:xfrm flipV="1">
            <a:off x="3481354" y="6438996"/>
            <a:ext cx="804232" cy="3855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13CF61A-B588-4AD2-A962-99DCB4C642DF}"/>
              </a:ext>
            </a:extLst>
          </p:cNvPr>
          <p:cNvCxnSpPr>
            <a:cxnSpLocks/>
            <a:stCxn id="80" idx="3"/>
            <a:endCxn id="64" idx="1"/>
          </p:cNvCxnSpPr>
          <p:nvPr/>
        </p:nvCxnSpPr>
        <p:spPr>
          <a:xfrm>
            <a:off x="3481354" y="6477547"/>
            <a:ext cx="804232" cy="13865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899C954-E13D-4523-B266-7BD374699A2E}"/>
              </a:ext>
            </a:extLst>
          </p:cNvPr>
          <p:cNvCxnSpPr>
            <a:cxnSpLocks/>
            <a:endCxn id="65" idx="1"/>
          </p:cNvCxnSpPr>
          <p:nvPr/>
        </p:nvCxnSpPr>
        <p:spPr>
          <a:xfrm flipV="1">
            <a:off x="2585905" y="1212550"/>
            <a:ext cx="721216" cy="17288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4F83297E-0B89-40F0-ACCB-051B58810A76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2585905" y="1385439"/>
            <a:ext cx="721216" cy="17644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F4E9C39-85AB-40CF-893C-69F251038907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2585905" y="1914787"/>
            <a:ext cx="721216" cy="17603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9049B78-0314-4771-AF59-98F463EBF15C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2585905" y="2090820"/>
            <a:ext cx="721216" cy="17330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2342FC2-FF50-4485-9ABC-200FA30EE7F0}"/>
              </a:ext>
            </a:extLst>
          </p:cNvPr>
          <p:cNvCxnSpPr>
            <a:cxnSpLocks/>
            <a:endCxn id="69" idx="1"/>
          </p:cNvCxnSpPr>
          <p:nvPr/>
        </p:nvCxnSpPr>
        <p:spPr>
          <a:xfrm flipV="1">
            <a:off x="2585905" y="2617024"/>
            <a:ext cx="721216" cy="1714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07CEFEE-E3BF-4761-9D3C-11937B592F2A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2585905" y="2788450"/>
            <a:ext cx="721216" cy="17791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63AA757-E66E-4449-9597-2F0D5F381223}"/>
              </a:ext>
            </a:extLst>
          </p:cNvPr>
          <p:cNvCxnSpPr>
            <a:cxnSpLocks/>
            <a:endCxn id="71" idx="1"/>
          </p:cNvCxnSpPr>
          <p:nvPr/>
        </p:nvCxnSpPr>
        <p:spPr>
          <a:xfrm flipV="1">
            <a:off x="2585905" y="3319261"/>
            <a:ext cx="721216" cy="16682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0A095F6-E7A6-411D-865B-C45F14CC8DAD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2585905" y="3486080"/>
            <a:ext cx="721216" cy="18251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2052879-F308-4E61-8CF1-518176C2925A}"/>
              </a:ext>
            </a:extLst>
          </p:cNvPr>
          <p:cNvCxnSpPr>
            <a:cxnSpLocks/>
            <a:endCxn id="73" idx="1"/>
          </p:cNvCxnSpPr>
          <p:nvPr/>
        </p:nvCxnSpPr>
        <p:spPr>
          <a:xfrm flipV="1">
            <a:off x="2594105" y="4021498"/>
            <a:ext cx="713016" cy="17288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A0DD3CF-776A-4BE8-A3F7-938F3E9CED6E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594105" y="4194387"/>
            <a:ext cx="713016" cy="17644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19EE035-060F-4780-A584-9FD0254C2F29}"/>
              </a:ext>
            </a:extLst>
          </p:cNvPr>
          <p:cNvCxnSpPr>
            <a:cxnSpLocks/>
            <a:endCxn id="75" idx="1"/>
          </p:cNvCxnSpPr>
          <p:nvPr/>
        </p:nvCxnSpPr>
        <p:spPr>
          <a:xfrm flipV="1">
            <a:off x="2594105" y="4723735"/>
            <a:ext cx="713016" cy="17288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2190FBCF-84C3-41E4-B466-A947E4FA9A68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2594105" y="4896624"/>
            <a:ext cx="713016" cy="17644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5ED2605-7DBF-436E-8443-00FDC7DBCC66}"/>
              </a:ext>
            </a:extLst>
          </p:cNvPr>
          <p:cNvCxnSpPr>
            <a:cxnSpLocks/>
            <a:endCxn id="77" idx="1"/>
          </p:cNvCxnSpPr>
          <p:nvPr/>
        </p:nvCxnSpPr>
        <p:spPr>
          <a:xfrm flipV="1">
            <a:off x="2598205" y="5425972"/>
            <a:ext cx="708916" cy="17288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264C92B-ECC5-4107-A562-725DA8B0A6DB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2598205" y="5598861"/>
            <a:ext cx="708916" cy="17644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69ADCAD-4A2A-4790-A468-75B9915A028B}"/>
              </a:ext>
            </a:extLst>
          </p:cNvPr>
          <p:cNvCxnSpPr>
            <a:cxnSpLocks/>
            <a:endCxn id="79" idx="1"/>
          </p:cNvCxnSpPr>
          <p:nvPr/>
        </p:nvCxnSpPr>
        <p:spPr>
          <a:xfrm flipV="1">
            <a:off x="2598205" y="6128209"/>
            <a:ext cx="708916" cy="17288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B508135B-9B27-484F-93BD-B5369F68323A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2598205" y="6301098"/>
            <a:ext cx="708916" cy="17644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4DE782FE-1EE1-4F9F-9D75-4CE2A7CDEE2F}"/>
              </a:ext>
            </a:extLst>
          </p:cNvPr>
          <p:cNvSpPr/>
          <p:nvPr/>
        </p:nvSpPr>
        <p:spPr>
          <a:xfrm>
            <a:off x="2992121" y="303988"/>
            <a:ext cx="804232" cy="2722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4</a:t>
            </a:r>
            <a:r>
              <a:rPr kumimoji="0" lang="en-AU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th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 Flip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0E00D4D4-D873-4A4B-A391-6933C6F036BA}"/>
              </a:ext>
            </a:extLst>
          </p:cNvPr>
          <p:cNvSpPr/>
          <p:nvPr/>
        </p:nvSpPr>
        <p:spPr>
          <a:xfrm>
            <a:off x="3970586" y="311719"/>
            <a:ext cx="804232" cy="2722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5</a:t>
            </a:r>
            <a:r>
              <a:rPr kumimoji="0" lang="en-AU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th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+mn-ea"/>
                <a:cs typeface="+mn-cs"/>
              </a:rPr>
              <a:t> Flip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A39CBC-B857-41DD-A8D1-1B5CA93F54FA}"/>
              </a:ext>
            </a:extLst>
          </p:cNvPr>
          <p:cNvSpPr txBox="1"/>
          <p:nvPr/>
        </p:nvSpPr>
        <p:spPr>
          <a:xfrm>
            <a:off x="2804845" y="23467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gency FB" panose="020B0503020202020204" pitchFamily="34" charset="0"/>
              </a:rPr>
              <a:t>½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212B778-90AE-42DA-9BA6-5BFAA0F9EEF2}"/>
              </a:ext>
            </a:extLst>
          </p:cNvPr>
          <p:cNvSpPr txBox="1"/>
          <p:nvPr/>
        </p:nvSpPr>
        <p:spPr>
          <a:xfrm>
            <a:off x="2804845" y="28673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gency FB" panose="020B0503020202020204" pitchFamily="34" charset="0"/>
              </a:rPr>
              <a:t>½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D6EEDDA-6C1D-461C-B956-5E1A24A3993D}"/>
              </a:ext>
            </a:extLst>
          </p:cNvPr>
          <p:cNvSpPr txBox="1"/>
          <p:nvPr/>
        </p:nvSpPr>
        <p:spPr>
          <a:xfrm>
            <a:off x="3821987" y="260721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gency FB" panose="020B0503020202020204" pitchFamily="34" charset="0"/>
              </a:rPr>
              <a:t>½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3455E1C-E2D3-472F-A194-09B39AA06107}"/>
              </a:ext>
            </a:extLst>
          </p:cNvPr>
          <p:cNvSpPr txBox="1"/>
          <p:nvPr/>
        </p:nvSpPr>
        <p:spPr>
          <a:xfrm>
            <a:off x="3821987" y="30043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gency FB" panose="020B0503020202020204" pitchFamily="34" charset="0"/>
              </a:rPr>
              <a:t>½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E947FBE-D855-40A4-8E14-90C750707497}"/>
              </a:ext>
            </a:extLst>
          </p:cNvPr>
          <p:cNvGraphicFramePr>
            <a:graphicFrameLocks noGrp="1"/>
          </p:cNvGraphicFramePr>
          <p:nvPr/>
        </p:nvGraphicFramePr>
        <p:xfrm>
          <a:off x="5261887" y="1654434"/>
          <a:ext cx="669609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030">
                  <a:extLst>
                    <a:ext uri="{9D8B030D-6E8A-4147-A177-3AD203B41FA5}">
                      <a16:colId xmlns:a16="http://schemas.microsoft.com/office/drawing/2014/main" val="2332066572"/>
                    </a:ext>
                  </a:extLst>
                </a:gridCol>
                <a:gridCol w="2232030">
                  <a:extLst>
                    <a:ext uri="{9D8B030D-6E8A-4147-A177-3AD203B41FA5}">
                      <a16:colId xmlns:a16="http://schemas.microsoft.com/office/drawing/2014/main" val="2979663242"/>
                    </a:ext>
                  </a:extLst>
                </a:gridCol>
                <a:gridCol w="2232030">
                  <a:extLst>
                    <a:ext uri="{9D8B030D-6E8A-4147-A177-3AD203B41FA5}">
                      <a16:colId xmlns:a16="http://schemas.microsoft.com/office/drawing/2014/main" val="25769348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Future Flips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Winner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214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½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Harry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93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½ x ½ = 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Harry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0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>
                          <a:latin typeface="Agency FB" panose="020B0503020202020204" pitchFamily="34" charset="0"/>
                        </a:rPr>
                        <a:t>½ x ½ = 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068988"/>
                  </a:ext>
                </a:extLst>
              </a:tr>
            </a:tbl>
          </a:graphicData>
        </a:graphic>
      </p:graphicFrame>
      <p:sp>
        <p:nvSpPr>
          <p:cNvPr id="151" name="Rectangle 150">
            <a:extLst>
              <a:ext uri="{FF2B5EF4-FFF2-40B4-BE49-F238E27FC236}">
                <a16:creationId xmlns:a16="http://schemas.microsoft.com/office/drawing/2014/main" id="{841EEE23-74B2-4CBF-B282-129A5F01432E}"/>
              </a:ext>
            </a:extLst>
          </p:cNvPr>
          <p:cNvSpPr/>
          <p:nvPr/>
        </p:nvSpPr>
        <p:spPr>
          <a:xfrm>
            <a:off x="5117020" y="3413898"/>
            <a:ext cx="6934567" cy="523603"/>
          </a:xfrm>
          <a:prstGeom prst="rect">
            <a:avLst/>
          </a:prstGeom>
          <a:solidFill>
            <a:schemeClr val="tx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gency FB" panose="020B0503020202020204" pitchFamily="34" charset="0"/>
              </a:rPr>
              <a:t>Therefore: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72EE92FA-F09A-4F51-903C-F4221DD595EC}"/>
                  </a:ext>
                </a:extLst>
              </p:cNvPr>
              <p:cNvSpPr/>
              <p:nvPr/>
            </p:nvSpPr>
            <p:spPr>
              <a:xfrm>
                <a:off x="5117021" y="3945516"/>
                <a:ext cx="5639610" cy="852515"/>
              </a:xfrm>
              <a:prstGeom prst="rect">
                <a:avLst/>
              </a:prstGeom>
              <a:solidFill>
                <a:schemeClr val="tx1"/>
              </a:solidFill>
              <a:ln w="6350"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AU" sz="20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Harry</m:t>
                          </m:r>
                          <m:r>
                            <a:rPr lang="en-AU" sz="20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20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wins</m:t>
                          </m:r>
                        </m:e>
                      </m:d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𝑇𝐻</m:t>
                          </m:r>
                        </m:e>
                      </m:d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mc:Choice>
        <mc:Fallback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72EE92FA-F09A-4F51-903C-F4221DD595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021" y="3945516"/>
                <a:ext cx="5639610" cy="8525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noFill/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0A5F11CD-3122-4C60-87BB-08AAAF8464A7}"/>
                  </a:ext>
                </a:extLst>
              </p:cNvPr>
              <p:cNvSpPr/>
              <p:nvPr/>
            </p:nvSpPr>
            <p:spPr>
              <a:xfrm>
                <a:off x="5125283" y="4536110"/>
                <a:ext cx="3895427" cy="852515"/>
              </a:xfrm>
              <a:prstGeom prst="rect">
                <a:avLst/>
              </a:prstGeom>
              <a:solidFill>
                <a:schemeClr val="tx1"/>
              </a:solidFill>
              <a:ln w="6350"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AU" sz="2000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Tom</m:t>
                          </m:r>
                          <m:r>
                            <a:rPr lang="en-AU" sz="2000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2000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wins</m:t>
                          </m:r>
                        </m:e>
                      </m:d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𝑇𝑇</m:t>
                          </m:r>
                        </m:e>
                      </m:d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mc:Choice>
        <mc:Fallback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0A5F11CD-3122-4C60-87BB-08AAAF8464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283" y="4536110"/>
                <a:ext cx="3895427" cy="8525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noFill/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Rectangle 153">
            <a:extLst>
              <a:ext uri="{FF2B5EF4-FFF2-40B4-BE49-F238E27FC236}">
                <a16:creationId xmlns:a16="http://schemas.microsoft.com/office/drawing/2014/main" id="{D7BC5759-6924-42FC-9651-7D36942B7DF8}"/>
              </a:ext>
            </a:extLst>
          </p:cNvPr>
          <p:cNvSpPr/>
          <p:nvPr/>
        </p:nvSpPr>
        <p:spPr>
          <a:xfrm>
            <a:off x="5117019" y="5302777"/>
            <a:ext cx="6934567" cy="523603"/>
          </a:xfrm>
          <a:prstGeom prst="rect">
            <a:avLst/>
          </a:prstGeom>
          <a:solidFill>
            <a:schemeClr val="tx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gency FB" panose="020B0503020202020204" pitchFamily="34" charset="0"/>
              </a:rPr>
              <a:t>And the fairest way to split the $100 prize would be: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DB4B6517-3AA5-40FC-8A76-2A579EE7C718}"/>
              </a:ext>
            </a:extLst>
          </p:cNvPr>
          <p:cNvSpPr/>
          <p:nvPr/>
        </p:nvSpPr>
        <p:spPr>
          <a:xfrm>
            <a:off x="5125283" y="5915393"/>
            <a:ext cx="6934567" cy="523603"/>
          </a:xfrm>
          <a:prstGeom prst="rect">
            <a:avLst/>
          </a:prstGeom>
          <a:solidFill>
            <a:schemeClr val="tx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gency FB" panose="020B0503020202020204" pitchFamily="34" charset="0"/>
              </a:rPr>
              <a:t>Harry = ¾ x 100 = $75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Tom = ¼ x 100 = $25</a:t>
            </a:r>
          </a:p>
        </p:txBody>
      </p:sp>
    </p:spTree>
    <p:extLst>
      <p:ext uri="{BB962C8B-B14F-4D97-AF65-F5344CB8AC3E}">
        <p14:creationId xmlns:p14="http://schemas.microsoft.com/office/powerpoint/2010/main" val="417742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F299EE3-9C6D-4446-A59E-C4E29F42EE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040" t="45226" r="42566" b="31273"/>
          <a:stretch/>
        </p:blipFill>
        <p:spPr>
          <a:xfrm>
            <a:off x="6993356" y="1588168"/>
            <a:ext cx="4809624" cy="39463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C38DB8-DEC6-4576-BB51-0544763331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289" t="32742" r="24507" b="20991"/>
          <a:stretch/>
        </p:blipFill>
        <p:spPr>
          <a:xfrm>
            <a:off x="553452" y="1732548"/>
            <a:ext cx="6364705" cy="303195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5D837D5-1D57-47BB-A6C1-1A5F92F5070F}"/>
              </a:ext>
            </a:extLst>
          </p:cNvPr>
          <p:cNvSpPr/>
          <p:nvPr/>
        </p:nvSpPr>
        <p:spPr>
          <a:xfrm>
            <a:off x="417095" y="4231441"/>
            <a:ext cx="11221453" cy="57150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5EEFC0-C8CF-45C0-B896-4E9CAFFB25E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Pascal’s Triangle</a:t>
            </a:r>
          </a:p>
        </p:txBody>
      </p:sp>
    </p:spTree>
    <p:extLst>
      <p:ext uri="{BB962C8B-B14F-4D97-AF65-F5344CB8AC3E}">
        <p14:creationId xmlns:p14="http://schemas.microsoft.com/office/powerpoint/2010/main" val="70735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E3103F-2754-430A-A8D3-E67F425982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40" b="5263"/>
          <a:stretch/>
        </p:blipFill>
        <p:spPr>
          <a:xfrm>
            <a:off x="103246" y="1010651"/>
            <a:ext cx="5584708" cy="49724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1173C-2C27-4DBD-951C-64229EF99E69}"/>
              </a:ext>
            </a:extLst>
          </p:cNvPr>
          <p:cNvSpPr txBox="1"/>
          <p:nvPr/>
        </p:nvSpPr>
        <p:spPr>
          <a:xfrm>
            <a:off x="6244389" y="1251284"/>
            <a:ext cx="55847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gency FB" panose="020B0503020202020204" pitchFamily="34" charset="0"/>
              </a:rPr>
              <a:t>Uncle Barry cannot sit near the bar because he becomes argumentative after several drinks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gency FB" panose="020B0503020202020204" pitchFamily="34" charset="0"/>
              </a:rPr>
              <a:t>Sue’s divorced parents must be placed at separate tables, with neither table appearing more important than the other.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gency FB" panose="020B0503020202020204" pitchFamily="34" charset="0"/>
              </a:rPr>
              <a:t>Aunt Susan should not sit with Cousin Rachel because Susan repeatedly asks when Rachel is going to have children.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gency FB" panose="020B0503020202020204" pitchFamily="34" charset="0"/>
              </a:rPr>
              <a:t>Uncle Frank and Uncle Peter cannot sit together because they still argue about money borrowed in 2009.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gency FB" panose="020B0503020202020204" pitchFamily="34" charset="0"/>
              </a:rPr>
              <a:t>Grandma June needs to sit close to the toilets and away from the speakers because she has difficulty walking and dislikes loud music.</a:t>
            </a:r>
          </a:p>
          <a:p>
            <a:endParaRPr lang="en-US" dirty="0">
              <a:latin typeface="Agency FB" panose="020B0503020202020204" pitchFamily="34" charset="0"/>
            </a:endParaRPr>
          </a:p>
          <a:p>
            <a:r>
              <a:rPr lang="en-US" dirty="0">
                <a:latin typeface="Agency FB" panose="020B0503020202020204" pitchFamily="34" charset="0"/>
              </a:rPr>
              <a:t>		…</a:t>
            </a:r>
          </a:p>
          <a:p>
            <a:endParaRPr lang="en-US" dirty="0">
              <a:latin typeface="Agency FB" panose="020B0503020202020204" pitchFamily="34" charset="0"/>
            </a:endParaRPr>
          </a:p>
          <a:p>
            <a:pPr marL="342900" indent="-342900">
              <a:buFont typeface="+mj-lt"/>
              <a:buAutoNum type="arabicPeriod" startAt="20"/>
            </a:pPr>
            <a:r>
              <a:rPr lang="en-US" dirty="0">
                <a:latin typeface="Agency FB" panose="020B0503020202020204" pitchFamily="34" charset="0"/>
              </a:rPr>
              <a:t>The best man and maid of </a:t>
            </a:r>
            <a:r>
              <a:rPr lang="en-US" dirty="0" err="1">
                <a:latin typeface="Agency FB" panose="020B0503020202020204" pitchFamily="34" charset="0"/>
              </a:rPr>
              <a:t>honour</a:t>
            </a:r>
            <a:r>
              <a:rPr lang="en-US" dirty="0">
                <a:latin typeface="Agency FB" panose="020B0503020202020204" pitchFamily="34" charset="0"/>
              </a:rPr>
              <a:t> should sit near the newly married couple, but they should not sit beside each other because their partners are both the jealous type.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2D2B3A-4AF9-4F08-9B38-EFD1BAEDF26D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Possible arrangements for a wedding reception</a:t>
            </a:r>
          </a:p>
        </p:txBody>
      </p:sp>
    </p:spTree>
    <p:extLst>
      <p:ext uri="{BB962C8B-B14F-4D97-AF65-F5344CB8AC3E}">
        <p14:creationId xmlns:p14="http://schemas.microsoft.com/office/powerpoint/2010/main" val="315617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711FDF-BC62-4A7A-9AA0-E5623F2EAC7E}"/>
                  </a:ext>
                </a:extLst>
              </p:cNvPr>
              <p:cNvSpPr txBox="1"/>
              <p:nvPr/>
            </p:nvSpPr>
            <p:spPr>
              <a:xfrm>
                <a:off x="389020" y="1311478"/>
                <a:ext cx="2500236" cy="559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100!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10!</m:t>
                          </m:r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100−10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711FDF-BC62-4A7A-9AA0-E5623F2EA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20" y="1311478"/>
                <a:ext cx="2500236" cy="559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B05D65-E4F1-41D2-99DF-79C0598DCC62}"/>
                  </a:ext>
                </a:extLst>
              </p:cNvPr>
              <p:cNvSpPr txBox="1"/>
              <p:nvPr/>
            </p:nvSpPr>
            <p:spPr>
              <a:xfrm>
                <a:off x="641682" y="2061141"/>
                <a:ext cx="162095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100!</m:t>
                          </m:r>
                        </m:num>
                        <m:den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0!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90!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B05D65-E4F1-41D2-99DF-79C0598DC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82" y="2061141"/>
                <a:ext cx="1620957" cy="520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201D4E-41AC-43B5-8A6A-A0DFD71C449E}"/>
                  </a:ext>
                </a:extLst>
              </p:cNvPr>
              <p:cNvSpPr txBox="1"/>
              <p:nvPr/>
            </p:nvSpPr>
            <p:spPr>
              <a:xfrm>
                <a:off x="641681" y="2811830"/>
                <a:ext cx="6401111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99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98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97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96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95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94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93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92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91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90!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10!</m:t>
                          </m:r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90!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201D4E-41AC-43B5-8A6A-A0DFD71C4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81" y="2811830"/>
                <a:ext cx="6401111" cy="5241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346EAA-B3B9-4DB3-8545-3F3F19B7C06A}"/>
                  </a:ext>
                </a:extLst>
              </p:cNvPr>
              <p:cNvSpPr txBox="1"/>
              <p:nvPr/>
            </p:nvSpPr>
            <p:spPr>
              <a:xfrm>
                <a:off x="641680" y="3623556"/>
                <a:ext cx="3562194" cy="555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62,815,650,955,529,472,000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3,628,800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346EAA-B3B9-4DB3-8545-3F3F19B7C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80" y="3623556"/>
                <a:ext cx="3562194" cy="555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DBCAEE-B76A-42C1-8EE0-CB4C5B8D4EF3}"/>
              </a:ext>
            </a:extLst>
          </p:cNvPr>
          <p:cNvCxnSpPr/>
          <p:nvPr/>
        </p:nvCxnSpPr>
        <p:spPr>
          <a:xfrm flipV="1">
            <a:off x="6569242" y="2803358"/>
            <a:ext cx="445169" cy="3368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6EE1C2-4A16-4EE0-BA6D-DB68F5F2BC76}"/>
              </a:ext>
            </a:extLst>
          </p:cNvPr>
          <p:cNvCxnSpPr>
            <a:cxnSpLocks/>
          </p:cNvCxnSpPr>
          <p:nvPr/>
        </p:nvCxnSpPr>
        <p:spPr>
          <a:xfrm flipV="1">
            <a:off x="4110789" y="3092116"/>
            <a:ext cx="629653" cy="2847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417AF8-0F90-43E9-8E27-0672EE6D3DFE}"/>
                  </a:ext>
                </a:extLst>
              </p:cNvPr>
              <p:cNvSpPr txBox="1"/>
              <p:nvPr/>
            </p:nvSpPr>
            <p:spPr>
              <a:xfrm>
                <a:off x="641680" y="4418879"/>
                <a:ext cx="2696572" cy="460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=17,310,309,456,440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417AF8-0F90-43E9-8E27-0672EE6D3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80" y="4418879"/>
                <a:ext cx="2696572" cy="46089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1F0E8C7-4259-4F5F-8850-4F286F59144D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Possible arrangements for a wedding reception</a:t>
            </a:r>
          </a:p>
        </p:txBody>
      </p:sp>
    </p:spTree>
    <p:extLst>
      <p:ext uri="{BB962C8B-B14F-4D97-AF65-F5344CB8AC3E}">
        <p14:creationId xmlns:p14="http://schemas.microsoft.com/office/powerpoint/2010/main" val="311651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9">
                <a:extLst>
                  <a:ext uri="{FF2B5EF4-FFF2-40B4-BE49-F238E27FC236}">
                    <a16:creationId xmlns:a16="http://schemas.microsoft.com/office/drawing/2014/main" id="{236EDEBC-C702-4DA3-A807-C8734005F5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455270"/>
                  </p:ext>
                </p:extLst>
              </p:nvPr>
            </p:nvGraphicFramePr>
            <p:xfrm>
              <a:off x="751564" y="1123950"/>
              <a:ext cx="10688871" cy="13716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38893">
                      <a:extLst>
                        <a:ext uri="{9D8B030D-6E8A-4147-A177-3AD203B41FA5}">
                          <a16:colId xmlns:a16="http://schemas.microsoft.com/office/drawing/2014/main" val="1867090458"/>
                        </a:ext>
                      </a:extLst>
                    </a:gridCol>
                    <a:gridCol w="3424989">
                      <a:extLst>
                        <a:ext uri="{9D8B030D-6E8A-4147-A177-3AD203B41FA5}">
                          <a16:colId xmlns:a16="http://schemas.microsoft.com/office/drawing/2014/main" val="2109868687"/>
                        </a:ext>
                      </a:extLst>
                    </a:gridCol>
                    <a:gridCol w="3424989">
                      <a:extLst>
                        <a:ext uri="{9D8B030D-6E8A-4147-A177-3AD203B41FA5}">
                          <a16:colId xmlns:a16="http://schemas.microsoft.com/office/drawing/2014/main" val="30206249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AU" sz="2400">
                            <a:latin typeface="Agency FB" panose="020B05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Heaven exists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Heaven does not exist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87644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Probability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3617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Payoff if you lived as a “good” person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 (eternal happiness)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-s (small sacrifice)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90911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9">
                <a:extLst>
                  <a:ext uri="{FF2B5EF4-FFF2-40B4-BE49-F238E27FC236}">
                    <a16:creationId xmlns:a16="http://schemas.microsoft.com/office/drawing/2014/main" id="{236EDEBC-C702-4DA3-A807-C8734005F5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455270"/>
                  </p:ext>
                </p:extLst>
              </p:nvPr>
            </p:nvGraphicFramePr>
            <p:xfrm>
              <a:off x="751564" y="1123950"/>
              <a:ext cx="10688871" cy="13716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38893">
                      <a:extLst>
                        <a:ext uri="{9D8B030D-6E8A-4147-A177-3AD203B41FA5}">
                          <a16:colId xmlns:a16="http://schemas.microsoft.com/office/drawing/2014/main" val="1867090458"/>
                        </a:ext>
                      </a:extLst>
                    </a:gridCol>
                    <a:gridCol w="3424989">
                      <a:extLst>
                        <a:ext uri="{9D8B030D-6E8A-4147-A177-3AD203B41FA5}">
                          <a16:colId xmlns:a16="http://schemas.microsoft.com/office/drawing/2014/main" val="2109868687"/>
                        </a:ext>
                      </a:extLst>
                    </a:gridCol>
                    <a:gridCol w="3424989">
                      <a:extLst>
                        <a:ext uri="{9D8B030D-6E8A-4147-A177-3AD203B41FA5}">
                          <a16:colId xmlns:a16="http://schemas.microsoft.com/office/drawing/2014/main" val="302062492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AU" sz="2400">
                            <a:latin typeface="Agency FB" panose="020B05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Heaven exists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Heaven does not exist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87644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Probability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36173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Payoff if you lived as a “good” person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2278" t="-212000" r="-100712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>
                              <a:latin typeface="Agency FB" panose="020B0503020202020204" pitchFamily="34" charset="0"/>
                            </a:rPr>
                            <a:t>-s (small sacrifice)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909111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2952D4-A19A-4883-9742-03B49F607CBA}"/>
                  </a:ext>
                </a:extLst>
              </p:cNvPr>
              <p:cNvSpPr txBox="1"/>
              <p:nvPr/>
            </p:nvSpPr>
            <p:spPr>
              <a:xfrm>
                <a:off x="1966191" y="3172660"/>
                <a:ext cx="90072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AU" sz="2400">
                          <a:latin typeface="Cambria Math" panose="02040503050406030204" pitchFamily="18" charset="0"/>
                        </a:rPr>
                        <m:t>here</m:t>
                      </m:r>
                      <m:r>
                        <a:rPr lang="en-AU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A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sz="2400">
                          <a:latin typeface="Cambria Math" panose="02040503050406030204" pitchFamily="18" charset="0"/>
                        </a:rPr>
                        <m:t>Probabilities</m:t>
                      </m:r>
                      <m:r>
                        <a:rPr lang="en-AU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AU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A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sz="2400">
                          <a:latin typeface="Cambria Math" panose="02040503050406030204" pitchFamily="18" charset="0"/>
                        </a:rPr>
                        <m:t>Value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2952D4-A19A-4883-9742-03B49F607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191" y="3172660"/>
                <a:ext cx="9007209" cy="369332"/>
              </a:xfrm>
              <a:prstGeom prst="rect">
                <a:avLst/>
              </a:prstGeom>
              <a:blipFill>
                <a:blip r:embed="rId3"/>
                <a:stretch>
                  <a:fillRect l="-474" r="-474"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BF0132F-5195-4C10-AF33-82385EA34A4A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Pascal’s Wager – Expected 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189D9D-3BD4-4F71-8E97-FA47B11D36F2}"/>
                  </a:ext>
                </a:extLst>
              </p:cNvPr>
              <p:cNvSpPr txBox="1"/>
              <p:nvPr/>
            </p:nvSpPr>
            <p:spPr>
              <a:xfrm>
                <a:off x="1925083" y="4040349"/>
                <a:ext cx="62622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m:rPr>
                              <m:nor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good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′ </m:t>
                          </m:r>
                          <m:r>
                            <m:rPr>
                              <m:sty m:val="p"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person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189D9D-3BD4-4F71-8E97-FA47B11D3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083" y="4040349"/>
                <a:ext cx="6262292" cy="369332"/>
              </a:xfrm>
              <a:prstGeom prst="rect">
                <a:avLst/>
              </a:prstGeom>
              <a:blipFill>
                <a:blip r:embed="rId4"/>
                <a:stretch>
                  <a:fillRect l="-779" t="-6667" r="-1266" b="-3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e 16">
            <a:extLst>
              <a:ext uri="{FF2B5EF4-FFF2-40B4-BE49-F238E27FC236}">
                <a16:creationId xmlns:a16="http://schemas.microsoft.com/office/drawing/2014/main" id="{7901C4F3-EC44-4E35-A0DC-78DBFEB3E71C}"/>
              </a:ext>
            </a:extLst>
          </p:cNvPr>
          <p:cNvSpPr/>
          <p:nvPr/>
        </p:nvSpPr>
        <p:spPr>
          <a:xfrm rot="5400000">
            <a:off x="4818859" y="4245432"/>
            <a:ext cx="193297" cy="61043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30569B5D-CCA8-4044-AC10-2C8A8DFD6E6A}"/>
              </a:ext>
            </a:extLst>
          </p:cNvPr>
          <p:cNvSpPr/>
          <p:nvPr/>
        </p:nvSpPr>
        <p:spPr>
          <a:xfrm rot="5400000">
            <a:off x="5734090" y="4256865"/>
            <a:ext cx="193297" cy="61043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2009D1FC-DCF2-4EA8-914D-E4E1470EABA8}"/>
              </a:ext>
            </a:extLst>
          </p:cNvPr>
          <p:cNvSpPr/>
          <p:nvPr/>
        </p:nvSpPr>
        <p:spPr>
          <a:xfrm rot="5400000">
            <a:off x="6691431" y="4268298"/>
            <a:ext cx="193297" cy="61043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E82BE34B-D523-410D-84D8-27258D52F282}"/>
              </a:ext>
            </a:extLst>
          </p:cNvPr>
          <p:cNvSpPr/>
          <p:nvPr/>
        </p:nvSpPr>
        <p:spPr>
          <a:xfrm rot="5400000">
            <a:off x="7648773" y="4279731"/>
            <a:ext cx="193297" cy="61043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E4AB0C-8B3C-43AC-852D-FBD9B8C8F53C}"/>
              </a:ext>
            </a:extLst>
          </p:cNvPr>
          <p:cNvSpPr txBox="1"/>
          <p:nvPr/>
        </p:nvSpPr>
        <p:spPr>
          <a:xfrm>
            <a:off x="4434639" y="4750085"/>
            <a:ext cx="8531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>
                <a:latin typeface="Agency FB" panose="020B0503020202020204" pitchFamily="34" charset="0"/>
              </a:rPr>
              <a:t>P(heaven exists)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29DB4-BAD7-4AE4-9DA4-BBA6104DDF81}"/>
              </a:ext>
            </a:extLst>
          </p:cNvPr>
          <p:cNvSpPr txBox="1"/>
          <p:nvPr/>
        </p:nvSpPr>
        <p:spPr>
          <a:xfrm>
            <a:off x="5651843" y="4743224"/>
            <a:ext cx="357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000" dirty="0">
                <a:latin typeface="Agency FB" panose="020B0503020202020204" pitchFamily="34" charset="0"/>
              </a:rPr>
              <a:t>Gain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085B2A-F3A7-4CC8-9FEB-89030C62F12F}"/>
              </a:ext>
            </a:extLst>
          </p:cNvPr>
          <p:cNvSpPr txBox="1"/>
          <p:nvPr/>
        </p:nvSpPr>
        <p:spPr>
          <a:xfrm>
            <a:off x="6202822" y="4769232"/>
            <a:ext cx="11705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>
                <a:latin typeface="Agency FB" panose="020B0503020202020204" pitchFamily="34" charset="0"/>
              </a:rPr>
              <a:t>P(heaven doesn’t exists)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1F44F3-2D79-4F30-A3A6-7E51A2FE1F7D}"/>
              </a:ext>
            </a:extLst>
          </p:cNvPr>
          <p:cNvSpPr txBox="1"/>
          <p:nvPr/>
        </p:nvSpPr>
        <p:spPr>
          <a:xfrm>
            <a:off x="7447906" y="4743223"/>
            <a:ext cx="5950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000" dirty="0">
                <a:latin typeface="Agency FB" panose="020B0503020202020204" pitchFamily="34" charset="0"/>
              </a:rPr>
              <a:t>Small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B94AAC-17EA-4C65-8A43-E7588B6C5D0C}"/>
                  </a:ext>
                </a:extLst>
              </p:cNvPr>
              <p:cNvSpPr txBox="1"/>
              <p:nvPr/>
            </p:nvSpPr>
            <p:spPr>
              <a:xfrm>
                <a:off x="4276610" y="5331934"/>
                <a:ext cx="1602362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∞−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B94AAC-17EA-4C65-8A43-E7588B6C5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610" y="5331934"/>
                <a:ext cx="1602362" cy="6914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EA65D4-A778-4484-A72A-8BC31F38F414}"/>
                  </a:ext>
                </a:extLst>
              </p:cNvPr>
              <p:cNvSpPr txBox="1"/>
              <p:nvPr/>
            </p:nvSpPr>
            <p:spPr>
              <a:xfrm>
                <a:off x="4296808" y="6393417"/>
                <a:ext cx="6449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EA65D4-A778-4484-A72A-8BC31F38F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808" y="6393417"/>
                <a:ext cx="644920" cy="369332"/>
              </a:xfrm>
              <a:prstGeom prst="rect">
                <a:avLst/>
              </a:prstGeom>
              <a:blipFill>
                <a:blip r:embed="rId6"/>
                <a:stretch>
                  <a:fillRect l="-4717" r="-5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46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294864-2B80-4182-8E10-675089E48028}"/>
                  </a:ext>
                </a:extLst>
              </p:cNvPr>
              <p:cNvSpPr txBox="1"/>
              <p:nvPr/>
            </p:nvSpPr>
            <p:spPr>
              <a:xfrm>
                <a:off x="389022" y="4421428"/>
                <a:ext cx="4285596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payoff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×−125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num>
                            <m:den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</m:t>
                          </m:r>
                        </m:e>
                      </m:d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294864-2B80-4182-8E10-675089E48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22" y="4421428"/>
                <a:ext cx="4285596" cy="6915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AAE20CD3-AFA2-4665-BD67-382B3F4D4FB3}"/>
              </a:ext>
            </a:extLst>
          </p:cNvPr>
          <p:cNvGraphicFramePr>
            <a:graphicFrameLocks noGrp="1"/>
          </p:cNvGraphicFramePr>
          <p:nvPr/>
        </p:nvGraphicFramePr>
        <p:xfrm>
          <a:off x="751564" y="1164874"/>
          <a:ext cx="10688871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38893">
                  <a:extLst>
                    <a:ext uri="{9D8B030D-6E8A-4147-A177-3AD203B41FA5}">
                      <a16:colId xmlns:a16="http://schemas.microsoft.com/office/drawing/2014/main" val="1867090458"/>
                    </a:ext>
                  </a:extLst>
                </a:gridCol>
                <a:gridCol w="3424989">
                  <a:extLst>
                    <a:ext uri="{9D8B030D-6E8A-4147-A177-3AD203B41FA5}">
                      <a16:colId xmlns:a16="http://schemas.microsoft.com/office/drawing/2014/main" val="2109868687"/>
                    </a:ext>
                  </a:extLst>
                </a:gridCol>
                <a:gridCol w="3424989">
                  <a:extLst>
                    <a:ext uri="{9D8B030D-6E8A-4147-A177-3AD203B41FA5}">
                      <a16:colId xmlns:a16="http://schemas.microsoft.com/office/drawing/2014/main" val="3020624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sz="240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Agency FB" panose="020B0503020202020204" pitchFamily="34" charset="0"/>
                        </a:rPr>
                        <a:t>Fine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Agency FB" panose="020B0503020202020204" pitchFamily="34" charset="0"/>
                        </a:rPr>
                        <a:t>No Fine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764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Agency FB" panose="020B0503020202020204" pitchFamily="34" charset="0"/>
                        </a:rP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Agency FB" panose="020B0503020202020204" pitchFamily="34" charset="0"/>
                        </a:rPr>
                        <a:t>1/20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Agency FB" panose="020B0503020202020204" pitchFamily="34" charset="0"/>
                        </a:rPr>
                        <a:t>19/20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61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Agency FB" panose="020B0503020202020204" pitchFamily="34" charset="0"/>
                        </a:rPr>
                        <a:t>Payoff if you don’t pay for parking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Agency FB" panose="020B0503020202020204" pitchFamily="34" charset="0"/>
                        </a:rPr>
                        <a:t>-$125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Agency FB" panose="020B0503020202020204" pitchFamily="34" charset="0"/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091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400" dirty="0">
                          <a:latin typeface="Agency FB" panose="020B0503020202020204" pitchFamily="34" charset="0"/>
                        </a:rPr>
                        <a:t>Payoff if you do pay for parking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latin typeface="Agency FB" panose="020B0503020202020204" pitchFamily="34" charset="0"/>
                        </a:rPr>
                        <a:t>-$5.50 (certain)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dirty="0">
                          <a:latin typeface="Agency FB" panose="020B0503020202020204" pitchFamily="34" charset="0"/>
                        </a:rPr>
                        <a:t>-$5.50 (certain)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0279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DEEEFBE-031B-4B08-A216-5EF1CD1D54A2}"/>
              </a:ext>
            </a:extLst>
          </p:cNvPr>
          <p:cNvSpPr txBox="1"/>
          <p:nvPr/>
        </p:nvSpPr>
        <p:spPr>
          <a:xfrm>
            <a:off x="389021" y="3837150"/>
            <a:ext cx="49760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/>
              <a:t>Expected Cost of NOT Paying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CAD370-7045-495F-B80E-04BD80897900}"/>
                  </a:ext>
                </a:extLst>
              </p:cNvPr>
              <p:cNvSpPr txBox="1"/>
              <p:nvPr/>
            </p:nvSpPr>
            <p:spPr>
              <a:xfrm>
                <a:off x="389021" y="5385349"/>
                <a:ext cx="197637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AU" sz="2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pay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=−$6.25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CAD370-7045-495F-B80E-04BD80897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21" y="5385349"/>
                <a:ext cx="1976375" cy="307777"/>
              </a:xfrm>
              <a:prstGeom prst="rect">
                <a:avLst/>
              </a:prstGeom>
              <a:blipFill>
                <a:blip r:embed="rId3"/>
                <a:stretch>
                  <a:fillRect l="-2778" t="-3922" r="-2778" b="-235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C6AE31-2DE7-443A-9477-3D0606669144}"/>
                  </a:ext>
                </a:extLst>
              </p:cNvPr>
              <p:cNvSpPr txBox="1"/>
              <p:nvPr/>
            </p:nvSpPr>
            <p:spPr>
              <a:xfrm>
                <a:off x="6826948" y="4613307"/>
                <a:ext cx="22665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payoff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=−$5.50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C6AE31-2DE7-443A-9477-3D0606669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948" y="4613307"/>
                <a:ext cx="2266518" cy="307777"/>
              </a:xfrm>
              <a:prstGeom prst="rect">
                <a:avLst/>
              </a:prstGeom>
              <a:blipFill>
                <a:blip r:embed="rId4"/>
                <a:stretch>
                  <a:fillRect l="-2419" t="-4000" r="-2151" b="-34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EFBD302-A043-4958-8DF8-A8F6EEA41F11}"/>
              </a:ext>
            </a:extLst>
          </p:cNvPr>
          <p:cNvSpPr txBox="1"/>
          <p:nvPr/>
        </p:nvSpPr>
        <p:spPr>
          <a:xfrm>
            <a:off x="6826948" y="3837150"/>
            <a:ext cx="49760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/>
              <a:t>Expected Cost of Paying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F3913A-56EE-4B99-B9EB-301EED3706D7}"/>
              </a:ext>
            </a:extLst>
          </p:cNvPr>
          <p:cNvSpPr txBox="1"/>
          <p:nvPr/>
        </p:nvSpPr>
        <p:spPr>
          <a:xfrm>
            <a:off x="5556412" y="4212648"/>
            <a:ext cx="976735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6000" b="1" dirty="0"/>
              <a:t>&lt;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0748B7-3542-465B-9862-2087DB803119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Parking Ticket - Expected Value</a:t>
            </a:r>
          </a:p>
        </p:txBody>
      </p:sp>
    </p:spTree>
    <p:extLst>
      <p:ext uri="{BB962C8B-B14F-4D97-AF65-F5344CB8AC3E}">
        <p14:creationId xmlns:p14="http://schemas.microsoft.com/office/powerpoint/2010/main" val="283863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That's insane! I'm in shock!' Couple discovers forgotten lottery ticket  worth $13 million">
            <a:extLst>
              <a:ext uri="{FF2B5EF4-FFF2-40B4-BE49-F238E27FC236}">
                <a16:creationId xmlns:a16="http://schemas.microsoft.com/office/drawing/2014/main" id="{CE54CF78-100C-4A27-B96B-FB1D76064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857375"/>
            <a:ext cx="55911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9DE550-A68C-4FA0-98D9-21471B0C0CD3}"/>
                  </a:ext>
                </a:extLst>
              </p:cNvPr>
              <p:cNvSpPr txBox="1"/>
              <p:nvPr/>
            </p:nvSpPr>
            <p:spPr>
              <a:xfrm>
                <a:off x="6633410" y="2129625"/>
                <a:ext cx="1987275" cy="558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44!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6!</m:t>
                          </m:r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44−6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9DE550-A68C-4FA0-98D9-21471B0C0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410" y="2129625"/>
                <a:ext cx="1987275" cy="558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C419B9-E710-4FE0-A610-0E2D21F0C7D8}"/>
                  </a:ext>
                </a:extLst>
              </p:cNvPr>
              <p:cNvSpPr txBox="1"/>
              <p:nvPr/>
            </p:nvSpPr>
            <p:spPr>
              <a:xfrm>
                <a:off x="6777786" y="2889629"/>
                <a:ext cx="1702710" cy="460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=7,059,052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C419B9-E710-4FE0-A610-0E2D21F0C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786" y="2889629"/>
                <a:ext cx="1702710" cy="4608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D87A3F-860B-4115-AF48-C670589E297B}"/>
                  </a:ext>
                </a:extLst>
              </p:cNvPr>
              <p:cNvSpPr txBox="1"/>
              <p:nvPr/>
            </p:nvSpPr>
            <p:spPr>
              <a:xfrm>
                <a:off x="10554709" y="4417940"/>
                <a:ext cx="128721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000" b="0" i="0" smtClean="0">
                          <a:latin typeface="Cambria Math" panose="02040503050406030204" pitchFamily="18" charset="0"/>
                        </a:rPr>
                        <m:t>ticket</m:t>
                      </m:r>
                      <m:r>
                        <a:rPr lang="en-A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000" b="0" i="0" smtClean="0">
                          <a:latin typeface="Cambria Math" panose="02040503050406030204" pitchFamily="18" charset="0"/>
                        </a:rPr>
                        <m:t>price</m:t>
                      </m:r>
                    </m:oMath>
                  </m:oMathPara>
                </a14:m>
                <a:endParaRPr lang="en-AU" sz="20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=$1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D87A3F-860B-4115-AF48-C670589E2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4709" y="4417940"/>
                <a:ext cx="1287211" cy="615553"/>
              </a:xfrm>
              <a:prstGeom prst="rect">
                <a:avLst/>
              </a:prstGeom>
              <a:blipFill>
                <a:blip r:embed="rId5"/>
                <a:stretch>
                  <a:fillRect l="-4717" r="-6132" b="-89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15E477D-89EA-40B8-BDBE-C1DC20BAD9EF}"/>
              </a:ext>
            </a:extLst>
          </p:cNvPr>
          <p:cNvSpPr txBox="1"/>
          <p:nvPr/>
        </p:nvSpPr>
        <p:spPr>
          <a:xfrm rot="10800000">
            <a:off x="9623085" y="4308900"/>
            <a:ext cx="976735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6000" b="1" dirty="0"/>
              <a:t>&lt;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8E6A2B-B411-4334-AE39-21FCF176C9B5}"/>
                  </a:ext>
                </a:extLst>
              </p:cNvPr>
              <p:cNvSpPr txBox="1"/>
              <p:nvPr/>
            </p:nvSpPr>
            <p:spPr>
              <a:xfrm>
                <a:off x="6332622" y="4129183"/>
                <a:ext cx="3449534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value</m:t>
                          </m:r>
                          <m: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ticket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27900000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7059052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8E6A2B-B411-4334-AE39-21FCF176C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622" y="4129183"/>
                <a:ext cx="3449534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9A0E481-4C72-42EA-8BCB-1FDB2101EF1E}"/>
                  </a:ext>
                </a:extLst>
              </p:cNvPr>
              <p:cNvSpPr txBox="1"/>
              <p:nvPr/>
            </p:nvSpPr>
            <p:spPr>
              <a:xfrm>
                <a:off x="6332622" y="5000625"/>
                <a:ext cx="29157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AU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AU" sz="2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value</m:t>
                          </m:r>
                          <m:r>
                            <a:rPr lang="en-AU" sz="2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2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AU" sz="2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2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ticket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$3.95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9A0E481-4C72-42EA-8BCB-1FDB2101E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622" y="5000625"/>
                <a:ext cx="2915735" cy="307777"/>
              </a:xfrm>
              <a:prstGeom prst="rect">
                <a:avLst/>
              </a:prstGeom>
              <a:blipFill>
                <a:blip r:embed="rId7"/>
                <a:stretch>
                  <a:fillRect l="-1674" t="-3922" r="-1674" b="-176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A52BF76-DA8E-4C01-A91B-742FD07B86A0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Australian Lottery - Expected Value</a:t>
            </a:r>
          </a:p>
        </p:txBody>
      </p:sp>
    </p:spTree>
    <p:extLst>
      <p:ext uri="{BB962C8B-B14F-4D97-AF65-F5344CB8AC3E}">
        <p14:creationId xmlns:p14="http://schemas.microsoft.com/office/powerpoint/2010/main" val="99020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A9A0A4A1-A4DC-40AC-8F10-E7C71E974343}"/>
              </a:ext>
            </a:extLst>
          </p:cNvPr>
          <p:cNvGraphicFramePr>
            <a:graphicFrameLocks noGrp="1"/>
          </p:cNvGraphicFramePr>
          <p:nvPr/>
        </p:nvGraphicFramePr>
        <p:xfrm>
          <a:off x="1189789" y="1463918"/>
          <a:ext cx="9601518" cy="1706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99118">
                  <a:extLst>
                    <a:ext uri="{9D8B030D-6E8A-4147-A177-3AD203B41FA5}">
                      <a16:colId xmlns:a16="http://schemas.microsoft.com/office/drawing/2014/main" val="78675198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0502932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3216191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045202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43557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Share of 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Payoff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55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One winner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120 /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.706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Full 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$27.9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700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Two winners (split half)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40 /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.235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1/2 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$13.95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33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Three winners (split three ways)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10 /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.059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1/3 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200" dirty="0">
                          <a:latin typeface="Agency FB" panose="020B0503020202020204" pitchFamily="34" charset="0"/>
                        </a:rPr>
                        <a:t>$6.98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85178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4EEC53-5DFE-4896-BD25-DBEE3D0CDD6D}"/>
                  </a:ext>
                </a:extLst>
              </p:cNvPr>
              <p:cNvSpPr txBox="1"/>
              <p:nvPr/>
            </p:nvSpPr>
            <p:spPr>
              <a:xfrm>
                <a:off x="1576583" y="3924646"/>
                <a:ext cx="8827929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winnings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</m:num>
                            <m:den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170</m:t>
                              </m:r>
                            </m:den>
                          </m:f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×27.9</m:t>
                          </m:r>
                          <m:r>
                            <m:rPr>
                              <m:sty m:val="p"/>
                            </m:rPr>
                            <a:rPr lang="en-AU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num>
                            <m:den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170</m:t>
                              </m:r>
                            </m:den>
                          </m:f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13.95</m:t>
                          </m:r>
                          <m:r>
                            <m:rPr>
                              <m:sty m:val="p"/>
                            </m:rPr>
                            <a:rPr lang="en-A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AU" sz="2000" i="1">
                                  <a:latin typeface="Cambria Math" panose="02040503050406030204" pitchFamily="18" charset="0"/>
                                </a:rPr>
                                <m:t>170</m:t>
                              </m:r>
                            </m:den>
                          </m:f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6.98</m:t>
                          </m:r>
                          <m:r>
                            <m:rPr>
                              <m:sty m:val="p"/>
                            </m:rPr>
                            <a:rPr lang="en-AU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$23.4</m:t>
                      </m:r>
                      <m:r>
                        <m:rPr>
                          <m:sty m:val="p"/>
                        </m:rPr>
                        <a:rPr lang="en-AU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4EEC53-5DFE-4896-BD25-DBEE3D0CD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583" y="3924646"/>
                <a:ext cx="8827929" cy="6915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9EB447-F109-441B-B4DB-7CCE1A3D2365}"/>
                  </a:ext>
                </a:extLst>
              </p:cNvPr>
              <p:cNvSpPr txBox="1"/>
              <p:nvPr/>
            </p:nvSpPr>
            <p:spPr>
              <a:xfrm>
                <a:off x="1525287" y="5044395"/>
                <a:ext cx="4070538" cy="6512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A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AU" sz="2000">
                                  <a:latin typeface="Cambria Math" panose="02040503050406030204" pitchFamily="18" charset="0"/>
                                </a:rPr>
                                <m:t>winnings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tickets</m:t>
                          </m:r>
                          <m: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AU" sz="2000" b="0" i="0" smtClean="0">
                              <a:latin typeface="Cambria Math" panose="02040503050406030204" pitchFamily="18" charset="0"/>
                            </a:rPr>
                            <m:t>bought</m:t>
                          </m:r>
                        </m:den>
                      </m:f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$3.31 </m:t>
                      </m:r>
                      <m:r>
                        <m:rPr>
                          <m:sty m:val="p"/>
                        </m:rPr>
                        <a:rPr lang="en-AU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per</m:t>
                      </m:r>
                      <m:r>
                        <a:rPr lang="en-AU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$1 </m:t>
                      </m:r>
                      <m:r>
                        <m:rPr>
                          <m:sty m:val="p"/>
                        </m:rPr>
                        <a:rPr lang="en-AU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ticket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C9EB447-F109-441B-B4DB-7CCE1A3D2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287" y="5044395"/>
                <a:ext cx="4070538" cy="6512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FD81674-302E-45BB-9463-0768A47115EF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Australian Lottery - Expected Value</a:t>
            </a:r>
          </a:p>
        </p:txBody>
      </p:sp>
    </p:spTree>
    <p:extLst>
      <p:ext uri="{BB962C8B-B14F-4D97-AF65-F5344CB8AC3E}">
        <p14:creationId xmlns:p14="http://schemas.microsoft.com/office/powerpoint/2010/main" val="11548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1514</Words>
  <Application>Microsoft Office PowerPoint</Application>
  <PresentationFormat>Widescreen</PresentationFormat>
  <Paragraphs>360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Agency FB</vt:lpstr>
      <vt:lpstr>Arial</vt:lpstr>
      <vt:lpstr>Arial Narrow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 Huynh</dc:creator>
  <cp:lastModifiedBy>Minh Huynh</cp:lastModifiedBy>
  <cp:revision>20</cp:revision>
  <dcterms:created xsi:type="dcterms:W3CDTF">2026-10-12T10:11:40Z</dcterms:created>
  <dcterms:modified xsi:type="dcterms:W3CDTF">2026-10-13T09:53:51Z</dcterms:modified>
</cp:coreProperties>
</file>