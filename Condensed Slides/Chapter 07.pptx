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5.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9.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0.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21.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2.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3.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4.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5.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6.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7.xml" ContentType="application/vnd.openxmlformats-officedocument.drawingml.chart+xml"/>
  <Override PartName="/ppt/charts/style24.xml" ContentType="application/vnd.ms-office.chartstyle+xml"/>
  <Override PartName="/ppt/charts/colors2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1154" r:id="rId3"/>
    <p:sldId id="1155" r:id="rId4"/>
    <p:sldId id="1156" r:id="rId5"/>
    <p:sldId id="1180" r:id="rId6"/>
    <p:sldId id="1187" r:id="rId7"/>
    <p:sldId id="1208" r:id="rId8"/>
    <p:sldId id="1211" r:id="rId9"/>
    <p:sldId id="1215" r:id="rId10"/>
    <p:sldId id="1220" r:id="rId11"/>
    <p:sldId id="1226" r:id="rId12"/>
    <p:sldId id="1244" r:id="rId13"/>
    <p:sldId id="1240" r:id="rId14"/>
    <p:sldId id="1252" r:id="rId15"/>
    <p:sldId id="606" r:id="rId16"/>
    <p:sldId id="1261" r:id="rId17"/>
    <p:sldId id="1262" r:id="rId18"/>
    <p:sldId id="1267" r:id="rId19"/>
    <p:sldId id="1271" r:id="rId20"/>
    <p:sldId id="1276" r:id="rId21"/>
    <p:sldId id="1282" r:id="rId22"/>
    <p:sldId id="1286" r:id="rId23"/>
    <p:sldId id="1287" r:id="rId24"/>
    <p:sldId id="1465" r:id="rId25"/>
    <p:sldId id="1514" r:id="rId26"/>
    <p:sldId id="1515" r:id="rId27"/>
    <p:sldId id="1521" r:id="rId28"/>
    <p:sldId id="1523" r:id="rId29"/>
    <p:sldId id="1491" r:id="rId30"/>
    <p:sldId id="1492" r:id="rId31"/>
    <p:sldId id="1495" r:id="rId32"/>
    <p:sldId id="1501" r:id="rId33"/>
    <p:sldId id="1555" r:id="rId34"/>
    <p:sldId id="1563" r:id="rId35"/>
    <p:sldId id="1566" r:id="rId36"/>
    <p:sldId id="1570" r:id="rId37"/>
    <p:sldId id="1572" r:id="rId38"/>
    <p:sldId id="1586" r:id="rId39"/>
    <p:sldId id="158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p:scale>
          <a:sx n="90" d="100"/>
          <a:sy n="90" d="100"/>
        </p:scale>
        <p:origin x="1308" y="516"/>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Huynh" userId="01a137d4-0d81-46e0-aca6-c9185b391828" providerId="ADAL" clId="{812CCF7A-788B-4227-A920-48EDF3D1C151}"/>
    <pc:docChg chg="undo custSel addSld delSld modSld">
      <pc:chgData name="Minh Huynh" userId="01a137d4-0d81-46e0-aca6-c9185b391828" providerId="ADAL" clId="{812CCF7A-788B-4227-A920-48EDF3D1C151}" dt="2026-10-14T11:23:08.010" v="928" actId="20577"/>
      <pc:docMkLst>
        <pc:docMk/>
      </pc:docMkLst>
      <pc:sldChg chg="modSp mod">
        <pc:chgData name="Minh Huynh" userId="01a137d4-0d81-46e0-aca6-c9185b391828" providerId="ADAL" clId="{812CCF7A-788B-4227-A920-48EDF3D1C151}" dt="2026-10-13T10:25:42.665" v="10" actId="20577"/>
        <pc:sldMkLst>
          <pc:docMk/>
          <pc:sldMk cId="1972624584" sldId="257"/>
        </pc:sldMkLst>
        <pc:spChg chg="mod">
          <ac:chgData name="Minh Huynh" userId="01a137d4-0d81-46e0-aca6-c9185b391828" providerId="ADAL" clId="{812CCF7A-788B-4227-A920-48EDF3D1C151}" dt="2026-10-13T10:25:42.665" v="10" actId="20577"/>
          <ac:spMkLst>
            <pc:docMk/>
            <pc:sldMk cId="1972624584" sldId="257"/>
            <ac:spMk id="13" creationId="{F11B6F01-F247-4E5E-AC9E-2D11F2681474}"/>
          </ac:spMkLst>
        </pc:spChg>
      </pc:sldChg>
      <pc:sldChg chg="delSp del">
        <pc:chgData name="Minh Huynh" userId="01a137d4-0d81-46e0-aca6-c9185b391828" providerId="ADAL" clId="{812CCF7A-788B-4227-A920-48EDF3D1C151}" dt="2026-10-13T10:26:46.525" v="49" actId="47"/>
        <pc:sldMkLst>
          <pc:docMk/>
          <pc:sldMk cId="1166963934" sldId="883"/>
        </pc:sldMkLst>
        <pc:spChg chg="del">
          <ac:chgData name="Minh Huynh" userId="01a137d4-0d81-46e0-aca6-c9185b391828" providerId="ADAL" clId="{812CCF7A-788B-4227-A920-48EDF3D1C151}" dt="2026-10-13T10:26:02.224" v="12" actId="478"/>
          <ac:spMkLst>
            <pc:docMk/>
            <pc:sldMk cId="1166963934" sldId="883"/>
            <ac:spMk id="5" creationId="{3BBBF4A9-1FF9-45CB-8257-FB748ECAEB1A}"/>
          </ac:spMkLst>
        </pc:spChg>
        <pc:picChg chg="del">
          <ac:chgData name="Minh Huynh" userId="01a137d4-0d81-46e0-aca6-c9185b391828" providerId="ADAL" clId="{812CCF7A-788B-4227-A920-48EDF3D1C151}" dt="2026-10-13T10:26:02.224" v="12" actId="478"/>
          <ac:picMkLst>
            <pc:docMk/>
            <pc:sldMk cId="1166963934" sldId="883"/>
            <ac:picMk id="6" creationId="{AE84BA3B-1BB1-4423-ABB5-6ACA17848C9D}"/>
          </ac:picMkLst>
        </pc:picChg>
      </pc:sldChg>
      <pc:sldChg chg="del">
        <pc:chgData name="Minh Huynh" userId="01a137d4-0d81-46e0-aca6-c9185b391828" providerId="ADAL" clId="{812CCF7A-788B-4227-A920-48EDF3D1C151}" dt="2026-10-13T10:25:50.240" v="11" actId="47"/>
        <pc:sldMkLst>
          <pc:docMk/>
          <pc:sldMk cId="4161395220" sldId="884"/>
        </pc:sldMkLst>
      </pc:sldChg>
      <pc:sldChg chg="del">
        <pc:chgData name="Minh Huynh" userId="01a137d4-0d81-46e0-aca6-c9185b391828" providerId="ADAL" clId="{812CCF7A-788B-4227-A920-48EDF3D1C151}" dt="2026-10-13T10:25:50.240" v="11" actId="47"/>
        <pc:sldMkLst>
          <pc:docMk/>
          <pc:sldMk cId="3990577403" sldId="885"/>
        </pc:sldMkLst>
      </pc:sldChg>
      <pc:sldChg chg="del">
        <pc:chgData name="Minh Huynh" userId="01a137d4-0d81-46e0-aca6-c9185b391828" providerId="ADAL" clId="{812CCF7A-788B-4227-A920-48EDF3D1C151}" dt="2026-10-13T10:25:50.240" v="11" actId="47"/>
        <pc:sldMkLst>
          <pc:docMk/>
          <pc:sldMk cId="4248706899" sldId="886"/>
        </pc:sldMkLst>
      </pc:sldChg>
      <pc:sldChg chg="del">
        <pc:chgData name="Minh Huynh" userId="01a137d4-0d81-46e0-aca6-c9185b391828" providerId="ADAL" clId="{812CCF7A-788B-4227-A920-48EDF3D1C151}" dt="2026-10-13T10:25:50.240" v="11" actId="47"/>
        <pc:sldMkLst>
          <pc:docMk/>
          <pc:sldMk cId="948970440" sldId="4402"/>
        </pc:sldMkLst>
      </pc:sldChg>
      <pc:sldChg chg="del">
        <pc:chgData name="Minh Huynh" userId="01a137d4-0d81-46e0-aca6-c9185b391828" providerId="ADAL" clId="{812CCF7A-788B-4227-A920-48EDF3D1C151}" dt="2026-10-13T10:25:50.240" v="11" actId="47"/>
        <pc:sldMkLst>
          <pc:docMk/>
          <pc:sldMk cId="3972383475" sldId="4435"/>
        </pc:sldMkLst>
      </pc:sldChg>
      <pc:sldChg chg="del">
        <pc:chgData name="Minh Huynh" userId="01a137d4-0d81-46e0-aca6-c9185b391828" providerId="ADAL" clId="{812CCF7A-788B-4227-A920-48EDF3D1C151}" dt="2026-10-13T10:25:50.240" v="11" actId="47"/>
        <pc:sldMkLst>
          <pc:docMk/>
          <pc:sldMk cId="2977395832" sldId="4469"/>
        </pc:sldMkLst>
      </pc:sldChg>
      <pc:sldChg chg="del">
        <pc:chgData name="Minh Huynh" userId="01a137d4-0d81-46e0-aca6-c9185b391828" providerId="ADAL" clId="{812CCF7A-788B-4227-A920-48EDF3D1C151}" dt="2026-10-13T10:25:50.240" v="11" actId="47"/>
        <pc:sldMkLst>
          <pc:docMk/>
          <pc:sldMk cId="815801266" sldId="4471"/>
        </pc:sldMkLst>
      </pc:sldChg>
      <pc:sldChg chg="del">
        <pc:chgData name="Minh Huynh" userId="01a137d4-0d81-46e0-aca6-c9185b391828" providerId="ADAL" clId="{812CCF7A-788B-4227-A920-48EDF3D1C151}" dt="2026-10-13T10:25:50.240" v="11" actId="47"/>
        <pc:sldMkLst>
          <pc:docMk/>
          <pc:sldMk cId="2580079608" sldId="4473"/>
        </pc:sldMkLst>
      </pc:sldChg>
      <pc:sldChg chg="del">
        <pc:chgData name="Minh Huynh" userId="01a137d4-0d81-46e0-aca6-c9185b391828" providerId="ADAL" clId="{812CCF7A-788B-4227-A920-48EDF3D1C151}" dt="2026-10-13T10:25:50.240" v="11" actId="47"/>
        <pc:sldMkLst>
          <pc:docMk/>
          <pc:sldMk cId="3163652992" sldId="4496"/>
        </pc:sldMkLst>
      </pc:sldChg>
      <pc:sldChg chg="del">
        <pc:chgData name="Minh Huynh" userId="01a137d4-0d81-46e0-aca6-c9185b391828" providerId="ADAL" clId="{812CCF7A-788B-4227-A920-48EDF3D1C151}" dt="2026-10-13T10:25:50.240" v="11" actId="47"/>
        <pc:sldMkLst>
          <pc:docMk/>
          <pc:sldMk cId="1980768888" sldId="4518"/>
        </pc:sldMkLst>
      </pc:sldChg>
      <pc:sldChg chg="del">
        <pc:chgData name="Minh Huynh" userId="01a137d4-0d81-46e0-aca6-c9185b391828" providerId="ADAL" clId="{812CCF7A-788B-4227-A920-48EDF3D1C151}" dt="2026-10-13T10:25:50.240" v="11" actId="47"/>
        <pc:sldMkLst>
          <pc:docMk/>
          <pc:sldMk cId="639961980" sldId="4521"/>
        </pc:sldMkLst>
      </pc:sldChg>
      <pc:sldChg chg="del">
        <pc:chgData name="Minh Huynh" userId="01a137d4-0d81-46e0-aca6-c9185b391828" providerId="ADAL" clId="{812CCF7A-788B-4227-A920-48EDF3D1C151}" dt="2026-10-13T10:25:50.240" v="11" actId="47"/>
        <pc:sldMkLst>
          <pc:docMk/>
          <pc:sldMk cId="3641909128" sldId="4535"/>
        </pc:sldMkLst>
      </pc:sldChg>
      <pc:sldChg chg="del">
        <pc:chgData name="Minh Huynh" userId="01a137d4-0d81-46e0-aca6-c9185b391828" providerId="ADAL" clId="{812CCF7A-788B-4227-A920-48EDF3D1C151}" dt="2026-10-13T10:25:50.240" v="11" actId="47"/>
        <pc:sldMkLst>
          <pc:docMk/>
          <pc:sldMk cId="4168383365" sldId="4546"/>
        </pc:sldMkLst>
      </pc:sldChg>
      <pc:sldChg chg="del">
        <pc:chgData name="Minh Huynh" userId="01a137d4-0d81-46e0-aca6-c9185b391828" providerId="ADAL" clId="{812CCF7A-788B-4227-A920-48EDF3D1C151}" dt="2026-10-13T10:25:50.240" v="11" actId="47"/>
        <pc:sldMkLst>
          <pc:docMk/>
          <pc:sldMk cId="1679278438" sldId="4554"/>
        </pc:sldMkLst>
      </pc:sldChg>
      <pc:sldChg chg="del">
        <pc:chgData name="Minh Huynh" userId="01a137d4-0d81-46e0-aca6-c9185b391828" providerId="ADAL" clId="{812CCF7A-788B-4227-A920-48EDF3D1C151}" dt="2026-10-13T10:25:50.240" v="11" actId="47"/>
        <pc:sldMkLst>
          <pc:docMk/>
          <pc:sldMk cId="448916496" sldId="4563"/>
        </pc:sldMkLst>
      </pc:sldChg>
      <pc:sldChg chg="del">
        <pc:chgData name="Minh Huynh" userId="01a137d4-0d81-46e0-aca6-c9185b391828" providerId="ADAL" clId="{812CCF7A-788B-4227-A920-48EDF3D1C151}" dt="2026-10-13T10:25:50.240" v="11" actId="47"/>
        <pc:sldMkLst>
          <pc:docMk/>
          <pc:sldMk cId="2393629656" sldId="4568"/>
        </pc:sldMkLst>
      </pc:sldChg>
      <pc:sldChg chg="del">
        <pc:chgData name="Minh Huynh" userId="01a137d4-0d81-46e0-aca6-c9185b391828" providerId="ADAL" clId="{812CCF7A-788B-4227-A920-48EDF3D1C151}" dt="2026-10-13T10:25:50.240" v="11" actId="47"/>
        <pc:sldMkLst>
          <pc:docMk/>
          <pc:sldMk cId="1075985313" sldId="4578"/>
        </pc:sldMkLst>
      </pc:sldChg>
      <pc:sldChg chg="del">
        <pc:chgData name="Minh Huynh" userId="01a137d4-0d81-46e0-aca6-c9185b391828" providerId="ADAL" clId="{812CCF7A-788B-4227-A920-48EDF3D1C151}" dt="2026-10-13T10:25:50.240" v="11" actId="47"/>
        <pc:sldMkLst>
          <pc:docMk/>
          <pc:sldMk cId="2040598794" sldId="4593"/>
        </pc:sldMkLst>
      </pc:sldChg>
      <pc:sldChg chg="del">
        <pc:chgData name="Minh Huynh" userId="01a137d4-0d81-46e0-aca6-c9185b391828" providerId="ADAL" clId="{812CCF7A-788B-4227-A920-48EDF3D1C151}" dt="2026-10-13T10:25:50.240" v="11" actId="47"/>
        <pc:sldMkLst>
          <pc:docMk/>
          <pc:sldMk cId="414797386" sldId="4594"/>
        </pc:sldMkLst>
      </pc:sldChg>
      <pc:sldChg chg="addSp delSp modSp add mod">
        <pc:chgData name="Minh Huynh" userId="01a137d4-0d81-46e0-aca6-c9185b391828" providerId="ADAL" clId="{812CCF7A-788B-4227-A920-48EDF3D1C151}" dt="2026-10-14T11:20:38.171" v="817" actId="20577"/>
        <pc:sldMkLst>
          <pc:docMk/>
          <pc:sldMk cId="6395444" sldId="4679"/>
        </pc:sldMkLst>
        <pc:spChg chg="mod">
          <ac:chgData name="Minh Huynh" userId="01a137d4-0d81-46e0-aca6-c9185b391828" providerId="ADAL" clId="{812CCF7A-788B-4227-A920-48EDF3D1C151}" dt="2026-10-14T11:20:38.171" v="817" actId="20577"/>
          <ac:spMkLst>
            <pc:docMk/>
            <pc:sldMk cId="6395444" sldId="4679"/>
            <ac:spMk id="116" creationId="{1CDC1971-0928-4CA5-887B-104E4F76CB7A}"/>
          </ac:spMkLst>
        </pc:spChg>
        <pc:spChg chg="del">
          <ac:chgData name="Minh Huynh" userId="01a137d4-0d81-46e0-aca6-c9185b391828" providerId="ADAL" clId="{812CCF7A-788B-4227-A920-48EDF3D1C151}" dt="2026-10-13T10:26:25.059" v="14" actId="478"/>
          <ac:spMkLst>
            <pc:docMk/>
            <pc:sldMk cId="6395444" sldId="4679"/>
            <ac:spMk id="117" creationId="{1830C243-6984-4677-B671-1A4B87C722DF}"/>
          </ac:spMkLst>
        </pc:spChg>
        <pc:spChg chg="del">
          <ac:chgData name="Minh Huynh" userId="01a137d4-0d81-46e0-aca6-c9185b391828" providerId="ADAL" clId="{812CCF7A-788B-4227-A920-48EDF3D1C151}" dt="2026-10-13T10:26:25.059" v="14" actId="478"/>
          <ac:spMkLst>
            <pc:docMk/>
            <pc:sldMk cId="6395444" sldId="4679"/>
            <ac:spMk id="118" creationId="{58FC1621-0EE4-4D29-A103-916BDD91128A}"/>
          </ac:spMkLst>
        </pc:spChg>
        <pc:spChg chg="del">
          <ac:chgData name="Minh Huynh" userId="01a137d4-0d81-46e0-aca6-c9185b391828" providerId="ADAL" clId="{812CCF7A-788B-4227-A920-48EDF3D1C151}" dt="2026-10-13T10:26:25.059" v="14" actId="478"/>
          <ac:spMkLst>
            <pc:docMk/>
            <pc:sldMk cId="6395444" sldId="4679"/>
            <ac:spMk id="119" creationId="{DF94CEE9-43A1-4CE2-A708-9525E3D27949}"/>
          </ac:spMkLst>
        </pc:spChg>
        <pc:spChg chg="del">
          <ac:chgData name="Minh Huynh" userId="01a137d4-0d81-46e0-aca6-c9185b391828" providerId="ADAL" clId="{812CCF7A-788B-4227-A920-48EDF3D1C151}" dt="2026-10-13T10:26:25.059" v="14" actId="478"/>
          <ac:spMkLst>
            <pc:docMk/>
            <pc:sldMk cId="6395444" sldId="4679"/>
            <ac:spMk id="120" creationId="{3D693FCC-B6E8-4847-88F8-2C4753565F3E}"/>
          </ac:spMkLst>
        </pc:spChg>
        <pc:spChg chg="del">
          <ac:chgData name="Minh Huynh" userId="01a137d4-0d81-46e0-aca6-c9185b391828" providerId="ADAL" clId="{812CCF7A-788B-4227-A920-48EDF3D1C151}" dt="2026-10-13T10:26:25.059" v="14" actId="478"/>
          <ac:spMkLst>
            <pc:docMk/>
            <pc:sldMk cId="6395444" sldId="4679"/>
            <ac:spMk id="121" creationId="{715AE03E-D0D9-44B3-B1FC-4ABFCFD526CA}"/>
          </ac:spMkLst>
        </pc:spChg>
        <pc:spChg chg="del">
          <ac:chgData name="Minh Huynh" userId="01a137d4-0d81-46e0-aca6-c9185b391828" providerId="ADAL" clId="{812CCF7A-788B-4227-A920-48EDF3D1C151}" dt="2026-10-13T10:26:25.059" v="14" actId="478"/>
          <ac:spMkLst>
            <pc:docMk/>
            <pc:sldMk cId="6395444" sldId="4679"/>
            <ac:spMk id="122" creationId="{16A171F9-7DC5-4EB5-825C-7C79CC912ED4}"/>
          </ac:spMkLst>
        </pc:spChg>
        <pc:spChg chg="del">
          <ac:chgData name="Minh Huynh" userId="01a137d4-0d81-46e0-aca6-c9185b391828" providerId="ADAL" clId="{812CCF7A-788B-4227-A920-48EDF3D1C151}" dt="2026-10-13T10:26:25.059" v="14" actId="478"/>
          <ac:spMkLst>
            <pc:docMk/>
            <pc:sldMk cId="6395444" sldId="4679"/>
            <ac:spMk id="123" creationId="{2141C46F-ACC2-40EB-8F0A-E38E0EFCCE31}"/>
          </ac:spMkLst>
        </pc:spChg>
        <pc:spChg chg="del">
          <ac:chgData name="Minh Huynh" userId="01a137d4-0d81-46e0-aca6-c9185b391828" providerId="ADAL" clId="{812CCF7A-788B-4227-A920-48EDF3D1C151}" dt="2026-10-13T10:26:25.059" v="14" actId="478"/>
          <ac:spMkLst>
            <pc:docMk/>
            <pc:sldMk cId="6395444" sldId="4679"/>
            <ac:spMk id="124" creationId="{AC5C5854-C930-4E3A-8DD1-B99762A626C1}"/>
          </ac:spMkLst>
        </pc:spChg>
        <pc:spChg chg="del">
          <ac:chgData name="Minh Huynh" userId="01a137d4-0d81-46e0-aca6-c9185b391828" providerId="ADAL" clId="{812CCF7A-788B-4227-A920-48EDF3D1C151}" dt="2026-10-13T10:26:25.059" v="14" actId="478"/>
          <ac:spMkLst>
            <pc:docMk/>
            <pc:sldMk cId="6395444" sldId="4679"/>
            <ac:spMk id="125" creationId="{12CB51CF-BAA3-47E3-8360-D980BA59721D}"/>
          </ac:spMkLst>
        </pc:spChg>
        <pc:spChg chg="del">
          <ac:chgData name="Minh Huynh" userId="01a137d4-0d81-46e0-aca6-c9185b391828" providerId="ADAL" clId="{812CCF7A-788B-4227-A920-48EDF3D1C151}" dt="2026-10-13T10:26:25.059" v="14" actId="478"/>
          <ac:spMkLst>
            <pc:docMk/>
            <pc:sldMk cId="6395444" sldId="4679"/>
            <ac:spMk id="126" creationId="{6019EB5C-AA81-486C-B680-1D2AB02C0C82}"/>
          </ac:spMkLst>
        </pc:spChg>
        <pc:spChg chg="del">
          <ac:chgData name="Minh Huynh" userId="01a137d4-0d81-46e0-aca6-c9185b391828" providerId="ADAL" clId="{812CCF7A-788B-4227-A920-48EDF3D1C151}" dt="2026-10-13T10:26:25.059" v="14" actId="478"/>
          <ac:spMkLst>
            <pc:docMk/>
            <pc:sldMk cId="6395444" sldId="4679"/>
            <ac:spMk id="127" creationId="{8B58F5E8-E228-4018-93F8-A4DDB6CC4C2A}"/>
          </ac:spMkLst>
        </pc:spChg>
        <pc:spChg chg="del">
          <ac:chgData name="Minh Huynh" userId="01a137d4-0d81-46e0-aca6-c9185b391828" providerId="ADAL" clId="{812CCF7A-788B-4227-A920-48EDF3D1C151}" dt="2026-10-13T10:26:25.059" v="14" actId="478"/>
          <ac:spMkLst>
            <pc:docMk/>
            <pc:sldMk cId="6395444" sldId="4679"/>
            <ac:spMk id="128" creationId="{AA503E18-3B7E-452D-AD77-AD730ED86242}"/>
          </ac:spMkLst>
        </pc:spChg>
        <pc:spChg chg="add mod">
          <ac:chgData name="Minh Huynh" userId="01a137d4-0d81-46e0-aca6-c9185b391828" providerId="ADAL" clId="{812CCF7A-788B-4227-A920-48EDF3D1C151}" dt="2026-10-13T10:26:36.060" v="48" actId="20577"/>
          <ac:spMkLst>
            <pc:docMk/>
            <pc:sldMk cId="6395444" sldId="4679"/>
            <ac:spMk id="129" creationId="{BAF0ED66-576B-47C3-8D44-7090A2F53881}"/>
          </ac:spMkLst>
        </pc:spChg>
      </pc:sldChg>
      <pc:sldChg chg="addSp delSp modSp add mod">
        <pc:chgData name="Minh Huynh" userId="01a137d4-0d81-46e0-aca6-c9185b391828" providerId="ADAL" clId="{812CCF7A-788B-4227-A920-48EDF3D1C151}" dt="2026-10-13T10:27:11.609" v="53"/>
        <pc:sldMkLst>
          <pc:docMk/>
          <pc:sldMk cId="1640958863" sldId="4684"/>
        </pc:sldMkLst>
        <pc:spChg chg="del">
          <ac:chgData name="Minh Huynh" userId="01a137d4-0d81-46e0-aca6-c9185b391828" providerId="ADAL" clId="{812CCF7A-788B-4227-A920-48EDF3D1C151}" dt="2026-10-13T10:27:04.904" v="51" actId="478"/>
          <ac:spMkLst>
            <pc:docMk/>
            <pc:sldMk cId="1640958863" sldId="4684"/>
            <ac:spMk id="5" creationId="{BB6FB3AD-9B3F-426D-A397-125FFD25361E}"/>
          </ac:spMkLst>
        </pc:spChg>
        <pc:spChg chg="del">
          <ac:chgData name="Minh Huynh" userId="01a137d4-0d81-46e0-aca6-c9185b391828" providerId="ADAL" clId="{812CCF7A-788B-4227-A920-48EDF3D1C151}" dt="2026-10-13T10:27:04.904" v="51" actId="478"/>
          <ac:spMkLst>
            <pc:docMk/>
            <pc:sldMk cId="1640958863" sldId="4684"/>
            <ac:spMk id="6" creationId="{62E7D3CD-72FA-4CC0-A66D-E2046C5FF35F}"/>
          </ac:spMkLst>
        </pc:spChg>
        <pc:spChg chg="del">
          <ac:chgData name="Minh Huynh" userId="01a137d4-0d81-46e0-aca6-c9185b391828" providerId="ADAL" clId="{812CCF7A-788B-4227-A920-48EDF3D1C151}" dt="2026-10-13T10:27:04.904" v="51" actId="478"/>
          <ac:spMkLst>
            <pc:docMk/>
            <pc:sldMk cId="1640958863" sldId="4684"/>
            <ac:spMk id="7" creationId="{3AA7391C-CC2B-4355-8E77-A62008B649AA}"/>
          </ac:spMkLst>
        </pc:spChg>
        <pc:spChg chg="del">
          <ac:chgData name="Minh Huynh" userId="01a137d4-0d81-46e0-aca6-c9185b391828" providerId="ADAL" clId="{812CCF7A-788B-4227-A920-48EDF3D1C151}" dt="2026-10-13T10:27:04.904" v="51" actId="478"/>
          <ac:spMkLst>
            <pc:docMk/>
            <pc:sldMk cId="1640958863" sldId="4684"/>
            <ac:spMk id="8" creationId="{288FE779-74A1-4B7C-8EE8-577498DAEEB6}"/>
          </ac:spMkLst>
        </pc:spChg>
        <pc:spChg chg="del">
          <ac:chgData name="Minh Huynh" userId="01a137d4-0d81-46e0-aca6-c9185b391828" providerId="ADAL" clId="{812CCF7A-788B-4227-A920-48EDF3D1C151}" dt="2026-10-13T10:27:04.904" v="51" actId="478"/>
          <ac:spMkLst>
            <pc:docMk/>
            <pc:sldMk cId="1640958863" sldId="4684"/>
            <ac:spMk id="9" creationId="{FEB9BDC3-F9F6-474F-8ADE-0E8098081AAA}"/>
          </ac:spMkLst>
        </pc:spChg>
        <pc:spChg chg="del">
          <ac:chgData name="Minh Huynh" userId="01a137d4-0d81-46e0-aca6-c9185b391828" providerId="ADAL" clId="{812CCF7A-788B-4227-A920-48EDF3D1C151}" dt="2026-10-13T10:27:04.904" v="51" actId="478"/>
          <ac:spMkLst>
            <pc:docMk/>
            <pc:sldMk cId="1640958863" sldId="4684"/>
            <ac:spMk id="10" creationId="{94D4D0B3-ADFC-41D3-9506-52DFD022EAFC}"/>
          </ac:spMkLst>
        </pc:spChg>
        <pc:spChg chg="del">
          <ac:chgData name="Minh Huynh" userId="01a137d4-0d81-46e0-aca6-c9185b391828" providerId="ADAL" clId="{812CCF7A-788B-4227-A920-48EDF3D1C151}" dt="2026-10-13T10:27:04.904" v="51" actId="478"/>
          <ac:spMkLst>
            <pc:docMk/>
            <pc:sldMk cId="1640958863" sldId="4684"/>
            <ac:spMk id="11" creationId="{C776545E-AD17-4DB5-AD2D-5F45D0DF1BD1}"/>
          </ac:spMkLst>
        </pc:spChg>
        <pc:spChg chg="del">
          <ac:chgData name="Minh Huynh" userId="01a137d4-0d81-46e0-aca6-c9185b391828" providerId="ADAL" clId="{812CCF7A-788B-4227-A920-48EDF3D1C151}" dt="2026-10-13T10:27:04.904" v="51" actId="478"/>
          <ac:spMkLst>
            <pc:docMk/>
            <pc:sldMk cId="1640958863" sldId="4684"/>
            <ac:spMk id="12" creationId="{DC9876D6-385C-44E3-A8A5-7E6B81BC6BDE}"/>
          </ac:spMkLst>
        </pc:spChg>
        <pc:spChg chg="del">
          <ac:chgData name="Minh Huynh" userId="01a137d4-0d81-46e0-aca6-c9185b391828" providerId="ADAL" clId="{812CCF7A-788B-4227-A920-48EDF3D1C151}" dt="2026-10-13T10:27:04.904" v="51" actId="478"/>
          <ac:spMkLst>
            <pc:docMk/>
            <pc:sldMk cId="1640958863" sldId="4684"/>
            <ac:spMk id="13" creationId="{8587BE1F-2632-4863-B3D7-DC455F5494F2}"/>
          </ac:spMkLst>
        </pc:spChg>
        <pc:spChg chg="del">
          <ac:chgData name="Minh Huynh" userId="01a137d4-0d81-46e0-aca6-c9185b391828" providerId="ADAL" clId="{812CCF7A-788B-4227-A920-48EDF3D1C151}" dt="2026-10-13T10:27:04.904" v="51" actId="478"/>
          <ac:spMkLst>
            <pc:docMk/>
            <pc:sldMk cId="1640958863" sldId="4684"/>
            <ac:spMk id="14" creationId="{18D5E149-1605-425A-A8A6-69BD03842F81}"/>
          </ac:spMkLst>
        </pc:spChg>
        <pc:spChg chg="del">
          <ac:chgData name="Minh Huynh" userId="01a137d4-0d81-46e0-aca6-c9185b391828" providerId="ADAL" clId="{812CCF7A-788B-4227-A920-48EDF3D1C151}" dt="2026-10-13T10:27:04.904" v="51" actId="478"/>
          <ac:spMkLst>
            <pc:docMk/>
            <pc:sldMk cId="1640958863" sldId="4684"/>
            <ac:spMk id="15" creationId="{DE8929D8-9CFD-4ABD-81E2-D47DF0A1D945}"/>
          </ac:spMkLst>
        </pc:spChg>
        <pc:spChg chg="del">
          <ac:chgData name="Minh Huynh" userId="01a137d4-0d81-46e0-aca6-c9185b391828" providerId="ADAL" clId="{812CCF7A-788B-4227-A920-48EDF3D1C151}" dt="2026-10-13T10:27:04.904" v="51" actId="478"/>
          <ac:spMkLst>
            <pc:docMk/>
            <pc:sldMk cId="1640958863" sldId="4684"/>
            <ac:spMk id="16" creationId="{B2A05DB9-AEAD-4A48-A19B-4179B909D2B1}"/>
          </ac:spMkLst>
        </pc:spChg>
        <pc:spChg chg="add mod">
          <ac:chgData name="Minh Huynh" userId="01a137d4-0d81-46e0-aca6-c9185b391828" providerId="ADAL" clId="{812CCF7A-788B-4227-A920-48EDF3D1C151}" dt="2026-10-13T10:27:11.609" v="53"/>
          <ac:spMkLst>
            <pc:docMk/>
            <pc:sldMk cId="1640958863" sldId="4684"/>
            <ac:spMk id="17" creationId="{0D50A0A5-C334-44BA-B963-A16C66AFAE62}"/>
          </ac:spMkLst>
        </pc:spChg>
        <pc:spChg chg="del">
          <ac:chgData name="Minh Huynh" userId="01a137d4-0d81-46e0-aca6-c9185b391828" providerId="ADAL" clId="{812CCF7A-788B-4227-A920-48EDF3D1C151}" dt="2026-10-13T10:27:06.845" v="52" actId="478"/>
          <ac:spMkLst>
            <pc:docMk/>
            <pc:sldMk cId="1640958863" sldId="4684"/>
            <ac:spMk id="210" creationId="{20AD8A44-4C66-46C5-93EA-7C73F151BD6E}"/>
          </ac:spMkLst>
        </pc:spChg>
      </pc:sldChg>
      <pc:sldChg chg="addSp delSp modSp add mod">
        <pc:chgData name="Minh Huynh" userId="01a137d4-0d81-46e0-aca6-c9185b391828" providerId="ADAL" clId="{812CCF7A-788B-4227-A920-48EDF3D1C151}" dt="2026-10-13T10:28:03.973" v="86" actId="20577"/>
        <pc:sldMkLst>
          <pc:docMk/>
          <pc:sldMk cId="18605224" sldId="4687"/>
        </pc:sldMkLst>
        <pc:spChg chg="del">
          <ac:chgData name="Minh Huynh" userId="01a137d4-0d81-46e0-aca6-c9185b391828" providerId="ADAL" clId="{812CCF7A-788B-4227-A920-48EDF3D1C151}" dt="2026-10-13T10:27:22.333" v="55" actId="478"/>
          <ac:spMkLst>
            <pc:docMk/>
            <pc:sldMk cId="18605224" sldId="4687"/>
            <ac:spMk id="5" creationId="{C4EE2355-7BDE-400B-94ED-4B66841A990F}"/>
          </ac:spMkLst>
        </pc:spChg>
        <pc:spChg chg="del">
          <ac:chgData name="Minh Huynh" userId="01a137d4-0d81-46e0-aca6-c9185b391828" providerId="ADAL" clId="{812CCF7A-788B-4227-A920-48EDF3D1C151}" dt="2026-10-13T10:27:22.333" v="55" actId="478"/>
          <ac:spMkLst>
            <pc:docMk/>
            <pc:sldMk cId="18605224" sldId="4687"/>
            <ac:spMk id="6" creationId="{376B53A2-3E7E-4EBE-BD98-6FEF9A0EC946}"/>
          </ac:spMkLst>
        </pc:spChg>
        <pc:spChg chg="del">
          <ac:chgData name="Minh Huynh" userId="01a137d4-0d81-46e0-aca6-c9185b391828" providerId="ADAL" clId="{812CCF7A-788B-4227-A920-48EDF3D1C151}" dt="2026-10-13T10:27:22.333" v="55" actId="478"/>
          <ac:spMkLst>
            <pc:docMk/>
            <pc:sldMk cId="18605224" sldId="4687"/>
            <ac:spMk id="7" creationId="{ED020373-5F7D-4A11-BA37-CEF987685145}"/>
          </ac:spMkLst>
        </pc:spChg>
        <pc:spChg chg="del">
          <ac:chgData name="Minh Huynh" userId="01a137d4-0d81-46e0-aca6-c9185b391828" providerId="ADAL" clId="{812CCF7A-788B-4227-A920-48EDF3D1C151}" dt="2026-10-13T10:27:22.333" v="55" actId="478"/>
          <ac:spMkLst>
            <pc:docMk/>
            <pc:sldMk cId="18605224" sldId="4687"/>
            <ac:spMk id="8" creationId="{DE1960A6-609E-41AD-A07A-978F36B03595}"/>
          </ac:spMkLst>
        </pc:spChg>
        <pc:spChg chg="del">
          <ac:chgData name="Minh Huynh" userId="01a137d4-0d81-46e0-aca6-c9185b391828" providerId="ADAL" clId="{812CCF7A-788B-4227-A920-48EDF3D1C151}" dt="2026-10-13T10:27:22.333" v="55" actId="478"/>
          <ac:spMkLst>
            <pc:docMk/>
            <pc:sldMk cId="18605224" sldId="4687"/>
            <ac:spMk id="9" creationId="{6C6EDA92-7465-4DC8-8EC3-795D90035B88}"/>
          </ac:spMkLst>
        </pc:spChg>
        <pc:spChg chg="del">
          <ac:chgData name="Minh Huynh" userId="01a137d4-0d81-46e0-aca6-c9185b391828" providerId="ADAL" clId="{812CCF7A-788B-4227-A920-48EDF3D1C151}" dt="2026-10-13T10:27:22.333" v="55" actId="478"/>
          <ac:spMkLst>
            <pc:docMk/>
            <pc:sldMk cId="18605224" sldId="4687"/>
            <ac:spMk id="10" creationId="{BEC86863-11A0-412A-BB53-DFBFEDFA5325}"/>
          </ac:spMkLst>
        </pc:spChg>
        <pc:spChg chg="del">
          <ac:chgData name="Minh Huynh" userId="01a137d4-0d81-46e0-aca6-c9185b391828" providerId="ADAL" clId="{812CCF7A-788B-4227-A920-48EDF3D1C151}" dt="2026-10-13T10:27:22.333" v="55" actId="478"/>
          <ac:spMkLst>
            <pc:docMk/>
            <pc:sldMk cId="18605224" sldId="4687"/>
            <ac:spMk id="11" creationId="{3C8A0C50-7A4F-47DA-BB14-6D754AD5DF39}"/>
          </ac:spMkLst>
        </pc:spChg>
        <pc:spChg chg="del">
          <ac:chgData name="Minh Huynh" userId="01a137d4-0d81-46e0-aca6-c9185b391828" providerId="ADAL" clId="{812CCF7A-788B-4227-A920-48EDF3D1C151}" dt="2026-10-13T10:27:22.333" v="55" actId="478"/>
          <ac:spMkLst>
            <pc:docMk/>
            <pc:sldMk cId="18605224" sldId="4687"/>
            <ac:spMk id="12" creationId="{49AEEC1D-5C63-4883-80D3-25D24365316F}"/>
          </ac:spMkLst>
        </pc:spChg>
        <pc:spChg chg="del">
          <ac:chgData name="Minh Huynh" userId="01a137d4-0d81-46e0-aca6-c9185b391828" providerId="ADAL" clId="{812CCF7A-788B-4227-A920-48EDF3D1C151}" dt="2026-10-13T10:27:22.333" v="55" actId="478"/>
          <ac:spMkLst>
            <pc:docMk/>
            <pc:sldMk cId="18605224" sldId="4687"/>
            <ac:spMk id="13" creationId="{ECF39721-693B-44A5-BA3A-F17FC793B699}"/>
          </ac:spMkLst>
        </pc:spChg>
        <pc:spChg chg="del">
          <ac:chgData name="Minh Huynh" userId="01a137d4-0d81-46e0-aca6-c9185b391828" providerId="ADAL" clId="{812CCF7A-788B-4227-A920-48EDF3D1C151}" dt="2026-10-13T10:27:22.333" v="55" actId="478"/>
          <ac:spMkLst>
            <pc:docMk/>
            <pc:sldMk cId="18605224" sldId="4687"/>
            <ac:spMk id="14" creationId="{F8478901-0CF0-46D7-AB7F-A3C98CFA7F45}"/>
          </ac:spMkLst>
        </pc:spChg>
        <pc:spChg chg="del">
          <ac:chgData name="Minh Huynh" userId="01a137d4-0d81-46e0-aca6-c9185b391828" providerId="ADAL" clId="{812CCF7A-788B-4227-A920-48EDF3D1C151}" dt="2026-10-13T10:27:22.333" v="55" actId="478"/>
          <ac:spMkLst>
            <pc:docMk/>
            <pc:sldMk cId="18605224" sldId="4687"/>
            <ac:spMk id="15" creationId="{E93D89B0-74F9-4A35-A20A-A57B8757CF4F}"/>
          </ac:spMkLst>
        </pc:spChg>
        <pc:spChg chg="del">
          <ac:chgData name="Minh Huynh" userId="01a137d4-0d81-46e0-aca6-c9185b391828" providerId="ADAL" clId="{812CCF7A-788B-4227-A920-48EDF3D1C151}" dt="2026-10-13T10:27:22.333" v="55" actId="478"/>
          <ac:spMkLst>
            <pc:docMk/>
            <pc:sldMk cId="18605224" sldId="4687"/>
            <ac:spMk id="16" creationId="{E1942511-9FB8-4EE3-9823-16EB404484F7}"/>
          </ac:spMkLst>
        </pc:spChg>
        <pc:spChg chg="add mod">
          <ac:chgData name="Minh Huynh" userId="01a137d4-0d81-46e0-aca6-c9185b391828" providerId="ADAL" clId="{812CCF7A-788B-4227-A920-48EDF3D1C151}" dt="2026-10-13T10:28:03.973" v="86" actId="20577"/>
          <ac:spMkLst>
            <pc:docMk/>
            <pc:sldMk cId="18605224" sldId="4687"/>
            <ac:spMk id="17" creationId="{415CEBBE-642B-4BD9-8718-9A2B38495E5C}"/>
          </ac:spMkLst>
        </pc:spChg>
        <pc:spChg chg="add del mod">
          <ac:chgData name="Minh Huynh" userId="01a137d4-0d81-46e0-aca6-c9185b391828" providerId="ADAL" clId="{812CCF7A-788B-4227-A920-48EDF3D1C151}" dt="2026-10-13T10:27:46.664" v="58"/>
          <ac:spMkLst>
            <pc:docMk/>
            <pc:sldMk cId="18605224" sldId="4687"/>
            <ac:spMk id="18" creationId="{21FF6ACD-4C13-4E8B-A329-A62912732495}"/>
          </ac:spMkLst>
        </pc:spChg>
      </pc:sldChg>
      <pc:sldChg chg="addSp delSp modSp add mod">
        <pc:chgData name="Minh Huynh" userId="01a137d4-0d81-46e0-aca6-c9185b391828" providerId="ADAL" clId="{812CCF7A-788B-4227-A920-48EDF3D1C151}" dt="2026-10-13T10:28:24.693" v="91" actId="478"/>
        <pc:sldMkLst>
          <pc:docMk/>
          <pc:sldMk cId="4041757128" sldId="4698"/>
        </pc:sldMkLst>
        <pc:spChg chg="del">
          <ac:chgData name="Minh Huynh" userId="01a137d4-0d81-46e0-aca6-c9185b391828" providerId="ADAL" clId="{812CCF7A-788B-4227-A920-48EDF3D1C151}" dt="2026-10-13T10:27:53.210" v="60" actId="478"/>
          <ac:spMkLst>
            <pc:docMk/>
            <pc:sldMk cId="4041757128" sldId="4698"/>
            <ac:spMk id="128" creationId="{514E7BF7-A621-43AF-9637-19A42F398DEB}"/>
          </ac:spMkLst>
        </pc:spChg>
        <pc:spChg chg="del">
          <ac:chgData name="Minh Huynh" userId="01a137d4-0d81-46e0-aca6-c9185b391828" providerId="ADAL" clId="{812CCF7A-788B-4227-A920-48EDF3D1C151}" dt="2026-10-13T10:27:53.210" v="60" actId="478"/>
          <ac:spMkLst>
            <pc:docMk/>
            <pc:sldMk cId="4041757128" sldId="4698"/>
            <ac:spMk id="129" creationId="{792440A8-00FF-4A44-963C-51BEE684CBE8}"/>
          </ac:spMkLst>
        </pc:spChg>
        <pc:spChg chg="del">
          <ac:chgData name="Minh Huynh" userId="01a137d4-0d81-46e0-aca6-c9185b391828" providerId="ADAL" clId="{812CCF7A-788B-4227-A920-48EDF3D1C151}" dt="2026-10-13T10:27:53.210" v="60" actId="478"/>
          <ac:spMkLst>
            <pc:docMk/>
            <pc:sldMk cId="4041757128" sldId="4698"/>
            <ac:spMk id="130" creationId="{40532AEE-4006-4EE4-AB56-323B9264012F}"/>
          </ac:spMkLst>
        </pc:spChg>
        <pc:spChg chg="del">
          <ac:chgData name="Minh Huynh" userId="01a137d4-0d81-46e0-aca6-c9185b391828" providerId="ADAL" clId="{812CCF7A-788B-4227-A920-48EDF3D1C151}" dt="2026-10-13T10:27:53.210" v="60" actId="478"/>
          <ac:spMkLst>
            <pc:docMk/>
            <pc:sldMk cId="4041757128" sldId="4698"/>
            <ac:spMk id="131" creationId="{CFDA7073-DBB7-4C02-B57C-92D06B45A857}"/>
          </ac:spMkLst>
        </pc:spChg>
        <pc:spChg chg="del">
          <ac:chgData name="Minh Huynh" userId="01a137d4-0d81-46e0-aca6-c9185b391828" providerId="ADAL" clId="{812CCF7A-788B-4227-A920-48EDF3D1C151}" dt="2026-10-13T10:27:53.210" v="60" actId="478"/>
          <ac:spMkLst>
            <pc:docMk/>
            <pc:sldMk cId="4041757128" sldId="4698"/>
            <ac:spMk id="132" creationId="{5DD12503-4FFC-469E-9389-CA90C755862E}"/>
          </ac:spMkLst>
        </pc:spChg>
        <pc:spChg chg="del">
          <ac:chgData name="Minh Huynh" userId="01a137d4-0d81-46e0-aca6-c9185b391828" providerId="ADAL" clId="{812CCF7A-788B-4227-A920-48EDF3D1C151}" dt="2026-10-13T10:27:53.210" v="60" actId="478"/>
          <ac:spMkLst>
            <pc:docMk/>
            <pc:sldMk cId="4041757128" sldId="4698"/>
            <ac:spMk id="133" creationId="{1527238F-0B8C-4EB9-868F-AE7F058A4100}"/>
          </ac:spMkLst>
        </pc:spChg>
        <pc:spChg chg="del">
          <ac:chgData name="Minh Huynh" userId="01a137d4-0d81-46e0-aca6-c9185b391828" providerId="ADAL" clId="{812CCF7A-788B-4227-A920-48EDF3D1C151}" dt="2026-10-13T10:27:53.210" v="60" actId="478"/>
          <ac:spMkLst>
            <pc:docMk/>
            <pc:sldMk cId="4041757128" sldId="4698"/>
            <ac:spMk id="134" creationId="{5DD38C5B-7061-4740-A37D-2192455860B3}"/>
          </ac:spMkLst>
        </pc:spChg>
        <pc:spChg chg="del">
          <ac:chgData name="Minh Huynh" userId="01a137d4-0d81-46e0-aca6-c9185b391828" providerId="ADAL" clId="{812CCF7A-788B-4227-A920-48EDF3D1C151}" dt="2026-10-13T10:27:53.210" v="60" actId="478"/>
          <ac:spMkLst>
            <pc:docMk/>
            <pc:sldMk cId="4041757128" sldId="4698"/>
            <ac:spMk id="135" creationId="{6C4DCC1D-1416-468A-802B-A8664ACB917B}"/>
          </ac:spMkLst>
        </pc:spChg>
        <pc:spChg chg="del">
          <ac:chgData name="Minh Huynh" userId="01a137d4-0d81-46e0-aca6-c9185b391828" providerId="ADAL" clId="{812CCF7A-788B-4227-A920-48EDF3D1C151}" dt="2026-10-13T10:27:53.210" v="60" actId="478"/>
          <ac:spMkLst>
            <pc:docMk/>
            <pc:sldMk cId="4041757128" sldId="4698"/>
            <ac:spMk id="136" creationId="{BD740F45-7851-4CCE-B853-7D55EC915709}"/>
          </ac:spMkLst>
        </pc:spChg>
        <pc:spChg chg="del">
          <ac:chgData name="Minh Huynh" userId="01a137d4-0d81-46e0-aca6-c9185b391828" providerId="ADAL" clId="{812CCF7A-788B-4227-A920-48EDF3D1C151}" dt="2026-10-13T10:27:53.210" v="60" actId="478"/>
          <ac:spMkLst>
            <pc:docMk/>
            <pc:sldMk cId="4041757128" sldId="4698"/>
            <ac:spMk id="137" creationId="{107BCCEB-58F5-447E-97C0-F3DFA5937DD9}"/>
          </ac:spMkLst>
        </pc:spChg>
        <pc:spChg chg="del">
          <ac:chgData name="Minh Huynh" userId="01a137d4-0d81-46e0-aca6-c9185b391828" providerId="ADAL" clId="{812CCF7A-788B-4227-A920-48EDF3D1C151}" dt="2026-10-13T10:27:53.210" v="60" actId="478"/>
          <ac:spMkLst>
            <pc:docMk/>
            <pc:sldMk cId="4041757128" sldId="4698"/>
            <ac:spMk id="138" creationId="{208D162D-3BEA-4AD8-A6BC-39F435124B56}"/>
          </ac:spMkLst>
        </pc:spChg>
        <pc:spChg chg="del">
          <ac:chgData name="Minh Huynh" userId="01a137d4-0d81-46e0-aca6-c9185b391828" providerId="ADAL" clId="{812CCF7A-788B-4227-A920-48EDF3D1C151}" dt="2026-10-13T10:27:53.210" v="60" actId="478"/>
          <ac:spMkLst>
            <pc:docMk/>
            <pc:sldMk cId="4041757128" sldId="4698"/>
            <ac:spMk id="139" creationId="{883F19A1-9B07-4512-8654-2493FADAA0FD}"/>
          </ac:spMkLst>
        </pc:spChg>
        <pc:spChg chg="add mod">
          <ac:chgData name="Minh Huynh" userId="01a137d4-0d81-46e0-aca6-c9185b391828" providerId="ADAL" clId="{812CCF7A-788B-4227-A920-48EDF3D1C151}" dt="2026-10-13T10:28:06.913" v="87"/>
          <ac:spMkLst>
            <pc:docMk/>
            <pc:sldMk cId="4041757128" sldId="4698"/>
            <ac:spMk id="140" creationId="{383460A1-66C5-43AF-8C7E-639F7093A500}"/>
          </ac:spMkLst>
        </pc:spChg>
        <pc:spChg chg="del">
          <ac:chgData name="Minh Huynh" userId="01a137d4-0d81-46e0-aca6-c9185b391828" providerId="ADAL" clId="{812CCF7A-788B-4227-A920-48EDF3D1C151}" dt="2026-10-13T10:28:24.693" v="91" actId="478"/>
          <ac:spMkLst>
            <pc:docMk/>
            <pc:sldMk cId="4041757128" sldId="4698"/>
            <ac:spMk id="210" creationId="{20AD8A44-4C66-46C5-93EA-7C73F151BD6E}"/>
          </ac:spMkLst>
        </pc:spChg>
      </pc:sldChg>
      <pc:sldChg chg="addSp delSp modSp add mod">
        <pc:chgData name="Minh Huynh" userId="01a137d4-0d81-46e0-aca6-c9185b391828" providerId="ADAL" clId="{812CCF7A-788B-4227-A920-48EDF3D1C151}" dt="2026-10-13T10:28:23.158" v="90"/>
        <pc:sldMkLst>
          <pc:docMk/>
          <pc:sldMk cId="3354271723" sldId="4701"/>
        </pc:sldMkLst>
        <pc:spChg chg="del">
          <ac:chgData name="Minh Huynh" userId="01a137d4-0d81-46e0-aca6-c9185b391828" providerId="ADAL" clId="{812CCF7A-788B-4227-A920-48EDF3D1C151}" dt="2026-10-13T10:28:19.399" v="89" actId="478"/>
          <ac:spMkLst>
            <pc:docMk/>
            <pc:sldMk cId="3354271723" sldId="4701"/>
            <ac:spMk id="11" creationId="{CB890124-BFEF-45A6-AB40-636B8623AEF3}"/>
          </ac:spMkLst>
        </pc:spChg>
        <pc:spChg chg="del">
          <ac:chgData name="Minh Huynh" userId="01a137d4-0d81-46e0-aca6-c9185b391828" providerId="ADAL" clId="{812CCF7A-788B-4227-A920-48EDF3D1C151}" dt="2026-10-13T10:28:19.399" v="89" actId="478"/>
          <ac:spMkLst>
            <pc:docMk/>
            <pc:sldMk cId="3354271723" sldId="4701"/>
            <ac:spMk id="12" creationId="{5ED36AE8-EAD8-46AE-9FCF-A65A0CAA46D6}"/>
          </ac:spMkLst>
        </pc:spChg>
        <pc:spChg chg="del">
          <ac:chgData name="Minh Huynh" userId="01a137d4-0d81-46e0-aca6-c9185b391828" providerId="ADAL" clId="{812CCF7A-788B-4227-A920-48EDF3D1C151}" dt="2026-10-13T10:28:19.399" v="89" actId="478"/>
          <ac:spMkLst>
            <pc:docMk/>
            <pc:sldMk cId="3354271723" sldId="4701"/>
            <ac:spMk id="13" creationId="{8A249B36-7A1A-4FA7-9B3D-8732D2ECB87C}"/>
          </ac:spMkLst>
        </pc:spChg>
        <pc:spChg chg="del">
          <ac:chgData name="Minh Huynh" userId="01a137d4-0d81-46e0-aca6-c9185b391828" providerId="ADAL" clId="{812CCF7A-788B-4227-A920-48EDF3D1C151}" dt="2026-10-13T10:28:19.399" v="89" actId="478"/>
          <ac:spMkLst>
            <pc:docMk/>
            <pc:sldMk cId="3354271723" sldId="4701"/>
            <ac:spMk id="14" creationId="{4252F4BD-4787-4931-ABA4-FB48EB569BFB}"/>
          </ac:spMkLst>
        </pc:spChg>
        <pc:spChg chg="del">
          <ac:chgData name="Minh Huynh" userId="01a137d4-0d81-46e0-aca6-c9185b391828" providerId="ADAL" clId="{812CCF7A-788B-4227-A920-48EDF3D1C151}" dt="2026-10-13T10:28:19.399" v="89" actId="478"/>
          <ac:spMkLst>
            <pc:docMk/>
            <pc:sldMk cId="3354271723" sldId="4701"/>
            <ac:spMk id="15" creationId="{0800E30A-F6A0-46FB-BB67-8CA85AC27E74}"/>
          </ac:spMkLst>
        </pc:spChg>
        <pc:spChg chg="del">
          <ac:chgData name="Minh Huynh" userId="01a137d4-0d81-46e0-aca6-c9185b391828" providerId="ADAL" clId="{812CCF7A-788B-4227-A920-48EDF3D1C151}" dt="2026-10-13T10:28:19.399" v="89" actId="478"/>
          <ac:spMkLst>
            <pc:docMk/>
            <pc:sldMk cId="3354271723" sldId="4701"/>
            <ac:spMk id="16" creationId="{3E7A0AB5-C19F-4DCB-89B3-CA92A9E60FF2}"/>
          </ac:spMkLst>
        </pc:spChg>
        <pc:spChg chg="del">
          <ac:chgData name="Minh Huynh" userId="01a137d4-0d81-46e0-aca6-c9185b391828" providerId="ADAL" clId="{812CCF7A-788B-4227-A920-48EDF3D1C151}" dt="2026-10-13T10:28:19.399" v="89" actId="478"/>
          <ac:spMkLst>
            <pc:docMk/>
            <pc:sldMk cId="3354271723" sldId="4701"/>
            <ac:spMk id="17" creationId="{C348213D-C24C-4E0B-8FF7-3765B33E3E8D}"/>
          </ac:spMkLst>
        </pc:spChg>
        <pc:spChg chg="del">
          <ac:chgData name="Minh Huynh" userId="01a137d4-0d81-46e0-aca6-c9185b391828" providerId="ADAL" clId="{812CCF7A-788B-4227-A920-48EDF3D1C151}" dt="2026-10-13T10:28:19.399" v="89" actId="478"/>
          <ac:spMkLst>
            <pc:docMk/>
            <pc:sldMk cId="3354271723" sldId="4701"/>
            <ac:spMk id="18" creationId="{A8904754-CC01-4CB0-B93B-452D84825598}"/>
          </ac:spMkLst>
        </pc:spChg>
        <pc:spChg chg="del">
          <ac:chgData name="Minh Huynh" userId="01a137d4-0d81-46e0-aca6-c9185b391828" providerId="ADAL" clId="{812CCF7A-788B-4227-A920-48EDF3D1C151}" dt="2026-10-13T10:28:19.399" v="89" actId="478"/>
          <ac:spMkLst>
            <pc:docMk/>
            <pc:sldMk cId="3354271723" sldId="4701"/>
            <ac:spMk id="19" creationId="{79F0E077-6791-4D13-8D7C-881B60B9B220}"/>
          </ac:spMkLst>
        </pc:spChg>
        <pc:spChg chg="del">
          <ac:chgData name="Minh Huynh" userId="01a137d4-0d81-46e0-aca6-c9185b391828" providerId="ADAL" clId="{812CCF7A-788B-4227-A920-48EDF3D1C151}" dt="2026-10-13T10:28:19.399" v="89" actId="478"/>
          <ac:spMkLst>
            <pc:docMk/>
            <pc:sldMk cId="3354271723" sldId="4701"/>
            <ac:spMk id="20" creationId="{8BB5D31D-DAB8-473A-B39A-057DAF59FCE2}"/>
          </ac:spMkLst>
        </pc:spChg>
        <pc:spChg chg="del">
          <ac:chgData name="Minh Huynh" userId="01a137d4-0d81-46e0-aca6-c9185b391828" providerId="ADAL" clId="{812CCF7A-788B-4227-A920-48EDF3D1C151}" dt="2026-10-13T10:28:19.399" v="89" actId="478"/>
          <ac:spMkLst>
            <pc:docMk/>
            <pc:sldMk cId="3354271723" sldId="4701"/>
            <ac:spMk id="21" creationId="{AA4F5008-DDEB-4283-A55F-7474EC8F0F1A}"/>
          </ac:spMkLst>
        </pc:spChg>
        <pc:spChg chg="del">
          <ac:chgData name="Minh Huynh" userId="01a137d4-0d81-46e0-aca6-c9185b391828" providerId="ADAL" clId="{812CCF7A-788B-4227-A920-48EDF3D1C151}" dt="2026-10-13T10:28:19.399" v="89" actId="478"/>
          <ac:spMkLst>
            <pc:docMk/>
            <pc:sldMk cId="3354271723" sldId="4701"/>
            <ac:spMk id="22" creationId="{59978E84-4811-4B1D-8E5B-B9CE09B133E0}"/>
          </ac:spMkLst>
        </pc:spChg>
        <pc:spChg chg="add mod">
          <ac:chgData name="Minh Huynh" userId="01a137d4-0d81-46e0-aca6-c9185b391828" providerId="ADAL" clId="{812CCF7A-788B-4227-A920-48EDF3D1C151}" dt="2026-10-13T10:28:23.158" v="90"/>
          <ac:spMkLst>
            <pc:docMk/>
            <pc:sldMk cId="3354271723" sldId="4701"/>
            <ac:spMk id="23" creationId="{A5396F7F-FEF4-4FD9-AD8B-1EA317296367}"/>
          </ac:spMkLst>
        </pc:spChg>
      </pc:sldChg>
      <pc:sldChg chg="addSp delSp modSp add mod">
        <pc:chgData name="Minh Huynh" userId="01a137d4-0d81-46e0-aca6-c9185b391828" providerId="ADAL" clId="{812CCF7A-788B-4227-A920-48EDF3D1C151}" dt="2026-10-13T10:28:52.387" v="111" actId="20577"/>
        <pc:sldMkLst>
          <pc:docMk/>
          <pc:sldMk cId="3316471389" sldId="4709"/>
        </pc:sldMkLst>
        <pc:spChg chg="del">
          <ac:chgData name="Minh Huynh" userId="01a137d4-0d81-46e0-aca6-c9185b391828" providerId="ADAL" clId="{812CCF7A-788B-4227-A920-48EDF3D1C151}" dt="2026-10-13T10:28:42.496" v="93" actId="478"/>
          <ac:spMkLst>
            <pc:docMk/>
            <pc:sldMk cId="3316471389" sldId="4709"/>
            <ac:spMk id="104" creationId="{1A1737B4-5C22-48C0-A017-BE9CFEF00550}"/>
          </ac:spMkLst>
        </pc:spChg>
        <pc:spChg chg="del">
          <ac:chgData name="Minh Huynh" userId="01a137d4-0d81-46e0-aca6-c9185b391828" providerId="ADAL" clId="{812CCF7A-788B-4227-A920-48EDF3D1C151}" dt="2026-10-13T10:28:44.112" v="94" actId="478"/>
          <ac:spMkLst>
            <pc:docMk/>
            <pc:sldMk cId="3316471389" sldId="4709"/>
            <ac:spMk id="170" creationId="{6A308258-D81A-4D4B-8C30-56C33313C346}"/>
          </ac:spMkLst>
        </pc:spChg>
        <pc:spChg chg="del">
          <ac:chgData name="Minh Huynh" userId="01a137d4-0d81-46e0-aca6-c9185b391828" providerId="ADAL" clId="{812CCF7A-788B-4227-A920-48EDF3D1C151}" dt="2026-10-13T10:28:44.112" v="94" actId="478"/>
          <ac:spMkLst>
            <pc:docMk/>
            <pc:sldMk cId="3316471389" sldId="4709"/>
            <ac:spMk id="171" creationId="{24165785-AD1D-4952-8D8F-196323983427}"/>
          </ac:spMkLst>
        </pc:spChg>
        <pc:spChg chg="del">
          <ac:chgData name="Minh Huynh" userId="01a137d4-0d81-46e0-aca6-c9185b391828" providerId="ADAL" clId="{812CCF7A-788B-4227-A920-48EDF3D1C151}" dt="2026-10-13T10:28:44.112" v="94" actId="478"/>
          <ac:spMkLst>
            <pc:docMk/>
            <pc:sldMk cId="3316471389" sldId="4709"/>
            <ac:spMk id="172" creationId="{760A92AF-5377-4DBD-89E9-CC5722C0D08D}"/>
          </ac:spMkLst>
        </pc:spChg>
        <pc:spChg chg="del">
          <ac:chgData name="Minh Huynh" userId="01a137d4-0d81-46e0-aca6-c9185b391828" providerId="ADAL" clId="{812CCF7A-788B-4227-A920-48EDF3D1C151}" dt="2026-10-13T10:28:44.112" v="94" actId="478"/>
          <ac:spMkLst>
            <pc:docMk/>
            <pc:sldMk cId="3316471389" sldId="4709"/>
            <ac:spMk id="173" creationId="{634ED529-9A1B-40D3-BF18-0AAE352D59C4}"/>
          </ac:spMkLst>
        </pc:spChg>
        <pc:spChg chg="del">
          <ac:chgData name="Minh Huynh" userId="01a137d4-0d81-46e0-aca6-c9185b391828" providerId="ADAL" clId="{812CCF7A-788B-4227-A920-48EDF3D1C151}" dt="2026-10-13T10:28:44.112" v="94" actId="478"/>
          <ac:spMkLst>
            <pc:docMk/>
            <pc:sldMk cId="3316471389" sldId="4709"/>
            <ac:spMk id="174" creationId="{2C28A77C-9578-4A7F-A99C-186D4D086970}"/>
          </ac:spMkLst>
        </pc:spChg>
        <pc:spChg chg="del">
          <ac:chgData name="Minh Huynh" userId="01a137d4-0d81-46e0-aca6-c9185b391828" providerId="ADAL" clId="{812CCF7A-788B-4227-A920-48EDF3D1C151}" dt="2026-10-13T10:28:44.112" v="94" actId="478"/>
          <ac:spMkLst>
            <pc:docMk/>
            <pc:sldMk cId="3316471389" sldId="4709"/>
            <ac:spMk id="175" creationId="{2034A334-C612-4E52-A2F0-DA82CABCF2E3}"/>
          </ac:spMkLst>
        </pc:spChg>
        <pc:spChg chg="del">
          <ac:chgData name="Minh Huynh" userId="01a137d4-0d81-46e0-aca6-c9185b391828" providerId="ADAL" clId="{812CCF7A-788B-4227-A920-48EDF3D1C151}" dt="2026-10-13T10:28:44.112" v="94" actId="478"/>
          <ac:spMkLst>
            <pc:docMk/>
            <pc:sldMk cId="3316471389" sldId="4709"/>
            <ac:spMk id="176" creationId="{0E5719DD-AEA6-40E3-88E8-4B7C05B3BD7C}"/>
          </ac:spMkLst>
        </pc:spChg>
        <pc:spChg chg="del">
          <ac:chgData name="Minh Huynh" userId="01a137d4-0d81-46e0-aca6-c9185b391828" providerId="ADAL" clId="{812CCF7A-788B-4227-A920-48EDF3D1C151}" dt="2026-10-13T10:28:44.112" v="94" actId="478"/>
          <ac:spMkLst>
            <pc:docMk/>
            <pc:sldMk cId="3316471389" sldId="4709"/>
            <ac:spMk id="177" creationId="{967B2BD9-EF88-4065-9D0A-475255115074}"/>
          </ac:spMkLst>
        </pc:spChg>
        <pc:spChg chg="del">
          <ac:chgData name="Minh Huynh" userId="01a137d4-0d81-46e0-aca6-c9185b391828" providerId="ADAL" clId="{812CCF7A-788B-4227-A920-48EDF3D1C151}" dt="2026-10-13T10:28:44.112" v="94" actId="478"/>
          <ac:spMkLst>
            <pc:docMk/>
            <pc:sldMk cId="3316471389" sldId="4709"/>
            <ac:spMk id="178" creationId="{D983B421-C5A7-4806-8295-3321E5D094A8}"/>
          </ac:spMkLst>
        </pc:spChg>
        <pc:spChg chg="del">
          <ac:chgData name="Minh Huynh" userId="01a137d4-0d81-46e0-aca6-c9185b391828" providerId="ADAL" clId="{812CCF7A-788B-4227-A920-48EDF3D1C151}" dt="2026-10-13T10:28:44.112" v="94" actId="478"/>
          <ac:spMkLst>
            <pc:docMk/>
            <pc:sldMk cId="3316471389" sldId="4709"/>
            <ac:spMk id="179" creationId="{506F8D42-8988-4F2E-9FB2-94E9881F1A44}"/>
          </ac:spMkLst>
        </pc:spChg>
        <pc:spChg chg="del">
          <ac:chgData name="Minh Huynh" userId="01a137d4-0d81-46e0-aca6-c9185b391828" providerId="ADAL" clId="{812CCF7A-788B-4227-A920-48EDF3D1C151}" dt="2026-10-13T10:28:44.112" v="94" actId="478"/>
          <ac:spMkLst>
            <pc:docMk/>
            <pc:sldMk cId="3316471389" sldId="4709"/>
            <ac:spMk id="180" creationId="{C502E07B-7961-41A3-AD6B-BA1FC6391DDD}"/>
          </ac:spMkLst>
        </pc:spChg>
        <pc:spChg chg="del">
          <ac:chgData name="Minh Huynh" userId="01a137d4-0d81-46e0-aca6-c9185b391828" providerId="ADAL" clId="{812CCF7A-788B-4227-A920-48EDF3D1C151}" dt="2026-10-13T10:28:44.112" v="94" actId="478"/>
          <ac:spMkLst>
            <pc:docMk/>
            <pc:sldMk cId="3316471389" sldId="4709"/>
            <ac:spMk id="181" creationId="{A0A6F842-8BAF-4C2B-B844-0596BB53E854}"/>
          </ac:spMkLst>
        </pc:spChg>
        <pc:spChg chg="add mod">
          <ac:chgData name="Minh Huynh" userId="01a137d4-0d81-46e0-aca6-c9185b391828" providerId="ADAL" clId="{812CCF7A-788B-4227-A920-48EDF3D1C151}" dt="2026-10-13T10:28:52.387" v="111" actId="20577"/>
          <ac:spMkLst>
            <pc:docMk/>
            <pc:sldMk cId="3316471389" sldId="4709"/>
            <ac:spMk id="182" creationId="{A73C37B4-055E-4FCB-AB19-A7F99B5E848B}"/>
          </ac:spMkLst>
        </pc:spChg>
      </pc:sldChg>
      <pc:sldChg chg="addSp delSp modSp add mod">
        <pc:chgData name="Minh Huynh" userId="01a137d4-0d81-46e0-aca6-c9185b391828" providerId="ADAL" clId="{812CCF7A-788B-4227-A920-48EDF3D1C151}" dt="2026-10-13T10:29:07.746" v="115"/>
        <pc:sldMkLst>
          <pc:docMk/>
          <pc:sldMk cId="3631795223" sldId="4710"/>
        </pc:sldMkLst>
        <pc:spChg chg="add mod">
          <ac:chgData name="Minh Huynh" userId="01a137d4-0d81-46e0-aca6-c9185b391828" providerId="ADAL" clId="{812CCF7A-788B-4227-A920-48EDF3D1C151}" dt="2026-10-13T10:29:07.746" v="115"/>
          <ac:spMkLst>
            <pc:docMk/>
            <pc:sldMk cId="3631795223" sldId="4710"/>
            <ac:spMk id="19" creationId="{0EAE8E6F-7766-4A9E-9F18-265130F8222C}"/>
          </ac:spMkLst>
        </pc:spChg>
        <pc:spChg chg="del">
          <ac:chgData name="Minh Huynh" userId="01a137d4-0d81-46e0-aca6-c9185b391828" providerId="ADAL" clId="{812CCF7A-788B-4227-A920-48EDF3D1C151}" dt="2026-10-13T10:29:05.670" v="114" actId="478"/>
          <ac:spMkLst>
            <pc:docMk/>
            <pc:sldMk cId="3631795223" sldId="4710"/>
            <ac:spMk id="172" creationId="{31CAEA48-CC79-412E-A5AA-FCFD2BDEBFFD}"/>
          </ac:spMkLst>
        </pc:spChg>
        <pc:spChg chg="del">
          <ac:chgData name="Minh Huynh" userId="01a137d4-0d81-46e0-aca6-c9185b391828" providerId="ADAL" clId="{812CCF7A-788B-4227-A920-48EDF3D1C151}" dt="2026-10-13T10:29:03.910" v="113" actId="478"/>
          <ac:spMkLst>
            <pc:docMk/>
            <pc:sldMk cId="3631795223" sldId="4710"/>
            <ac:spMk id="173" creationId="{652C352C-6857-4D6A-825E-D07EE305CE9D}"/>
          </ac:spMkLst>
        </pc:spChg>
        <pc:spChg chg="del">
          <ac:chgData name="Minh Huynh" userId="01a137d4-0d81-46e0-aca6-c9185b391828" providerId="ADAL" clId="{812CCF7A-788B-4227-A920-48EDF3D1C151}" dt="2026-10-13T10:29:03.910" v="113" actId="478"/>
          <ac:spMkLst>
            <pc:docMk/>
            <pc:sldMk cId="3631795223" sldId="4710"/>
            <ac:spMk id="174" creationId="{D76F475C-A338-4A17-A0F8-09D2086D9289}"/>
          </ac:spMkLst>
        </pc:spChg>
        <pc:spChg chg="del">
          <ac:chgData name="Minh Huynh" userId="01a137d4-0d81-46e0-aca6-c9185b391828" providerId="ADAL" clId="{812CCF7A-788B-4227-A920-48EDF3D1C151}" dt="2026-10-13T10:29:03.910" v="113" actId="478"/>
          <ac:spMkLst>
            <pc:docMk/>
            <pc:sldMk cId="3631795223" sldId="4710"/>
            <ac:spMk id="175" creationId="{60374BCF-1E61-4FE3-B190-C697E8ADE312}"/>
          </ac:spMkLst>
        </pc:spChg>
        <pc:spChg chg="del">
          <ac:chgData name="Minh Huynh" userId="01a137d4-0d81-46e0-aca6-c9185b391828" providerId="ADAL" clId="{812CCF7A-788B-4227-A920-48EDF3D1C151}" dt="2026-10-13T10:29:03.910" v="113" actId="478"/>
          <ac:spMkLst>
            <pc:docMk/>
            <pc:sldMk cId="3631795223" sldId="4710"/>
            <ac:spMk id="176" creationId="{0A854E64-3670-4FBE-B25A-2BE5FB06D705}"/>
          </ac:spMkLst>
        </pc:spChg>
        <pc:spChg chg="del">
          <ac:chgData name="Minh Huynh" userId="01a137d4-0d81-46e0-aca6-c9185b391828" providerId="ADAL" clId="{812CCF7A-788B-4227-A920-48EDF3D1C151}" dt="2026-10-13T10:29:03.910" v="113" actId="478"/>
          <ac:spMkLst>
            <pc:docMk/>
            <pc:sldMk cId="3631795223" sldId="4710"/>
            <ac:spMk id="177" creationId="{A42B9444-F0B3-4386-BD9E-017466136CEA}"/>
          </ac:spMkLst>
        </pc:spChg>
        <pc:spChg chg="del">
          <ac:chgData name="Minh Huynh" userId="01a137d4-0d81-46e0-aca6-c9185b391828" providerId="ADAL" clId="{812CCF7A-788B-4227-A920-48EDF3D1C151}" dt="2026-10-13T10:29:03.910" v="113" actId="478"/>
          <ac:spMkLst>
            <pc:docMk/>
            <pc:sldMk cId="3631795223" sldId="4710"/>
            <ac:spMk id="178" creationId="{630DC5AB-CA6E-44F0-B389-BB34046961BF}"/>
          </ac:spMkLst>
        </pc:spChg>
        <pc:spChg chg="del">
          <ac:chgData name="Minh Huynh" userId="01a137d4-0d81-46e0-aca6-c9185b391828" providerId="ADAL" clId="{812CCF7A-788B-4227-A920-48EDF3D1C151}" dt="2026-10-13T10:29:03.910" v="113" actId="478"/>
          <ac:spMkLst>
            <pc:docMk/>
            <pc:sldMk cId="3631795223" sldId="4710"/>
            <ac:spMk id="179" creationId="{DE2E3826-F211-4113-BA8D-A0395DDAB933}"/>
          </ac:spMkLst>
        </pc:spChg>
        <pc:spChg chg="del">
          <ac:chgData name="Minh Huynh" userId="01a137d4-0d81-46e0-aca6-c9185b391828" providerId="ADAL" clId="{812CCF7A-788B-4227-A920-48EDF3D1C151}" dt="2026-10-13T10:29:03.910" v="113" actId="478"/>
          <ac:spMkLst>
            <pc:docMk/>
            <pc:sldMk cId="3631795223" sldId="4710"/>
            <ac:spMk id="180" creationId="{E17E7327-9938-4444-93D9-4B209797EBE6}"/>
          </ac:spMkLst>
        </pc:spChg>
        <pc:spChg chg="del">
          <ac:chgData name="Minh Huynh" userId="01a137d4-0d81-46e0-aca6-c9185b391828" providerId="ADAL" clId="{812CCF7A-788B-4227-A920-48EDF3D1C151}" dt="2026-10-13T10:29:03.910" v="113" actId="478"/>
          <ac:spMkLst>
            <pc:docMk/>
            <pc:sldMk cId="3631795223" sldId="4710"/>
            <ac:spMk id="181" creationId="{3A6F460E-F951-4FA5-B528-6AFD1BC1294A}"/>
          </ac:spMkLst>
        </pc:spChg>
        <pc:spChg chg="del">
          <ac:chgData name="Minh Huynh" userId="01a137d4-0d81-46e0-aca6-c9185b391828" providerId="ADAL" clId="{812CCF7A-788B-4227-A920-48EDF3D1C151}" dt="2026-10-13T10:29:03.910" v="113" actId="478"/>
          <ac:spMkLst>
            <pc:docMk/>
            <pc:sldMk cId="3631795223" sldId="4710"/>
            <ac:spMk id="182" creationId="{CE7160D6-C9BF-4C77-A780-F9B3D5131FFF}"/>
          </ac:spMkLst>
        </pc:spChg>
        <pc:spChg chg="del">
          <ac:chgData name="Minh Huynh" userId="01a137d4-0d81-46e0-aca6-c9185b391828" providerId="ADAL" clId="{812CCF7A-788B-4227-A920-48EDF3D1C151}" dt="2026-10-13T10:29:03.910" v="113" actId="478"/>
          <ac:spMkLst>
            <pc:docMk/>
            <pc:sldMk cId="3631795223" sldId="4710"/>
            <ac:spMk id="183" creationId="{C0837CCE-A522-49D4-8374-CCA0A74C6B7B}"/>
          </ac:spMkLst>
        </pc:spChg>
        <pc:spChg chg="del">
          <ac:chgData name="Minh Huynh" userId="01a137d4-0d81-46e0-aca6-c9185b391828" providerId="ADAL" clId="{812CCF7A-788B-4227-A920-48EDF3D1C151}" dt="2026-10-13T10:29:03.910" v="113" actId="478"/>
          <ac:spMkLst>
            <pc:docMk/>
            <pc:sldMk cId="3631795223" sldId="4710"/>
            <ac:spMk id="184" creationId="{BB6A2A15-19D5-4012-8D2C-3C92E58606CC}"/>
          </ac:spMkLst>
        </pc:spChg>
      </pc:sldChg>
      <pc:sldChg chg="addSp delSp modSp add mod">
        <pc:chgData name="Minh Huynh" userId="01a137d4-0d81-46e0-aca6-c9185b391828" providerId="ADAL" clId="{812CCF7A-788B-4227-A920-48EDF3D1C151}" dt="2026-10-13T10:29:31.046" v="145" actId="20577"/>
        <pc:sldMkLst>
          <pc:docMk/>
          <pc:sldMk cId="2529583106" sldId="4719"/>
        </pc:sldMkLst>
        <pc:spChg chg="add mod">
          <ac:chgData name="Minh Huynh" userId="01a137d4-0d81-46e0-aca6-c9185b391828" providerId="ADAL" clId="{812CCF7A-788B-4227-A920-48EDF3D1C151}" dt="2026-10-13T10:29:31.046" v="145" actId="20577"/>
          <ac:spMkLst>
            <pc:docMk/>
            <pc:sldMk cId="2529583106" sldId="4719"/>
            <ac:spMk id="16" creationId="{604AFD16-A113-4672-B3EC-A9A94129F4E6}"/>
          </ac:spMkLst>
        </pc:spChg>
        <pc:spChg chg="del">
          <ac:chgData name="Minh Huynh" userId="01a137d4-0d81-46e0-aca6-c9185b391828" providerId="ADAL" clId="{812CCF7A-788B-4227-A920-48EDF3D1C151}" dt="2026-10-13T10:29:20.731" v="117" actId="478"/>
          <ac:spMkLst>
            <pc:docMk/>
            <pc:sldMk cId="2529583106" sldId="4719"/>
            <ac:spMk id="39" creationId="{9A22203D-7E5B-4087-9644-58371EA50BF9}"/>
          </ac:spMkLst>
        </pc:spChg>
        <pc:spChg chg="del">
          <ac:chgData name="Minh Huynh" userId="01a137d4-0d81-46e0-aca6-c9185b391828" providerId="ADAL" clId="{812CCF7A-788B-4227-A920-48EDF3D1C151}" dt="2026-10-13T10:29:20.731" v="117" actId="478"/>
          <ac:spMkLst>
            <pc:docMk/>
            <pc:sldMk cId="2529583106" sldId="4719"/>
            <ac:spMk id="40" creationId="{30133CDE-2C45-4D8F-A3ED-234850C2C930}"/>
          </ac:spMkLst>
        </pc:spChg>
        <pc:spChg chg="del">
          <ac:chgData name="Minh Huynh" userId="01a137d4-0d81-46e0-aca6-c9185b391828" providerId="ADAL" clId="{812CCF7A-788B-4227-A920-48EDF3D1C151}" dt="2026-10-13T10:29:20.731" v="117" actId="478"/>
          <ac:spMkLst>
            <pc:docMk/>
            <pc:sldMk cId="2529583106" sldId="4719"/>
            <ac:spMk id="41" creationId="{D16414C3-7359-4F2F-B916-783E378FD4A1}"/>
          </ac:spMkLst>
        </pc:spChg>
        <pc:spChg chg="del">
          <ac:chgData name="Minh Huynh" userId="01a137d4-0d81-46e0-aca6-c9185b391828" providerId="ADAL" clId="{812CCF7A-788B-4227-A920-48EDF3D1C151}" dt="2026-10-13T10:29:20.731" v="117" actId="478"/>
          <ac:spMkLst>
            <pc:docMk/>
            <pc:sldMk cId="2529583106" sldId="4719"/>
            <ac:spMk id="42" creationId="{2452D2E5-413E-4F0E-BA0E-BBD423C3A88A}"/>
          </ac:spMkLst>
        </pc:spChg>
        <pc:spChg chg="del">
          <ac:chgData name="Minh Huynh" userId="01a137d4-0d81-46e0-aca6-c9185b391828" providerId="ADAL" clId="{812CCF7A-788B-4227-A920-48EDF3D1C151}" dt="2026-10-13T10:29:20.731" v="117" actId="478"/>
          <ac:spMkLst>
            <pc:docMk/>
            <pc:sldMk cId="2529583106" sldId="4719"/>
            <ac:spMk id="43" creationId="{71424DDE-BEA2-4C1A-A6C7-0BE70983F0D4}"/>
          </ac:spMkLst>
        </pc:spChg>
        <pc:spChg chg="del">
          <ac:chgData name="Minh Huynh" userId="01a137d4-0d81-46e0-aca6-c9185b391828" providerId="ADAL" clId="{812CCF7A-788B-4227-A920-48EDF3D1C151}" dt="2026-10-13T10:29:20.731" v="117" actId="478"/>
          <ac:spMkLst>
            <pc:docMk/>
            <pc:sldMk cId="2529583106" sldId="4719"/>
            <ac:spMk id="44" creationId="{CA1C6FEB-DE00-461A-B43E-5C270ADD406E}"/>
          </ac:spMkLst>
        </pc:spChg>
        <pc:spChg chg="del">
          <ac:chgData name="Minh Huynh" userId="01a137d4-0d81-46e0-aca6-c9185b391828" providerId="ADAL" clId="{812CCF7A-788B-4227-A920-48EDF3D1C151}" dt="2026-10-13T10:29:20.731" v="117" actId="478"/>
          <ac:spMkLst>
            <pc:docMk/>
            <pc:sldMk cId="2529583106" sldId="4719"/>
            <ac:spMk id="45" creationId="{E5BC40E3-5764-4408-B8CF-2A4520E70586}"/>
          </ac:spMkLst>
        </pc:spChg>
        <pc:spChg chg="del">
          <ac:chgData name="Minh Huynh" userId="01a137d4-0d81-46e0-aca6-c9185b391828" providerId="ADAL" clId="{812CCF7A-788B-4227-A920-48EDF3D1C151}" dt="2026-10-13T10:29:20.731" v="117" actId="478"/>
          <ac:spMkLst>
            <pc:docMk/>
            <pc:sldMk cId="2529583106" sldId="4719"/>
            <ac:spMk id="46" creationId="{47AEBAF0-59B0-46DD-9976-306020FCD3E6}"/>
          </ac:spMkLst>
        </pc:spChg>
        <pc:spChg chg="del">
          <ac:chgData name="Minh Huynh" userId="01a137d4-0d81-46e0-aca6-c9185b391828" providerId="ADAL" clId="{812CCF7A-788B-4227-A920-48EDF3D1C151}" dt="2026-10-13T10:29:22.045" v="118" actId="478"/>
          <ac:spMkLst>
            <pc:docMk/>
            <pc:sldMk cId="2529583106" sldId="4719"/>
            <ac:spMk id="104" creationId="{1A1737B4-5C22-48C0-A017-BE9CFEF00550}"/>
          </ac:spMkLst>
        </pc:spChg>
      </pc:sldChg>
      <pc:sldChg chg="addSp delSp modSp add mod">
        <pc:chgData name="Minh Huynh" userId="01a137d4-0d81-46e0-aca6-c9185b391828" providerId="ADAL" clId="{812CCF7A-788B-4227-A920-48EDF3D1C151}" dt="2026-10-13T10:32:25.430" v="222"/>
        <pc:sldMkLst>
          <pc:docMk/>
          <pc:sldMk cId="3165192111" sldId="4744"/>
        </pc:sldMkLst>
        <pc:spChg chg="del">
          <ac:chgData name="Minh Huynh" userId="01a137d4-0d81-46e0-aca6-c9185b391828" providerId="ADAL" clId="{812CCF7A-788B-4227-A920-48EDF3D1C151}" dt="2026-10-13T10:32:22.292" v="221" actId="478"/>
          <ac:spMkLst>
            <pc:docMk/>
            <pc:sldMk cId="3165192111" sldId="4744"/>
            <ac:spMk id="5" creationId="{B4803EC5-B3A7-4EF9-8D0B-53E223FDA9DF}"/>
          </ac:spMkLst>
        </pc:spChg>
        <pc:spChg chg="del">
          <ac:chgData name="Minh Huynh" userId="01a137d4-0d81-46e0-aca6-c9185b391828" providerId="ADAL" clId="{812CCF7A-788B-4227-A920-48EDF3D1C151}" dt="2026-10-13T10:32:22.292" v="221" actId="478"/>
          <ac:spMkLst>
            <pc:docMk/>
            <pc:sldMk cId="3165192111" sldId="4744"/>
            <ac:spMk id="6" creationId="{6E09091C-8773-48BF-83C7-FE82DB12D0CC}"/>
          </ac:spMkLst>
        </pc:spChg>
        <pc:spChg chg="del">
          <ac:chgData name="Minh Huynh" userId="01a137d4-0d81-46e0-aca6-c9185b391828" providerId="ADAL" clId="{812CCF7A-788B-4227-A920-48EDF3D1C151}" dt="2026-10-13T10:32:22.292" v="221" actId="478"/>
          <ac:spMkLst>
            <pc:docMk/>
            <pc:sldMk cId="3165192111" sldId="4744"/>
            <ac:spMk id="8" creationId="{78C2343E-1C64-44F4-9F23-0B0D7170941A}"/>
          </ac:spMkLst>
        </pc:spChg>
        <pc:spChg chg="del">
          <ac:chgData name="Minh Huynh" userId="01a137d4-0d81-46e0-aca6-c9185b391828" providerId="ADAL" clId="{812CCF7A-788B-4227-A920-48EDF3D1C151}" dt="2026-10-13T10:32:22.292" v="221" actId="478"/>
          <ac:spMkLst>
            <pc:docMk/>
            <pc:sldMk cId="3165192111" sldId="4744"/>
            <ac:spMk id="9" creationId="{3C7EDC09-FAAF-4FE6-B84E-2E1F814A9AA8}"/>
          </ac:spMkLst>
        </pc:spChg>
        <pc:spChg chg="del">
          <ac:chgData name="Minh Huynh" userId="01a137d4-0d81-46e0-aca6-c9185b391828" providerId="ADAL" clId="{812CCF7A-788B-4227-A920-48EDF3D1C151}" dt="2026-10-13T10:32:22.292" v="221" actId="478"/>
          <ac:spMkLst>
            <pc:docMk/>
            <pc:sldMk cId="3165192111" sldId="4744"/>
            <ac:spMk id="10" creationId="{132FA63F-89AB-47F7-A9FC-383E52B91237}"/>
          </ac:spMkLst>
        </pc:spChg>
        <pc:spChg chg="del">
          <ac:chgData name="Minh Huynh" userId="01a137d4-0d81-46e0-aca6-c9185b391828" providerId="ADAL" clId="{812CCF7A-788B-4227-A920-48EDF3D1C151}" dt="2026-10-13T10:32:22.292" v="221" actId="478"/>
          <ac:spMkLst>
            <pc:docMk/>
            <pc:sldMk cId="3165192111" sldId="4744"/>
            <ac:spMk id="11" creationId="{504C46E9-6E0F-4B37-800F-5A63516E7EEC}"/>
          </ac:spMkLst>
        </pc:spChg>
        <pc:spChg chg="del">
          <ac:chgData name="Minh Huynh" userId="01a137d4-0d81-46e0-aca6-c9185b391828" providerId="ADAL" clId="{812CCF7A-788B-4227-A920-48EDF3D1C151}" dt="2026-10-13T10:32:22.292" v="221" actId="478"/>
          <ac:spMkLst>
            <pc:docMk/>
            <pc:sldMk cId="3165192111" sldId="4744"/>
            <ac:spMk id="12" creationId="{8A69BD9B-6B47-476B-846B-347CFD2EE45F}"/>
          </ac:spMkLst>
        </pc:spChg>
        <pc:spChg chg="del">
          <ac:chgData name="Minh Huynh" userId="01a137d4-0d81-46e0-aca6-c9185b391828" providerId="ADAL" clId="{812CCF7A-788B-4227-A920-48EDF3D1C151}" dt="2026-10-13T10:32:22.292" v="221" actId="478"/>
          <ac:spMkLst>
            <pc:docMk/>
            <pc:sldMk cId="3165192111" sldId="4744"/>
            <ac:spMk id="13" creationId="{FCDC71BF-3761-4298-BEF7-BC85BA36E309}"/>
          </ac:spMkLst>
        </pc:spChg>
        <pc:spChg chg="add mod">
          <ac:chgData name="Minh Huynh" userId="01a137d4-0d81-46e0-aca6-c9185b391828" providerId="ADAL" clId="{812CCF7A-788B-4227-A920-48EDF3D1C151}" dt="2026-10-13T10:32:25.430" v="222"/>
          <ac:spMkLst>
            <pc:docMk/>
            <pc:sldMk cId="3165192111" sldId="4744"/>
            <ac:spMk id="14" creationId="{CAB75EA3-2A7D-4D52-A844-A617D172FB6F}"/>
          </ac:spMkLst>
        </pc:spChg>
        <pc:spChg chg="del">
          <ac:chgData name="Minh Huynh" userId="01a137d4-0d81-46e0-aca6-c9185b391828" providerId="ADAL" clId="{812CCF7A-788B-4227-A920-48EDF3D1C151}" dt="2026-10-13T10:32:20.742" v="220" actId="478"/>
          <ac:spMkLst>
            <pc:docMk/>
            <pc:sldMk cId="3165192111" sldId="4744"/>
            <ac:spMk id="104" creationId="{1A1737B4-5C22-48C0-A017-BE9CFEF00550}"/>
          </ac:spMkLst>
        </pc:spChg>
      </pc:sldChg>
      <pc:sldChg chg="addSp delSp modSp add mod">
        <pc:chgData name="Minh Huynh" userId="01a137d4-0d81-46e0-aca6-c9185b391828" providerId="ADAL" clId="{812CCF7A-788B-4227-A920-48EDF3D1C151}" dt="2026-10-13T10:32:11.835" v="218" actId="20577"/>
        <pc:sldMkLst>
          <pc:docMk/>
          <pc:sldMk cId="1725421263" sldId="4748"/>
        </pc:sldMkLst>
        <pc:spChg chg="mod">
          <ac:chgData name="Minh Huynh" userId="01a137d4-0d81-46e0-aca6-c9185b391828" providerId="ADAL" clId="{812CCF7A-788B-4227-A920-48EDF3D1C151}" dt="2026-10-13T10:32:03.710" v="205" actId="207"/>
          <ac:spMkLst>
            <pc:docMk/>
            <pc:sldMk cId="1725421263" sldId="4748"/>
            <ac:spMk id="13" creationId="{3DAB12F8-5F85-4DD1-8F87-465102CB55E0}"/>
          </ac:spMkLst>
        </pc:spChg>
        <pc:spChg chg="del">
          <ac:chgData name="Minh Huynh" userId="01a137d4-0d81-46e0-aca6-c9185b391828" providerId="ADAL" clId="{812CCF7A-788B-4227-A920-48EDF3D1C151}" dt="2026-10-13T10:32:00.461" v="204" actId="478"/>
          <ac:spMkLst>
            <pc:docMk/>
            <pc:sldMk cId="1725421263" sldId="4748"/>
            <ac:spMk id="22" creationId="{4629AF66-E2C0-4A21-85BC-FB7D17C1F25B}"/>
          </ac:spMkLst>
        </pc:spChg>
        <pc:spChg chg="del">
          <ac:chgData name="Minh Huynh" userId="01a137d4-0d81-46e0-aca6-c9185b391828" providerId="ADAL" clId="{812CCF7A-788B-4227-A920-48EDF3D1C151}" dt="2026-10-13T10:32:04.899" v="206" actId="478"/>
          <ac:spMkLst>
            <pc:docMk/>
            <pc:sldMk cId="1725421263" sldId="4748"/>
            <ac:spMk id="23" creationId="{FA99FA35-6575-412A-A8BE-6A0F626C5D75}"/>
          </ac:spMkLst>
        </pc:spChg>
        <pc:spChg chg="del">
          <ac:chgData name="Minh Huynh" userId="01a137d4-0d81-46e0-aca6-c9185b391828" providerId="ADAL" clId="{812CCF7A-788B-4227-A920-48EDF3D1C151}" dt="2026-10-13T10:32:04.899" v="206" actId="478"/>
          <ac:spMkLst>
            <pc:docMk/>
            <pc:sldMk cId="1725421263" sldId="4748"/>
            <ac:spMk id="24" creationId="{79D0D813-B9B4-4C95-B6D2-5FB48C6D2E72}"/>
          </ac:spMkLst>
        </pc:spChg>
        <pc:spChg chg="del">
          <ac:chgData name="Minh Huynh" userId="01a137d4-0d81-46e0-aca6-c9185b391828" providerId="ADAL" clId="{812CCF7A-788B-4227-A920-48EDF3D1C151}" dt="2026-10-13T10:32:04.899" v="206" actId="478"/>
          <ac:spMkLst>
            <pc:docMk/>
            <pc:sldMk cId="1725421263" sldId="4748"/>
            <ac:spMk id="25" creationId="{AA6C1B35-B958-4DC0-96CD-A3391F995488}"/>
          </ac:spMkLst>
        </pc:spChg>
        <pc:spChg chg="del">
          <ac:chgData name="Minh Huynh" userId="01a137d4-0d81-46e0-aca6-c9185b391828" providerId="ADAL" clId="{812CCF7A-788B-4227-A920-48EDF3D1C151}" dt="2026-10-13T10:32:04.899" v="206" actId="478"/>
          <ac:spMkLst>
            <pc:docMk/>
            <pc:sldMk cId="1725421263" sldId="4748"/>
            <ac:spMk id="26" creationId="{72111184-E7E2-494F-925E-E52C1E9B978C}"/>
          </ac:spMkLst>
        </pc:spChg>
        <pc:spChg chg="del">
          <ac:chgData name="Minh Huynh" userId="01a137d4-0d81-46e0-aca6-c9185b391828" providerId="ADAL" clId="{812CCF7A-788B-4227-A920-48EDF3D1C151}" dt="2026-10-13T10:32:04.899" v="206" actId="478"/>
          <ac:spMkLst>
            <pc:docMk/>
            <pc:sldMk cId="1725421263" sldId="4748"/>
            <ac:spMk id="27" creationId="{15AA3D9B-8B6A-4B4A-ACB2-EF0CE2A1AA86}"/>
          </ac:spMkLst>
        </pc:spChg>
        <pc:spChg chg="del">
          <ac:chgData name="Minh Huynh" userId="01a137d4-0d81-46e0-aca6-c9185b391828" providerId="ADAL" clId="{812CCF7A-788B-4227-A920-48EDF3D1C151}" dt="2026-10-13T10:32:04.899" v="206" actId="478"/>
          <ac:spMkLst>
            <pc:docMk/>
            <pc:sldMk cId="1725421263" sldId="4748"/>
            <ac:spMk id="28" creationId="{B38A76F6-B884-4E2F-B05E-BC80D56096D9}"/>
          </ac:spMkLst>
        </pc:spChg>
        <pc:spChg chg="del">
          <ac:chgData name="Minh Huynh" userId="01a137d4-0d81-46e0-aca6-c9185b391828" providerId="ADAL" clId="{812CCF7A-788B-4227-A920-48EDF3D1C151}" dt="2026-10-13T10:32:04.899" v="206" actId="478"/>
          <ac:spMkLst>
            <pc:docMk/>
            <pc:sldMk cId="1725421263" sldId="4748"/>
            <ac:spMk id="29" creationId="{3C9243DE-4DBF-4395-81D0-31AE68D3ED07}"/>
          </ac:spMkLst>
        </pc:spChg>
        <pc:spChg chg="add mod">
          <ac:chgData name="Minh Huynh" userId="01a137d4-0d81-46e0-aca6-c9185b391828" providerId="ADAL" clId="{812CCF7A-788B-4227-A920-48EDF3D1C151}" dt="2026-10-13T10:32:11.835" v="218" actId="20577"/>
          <ac:spMkLst>
            <pc:docMk/>
            <pc:sldMk cId="1725421263" sldId="4748"/>
            <ac:spMk id="30" creationId="{48CD2C01-15B2-4A9C-B366-F492D4252639}"/>
          </ac:spMkLst>
        </pc:spChg>
        <pc:spChg chg="del">
          <ac:chgData name="Minh Huynh" userId="01a137d4-0d81-46e0-aca6-c9185b391828" providerId="ADAL" clId="{812CCF7A-788B-4227-A920-48EDF3D1C151}" dt="2026-10-13T10:32:06.090" v="207" actId="478"/>
          <ac:spMkLst>
            <pc:docMk/>
            <pc:sldMk cId="1725421263" sldId="4748"/>
            <ac:spMk id="104" creationId="{1A1737B4-5C22-48C0-A017-BE9CFEF00550}"/>
          </ac:spMkLst>
        </pc:spChg>
      </pc:sldChg>
      <pc:sldChg chg="addSp delSp modSp add mod">
        <pc:chgData name="Minh Huynh" userId="01a137d4-0d81-46e0-aca6-c9185b391828" providerId="ADAL" clId="{812CCF7A-788B-4227-A920-48EDF3D1C151}" dt="2026-10-13T10:31:45.343" v="202" actId="1076"/>
        <pc:sldMkLst>
          <pc:docMk/>
          <pc:sldMk cId="245211579" sldId="4753"/>
        </pc:sldMkLst>
        <pc:spChg chg="del">
          <ac:chgData name="Minh Huynh" userId="01a137d4-0d81-46e0-aca6-c9185b391828" providerId="ADAL" clId="{812CCF7A-788B-4227-A920-48EDF3D1C151}" dt="2026-10-13T10:30:17.796" v="162" actId="478"/>
          <ac:spMkLst>
            <pc:docMk/>
            <pc:sldMk cId="245211579" sldId="4753"/>
            <ac:spMk id="29" creationId="{3D31BDBD-1A62-44D5-A585-9D182C21B149}"/>
          </ac:spMkLst>
        </pc:spChg>
        <pc:spChg chg="del">
          <ac:chgData name="Minh Huynh" userId="01a137d4-0d81-46e0-aca6-c9185b391828" providerId="ADAL" clId="{812CCF7A-788B-4227-A920-48EDF3D1C151}" dt="2026-10-13T10:30:17.796" v="162" actId="478"/>
          <ac:spMkLst>
            <pc:docMk/>
            <pc:sldMk cId="245211579" sldId="4753"/>
            <ac:spMk id="36" creationId="{5C9878CE-3582-4A93-AC27-385083882758}"/>
          </ac:spMkLst>
        </pc:spChg>
        <pc:spChg chg="del">
          <ac:chgData name="Minh Huynh" userId="01a137d4-0d81-46e0-aca6-c9185b391828" providerId="ADAL" clId="{812CCF7A-788B-4227-A920-48EDF3D1C151}" dt="2026-10-13T10:30:17.796" v="162" actId="478"/>
          <ac:spMkLst>
            <pc:docMk/>
            <pc:sldMk cId="245211579" sldId="4753"/>
            <ac:spMk id="37" creationId="{9105F189-AF27-4C3F-9F46-D7B617860FDE}"/>
          </ac:spMkLst>
        </pc:spChg>
        <pc:spChg chg="del">
          <ac:chgData name="Minh Huynh" userId="01a137d4-0d81-46e0-aca6-c9185b391828" providerId="ADAL" clId="{812CCF7A-788B-4227-A920-48EDF3D1C151}" dt="2026-10-13T10:30:17.796" v="162" actId="478"/>
          <ac:spMkLst>
            <pc:docMk/>
            <pc:sldMk cId="245211579" sldId="4753"/>
            <ac:spMk id="38" creationId="{B58CD47A-9C47-4D42-A666-09CBBA19471E}"/>
          </ac:spMkLst>
        </pc:spChg>
        <pc:spChg chg="del">
          <ac:chgData name="Minh Huynh" userId="01a137d4-0d81-46e0-aca6-c9185b391828" providerId="ADAL" clId="{812CCF7A-788B-4227-A920-48EDF3D1C151}" dt="2026-10-13T10:30:17.796" v="162" actId="478"/>
          <ac:spMkLst>
            <pc:docMk/>
            <pc:sldMk cId="245211579" sldId="4753"/>
            <ac:spMk id="39" creationId="{7ABBBEDB-5EF8-4904-AE11-9A1C89C9D47C}"/>
          </ac:spMkLst>
        </pc:spChg>
        <pc:spChg chg="del">
          <ac:chgData name="Minh Huynh" userId="01a137d4-0d81-46e0-aca6-c9185b391828" providerId="ADAL" clId="{812CCF7A-788B-4227-A920-48EDF3D1C151}" dt="2026-10-13T10:30:17.796" v="162" actId="478"/>
          <ac:spMkLst>
            <pc:docMk/>
            <pc:sldMk cId="245211579" sldId="4753"/>
            <ac:spMk id="40" creationId="{80BE49DA-D21A-4883-9047-AD08AE3EBE8D}"/>
          </ac:spMkLst>
        </pc:spChg>
        <pc:spChg chg="del">
          <ac:chgData name="Minh Huynh" userId="01a137d4-0d81-46e0-aca6-c9185b391828" providerId="ADAL" clId="{812CCF7A-788B-4227-A920-48EDF3D1C151}" dt="2026-10-13T10:30:17.796" v="162" actId="478"/>
          <ac:spMkLst>
            <pc:docMk/>
            <pc:sldMk cId="245211579" sldId="4753"/>
            <ac:spMk id="41" creationId="{18E57653-0B80-4ABD-AD09-64E4798ABF8F}"/>
          </ac:spMkLst>
        </pc:spChg>
        <pc:spChg chg="del">
          <ac:chgData name="Minh Huynh" userId="01a137d4-0d81-46e0-aca6-c9185b391828" providerId="ADAL" clId="{812CCF7A-788B-4227-A920-48EDF3D1C151}" dt="2026-10-13T10:30:17.796" v="162" actId="478"/>
          <ac:spMkLst>
            <pc:docMk/>
            <pc:sldMk cId="245211579" sldId="4753"/>
            <ac:spMk id="42" creationId="{92E126E2-576E-4D2B-BFA2-49D206BB5B9C}"/>
          </ac:spMkLst>
        </pc:spChg>
        <pc:spChg chg="del">
          <ac:chgData name="Minh Huynh" userId="01a137d4-0d81-46e0-aca6-c9185b391828" providerId="ADAL" clId="{812CCF7A-788B-4227-A920-48EDF3D1C151}" dt="2026-10-13T10:30:17.796" v="162" actId="478"/>
          <ac:spMkLst>
            <pc:docMk/>
            <pc:sldMk cId="245211579" sldId="4753"/>
            <ac:spMk id="43" creationId="{F56D7F12-3BB7-4FDC-A974-02C39AB953C0}"/>
          </ac:spMkLst>
        </pc:spChg>
        <pc:spChg chg="del">
          <ac:chgData name="Minh Huynh" userId="01a137d4-0d81-46e0-aca6-c9185b391828" providerId="ADAL" clId="{812CCF7A-788B-4227-A920-48EDF3D1C151}" dt="2026-10-13T10:30:17.796" v="162" actId="478"/>
          <ac:spMkLst>
            <pc:docMk/>
            <pc:sldMk cId="245211579" sldId="4753"/>
            <ac:spMk id="44" creationId="{8ECDE53B-3FCB-44D6-98E5-E7F6CF61DDF7}"/>
          </ac:spMkLst>
        </pc:spChg>
        <pc:spChg chg="del">
          <ac:chgData name="Minh Huynh" userId="01a137d4-0d81-46e0-aca6-c9185b391828" providerId="ADAL" clId="{812CCF7A-788B-4227-A920-48EDF3D1C151}" dt="2026-10-13T10:30:17.796" v="162" actId="478"/>
          <ac:spMkLst>
            <pc:docMk/>
            <pc:sldMk cId="245211579" sldId="4753"/>
            <ac:spMk id="45" creationId="{CA2D9C2F-2119-4B83-967B-A08422ACF0E7}"/>
          </ac:spMkLst>
        </pc:spChg>
        <pc:spChg chg="add mod">
          <ac:chgData name="Minh Huynh" userId="01a137d4-0d81-46e0-aca6-c9185b391828" providerId="ADAL" clId="{812CCF7A-788B-4227-A920-48EDF3D1C151}" dt="2026-10-13T10:29:55.096" v="160" actId="20577"/>
          <ac:spMkLst>
            <pc:docMk/>
            <pc:sldMk cId="245211579" sldId="4753"/>
            <ac:spMk id="46" creationId="{EEEA7F73-AEE2-4E3A-B209-DE3FEB4F5875}"/>
          </ac:spMkLst>
        </pc:spChg>
        <pc:spChg chg="add del mod">
          <ac:chgData name="Minh Huynh" userId="01a137d4-0d81-46e0-aca6-c9185b391828" providerId="ADAL" clId="{812CCF7A-788B-4227-A920-48EDF3D1C151}" dt="2026-10-13T10:30:24.095" v="168"/>
          <ac:spMkLst>
            <pc:docMk/>
            <pc:sldMk cId="245211579" sldId="4753"/>
            <ac:spMk id="49" creationId="{7A23DC4A-364F-4596-8734-5B6CD63E996E}"/>
          </ac:spMkLst>
        </pc:spChg>
        <pc:spChg chg="add del mod">
          <ac:chgData name="Minh Huynh" userId="01a137d4-0d81-46e0-aca6-c9185b391828" providerId="ADAL" clId="{812CCF7A-788B-4227-A920-48EDF3D1C151}" dt="2026-10-13T10:30:24.095" v="168"/>
          <ac:spMkLst>
            <pc:docMk/>
            <pc:sldMk cId="245211579" sldId="4753"/>
            <ac:spMk id="50" creationId="{7F05A278-3680-41CB-BCB6-8C887C9C614F}"/>
          </ac:spMkLst>
        </pc:spChg>
        <pc:spChg chg="add del mod">
          <ac:chgData name="Minh Huynh" userId="01a137d4-0d81-46e0-aca6-c9185b391828" providerId="ADAL" clId="{812CCF7A-788B-4227-A920-48EDF3D1C151}" dt="2026-10-13T10:30:24.095" v="168"/>
          <ac:spMkLst>
            <pc:docMk/>
            <pc:sldMk cId="245211579" sldId="4753"/>
            <ac:spMk id="51" creationId="{98A0608D-2940-4351-9150-3E516235CDD7}"/>
          </ac:spMkLst>
        </pc:spChg>
        <pc:spChg chg="add del mod">
          <ac:chgData name="Minh Huynh" userId="01a137d4-0d81-46e0-aca6-c9185b391828" providerId="ADAL" clId="{812CCF7A-788B-4227-A920-48EDF3D1C151}" dt="2026-10-13T10:30:24.095" v="168"/>
          <ac:spMkLst>
            <pc:docMk/>
            <pc:sldMk cId="245211579" sldId="4753"/>
            <ac:spMk id="52" creationId="{188B50C4-AD67-490A-B289-14A1B5914B2E}"/>
          </ac:spMkLst>
        </pc:spChg>
        <pc:spChg chg="add del mod">
          <ac:chgData name="Minh Huynh" userId="01a137d4-0d81-46e0-aca6-c9185b391828" providerId="ADAL" clId="{812CCF7A-788B-4227-A920-48EDF3D1C151}" dt="2026-10-13T10:30:24.095" v="168"/>
          <ac:spMkLst>
            <pc:docMk/>
            <pc:sldMk cId="245211579" sldId="4753"/>
            <ac:spMk id="53" creationId="{85C35792-1B51-4BB8-9BF4-0F405236D9E2}"/>
          </ac:spMkLst>
        </pc:spChg>
        <pc:spChg chg="add del mod">
          <ac:chgData name="Minh Huynh" userId="01a137d4-0d81-46e0-aca6-c9185b391828" providerId="ADAL" clId="{812CCF7A-788B-4227-A920-48EDF3D1C151}" dt="2026-10-13T10:30:24.095" v="168"/>
          <ac:spMkLst>
            <pc:docMk/>
            <pc:sldMk cId="245211579" sldId="4753"/>
            <ac:spMk id="54" creationId="{18098853-57B0-4F95-9649-125FD3AD3A75}"/>
          </ac:spMkLst>
        </pc:spChg>
        <pc:spChg chg="del">
          <ac:chgData name="Minh Huynh" userId="01a137d4-0d81-46e0-aca6-c9185b391828" providerId="ADAL" clId="{812CCF7A-788B-4227-A920-48EDF3D1C151}" dt="2026-10-13T10:29:47.921" v="148" actId="478"/>
          <ac:spMkLst>
            <pc:docMk/>
            <pc:sldMk cId="245211579" sldId="4753"/>
            <ac:spMk id="55" creationId="{A99E64E9-7508-48B5-82E4-8683650AFF30}"/>
          </ac:spMkLst>
        </pc:spChg>
        <pc:spChg chg="del">
          <ac:chgData name="Minh Huynh" userId="01a137d4-0d81-46e0-aca6-c9185b391828" providerId="ADAL" clId="{812CCF7A-788B-4227-A920-48EDF3D1C151}" dt="2026-10-13T10:29:47.921" v="148" actId="478"/>
          <ac:spMkLst>
            <pc:docMk/>
            <pc:sldMk cId="245211579" sldId="4753"/>
            <ac:spMk id="56" creationId="{36A88835-8DE0-4BAA-B91C-DD1944FF7778}"/>
          </ac:spMkLst>
        </pc:spChg>
        <pc:spChg chg="del">
          <ac:chgData name="Minh Huynh" userId="01a137d4-0d81-46e0-aca6-c9185b391828" providerId="ADAL" clId="{812CCF7A-788B-4227-A920-48EDF3D1C151}" dt="2026-10-13T10:29:47.921" v="148" actId="478"/>
          <ac:spMkLst>
            <pc:docMk/>
            <pc:sldMk cId="245211579" sldId="4753"/>
            <ac:spMk id="57" creationId="{E170E8C0-74C9-4562-A886-DADD08307CB4}"/>
          </ac:spMkLst>
        </pc:spChg>
        <pc:spChg chg="del">
          <ac:chgData name="Minh Huynh" userId="01a137d4-0d81-46e0-aca6-c9185b391828" providerId="ADAL" clId="{812CCF7A-788B-4227-A920-48EDF3D1C151}" dt="2026-10-13T10:29:47.921" v="148" actId="478"/>
          <ac:spMkLst>
            <pc:docMk/>
            <pc:sldMk cId="245211579" sldId="4753"/>
            <ac:spMk id="58" creationId="{1765C29C-D4B0-4CFD-A146-145C5AD26A97}"/>
          </ac:spMkLst>
        </pc:spChg>
        <pc:spChg chg="del">
          <ac:chgData name="Minh Huynh" userId="01a137d4-0d81-46e0-aca6-c9185b391828" providerId="ADAL" clId="{812CCF7A-788B-4227-A920-48EDF3D1C151}" dt="2026-10-13T10:29:47.921" v="148" actId="478"/>
          <ac:spMkLst>
            <pc:docMk/>
            <pc:sldMk cId="245211579" sldId="4753"/>
            <ac:spMk id="59" creationId="{62707C4B-7BA3-4D47-983F-21A3020FCA8F}"/>
          </ac:spMkLst>
        </pc:spChg>
        <pc:spChg chg="del">
          <ac:chgData name="Minh Huynh" userId="01a137d4-0d81-46e0-aca6-c9185b391828" providerId="ADAL" clId="{812CCF7A-788B-4227-A920-48EDF3D1C151}" dt="2026-10-13T10:29:47.921" v="148" actId="478"/>
          <ac:spMkLst>
            <pc:docMk/>
            <pc:sldMk cId="245211579" sldId="4753"/>
            <ac:spMk id="60" creationId="{AD9E65B4-2DB8-4314-A67D-9E087EF7768E}"/>
          </ac:spMkLst>
        </pc:spChg>
        <pc:spChg chg="del">
          <ac:chgData name="Minh Huynh" userId="01a137d4-0d81-46e0-aca6-c9185b391828" providerId="ADAL" clId="{812CCF7A-788B-4227-A920-48EDF3D1C151}" dt="2026-10-13T10:29:47.921" v="148" actId="478"/>
          <ac:spMkLst>
            <pc:docMk/>
            <pc:sldMk cId="245211579" sldId="4753"/>
            <ac:spMk id="61" creationId="{C3DBAF80-D61C-4098-A7B3-323EB3810EE6}"/>
          </ac:spMkLst>
        </pc:spChg>
        <pc:spChg chg="del">
          <ac:chgData name="Minh Huynh" userId="01a137d4-0d81-46e0-aca6-c9185b391828" providerId="ADAL" clId="{812CCF7A-788B-4227-A920-48EDF3D1C151}" dt="2026-10-13T10:29:47.921" v="148" actId="478"/>
          <ac:spMkLst>
            <pc:docMk/>
            <pc:sldMk cId="245211579" sldId="4753"/>
            <ac:spMk id="62" creationId="{4EB89286-874D-4669-AE63-36705CE3DD41}"/>
          </ac:spMkLst>
        </pc:spChg>
        <pc:spChg chg="add del mod">
          <ac:chgData name="Minh Huynh" userId="01a137d4-0d81-46e0-aca6-c9185b391828" providerId="ADAL" clId="{812CCF7A-788B-4227-A920-48EDF3D1C151}" dt="2026-10-13T10:30:24.095" v="168"/>
          <ac:spMkLst>
            <pc:docMk/>
            <pc:sldMk cId="245211579" sldId="4753"/>
            <ac:spMk id="63" creationId="{90E28A04-2451-4908-9937-F0CD18235DC8}"/>
          </ac:spMkLst>
        </pc:spChg>
        <pc:spChg chg="add del mod">
          <ac:chgData name="Minh Huynh" userId="01a137d4-0d81-46e0-aca6-c9185b391828" providerId="ADAL" clId="{812CCF7A-788B-4227-A920-48EDF3D1C151}" dt="2026-10-13T10:30:24.095" v="168"/>
          <ac:spMkLst>
            <pc:docMk/>
            <pc:sldMk cId="245211579" sldId="4753"/>
            <ac:spMk id="64" creationId="{0A725159-A838-4289-A294-3DC893A17091}"/>
          </ac:spMkLst>
        </pc:spChg>
        <pc:spChg chg="add del mod">
          <ac:chgData name="Minh Huynh" userId="01a137d4-0d81-46e0-aca6-c9185b391828" providerId="ADAL" clId="{812CCF7A-788B-4227-A920-48EDF3D1C151}" dt="2026-10-13T10:30:24.095" v="168"/>
          <ac:spMkLst>
            <pc:docMk/>
            <pc:sldMk cId="245211579" sldId="4753"/>
            <ac:spMk id="65" creationId="{DBA92CC5-8A24-4E62-99F8-0D0A4CE659E2}"/>
          </ac:spMkLst>
        </pc:spChg>
        <pc:spChg chg="add del mod">
          <ac:chgData name="Minh Huynh" userId="01a137d4-0d81-46e0-aca6-c9185b391828" providerId="ADAL" clId="{812CCF7A-788B-4227-A920-48EDF3D1C151}" dt="2026-10-13T10:30:24.095" v="168"/>
          <ac:spMkLst>
            <pc:docMk/>
            <pc:sldMk cId="245211579" sldId="4753"/>
            <ac:spMk id="66" creationId="{AFCDB983-CDA4-45AE-BBF9-739838FFA1C1}"/>
          </ac:spMkLst>
        </pc:spChg>
        <pc:spChg chg="add del mod">
          <ac:chgData name="Minh Huynh" userId="01a137d4-0d81-46e0-aca6-c9185b391828" providerId="ADAL" clId="{812CCF7A-788B-4227-A920-48EDF3D1C151}" dt="2026-10-13T10:30:24.095" v="168"/>
          <ac:spMkLst>
            <pc:docMk/>
            <pc:sldMk cId="245211579" sldId="4753"/>
            <ac:spMk id="67" creationId="{0E648845-434D-46AE-BBA7-BDBDF4EB987E}"/>
          </ac:spMkLst>
        </pc:spChg>
        <pc:spChg chg="add del mod">
          <ac:chgData name="Minh Huynh" userId="01a137d4-0d81-46e0-aca6-c9185b391828" providerId="ADAL" clId="{812CCF7A-788B-4227-A920-48EDF3D1C151}" dt="2026-10-13T10:30:24.095" v="168"/>
          <ac:spMkLst>
            <pc:docMk/>
            <pc:sldMk cId="245211579" sldId="4753"/>
            <ac:spMk id="68" creationId="{D8C89365-F80F-4696-AC98-CC25C4F99135}"/>
          </ac:spMkLst>
        </pc:spChg>
        <pc:spChg chg="add del mod">
          <ac:chgData name="Minh Huynh" userId="01a137d4-0d81-46e0-aca6-c9185b391828" providerId="ADAL" clId="{812CCF7A-788B-4227-A920-48EDF3D1C151}" dt="2026-10-13T10:30:24.095" v="168"/>
          <ac:spMkLst>
            <pc:docMk/>
            <pc:sldMk cId="245211579" sldId="4753"/>
            <ac:spMk id="69" creationId="{74F91575-C146-4E19-8DC7-7A7FD179A64F}"/>
          </ac:spMkLst>
        </pc:spChg>
        <pc:spChg chg="add del mod">
          <ac:chgData name="Minh Huynh" userId="01a137d4-0d81-46e0-aca6-c9185b391828" providerId="ADAL" clId="{812CCF7A-788B-4227-A920-48EDF3D1C151}" dt="2026-10-13T10:30:24.095" v="168"/>
          <ac:spMkLst>
            <pc:docMk/>
            <pc:sldMk cId="245211579" sldId="4753"/>
            <ac:spMk id="70" creationId="{05CCBEE9-FE18-4C08-B253-3F3D0EDA381E}"/>
          </ac:spMkLst>
        </pc:spChg>
        <pc:spChg chg="add del mod">
          <ac:chgData name="Minh Huynh" userId="01a137d4-0d81-46e0-aca6-c9185b391828" providerId="ADAL" clId="{812CCF7A-788B-4227-A920-48EDF3D1C151}" dt="2026-10-13T10:30:24.095" v="168"/>
          <ac:spMkLst>
            <pc:docMk/>
            <pc:sldMk cId="245211579" sldId="4753"/>
            <ac:spMk id="71" creationId="{05345FEC-C6B5-4190-9224-B1B4E8D2B268}"/>
          </ac:spMkLst>
        </pc:spChg>
        <pc:spChg chg="add del mod">
          <ac:chgData name="Minh Huynh" userId="01a137d4-0d81-46e0-aca6-c9185b391828" providerId="ADAL" clId="{812CCF7A-788B-4227-A920-48EDF3D1C151}" dt="2026-10-13T10:30:24.095" v="168"/>
          <ac:spMkLst>
            <pc:docMk/>
            <pc:sldMk cId="245211579" sldId="4753"/>
            <ac:spMk id="72" creationId="{A8BD0625-E653-48B3-B396-5932B08CFB4A}"/>
          </ac:spMkLst>
        </pc:spChg>
        <pc:spChg chg="add del mod">
          <ac:chgData name="Minh Huynh" userId="01a137d4-0d81-46e0-aca6-c9185b391828" providerId="ADAL" clId="{812CCF7A-788B-4227-A920-48EDF3D1C151}" dt="2026-10-13T10:30:24.095" v="168"/>
          <ac:spMkLst>
            <pc:docMk/>
            <pc:sldMk cId="245211579" sldId="4753"/>
            <ac:spMk id="73" creationId="{F2DBD958-F8B0-410B-A056-684EF35AD9FD}"/>
          </ac:spMkLst>
        </pc:spChg>
        <pc:spChg chg="add del mod">
          <ac:chgData name="Minh Huynh" userId="01a137d4-0d81-46e0-aca6-c9185b391828" providerId="ADAL" clId="{812CCF7A-788B-4227-A920-48EDF3D1C151}" dt="2026-10-13T10:30:24.095" v="168"/>
          <ac:spMkLst>
            <pc:docMk/>
            <pc:sldMk cId="245211579" sldId="4753"/>
            <ac:spMk id="74" creationId="{610854EE-B60B-4C71-A55F-7A12803C2E31}"/>
          </ac:spMkLst>
        </pc:spChg>
        <pc:spChg chg="add del mod">
          <ac:chgData name="Minh Huynh" userId="01a137d4-0d81-46e0-aca6-c9185b391828" providerId="ADAL" clId="{812CCF7A-788B-4227-A920-48EDF3D1C151}" dt="2026-10-13T10:30:24.095" v="168"/>
          <ac:spMkLst>
            <pc:docMk/>
            <pc:sldMk cId="245211579" sldId="4753"/>
            <ac:spMk id="75" creationId="{367D9200-5341-45BD-9FC1-0CDD13E6088F}"/>
          </ac:spMkLst>
        </pc:spChg>
        <pc:spChg chg="add del mod">
          <ac:chgData name="Minh Huynh" userId="01a137d4-0d81-46e0-aca6-c9185b391828" providerId="ADAL" clId="{812CCF7A-788B-4227-A920-48EDF3D1C151}" dt="2026-10-13T10:30:24.095" v="168"/>
          <ac:spMkLst>
            <pc:docMk/>
            <pc:sldMk cId="245211579" sldId="4753"/>
            <ac:spMk id="76" creationId="{2FFC0C35-8669-47C2-8787-B6A42070EBCD}"/>
          </ac:spMkLst>
        </pc:spChg>
        <pc:spChg chg="add del mod">
          <ac:chgData name="Minh Huynh" userId="01a137d4-0d81-46e0-aca6-c9185b391828" providerId="ADAL" clId="{812CCF7A-788B-4227-A920-48EDF3D1C151}" dt="2026-10-13T10:30:24.095" v="168"/>
          <ac:spMkLst>
            <pc:docMk/>
            <pc:sldMk cId="245211579" sldId="4753"/>
            <ac:spMk id="77" creationId="{3A16ECA9-B233-47B8-8BE5-D174AEC4D9ED}"/>
          </ac:spMkLst>
        </pc:spChg>
        <pc:spChg chg="add del mod">
          <ac:chgData name="Minh Huynh" userId="01a137d4-0d81-46e0-aca6-c9185b391828" providerId="ADAL" clId="{812CCF7A-788B-4227-A920-48EDF3D1C151}" dt="2026-10-13T10:30:24.095" v="168"/>
          <ac:spMkLst>
            <pc:docMk/>
            <pc:sldMk cId="245211579" sldId="4753"/>
            <ac:spMk id="78" creationId="{DA04DF21-FEAE-4495-9AB6-CB6ACA199078}"/>
          </ac:spMkLst>
        </pc:spChg>
        <pc:spChg chg="add del mod">
          <ac:chgData name="Minh Huynh" userId="01a137d4-0d81-46e0-aca6-c9185b391828" providerId="ADAL" clId="{812CCF7A-788B-4227-A920-48EDF3D1C151}" dt="2026-10-13T10:30:24.095" v="168"/>
          <ac:spMkLst>
            <pc:docMk/>
            <pc:sldMk cId="245211579" sldId="4753"/>
            <ac:spMk id="79" creationId="{90DE48BB-CDAF-44BF-A0B4-4DAF64847CAE}"/>
          </ac:spMkLst>
        </pc:spChg>
        <pc:spChg chg="add del mod">
          <ac:chgData name="Minh Huynh" userId="01a137d4-0d81-46e0-aca6-c9185b391828" providerId="ADAL" clId="{812CCF7A-788B-4227-A920-48EDF3D1C151}" dt="2026-10-13T10:30:26.119" v="172"/>
          <ac:spMkLst>
            <pc:docMk/>
            <pc:sldMk cId="245211579" sldId="4753"/>
            <ac:spMk id="82" creationId="{83D9D205-AE08-4F18-B3B0-43EAE17C4859}"/>
          </ac:spMkLst>
        </pc:spChg>
        <pc:spChg chg="add del mod">
          <ac:chgData name="Minh Huynh" userId="01a137d4-0d81-46e0-aca6-c9185b391828" providerId="ADAL" clId="{812CCF7A-788B-4227-A920-48EDF3D1C151}" dt="2026-10-13T10:30:26.119" v="172"/>
          <ac:spMkLst>
            <pc:docMk/>
            <pc:sldMk cId="245211579" sldId="4753"/>
            <ac:spMk id="83" creationId="{5A784279-1886-4E65-ACB4-FFC44F138B2E}"/>
          </ac:spMkLst>
        </pc:spChg>
        <pc:spChg chg="add del mod">
          <ac:chgData name="Minh Huynh" userId="01a137d4-0d81-46e0-aca6-c9185b391828" providerId="ADAL" clId="{812CCF7A-788B-4227-A920-48EDF3D1C151}" dt="2026-10-13T10:30:26.119" v="172"/>
          <ac:spMkLst>
            <pc:docMk/>
            <pc:sldMk cId="245211579" sldId="4753"/>
            <ac:spMk id="84" creationId="{066962F6-EB96-4974-8EDD-AF7963607DA9}"/>
          </ac:spMkLst>
        </pc:spChg>
        <pc:spChg chg="add del mod">
          <ac:chgData name="Minh Huynh" userId="01a137d4-0d81-46e0-aca6-c9185b391828" providerId="ADAL" clId="{812CCF7A-788B-4227-A920-48EDF3D1C151}" dt="2026-10-13T10:30:26.119" v="172"/>
          <ac:spMkLst>
            <pc:docMk/>
            <pc:sldMk cId="245211579" sldId="4753"/>
            <ac:spMk id="85" creationId="{D373C87C-5EBF-435F-906F-FEEE0EAF0605}"/>
          </ac:spMkLst>
        </pc:spChg>
        <pc:spChg chg="add del mod">
          <ac:chgData name="Minh Huynh" userId="01a137d4-0d81-46e0-aca6-c9185b391828" providerId="ADAL" clId="{812CCF7A-788B-4227-A920-48EDF3D1C151}" dt="2026-10-13T10:30:26.119" v="172"/>
          <ac:spMkLst>
            <pc:docMk/>
            <pc:sldMk cId="245211579" sldId="4753"/>
            <ac:spMk id="86" creationId="{44D809A9-123B-48A7-BD70-DC9FDA97F52E}"/>
          </ac:spMkLst>
        </pc:spChg>
        <pc:spChg chg="add del mod">
          <ac:chgData name="Minh Huynh" userId="01a137d4-0d81-46e0-aca6-c9185b391828" providerId="ADAL" clId="{812CCF7A-788B-4227-A920-48EDF3D1C151}" dt="2026-10-13T10:30:26.119" v="172"/>
          <ac:spMkLst>
            <pc:docMk/>
            <pc:sldMk cId="245211579" sldId="4753"/>
            <ac:spMk id="87" creationId="{183D5D5A-5A07-4D8E-994C-9DB3459F31E0}"/>
          </ac:spMkLst>
        </pc:spChg>
        <pc:spChg chg="add del mod">
          <ac:chgData name="Minh Huynh" userId="01a137d4-0d81-46e0-aca6-c9185b391828" providerId="ADAL" clId="{812CCF7A-788B-4227-A920-48EDF3D1C151}" dt="2026-10-13T10:30:26.119" v="172"/>
          <ac:spMkLst>
            <pc:docMk/>
            <pc:sldMk cId="245211579" sldId="4753"/>
            <ac:spMk id="88" creationId="{24222036-5973-4CB3-BB91-99A184CB39C0}"/>
          </ac:spMkLst>
        </pc:spChg>
        <pc:spChg chg="add del mod">
          <ac:chgData name="Minh Huynh" userId="01a137d4-0d81-46e0-aca6-c9185b391828" providerId="ADAL" clId="{812CCF7A-788B-4227-A920-48EDF3D1C151}" dt="2026-10-13T10:30:26.119" v="172"/>
          <ac:spMkLst>
            <pc:docMk/>
            <pc:sldMk cId="245211579" sldId="4753"/>
            <ac:spMk id="89" creationId="{BAC974A9-B27A-43F4-81DA-D02460B1A26C}"/>
          </ac:spMkLst>
        </pc:spChg>
        <pc:spChg chg="add del mod">
          <ac:chgData name="Minh Huynh" userId="01a137d4-0d81-46e0-aca6-c9185b391828" providerId="ADAL" clId="{812CCF7A-788B-4227-A920-48EDF3D1C151}" dt="2026-10-13T10:30:26.119" v="172"/>
          <ac:spMkLst>
            <pc:docMk/>
            <pc:sldMk cId="245211579" sldId="4753"/>
            <ac:spMk id="90" creationId="{4E20836D-90A2-420E-B028-61660D00BFEE}"/>
          </ac:spMkLst>
        </pc:spChg>
        <pc:spChg chg="add del mod">
          <ac:chgData name="Minh Huynh" userId="01a137d4-0d81-46e0-aca6-c9185b391828" providerId="ADAL" clId="{812CCF7A-788B-4227-A920-48EDF3D1C151}" dt="2026-10-13T10:30:26.119" v="172"/>
          <ac:spMkLst>
            <pc:docMk/>
            <pc:sldMk cId="245211579" sldId="4753"/>
            <ac:spMk id="91" creationId="{7A913333-E960-41D2-B1A3-1BF1D6C2D0AD}"/>
          </ac:spMkLst>
        </pc:spChg>
        <pc:spChg chg="add del mod">
          <ac:chgData name="Minh Huynh" userId="01a137d4-0d81-46e0-aca6-c9185b391828" providerId="ADAL" clId="{812CCF7A-788B-4227-A920-48EDF3D1C151}" dt="2026-10-13T10:30:26.119" v="172"/>
          <ac:spMkLst>
            <pc:docMk/>
            <pc:sldMk cId="245211579" sldId="4753"/>
            <ac:spMk id="92" creationId="{DB11222C-A714-403D-82A6-8D6999124A60}"/>
          </ac:spMkLst>
        </pc:spChg>
        <pc:spChg chg="add del mod">
          <ac:chgData name="Minh Huynh" userId="01a137d4-0d81-46e0-aca6-c9185b391828" providerId="ADAL" clId="{812CCF7A-788B-4227-A920-48EDF3D1C151}" dt="2026-10-13T10:30:26.119" v="172"/>
          <ac:spMkLst>
            <pc:docMk/>
            <pc:sldMk cId="245211579" sldId="4753"/>
            <ac:spMk id="93" creationId="{3F2A6B92-C2DC-40D8-BBC0-DEF23B2EA795}"/>
          </ac:spMkLst>
        </pc:spChg>
        <pc:spChg chg="add del mod">
          <ac:chgData name="Minh Huynh" userId="01a137d4-0d81-46e0-aca6-c9185b391828" providerId="ADAL" clId="{812CCF7A-788B-4227-A920-48EDF3D1C151}" dt="2026-10-13T10:30:26.119" v="172"/>
          <ac:spMkLst>
            <pc:docMk/>
            <pc:sldMk cId="245211579" sldId="4753"/>
            <ac:spMk id="94" creationId="{B85C018C-1324-4C7B-877F-FBC3CD48F0C1}"/>
          </ac:spMkLst>
        </pc:spChg>
        <pc:spChg chg="add del mod">
          <ac:chgData name="Minh Huynh" userId="01a137d4-0d81-46e0-aca6-c9185b391828" providerId="ADAL" clId="{812CCF7A-788B-4227-A920-48EDF3D1C151}" dt="2026-10-13T10:30:26.119" v="172"/>
          <ac:spMkLst>
            <pc:docMk/>
            <pc:sldMk cId="245211579" sldId="4753"/>
            <ac:spMk id="95" creationId="{CA6CDA84-04F3-4B17-9D2A-CC144C90F2C1}"/>
          </ac:spMkLst>
        </pc:spChg>
        <pc:spChg chg="add del mod">
          <ac:chgData name="Minh Huynh" userId="01a137d4-0d81-46e0-aca6-c9185b391828" providerId="ADAL" clId="{812CCF7A-788B-4227-A920-48EDF3D1C151}" dt="2026-10-13T10:30:26.119" v="172"/>
          <ac:spMkLst>
            <pc:docMk/>
            <pc:sldMk cId="245211579" sldId="4753"/>
            <ac:spMk id="96" creationId="{C70288C9-4FCA-42DE-ACE7-841D9FE288E6}"/>
          </ac:spMkLst>
        </pc:spChg>
        <pc:spChg chg="add del mod">
          <ac:chgData name="Minh Huynh" userId="01a137d4-0d81-46e0-aca6-c9185b391828" providerId="ADAL" clId="{812CCF7A-788B-4227-A920-48EDF3D1C151}" dt="2026-10-13T10:30:26.119" v="172"/>
          <ac:spMkLst>
            <pc:docMk/>
            <pc:sldMk cId="245211579" sldId="4753"/>
            <ac:spMk id="97" creationId="{F82C54C2-DA45-4C21-BDB9-4401554DACE6}"/>
          </ac:spMkLst>
        </pc:spChg>
        <pc:spChg chg="add del mod">
          <ac:chgData name="Minh Huynh" userId="01a137d4-0d81-46e0-aca6-c9185b391828" providerId="ADAL" clId="{812CCF7A-788B-4227-A920-48EDF3D1C151}" dt="2026-10-13T10:30:26.119" v="172"/>
          <ac:spMkLst>
            <pc:docMk/>
            <pc:sldMk cId="245211579" sldId="4753"/>
            <ac:spMk id="98" creationId="{F0538EF6-F1BE-47F8-9A40-818C061F46F5}"/>
          </ac:spMkLst>
        </pc:spChg>
        <pc:spChg chg="add del mod">
          <ac:chgData name="Minh Huynh" userId="01a137d4-0d81-46e0-aca6-c9185b391828" providerId="ADAL" clId="{812CCF7A-788B-4227-A920-48EDF3D1C151}" dt="2026-10-13T10:30:26.119" v="172"/>
          <ac:spMkLst>
            <pc:docMk/>
            <pc:sldMk cId="245211579" sldId="4753"/>
            <ac:spMk id="99" creationId="{26B4D003-C4BA-4BCC-B0A4-D3EBA599381E}"/>
          </ac:spMkLst>
        </pc:spChg>
        <pc:spChg chg="add del mod">
          <ac:chgData name="Minh Huynh" userId="01a137d4-0d81-46e0-aca6-c9185b391828" providerId="ADAL" clId="{812CCF7A-788B-4227-A920-48EDF3D1C151}" dt="2026-10-13T10:30:26.119" v="172"/>
          <ac:spMkLst>
            <pc:docMk/>
            <pc:sldMk cId="245211579" sldId="4753"/>
            <ac:spMk id="100" creationId="{A031F696-DF19-446C-8ABF-FCDBE8233902}"/>
          </ac:spMkLst>
        </pc:spChg>
        <pc:spChg chg="add del mod">
          <ac:chgData name="Minh Huynh" userId="01a137d4-0d81-46e0-aca6-c9185b391828" providerId="ADAL" clId="{812CCF7A-788B-4227-A920-48EDF3D1C151}" dt="2026-10-13T10:30:26.119" v="172"/>
          <ac:spMkLst>
            <pc:docMk/>
            <pc:sldMk cId="245211579" sldId="4753"/>
            <ac:spMk id="101" creationId="{543C7C73-899F-4DF7-9943-48BE05B46CA4}"/>
          </ac:spMkLst>
        </pc:spChg>
        <pc:spChg chg="add del mod">
          <ac:chgData name="Minh Huynh" userId="01a137d4-0d81-46e0-aca6-c9185b391828" providerId="ADAL" clId="{812CCF7A-788B-4227-A920-48EDF3D1C151}" dt="2026-10-13T10:30:26.119" v="172"/>
          <ac:spMkLst>
            <pc:docMk/>
            <pc:sldMk cId="245211579" sldId="4753"/>
            <ac:spMk id="102" creationId="{7FBA932C-73E6-44D5-8DFF-25A10EAA0640}"/>
          </ac:spMkLst>
        </pc:spChg>
        <pc:spChg chg="add del mod">
          <ac:chgData name="Minh Huynh" userId="01a137d4-0d81-46e0-aca6-c9185b391828" providerId="ADAL" clId="{812CCF7A-788B-4227-A920-48EDF3D1C151}" dt="2026-10-13T10:30:26.119" v="172"/>
          <ac:spMkLst>
            <pc:docMk/>
            <pc:sldMk cId="245211579" sldId="4753"/>
            <ac:spMk id="103" creationId="{CBFD9CBB-F31A-46B5-AA7E-197524966C55}"/>
          </ac:spMkLst>
        </pc:spChg>
        <pc:spChg chg="del">
          <ac:chgData name="Minh Huynh" userId="01a137d4-0d81-46e0-aca6-c9185b391828" providerId="ADAL" clId="{812CCF7A-788B-4227-A920-48EDF3D1C151}" dt="2026-10-13T10:29:45.922" v="147" actId="478"/>
          <ac:spMkLst>
            <pc:docMk/>
            <pc:sldMk cId="245211579" sldId="4753"/>
            <ac:spMk id="104" creationId="{1A1737B4-5C22-48C0-A017-BE9CFEF00550}"/>
          </ac:spMkLst>
        </pc:spChg>
        <pc:spChg chg="add del mod">
          <ac:chgData name="Minh Huynh" userId="01a137d4-0d81-46e0-aca6-c9185b391828" providerId="ADAL" clId="{812CCF7A-788B-4227-A920-48EDF3D1C151}" dt="2026-10-13T10:30:26.119" v="172"/>
          <ac:spMkLst>
            <pc:docMk/>
            <pc:sldMk cId="245211579" sldId="4753"/>
            <ac:spMk id="105" creationId="{46C04ED7-6DE0-4143-9FDA-39E716FF62E6}"/>
          </ac:spMkLst>
        </pc:spChg>
        <pc:spChg chg="add del mod">
          <ac:chgData name="Minh Huynh" userId="01a137d4-0d81-46e0-aca6-c9185b391828" providerId="ADAL" clId="{812CCF7A-788B-4227-A920-48EDF3D1C151}" dt="2026-10-13T10:30:38.553" v="178"/>
          <ac:spMkLst>
            <pc:docMk/>
            <pc:sldMk cId="245211579" sldId="4753"/>
            <ac:spMk id="108" creationId="{7BF23E04-1EF6-4C97-AF84-97BB599050C5}"/>
          </ac:spMkLst>
        </pc:spChg>
        <pc:spChg chg="add del mod">
          <ac:chgData name="Minh Huynh" userId="01a137d4-0d81-46e0-aca6-c9185b391828" providerId="ADAL" clId="{812CCF7A-788B-4227-A920-48EDF3D1C151}" dt="2026-10-13T10:30:38.553" v="178"/>
          <ac:spMkLst>
            <pc:docMk/>
            <pc:sldMk cId="245211579" sldId="4753"/>
            <ac:spMk id="109" creationId="{90DF36AA-3FC6-41C1-A8EC-A746B5DC0CD7}"/>
          </ac:spMkLst>
        </pc:spChg>
        <pc:spChg chg="add del mod">
          <ac:chgData name="Minh Huynh" userId="01a137d4-0d81-46e0-aca6-c9185b391828" providerId="ADAL" clId="{812CCF7A-788B-4227-A920-48EDF3D1C151}" dt="2026-10-13T10:30:38.553" v="178"/>
          <ac:spMkLst>
            <pc:docMk/>
            <pc:sldMk cId="245211579" sldId="4753"/>
            <ac:spMk id="110" creationId="{EF1813DF-9C64-4A6C-8467-9D52C1E2F502}"/>
          </ac:spMkLst>
        </pc:spChg>
        <pc:spChg chg="add del mod">
          <ac:chgData name="Minh Huynh" userId="01a137d4-0d81-46e0-aca6-c9185b391828" providerId="ADAL" clId="{812CCF7A-788B-4227-A920-48EDF3D1C151}" dt="2026-10-13T10:30:38.553" v="178"/>
          <ac:spMkLst>
            <pc:docMk/>
            <pc:sldMk cId="245211579" sldId="4753"/>
            <ac:spMk id="111" creationId="{476C49B7-08BB-482A-8075-9BB5B8DA5EC0}"/>
          </ac:spMkLst>
        </pc:spChg>
        <pc:spChg chg="add del mod">
          <ac:chgData name="Minh Huynh" userId="01a137d4-0d81-46e0-aca6-c9185b391828" providerId="ADAL" clId="{812CCF7A-788B-4227-A920-48EDF3D1C151}" dt="2026-10-13T10:30:38.553" v="178"/>
          <ac:spMkLst>
            <pc:docMk/>
            <pc:sldMk cId="245211579" sldId="4753"/>
            <ac:spMk id="112" creationId="{FE51A73B-B9A4-479A-B393-68D7E3FD6162}"/>
          </ac:spMkLst>
        </pc:spChg>
        <pc:spChg chg="add del mod">
          <ac:chgData name="Minh Huynh" userId="01a137d4-0d81-46e0-aca6-c9185b391828" providerId="ADAL" clId="{812CCF7A-788B-4227-A920-48EDF3D1C151}" dt="2026-10-13T10:30:38.553" v="178"/>
          <ac:spMkLst>
            <pc:docMk/>
            <pc:sldMk cId="245211579" sldId="4753"/>
            <ac:spMk id="113" creationId="{58D6830C-F663-480D-BFA4-332C50271950}"/>
          </ac:spMkLst>
        </pc:spChg>
        <pc:spChg chg="add del mod">
          <ac:chgData name="Minh Huynh" userId="01a137d4-0d81-46e0-aca6-c9185b391828" providerId="ADAL" clId="{812CCF7A-788B-4227-A920-48EDF3D1C151}" dt="2026-10-13T10:30:38.553" v="178"/>
          <ac:spMkLst>
            <pc:docMk/>
            <pc:sldMk cId="245211579" sldId="4753"/>
            <ac:spMk id="114" creationId="{FE293FDA-B9C2-4548-ABD4-16B4BB65042A}"/>
          </ac:spMkLst>
        </pc:spChg>
        <pc:spChg chg="add del mod">
          <ac:chgData name="Minh Huynh" userId="01a137d4-0d81-46e0-aca6-c9185b391828" providerId="ADAL" clId="{812CCF7A-788B-4227-A920-48EDF3D1C151}" dt="2026-10-13T10:30:38.553" v="178"/>
          <ac:spMkLst>
            <pc:docMk/>
            <pc:sldMk cId="245211579" sldId="4753"/>
            <ac:spMk id="115" creationId="{A8A16CB4-BE8A-4B0F-8A32-66F80F8F1D51}"/>
          </ac:spMkLst>
        </pc:spChg>
        <pc:spChg chg="add del mod">
          <ac:chgData name="Minh Huynh" userId="01a137d4-0d81-46e0-aca6-c9185b391828" providerId="ADAL" clId="{812CCF7A-788B-4227-A920-48EDF3D1C151}" dt="2026-10-13T10:30:38.553" v="178"/>
          <ac:spMkLst>
            <pc:docMk/>
            <pc:sldMk cId="245211579" sldId="4753"/>
            <ac:spMk id="116" creationId="{5A7D97C1-21B3-45A7-9789-EA04344E8F60}"/>
          </ac:spMkLst>
        </pc:spChg>
        <pc:spChg chg="add del mod">
          <ac:chgData name="Minh Huynh" userId="01a137d4-0d81-46e0-aca6-c9185b391828" providerId="ADAL" clId="{812CCF7A-788B-4227-A920-48EDF3D1C151}" dt="2026-10-13T10:30:38.553" v="178"/>
          <ac:spMkLst>
            <pc:docMk/>
            <pc:sldMk cId="245211579" sldId="4753"/>
            <ac:spMk id="117" creationId="{E8590E5B-3005-4B81-9322-D91E79AFA7C8}"/>
          </ac:spMkLst>
        </pc:spChg>
        <pc:spChg chg="add del mod">
          <ac:chgData name="Minh Huynh" userId="01a137d4-0d81-46e0-aca6-c9185b391828" providerId="ADAL" clId="{812CCF7A-788B-4227-A920-48EDF3D1C151}" dt="2026-10-13T10:30:38.553" v="178"/>
          <ac:spMkLst>
            <pc:docMk/>
            <pc:sldMk cId="245211579" sldId="4753"/>
            <ac:spMk id="118" creationId="{2DFB951B-9784-4C91-8816-5491A6B1928D}"/>
          </ac:spMkLst>
        </pc:spChg>
        <pc:spChg chg="add del mod">
          <ac:chgData name="Minh Huynh" userId="01a137d4-0d81-46e0-aca6-c9185b391828" providerId="ADAL" clId="{812CCF7A-788B-4227-A920-48EDF3D1C151}" dt="2026-10-13T10:30:38.553" v="178"/>
          <ac:spMkLst>
            <pc:docMk/>
            <pc:sldMk cId="245211579" sldId="4753"/>
            <ac:spMk id="119" creationId="{63CED688-994E-4EFD-9FA5-CEA4853EDBB6}"/>
          </ac:spMkLst>
        </pc:spChg>
        <pc:spChg chg="add del mod">
          <ac:chgData name="Minh Huynh" userId="01a137d4-0d81-46e0-aca6-c9185b391828" providerId="ADAL" clId="{812CCF7A-788B-4227-A920-48EDF3D1C151}" dt="2026-10-13T10:30:38.553" v="178"/>
          <ac:spMkLst>
            <pc:docMk/>
            <pc:sldMk cId="245211579" sldId="4753"/>
            <ac:spMk id="120" creationId="{CE408CAF-E3C6-44CE-A19B-DFF0A108578C}"/>
          </ac:spMkLst>
        </pc:spChg>
        <pc:spChg chg="add del mod">
          <ac:chgData name="Minh Huynh" userId="01a137d4-0d81-46e0-aca6-c9185b391828" providerId="ADAL" clId="{812CCF7A-788B-4227-A920-48EDF3D1C151}" dt="2026-10-13T10:30:38.553" v="178"/>
          <ac:spMkLst>
            <pc:docMk/>
            <pc:sldMk cId="245211579" sldId="4753"/>
            <ac:spMk id="121" creationId="{6210E569-CD44-48A4-AEA9-A2852FCB679F}"/>
          </ac:spMkLst>
        </pc:spChg>
        <pc:spChg chg="add del mod">
          <ac:chgData name="Minh Huynh" userId="01a137d4-0d81-46e0-aca6-c9185b391828" providerId="ADAL" clId="{812CCF7A-788B-4227-A920-48EDF3D1C151}" dt="2026-10-13T10:30:38.553" v="178"/>
          <ac:spMkLst>
            <pc:docMk/>
            <pc:sldMk cId="245211579" sldId="4753"/>
            <ac:spMk id="122" creationId="{31C20AB7-78E2-4BC5-9077-CF1320D5BCF3}"/>
          </ac:spMkLst>
        </pc:spChg>
        <pc:spChg chg="add del mod">
          <ac:chgData name="Minh Huynh" userId="01a137d4-0d81-46e0-aca6-c9185b391828" providerId="ADAL" clId="{812CCF7A-788B-4227-A920-48EDF3D1C151}" dt="2026-10-13T10:30:38.553" v="178"/>
          <ac:spMkLst>
            <pc:docMk/>
            <pc:sldMk cId="245211579" sldId="4753"/>
            <ac:spMk id="123" creationId="{0DD2AD70-EE67-4EA4-AD98-DEB070C8FF46}"/>
          </ac:spMkLst>
        </pc:spChg>
        <pc:spChg chg="add del mod">
          <ac:chgData name="Minh Huynh" userId="01a137d4-0d81-46e0-aca6-c9185b391828" providerId="ADAL" clId="{812CCF7A-788B-4227-A920-48EDF3D1C151}" dt="2026-10-13T10:30:38.553" v="178"/>
          <ac:spMkLst>
            <pc:docMk/>
            <pc:sldMk cId="245211579" sldId="4753"/>
            <ac:spMk id="124" creationId="{0017CC08-7D2D-4090-959B-80910830E39D}"/>
          </ac:spMkLst>
        </pc:spChg>
        <pc:spChg chg="add del mod">
          <ac:chgData name="Minh Huynh" userId="01a137d4-0d81-46e0-aca6-c9185b391828" providerId="ADAL" clId="{812CCF7A-788B-4227-A920-48EDF3D1C151}" dt="2026-10-13T10:30:38.553" v="178"/>
          <ac:spMkLst>
            <pc:docMk/>
            <pc:sldMk cId="245211579" sldId="4753"/>
            <ac:spMk id="125" creationId="{215494BB-B0D6-4468-A042-6E3814E0632B}"/>
          </ac:spMkLst>
        </pc:spChg>
        <pc:spChg chg="add del mod">
          <ac:chgData name="Minh Huynh" userId="01a137d4-0d81-46e0-aca6-c9185b391828" providerId="ADAL" clId="{812CCF7A-788B-4227-A920-48EDF3D1C151}" dt="2026-10-13T10:30:38.553" v="178"/>
          <ac:spMkLst>
            <pc:docMk/>
            <pc:sldMk cId="245211579" sldId="4753"/>
            <ac:spMk id="126" creationId="{971AD5D5-F184-4CD4-9282-0F3D0C006FA9}"/>
          </ac:spMkLst>
        </pc:spChg>
        <pc:spChg chg="add del mod">
          <ac:chgData name="Minh Huynh" userId="01a137d4-0d81-46e0-aca6-c9185b391828" providerId="ADAL" clId="{812CCF7A-788B-4227-A920-48EDF3D1C151}" dt="2026-10-13T10:30:38.553" v="178"/>
          <ac:spMkLst>
            <pc:docMk/>
            <pc:sldMk cId="245211579" sldId="4753"/>
            <ac:spMk id="127" creationId="{994925DC-85FE-4B57-B22E-A3E1B51680B2}"/>
          </ac:spMkLst>
        </pc:spChg>
        <pc:spChg chg="add del mod">
          <ac:chgData name="Minh Huynh" userId="01a137d4-0d81-46e0-aca6-c9185b391828" providerId="ADAL" clId="{812CCF7A-788B-4227-A920-48EDF3D1C151}" dt="2026-10-13T10:30:38.553" v="178"/>
          <ac:spMkLst>
            <pc:docMk/>
            <pc:sldMk cId="245211579" sldId="4753"/>
            <ac:spMk id="128" creationId="{23D5D059-16E4-489E-AEEA-5496731A9C31}"/>
          </ac:spMkLst>
        </pc:spChg>
        <pc:spChg chg="add del mod">
          <ac:chgData name="Minh Huynh" userId="01a137d4-0d81-46e0-aca6-c9185b391828" providerId="ADAL" clId="{812CCF7A-788B-4227-A920-48EDF3D1C151}" dt="2026-10-13T10:30:38.553" v="178"/>
          <ac:spMkLst>
            <pc:docMk/>
            <pc:sldMk cId="245211579" sldId="4753"/>
            <ac:spMk id="129" creationId="{5E47B17E-7113-42E7-9929-520119471D56}"/>
          </ac:spMkLst>
        </pc:spChg>
        <pc:spChg chg="add del mod">
          <ac:chgData name="Minh Huynh" userId="01a137d4-0d81-46e0-aca6-c9185b391828" providerId="ADAL" clId="{812CCF7A-788B-4227-A920-48EDF3D1C151}" dt="2026-10-13T10:30:38.553" v="178"/>
          <ac:spMkLst>
            <pc:docMk/>
            <pc:sldMk cId="245211579" sldId="4753"/>
            <ac:spMk id="130" creationId="{E019AE4E-5E86-4E64-9BAB-671B771885D1}"/>
          </ac:spMkLst>
        </pc:spChg>
        <pc:spChg chg="add del mod">
          <ac:chgData name="Minh Huynh" userId="01a137d4-0d81-46e0-aca6-c9185b391828" providerId="ADAL" clId="{812CCF7A-788B-4227-A920-48EDF3D1C151}" dt="2026-10-13T10:31:08.097" v="187"/>
          <ac:spMkLst>
            <pc:docMk/>
            <pc:sldMk cId="245211579" sldId="4753"/>
            <ac:spMk id="133" creationId="{78DC5BC5-5514-4425-BC8F-4972BC1EE1FF}"/>
          </ac:spMkLst>
        </pc:spChg>
        <pc:spChg chg="add del mod">
          <ac:chgData name="Minh Huynh" userId="01a137d4-0d81-46e0-aca6-c9185b391828" providerId="ADAL" clId="{812CCF7A-788B-4227-A920-48EDF3D1C151}" dt="2026-10-13T10:31:08.097" v="187"/>
          <ac:spMkLst>
            <pc:docMk/>
            <pc:sldMk cId="245211579" sldId="4753"/>
            <ac:spMk id="134" creationId="{A89BA648-A4A2-49F8-B902-C868FF1C725A}"/>
          </ac:spMkLst>
        </pc:spChg>
        <pc:spChg chg="add del mod">
          <ac:chgData name="Minh Huynh" userId="01a137d4-0d81-46e0-aca6-c9185b391828" providerId="ADAL" clId="{812CCF7A-788B-4227-A920-48EDF3D1C151}" dt="2026-10-13T10:31:08.097" v="187"/>
          <ac:spMkLst>
            <pc:docMk/>
            <pc:sldMk cId="245211579" sldId="4753"/>
            <ac:spMk id="135" creationId="{7DD96C95-B311-4365-8A6C-9EBCB68536C1}"/>
          </ac:spMkLst>
        </pc:spChg>
        <pc:spChg chg="add del mod">
          <ac:chgData name="Minh Huynh" userId="01a137d4-0d81-46e0-aca6-c9185b391828" providerId="ADAL" clId="{812CCF7A-788B-4227-A920-48EDF3D1C151}" dt="2026-10-13T10:31:08.097" v="187"/>
          <ac:spMkLst>
            <pc:docMk/>
            <pc:sldMk cId="245211579" sldId="4753"/>
            <ac:spMk id="136" creationId="{C57A6F46-ECC0-4CAC-B0DD-5B38EC794F00}"/>
          </ac:spMkLst>
        </pc:spChg>
        <pc:spChg chg="add del mod">
          <ac:chgData name="Minh Huynh" userId="01a137d4-0d81-46e0-aca6-c9185b391828" providerId="ADAL" clId="{812CCF7A-788B-4227-A920-48EDF3D1C151}" dt="2026-10-13T10:31:08.097" v="187"/>
          <ac:spMkLst>
            <pc:docMk/>
            <pc:sldMk cId="245211579" sldId="4753"/>
            <ac:spMk id="137" creationId="{F9EDB010-F744-4498-B153-6134145FE15B}"/>
          </ac:spMkLst>
        </pc:spChg>
        <pc:spChg chg="add del mod">
          <ac:chgData name="Minh Huynh" userId="01a137d4-0d81-46e0-aca6-c9185b391828" providerId="ADAL" clId="{812CCF7A-788B-4227-A920-48EDF3D1C151}" dt="2026-10-13T10:31:08.097" v="187"/>
          <ac:spMkLst>
            <pc:docMk/>
            <pc:sldMk cId="245211579" sldId="4753"/>
            <ac:spMk id="138" creationId="{C675C446-18DF-49E2-B223-0C386E7F64A3}"/>
          </ac:spMkLst>
        </pc:spChg>
        <pc:spChg chg="add del mod">
          <ac:chgData name="Minh Huynh" userId="01a137d4-0d81-46e0-aca6-c9185b391828" providerId="ADAL" clId="{812CCF7A-788B-4227-A920-48EDF3D1C151}" dt="2026-10-13T10:31:08.097" v="187"/>
          <ac:spMkLst>
            <pc:docMk/>
            <pc:sldMk cId="245211579" sldId="4753"/>
            <ac:spMk id="139" creationId="{C87F0DEE-4E28-41AC-AA5A-B281F5E062D8}"/>
          </ac:spMkLst>
        </pc:spChg>
        <pc:spChg chg="add del mod">
          <ac:chgData name="Minh Huynh" userId="01a137d4-0d81-46e0-aca6-c9185b391828" providerId="ADAL" clId="{812CCF7A-788B-4227-A920-48EDF3D1C151}" dt="2026-10-13T10:31:08.097" v="187"/>
          <ac:spMkLst>
            <pc:docMk/>
            <pc:sldMk cId="245211579" sldId="4753"/>
            <ac:spMk id="140" creationId="{7D30A4D2-612C-4268-94E5-A8F4753A9B16}"/>
          </ac:spMkLst>
        </pc:spChg>
        <pc:spChg chg="add del mod">
          <ac:chgData name="Minh Huynh" userId="01a137d4-0d81-46e0-aca6-c9185b391828" providerId="ADAL" clId="{812CCF7A-788B-4227-A920-48EDF3D1C151}" dt="2026-10-13T10:31:08.097" v="187"/>
          <ac:spMkLst>
            <pc:docMk/>
            <pc:sldMk cId="245211579" sldId="4753"/>
            <ac:spMk id="141" creationId="{A8C99F28-59B4-4BD8-B7B2-71AE00A56ADF}"/>
          </ac:spMkLst>
        </pc:spChg>
        <pc:spChg chg="add del mod">
          <ac:chgData name="Minh Huynh" userId="01a137d4-0d81-46e0-aca6-c9185b391828" providerId="ADAL" clId="{812CCF7A-788B-4227-A920-48EDF3D1C151}" dt="2026-10-13T10:31:08.097" v="187"/>
          <ac:spMkLst>
            <pc:docMk/>
            <pc:sldMk cId="245211579" sldId="4753"/>
            <ac:spMk id="142" creationId="{C82F5BF3-7BAC-4655-B9F6-483D4DBB1A2F}"/>
          </ac:spMkLst>
        </pc:spChg>
        <pc:spChg chg="add del mod">
          <ac:chgData name="Minh Huynh" userId="01a137d4-0d81-46e0-aca6-c9185b391828" providerId="ADAL" clId="{812CCF7A-788B-4227-A920-48EDF3D1C151}" dt="2026-10-13T10:31:08.097" v="187"/>
          <ac:spMkLst>
            <pc:docMk/>
            <pc:sldMk cId="245211579" sldId="4753"/>
            <ac:spMk id="143" creationId="{0D8C884E-AF2E-46B9-B728-24F92EF1CF6D}"/>
          </ac:spMkLst>
        </pc:spChg>
        <pc:spChg chg="add del mod">
          <ac:chgData name="Minh Huynh" userId="01a137d4-0d81-46e0-aca6-c9185b391828" providerId="ADAL" clId="{812CCF7A-788B-4227-A920-48EDF3D1C151}" dt="2026-10-13T10:31:08.097" v="187"/>
          <ac:spMkLst>
            <pc:docMk/>
            <pc:sldMk cId="245211579" sldId="4753"/>
            <ac:spMk id="144" creationId="{DAE2BC61-5D06-4949-817A-3D1BD0848AAF}"/>
          </ac:spMkLst>
        </pc:spChg>
        <pc:spChg chg="add del mod">
          <ac:chgData name="Minh Huynh" userId="01a137d4-0d81-46e0-aca6-c9185b391828" providerId="ADAL" clId="{812CCF7A-788B-4227-A920-48EDF3D1C151}" dt="2026-10-13T10:31:08.097" v="187"/>
          <ac:spMkLst>
            <pc:docMk/>
            <pc:sldMk cId="245211579" sldId="4753"/>
            <ac:spMk id="145" creationId="{94ECCE78-CDBA-4FAC-8D8F-0E0F1E1F8487}"/>
          </ac:spMkLst>
        </pc:spChg>
        <pc:spChg chg="add del mod">
          <ac:chgData name="Minh Huynh" userId="01a137d4-0d81-46e0-aca6-c9185b391828" providerId="ADAL" clId="{812CCF7A-788B-4227-A920-48EDF3D1C151}" dt="2026-10-13T10:31:08.097" v="187"/>
          <ac:spMkLst>
            <pc:docMk/>
            <pc:sldMk cId="245211579" sldId="4753"/>
            <ac:spMk id="146" creationId="{2F50A582-4756-4B16-AC65-746D1A47E77C}"/>
          </ac:spMkLst>
        </pc:spChg>
        <pc:spChg chg="add del mod">
          <ac:chgData name="Minh Huynh" userId="01a137d4-0d81-46e0-aca6-c9185b391828" providerId="ADAL" clId="{812CCF7A-788B-4227-A920-48EDF3D1C151}" dt="2026-10-13T10:31:08.097" v="187"/>
          <ac:spMkLst>
            <pc:docMk/>
            <pc:sldMk cId="245211579" sldId="4753"/>
            <ac:spMk id="147" creationId="{4B900801-A273-4388-B3AF-C1DC500F75EA}"/>
          </ac:spMkLst>
        </pc:spChg>
        <pc:spChg chg="add del mod">
          <ac:chgData name="Minh Huynh" userId="01a137d4-0d81-46e0-aca6-c9185b391828" providerId="ADAL" clId="{812CCF7A-788B-4227-A920-48EDF3D1C151}" dt="2026-10-13T10:31:08.097" v="187"/>
          <ac:spMkLst>
            <pc:docMk/>
            <pc:sldMk cId="245211579" sldId="4753"/>
            <ac:spMk id="148" creationId="{12AA1EBB-6F85-46AF-BDA4-377A81B01404}"/>
          </ac:spMkLst>
        </pc:spChg>
        <pc:spChg chg="add del mod">
          <ac:chgData name="Minh Huynh" userId="01a137d4-0d81-46e0-aca6-c9185b391828" providerId="ADAL" clId="{812CCF7A-788B-4227-A920-48EDF3D1C151}" dt="2026-10-13T10:31:08.097" v="187"/>
          <ac:spMkLst>
            <pc:docMk/>
            <pc:sldMk cId="245211579" sldId="4753"/>
            <ac:spMk id="149" creationId="{6A82C732-4A12-4495-8731-F882B39E53BE}"/>
          </ac:spMkLst>
        </pc:spChg>
        <pc:spChg chg="add del mod">
          <ac:chgData name="Minh Huynh" userId="01a137d4-0d81-46e0-aca6-c9185b391828" providerId="ADAL" clId="{812CCF7A-788B-4227-A920-48EDF3D1C151}" dt="2026-10-13T10:31:08.097" v="187"/>
          <ac:spMkLst>
            <pc:docMk/>
            <pc:sldMk cId="245211579" sldId="4753"/>
            <ac:spMk id="150" creationId="{CCC9931C-C758-4E42-84BE-8C85819E44B1}"/>
          </ac:spMkLst>
        </pc:spChg>
        <pc:spChg chg="add del mod">
          <ac:chgData name="Minh Huynh" userId="01a137d4-0d81-46e0-aca6-c9185b391828" providerId="ADAL" clId="{812CCF7A-788B-4227-A920-48EDF3D1C151}" dt="2026-10-13T10:31:08.097" v="187"/>
          <ac:spMkLst>
            <pc:docMk/>
            <pc:sldMk cId="245211579" sldId="4753"/>
            <ac:spMk id="151" creationId="{06C1131B-8BF4-4658-AA3C-549383C57CA7}"/>
          </ac:spMkLst>
        </pc:spChg>
        <pc:spChg chg="add del mod">
          <ac:chgData name="Minh Huynh" userId="01a137d4-0d81-46e0-aca6-c9185b391828" providerId="ADAL" clId="{812CCF7A-788B-4227-A920-48EDF3D1C151}" dt="2026-10-13T10:31:08.097" v="187"/>
          <ac:spMkLst>
            <pc:docMk/>
            <pc:sldMk cId="245211579" sldId="4753"/>
            <ac:spMk id="152" creationId="{8C234D24-F2E0-4FB5-B092-C77BF1C7624B}"/>
          </ac:spMkLst>
        </pc:spChg>
        <pc:spChg chg="add del mod">
          <ac:chgData name="Minh Huynh" userId="01a137d4-0d81-46e0-aca6-c9185b391828" providerId="ADAL" clId="{812CCF7A-788B-4227-A920-48EDF3D1C151}" dt="2026-10-13T10:31:08.097" v="187"/>
          <ac:spMkLst>
            <pc:docMk/>
            <pc:sldMk cId="245211579" sldId="4753"/>
            <ac:spMk id="153" creationId="{90C08C82-3950-4ED6-9FB1-CA32D31E6B6F}"/>
          </ac:spMkLst>
        </pc:spChg>
        <pc:spChg chg="add del mod">
          <ac:chgData name="Minh Huynh" userId="01a137d4-0d81-46e0-aca6-c9185b391828" providerId="ADAL" clId="{812CCF7A-788B-4227-A920-48EDF3D1C151}" dt="2026-10-13T10:31:08.097" v="187"/>
          <ac:spMkLst>
            <pc:docMk/>
            <pc:sldMk cId="245211579" sldId="4753"/>
            <ac:spMk id="154" creationId="{36647CD8-3C9C-45DF-AB9A-9E6EEB913FCC}"/>
          </ac:spMkLst>
        </pc:spChg>
        <pc:spChg chg="add del mod">
          <ac:chgData name="Minh Huynh" userId="01a137d4-0d81-46e0-aca6-c9185b391828" providerId="ADAL" clId="{812CCF7A-788B-4227-A920-48EDF3D1C151}" dt="2026-10-13T10:31:08.097" v="187"/>
          <ac:spMkLst>
            <pc:docMk/>
            <pc:sldMk cId="245211579" sldId="4753"/>
            <ac:spMk id="155" creationId="{5EAD1EBB-DF49-4BE2-8C99-0288129FB9EE}"/>
          </ac:spMkLst>
        </pc:spChg>
        <pc:spChg chg="add del mod">
          <ac:chgData name="Minh Huynh" userId="01a137d4-0d81-46e0-aca6-c9185b391828" providerId="ADAL" clId="{812CCF7A-788B-4227-A920-48EDF3D1C151}" dt="2026-10-13T10:31:26.475" v="195"/>
          <ac:spMkLst>
            <pc:docMk/>
            <pc:sldMk cId="245211579" sldId="4753"/>
            <ac:spMk id="158" creationId="{6D2C3EF0-34F9-4420-B621-1510089C1E61}"/>
          </ac:spMkLst>
        </pc:spChg>
        <pc:spChg chg="add del mod">
          <ac:chgData name="Minh Huynh" userId="01a137d4-0d81-46e0-aca6-c9185b391828" providerId="ADAL" clId="{812CCF7A-788B-4227-A920-48EDF3D1C151}" dt="2026-10-13T10:31:26.475" v="195"/>
          <ac:spMkLst>
            <pc:docMk/>
            <pc:sldMk cId="245211579" sldId="4753"/>
            <ac:spMk id="159" creationId="{CF0CC50D-C4B7-4CE9-9B27-8BB5C75012B6}"/>
          </ac:spMkLst>
        </pc:spChg>
        <pc:spChg chg="add del mod">
          <ac:chgData name="Minh Huynh" userId="01a137d4-0d81-46e0-aca6-c9185b391828" providerId="ADAL" clId="{812CCF7A-788B-4227-A920-48EDF3D1C151}" dt="2026-10-13T10:31:26.475" v="195"/>
          <ac:spMkLst>
            <pc:docMk/>
            <pc:sldMk cId="245211579" sldId="4753"/>
            <ac:spMk id="160" creationId="{82EE747F-C478-4D3F-8046-E002BC753C60}"/>
          </ac:spMkLst>
        </pc:spChg>
        <pc:spChg chg="add del mod">
          <ac:chgData name="Minh Huynh" userId="01a137d4-0d81-46e0-aca6-c9185b391828" providerId="ADAL" clId="{812CCF7A-788B-4227-A920-48EDF3D1C151}" dt="2026-10-13T10:31:26.475" v="195"/>
          <ac:spMkLst>
            <pc:docMk/>
            <pc:sldMk cId="245211579" sldId="4753"/>
            <ac:spMk id="161" creationId="{861B984B-0904-4490-9C78-84A6FE870D93}"/>
          </ac:spMkLst>
        </pc:spChg>
        <pc:spChg chg="add del mod">
          <ac:chgData name="Minh Huynh" userId="01a137d4-0d81-46e0-aca6-c9185b391828" providerId="ADAL" clId="{812CCF7A-788B-4227-A920-48EDF3D1C151}" dt="2026-10-13T10:31:26.475" v="195"/>
          <ac:spMkLst>
            <pc:docMk/>
            <pc:sldMk cId="245211579" sldId="4753"/>
            <ac:spMk id="162" creationId="{0392F1C0-8AA4-4A53-A708-84CA1BBE3901}"/>
          </ac:spMkLst>
        </pc:spChg>
        <pc:spChg chg="add del mod">
          <ac:chgData name="Minh Huynh" userId="01a137d4-0d81-46e0-aca6-c9185b391828" providerId="ADAL" clId="{812CCF7A-788B-4227-A920-48EDF3D1C151}" dt="2026-10-13T10:31:26.475" v="195"/>
          <ac:spMkLst>
            <pc:docMk/>
            <pc:sldMk cId="245211579" sldId="4753"/>
            <ac:spMk id="163" creationId="{E3D6FE3F-162C-4ADC-A860-38CAC3FE6CE9}"/>
          </ac:spMkLst>
        </pc:spChg>
        <pc:spChg chg="add del mod">
          <ac:chgData name="Minh Huynh" userId="01a137d4-0d81-46e0-aca6-c9185b391828" providerId="ADAL" clId="{812CCF7A-788B-4227-A920-48EDF3D1C151}" dt="2026-10-13T10:31:26.475" v="195"/>
          <ac:spMkLst>
            <pc:docMk/>
            <pc:sldMk cId="245211579" sldId="4753"/>
            <ac:spMk id="164" creationId="{963174A2-7E86-4520-A10E-5AFA32AD08FB}"/>
          </ac:spMkLst>
        </pc:spChg>
        <pc:spChg chg="add del mod">
          <ac:chgData name="Minh Huynh" userId="01a137d4-0d81-46e0-aca6-c9185b391828" providerId="ADAL" clId="{812CCF7A-788B-4227-A920-48EDF3D1C151}" dt="2026-10-13T10:31:26.475" v="195"/>
          <ac:spMkLst>
            <pc:docMk/>
            <pc:sldMk cId="245211579" sldId="4753"/>
            <ac:spMk id="165" creationId="{02814850-A054-4518-90F0-7A5A4DA5DA8A}"/>
          </ac:spMkLst>
        </pc:spChg>
        <pc:spChg chg="add del mod">
          <ac:chgData name="Minh Huynh" userId="01a137d4-0d81-46e0-aca6-c9185b391828" providerId="ADAL" clId="{812CCF7A-788B-4227-A920-48EDF3D1C151}" dt="2026-10-13T10:31:26.475" v="195"/>
          <ac:spMkLst>
            <pc:docMk/>
            <pc:sldMk cId="245211579" sldId="4753"/>
            <ac:spMk id="166" creationId="{A7B85A28-0F8F-4C29-8E25-54FBC8BDE255}"/>
          </ac:spMkLst>
        </pc:spChg>
        <pc:spChg chg="add del mod">
          <ac:chgData name="Minh Huynh" userId="01a137d4-0d81-46e0-aca6-c9185b391828" providerId="ADAL" clId="{812CCF7A-788B-4227-A920-48EDF3D1C151}" dt="2026-10-13T10:31:26.475" v="195"/>
          <ac:spMkLst>
            <pc:docMk/>
            <pc:sldMk cId="245211579" sldId="4753"/>
            <ac:spMk id="167" creationId="{AD3AFCA8-5179-4995-A92B-84343B289002}"/>
          </ac:spMkLst>
        </pc:spChg>
        <pc:spChg chg="add del mod">
          <ac:chgData name="Minh Huynh" userId="01a137d4-0d81-46e0-aca6-c9185b391828" providerId="ADAL" clId="{812CCF7A-788B-4227-A920-48EDF3D1C151}" dt="2026-10-13T10:31:26.475" v="195"/>
          <ac:spMkLst>
            <pc:docMk/>
            <pc:sldMk cId="245211579" sldId="4753"/>
            <ac:spMk id="168" creationId="{124E63CA-DDDE-4CF4-891B-B8C7EE68D526}"/>
          </ac:spMkLst>
        </pc:spChg>
        <pc:spChg chg="add del mod">
          <ac:chgData name="Minh Huynh" userId="01a137d4-0d81-46e0-aca6-c9185b391828" providerId="ADAL" clId="{812CCF7A-788B-4227-A920-48EDF3D1C151}" dt="2026-10-13T10:31:26.475" v="195"/>
          <ac:spMkLst>
            <pc:docMk/>
            <pc:sldMk cId="245211579" sldId="4753"/>
            <ac:spMk id="169" creationId="{B24754ED-741E-4BDE-BCBF-35B18B6ECEDF}"/>
          </ac:spMkLst>
        </pc:spChg>
        <pc:spChg chg="add del mod">
          <ac:chgData name="Minh Huynh" userId="01a137d4-0d81-46e0-aca6-c9185b391828" providerId="ADAL" clId="{812CCF7A-788B-4227-A920-48EDF3D1C151}" dt="2026-10-13T10:31:26.475" v="195"/>
          <ac:spMkLst>
            <pc:docMk/>
            <pc:sldMk cId="245211579" sldId="4753"/>
            <ac:spMk id="170" creationId="{58C18DE9-D275-4CEF-8C54-F1C8721A6000}"/>
          </ac:spMkLst>
        </pc:spChg>
        <pc:spChg chg="add del mod">
          <ac:chgData name="Minh Huynh" userId="01a137d4-0d81-46e0-aca6-c9185b391828" providerId="ADAL" clId="{812CCF7A-788B-4227-A920-48EDF3D1C151}" dt="2026-10-13T10:31:26.475" v="195"/>
          <ac:spMkLst>
            <pc:docMk/>
            <pc:sldMk cId="245211579" sldId="4753"/>
            <ac:spMk id="171" creationId="{D04BCBD9-62D5-4BEB-B000-DF17D162ABB7}"/>
          </ac:spMkLst>
        </pc:spChg>
        <pc:spChg chg="add del mod">
          <ac:chgData name="Minh Huynh" userId="01a137d4-0d81-46e0-aca6-c9185b391828" providerId="ADAL" clId="{812CCF7A-788B-4227-A920-48EDF3D1C151}" dt="2026-10-13T10:31:26.475" v="195"/>
          <ac:spMkLst>
            <pc:docMk/>
            <pc:sldMk cId="245211579" sldId="4753"/>
            <ac:spMk id="172" creationId="{8AF3FAEF-FCFA-4C43-A06A-49C21182B6BA}"/>
          </ac:spMkLst>
        </pc:spChg>
        <pc:spChg chg="add del mod">
          <ac:chgData name="Minh Huynh" userId="01a137d4-0d81-46e0-aca6-c9185b391828" providerId="ADAL" clId="{812CCF7A-788B-4227-A920-48EDF3D1C151}" dt="2026-10-13T10:31:26.475" v="195"/>
          <ac:spMkLst>
            <pc:docMk/>
            <pc:sldMk cId="245211579" sldId="4753"/>
            <ac:spMk id="173" creationId="{17CC2E5D-2429-44CA-8AB1-7BCE663CA729}"/>
          </ac:spMkLst>
        </pc:spChg>
        <pc:spChg chg="add del mod">
          <ac:chgData name="Minh Huynh" userId="01a137d4-0d81-46e0-aca6-c9185b391828" providerId="ADAL" clId="{812CCF7A-788B-4227-A920-48EDF3D1C151}" dt="2026-10-13T10:31:26.475" v="195"/>
          <ac:spMkLst>
            <pc:docMk/>
            <pc:sldMk cId="245211579" sldId="4753"/>
            <ac:spMk id="174" creationId="{2890634E-0E92-4D16-9D94-F9C8345CB105}"/>
          </ac:spMkLst>
        </pc:spChg>
        <pc:spChg chg="add del mod">
          <ac:chgData name="Minh Huynh" userId="01a137d4-0d81-46e0-aca6-c9185b391828" providerId="ADAL" clId="{812CCF7A-788B-4227-A920-48EDF3D1C151}" dt="2026-10-13T10:31:26.475" v="195"/>
          <ac:spMkLst>
            <pc:docMk/>
            <pc:sldMk cId="245211579" sldId="4753"/>
            <ac:spMk id="175" creationId="{79CB851E-6056-470B-9078-63A57158E97D}"/>
          </ac:spMkLst>
        </pc:spChg>
        <pc:spChg chg="add del mod">
          <ac:chgData name="Minh Huynh" userId="01a137d4-0d81-46e0-aca6-c9185b391828" providerId="ADAL" clId="{812CCF7A-788B-4227-A920-48EDF3D1C151}" dt="2026-10-13T10:31:26.475" v="195"/>
          <ac:spMkLst>
            <pc:docMk/>
            <pc:sldMk cId="245211579" sldId="4753"/>
            <ac:spMk id="176" creationId="{8B5DAAC1-CBE7-487D-8027-111562E71997}"/>
          </ac:spMkLst>
        </pc:spChg>
        <pc:spChg chg="add del mod">
          <ac:chgData name="Minh Huynh" userId="01a137d4-0d81-46e0-aca6-c9185b391828" providerId="ADAL" clId="{812CCF7A-788B-4227-A920-48EDF3D1C151}" dt="2026-10-13T10:31:26.475" v="195"/>
          <ac:spMkLst>
            <pc:docMk/>
            <pc:sldMk cId="245211579" sldId="4753"/>
            <ac:spMk id="177" creationId="{2F07DC51-5EDB-4592-B48A-4FCCFB7A5B1E}"/>
          </ac:spMkLst>
        </pc:spChg>
        <pc:spChg chg="add del mod">
          <ac:chgData name="Minh Huynh" userId="01a137d4-0d81-46e0-aca6-c9185b391828" providerId="ADAL" clId="{812CCF7A-788B-4227-A920-48EDF3D1C151}" dt="2026-10-13T10:31:26.475" v="195"/>
          <ac:spMkLst>
            <pc:docMk/>
            <pc:sldMk cId="245211579" sldId="4753"/>
            <ac:spMk id="178" creationId="{73D6209E-8021-4670-842E-8079C7962359}"/>
          </ac:spMkLst>
        </pc:spChg>
        <pc:spChg chg="add del mod">
          <ac:chgData name="Minh Huynh" userId="01a137d4-0d81-46e0-aca6-c9185b391828" providerId="ADAL" clId="{812CCF7A-788B-4227-A920-48EDF3D1C151}" dt="2026-10-13T10:31:26.475" v="195"/>
          <ac:spMkLst>
            <pc:docMk/>
            <pc:sldMk cId="245211579" sldId="4753"/>
            <ac:spMk id="179" creationId="{BE2D5BFA-A459-454D-8E29-20479A927FCD}"/>
          </ac:spMkLst>
        </pc:spChg>
        <pc:spChg chg="add del mod">
          <ac:chgData name="Minh Huynh" userId="01a137d4-0d81-46e0-aca6-c9185b391828" providerId="ADAL" clId="{812CCF7A-788B-4227-A920-48EDF3D1C151}" dt="2026-10-13T10:31:26.475" v="195"/>
          <ac:spMkLst>
            <pc:docMk/>
            <pc:sldMk cId="245211579" sldId="4753"/>
            <ac:spMk id="180" creationId="{C1D6FA65-E8AF-4239-A5EB-1738BDDE4949}"/>
          </ac:spMkLst>
        </pc:spChg>
        <pc:graphicFrameChg chg="del">
          <ac:chgData name="Minh Huynh" userId="01a137d4-0d81-46e0-aca6-c9185b391828" providerId="ADAL" clId="{812CCF7A-788B-4227-A920-48EDF3D1C151}" dt="2026-10-13T10:30:15.030" v="161" actId="478"/>
          <ac:graphicFrameMkLst>
            <pc:docMk/>
            <pc:sldMk cId="245211579" sldId="4753"/>
            <ac:graphicFrameMk id="28" creationId="{0F47B227-DF62-44AE-9469-FEDFFDADB90A}"/>
          </ac:graphicFrameMkLst>
        </pc:graphicFrameChg>
        <pc:graphicFrameChg chg="add del mod">
          <ac:chgData name="Minh Huynh" userId="01a137d4-0d81-46e0-aca6-c9185b391828" providerId="ADAL" clId="{812CCF7A-788B-4227-A920-48EDF3D1C151}" dt="2026-10-13T10:30:24.095" v="168"/>
          <ac:graphicFrameMkLst>
            <pc:docMk/>
            <pc:sldMk cId="245211579" sldId="4753"/>
            <ac:graphicFrameMk id="47" creationId="{D43BFCB9-4FF8-45EB-918D-04721DA6789B}"/>
          </ac:graphicFrameMkLst>
        </pc:graphicFrameChg>
        <pc:graphicFrameChg chg="add del mod">
          <ac:chgData name="Minh Huynh" userId="01a137d4-0d81-46e0-aca6-c9185b391828" providerId="ADAL" clId="{812CCF7A-788B-4227-A920-48EDF3D1C151}" dt="2026-10-13T10:30:24.095" v="168"/>
          <ac:graphicFrameMkLst>
            <pc:docMk/>
            <pc:sldMk cId="245211579" sldId="4753"/>
            <ac:graphicFrameMk id="48" creationId="{A1BAE7CB-3290-49B0-91B6-C2E66CBF7821}"/>
          </ac:graphicFrameMkLst>
        </pc:graphicFrameChg>
        <pc:graphicFrameChg chg="add del mod">
          <ac:chgData name="Minh Huynh" userId="01a137d4-0d81-46e0-aca6-c9185b391828" providerId="ADAL" clId="{812CCF7A-788B-4227-A920-48EDF3D1C151}" dt="2026-10-13T10:30:26.119" v="172"/>
          <ac:graphicFrameMkLst>
            <pc:docMk/>
            <pc:sldMk cId="245211579" sldId="4753"/>
            <ac:graphicFrameMk id="80" creationId="{8A546491-9FFD-4740-845D-34A59665A523}"/>
          </ac:graphicFrameMkLst>
        </pc:graphicFrameChg>
        <pc:graphicFrameChg chg="add del mod">
          <ac:chgData name="Minh Huynh" userId="01a137d4-0d81-46e0-aca6-c9185b391828" providerId="ADAL" clId="{812CCF7A-788B-4227-A920-48EDF3D1C151}" dt="2026-10-13T10:30:26.119" v="172"/>
          <ac:graphicFrameMkLst>
            <pc:docMk/>
            <pc:sldMk cId="245211579" sldId="4753"/>
            <ac:graphicFrameMk id="81" creationId="{3103B76D-4043-4094-9D05-194761A7B2A0}"/>
          </ac:graphicFrameMkLst>
        </pc:graphicFrameChg>
        <pc:graphicFrameChg chg="add del mod">
          <ac:chgData name="Minh Huynh" userId="01a137d4-0d81-46e0-aca6-c9185b391828" providerId="ADAL" clId="{812CCF7A-788B-4227-A920-48EDF3D1C151}" dt="2026-10-13T10:30:38.553" v="178"/>
          <ac:graphicFrameMkLst>
            <pc:docMk/>
            <pc:sldMk cId="245211579" sldId="4753"/>
            <ac:graphicFrameMk id="106" creationId="{0D5AA54C-D4CF-4E39-B3DB-28CE86F18956}"/>
          </ac:graphicFrameMkLst>
        </pc:graphicFrameChg>
        <pc:graphicFrameChg chg="add del mod">
          <ac:chgData name="Minh Huynh" userId="01a137d4-0d81-46e0-aca6-c9185b391828" providerId="ADAL" clId="{812CCF7A-788B-4227-A920-48EDF3D1C151}" dt="2026-10-13T10:30:38.553" v="178"/>
          <ac:graphicFrameMkLst>
            <pc:docMk/>
            <pc:sldMk cId="245211579" sldId="4753"/>
            <ac:graphicFrameMk id="107" creationId="{CCD08B93-9161-488D-B1B8-92CEF262AC82}"/>
          </ac:graphicFrameMkLst>
        </pc:graphicFrameChg>
        <pc:graphicFrameChg chg="add del mod">
          <ac:chgData name="Minh Huynh" userId="01a137d4-0d81-46e0-aca6-c9185b391828" providerId="ADAL" clId="{812CCF7A-788B-4227-A920-48EDF3D1C151}" dt="2026-10-13T10:31:08.097" v="187"/>
          <ac:graphicFrameMkLst>
            <pc:docMk/>
            <pc:sldMk cId="245211579" sldId="4753"/>
            <ac:graphicFrameMk id="131" creationId="{25B5942E-EF5F-4E34-9588-3DA17BD65DFE}"/>
          </ac:graphicFrameMkLst>
        </pc:graphicFrameChg>
        <pc:graphicFrameChg chg="add del mod">
          <ac:chgData name="Minh Huynh" userId="01a137d4-0d81-46e0-aca6-c9185b391828" providerId="ADAL" clId="{812CCF7A-788B-4227-A920-48EDF3D1C151}" dt="2026-10-13T10:31:08.097" v="187"/>
          <ac:graphicFrameMkLst>
            <pc:docMk/>
            <pc:sldMk cId="245211579" sldId="4753"/>
            <ac:graphicFrameMk id="132" creationId="{0F59E5A9-3634-4D39-B3BB-51B13E9B107E}"/>
          </ac:graphicFrameMkLst>
        </pc:graphicFrameChg>
        <pc:graphicFrameChg chg="add del mod">
          <ac:chgData name="Minh Huynh" userId="01a137d4-0d81-46e0-aca6-c9185b391828" providerId="ADAL" clId="{812CCF7A-788B-4227-A920-48EDF3D1C151}" dt="2026-10-13T10:31:26.475" v="195"/>
          <ac:graphicFrameMkLst>
            <pc:docMk/>
            <pc:sldMk cId="245211579" sldId="4753"/>
            <ac:graphicFrameMk id="156" creationId="{CC4EECAA-3871-4FA5-AB61-7F425D121294}"/>
          </ac:graphicFrameMkLst>
        </pc:graphicFrameChg>
        <pc:graphicFrameChg chg="add del mod">
          <ac:chgData name="Minh Huynh" userId="01a137d4-0d81-46e0-aca6-c9185b391828" providerId="ADAL" clId="{812CCF7A-788B-4227-A920-48EDF3D1C151}" dt="2026-10-13T10:31:26.475" v="195"/>
          <ac:graphicFrameMkLst>
            <pc:docMk/>
            <pc:sldMk cId="245211579" sldId="4753"/>
            <ac:graphicFrameMk id="157" creationId="{78DEA587-0273-4C31-AE5E-2BB2F95B901B}"/>
          </ac:graphicFrameMkLst>
        </pc:graphicFrameChg>
        <pc:picChg chg="add del">
          <ac:chgData name="Minh Huynh" userId="01a137d4-0d81-46e0-aca6-c9185b391828" providerId="ADAL" clId="{812CCF7A-788B-4227-A920-48EDF3D1C151}" dt="2026-10-13T10:30:27.241" v="174"/>
          <ac:picMkLst>
            <pc:docMk/>
            <pc:sldMk cId="245211579" sldId="4753"/>
            <ac:picMk id="2" creationId="{F07BA816-C94C-4BE3-9555-C73FFD74A3E0}"/>
          </ac:picMkLst>
        </pc:picChg>
        <pc:picChg chg="add del mod">
          <ac:chgData name="Minh Huynh" userId="01a137d4-0d81-46e0-aca6-c9185b391828" providerId="ADAL" clId="{812CCF7A-788B-4227-A920-48EDF3D1C151}" dt="2026-10-13T10:31:05.102" v="183" actId="478"/>
          <ac:picMkLst>
            <pc:docMk/>
            <pc:sldMk cId="245211579" sldId="4753"/>
            <ac:picMk id="3" creationId="{52920795-5B3D-41B6-B774-AA1762D2E081}"/>
          </ac:picMkLst>
        </pc:picChg>
        <pc:picChg chg="add del">
          <ac:chgData name="Minh Huynh" userId="01a137d4-0d81-46e0-aca6-c9185b391828" providerId="ADAL" clId="{812CCF7A-788B-4227-A920-48EDF3D1C151}" dt="2026-10-13T10:31:09.185" v="189"/>
          <ac:picMkLst>
            <pc:docMk/>
            <pc:sldMk cId="245211579" sldId="4753"/>
            <ac:picMk id="5" creationId="{50F8B47E-6BD1-4536-AF85-C3FD2E972DA9}"/>
          </ac:picMkLst>
        </pc:picChg>
        <pc:picChg chg="add mod modCrop">
          <ac:chgData name="Minh Huynh" userId="01a137d4-0d81-46e0-aca6-c9185b391828" providerId="ADAL" clId="{812CCF7A-788B-4227-A920-48EDF3D1C151}" dt="2026-10-13T10:31:45.343" v="202" actId="1076"/>
          <ac:picMkLst>
            <pc:docMk/>
            <pc:sldMk cId="245211579" sldId="4753"/>
            <ac:picMk id="7" creationId="{984C8693-0CCD-4CE4-9CFD-C175A12F64AE}"/>
          </ac:picMkLst>
        </pc:picChg>
      </pc:sldChg>
      <pc:sldChg chg="addSp delSp modSp add mod">
        <pc:chgData name="Minh Huynh" userId="01a137d4-0d81-46e0-aca6-c9185b391828" providerId="ADAL" clId="{812CCF7A-788B-4227-A920-48EDF3D1C151}" dt="2026-10-13T10:33:02.351" v="275" actId="20577"/>
        <pc:sldMkLst>
          <pc:docMk/>
          <pc:sldMk cId="2913342039" sldId="4758"/>
        </pc:sldMkLst>
        <pc:spChg chg="del">
          <ac:chgData name="Minh Huynh" userId="01a137d4-0d81-46e0-aca6-c9185b391828" providerId="ADAL" clId="{812CCF7A-788B-4227-A920-48EDF3D1C151}" dt="2026-10-13T10:32:44.722" v="224" actId="478"/>
          <ac:spMkLst>
            <pc:docMk/>
            <pc:sldMk cId="2913342039" sldId="4758"/>
            <ac:spMk id="7" creationId="{F18CEDC3-64F5-418C-9BF2-3A9BFB8C3203}"/>
          </ac:spMkLst>
        </pc:spChg>
        <pc:spChg chg="del">
          <ac:chgData name="Minh Huynh" userId="01a137d4-0d81-46e0-aca6-c9185b391828" providerId="ADAL" clId="{812CCF7A-788B-4227-A920-48EDF3D1C151}" dt="2026-10-13T10:32:44.722" v="224" actId="478"/>
          <ac:spMkLst>
            <pc:docMk/>
            <pc:sldMk cId="2913342039" sldId="4758"/>
            <ac:spMk id="8" creationId="{F0364128-A654-4EFD-A803-F5C09E9246F1}"/>
          </ac:spMkLst>
        </pc:spChg>
        <pc:spChg chg="del">
          <ac:chgData name="Minh Huynh" userId="01a137d4-0d81-46e0-aca6-c9185b391828" providerId="ADAL" clId="{812CCF7A-788B-4227-A920-48EDF3D1C151}" dt="2026-10-13T10:32:44.722" v="224" actId="478"/>
          <ac:spMkLst>
            <pc:docMk/>
            <pc:sldMk cId="2913342039" sldId="4758"/>
            <ac:spMk id="9" creationId="{9283AA77-AB83-4D45-8F5C-3207C0CD7853}"/>
          </ac:spMkLst>
        </pc:spChg>
        <pc:spChg chg="del">
          <ac:chgData name="Minh Huynh" userId="01a137d4-0d81-46e0-aca6-c9185b391828" providerId="ADAL" clId="{812CCF7A-788B-4227-A920-48EDF3D1C151}" dt="2026-10-13T10:32:44.722" v="224" actId="478"/>
          <ac:spMkLst>
            <pc:docMk/>
            <pc:sldMk cId="2913342039" sldId="4758"/>
            <ac:spMk id="10" creationId="{1A7C83A2-F185-4A53-99B1-3F53E4C76D23}"/>
          </ac:spMkLst>
        </pc:spChg>
        <pc:spChg chg="del">
          <ac:chgData name="Minh Huynh" userId="01a137d4-0d81-46e0-aca6-c9185b391828" providerId="ADAL" clId="{812CCF7A-788B-4227-A920-48EDF3D1C151}" dt="2026-10-13T10:32:44.722" v="224" actId="478"/>
          <ac:spMkLst>
            <pc:docMk/>
            <pc:sldMk cId="2913342039" sldId="4758"/>
            <ac:spMk id="11" creationId="{D65A98EC-45A8-43FE-8C70-6EE2967A86F9}"/>
          </ac:spMkLst>
        </pc:spChg>
        <pc:spChg chg="del">
          <ac:chgData name="Minh Huynh" userId="01a137d4-0d81-46e0-aca6-c9185b391828" providerId="ADAL" clId="{812CCF7A-788B-4227-A920-48EDF3D1C151}" dt="2026-10-13T10:32:44.722" v="224" actId="478"/>
          <ac:spMkLst>
            <pc:docMk/>
            <pc:sldMk cId="2913342039" sldId="4758"/>
            <ac:spMk id="12" creationId="{6A9C53F2-461A-44F5-8AEB-14837470310B}"/>
          </ac:spMkLst>
        </pc:spChg>
        <pc:spChg chg="del">
          <ac:chgData name="Minh Huynh" userId="01a137d4-0d81-46e0-aca6-c9185b391828" providerId="ADAL" clId="{812CCF7A-788B-4227-A920-48EDF3D1C151}" dt="2026-10-13T10:32:44.722" v="224" actId="478"/>
          <ac:spMkLst>
            <pc:docMk/>
            <pc:sldMk cId="2913342039" sldId="4758"/>
            <ac:spMk id="13" creationId="{B0E61D84-71FD-4606-B06C-F8074132F961}"/>
          </ac:spMkLst>
        </pc:spChg>
        <pc:spChg chg="del">
          <ac:chgData name="Minh Huynh" userId="01a137d4-0d81-46e0-aca6-c9185b391828" providerId="ADAL" clId="{812CCF7A-788B-4227-A920-48EDF3D1C151}" dt="2026-10-13T10:32:44.722" v="224" actId="478"/>
          <ac:spMkLst>
            <pc:docMk/>
            <pc:sldMk cId="2913342039" sldId="4758"/>
            <ac:spMk id="14" creationId="{5D152412-8918-49A0-99B5-198F00E9D11F}"/>
          </ac:spMkLst>
        </pc:spChg>
        <pc:spChg chg="add mod">
          <ac:chgData name="Minh Huynh" userId="01a137d4-0d81-46e0-aca6-c9185b391828" providerId="ADAL" clId="{812CCF7A-788B-4227-A920-48EDF3D1C151}" dt="2026-10-13T10:33:02.351" v="275" actId="20577"/>
          <ac:spMkLst>
            <pc:docMk/>
            <pc:sldMk cId="2913342039" sldId="4758"/>
            <ac:spMk id="15" creationId="{930A1FD4-0A70-47C7-B154-33E18688E30E}"/>
          </ac:spMkLst>
        </pc:spChg>
        <pc:spChg chg="del">
          <ac:chgData name="Minh Huynh" userId="01a137d4-0d81-46e0-aca6-c9185b391828" providerId="ADAL" clId="{812CCF7A-788B-4227-A920-48EDF3D1C151}" dt="2026-10-13T10:32:46.830" v="225" actId="478"/>
          <ac:spMkLst>
            <pc:docMk/>
            <pc:sldMk cId="2913342039" sldId="4758"/>
            <ac:spMk id="104" creationId="{1A1737B4-5C22-48C0-A017-BE9CFEF00550}"/>
          </ac:spMkLst>
        </pc:spChg>
      </pc:sldChg>
      <pc:sldChg chg="addSp delSp modSp add mod">
        <pc:chgData name="Minh Huynh" userId="01a137d4-0d81-46e0-aca6-c9185b391828" providerId="ADAL" clId="{812CCF7A-788B-4227-A920-48EDF3D1C151}" dt="2026-10-13T10:33:20.034" v="278"/>
        <pc:sldMkLst>
          <pc:docMk/>
          <pc:sldMk cId="3998043843" sldId="4759"/>
        </pc:sldMkLst>
        <pc:picChg chg="del">
          <ac:chgData name="Minh Huynh" userId="01a137d4-0d81-46e0-aca6-c9185b391828" providerId="ADAL" clId="{812CCF7A-788B-4227-A920-48EDF3D1C151}" dt="2026-10-13T10:33:16.673" v="277" actId="478"/>
          <ac:picMkLst>
            <pc:docMk/>
            <pc:sldMk cId="3998043843" sldId="4759"/>
            <ac:picMk id="4" creationId="{46BE953A-F0F0-4446-BA76-B54DD54821CD}"/>
          </ac:picMkLst>
        </pc:picChg>
        <pc:picChg chg="add mod">
          <ac:chgData name="Minh Huynh" userId="01a137d4-0d81-46e0-aca6-c9185b391828" providerId="ADAL" clId="{812CCF7A-788B-4227-A920-48EDF3D1C151}" dt="2026-10-13T10:33:20.034" v="278"/>
          <ac:picMkLst>
            <pc:docMk/>
            <pc:sldMk cId="3998043843" sldId="4759"/>
            <ac:picMk id="5" creationId="{292BC49B-3DBB-433C-9874-B3C2554DE2F5}"/>
          </ac:picMkLst>
        </pc:picChg>
      </pc:sldChg>
      <pc:sldChg chg="addSp delSp modSp add mod">
        <pc:chgData name="Minh Huynh" userId="01a137d4-0d81-46e0-aca6-c9185b391828" providerId="ADAL" clId="{812CCF7A-788B-4227-A920-48EDF3D1C151}" dt="2026-10-13T10:34:09.962" v="309" actId="9405"/>
        <pc:sldMkLst>
          <pc:docMk/>
          <pc:sldMk cId="770848168" sldId="4767"/>
        </pc:sldMkLst>
        <pc:spChg chg="del">
          <ac:chgData name="Minh Huynh" userId="01a137d4-0d81-46e0-aca6-c9185b391828" providerId="ADAL" clId="{812CCF7A-788B-4227-A920-48EDF3D1C151}" dt="2026-10-13T10:33:43.028" v="280" actId="478"/>
          <ac:spMkLst>
            <pc:docMk/>
            <pc:sldMk cId="770848168" sldId="4767"/>
            <ac:spMk id="5" creationId="{486D3D40-6840-44D3-A243-64E83BF88E7A}"/>
          </ac:spMkLst>
        </pc:spChg>
        <pc:spChg chg="del">
          <ac:chgData name="Minh Huynh" userId="01a137d4-0d81-46e0-aca6-c9185b391828" providerId="ADAL" clId="{812CCF7A-788B-4227-A920-48EDF3D1C151}" dt="2026-10-13T10:33:43.028" v="280" actId="478"/>
          <ac:spMkLst>
            <pc:docMk/>
            <pc:sldMk cId="770848168" sldId="4767"/>
            <ac:spMk id="6" creationId="{24A95B49-43A1-4589-AB8E-5D04D1F09A2B}"/>
          </ac:spMkLst>
        </pc:spChg>
        <pc:spChg chg="del">
          <ac:chgData name="Minh Huynh" userId="01a137d4-0d81-46e0-aca6-c9185b391828" providerId="ADAL" clId="{812CCF7A-788B-4227-A920-48EDF3D1C151}" dt="2026-10-13T10:33:43.028" v="280" actId="478"/>
          <ac:spMkLst>
            <pc:docMk/>
            <pc:sldMk cId="770848168" sldId="4767"/>
            <ac:spMk id="7" creationId="{9666C070-66F4-483C-897B-4D964ADB578A}"/>
          </ac:spMkLst>
        </pc:spChg>
        <pc:spChg chg="del">
          <ac:chgData name="Minh Huynh" userId="01a137d4-0d81-46e0-aca6-c9185b391828" providerId="ADAL" clId="{812CCF7A-788B-4227-A920-48EDF3D1C151}" dt="2026-10-13T10:33:43.028" v="280" actId="478"/>
          <ac:spMkLst>
            <pc:docMk/>
            <pc:sldMk cId="770848168" sldId="4767"/>
            <ac:spMk id="8" creationId="{495CDA34-D85F-49E3-A4A3-FE52B22B7E1B}"/>
          </ac:spMkLst>
        </pc:spChg>
        <pc:spChg chg="del">
          <ac:chgData name="Minh Huynh" userId="01a137d4-0d81-46e0-aca6-c9185b391828" providerId="ADAL" clId="{812CCF7A-788B-4227-A920-48EDF3D1C151}" dt="2026-10-13T10:33:43.028" v="280" actId="478"/>
          <ac:spMkLst>
            <pc:docMk/>
            <pc:sldMk cId="770848168" sldId="4767"/>
            <ac:spMk id="9" creationId="{1B1A1B69-1CCB-4054-9047-4B5279B6245B}"/>
          </ac:spMkLst>
        </pc:spChg>
        <pc:spChg chg="del">
          <ac:chgData name="Minh Huynh" userId="01a137d4-0d81-46e0-aca6-c9185b391828" providerId="ADAL" clId="{812CCF7A-788B-4227-A920-48EDF3D1C151}" dt="2026-10-13T10:33:43.028" v="280" actId="478"/>
          <ac:spMkLst>
            <pc:docMk/>
            <pc:sldMk cId="770848168" sldId="4767"/>
            <ac:spMk id="10" creationId="{7868F1AE-41FF-4B2E-A384-72D4C06FF785}"/>
          </ac:spMkLst>
        </pc:spChg>
        <pc:spChg chg="del">
          <ac:chgData name="Minh Huynh" userId="01a137d4-0d81-46e0-aca6-c9185b391828" providerId="ADAL" clId="{812CCF7A-788B-4227-A920-48EDF3D1C151}" dt="2026-10-13T10:33:43.028" v="280" actId="478"/>
          <ac:spMkLst>
            <pc:docMk/>
            <pc:sldMk cId="770848168" sldId="4767"/>
            <ac:spMk id="11" creationId="{9D7F352B-50DF-4201-A735-909C747690F3}"/>
          </ac:spMkLst>
        </pc:spChg>
        <pc:spChg chg="del">
          <ac:chgData name="Minh Huynh" userId="01a137d4-0d81-46e0-aca6-c9185b391828" providerId="ADAL" clId="{812CCF7A-788B-4227-A920-48EDF3D1C151}" dt="2026-10-13T10:33:43.028" v="280" actId="478"/>
          <ac:spMkLst>
            <pc:docMk/>
            <pc:sldMk cId="770848168" sldId="4767"/>
            <ac:spMk id="12" creationId="{E0F3A9BA-1FAE-48AE-ADDE-7C1B44F77B4F}"/>
          </ac:spMkLst>
        </pc:spChg>
        <pc:spChg chg="add mod">
          <ac:chgData name="Minh Huynh" userId="01a137d4-0d81-46e0-aca6-c9185b391828" providerId="ADAL" clId="{812CCF7A-788B-4227-A920-48EDF3D1C151}" dt="2026-10-13T10:33:50.077" v="302" actId="20577"/>
          <ac:spMkLst>
            <pc:docMk/>
            <pc:sldMk cId="770848168" sldId="4767"/>
            <ac:spMk id="13" creationId="{F762A9B3-8EC1-449E-AFB4-E42420BA8488}"/>
          </ac:spMkLst>
        </pc:spChg>
        <pc:spChg chg="add del mod">
          <ac:chgData name="Minh Huynh" userId="01a137d4-0d81-46e0-aca6-c9185b391828" providerId="ADAL" clId="{812CCF7A-788B-4227-A920-48EDF3D1C151}" dt="2026-10-13T10:33:59.953" v="305" actId="478"/>
          <ac:spMkLst>
            <pc:docMk/>
            <pc:sldMk cId="770848168" sldId="4767"/>
            <ac:spMk id="14" creationId="{252C8D4E-086C-4F87-AADB-27FFD6DEB6B5}"/>
          </ac:spMkLst>
        </pc:spChg>
        <pc:spChg chg="add mod">
          <ac:chgData name="Minh Huynh" userId="01a137d4-0d81-46e0-aca6-c9185b391828" providerId="ADAL" clId="{812CCF7A-788B-4227-A920-48EDF3D1C151}" dt="2026-10-13T10:34:02.740" v="307" actId="1076"/>
          <ac:spMkLst>
            <pc:docMk/>
            <pc:sldMk cId="770848168" sldId="4767"/>
            <ac:spMk id="16" creationId="{AAD3E40B-A72B-4BDF-BB0F-97B3F51DE7F7}"/>
          </ac:spMkLst>
        </pc:spChg>
        <pc:inkChg chg="add">
          <ac:chgData name="Minh Huynh" userId="01a137d4-0d81-46e0-aca6-c9185b391828" providerId="ADAL" clId="{812CCF7A-788B-4227-A920-48EDF3D1C151}" dt="2026-10-13T10:34:09.962" v="309" actId="9405"/>
          <ac:inkMkLst>
            <pc:docMk/>
            <pc:sldMk cId="770848168" sldId="4767"/>
            <ac:inkMk id="3" creationId="{BD221C97-1AE9-475D-B581-EE14AD3BD834}"/>
          </ac:inkMkLst>
        </pc:inkChg>
        <pc:inkChg chg="add del mod">
          <ac:chgData name="Minh Huynh" userId="01a137d4-0d81-46e0-aca6-c9185b391828" providerId="ADAL" clId="{812CCF7A-788B-4227-A920-48EDF3D1C151}" dt="2026-10-13T10:33:59.953" v="305" actId="478"/>
          <ac:inkMkLst>
            <pc:docMk/>
            <pc:sldMk cId="770848168" sldId="4767"/>
            <ac:inkMk id="15" creationId="{F76506BD-82DD-4304-973E-797B0BB7D1ED}"/>
          </ac:inkMkLst>
        </pc:inkChg>
        <pc:inkChg chg="add del mod">
          <ac:chgData name="Minh Huynh" userId="01a137d4-0d81-46e0-aca6-c9185b391828" providerId="ADAL" clId="{812CCF7A-788B-4227-A920-48EDF3D1C151}" dt="2026-10-13T10:34:04.243" v="308" actId="478"/>
          <ac:inkMkLst>
            <pc:docMk/>
            <pc:sldMk cId="770848168" sldId="4767"/>
            <ac:inkMk id="17" creationId="{7972D1D3-2865-44EA-8E16-3BB3ED1C1223}"/>
          </ac:inkMkLst>
        </pc:inkChg>
      </pc:sldChg>
      <pc:sldChg chg="addSp delSp modSp add mod">
        <pc:chgData name="Minh Huynh" userId="01a137d4-0d81-46e0-aca6-c9185b391828" providerId="ADAL" clId="{812CCF7A-788B-4227-A920-48EDF3D1C151}" dt="2026-10-13T10:35:24.312" v="351" actId="14100"/>
        <pc:sldMkLst>
          <pc:docMk/>
          <pc:sldMk cId="886846188" sldId="4768"/>
        </pc:sldMkLst>
        <pc:spChg chg="del">
          <ac:chgData name="Minh Huynh" userId="01a137d4-0d81-46e0-aca6-c9185b391828" providerId="ADAL" clId="{812CCF7A-788B-4227-A920-48EDF3D1C151}" dt="2026-10-13T10:34:51.818" v="335" actId="478"/>
          <ac:spMkLst>
            <pc:docMk/>
            <pc:sldMk cId="886846188" sldId="4768"/>
            <ac:spMk id="5" creationId="{5CC2B7D4-F956-48D8-B585-222BC9D2AFA5}"/>
          </ac:spMkLst>
        </pc:spChg>
        <pc:spChg chg="mod">
          <ac:chgData name="Minh Huynh" userId="01a137d4-0d81-46e0-aca6-c9185b391828" providerId="ADAL" clId="{812CCF7A-788B-4227-A920-48EDF3D1C151}" dt="2026-10-13T10:35:24.312" v="351" actId="14100"/>
          <ac:spMkLst>
            <pc:docMk/>
            <pc:sldMk cId="886846188" sldId="4768"/>
            <ac:spMk id="7" creationId="{0397E87C-8814-4E1F-AFD0-C50947C36BDC}"/>
          </ac:spMkLst>
        </pc:spChg>
        <pc:spChg chg="del">
          <ac:chgData name="Minh Huynh" userId="01a137d4-0d81-46e0-aca6-c9185b391828" providerId="ADAL" clId="{812CCF7A-788B-4227-A920-48EDF3D1C151}" dt="2026-10-13T10:34:24.181" v="312" actId="478"/>
          <ac:spMkLst>
            <pc:docMk/>
            <pc:sldMk cId="886846188" sldId="4768"/>
            <ac:spMk id="8" creationId="{C5CEA50C-7524-4502-BA9B-68FD93595173}"/>
          </ac:spMkLst>
        </pc:spChg>
        <pc:spChg chg="del">
          <ac:chgData name="Minh Huynh" userId="01a137d4-0d81-46e0-aca6-c9185b391828" providerId="ADAL" clId="{812CCF7A-788B-4227-A920-48EDF3D1C151}" dt="2026-10-13T10:34:24.181" v="312" actId="478"/>
          <ac:spMkLst>
            <pc:docMk/>
            <pc:sldMk cId="886846188" sldId="4768"/>
            <ac:spMk id="9" creationId="{5AF92854-A259-4531-856E-3098C8DF91DA}"/>
          </ac:spMkLst>
        </pc:spChg>
        <pc:spChg chg="del">
          <ac:chgData name="Minh Huynh" userId="01a137d4-0d81-46e0-aca6-c9185b391828" providerId="ADAL" clId="{812CCF7A-788B-4227-A920-48EDF3D1C151}" dt="2026-10-13T10:34:24.181" v="312" actId="478"/>
          <ac:spMkLst>
            <pc:docMk/>
            <pc:sldMk cId="886846188" sldId="4768"/>
            <ac:spMk id="10" creationId="{29329AA9-3360-4B82-9B31-7748B49380AF}"/>
          </ac:spMkLst>
        </pc:spChg>
        <pc:spChg chg="del">
          <ac:chgData name="Minh Huynh" userId="01a137d4-0d81-46e0-aca6-c9185b391828" providerId="ADAL" clId="{812CCF7A-788B-4227-A920-48EDF3D1C151}" dt="2026-10-13T10:34:24.181" v="312" actId="478"/>
          <ac:spMkLst>
            <pc:docMk/>
            <pc:sldMk cId="886846188" sldId="4768"/>
            <ac:spMk id="11" creationId="{623974A1-1E40-4E5E-B071-80877BA9C0EB}"/>
          </ac:spMkLst>
        </pc:spChg>
        <pc:spChg chg="del">
          <ac:chgData name="Minh Huynh" userId="01a137d4-0d81-46e0-aca6-c9185b391828" providerId="ADAL" clId="{812CCF7A-788B-4227-A920-48EDF3D1C151}" dt="2026-10-13T10:34:24.181" v="312" actId="478"/>
          <ac:spMkLst>
            <pc:docMk/>
            <pc:sldMk cId="886846188" sldId="4768"/>
            <ac:spMk id="12" creationId="{438C3E2E-314F-4FFB-B51E-D3223EFAC17E}"/>
          </ac:spMkLst>
        </pc:spChg>
        <pc:spChg chg="del">
          <ac:chgData name="Minh Huynh" userId="01a137d4-0d81-46e0-aca6-c9185b391828" providerId="ADAL" clId="{812CCF7A-788B-4227-A920-48EDF3D1C151}" dt="2026-10-13T10:34:24.181" v="312" actId="478"/>
          <ac:spMkLst>
            <pc:docMk/>
            <pc:sldMk cId="886846188" sldId="4768"/>
            <ac:spMk id="13" creationId="{A6097481-21C0-4B26-89FB-6DEDC9E3699F}"/>
          </ac:spMkLst>
        </pc:spChg>
        <pc:spChg chg="del">
          <ac:chgData name="Minh Huynh" userId="01a137d4-0d81-46e0-aca6-c9185b391828" providerId="ADAL" clId="{812CCF7A-788B-4227-A920-48EDF3D1C151}" dt="2026-10-13T10:34:24.181" v="312" actId="478"/>
          <ac:spMkLst>
            <pc:docMk/>
            <pc:sldMk cId="886846188" sldId="4768"/>
            <ac:spMk id="14" creationId="{1BE46AF5-B38A-45FB-8067-BCB4B6D989E2}"/>
          </ac:spMkLst>
        </pc:spChg>
        <pc:spChg chg="del">
          <ac:chgData name="Minh Huynh" userId="01a137d4-0d81-46e0-aca6-c9185b391828" providerId="ADAL" clId="{812CCF7A-788B-4227-A920-48EDF3D1C151}" dt="2026-10-13T10:34:24.181" v="312" actId="478"/>
          <ac:spMkLst>
            <pc:docMk/>
            <pc:sldMk cId="886846188" sldId="4768"/>
            <ac:spMk id="15" creationId="{3A680872-7D1B-45B5-8FEE-20A21E91A167}"/>
          </ac:spMkLst>
        </pc:spChg>
        <pc:spChg chg="add mod">
          <ac:chgData name="Minh Huynh" userId="01a137d4-0d81-46e0-aca6-c9185b391828" providerId="ADAL" clId="{812CCF7A-788B-4227-A920-48EDF3D1C151}" dt="2026-10-13T10:34:33.311" v="334" actId="20577"/>
          <ac:spMkLst>
            <pc:docMk/>
            <pc:sldMk cId="886846188" sldId="4768"/>
            <ac:spMk id="16" creationId="{87908748-A430-4936-9F3F-5A0521221A2C}"/>
          </ac:spMkLst>
        </pc:spChg>
        <pc:spChg chg="add del mod">
          <ac:chgData name="Minh Huynh" userId="01a137d4-0d81-46e0-aca6-c9185b391828" providerId="ADAL" clId="{812CCF7A-788B-4227-A920-48EDF3D1C151}" dt="2026-10-13T10:35:02.338" v="341"/>
          <ac:spMkLst>
            <pc:docMk/>
            <pc:sldMk cId="886846188" sldId="4768"/>
            <ac:spMk id="18" creationId="{5FFAE935-23CB-477C-A6A5-639C5036001A}"/>
          </ac:spMkLst>
        </pc:spChg>
        <pc:spChg chg="add del mod">
          <ac:chgData name="Minh Huynh" userId="01a137d4-0d81-46e0-aca6-c9185b391828" providerId="ADAL" clId="{812CCF7A-788B-4227-A920-48EDF3D1C151}" dt="2026-10-13T10:35:02.338" v="341"/>
          <ac:spMkLst>
            <pc:docMk/>
            <pc:sldMk cId="886846188" sldId="4768"/>
            <ac:spMk id="19" creationId="{5EB98CE7-1ADF-4257-A0B3-82FAC85FB014}"/>
          </ac:spMkLst>
        </pc:spChg>
        <pc:spChg chg="del">
          <ac:chgData name="Minh Huynh" userId="01a137d4-0d81-46e0-aca6-c9185b391828" providerId="ADAL" clId="{812CCF7A-788B-4227-A920-48EDF3D1C151}" dt="2026-10-13T10:34:23.147" v="311" actId="478"/>
          <ac:spMkLst>
            <pc:docMk/>
            <pc:sldMk cId="886846188" sldId="4768"/>
            <ac:spMk id="104" creationId="{1A1737B4-5C22-48C0-A017-BE9CFEF00550}"/>
          </ac:spMkLst>
        </pc:spChg>
        <pc:picChg chg="add mod">
          <ac:chgData name="Minh Huynh" userId="01a137d4-0d81-46e0-aca6-c9185b391828" providerId="ADAL" clId="{812CCF7A-788B-4227-A920-48EDF3D1C151}" dt="2026-10-13T10:35:06.819" v="345" actId="14100"/>
          <ac:picMkLst>
            <pc:docMk/>
            <pc:sldMk cId="886846188" sldId="4768"/>
            <ac:picMk id="2" creationId="{99E4D3C5-C757-4043-B54F-BAA284E57B9E}"/>
          </ac:picMkLst>
        </pc:picChg>
        <pc:picChg chg="add del mod">
          <ac:chgData name="Minh Huynh" userId="01a137d4-0d81-46e0-aca6-c9185b391828" providerId="ADAL" clId="{812CCF7A-788B-4227-A920-48EDF3D1C151}" dt="2026-10-13T10:35:02.338" v="341"/>
          <ac:picMkLst>
            <pc:docMk/>
            <pc:sldMk cId="886846188" sldId="4768"/>
            <ac:picMk id="17" creationId="{946C78AE-7337-4A0A-B986-5662D2B9B558}"/>
          </ac:picMkLst>
        </pc:picChg>
        <pc:cxnChg chg="del">
          <ac:chgData name="Minh Huynh" userId="01a137d4-0d81-46e0-aca6-c9185b391828" providerId="ADAL" clId="{812CCF7A-788B-4227-A920-48EDF3D1C151}" dt="2026-10-13T10:34:52.419" v="336" actId="478"/>
          <ac:cxnSpMkLst>
            <pc:docMk/>
            <pc:sldMk cId="886846188" sldId="4768"/>
            <ac:cxnSpMk id="3" creationId="{146FBE09-6E02-4CF8-A191-34F15659CCD7}"/>
          </ac:cxnSpMkLst>
        </pc:cxnChg>
      </pc:sldChg>
      <pc:sldChg chg="add">
        <pc:chgData name="Minh Huynh" userId="01a137d4-0d81-46e0-aca6-c9185b391828" providerId="ADAL" clId="{812CCF7A-788B-4227-A920-48EDF3D1C151}" dt="2026-10-13T10:35:43.977" v="352" actId="2890"/>
        <pc:sldMkLst>
          <pc:docMk/>
          <pc:sldMk cId="1950456884" sldId="4769"/>
        </pc:sldMkLst>
      </pc:sldChg>
      <pc:sldChg chg="addSp delSp modSp add mod">
        <pc:chgData name="Minh Huynh" userId="01a137d4-0d81-46e0-aca6-c9185b391828" providerId="ADAL" clId="{812CCF7A-788B-4227-A920-48EDF3D1C151}" dt="2026-10-13T10:36:08.708" v="379" actId="20577"/>
        <pc:sldMkLst>
          <pc:docMk/>
          <pc:sldMk cId="1420647700" sldId="4774"/>
        </pc:sldMkLst>
        <pc:spChg chg="del">
          <ac:chgData name="Minh Huynh" userId="01a137d4-0d81-46e0-aca6-c9185b391828" providerId="ADAL" clId="{812CCF7A-788B-4227-A920-48EDF3D1C151}" dt="2026-10-13T10:36:00.167" v="355" actId="478"/>
          <ac:spMkLst>
            <pc:docMk/>
            <pc:sldMk cId="1420647700" sldId="4774"/>
            <ac:spMk id="104" creationId="{1A1737B4-5C22-48C0-A017-BE9CFEF00550}"/>
          </ac:spMkLst>
        </pc:spChg>
        <pc:spChg chg="del">
          <ac:chgData name="Minh Huynh" userId="01a137d4-0d81-46e0-aca6-c9185b391828" providerId="ADAL" clId="{812CCF7A-788B-4227-A920-48EDF3D1C151}" dt="2026-10-13T10:35:59.047" v="354" actId="478"/>
          <ac:spMkLst>
            <pc:docMk/>
            <pc:sldMk cId="1420647700" sldId="4774"/>
            <ac:spMk id="160" creationId="{3A72F6CC-D1D8-487E-A693-DC1D18BD4EE5}"/>
          </ac:spMkLst>
        </pc:spChg>
        <pc:spChg chg="del">
          <ac:chgData name="Minh Huynh" userId="01a137d4-0d81-46e0-aca6-c9185b391828" providerId="ADAL" clId="{812CCF7A-788B-4227-A920-48EDF3D1C151}" dt="2026-10-13T10:35:59.047" v="354" actId="478"/>
          <ac:spMkLst>
            <pc:docMk/>
            <pc:sldMk cId="1420647700" sldId="4774"/>
            <ac:spMk id="161" creationId="{1A2F8E81-118B-4D42-A7D1-3B585DEE3AAC}"/>
          </ac:spMkLst>
        </pc:spChg>
        <pc:spChg chg="del">
          <ac:chgData name="Minh Huynh" userId="01a137d4-0d81-46e0-aca6-c9185b391828" providerId="ADAL" clId="{812CCF7A-788B-4227-A920-48EDF3D1C151}" dt="2026-10-13T10:35:59.047" v="354" actId="478"/>
          <ac:spMkLst>
            <pc:docMk/>
            <pc:sldMk cId="1420647700" sldId="4774"/>
            <ac:spMk id="162" creationId="{2857AB75-9ACA-4932-A258-50BC2C7EAD55}"/>
          </ac:spMkLst>
        </pc:spChg>
        <pc:spChg chg="del">
          <ac:chgData name="Minh Huynh" userId="01a137d4-0d81-46e0-aca6-c9185b391828" providerId="ADAL" clId="{812CCF7A-788B-4227-A920-48EDF3D1C151}" dt="2026-10-13T10:35:59.047" v="354" actId="478"/>
          <ac:spMkLst>
            <pc:docMk/>
            <pc:sldMk cId="1420647700" sldId="4774"/>
            <ac:spMk id="163" creationId="{94181C66-D37B-4447-B292-CBCDD6524A3A}"/>
          </ac:spMkLst>
        </pc:spChg>
        <pc:spChg chg="del">
          <ac:chgData name="Minh Huynh" userId="01a137d4-0d81-46e0-aca6-c9185b391828" providerId="ADAL" clId="{812CCF7A-788B-4227-A920-48EDF3D1C151}" dt="2026-10-13T10:35:59.047" v="354" actId="478"/>
          <ac:spMkLst>
            <pc:docMk/>
            <pc:sldMk cId="1420647700" sldId="4774"/>
            <ac:spMk id="164" creationId="{FCC386F2-C905-4A6F-B391-E6E2EB8926A0}"/>
          </ac:spMkLst>
        </pc:spChg>
        <pc:spChg chg="del">
          <ac:chgData name="Minh Huynh" userId="01a137d4-0d81-46e0-aca6-c9185b391828" providerId="ADAL" clId="{812CCF7A-788B-4227-A920-48EDF3D1C151}" dt="2026-10-13T10:35:59.047" v="354" actId="478"/>
          <ac:spMkLst>
            <pc:docMk/>
            <pc:sldMk cId="1420647700" sldId="4774"/>
            <ac:spMk id="165" creationId="{0B2FBCFB-C709-4FD9-B91D-7652CBD9F463}"/>
          </ac:spMkLst>
        </pc:spChg>
        <pc:spChg chg="del">
          <ac:chgData name="Minh Huynh" userId="01a137d4-0d81-46e0-aca6-c9185b391828" providerId="ADAL" clId="{812CCF7A-788B-4227-A920-48EDF3D1C151}" dt="2026-10-13T10:35:59.047" v="354" actId="478"/>
          <ac:spMkLst>
            <pc:docMk/>
            <pc:sldMk cId="1420647700" sldId="4774"/>
            <ac:spMk id="166" creationId="{9A9C2C51-E0BD-458F-9B86-167A3B87263E}"/>
          </ac:spMkLst>
        </pc:spChg>
        <pc:spChg chg="del">
          <ac:chgData name="Minh Huynh" userId="01a137d4-0d81-46e0-aca6-c9185b391828" providerId="ADAL" clId="{812CCF7A-788B-4227-A920-48EDF3D1C151}" dt="2026-10-13T10:35:59.047" v="354" actId="478"/>
          <ac:spMkLst>
            <pc:docMk/>
            <pc:sldMk cId="1420647700" sldId="4774"/>
            <ac:spMk id="167" creationId="{C8528776-D5BD-44CF-84A0-6A129A64D94B}"/>
          </ac:spMkLst>
        </pc:spChg>
        <pc:spChg chg="add mod">
          <ac:chgData name="Minh Huynh" userId="01a137d4-0d81-46e0-aca6-c9185b391828" providerId="ADAL" clId="{812CCF7A-788B-4227-A920-48EDF3D1C151}" dt="2026-10-13T10:36:08.708" v="379" actId="20577"/>
          <ac:spMkLst>
            <pc:docMk/>
            <pc:sldMk cId="1420647700" sldId="4774"/>
            <ac:spMk id="168" creationId="{8C7846FD-7030-4316-804F-1FC4EC8AED82}"/>
          </ac:spMkLst>
        </pc:spChg>
      </pc:sldChg>
      <pc:sldChg chg="addSp delSp modSp add mod">
        <pc:chgData name="Minh Huynh" userId="01a137d4-0d81-46e0-aca6-c9185b391828" providerId="ADAL" clId="{812CCF7A-788B-4227-A920-48EDF3D1C151}" dt="2026-10-13T10:36:41.591" v="400" actId="1076"/>
        <pc:sldMkLst>
          <pc:docMk/>
          <pc:sldMk cId="3451213382" sldId="4775"/>
        </pc:sldMkLst>
        <pc:spChg chg="mod">
          <ac:chgData name="Minh Huynh" userId="01a137d4-0d81-46e0-aca6-c9185b391828" providerId="ADAL" clId="{812CCF7A-788B-4227-A920-48EDF3D1C151}" dt="2026-10-13T10:36:28.109" v="398" actId="1076"/>
          <ac:spMkLst>
            <pc:docMk/>
            <pc:sldMk cId="3451213382" sldId="4775"/>
            <ac:spMk id="5" creationId="{5CC2B7D4-F956-48D8-B585-222BC9D2AFA5}"/>
          </ac:spMkLst>
        </pc:spChg>
        <pc:spChg chg="del">
          <ac:chgData name="Minh Huynh" userId="01a137d4-0d81-46e0-aca6-c9185b391828" providerId="ADAL" clId="{812CCF7A-788B-4227-A920-48EDF3D1C151}" dt="2026-10-13T10:36:19.196" v="382" actId="478"/>
          <ac:spMkLst>
            <pc:docMk/>
            <pc:sldMk cId="3451213382" sldId="4775"/>
            <ac:spMk id="6" creationId="{D258787C-78D9-4110-A421-ADCF64BBD128}"/>
          </ac:spMkLst>
        </pc:spChg>
        <pc:spChg chg="mod">
          <ac:chgData name="Minh Huynh" userId="01a137d4-0d81-46e0-aca6-c9185b391828" providerId="ADAL" clId="{812CCF7A-788B-4227-A920-48EDF3D1C151}" dt="2026-10-13T10:36:28.109" v="398" actId="1076"/>
          <ac:spMkLst>
            <pc:docMk/>
            <pc:sldMk cId="3451213382" sldId="4775"/>
            <ac:spMk id="7" creationId="{0397E87C-8814-4E1F-AFD0-C50947C36BDC}"/>
          </ac:spMkLst>
        </pc:spChg>
        <pc:spChg chg="del">
          <ac:chgData name="Minh Huynh" userId="01a137d4-0d81-46e0-aca6-c9185b391828" providerId="ADAL" clId="{812CCF7A-788B-4227-A920-48EDF3D1C151}" dt="2026-10-13T10:36:19.196" v="382" actId="478"/>
          <ac:spMkLst>
            <pc:docMk/>
            <pc:sldMk cId="3451213382" sldId="4775"/>
            <ac:spMk id="8" creationId="{3BF1407D-71CC-40ED-AD73-6F18266F3592}"/>
          </ac:spMkLst>
        </pc:spChg>
        <pc:spChg chg="del">
          <ac:chgData name="Minh Huynh" userId="01a137d4-0d81-46e0-aca6-c9185b391828" providerId="ADAL" clId="{812CCF7A-788B-4227-A920-48EDF3D1C151}" dt="2026-10-13T10:36:19.196" v="382" actId="478"/>
          <ac:spMkLst>
            <pc:docMk/>
            <pc:sldMk cId="3451213382" sldId="4775"/>
            <ac:spMk id="9" creationId="{D1C2B71B-BA6E-4F58-9E78-E5574A4DFC0A}"/>
          </ac:spMkLst>
        </pc:spChg>
        <pc:spChg chg="del">
          <ac:chgData name="Minh Huynh" userId="01a137d4-0d81-46e0-aca6-c9185b391828" providerId="ADAL" clId="{812CCF7A-788B-4227-A920-48EDF3D1C151}" dt="2026-10-13T10:36:19.196" v="382" actId="478"/>
          <ac:spMkLst>
            <pc:docMk/>
            <pc:sldMk cId="3451213382" sldId="4775"/>
            <ac:spMk id="10" creationId="{B06E328B-0E6F-4CD2-96FF-FCA5A0A44198}"/>
          </ac:spMkLst>
        </pc:spChg>
        <pc:spChg chg="del">
          <ac:chgData name="Minh Huynh" userId="01a137d4-0d81-46e0-aca6-c9185b391828" providerId="ADAL" clId="{812CCF7A-788B-4227-A920-48EDF3D1C151}" dt="2026-10-13T10:36:19.196" v="382" actId="478"/>
          <ac:spMkLst>
            <pc:docMk/>
            <pc:sldMk cId="3451213382" sldId="4775"/>
            <ac:spMk id="11" creationId="{78F28E78-2B18-4F4C-BE46-FF1A8A73B19A}"/>
          </ac:spMkLst>
        </pc:spChg>
        <pc:spChg chg="del">
          <ac:chgData name="Minh Huynh" userId="01a137d4-0d81-46e0-aca6-c9185b391828" providerId="ADAL" clId="{812CCF7A-788B-4227-A920-48EDF3D1C151}" dt="2026-10-13T10:36:19.196" v="382" actId="478"/>
          <ac:spMkLst>
            <pc:docMk/>
            <pc:sldMk cId="3451213382" sldId="4775"/>
            <ac:spMk id="12" creationId="{B341BC3A-AA78-4E84-AF27-D90F6C273F55}"/>
          </ac:spMkLst>
        </pc:spChg>
        <pc:spChg chg="del">
          <ac:chgData name="Minh Huynh" userId="01a137d4-0d81-46e0-aca6-c9185b391828" providerId="ADAL" clId="{812CCF7A-788B-4227-A920-48EDF3D1C151}" dt="2026-10-13T10:36:19.196" v="382" actId="478"/>
          <ac:spMkLst>
            <pc:docMk/>
            <pc:sldMk cId="3451213382" sldId="4775"/>
            <ac:spMk id="13" creationId="{A04A491D-6615-4B23-8B02-8365F6046661}"/>
          </ac:spMkLst>
        </pc:spChg>
        <pc:spChg chg="del">
          <ac:chgData name="Minh Huynh" userId="01a137d4-0d81-46e0-aca6-c9185b391828" providerId="ADAL" clId="{812CCF7A-788B-4227-A920-48EDF3D1C151}" dt="2026-10-13T10:36:19.196" v="382" actId="478"/>
          <ac:spMkLst>
            <pc:docMk/>
            <pc:sldMk cId="3451213382" sldId="4775"/>
            <ac:spMk id="14" creationId="{6FC5DBB2-7A11-4CC9-B6EE-28BCB1968459}"/>
          </ac:spMkLst>
        </pc:spChg>
        <pc:spChg chg="add mod">
          <ac:chgData name="Minh Huynh" userId="01a137d4-0d81-46e0-aca6-c9185b391828" providerId="ADAL" clId="{812CCF7A-788B-4227-A920-48EDF3D1C151}" dt="2026-10-13T10:36:24.372" v="397" actId="20577"/>
          <ac:spMkLst>
            <pc:docMk/>
            <pc:sldMk cId="3451213382" sldId="4775"/>
            <ac:spMk id="15" creationId="{F4E1A7B1-D250-4A04-BB3D-7DB95E804943}"/>
          </ac:spMkLst>
        </pc:spChg>
        <pc:spChg chg="add mod">
          <ac:chgData name="Minh Huynh" userId="01a137d4-0d81-46e0-aca6-c9185b391828" providerId="ADAL" clId="{812CCF7A-788B-4227-A920-48EDF3D1C151}" dt="2026-10-13T10:36:41.591" v="400" actId="1076"/>
          <ac:spMkLst>
            <pc:docMk/>
            <pc:sldMk cId="3451213382" sldId="4775"/>
            <ac:spMk id="16" creationId="{0E660A3F-3098-44EC-87A2-B7134FF5F769}"/>
          </ac:spMkLst>
        </pc:spChg>
        <pc:spChg chg="add mod">
          <ac:chgData name="Minh Huynh" userId="01a137d4-0d81-46e0-aca6-c9185b391828" providerId="ADAL" clId="{812CCF7A-788B-4227-A920-48EDF3D1C151}" dt="2026-10-13T10:36:41.591" v="400" actId="1076"/>
          <ac:spMkLst>
            <pc:docMk/>
            <pc:sldMk cId="3451213382" sldId="4775"/>
            <ac:spMk id="18" creationId="{E031129A-315F-4411-9564-E3F4ED9BED6A}"/>
          </ac:spMkLst>
        </pc:spChg>
        <pc:spChg chg="del">
          <ac:chgData name="Minh Huynh" userId="01a137d4-0d81-46e0-aca6-c9185b391828" providerId="ADAL" clId="{812CCF7A-788B-4227-A920-48EDF3D1C151}" dt="2026-10-13T10:36:17.961" v="381" actId="478"/>
          <ac:spMkLst>
            <pc:docMk/>
            <pc:sldMk cId="3451213382" sldId="4775"/>
            <ac:spMk id="104" creationId="{1A1737B4-5C22-48C0-A017-BE9CFEF00550}"/>
          </ac:spMkLst>
        </pc:spChg>
        <pc:cxnChg chg="mod">
          <ac:chgData name="Minh Huynh" userId="01a137d4-0d81-46e0-aca6-c9185b391828" providerId="ADAL" clId="{812CCF7A-788B-4227-A920-48EDF3D1C151}" dt="2026-10-13T10:36:28.109" v="398" actId="1076"/>
          <ac:cxnSpMkLst>
            <pc:docMk/>
            <pc:sldMk cId="3451213382" sldId="4775"/>
            <ac:cxnSpMk id="3" creationId="{146FBE09-6E02-4CF8-A191-34F15659CCD7}"/>
          </ac:cxnSpMkLst>
        </pc:cxnChg>
        <pc:cxnChg chg="add mod">
          <ac:chgData name="Minh Huynh" userId="01a137d4-0d81-46e0-aca6-c9185b391828" providerId="ADAL" clId="{812CCF7A-788B-4227-A920-48EDF3D1C151}" dt="2026-10-13T10:36:41.591" v="400" actId="1076"/>
          <ac:cxnSpMkLst>
            <pc:docMk/>
            <pc:sldMk cId="3451213382" sldId="4775"/>
            <ac:cxnSpMk id="17" creationId="{6E2DB33A-9307-4DEC-8114-F62016BC8A25}"/>
          </ac:cxnSpMkLst>
        </pc:cxnChg>
      </pc:sldChg>
      <pc:sldChg chg="addSp delSp modSp add mod">
        <pc:chgData name="Minh Huynh" userId="01a137d4-0d81-46e0-aca6-c9185b391828" providerId="ADAL" clId="{812CCF7A-788B-4227-A920-48EDF3D1C151}" dt="2026-10-13T10:37:21.131" v="423" actId="20577"/>
        <pc:sldMkLst>
          <pc:docMk/>
          <pc:sldMk cId="1533414274" sldId="4780"/>
        </pc:sldMkLst>
        <pc:spChg chg="del">
          <ac:chgData name="Minh Huynh" userId="01a137d4-0d81-46e0-aca6-c9185b391828" providerId="ADAL" clId="{812CCF7A-788B-4227-A920-48EDF3D1C151}" dt="2026-10-13T10:37:06.068" v="403" actId="478"/>
          <ac:spMkLst>
            <pc:docMk/>
            <pc:sldMk cId="1533414274" sldId="4780"/>
            <ac:spMk id="104" creationId="{1A1737B4-5C22-48C0-A017-BE9CFEF00550}"/>
          </ac:spMkLst>
        </pc:spChg>
        <pc:spChg chg="add mod">
          <ac:chgData name="Minh Huynh" userId="01a137d4-0d81-46e0-aca6-c9185b391828" providerId="ADAL" clId="{812CCF7A-788B-4227-A920-48EDF3D1C151}" dt="2026-10-13T10:37:21.131" v="423" actId="20577"/>
          <ac:spMkLst>
            <pc:docMk/>
            <pc:sldMk cId="1533414274" sldId="4780"/>
            <ac:spMk id="169" creationId="{E5C01FC4-2B18-4605-A772-201EBA6D71CC}"/>
          </ac:spMkLst>
        </pc:spChg>
        <pc:spChg chg="del">
          <ac:chgData name="Minh Huynh" userId="01a137d4-0d81-46e0-aca6-c9185b391828" providerId="ADAL" clId="{812CCF7A-788B-4227-A920-48EDF3D1C151}" dt="2026-10-13T10:37:04.368" v="402" actId="478"/>
          <ac:spMkLst>
            <pc:docMk/>
            <pc:sldMk cId="1533414274" sldId="4780"/>
            <ac:spMk id="172" creationId="{54ABE81D-EB7D-4B16-A032-72508FDBBA80}"/>
          </ac:spMkLst>
        </pc:spChg>
        <pc:spChg chg="del">
          <ac:chgData name="Minh Huynh" userId="01a137d4-0d81-46e0-aca6-c9185b391828" providerId="ADAL" clId="{812CCF7A-788B-4227-A920-48EDF3D1C151}" dt="2026-10-13T10:37:04.368" v="402" actId="478"/>
          <ac:spMkLst>
            <pc:docMk/>
            <pc:sldMk cId="1533414274" sldId="4780"/>
            <ac:spMk id="173" creationId="{B5B46048-9456-46E0-9DE1-B315F3DE1B09}"/>
          </ac:spMkLst>
        </pc:spChg>
        <pc:spChg chg="del">
          <ac:chgData name="Minh Huynh" userId="01a137d4-0d81-46e0-aca6-c9185b391828" providerId="ADAL" clId="{812CCF7A-788B-4227-A920-48EDF3D1C151}" dt="2026-10-13T10:37:04.368" v="402" actId="478"/>
          <ac:spMkLst>
            <pc:docMk/>
            <pc:sldMk cId="1533414274" sldId="4780"/>
            <ac:spMk id="174" creationId="{1922FC63-0E04-4107-AFD7-C40CE59AAD90}"/>
          </ac:spMkLst>
        </pc:spChg>
        <pc:spChg chg="del">
          <ac:chgData name="Minh Huynh" userId="01a137d4-0d81-46e0-aca6-c9185b391828" providerId="ADAL" clId="{812CCF7A-788B-4227-A920-48EDF3D1C151}" dt="2026-10-13T10:37:04.368" v="402" actId="478"/>
          <ac:spMkLst>
            <pc:docMk/>
            <pc:sldMk cId="1533414274" sldId="4780"/>
            <ac:spMk id="175" creationId="{E221CFD5-1399-4C84-AB49-86DA18E925EF}"/>
          </ac:spMkLst>
        </pc:spChg>
        <pc:spChg chg="del">
          <ac:chgData name="Minh Huynh" userId="01a137d4-0d81-46e0-aca6-c9185b391828" providerId="ADAL" clId="{812CCF7A-788B-4227-A920-48EDF3D1C151}" dt="2026-10-13T10:37:04.368" v="402" actId="478"/>
          <ac:spMkLst>
            <pc:docMk/>
            <pc:sldMk cId="1533414274" sldId="4780"/>
            <ac:spMk id="176" creationId="{2DA5C0C0-848F-4F4E-916B-427A9ACDE66D}"/>
          </ac:spMkLst>
        </pc:spChg>
        <pc:spChg chg="del">
          <ac:chgData name="Minh Huynh" userId="01a137d4-0d81-46e0-aca6-c9185b391828" providerId="ADAL" clId="{812CCF7A-788B-4227-A920-48EDF3D1C151}" dt="2026-10-13T10:37:04.368" v="402" actId="478"/>
          <ac:spMkLst>
            <pc:docMk/>
            <pc:sldMk cId="1533414274" sldId="4780"/>
            <ac:spMk id="177" creationId="{62C6E032-82C0-4FA8-B535-BF7AB8C1880D}"/>
          </ac:spMkLst>
        </pc:spChg>
        <pc:spChg chg="del">
          <ac:chgData name="Minh Huynh" userId="01a137d4-0d81-46e0-aca6-c9185b391828" providerId="ADAL" clId="{812CCF7A-788B-4227-A920-48EDF3D1C151}" dt="2026-10-13T10:37:04.368" v="402" actId="478"/>
          <ac:spMkLst>
            <pc:docMk/>
            <pc:sldMk cId="1533414274" sldId="4780"/>
            <ac:spMk id="178" creationId="{4F7BD366-9AD4-42E9-BE26-FC420AEC4329}"/>
          </ac:spMkLst>
        </pc:spChg>
        <pc:spChg chg="del">
          <ac:chgData name="Minh Huynh" userId="01a137d4-0d81-46e0-aca6-c9185b391828" providerId="ADAL" clId="{812CCF7A-788B-4227-A920-48EDF3D1C151}" dt="2026-10-13T10:37:04.368" v="402" actId="478"/>
          <ac:spMkLst>
            <pc:docMk/>
            <pc:sldMk cId="1533414274" sldId="4780"/>
            <ac:spMk id="179" creationId="{55D87B03-34C3-4A74-B1C2-D5702955448E}"/>
          </ac:spMkLst>
        </pc:spChg>
      </pc:sldChg>
      <pc:sldChg chg="addSp delSp modSp add mod">
        <pc:chgData name="Minh Huynh" userId="01a137d4-0d81-46e0-aca6-c9185b391828" providerId="ADAL" clId="{812CCF7A-788B-4227-A920-48EDF3D1C151}" dt="2026-10-13T10:37:41.529" v="430" actId="20577"/>
        <pc:sldMkLst>
          <pc:docMk/>
          <pc:sldMk cId="563493262" sldId="4786"/>
        </pc:sldMkLst>
        <pc:spChg chg="del">
          <ac:chgData name="Minh Huynh" userId="01a137d4-0d81-46e0-aca6-c9185b391828" providerId="ADAL" clId="{812CCF7A-788B-4227-A920-48EDF3D1C151}" dt="2026-10-13T10:37:32.624" v="425" actId="478"/>
          <ac:spMkLst>
            <pc:docMk/>
            <pc:sldMk cId="563493262" sldId="4786"/>
            <ac:spMk id="104" creationId="{1A1737B4-5C22-48C0-A017-BE9CFEF00550}"/>
          </ac:spMkLst>
        </pc:spChg>
        <pc:spChg chg="del">
          <ac:chgData name="Minh Huynh" userId="01a137d4-0d81-46e0-aca6-c9185b391828" providerId="ADAL" clId="{812CCF7A-788B-4227-A920-48EDF3D1C151}" dt="2026-10-13T10:37:34.132" v="426" actId="478"/>
          <ac:spMkLst>
            <pc:docMk/>
            <pc:sldMk cId="563493262" sldId="4786"/>
            <ac:spMk id="165" creationId="{DFBBD551-05C4-450B-9B24-3C5C8B8537EE}"/>
          </ac:spMkLst>
        </pc:spChg>
        <pc:spChg chg="del">
          <ac:chgData name="Minh Huynh" userId="01a137d4-0d81-46e0-aca6-c9185b391828" providerId="ADAL" clId="{812CCF7A-788B-4227-A920-48EDF3D1C151}" dt="2026-10-13T10:37:35.955" v="427" actId="478"/>
          <ac:spMkLst>
            <pc:docMk/>
            <pc:sldMk cId="563493262" sldId="4786"/>
            <ac:spMk id="169" creationId="{F7184FC7-AD6B-40E3-86C6-657DEEAD16C5}"/>
          </ac:spMkLst>
        </pc:spChg>
        <pc:spChg chg="del">
          <ac:chgData name="Minh Huynh" userId="01a137d4-0d81-46e0-aca6-c9185b391828" providerId="ADAL" clId="{812CCF7A-788B-4227-A920-48EDF3D1C151}" dt="2026-10-13T10:37:35.955" v="427" actId="478"/>
          <ac:spMkLst>
            <pc:docMk/>
            <pc:sldMk cId="563493262" sldId="4786"/>
            <ac:spMk id="171" creationId="{E55AEF3B-A94A-499C-8BD9-209C523080E7}"/>
          </ac:spMkLst>
        </pc:spChg>
        <pc:spChg chg="del">
          <ac:chgData name="Minh Huynh" userId="01a137d4-0d81-46e0-aca6-c9185b391828" providerId="ADAL" clId="{812CCF7A-788B-4227-A920-48EDF3D1C151}" dt="2026-10-13T10:37:35.955" v="427" actId="478"/>
          <ac:spMkLst>
            <pc:docMk/>
            <pc:sldMk cId="563493262" sldId="4786"/>
            <ac:spMk id="172" creationId="{D158FBF7-5C47-4BB6-9B6B-77E92BB06259}"/>
          </ac:spMkLst>
        </pc:spChg>
        <pc:spChg chg="del">
          <ac:chgData name="Minh Huynh" userId="01a137d4-0d81-46e0-aca6-c9185b391828" providerId="ADAL" clId="{812CCF7A-788B-4227-A920-48EDF3D1C151}" dt="2026-10-13T10:37:35.955" v="427" actId="478"/>
          <ac:spMkLst>
            <pc:docMk/>
            <pc:sldMk cId="563493262" sldId="4786"/>
            <ac:spMk id="173" creationId="{4AF1CD8C-09CF-4FF3-9DAE-4B01CCB7947B}"/>
          </ac:spMkLst>
        </pc:spChg>
        <pc:spChg chg="del">
          <ac:chgData name="Minh Huynh" userId="01a137d4-0d81-46e0-aca6-c9185b391828" providerId="ADAL" clId="{812CCF7A-788B-4227-A920-48EDF3D1C151}" dt="2026-10-13T10:37:35.955" v="427" actId="478"/>
          <ac:spMkLst>
            <pc:docMk/>
            <pc:sldMk cId="563493262" sldId="4786"/>
            <ac:spMk id="174" creationId="{961634D5-758D-4D8E-9AEB-3B53B83A3427}"/>
          </ac:spMkLst>
        </pc:spChg>
        <pc:spChg chg="del">
          <ac:chgData name="Minh Huynh" userId="01a137d4-0d81-46e0-aca6-c9185b391828" providerId="ADAL" clId="{812CCF7A-788B-4227-A920-48EDF3D1C151}" dt="2026-10-13T10:37:35.955" v="427" actId="478"/>
          <ac:spMkLst>
            <pc:docMk/>
            <pc:sldMk cId="563493262" sldId="4786"/>
            <ac:spMk id="175" creationId="{DFDDE98C-5897-4AE8-AE30-DE12D1BC9D31}"/>
          </ac:spMkLst>
        </pc:spChg>
        <pc:spChg chg="del">
          <ac:chgData name="Minh Huynh" userId="01a137d4-0d81-46e0-aca6-c9185b391828" providerId="ADAL" clId="{812CCF7A-788B-4227-A920-48EDF3D1C151}" dt="2026-10-13T10:37:35.955" v="427" actId="478"/>
          <ac:spMkLst>
            <pc:docMk/>
            <pc:sldMk cId="563493262" sldId="4786"/>
            <ac:spMk id="176" creationId="{E760A95F-CF1E-45B8-966B-92D6326443C6}"/>
          </ac:spMkLst>
        </pc:spChg>
        <pc:spChg chg="add mod">
          <ac:chgData name="Minh Huynh" userId="01a137d4-0d81-46e0-aca6-c9185b391828" providerId="ADAL" clId="{812CCF7A-788B-4227-A920-48EDF3D1C151}" dt="2026-10-13T10:37:41.529" v="430" actId="20577"/>
          <ac:spMkLst>
            <pc:docMk/>
            <pc:sldMk cId="563493262" sldId="4786"/>
            <ac:spMk id="177" creationId="{E0679C0D-3850-40C1-AC5A-E5052D411D8D}"/>
          </ac:spMkLst>
        </pc:spChg>
      </pc:sldChg>
      <pc:sldChg chg="addSp delSp modSp add mod">
        <pc:chgData name="Minh Huynh" userId="01a137d4-0d81-46e0-aca6-c9185b391828" providerId="ADAL" clId="{812CCF7A-788B-4227-A920-48EDF3D1C151}" dt="2026-10-13T10:39:08.006" v="470" actId="1076"/>
        <pc:sldMkLst>
          <pc:docMk/>
          <pc:sldMk cId="1490207672" sldId="4787"/>
        </pc:sldMkLst>
        <pc:spChg chg="add mod">
          <ac:chgData name="Minh Huynh" userId="01a137d4-0d81-46e0-aca6-c9185b391828" providerId="ADAL" clId="{812CCF7A-788B-4227-A920-48EDF3D1C151}" dt="2026-10-13T10:38:19.313" v="461" actId="20577"/>
          <ac:spMkLst>
            <pc:docMk/>
            <pc:sldMk cId="1490207672" sldId="4787"/>
            <ac:spMk id="14" creationId="{46D2DFE4-35C0-4B1F-9FC7-4C8A98562B91}"/>
          </ac:spMkLst>
        </pc:spChg>
        <pc:spChg chg="add del mod">
          <ac:chgData name="Minh Huynh" userId="01a137d4-0d81-46e0-aca6-c9185b391828" providerId="ADAL" clId="{812CCF7A-788B-4227-A920-48EDF3D1C151}" dt="2026-10-13T10:38:46.065" v="467"/>
          <ac:spMkLst>
            <pc:docMk/>
            <pc:sldMk cId="1490207672" sldId="4787"/>
            <ac:spMk id="15" creationId="{372090B6-696A-47FA-A916-36689C23FDCF}"/>
          </ac:spMkLst>
        </pc:spChg>
        <pc:spChg chg="add del mod">
          <ac:chgData name="Minh Huynh" userId="01a137d4-0d81-46e0-aca6-c9185b391828" providerId="ADAL" clId="{812CCF7A-788B-4227-A920-48EDF3D1C151}" dt="2026-10-13T10:38:46.065" v="467"/>
          <ac:spMkLst>
            <pc:docMk/>
            <pc:sldMk cId="1490207672" sldId="4787"/>
            <ac:spMk id="18" creationId="{C9FEB9F2-9DCE-4433-BF3A-9EDB07129DBC}"/>
          </ac:spMkLst>
        </pc:spChg>
        <pc:spChg chg="add del mod">
          <ac:chgData name="Minh Huynh" userId="01a137d4-0d81-46e0-aca6-c9185b391828" providerId="ADAL" clId="{812CCF7A-788B-4227-A920-48EDF3D1C151}" dt="2026-10-13T10:38:46.065" v="467"/>
          <ac:spMkLst>
            <pc:docMk/>
            <pc:sldMk cId="1490207672" sldId="4787"/>
            <ac:spMk id="19" creationId="{0F2A0FEF-6F40-4546-ADC3-5D5E954CFD76}"/>
          </ac:spMkLst>
        </pc:spChg>
        <pc:spChg chg="add del mod">
          <ac:chgData name="Minh Huynh" userId="01a137d4-0d81-46e0-aca6-c9185b391828" providerId="ADAL" clId="{812CCF7A-788B-4227-A920-48EDF3D1C151}" dt="2026-10-13T10:38:46.065" v="467"/>
          <ac:spMkLst>
            <pc:docMk/>
            <pc:sldMk cId="1490207672" sldId="4787"/>
            <ac:spMk id="29" creationId="{789BDFF6-87B1-45FB-B13C-76722F4D5D20}"/>
          </ac:spMkLst>
        </pc:spChg>
        <pc:spChg chg="add del mod">
          <ac:chgData name="Minh Huynh" userId="01a137d4-0d81-46e0-aca6-c9185b391828" providerId="ADAL" clId="{812CCF7A-788B-4227-A920-48EDF3D1C151}" dt="2026-10-13T10:38:46.065" v="467"/>
          <ac:spMkLst>
            <pc:docMk/>
            <pc:sldMk cId="1490207672" sldId="4787"/>
            <ac:spMk id="30" creationId="{0061F2F2-B401-46A4-9534-B9857D9A2243}"/>
          </ac:spMkLst>
        </pc:spChg>
        <pc:spChg chg="add del mod">
          <ac:chgData name="Minh Huynh" userId="01a137d4-0d81-46e0-aca6-c9185b391828" providerId="ADAL" clId="{812CCF7A-788B-4227-A920-48EDF3D1C151}" dt="2026-10-13T10:38:46.065" v="467"/>
          <ac:spMkLst>
            <pc:docMk/>
            <pc:sldMk cId="1490207672" sldId="4787"/>
            <ac:spMk id="31" creationId="{486F1C8B-52C9-4775-8F6F-764E8FBDC9D8}"/>
          </ac:spMkLst>
        </pc:spChg>
        <pc:spChg chg="add del mod">
          <ac:chgData name="Minh Huynh" userId="01a137d4-0d81-46e0-aca6-c9185b391828" providerId="ADAL" clId="{812CCF7A-788B-4227-A920-48EDF3D1C151}" dt="2026-10-13T10:38:46.065" v="467"/>
          <ac:spMkLst>
            <pc:docMk/>
            <pc:sldMk cId="1490207672" sldId="4787"/>
            <ac:spMk id="32" creationId="{485ED6CB-2BE8-4DDC-9948-0E9D9E0DD59A}"/>
          </ac:spMkLst>
        </pc:spChg>
        <pc:spChg chg="add del mod">
          <ac:chgData name="Minh Huynh" userId="01a137d4-0d81-46e0-aca6-c9185b391828" providerId="ADAL" clId="{812CCF7A-788B-4227-A920-48EDF3D1C151}" dt="2026-10-13T10:38:46.065" v="467"/>
          <ac:spMkLst>
            <pc:docMk/>
            <pc:sldMk cId="1490207672" sldId="4787"/>
            <ac:spMk id="33" creationId="{D8E0D454-CFEC-4F4F-9453-335B34A08BA1}"/>
          </ac:spMkLst>
        </pc:spChg>
        <pc:spChg chg="add del mod">
          <ac:chgData name="Minh Huynh" userId="01a137d4-0d81-46e0-aca6-c9185b391828" providerId="ADAL" clId="{812CCF7A-788B-4227-A920-48EDF3D1C151}" dt="2026-10-13T10:38:46.065" v="467"/>
          <ac:spMkLst>
            <pc:docMk/>
            <pc:sldMk cId="1490207672" sldId="4787"/>
            <ac:spMk id="34" creationId="{623BDB67-0D4B-4781-8037-4D90629F8D65}"/>
          </ac:spMkLst>
        </pc:spChg>
        <pc:spChg chg="add del mod">
          <ac:chgData name="Minh Huynh" userId="01a137d4-0d81-46e0-aca6-c9185b391828" providerId="ADAL" clId="{812CCF7A-788B-4227-A920-48EDF3D1C151}" dt="2026-10-13T10:38:46.065" v="467"/>
          <ac:spMkLst>
            <pc:docMk/>
            <pc:sldMk cId="1490207672" sldId="4787"/>
            <ac:spMk id="44" creationId="{6A9B33DF-8486-4CC1-99EB-FE2A21CD6EFD}"/>
          </ac:spMkLst>
        </pc:spChg>
        <pc:spChg chg="add del mod">
          <ac:chgData name="Minh Huynh" userId="01a137d4-0d81-46e0-aca6-c9185b391828" providerId="ADAL" clId="{812CCF7A-788B-4227-A920-48EDF3D1C151}" dt="2026-10-13T10:38:46.065" v="467"/>
          <ac:spMkLst>
            <pc:docMk/>
            <pc:sldMk cId="1490207672" sldId="4787"/>
            <ac:spMk id="45" creationId="{C17B8D5B-C7DD-43A8-9172-523CA3D63144}"/>
          </ac:spMkLst>
        </pc:spChg>
        <pc:spChg chg="add del mod">
          <ac:chgData name="Minh Huynh" userId="01a137d4-0d81-46e0-aca6-c9185b391828" providerId="ADAL" clId="{812CCF7A-788B-4227-A920-48EDF3D1C151}" dt="2026-10-13T10:38:46.065" v="467"/>
          <ac:spMkLst>
            <pc:docMk/>
            <pc:sldMk cId="1490207672" sldId="4787"/>
            <ac:spMk id="46" creationId="{6CE2CF07-2D96-4256-8B6F-3E5F26C84EFF}"/>
          </ac:spMkLst>
        </pc:spChg>
        <pc:spChg chg="add del mod">
          <ac:chgData name="Minh Huynh" userId="01a137d4-0d81-46e0-aca6-c9185b391828" providerId="ADAL" clId="{812CCF7A-788B-4227-A920-48EDF3D1C151}" dt="2026-10-13T10:38:46.065" v="467"/>
          <ac:spMkLst>
            <pc:docMk/>
            <pc:sldMk cId="1490207672" sldId="4787"/>
            <ac:spMk id="47" creationId="{7C147E4A-CCC5-4611-B30F-1FFD3204A0C8}"/>
          </ac:spMkLst>
        </pc:spChg>
        <pc:spChg chg="add del mod">
          <ac:chgData name="Minh Huynh" userId="01a137d4-0d81-46e0-aca6-c9185b391828" providerId="ADAL" clId="{812CCF7A-788B-4227-A920-48EDF3D1C151}" dt="2026-10-13T10:38:46.065" v="467"/>
          <ac:spMkLst>
            <pc:docMk/>
            <pc:sldMk cId="1490207672" sldId="4787"/>
            <ac:spMk id="48" creationId="{E992D0EA-D767-415C-BA9E-56A10450099C}"/>
          </ac:spMkLst>
        </pc:spChg>
        <pc:spChg chg="add del mod">
          <ac:chgData name="Minh Huynh" userId="01a137d4-0d81-46e0-aca6-c9185b391828" providerId="ADAL" clId="{812CCF7A-788B-4227-A920-48EDF3D1C151}" dt="2026-10-13T10:38:46.065" v="467"/>
          <ac:spMkLst>
            <pc:docMk/>
            <pc:sldMk cId="1490207672" sldId="4787"/>
            <ac:spMk id="49" creationId="{A254ADCA-4834-4634-BC52-273707567D02}"/>
          </ac:spMkLst>
        </pc:spChg>
        <pc:spChg chg="add del mod">
          <ac:chgData name="Minh Huynh" userId="01a137d4-0d81-46e0-aca6-c9185b391828" providerId="ADAL" clId="{812CCF7A-788B-4227-A920-48EDF3D1C151}" dt="2026-10-13T10:38:46.065" v="467"/>
          <ac:spMkLst>
            <pc:docMk/>
            <pc:sldMk cId="1490207672" sldId="4787"/>
            <ac:spMk id="52" creationId="{0D1322DB-1450-41D7-9313-21E4106772D7}"/>
          </ac:spMkLst>
        </pc:spChg>
        <pc:spChg chg="add del mod">
          <ac:chgData name="Minh Huynh" userId="01a137d4-0d81-46e0-aca6-c9185b391828" providerId="ADAL" clId="{812CCF7A-788B-4227-A920-48EDF3D1C151}" dt="2026-10-13T10:38:46.065" v="467"/>
          <ac:spMkLst>
            <pc:docMk/>
            <pc:sldMk cId="1490207672" sldId="4787"/>
            <ac:spMk id="53" creationId="{619D421B-B51A-4DAE-9987-0442C0E8767D}"/>
          </ac:spMkLst>
        </pc:spChg>
        <pc:spChg chg="add mod">
          <ac:chgData name="Minh Huynh" userId="01a137d4-0d81-46e0-aca6-c9185b391828" providerId="ADAL" clId="{812CCF7A-788B-4227-A920-48EDF3D1C151}" dt="2026-10-13T10:39:05.893" v="469" actId="1076"/>
          <ac:spMkLst>
            <pc:docMk/>
            <pc:sldMk cId="1490207672" sldId="4787"/>
            <ac:spMk id="61" creationId="{5E6FD445-D1D2-4818-99A2-708E045A4A82}"/>
          </ac:spMkLst>
        </pc:spChg>
        <pc:spChg chg="add mod">
          <ac:chgData name="Minh Huynh" userId="01a137d4-0d81-46e0-aca6-c9185b391828" providerId="ADAL" clId="{812CCF7A-788B-4227-A920-48EDF3D1C151}" dt="2026-10-13T10:39:05.893" v="469" actId="1076"/>
          <ac:spMkLst>
            <pc:docMk/>
            <pc:sldMk cId="1490207672" sldId="4787"/>
            <ac:spMk id="62" creationId="{3A0859E0-2669-4A7E-B67C-1AE70D637FD2}"/>
          </ac:spMkLst>
        </pc:spChg>
        <pc:spChg chg="add mod">
          <ac:chgData name="Minh Huynh" userId="01a137d4-0d81-46e0-aca6-c9185b391828" providerId="ADAL" clId="{812CCF7A-788B-4227-A920-48EDF3D1C151}" dt="2026-10-13T10:39:05.893" v="469" actId="1076"/>
          <ac:spMkLst>
            <pc:docMk/>
            <pc:sldMk cId="1490207672" sldId="4787"/>
            <ac:spMk id="65" creationId="{D31487E0-9D5F-440B-9CC5-F36022108EAE}"/>
          </ac:spMkLst>
        </pc:spChg>
        <pc:spChg chg="add mod">
          <ac:chgData name="Minh Huynh" userId="01a137d4-0d81-46e0-aca6-c9185b391828" providerId="ADAL" clId="{812CCF7A-788B-4227-A920-48EDF3D1C151}" dt="2026-10-13T10:39:05.893" v="469" actId="1076"/>
          <ac:spMkLst>
            <pc:docMk/>
            <pc:sldMk cId="1490207672" sldId="4787"/>
            <ac:spMk id="66" creationId="{ABD77957-7505-4936-A729-A957DCA006CD}"/>
          </ac:spMkLst>
        </pc:spChg>
        <pc:spChg chg="add mod">
          <ac:chgData name="Minh Huynh" userId="01a137d4-0d81-46e0-aca6-c9185b391828" providerId="ADAL" clId="{812CCF7A-788B-4227-A920-48EDF3D1C151}" dt="2026-10-13T10:39:05.893" v="469" actId="1076"/>
          <ac:spMkLst>
            <pc:docMk/>
            <pc:sldMk cId="1490207672" sldId="4787"/>
            <ac:spMk id="76" creationId="{BEC7FDDA-2B13-4445-A32D-B954D23F45AD}"/>
          </ac:spMkLst>
        </pc:spChg>
        <pc:spChg chg="add mod">
          <ac:chgData name="Minh Huynh" userId="01a137d4-0d81-46e0-aca6-c9185b391828" providerId="ADAL" clId="{812CCF7A-788B-4227-A920-48EDF3D1C151}" dt="2026-10-13T10:39:05.893" v="469" actId="1076"/>
          <ac:spMkLst>
            <pc:docMk/>
            <pc:sldMk cId="1490207672" sldId="4787"/>
            <ac:spMk id="77" creationId="{2DDC897C-D586-4C08-BE4B-CA3478802C0E}"/>
          </ac:spMkLst>
        </pc:spChg>
        <pc:spChg chg="add mod">
          <ac:chgData name="Minh Huynh" userId="01a137d4-0d81-46e0-aca6-c9185b391828" providerId="ADAL" clId="{812CCF7A-788B-4227-A920-48EDF3D1C151}" dt="2026-10-13T10:39:05.893" v="469" actId="1076"/>
          <ac:spMkLst>
            <pc:docMk/>
            <pc:sldMk cId="1490207672" sldId="4787"/>
            <ac:spMk id="78" creationId="{812094DE-1EBC-4042-BA03-C10278C00A14}"/>
          </ac:spMkLst>
        </pc:spChg>
        <pc:spChg chg="add mod">
          <ac:chgData name="Minh Huynh" userId="01a137d4-0d81-46e0-aca6-c9185b391828" providerId="ADAL" clId="{812CCF7A-788B-4227-A920-48EDF3D1C151}" dt="2026-10-13T10:39:05.893" v="469" actId="1076"/>
          <ac:spMkLst>
            <pc:docMk/>
            <pc:sldMk cId="1490207672" sldId="4787"/>
            <ac:spMk id="79" creationId="{560B5842-55F9-41F1-8AEB-BEE5A8226C30}"/>
          </ac:spMkLst>
        </pc:spChg>
        <pc:spChg chg="add mod">
          <ac:chgData name="Minh Huynh" userId="01a137d4-0d81-46e0-aca6-c9185b391828" providerId="ADAL" clId="{812CCF7A-788B-4227-A920-48EDF3D1C151}" dt="2026-10-13T10:39:05.893" v="469" actId="1076"/>
          <ac:spMkLst>
            <pc:docMk/>
            <pc:sldMk cId="1490207672" sldId="4787"/>
            <ac:spMk id="80" creationId="{0FEB81CF-2843-4BB8-B94A-F42762F0D1F0}"/>
          </ac:spMkLst>
        </pc:spChg>
        <pc:spChg chg="add mod">
          <ac:chgData name="Minh Huynh" userId="01a137d4-0d81-46e0-aca6-c9185b391828" providerId="ADAL" clId="{812CCF7A-788B-4227-A920-48EDF3D1C151}" dt="2026-10-13T10:39:05.893" v="469" actId="1076"/>
          <ac:spMkLst>
            <pc:docMk/>
            <pc:sldMk cId="1490207672" sldId="4787"/>
            <ac:spMk id="81" creationId="{66110300-611D-4AF0-828A-9402A6E6728B}"/>
          </ac:spMkLst>
        </pc:spChg>
        <pc:spChg chg="add mod">
          <ac:chgData name="Minh Huynh" userId="01a137d4-0d81-46e0-aca6-c9185b391828" providerId="ADAL" clId="{812CCF7A-788B-4227-A920-48EDF3D1C151}" dt="2026-10-13T10:39:05.893" v="469" actId="1076"/>
          <ac:spMkLst>
            <pc:docMk/>
            <pc:sldMk cId="1490207672" sldId="4787"/>
            <ac:spMk id="82" creationId="{DACB9FCB-234F-468F-9CED-C53256C469C6}"/>
          </ac:spMkLst>
        </pc:spChg>
        <pc:spChg chg="add mod">
          <ac:chgData name="Minh Huynh" userId="01a137d4-0d81-46e0-aca6-c9185b391828" providerId="ADAL" clId="{812CCF7A-788B-4227-A920-48EDF3D1C151}" dt="2026-10-13T10:39:05.893" v="469" actId="1076"/>
          <ac:spMkLst>
            <pc:docMk/>
            <pc:sldMk cId="1490207672" sldId="4787"/>
            <ac:spMk id="92" creationId="{A205B1E6-29C0-4C0F-ABC8-EE0A9CAD16A9}"/>
          </ac:spMkLst>
        </pc:spChg>
        <pc:spChg chg="add mod">
          <ac:chgData name="Minh Huynh" userId="01a137d4-0d81-46e0-aca6-c9185b391828" providerId="ADAL" clId="{812CCF7A-788B-4227-A920-48EDF3D1C151}" dt="2026-10-13T10:39:05.893" v="469" actId="1076"/>
          <ac:spMkLst>
            <pc:docMk/>
            <pc:sldMk cId="1490207672" sldId="4787"/>
            <ac:spMk id="93" creationId="{DB2EC244-A70F-4F75-BF5E-818A7FC2BC05}"/>
          </ac:spMkLst>
        </pc:spChg>
        <pc:spChg chg="add mod">
          <ac:chgData name="Minh Huynh" userId="01a137d4-0d81-46e0-aca6-c9185b391828" providerId="ADAL" clId="{812CCF7A-788B-4227-A920-48EDF3D1C151}" dt="2026-10-13T10:39:05.893" v="469" actId="1076"/>
          <ac:spMkLst>
            <pc:docMk/>
            <pc:sldMk cId="1490207672" sldId="4787"/>
            <ac:spMk id="94" creationId="{AAFF56BD-3FA4-4BED-A9CC-34617C14D7B6}"/>
          </ac:spMkLst>
        </pc:spChg>
        <pc:spChg chg="add mod">
          <ac:chgData name="Minh Huynh" userId="01a137d4-0d81-46e0-aca6-c9185b391828" providerId="ADAL" clId="{812CCF7A-788B-4227-A920-48EDF3D1C151}" dt="2026-10-13T10:39:05.893" v="469" actId="1076"/>
          <ac:spMkLst>
            <pc:docMk/>
            <pc:sldMk cId="1490207672" sldId="4787"/>
            <ac:spMk id="95" creationId="{E4F328D1-9708-482B-BD64-388F057D5973}"/>
          </ac:spMkLst>
        </pc:spChg>
        <pc:spChg chg="add mod">
          <ac:chgData name="Minh Huynh" userId="01a137d4-0d81-46e0-aca6-c9185b391828" providerId="ADAL" clId="{812CCF7A-788B-4227-A920-48EDF3D1C151}" dt="2026-10-13T10:39:05.893" v="469" actId="1076"/>
          <ac:spMkLst>
            <pc:docMk/>
            <pc:sldMk cId="1490207672" sldId="4787"/>
            <ac:spMk id="96" creationId="{A4ABB8EE-FD59-4308-959A-D18B9CA74EB9}"/>
          </ac:spMkLst>
        </pc:spChg>
        <pc:spChg chg="add mod">
          <ac:chgData name="Minh Huynh" userId="01a137d4-0d81-46e0-aca6-c9185b391828" providerId="ADAL" clId="{812CCF7A-788B-4227-A920-48EDF3D1C151}" dt="2026-10-13T10:39:05.893" v="469" actId="1076"/>
          <ac:spMkLst>
            <pc:docMk/>
            <pc:sldMk cId="1490207672" sldId="4787"/>
            <ac:spMk id="97" creationId="{D03A0347-3146-478E-A29B-5A5AB0144517}"/>
          </ac:spMkLst>
        </pc:spChg>
        <pc:spChg chg="add mod">
          <ac:chgData name="Minh Huynh" userId="01a137d4-0d81-46e0-aca6-c9185b391828" providerId="ADAL" clId="{812CCF7A-788B-4227-A920-48EDF3D1C151}" dt="2026-10-13T10:39:05.893" v="469" actId="1076"/>
          <ac:spMkLst>
            <pc:docMk/>
            <pc:sldMk cId="1490207672" sldId="4787"/>
            <ac:spMk id="98" creationId="{017B8BD5-0BE1-4AA0-AF69-C14F72B302DA}"/>
          </ac:spMkLst>
        </pc:spChg>
        <pc:spChg chg="add mod">
          <ac:chgData name="Minh Huynh" userId="01a137d4-0d81-46e0-aca6-c9185b391828" providerId="ADAL" clId="{812CCF7A-788B-4227-A920-48EDF3D1C151}" dt="2026-10-13T10:39:05.893" v="469" actId="1076"/>
          <ac:spMkLst>
            <pc:docMk/>
            <pc:sldMk cId="1490207672" sldId="4787"/>
            <ac:spMk id="101" creationId="{C8AF8A30-44F9-46BA-850A-47AF25D69806}"/>
          </ac:spMkLst>
        </pc:spChg>
        <pc:spChg chg="add mod">
          <ac:chgData name="Minh Huynh" userId="01a137d4-0d81-46e0-aca6-c9185b391828" providerId="ADAL" clId="{812CCF7A-788B-4227-A920-48EDF3D1C151}" dt="2026-10-13T10:39:05.893" v="469" actId="1076"/>
          <ac:spMkLst>
            <pc:docMk/>
            <pc:sldMk cId="1490207672" sldId="4787"/>
            <ac:spMk id="102" creationId="{88462784-783B-45F0-9722-DC3F6A30D357}"/>
          </ac:spMkLst>
        </pc:spChg>
        <pc:spChg chg="del">
          <ac:chgData name="Minh Huynh" userId="01a137d4-0d81-46e0-aca6-c9185b391828" providerId="ADAL" clId="{812CCF7A-788B-4227-A920-48EDF3D1C151}" dt="2026-10-13T10:38:37.963" v="463" actId="478"/>
          <ac:spMkLst>
            <pc:docMk/>
            <pc:sldMk cId="1490207672" sldId="4787"/>
            <ac:spMk id="104" creationId="{1A1737B4-5C22-48C0-A017-BE9CFEF00550}"/>
          </ac:spMkLst>
        </pc:spChg>
        <pc:spChg chg="mod">
          <ac:chgData name="Minh Huynh" userId="01a137d4-0d81-46e0-aca6-c9185b391828" providerId="ADAL" clId="{812CCF7A-788B-4227-A920-48EDF3D1C151}" dt="2026-10-13T10:39:08.006" v="470" actId="1076"/>
          <ac:spMkLst>
            <pc:docMk/>
            <pc:sldMk cId="1490207672" sldId="4787"/>
            <ac:spMk id="165" creationId="{B9627C39-A439-4D37-B5D8-FA4D73D2995C}"/>
          </ac:spMkLst>
        </pc:spChg>
        <pc:spChg chg="del">
          <ac:chgData name="Minh Huynh" userId="01a137d4-0d81-46e0-aca6-c9185b391828" providerId="ADAL" clId="{812CCF7A-788B-4227-A920-48EDF3D1C151}" dt="2026-10-13T10:38:00.842" v="433" actId="478"/>
          <ac:spMkLst>
            <pc:docMk/>
            <pc:sldMk cId="1490207672" sldId="4787"/>
            <ac:spMk id="171" creationId="{F731D1D3-5200-4FB6-AA84-CB5272B4355E}"/>
          </ac:spMkLst>
        </pc:spChg>
        <pc:spChg chg="del">
          <ac:chgData name="Minh Huynh" userId="01a137d4-0d81-46e0-aca6-c9185b391828" providerId="ADAL" clId="{812CCF7A-788B-4227-A920-48EDF3D1C151}" dt="2026-10-13T10:37:57.204" v="432" actId="478"/>
          <ac:spMkLst>
            <pc:docMk/>
            <pc:sldMk cId="1490207672" sldId="4787"/>
            <ac:spMk id="172" creationId="{BFF97C65-2992-457B-96D5-8B32D72EFCA8}"/>
          </ac:spMkLst>
        </pc:spChg>
        <pc:spChg chg="del">
          <ac:chgData name="Minh Huynh" userId="01a137d4-0d81-46e0-aca6-c9185b391828" providerId="ADAL" clId="{812CCF7A-788B-4227-A920-48EDF3D1C151}" dt="2026-10-13T10:37:57.204" v="432" actId="478"/>
          <ac:spMkLst>
            <pc:docMk/>
            <pc:sldMk cId="1490207672" sldId="4787"/>
            <ac:spMk id="173" creationId="{62834AFA-64B4-42C8-972A-0C5C4CB2616A}"/>
          </ac:spMkLst>
        </pc:spChg>
        <pc:spChg chg="del">
          <ac:chgData name="Minh Huynh" userId="01a137d4-0d81-46e0-aca6-c9185b391828" providerId="ADAL" clId="{812CCF7A-788B-4227-A920-48EDF3D1C151}" dt="2026-10-13T10:37:57.204" v="432" actId="478"/>
          <ac:spMkLst>
            <pc:docMk/>
            <pc:sldMk cId="1490207672" sldId="4787"/>
            <ac:spMk id="174" creationId="{00EC96C2-EE20-4222-8315-9415AFE09930}"/>
          </ac:spMkLst>
        </pc:spChg>
        <pc:spChg chg="del">
          <ac:chgData name="Minh Huynh" userId="01a137d4-0d81-46e0-aca6-c9185b391828" providerId="ADAL" clId="{812CCF7A-788B-4227-A920-48EDF3D1C151}" dt="2026-10-13T10:37:57.204" v="432" actId="478"/>
          <ac:spMkLst>
            <pc:docMk/>
            <pc:sldMk cId="1490207672" sldId="4787"/>
            <ac:spMk id="175" creationId="{94337D01-A54B-4DE5-9DFA-B71FAA475002}"/>
          </ac:spMkLst>
        </pc:spChg>
        <pc:spChg chg="del">
          <ac:chgData name="Minh Huynh" userId="01a137d4-0d81-46e0-aca6-c9185b391828" providerId="ADAL" clId="{812CCF7A-788B-4227-A920-48EDF3D1C151}" dt="2026-10-13T10:37:57.204" v="432" actId="478"/>
          <ac:spMkLst>
            <pc:docMk/>
            <pc:sldMk cId="1490207672" sldId="4787"/>
            <ac:spMk id="176" creationId="{617360B3-AAB6-4CEB-A2A5-BAD01084DA7D}"/>
          </ac:spMkLst>
        </pc:spChg>
        <pc:spChg chg="del">
          <ac:chgData name="Minh Huynh" userId="01a137d4-0d81-46e0-aca6-c9185b391828" providerId="ADAL" clId="{812CCF7A-788B-4227-A920-48EDF3D1C151}" dt="2026-10-13T10:37:57.204" v="432" actId="478"/>
          <ac:spMkLst>
            <pc:docMk/>
            <pc:sldMk cId="1490207672" sldId="4787"/>
            <ac:spMk id="177" creationId="{214B9D8F-59F0-44E1-95E9-3DF558278FBE}"/>
          </ac:spMkLst>
        </pc:spChg>
        <pc:spChg chg="del">
          <ac:chgData name="Minh Huynh" userId="01a137d4-0d81-46e0-aca6-c9185b391828" providerId="ADAL" clId="{812CCF7A-788B-4227-A920-48EDF3D1C151}" dt="2026-10-13T10:37:57.204" v="432" actId="478"/>
          <ac:spMkLst>
            <pc:docMk/>
            <pc:sldMk cId="1490207672" sldId="4787"/>
            <ac:spMk id="178" creationId="{EB89D9A4-5C1B-48DC-B13C-D7867700AFAD}"/>
          </ac:spMkLst>
        </pc:spChg>
        <pc:spChg chg="del">
          <ac:chgData name="Minh Huynh" userId="01a137d4-0d81-46e0-aca6-c9185b391828" providerId="ADAL" clId="{812CCF7A-788B-4227-A920-48EDF3D1C151}" dt="2026-10-13T10:37:57.204" v="432" actId="478"/>
          <ac:spMkLst>
            <pc:docMk/>
            <pc:sldMk cId="1490207672" sldId="4787"/>
            <ac:spMk id="179" creationId="{9BFF5666-04F3-4C74-8308-DE6B9A77BF3B}"/>
          </ac:spMkLst>
        </pc:spChg>
        <pc:cxnChg chg="add del mod">
          <ac:chgData name="Minh Huynh" userId="01a137d4-0d81-46e0-aca6-c9185b391828" providerId="ADAL" clId="{812CCF7A-788B-4227-A920-48EDF3D1C151}" dt="2026-10-13T10:38:46.065" v="467"/>
          <ac:cxnSpMkLst>
            <pc:docMk/>
            <pc:sldMk cId="1490207672" sldId="4787"/>
            <ac:cxnSpMk id="16" creationId="{60446F12-702A-4D30-844E-224B4C48E065}"/>
          </ac:cxnSpMkLst>
        </pc:cxnChg>
        <pc:cxnChg chg="add del mod">
          <ac:chgData name="Minh Huynh" userId="01a137d4-0d81-46e0-aca6-c9185b391828" providerId="ADAL" clId="{812CCF7A-788B-4227-A920-48EDF3D1C151}" dt="2026-10-13T10:38:46.065" v="467"/>
          <ac:cxnSpMkLst>
            <pc:docMk/>
            <pc:sldMk cId="1490207672" sldId="4787"/>
            <ac:cxnSpMk id="17" creationId="{81CE1332-DBCD-48B2-9150-819E28C6DCE0}"/>
          </ac:cxnSpMkLst>
        </pc:cxnChg>
        <pc:cxnChg chg="add del mod">
          <ac:chgData name="Minh Huynh" userId="01a137d4-0d81-46e0-aca6-c9185b391828" providerId="ADAL" clId="{812CCF7A-788B-4227-A920-48EDF3D1C151}" dt="2026-10-13T10:38:46.065" v="467"/>
          <ac:cxnSpMkLst>
            <pc:docMk/>
            <pc:sldMk cId="1490207672" sldId="4787"/>
            <ac:cxnSpMk id="20" creationId="{05BA8D71-49DF-4B4F-B363-6198B451195F}"/>
          </ac:cxnSpMkLst>
        </pc:cxnChg>
        <pc:cxnChg chg="add del mod">
          <ac:chgData name="Minh Huynh" userId="01a137d4-0d81-46e0-aca6-c9185b391828" providerId="ADAL" clId="{812CCF7A-788B-4227-A920-48EDF3D1C151}" dt="2026-10-13T10:38:46.065" v="467"/>
          <ac:cxnSpMkLst>
            <pc:docMk/>
            <pc:sldMk cId="1490207672" sldId="4787"/>
            <ac:cxnSpMk id="21" creationId="{0BD126E7-81A1-45A8-8E8E-01395858FDD3}"/>
          </ac:cxnSpMkLst>
        </pc:cxnChg>
        <pc:cxnChg chg="add del mod">
          <ac:chgData name="Minh Huynh" userId="01a137d4-0d81-46e0-aca6-c9185b391828" providerId="ADAL" clId="{812CCF7A-788B-4227-A920-48EDF3D1C151}" dt="2026-10-13T10:38:46.065" v="467"/>
          <ac:cxnSpMkLst>
            <pc:docMk/>
            <pc:sldMk cId="1490207672" sldId="4787"/>
            <ac:cxnSpMk id="22" creationId="{9EB178BF-1EE9-41AB-A912-0DEE46BA2BBD}"/>
          </ac:cxnSpMkLst>
        </pc:cxnChg>
        <pc:cxnChg chg="add del mod">
          <ac:chgData name="Minh Huynh" userId="01a137d4-0d81-46e0-aca6-c9185b391828" providerId="ADAL" clId="{812CCF7A-788B-4227-A920-48EDF3D1C151}" dt="2026-10-13T10:38:46.065" v="467"/>
          <ac:cxnSpMkLst>
            <pc:docMk/>
            <pc:sldMk cId="1490207672" sldId="4787"/>
            <ac:cxnSpMk id="23" creationId="{77A155AA-F162-4F70-BA67-A4934153BF7F}"/>
          </ac:cxnSpMkLst>
        </pc:cxnChg>
        <pc:cxnChg chg="add del mod">
          <ac:chgData name="Minh Huynh" userId="01a137d4-0d81-46e0-aca6-c9185b391828" providerId="ADAL" clId="{812CCF7A-788B-4227-A920-48EDF3D1C151}" dt="2026-10-13T10:38:46.065" v="467"/>
          <ac:cxnSpMkLst>
            <pc:docMk/>
            <pc:sldMk cId="1490207672" sldId="4787"/>
            <ac:cxnSpMk id="24" creationId="{8FF1067C-9F67-472B-8523-0CEB3AED9922}"/>
          </ac:cxnSpMkLst>
        </pc:cxnChg>
        <pc:cxnChg chg="add del mod">
          <ac:chgData name="Minh Huynh" userId="01a137d4-0d81-46e0-aca6-c9185b391828" providerId="ADAL" clId="{812CCF7A-788B-4227-A920-48EDF3D1C151}" dt="2026-10-13T10:38:46.065" v="467"/>
          <ac:cxnSpMkLst>
            <pc:docMk/>
            <pc:sldMk cId="1490207672" sldId="4787"/>
            <ac:cxnSpMk id="25" creationId="{473BEC74-A8F3-4B3C-A97F-B713FADAF4BA}"/>
          </ac:cxnSpMkLst>
        </pc:cxnChg>
        <pc:cxnChg chg="add del mod">
          <ac:chgData name="Minh Huynh" userId="01a137d4-0d81-46e0-aca6-c9185b391828" providerId="ADAL" clId="{812CCF7A-788B-4227-A920-48EDF3D1C151}" dt="2026-10-13T10:38:46.065" v="467"/>
          <ac:cxnSpMkLst>
            <pc:docMk/>
            <pc:sldMk cId="1490207672" sldId="4787"/>
            <ac:cxnSpMk id="26" creationId="{24FED8C7-330F-491E-BA9D-2F6F97020895}"/>
          </ac:cxnSpMkLst>
        </pc:cxnChg>
        <pc:cxnChg chg="add del mod">
          <ac:chgData name="Minh Huynh" userId="01a137d4-0d81-46e0-aca6-c9185b391828" providerId="ADAL" clId="{812CCF7A-788B-4227-A920-48EDF3D1C151}" dt="2026-10-13T10:38:46.065" v="467"/>
          <ac:cxnSpMkLst>
            <pc:docMk/>
            <pc:sldMk cId="1490207672" sldId="4787"/>
            <ac:cxnSpMk id="27" creationId="{AD3E556F-66DA-4A2A-9DE9-DECD0F685522}"/>
          </ac:cxnSpMkLst>
        </pc:cxnChg>
        <pc:cxnChg chg="add del mod">
          <ac:chgData name="Minh Huynh" userId="01a137d4-0d81-46e0-aca6-c9185b391828" providerId="ADAL" clId="{812CCF7A-788B-4227-A920-48EDF3D1C151}" dt="2026-10-13T10:38:46.065" v="467"/>
          <ac:cxnSpMkLst>
            <pc:docMk/>
            <pc:sldMk cId="1490207672" sldId="4787"/>
            <ac:cxnSpMk id="28" creationId="{076D03AF-2B1D-48B2-9693-264EE0A52949}"/>
          </ac:cxnSpMkLst>
        </pc:cxnChg>
        <pc:cxnChg chg="add del mod">
          <ac:chgData name="Minh Huynh" userId="01a137d4-0d81-46e0-aca6-c9185b391828" providerId="ADAL" clId="{812CCF7A-788B-4227-A920-48EDF3D1C151}" dt="2026-10-13T10:38:46.065" v="467"/>
          <ac:cxnSpMkLst>
            <pc:docMk/>
            <pc:sldMk cId="1490207672" sldId="4787"/>
            <ac:cxnSpMk id="35" creationId="{12F0EE7E-A459-4788-AF54-EDDB8E73BA52}"/>
          </ac:cxnSpMkLst>
        </pc:cxnChg>
        <pc:cxnChg chg="add del mod">
          <ac:chgData name="Minh Huynh" userId="01a137d4-0d81-46e0-aca6-c9185b391828" providerId="ADAL" clId="{812CCF7A-788B-4227-A920-48EDF3D1C151}" dt="2026-10-13T10:38:46.065" v="467"/>
          <ac:cxnSpMkLst>
            <pc:docMk/>
            <pc:sldMk cId="1490207672" sldId="4787"/>
            <ac:cxnSpMk id="36" creationId="{B3E3A52A-86B2-4C4B-8216-40996A7CB5CB}"/>
          </ac:cxnSpMkLst>
        </pc:cxnChg>
        <pc:cxnChg chg="add del mod">
          <ac:chgData name="Minh Huynh" userId="01a137d4-0d81-46e0-aca6-c9185b391828" providerId="ADAL" clId="{812CCF7A-788B-4227-A920-48EDF3D1C151}" dt="2026-10-13T10:38:46.065" v="467"/>
          <ac:cxnSpMkLst>
            <pc:docMk/>
            <pc:sldMk cId="1490207672" sldId="4787"/>
            <ac:cxnSpMk id="37" creationId="{AA1CC3FD-7412-4A9C-93DF-E596B8398824}"/>
          </ac:cxnSpMkLst>
        </pc:cxnChg>
        <pc:cxnChg chg="add del mod">
          <ac:chgData name="Minh Huynh" userId="01a137d4-0d81-46e0-aca6-c9185b391828" providerId="ADAL" clId="{812CCF7A-788B-4227-A920-48EDF3D1C151}" dt="2026-10-13T10:38:46.065" v="467"/>
          <ac:cxnSpMkLst>
            <pc:docMk/>
            <pc:sldMk cId="1490207672" sldId="4787"/>
            <ac:cxnSpMk id="38" creationId="{7CDFF860-E811-49C3-ADDF-AF2B81AEE648}"/>
          </ac:cxnSpMkLst>
        </pc:cxnChg>
        <pc:cxnChg chg="add del mod">
          <ac:chgData name="Minh Huynh" userId="01a137d4-0d81-46e0-aca6-c9185b391828" providerId="ADAL" clId="{812CCF7A-788B-4227-A920-48EDF3D1C151}" dt="2026-10-13T10:38:46.065" v="467"/>
          <ac:cxnSpMkLst>
            <pc:docMk/>
            <pc:sldMk cId="1490207672" sldId="4787"/>
            <ac:cxnSpMk id="39" creationId="{8A4D4CAE-93BD-4A33-AF30-B61896A92EA1}"/>
          </ac:cxnSpMkLst>
        </pc:cxnChg>
        <pc:cxnChg chg="add del mod">
          <ac:chgData name="Minh Huynh" userId="01a137d4-0d81-46e0-aca6-c9185b391828" providerId="ADAL" clId="{812CCF7A-788B-4227-A920-48EDF3D1C151}" dt="2026-10-13T10:38:46.065" v="467"/>
          <ac:cxnSpMkLst>
            <pc:docMk/>
            <pc:sldMk cId="1490207672" sldId="4787"/>
            <ac:cxnSpMk id="40" creationId="{4BC86F27-CB70-4864-A508-88D9E98E51D1}"/>
          </ac:cxnSpMkLst>
        </pc:cxnChg>
        <pc:cxnChg chg="add del mod">
          <ac:chgData name="Minh Huynh" userId="01a137d4-0d81-46e0-aca6-c9185b391828" providerId="ADAL" clId="{812CCF7A-788B-4227-A920-48EDF3D1C151}" dt="2026-10-13T10:38:46.065" v="467"/>
          <ac:cxnSpMkLst>
            <pc:docMk/>
            <pc:sldMk cId="1490207672" sldId="4787"/>
            <ac:cxnSpMk id="41" creationId="{B59D524D-7773-47CF-9FE7-3F4B2094DAD8}"/>
          </ac:cxnSpMkLst>
        </pc:cxnChg>
        <pc:cxnChg chg="add del mod">
          <ac:chgData name="Minh Huynh" userId="01a137d4-0d81-46e0-aca6-c9185b391828" providerId="ADAL" clId="{812CCF7A-788B-4227-A920-48EDF3D1C151}" dt="2026-10-13T10:38:46.065" v="467"/>
          <ac:cxnSpMkLst>
            <pc:docMk/>
            <pc:sldMk cId="1490207672" sldId="4787"/>
            <ac:cxnSpMk id="42" creationId="{516983A3-E955-4909-9D7C-259323631A6D}"/>
          </ac:cxnSpMkLst>
        </pc:cxnChg>
        <pc:cxnChg chg="add del mod">
          <ac:chgData name="Minh Huynh" userId="01a137d4-0d81-46e0-aca6-c9185b391828" providerId="ADAL" clId="{812CCF7A-788B-4227-A920-48EDF3D1C151}" dt="2026-10-13T10:38:46.065" v="467"/>
          <ac:cxnSpMkLst>
            <pc:docMk/>
            <pc:sldMk cId="1490207672" sldId="4787"/>
            <ac:cxnSpMk id="43" creationId="{82B5D170-AECB-40C7-93A0-6085999164DF}"/>
          </ac:cxnSpMkLst>
        </pc:cxnChg>
        <pc:cxnChg chg="add del mod">
          <ac:chgData name="Minh Huynh" userId="01a137d4-0d81-46e0-aca6-c9185b391828" providerId="ADAL" clId="{812CCF7A-788B-4227-A920-48EDF3D1C151}" dt="2026-10-13T10:38:46.065" v="467"/>
          <ac:cxnSpMkLst>
            <pc:docMk/>
            <pc:sldMk cId="1490207672" sldId="4787"/>
            <ac:cxnSpMk id="50" creationId="{2E0C7990-F558-4075-B169-28AEEC474968}"/>
          </ac:cxnSpMkLst>
        </pc:cxnChg>
        <pc:cxnChg chg="add del mod">
          <ac:chgData name="Minh Huynh" userId="01a137d4-0d81-46e0-aca6-c9185b391828" providerId="ADAL" clId="{812CCF7A-788B-4227-A920-48EDF3D1C151}" dt="2026-10-13T10:38:46.065" v="467"/>
          <ac:cxnSpMkLst>
            <pc:docMk/>
            <pc:sldMk cId="1490207672" sldId="4787"/>
            <ac:cxnSpMk id="51" creationId="{9962A9E5-D475-4CBA-A4C5-38004AD63500}"/>
          </ac:cxnSpMkLst>
        </pc:cxnChg>
        <pc:cxnChg chg="add del mod">
          <ac:chgData name="Minh Huynh" userId="01a137d4-0d81-46e0-aca6-c9185b391828" providerId="ADAL" clId="{812CCF7A-788B-4227-A920-48EDF3D1C151}" dt="2026-10-13T10:38:46.065" v="467"/>
          <ac:cxnSpMkLst>
            <pc:docMk/>
            <pc:sldMk cId="1490207672" sldId="4787"/>
            <ac:cxnSpMk id="54" creationId="{11876DFE-224A-48F5-B717-03886AB3D602}"/>
          </ac:cxnSpMkLst>
        </pc:cxnChg>
        <pc:cxnChg chg="add del mod">
          <ac:chgData name="Minh Huynh" userId="01a137d4-0d81-46e0-aca6-c9185b391828" providerId="ADAL" clId="{812CCF7A-788B-4227-A920-48EDF3D1C151}" dt="2026-10-13T10:38:46.065" v="467"/>
          <ac:cxnSpMkLst>
            <pc:docMk/>
            <pc:sldMk cId="1490207672" sldId="4787"/>
            <ac:cxnSpMk id="55" creationId="{AEEE35AC-D7CA-441F-8869-C21BAA14BE48}"/>
          </ac:cxnSpMkLst>
        </pc:cxnChg>
        <pc:cxnChg chg="add del mod">
          <ac:chgData name="Minh Huynh" userId="01a137d4-0d81-46e0-aca6-c9185b391828" providerId="ADAL" clId="{812CCF7A-788B-4227-A920-48EDF3D1C151}" dt="2026-10-13T10:38:46.065" v="467"/>
          <ac:cxnSpMkLst>
            <pc:docMk/>
            <pc:sldMk cId="1490207672" sldId="4787"/>
            <ac:cxnSpMk id="56" creationId="{D28C5952-9929-4F04-A9D9-829B33D7C52F}"/>
          </ac:cxnSpMkLst>
        </pc:cxnChg>
        <pc:cxnChg chg="add del mod">
          <ac:chgData name="Minh Huynh" userId="01a137d4-0d81-46e0-aca6-c9185b391828" providerId="ADAL" clId="{812CCF7A-788B-4227-A920-48EDF3D1C151}" dt="2026-10-13T10:38:46.065" v="467"/>
          <ac:cxnSpMkLst>
            <pc:docMk/>
            <pc:sldMk cId="1490207672" sldId="4787"/>
            <ac:cxnSpMk id="57" creationId="{E2BF3BF6-82D6-4D79-893F-4BF604BD4B4C}"/>
          </ac:cxnSpMkLst>
        </pc:cxnChg>
        <pc:cxnChg chg="add del mod">
          <ac:chgData name="Minh Huynh" userId="01a137d4-0d81-46e0-aca6-c9185b391828" providerId="ADAL" clId="{812CCF7A-788B-4227-A920-48EDF3D1C151}" dt="2026-10-13T10:38:46.065" v="467"/>
          <ac:cxnSpMkLst>
            <pc:docMk/>
            <pc:sldMk cId="1490207672" sldId="4787"/>
            <ac:cxnSpMk id="58" creationId="{10726CEA-50EA-4D82-B376-511145306546}"/>
          </ac:cxnSpMkLst>
        </pc:cxnChg>
        <pc:cxnChg chg="add del mod">
          <ac:chgData name="Minh Huynh" userId="01a137d4-0d81-46e0-aca6-c9185b391828" providerId="ADAL" clId="{812CCF7A-788B-4227-A920-48EDF3D1C151}" dt="2026-10-13T10:38:46.065" v="467"/>
          <ac:cxnSpMkLst>
            <pc:docMk/>
            <pc:sldMk cId="1490207672" sldId="4787"/>
            <ac:cxnSpMk id="59" creationId="{99A1928F-3778-45BB-8269-03F3277BA00E}"/>
          </ac:cxnSpMkLst>
        </pc:cxnChg>
        <pc:cxnChg chg="add mod">
          <ac:chgData name="Minh Huynh" userId="01a137d4-0d81-46e0-aca6-c9185b391828" providerId="ADAL" clId="{812CCF7A-788B-4227-A920-48EDF3D1C151}" dt="2026-10-13T10:39:05.893" v="469" actId="1076"/>
          <ac:cxnSpMkLst>
            <pc:docMk/>
            <pc:sldMk cId="1490207672" sldId="4787"/>
            <ac:cxnSpMk id="60" creationId="{A7FCE216-586B-4391-9D3B-1EB6EE1F18C7}"/>
          </ac:cxnSpMkLst>
        </pc:cxnChg>
        <pc:cxnChg chg="add mod">
          <ac:chgData name="Minh Huynh" userId="01a137d4-0d81-46e0-aca6-c9185b391828" providerId="ADAL" clId="{812CCF7A-788B-4227-A920-48EDF3D1C151}" dt="2026-10-13T10:39:05.893" v="469" actId="1076"/>
          <ac:cxnSpMkLst>
            <pc:docMk/>
            <pc:sldMk cId="1490207672" sldId="4787"/>
            <ac:cxnSpMk id="63" creationId="{DA0542BC-E675-4449-835F-9AD049CFFD3A}"/>
          </ac:cxnSpMkLst>
        </pc:cxnChg>
        <pc:cxnChg chg="add mod">
          <ac:chgData name="Minh Huynh" userId="01a137d4-0d81-46e0-aca6-c9185b391828" providerId="ADAL" clId="{812CCF7A-788B-4227-A920-48EDF3D1C151}" dt="2026-10-13T10:39:05.893" v="469" actId="1076"/>
          <ac:cxnSpMkLst>
            <pc:docMk/>
            <pc:sldMk cId="1490207672" sldId="4787"/>
            <ac:cxnSpMk id="64" creationId="{F47B1674-8C11-4805-9630-10949423437D}"/>
          </ac:cxnSpMkLst>
        </pc:cxnChg>
        <pc:cxnChg chg="add mod">
          <ac:chgData name="Minh Huynh" userId="01a137d4-0d81-46e0-aca6-c9185b391828" providerId="ADAL" clId="{812CCF7A-788B-4227-A920-48EDF3D1C151}" dt="2026-10-13T10:39:05.893" v="469" actId="1076"/>
          <ac:cxnSpMkLst>
            <pc:docMk/>
            <pc:sldMk cId="1490207672" sldId="4787"/>
            <ac:cxnSpMk id="67" creationId="{9EFF8686-9EEB-4A49-8ABD-4CF7DA4D43BF}"/>
          </ac:cxnSpMkLst>
        </pc:cxnChg>
        <pc:cxnChg chg="add mod">
          <ac:chgData name="Minh Huynh" userId="01a137d4-0d81-46e0-aca6-c9185b391828" providerId="ADAL" clId="{812CCF7A-788B-4227-A920-48EDF3D1C151}" dt="2026-10-13T10:39:05.893" v="469" actId="1076"/>
          <ac:cxnSpMkLst>
            <pc:docMk/>
            <pc:sldMk cId="1490207672" sldId="4787"/>
            <ac:cxnSpMk id="68" creationId="{8B09B961-D200-4E71-B84A-5A661629CE93}"/>
          </ac:cxnSpMkLst>
        </pc:cxnChg>
        <pc:cxnChg chg="add mod">
          <ac:chgData name="Minh Huynh" userId="01a137d4-0d81-46e0-aca6-c9185b391828" providerId="ADAL" clId="{812CCF7A-788B-4227-A920-48EDF3D1C151}" dt="2026-10-13T10:39:05.893" v="469" actId="1076"/>
          <ac:cxnSpMkLst>
            <pc:docMk/>
            <pc:sldMk cId="1490207672" sldId="4787"/>
            <ac:cxnSpMk id="69" creationId="{BB3969DB-2B0B-4FF1-B711-06AC46D52453}"/>
          </ac:cxnSpMkLst>
        </pc:cxnChg>
        <pc:cxnChg chg="add mod">
          <ac:chgData name="Minh Huynh" userId="01a137d4-0d81-46e0-aca6-c9185b391828" providerId="ADAL" clId="{812CCF7A-788B-4227-A920-48EDF3D1C151}" dt="2026-10-13T10:39:05.893" v="469" actId="1076"/>
          <ac:cxnSpMkLst>
            <pc:docMk/>
            <pc:sldMk cId="1490207672" sldId="4787"/>
            <ac:cxnSpMk id="70" creationId="{DCAAB327-9ED0-4F33-9994-B32764656F02}"/>
          </ac:cxnSpMkLst>
        </pc:cxnChg>
        <pc:cxnChg chg="add mod">
          <ac:chgData name="Minh Huynh" userId="01a137d4-0d81-46e0-aca6-c9185b391828" providerId="ADAL" clId="{812CCF7A-788B-4227-A920-48EDF3D1C151}" dt="2026-10-13T10:39:05.893" v="469" actId="1076"/>
          <ac:cxnSpMkLst>
            <pc:docMk/>
            <pc:sldMk cId="1490207672" sldId="4787"/>
            <ac:cxnSpMk id="71" creationId="{2C977B9E-9E16-4191-88FD-38A9151FDF3D}"/>
          </ac:cxnSpMkLst>
        </pc:cxnChg>
        <pc:cxnChg chg="add mod">
          <ac:chgData name="Minh Huynh" userId="01a137d4-0d81-46e0-aca6-c9185b391828" providerId="ADAL" clId="{812CCF7A-788B-4227-A920-48EDF3D1C151}" dt="2026-10-13T10:39:05.893" v="469" actId="1076"/>
          <ac:cxnSpMkLst>
            <pc:docMk/>
            <pc:sldMk cId="1490207672" sldId="4787"/>
            <ac:cxnSpMk id="72" creationId="{8417CDA8-FF06-4803-B48B-446A8AB76ECD}"/>
          </ac:cxnSpMkLst>
        </pc:cxnChg>
        <pc:cxnChg chg="add mod">
          <ac:chgData name="Minh Huynh" userId="01a137d4-0d81-46e0-aca6-c9185b391828" providerId="ADAL" clId="{812CCF7A-788B-4227-A920-48EDF3D1C151}" dt="2026-10-13T10:39:05.893" v="469" actId="1076"/>
          <ac:cxnSpMkLst>
            <pc:docMk/>
            <pc:sldMk cId="1490207672" sldId="4787"/>
            <ac:cxnSpMk id="73" creationId="{816E0A85-A47A-4326-8CD7-E206DB1EA906}"/>
          </ac:cxnSpMkLst>
        </pc:cxnChg>
        <pc:cxnChg chg="add mod">
          <ac:chgData name="Minh Huynh" userId="01a137d4-0d81-46e0-aca6-c9185b391828" providerId="ADAL" clId="{812CCF7A-788B-4227-A920-48EDF3D1C151}" dt="2026-10-13T10:39:05.893" v="469" actId="1076"/>
          <ac:cxnSpMkLst>
            <pc:docMk/>
            <pc:sldMk cId="1490207672" sldId="4787"/>
            <ac:cxnSpMk id="74" creationId="{06B93F36-0898-491E-BC10-348B2450773C}"/>
          </ac:cxnSpMkLst>
        </pc:cxnChg>
        <pc:cxnChg chg="add mod">
          <ac:chgData name="Minh Huynh" userId="01a137d4-0d81-46e0-aca6-c9185b391828" providerId="ADAL" clId="{812CCF7A-788B-4227-A920-48EDF3D1C151}" dt="2026-10-13T10:39:05.893" v="469" actId="1076"/>
          <ac:cxnSpMkLst>
            <pc:docMk/>
            <pc:sldMk cId="1490207672" sldId="4787"/>
            <ac:cxnSpMk id="75" creationId="{4BDBB5A1-94D0-4D84-85ED-DFFAFCB7C34E}"/>
          </ac:cxnSpMkLst>
        </pc:cxnChg>
        <pc:cxnChg chg="add mod">
          <ac:chgData name="Minh Huynh" userId="01a137d4-0d81-46e0-aca6-c9185b391828" providerId="ADAL" clId="{812CCF7A-788B-4227-A920-48EDF3D1C151}" dt="2026-10-13T10:39:05.893" v="469" actId="1076"/>
          <ac:cxnSpMkLst>
            <pc:docMk/>
            <pc:sldMk cId="1490207672" sldId="4787"/>
            <ac:cxnSpMk id="83" creationId="{72F1D704-F778-42C0-AEE2-F607C70A1611}"/>
          </ac:cxnSpMkLst>
        </pc:cxnChg>
        <pc:cxnChg chg="add mod">
          <ac:chgData name="Minh Huynh" userId="01a137d4-0d81-46e0-aca6-c9185b391828" providerId="ADAL" clId="{812CCF7A-788B-4227-A920-48EDF3D1C151}" dt="2026-10-13T10:39:05.893" v="469" actId="1076"/>
          <ac:cxnSpMkLst>
            <pc:docMk/>
            <pc:sldMk cId="1490207672" sldId="4787"/>
            <ac:cxnSpMk id="84" creationId="{7C40BEF1-4313-447E-A3FA-EA23487AD09B}"/>
          </ac:cxnSpMkLst>
        </pc:cxnChg>
        <pc:cxnChg chg="add mod">
          <ac:chgData name="Minh Huynh" userId="01a137d4-0d81-46e0-aca6-c9185b391828" providerId="ADAL" clId="{812CCF7A-788B-4227-A920-48EDF3D1C151}" dt="2026-10-13T10:39:05.893" v="469" actId="1076"/>
          <ac:cxnSpMkLst>
            <pc:docMk/>
            <pc:sldMk cId="1490207672" sldId="4787"/>
            <ac:cxnSpMk id="85" creationId="{EB312DE7-9BF7-4263-85B3-8CA98DC743C0}"/>
          </ac:cxnSpMkLst>
        </pc:cxnChg>
        <pc:cxnChg chg="add mod">
          <ac:chgData name="Minh Huynh" userId="01a137d4-0d81-46e0-aca6-c9185b391828" providerId="ADAL" clId="{812CCF7A-788B-4227-A920-48EDF3D1C151}" dt="2026-10-13T10:39:05.893" v="469" actId="1076"/>
          <ac:cxnSpMkLst>
            <pc:docMk/>
            <pc:sldMk cId="1490207672" sldId="4787"/>
            <ac:cxnSpMk id="86" creationId="{327EACBA-68E8-458A-BB38-0E14D9A03C9F}"/>
          </ac:cxnSpMkLst>
        </pc:cxnChg>
        <pc:cxnChg chg="add mod">
          <ac:chgData name="Minh Huynh" userId="01a137d4-0d81-46e0-aca6-c9185b391828" providerId="ADAL" clId="{812CCF7A-788B-4227-A920-48EDF3D1C151}" dt="2026-10-13T10:39:05.893" v="469" actId="1076"/>
          <ac:cxnSpMkLst>
            <pc:docMk/>
            <pc:sldMk cId="1490207672" sldId="4787"/>
            <ac:cxnSpMk id="87" creationId="{47C97822-D62C-4182-99A6-3EDC0233866B}"/>
          </ac:cxnSpMkLst>
        </pc:cxnChg>
        <pc:cxnChg chg="add mod">
          <ac:chgData name="Minh Huynh" userId="01a137d4-0d81-46e0-aca6-c9185b391828" providerId="ADAL" clId="{812CCF7A-788B-4227-A920-48EDF3D1C151}" dt="2026-10-13T10:39:05.893" v="469" actId="1076"/>
          <ac:cxnSpMkLst>
            <pc:docMk/>
            <pc:sldMk cId="1490207672" sldId="4787"/>
            <ac:cxnSpMk id="88" creationId="{2FD3A33B-90D9-4759-9F77-80A3EB69AA92}"/>
          </ac:cxnSpMkLst>
        </pc:cxnChg>
        <pc:cxnChg chg="add mod">
          <ac:chgData name="Minh Huynh" userId="01a137d4-0d81-46e0-aca6-c9185b391828" providerId="ADAL" clId="{812CCF7A-788B-4227-A920-48EDF3D1C151}" dt="2026-10-13T10:39:05.893" v="469" actId="1076"/>
          <ac:cxnSpMkLst>
            <pc:docMk/>
            <pc:sldMk cId="1490207672" sldId="4787"/>
            <ac:cxnSpMk id="89" creationId="{71468522-3BD9-400A-960F-40682CE47AA0}"/>
          </ac:cxnSpMkLst>
        </pc:cxnChg>
        <pc:cxnChg chg="add mod">
          <ac:chgData name="Minh Huynh" userId="01a137d4-0d81-46e0-aca6-c9185b391828" providerId="ADAL" clId="{812CCF7A-788B-4227-A920-48EDF3D1C151}" dt="2026-10-13T10:39:05.893" v="469" actId="1076"/>
          <ac:cxnSpMkLst>
            <pc:docMk/>
            <pc:sldMk cId="1490207672" sldId="4787"/>
            <ac:cxnSpMk id="90" creationId="{2CA11033-355D-4577-B1E1-D77BB5244310}"/>
          </ac:cxnSpMkLst>
        </pc:cxnChg>
        <pc:cxnChg chg="add mod">
          <ac:chgData name="Minh Huynh" userId="01a137d4-0d81-46e0-aca6-c9185b391828" providerId="ADAL" clId="{812CCF7A-788B-4227-A920-48EDF3D1C151}" dt="2026-10-13T10:39:05.893" v="469" actId="1076"/>
          <ac:cxnSpMkLst>
            <pc:docMk/>
            <pc:sldMk cId="1490207672" sldId="4787"/>
            <ac:cxnSpMk id="91" creationId="{1382BE81-0ECA-4C46-B38C-95DAE0C315AC}"/>
          </ac:cxnSpMkLst>
        </pc:cxnChg>
        <pc:cxnChg chg="add mod">
          <ac:chgData name="Minh Huynh" userId="01a137d4-0d81-46e0-aca6-c9185b391828" providerId="ADAL" clId="{812CCF7A-788B-4227-A920-48EDF3D1C151}" dt="2026-10-13T10:39:05.893" v="469" actId="1076"/>
          <ac:cxnSpMkLst>
            <pc:docMk/>
            <pc:sldMk cId="1490207672" sldId="4787"/>
            <ac:cxnSpMk id="99" creationId="{0554457F-3523-4647-8410-CA86330C9449}"/>
          </ac:cxnSpMkLst>
        </pc:cxnChg>
        <pc:cxnChg chg="add mod">
          <ac:chgData name="Minh Huynh" userId="01a137d4-0d81-46e0-aca6-c9185b391828" providerId="ADAL" clId="{812CCF7A-788B-4227-A920-48EDF3D1C151}" dt="2026-10-13T10:39:05.893" v="469" actId="1076"/>
          <ac:cxnSpMkLst>
            <pc:docMk/>
            <pc:sldMk cId="1490207672" sldId="4787"/>
            <ac:cxnSpMk id="100" creationId="{0ACACFC0-8FC1-489D-8FA9-610D782CCA29}"/>
          </ac:cxnSpMkLst>
        </pc:cxnChg>
        <pc:cxnChg chg="add mod">
          <ac:chgData name="Minh Huynh" userId="01a137d4-0d81-46e0-aca6-c9185b391828" providerId="ADAL" clId="{812CCF7A-788B-4227-A920-48EDF3D1C151}" dt="2026-10-13T10:39:05.893" v="469" actId="1076"/>
          <ac:cxnSpMkLst>
            <pc:docMk/>
            <pc:sldMk cId="1490207672" sldId="4787"/>
            <ac:cxnSpMk id="103" creationId="{4A602B0C-350D-421B-96EF-AA9A234EC1CC}"/>
          </ac:cxnSpMkLst>
        </pc:cxnChg>
        <pc:cxnChg chg="add mod">
          <ac:chgData name="Minh Huynh" userId="01a137d4-0d81-46e0-aca6-c9185b391828" providerId="ADAL" clId="{812CCF7A-788B-4227-A920-48EDF3D1C151}" dt="2026-10-13T10:39:05.893" v="469" actId="1076"/>
          <ac:cxnSpMkLst>
            <pc:docMk/>
            <pc:sldMk cId="1490207672" sldId="4787"/>
            <ac:cxnSpMk id="105" creationId="{B44B191C-5E2C-4523-B726-A631DABE5B97}"/>
          </ac:cxnSpMkLst>
        </pc:cxnChg>
        <pc:cxnChg chg="add mod">
          <ac:chgData name="Minh Huynh" userId="01a137d4-0d81-46e0-aca6-c9185b391828" providerId="ADAL" clId="{812CCF7A-788B-4227-A920-48EDF3D1C151}" dt="2026-10-13T10:39:05.893" v="469" actId="1076"/>
          <ac:cxnSpMkLst>
            <pc:docMk/>
            <pc:sldMk cId="1490207672" sldId="4787"/>
            <ac:cxnSpMk id="106" creationId="{0A879C5C-3349-4C15-BC9C-1B2E82C2D848}"/>
          </ac:cxnSpMkLst>
        </pc:cxnChg>
        <pc:cxnChg chg="add mod">
          <ac:chgData name="Minh Huynh" userId="01a137d4-0d81-46e0-aca6-c9185b391828" providerId="ADAL" clId="{812CCF7A-788B-4227-A920-48EDF3D1C151}" dt="2026-10-13T10:39:05.893" v="469" actId="1076"/>
          <ac:cxnSpMkLst>
            <pc:docMk/>
            <pc:sldMk cId="1490207672" sldId="4787"/>
            <ac:cxnSpMk id="107" creationId="{D6C88C31-C98D-4A18-B366-DD0218578046}"/>
          </ac:cxnSpMkLst>
        </pc:cxnChg>
        <pc:cxnChg chg="add mod">
          <ac:chgData name="Minh Huynh" userId="01a137d4-0d81-46e0-aca6-c9185b391828" providerId="ADAL" clId="{812CCF7A-788B-4227-A920-48EDF3D1C151}" dt="2026-10-13T10:39:05.893" v="469" actId="1076"/>
          <ac:cxnSpMkLst>
            <pc:docMk/>
            <pc:sldMk cId="1490207672" sldId="4787"/>
            <ac:cxnSpMk id="108" creationId="{1852786F-3A0B-47D8-929B-3CCE20DF062D}"/>
          </ac:cxnSpMkLst>
        </pc:cxnChg>
        <pc:cxnChg chg="add mod">
          <ac:chgData name="Minh Huynh" userId="01a137d4-0d81-46e0-aca6-c9185b391828" providerId="ADAL" clId="{812CCF7A-788B-4227-A920-48EDF3D1C151}" dt="2026-10-13T10:39:05.893" v="469" actId="1076"/>
          <ac:cxnSpMkLst>
            <pc:docMk/>
            <pc:sldMk cId="1490207672" sldId="4787"/>
            <ac:cxnSpMk id="109" creationId="{C010F3CA-4BD4-4758-8D0A-2CF50E165F69}"/>
          </ac:cxnSpMkLst>
        </pc:cxnChg>
        <pc:cxnChg chg="del">
          <ac:chgData name="Minh Huynh" userId="01a137d4-0d81-46e0-aca6-c9185b391828" providerId="ADAL" clId="{812CCF7A-788B-4227-A920-48EDF3D1C151}" dt="2026-10-13T10:38:00.842" v="433" actId="478"/>
          <ac:cxnSpMkLst>
            <pc:docMk/>
            <pc:sldMk cId="1490207672" sldId="4787"/>
            <ac:cxnSpMk id="169" creationId="{57222EC7-0876-4877-92FA-89777C2E7A67}"/>
          </ac:cxnSpMkLst>
        </pc:cxnChg>
      </pc:sldChg>
      <pc:sldChg chg="addSp delSp modSp add mod">
        <pc:chgData name="Minh Huynh" userId="01a137d4-0d81-46e0-aca6-c9185b391828" providerId="ADAL" clId="{812CCF7A-788B-4227-A920-48EDF3D1C151}" dt="2026-10-13T10:40:36.577" v="520" actId="122"/>
        <pc:sldMkLst>
          <pc:docMk/>
          <pc:sldMk cId="1043102066" sldId="4793"/>
        </pc:sldMkLst>
        <pc:spChg chg="add mod">
          <ac:chgData name="Minh Huynh" userId="01a137d4-0d81-46e0-aca6-c9185b391828" providerId="ADAL" clId="{812CCF7A-788B-4227-A920-48EDF3D1C151}" dt="2026-10-13T10:39:37.532" v="504" actId="20577"/>
          <ac:spMkLst>
            <pc:docMk/>
            <pc:sldMk cId="1043102066" sldId="4793"/>
            <ac:spMk id="12" creationId="{26342D36-664D-469D-A75B-AE1FE51C8A32}"/>
          </ac:spMkLst>
        </pc:spChg>
        <pc:spChg chg="add mod">
          <ac:chgData name="Minh Huynh" userId="01a137d4-0d81-46e0-aca6-c9185b391828" providerId="ADAL" clId="{812CCF7A-788B-4227-A920-48EDF3D1C151}" dt="2026-10-13T10:40:36.577" v="520" actId="122"/>
          <ac:spMkLst>
            <pc:docMk/>
            <pc:sldMk cId="1043102066" sldId="4793"/>
            <ac:spMk id="14" creationId="{0B9A5F48-42A4-430A-B86F-5A762F4F89C3}"/>
          </ac:spMkLst>
        </pc:spChg>
        <pc:spChg chg="del">
          <ac:chgData name="Minh Huynh" userId="01a137d4-0d81-46e0-aca6-c9185b391828" providerId="ADAL" clId="{812CCF7A-788B-4227-A920-48EDF3D1C151}" dt="2026-10-13T10:39:26.348" v="473" actId="478"/>
          <ac:spMkLst>
            <pc:docMk/>
            <pc:sldMk cId="1043102066" sldId="4793"/>
            <ac:spMk id="56" creationId="{49E3A979-FE35-411E-BFB4-5B95166F8964}"/>
          </ac:spMkLst>
        </pc:spChg>
        <pc:spChg chg="del">
          <ac:chgData name="Minh Huynh" userId="01a137d4-0d81-46e0-aca6-c9185b391828" providerId="ADAL" clId="{812CCF7A-788B-4227-A920-48EDF3D1C151}" dt="2026-10-13T10:39:26.348" v="473" actId="478"/>
          <ac:spMkLst>
            <pc:docMk/>
            <pc:sldMk cId="1043102066" sldId="4793"/>
            <ac:spMk id="59" creationId="{735779E9-1AD8-4BD8-B5D2-CED193CC67AD}"/>
          </ac:spMkLst>
        </pc:spChg>
        <pc:spChg chg="del">
          <ac:chgData name="Minh Huynh" userId="01a137d4-0d81-46e0-aca6-c9185b391828" providerId="ADAL" clId="{812CCF7A-788B-4227-A920-48EDF3D1C151}" dt="2026-10-13T10:39:26.348" v="473" actId="478"/>
          <ac:spMkLst>
            <pc:docMk/>
            <pc:sldMk cId="1043102066" sldId="4793"/>
            <ac:spMk id="61" creationId="{1D4E5F5B-4A07-4765-A626-8E86AFF548B3}"/>
          </ac:spMkLst>
        </pc:spChg>
        <pc:spChg chg="del">
          <ac:chgData name="Minh Huynh" userId="01a137d4-0d81-46e0-aca6-c9185b391828" providerId="ADAL" clId="{812CCF7A-788B-4227-A920-48EDF3D1C151}" dt="2026-10-13T10:39:26.348" v="473" actId="478"/>
          <ac:spMkLst>
            <pc:docMk/>
            <pc:sldMk cId="1043102066" sldId="4793"/>
            <ac:spMk id="62" creationId="{E24FB618-F4CA-4389-8D7F-32CAEE22F870}"/>
          </ac:spMkLst>
        </pc:spChg>
        <pc:spChg chg="del">
          <ac:chgData name="Minh Huynh" userId="01a137d4-0d81-46e0-aca6-c9185b391828" providerId="ADAL" clId="{812CCF7A-788B-4227-A920-48EDF3D1C151}" dt="2026-10-13T10:39:26.348" v="473" actId="478"/>
          <ac:spMkLst>
            <pc:docMk/>
            <pc:sldMk cId="1043102066" sldId="4793"/>
            <ac:spMk id="63" creationId="{29601DA7-FE35-4218-9A0F-8FE47CF20FA5}"/>
          </ac:spMkLst>
        </pc:spChg>
        <pc:spChg chg="del">
          <ac:chgData name="Minh Huynh" userId="01a137d4-0d81-46e0-aca6-c9185b391828" providerId="ADAL" clId="{812CCF7A-788B-4227-A920-48EDF3D1C151}" dt="2026-10-13T10:39:26.348" v="473" actId="478"/>
          <ac:spMkLst>
            <pc:docMk/>
            <pc:sldMk cId="1043102066" sldId="4793"/>
            <ac:spMk id="64" creationId="{0D1E4DAE-92C6-4F86-AC95-D6C23B7B40E4}"/>
          </ac:spMkLst>
        </pc:spChg>
        <pc:spChg chg="del">
          <ac:chgData name="Minh Huynh" userId="01a137d4-0d81-46e0-aca6-c9185b391828" providerId="ADAL" clId="{812CCF7A-788B-4227-A920-48EDF3D1C151}" dt="2026-10-13T10:39:26.348" v="473" actId="478"/>
          <ac:spMkLst>
            <pc:docMk/>
            <pc:sldMk cId="1043102066" sldId="4793"/>
            <ac:spMk id="65" creationId="{3CB81CA1-906C-4082-9F64-0040863BB58B}"/>
          </ac:spMkLst>
        </pc:spChg>
        <pc:spChg chg="del">
          <ac:chgData name="Minh Huynh" userId="01a137d4-0d81-46e0-aca6-c9185b391828" providerId="ADAL" clId="{812CCF7A-788B-4227-A920-48EDF3D1C151}" dt="2026-10-13T10:39:26.348" v="473" actId="478"/>
          <ac:spMkLst>
            <pc:docMk/>
            <pc:sldMk cId="1043102066" sldId="4793"/>
            <ac:spMk id="66" creationId="{A766A180-4040-453B-9EC7-AEEBC7E42108}"/>
          </ac:spMkLst>
        </pc:spChg>
        <pc:spChg chg="del">
          <ac:chgData name="Minh Huynh" userId="01a137d4-0d81-46e0-aca6-c9185b391828" providerId="ADAL" clId="{812CCF7A-788B-4227-A920-48EDF3D1C151}" dt="2026-10-13T10:39:25.015" v="472" actId="478"/>
          <ac:spMkLst>
            <pc:docMk/>
            <pc:sldMk cId="1043102066" sldId="4793"/>
            <ac:spMk id="104" creationId="{1A1737B4-5C22-48C0-A017-BE9CFEF00550}"/>
          </ac:spMkLst>
        </pc:spChg>
        <pc:graphicFrameChg chg="mod">
          <ac:chgData name="Minh Huynh" userId="01a137d4-0d81-46e0-aca6-c9185b391828" providerId="ADAL" clId="{812CCF7A-788B-4227-A920-48EDF3D1C151}" dt="2026-10-13T10:40:03.157" v="508" actId="1076"/>
          <ac:graphicFrameMkLst>
            <pc:docMk/>
            <pc:sldMk cId="1043102066" sldId="4793"/>
            <ac:graphicFrameMk id="2" creationId="{F23E192C-3D8E-44D8-A788-9896B651C77F}"/>
          </ac:graphicFrameMkLst>
        </pc:graphicFrameChg>
        <pc:picChg chg="add mod">
          <ac:chgData name="Minh Huynh" userId="01a137d4-0d81-46e0-aca6-c9185b391828" providerId="ADAL" clId="{812CCF7A-788B-4227-A920-48EDF3D1C151}" dt="2026-10-13T10:40:10.742" v="512" actId="1076"/>
          <ac:picMkLst>
            <pc:docMk/>
            <pc:sldMk cId="1043102066" sldId="4793"/>
            <ac:picMk id="13" creationId="{D927D5D3-F7C0-4453-8A30-308E3A31BDC5}"/>
          </ac:picMkLst>
        </pc:picChg>
      </pc:sldChg>
      <pc:sldChg chg="delSp add del mod">
        <pc:chgData name="Minh Huynh" userId="01a137d4-0d81-46e0-aca6-c9185b391828" providerId="ADAL" clId="{812CCF7A-788B-4227-A920-48EDF3D1C151}" dt="2026-10-13T10:41:02.983" v="522" actId="47"/>
        <pc:sldMkLst>
          <pc:docMk/>
          <pc:sldMk cId="696001688" sldId="4794"/>
        </pc:sldMkLst>
        <pc:spChg chg="del">
          <ac:chgData name="Minh Huynh" userId="01a137d4-0d81-46e0-aca6-c9185b391828" providerId="ADAL" clId="{812CCF7A-788B-4227-A920-48EDF3D1C151}" dt="2026-10-13T10:39:57.630" v="506" actId="478"/>
          <ac:spMkLst>
            <pc:docMk/>
            <pc:sldMk cId="696001688" sldId="4794"/>
            <ac:spMk id="5" creationId="{6BDEF0B6-EE95-491D-8168-E5F344F5A110}"/>
          </ac:spMkLst>
        </pc:spChg>
        <pc:spChg chg="del">
          <ac:chgData name="Minh Huynh" userId="01a137d4-0d81-46e0-aca6-c9185b391828" providerId="ADAL" clId="{812CCF7A-788B-4227-A920-48EDF3D1C151}" dt="2026-10-13T10:39:57.630" v="506" actId="478"/>
          <ac:spMkLst>
            <pc:docMk/>
            <pc:sldMk cId="696001688" sldId="4794"/>
            <ac:spMk id="6" creationId="{129EBDA5-527F-4D1C-BA5F-98103659311E}"/>
          </ac:spMkLst>
        </pc:spChg>
        <pc:spChg chg="del">
          <ac:chgData name="Minh Huynh" userId="01a137d4-0d81-46e0-aca6-c9185b391828" providerId="ADAL" clId="{812CCF7A-788B-4227-A920-48EDF3D1C151}" dt="2026-10-13T10:39:57.630" v="506" actId="478"/>
          <ac:spMkLst>
            <pc:docMk/>
            <pc:sldMk cId="696001688" sldId="4794"/>
            <ac:spMk id="7" creationId="{D8F09DAA-678E-4719-8A0A-AB2FF378BDA2}"/>
          </ac:spMkLst>
        </pc:spChg>
        <pc:spChg chg="del">
          <ac:chgData name="Minh Huynh" userId="01a137d4-0d81-46e0-aca6-c9185b391828" providerId="ADAL" clId="{812CCF7A-788B-4227-A920-48EDF3D1C151}" dt="2026-10-13T10:39:57.630" v="506" actId="478"/>
          <ac:spMkLst>
            <pc:docMk/>
            <pc:sldMk cId="696001688" sldId="4794"/>
            <ac:spMk id="8" creationId="{B6207CFF-A9AC-4316-908F-1CE31D2D5A8F}"/>
          </ac:spMkLst>
        </pc:spChg>
        <pc:spChg chg="del">
          <ac:chgData name="Minh Huynh" userId="01a137d4-0d81-46e0-aca6-c9185b391828" providerId="ADAL" clId="{812CCF7A-788B-4227-A920-48EDF3D1C151}" dt="2026-10-13T10:39:57.630" v="506" actId="478"/>
          <ac:spMkLst>
            <pc:docMk/>
            <pc:sldMk cId="696001688" sldId="4794"/>
            <ac:spMk id="9" creationId="{FFEFC281-A6AB-4A62-A73A-52C396EB3892}"/>
          </ac:spMkLst>
        </pc:spChg>
        <pc:spChg chg="del">
          <ac:chgData name="Minh Huynh" userId="01a137d4-0d81-46e0-aca6-c9185b391828" providerId="ADAL" clId="{812CCF7A-788B-4227-A920-48EDF3D1C151}" dt="2026-10-13T10:39:57.630" v="506" actId="478"/>
          <ac:spMkLst>
            <pc:docMk/>
            <pc:sldMk cId="696001688" sldId="4794"/>
            <ac:spMk id="10" creationId="{D6297C3E-7357-483C-AEBE-08D9986B46D6}"/>
          </ac:spMkLst>
        </pc:spChg>
        <pc:spChg chg="del">
          <ac:chgData name="Minh Huynh" userId="01a137d4-0d81-46e0-aca6-c9185b391828" providerId="ADAL" clId="{812CCF7A-788B-4227-A920-48EDF3D1C151}" dt="2026-10-13T10:39:57.630" v="506" actId="478"/>
          <ac:spMkLst>
            <pc:docMk/>
            <pc:sldMk cId="696001688" sldId="4794"/>
            <ac:spMk id="11" creationId="{E3F13645-66B5-4F37-8262-867ACCA3D164}"/>
          </ac:spMkLst>
        </pc:spChg>
        <pc:spChg chg="del">
          <ac:chgData name="Minh Huynh" userId="01a137d4-0d81-46e0-aca6-c9185b391828" providerId="ADAL" clId="{812CCF7A-788B-4227-A920-48EDF3D1C151}" dt="2026-10-13T10:39:57.630" v="506" actId="478"/>
          <ac:spMkLst>
            <pc:docMk/>
            <pc:sldMk cId="696001688" sldId="4794"/>
            <ac:spMk id="12" creationId="{AC52B803-5B6B-4358-9988-7355189510ED}"/>
          </ac:spMkLst>
        </pc:spChg>
        <pc:spChg chg="del">
          <ac:chgData name="Minh Huynh" userId="01a137d4-0d81-46e0-aca6-c9185b391828" providerId="ADAL" clId="{812CCF7A-788B-4227-A920-48EDF3D1C151}" dt="2026-10-13T10:39:58.707" v="507" actId="478"/>
          <ac:spMkLst>
            <pc:docMk/>
            <pc:sldMk cId="696001688" sldId="4794"/>
            <ac:spMk id="104" creationId="{1A1737B4-5C22-48C0-A017-BE9CFEF00550}"/>
          </ac:spMkLst>
        </pc:spChg>
      </pc:sldChg>
      <pc:sldChg chg="addSp delSp modSp add mod">
        <pc:chgData name="Minh Huynh" userId="01a137d4-0d81-46e0-aca6-c9185b391828" providerId="ADAL" clId="{812CCF7A-788B-4227-A920-48EDF3D1C151}" dt="2026-10-13T10:41:27.466" v="558" actId="14100"/>
        <pc:sldMkLst>
          <pc:docMk/>
          <pc:sldMk cId="2556514774" sldId="4801"/>
        </pc:sldMkLst>
        <pc:spChg chg="del">
          <ac:chgData name="Minh Huynh" userId="01a137d4-0d81-46e0-aca6-c9185b391828" providerId="ADAL" clId="{812CCF7A-788B-4227-A920-48EDF3D1C151}" dt="2026-10-13T10:41:04.294" v="523" actId="478"/>
          <ac:spMkLst>
            <pc:docMk/>
            <pc:sldMk cId="2556514774" sldId="4801"/>
            <ac:spMk id="9" creationId="{A18ABAA9-0AA1-4F09-8A8A-EAB272404D41}"/>
          </ac:spMkLst>
        </pc:spChg>
        <pc:spChg chg="del">
          <ac:chgData name="Minh Huynh" userId="01a137d4-0d81-46e0-aca6-c9185b391828" providerId="ADAL" clId="{812CCF7A-788B-4227-A920-48EDF3D1C151}" dt="2026-10-13T10:41:04.294" v="523" actId="478"/>
          <ac:spMkLst>
            <pc:docMk/>
            <pc:sldMk cId="2556514774" sldId="4801"/>
            <ac:spMk id="12" creationId="{3F8392B4-1B48-4BB8-8AD8-25F2E9D5C592}"/>
          </ac:spMkLst>
        </pc:spChg>
        <pc:spChg chg="del">
          <ac:chgData name="Minh Huynh" userId="01a137d4-0d81-46e0-aca6-c9185b391828" providerId="ADAL" clId="{812CCF7A-788B-4227-A920-48EDF3D1C151}" dt="2026-10-13T10:41:04.294" v="523" actId="478"/>
          <ac:spMkLst>
            <pc:docMk/>
            <pc:sldMk cId="2556514774" sldId="4801"/>
            <ac:spMk id="13" creationId="{7204C4A7-120B-4B10-8425-DB8B87AF2756}"/>
          </ac:spMkLst>
        </pc:spChg>
        <pc:spChg chg="del">
          <ac:chgData name="Minh Huynh" userId="01a137d4-0d81-46e0-aca6-c9185b391828" providerId="ADAL" clId="{812CCF7A-788B-4227-A920-48EDF3D1C151}" dt="2026-10-13T10:41:04.294" v="523" actId="478"/>
          <ac:spMkLst>
            <pc:docMk/>
            <pc:sldMk cId="2556514774" sldId="4801"/>
            <ac:spMk id="14" creationId="{15120398-2E65-4756-B0E7-44F9980F52A8}"/>
          </ac:spMkLst>
        </pc:spChg>
        <pc:spChg chg="del">
          <ac:chgData name="Minh Huynh" userId="01a137d4-0d81-46e0-aca6-c9185b391828" providerId="ADAL" clId="{812CCF7A-788B-4227-A920-48EDF3D1C151}" dt="2026-10-13T10:41:04.294" v="523" actId="478"/>
          <ac:spMkLst>
            <pc:docMk/>
            <pc:sldMk cId="2556514774" sldId="4801"/>
            <ac:spMk id="15" creationId="{99D7AD66-E9E4-4730-8A43-844B009FCF23}"/>
          </ac:spMkLst>
        </pc:spChg>
        <pc:spChg chg="del">
          <ac:chgData name="Minh Huynh" userId="01a137d4-0d81-46e0-aca6-c9185b391828" providerId="ADAL" clId="{812CCF7A-788B-4227-A920-48EDF3D1C151}" dt="2026-10-13T10:41:04.294" v="523" actId="478"/>
          <ac:spMkLst>
            <pc:docMk/>
            <pc:sldMk cId="2556514774" sldId="4801"/>
            <ac:spMk id="17" creationId="{DDA83F08-F3CB-49A8-BDDD-5C3DABDA65DC}"/>
          </ac:spMkLst>
        </pc:spChg>
        <pc:spChg chg="del">
          <ac:chgData name="Minh Huynh" userId="01a137d4-0d81-46e0-aca6-c9185b391828" providerId="ADAL" clId="{812CCF7A-788B-4227-A920-48EDF3D1C151}" dt="2026-10-13T10:41:04.294" v="523" actId="478"/>
          <ac:spMkLst>
            <pc:docMk/>
            <pc:sldMk cId="2556514774" sldId="4801"/>
            <ac:spMk id="18" creationId="{8BFAF54C-00B4-4F1B-B680-8B8BF4F01A7C}"/>
          </ac:spMkLst>
        </pc:spChg>
        <pc:spChg chg="del">
          <ac:chgData name="Minh Huynh" userId="01a137d4-0d81-46e0-aca6-c9185b391828" providerId="ADAL" clId="{812CCF7A-788B-4227-A920-48EDF3D1C151}" dt="2026-10-13T10:41:04.294" v="523" actId="478"/>
          <ac:spMkLst>
            <pc:docMk/>
            <pc:sldMk cId="2556514774" sldId="4801"/>
            <ac:spMk id="19" creationId="{C8D5C466-CC9D-4A99-B644-DAA8E30FDFA1}"/>
          </ac:spMkLst>
        </pc:spChg>
        <pc:spChg chg="add mod">
          <ac:chgData name="Minh Huynh" userId="01a137d4-0d81-46e0-aca6-c9185b391828" providerId="ADAL" clId="{812CCF7A-788B-4227-A920-48EDF3D1C151}" dt="2026-10-13T10:41:12.151" v="551" actId="20577"/>
          <ac:spMkLst>
            <pc:docMk/>
            <pc:sldMk cId="2556514774" sldId="4801"/>
            <ac:spMk id="20" creationId="{48F3A856-B73D-403A-A767-E9A661E160A6}"/>
          </ac:spMkLst>
        </pc:spChg>
        <pc:spChg chg="add mod">
          <ac:chgData name="Minh Huynh" userId="01a137d4-0d81-46e0-aca6-c9185b391828" providerId="ADAL" clId="{812CCF7A-788B-4227-A920-48EDF3D1C151}" dt="2026-10-13T10:41:19.453" v="552"/>
          <ac:spMkLst>
            <pc:docMk/>
            <pc:sldMk cId="2556514774" sldId="4801"/>
            <ac:spMk id="30" creationId="{CD3FC03A-1136-4AAD-B377-80DBF68240E1}"/>
          </ac:spMkLst>
        </pc:spChg>
        <pc:spChg chg="add mod">
          <ac:chgData name="Minh Huynh" userId="01a137d4-0d81-46e0-aca6-c9185b391828" providerId="ADAL" clId="{812CCF7A-788B-4227-A920-48EDF3D1C151}" dt="2026-10-13T10:41:19.453" v="552"/>
          <ac:spMkLst>
            <pc:docMk/>
            <pc:sldMk cId="2556514774" sldId="4801"/>
            <ac:spMk id="31" creationId="{239D0DDF-C367-44FE-8111-C86DC70E3A30}"/>
          </ac:spMkLst>
        </pc:spChg>
        <pc:spChg chg="add mod">
          <ac:chgData name="Minh Huynh" userId="01a137d4-0d81-46e0-aca6-c9185b391828" providerId="ADAL" clId="{812CCF7A-788B-4227-A920-48EDF3D1C151}" dt="2026-10-13T10:41:19.453" v="552"/>
          <ac:spMkLst>
            <pc:docMk/>
            <pc:sldMk cId="2556514774" sldId="4801"/>
            <ac:spMk id="32" creationId="{95CAEC10-D3D8-4649-9DDE-223211C916E3}"/>
          </ac:spMkLst>
        </pc:spChg>
        <pc:spChg chg="add mod">
          <ac:chgData name="Minh Huynh" userId="01a137d4-0d81-46e0-aca6-c9185b391828" providerId="ADAL" clId="{812CCF7A-788B-4227-A920-48EDF3D1C151}" dt="2026-10-13T10:41:19.453" v="552"/>
          <ac:spMkLst>
            <pc:docMk/>
            <pc:sldMk cId="2556514774" sldId="4801"/>
            <ac:spMk id="33" creationId="{069B9FFB-ED8F-4CA3-B420-34C3BD49C627}"/>
          </ac:spMkLst>
        </pc:spChg>
        <pc:spChg chg="add mod">
          <ac:chgData name="Minh Huynh" userId="01a137d4-0d81-46e0-aca6-c9185b391828" providerId="ADAL" clId="{812CCF7A-788B-4227-A920-48EDF3D1C151}" dt="2026-10-13T10:41:19.453" v="552"/>
          <ac:spMkLst>
            <pc:docMk/>
            <pc:sldMk cId="2556514774" sldId="4801"/>
            <ac:spMk id="34" creationId="{EA55F190-4AB0-4669-8F83-14113C44EF71}"/>
          </ac:spMkLst>
        </pc:spChg>
        <pc:spChg chg="add mod">
          <ac:chgData name="Minh Huynh" userId="01a137d4-0d81-46e0-aca6-c9185b391828" providerId="ADAL" clId="{812CCF7A-788B-4227-A920-48EDF3D1C151}" dt="2026-10-13T10:41:19.453" v="552"/>
          <ac:spMkLst>
            <pc:docMk/>
            <pc:sldMk cId="2556514774" sldId="4801"/>
            <ac:spMk id="35" creationId="{996E08D3-BC0F-4938-8BBC-8D9C258ABF65}"/>
          </ac:spMkLst>
        </pc:spChg>
        <pc:spChg chg="add mod">
          <ac:chgData name="Minh Huynh" userId="01a137d4-0d81-46e0-aca6-c9185b391828" providerId="ADAL" clId="{812CCF7A-788B-4227-A920-48EDF3D1C151}" dt="2026-10-13T10:41:19.453" v="552"/>
          <ac:spMkLst>
            <pc:docMk/>
            <pc:sldMk cId="2556514774" sldId="4801"/>
            <ac:spMk id="45" creationId="{4A7FEA37-24D6-4511-AB30-5954DD293E2D}"/>
          </ac:spMkLst>
        </pc:spChg>
        <pc:spChg chg="add mod">
          <ac:chgData name="Minh Huynh" userId="01a137d4-0d81-46e0-aca6-c9185b391828" providerId="ADAL" clId="{812CCF7A-788B-4227-A920-48EDF3D1C151}" dt="2026-10-13T10:41:19.453" v="552"/>
          <ac:spMkLst>
            <pc:docMk/>
            <pc:sldMk cId="2556514774" sldId="4801"/>
            <ac:spMk id="46" creationId="{B0B24506-DD1B-4F5D-A428-084BB9BD2B0F}"/>
          </ac:spMkLst>
        </pc:spChg>
        <pc:spChg chg="add mod">
          <ac:chgData name="Minh Huynh" userId="01a137d4-0d81-46e0-aca6-c9185b391828" providerId="ADAL" clId="{812CCF7A-788B-4227-A920-48EDF3D1C151}" dt="2026-10-13T10:41:19.453" v="552"/>
          <ac:spMkLst>
            <pc:docMk/>
            <pc:sldMk cId="2556514774" sldId="4801"/>
            <ac:spMk id="47" creationId="{42AFEC68-663C-492F-9471-5C0324910B7E}"/>
          </ac:spMkLst>
        </pc:spChg>
        <pc:spChg chg="add mod">
          <ac:chgData name="Minh Huynh" userId="01a137d4-0d81-46e0-aca6-c9185b391828" providerId="ADAL" clId="{812CCF7A-788B-4227-A920-48EDF3D1C151}" dt="2026-10-13T10:41:19.453" v="552"/>
          <ac:spMkLst>
            <pc:docMk/>
            <pc:sldMk cId="2556514774" sldId="4801"/>
            <ac:spMk id="48" creationId="{EA874D29-121B-45DD-8D2E-E0C7A48B8269}"/>
          </ac:spMkLst>
        </pc:spChg>
        <pc:spChg chg="add mod">
          <ac:chgData name="Minh Huynh" userId="01a137d4-0d81-46e0-aca6-c9185b391828" providerId="ADAL" clId="{812CCF7A-788B-4227-A920-48EDF3D1C151}" dt="2026-10-13T10:41:19.453" v="552"/>
          <ac:spMkLst>
            <pc:docMk/>
            <pc:sldMk cId="2556514774" sldId="4801"/>
            <ac:spMk id="49" creationId="{8459C470-7313-41A4-A325-5E431D1ABBA2}"/>
          </ac:spMkLst>
        </pc:spChg>
        <pc:spChg chg="add del mod">
          <ac:chgData name="Minh Huynh" userId="01a137d4-0d81-46e0-aca6-c9185b391828" providerId="ADAL" clId="{812CCF7A-788B-4227-A920-48EDF3D1C151}" dt="2026-10-13T10:41:22.464" v="553" actId="478"/>
          <ac:spMkLst>
            <pc:docMk/>
            <pc:sldMk cId="2556514774" sldId="4801"/>
            <ac:spMk id="50" creationId="{648084FF-2FB9-4968-9361-50DB2330D728}"/>
          </ac:spMkLst>
        </pc:spChg>
        <pc:cxnChg chg="add mod">
          <ac:chgData name="Minh Huynh" userId="01a137d4-0d81-46e0-aca6-c9185b391828" providerId="ADAL" clId="{812CCF7A-788B-4227-A920-48EDF3D1C151}" dt="2026-10-13T10:41:19.453" v="552"/>
          <ac:cxnSpMkLst>
            <pc:docMk/>
            <pc:sldMk cId="2556514774" sldId="4801"/>
            <ac:cxnSpMk id="21" creationId="{F6DB8FA0-AB21-45EE-99FE-D5BEA13DF069}"/>
          </ac:cxnSpMkLst>
        </pc:cxnChg>
        <pc:cxnChg chg="add mod">
          <ac:chgData name="Minh Huynh" userId="01a137d4-0d81-46e0-aca6-c9185b391828" providerId="ADAL" clId="{812CCF7A-788B-4227-A920-48EDF3D1C151}" dt="2026-10-13T10:41:19.453" v="552"/>
          <ac:cxnSpMkLst>
            <pc:docMk/>
            <pc:sldMk cId="2556514774" sldId="4801"/>
            <ac:cxnSpMk id="22" creationId="{38AD309C-DB6A-4B51-9099-B465A906810C}"/>
          </ac:cxnSpMkLst>
        </pc:cxnChg>
        <pc:cxnChg chg="add mod">
          <ac:chgData name="Minh Huynh" userId="01a137d4-0d81-46e0-aca6-c9185b391828" providerId="ADAL" clId="{812CCF7A-788B-4227-A920-48EDF3D1C151}" dt="2026-10-13T10:41:19.453" v="552"/>
          <ac:cxnSpMkLst>
            <pc:docMk/>
            <pc:sldMk cId="2556514774" sldId="4801"/>
            <ac:cxnSpMk id="23" creationId="{24F175D3-87CA-4B8C-AB35-D0554066B6F8}"/>
          </ac:cxnSpMkLst>
        </pc:cxnChg>
        <pc:cxnChg chg="add mod">
          <ac:chgData name="Minh Huynh" userId="01a137d4-0d81-46e0-aca6-c9185b391828" providerId="ADAL" clId="{812CCF7A-788B-4227-A920-48EDF3D1C151}" dt="2026-10-13T10:41:19.453" v="552"/>
          <ac:cxnSpMkLst>
            <pc:docMk/>
            <pc:sldMk cId="2556514774" sldId="4801"/>
            <ac:cxnSpMk id="24" creationId="{986DFB84-909E-40B8-AE11-4F1DD7215B43}"/>
          </ac:cxnSpMkLst>
        </pc:cxnChg>
        <pc:cxnChg chg="add mod">
          <ac:chgData name="Minh Huynh" userId="01a137d4-0d81-46e0-aca6-c9185b391828" providerId="ADAL" clId="{812CCF7A-788B-4227-A920-48EDF3D1C151}" dt="2026-10-13T10:41:19.453" v="552"/>
          <ac:cxnSpMkLst>
            <pc:docMk/>
            <pc:sldMk cId="2556514774" sldId="4801"/>
            <ac:cxnSpMk id="25" creationId="{B3778FCC-5B3B-402E-8980-AC493C951F1C}"/>
          </ac:cxnSpMkLst>
        </pc:cxnChg>
        <pc:cxnChg chg="add mod">
          <ac:chgData name="Minh Huynh" userId="01a137d4-0d81-46e0-aca6-c9185b391828" providerId="ADAL" clId="{812CCF7A-788B-4227-A920-48EDF3D1C151}" dt="2026-10-13T10:41:19.453" v="552"/>
          <ac:cxnSpMkLst>
            <pc:docMk/>
            <pc:sldMk cId="2556514774" sldId="4801"/>
            <ac:cxnSpMk id="26" creationId="{CFB03665-057D-46C9-B6E9-5467AEA78AE1}"/>
          </ac:cxnSpMkLst>
        </pc:cxnChg>
        <pc:cxnChg chg="add mod">
          <ac:chgData name="Minh Huynh" userId="01a137d4-0d81-46e0-aca6-c9185b391828" providerId="ADAL" clId="{812CCF7A-788B-4227-A920-48EDF3D1C151}" dt="2026-10-13T10:41:19.453" v="552"/>
          <ac:cxnSpMkLst>
            <pc:docMk/>
            <pc:sldMk cId="2556514774" sldId="4801"/>
            <ac:cxnSpMk id="27" creationId="{4A9E8B99-BED2-4D26-8D51-F9456DD31406}"/>
          </ac:cxnSpMkLst>
        </pc:cxnChg>
        <pc:cxnChg chg="add mod">
          <ac:chgData name="Minh Huynh" userId="01a137d4-0d81-46e0-aca6-c9185b391828" providerId="ADAL" clId="{812CCF7A-788B-4227-A920-48EDF3D1C151}" dt="2026-10-13T10:41:19.453" v="552"/>
          <ac:cxnSpMkLst>
            <pc:docMk/>
            <pc:sldMk cId="2556514774" sldId="4801"/>
            <ac:cxnSpMk id="28" creationId="{9CBF334D-1208-46F0-867B-3EB662DFAE11}"/>
          </ac:cxnSpMkLst>
        </pc:cxnChg>
        <pc:cxnChg chg="add mod">
          <ac:chgData name="Minh Huynh" userId="01a137d4-0d81-46e0-aca6-c9185b391828" providerId="ADAL" clId="{812CCF7A-788B-4227-A920-48EDF3D1C151}" dt="2026-10-13T10:41:19.453" v="552"/>
          <ac:cxnSpMkLst>
            <pc:docMk/>
            <pc:sldMk cId="2556514774" sldId="4801"/>
            <ac:cxnSpMk id="29" creationId="{116C6B36-E693-406C-BB62-963F7F28B9DD}"/>
          </ac:cxnSpMkLst>
        </pc:cxnChg>
        <pc:cxnChg chg="add mod">
          <ac:chgData name="Minh Huynh" userId="01a137d4-0d81-46e0-aca6-c9185b391828" providerId="ADAL" clId="{812CCF7A-788B-4227-A920-48EDF3D1C151}" dt="2026-10-13T10:41:19.453" v="552"/>
          <ac:cxnSpMkLst>
            <pc:docMk/>
            <pc:sldMk cId="2556514774" sldId="4801"/>
            <ac:cxnSpMk id="36" creationId="{62837DEE-DA5C-4D4B-816F-9BE88D95A656}"/>
          </ac:cxnSpMkLst>
        </pc:cxnChg>
        <pc:cxnChg chg="add mod">
          <ac:chgData name="Minh Huynh" userId="01a137d4-0d81-46e0-aca6-c9185b391828" providerId="ADAL" clId="{812CCF7A-788B-4227-A920-48EDF3D1C151}" dt="2026-10-13T10:41:19.453" v="552"/>
          <ac:cxnSpMkLst>
            <pc:docMk/>
            <pc:sldMk cId="2556514774" sldId="4801"/>
            <ac:cxnSpMk id="37" creationId="{7A018315-D4FF-4BE8-85A4-60B520F12563}"/>
          </ac:cxnSpMkLst>
        </pc:cxnChg>
        <pc:cxnChg chg="add mod">
          <ac:chgData name="Minh Huynh" userId="01a137d4-0d81-46e0-aca6-c9185b391828" providerId="ADAL" clId="{812CCF7A-788B-4227-A920-48EDF3D1C151}" dt="2026-10-13T10:41:19.453" v="552"/>
          <ac:cxnSpMkLst>
            <pc:docMk/>
            <pc:sldMk cId="2556514774" sldId="4801"/>
            <ac:cxnSpMk id="38" creationId="{F4FF8232-9C1F-4A7F-B057-5B63777EA921}"/>
          </ac:cxnSpMkLst>
        </pc:cxnChg>
        <pc:cxnChg chg="add mod">
          <ac:chgData name="Minh Huynh" userId="01a137d4-0d81-46e0-aca6-c9185b391828" providerId="ADAL" clId="{812CCF7A-788B-4227-A920-48EDF3D1C151}" dt="2026-10-13T10:41:19.453" v="552"/>
          <ac:cxnSpMkLst>
            <pc:docMk/>
            <pc:sldMk cId="2556514774" sldId="4801"/>
            <ac:cxnSpMk id="39" creationId="{67AFB6AC-E805-46D0-9E3A-59474E3CEA55}"/>
          </ac:cxnSpMkLst>
        </pc:cxnChg>
        <pc:cxnChg chg="add mod">
          <ac:chgData name="Minh Huynh" userId="01a137d4-0d81-46e0-aca6-c9185b391828" providerId="ADAL" clId="{812CCF7A-788B-4227-A920-48EDF3D1C151}" dt="2026-10-13T10:41:19.453" v="552"/>
          <ac:cxnSpMkLst>
            <pc:docMk/>
            <pc:sldMk cId="2556514774" sldId="4801"/>
            <ac:cxnSpMk id="40" creationId="{BDBEA395-03FA-41EE-A1F2-5DB44FBFEE3D}"/>
          </ac:cxnSpMkLst>
        </pc:cxnChg>
        <pc:cxnChg chg="add mod">
          <ac:chgData name="Minh Huynh" userId="01a137d4-0d81-46e0-aca6-c9185b391828" providerId="ADAL" clId="{812CCF7A-788B-4227-A920-48EDF3D1C151}" dt="2026-10-13T10:41:19.453" v="552"/>
          <ac:cxnSpMkLst>
            <pc:docMk/>
            <pc:sldMk cId="2556514774" sldId="4801"/>
            <ac:cxnSpMk id="41" creationId="{2232882A-27D6-4C26-B822-59C3CD3582D5}"/>
          </ac:cxnSpMkLst>
        </pc:cxnChg>
        <pc:cxnChg chg="add mod">
          <ac:chgData name="Minh Huynh" userId="01a137d4-0d81-46e0-aca6-c9185b391828" providerId="ADAL" clId="{812CCF7A-788B-4227-A920-48EDF3D1C151}" dt="2026-10-13T10:41:19.453" v="552"/>
          <ac:cxnSpMkLst>
            <pc:docMk/>
            <pc:sldMk cId="2556514774" sldId="4801"/>
            <ac:cxnSpMk id="42" creationId="{8111C66D-EBF3-481E-A654-BE8476EB1C25}"/>
          </ac:cxnSpMkLst>
        </pc:cxnChg>
        <pc:cxnChg chg="add mod">
          <ac:chgData name="Minh Huynh" userId="01a137d4-0d81-46e0-aca6-c9185b391828" providerId="ADAL" clId="{812CCF7A-788B-4227-A920-48EDF3D1C151}" dt="2026-10-13T10:41:19.453" v="552"/>
          <ac:cxnSpMkLst>
            <pc:docMk/>
            <pc:sldMk cId="2556514774" sldId="4801"/>
            <ac:cxnSpMk id="43" creationId="{5757B23B-9E8C-4C58-AA1D-B8A802B1F8B9}"/>
          </ac:cxnSpMkLst>
        </pc:cxnChg>
        <pc:cxnChg chg="add mod">
          <ac:chgData name="Minh Huynh" userId="01a137d4-0d81-46e0-aca6-c9185b391828" providerId="ADAL" clId="{812CCF7A-788B-4227-A920-48EDF3D1C151}" dt="2026-10-13T10:41:19.453" v="552"/>
          <ac:cxnSpMkLst>
            <pc:docMk/>
            <pc:sldMk cId="2556514774" sldId="4801"/>
            <ac:cxnSpMk id="44" creationId="{6C2385FD-78DB-4345-8425-9188D506DC0E}"/>
          </ac:cxnSpMkLst>
        </pc:cxnChg>
        <pc:cxnChg chg="add del mod">
          <ac:chgData name="Minh Huynh" userId="01a137d4-0d81-46e0-aca6-c9185b391828" providerId="ADAL" clId="{812CCF7A-788B-4227-A920-48EDF3D1C151}" dt="2026-10-13T10:41:24.956" v="556" actId="478"/>
          <ac:cxnSpMkLst>
            <pc:docMk/>
            <pc:sldMk cId="2556514774" sldId="4801"/>
            <ac:cxnSpMk id="51" creationId="{52AC1855-53B6-45C9-8A4C-5EC924105135}"/>
          </ac:cxnSpMkLst>
        </pc:cxnChg>
        <pc:cxnChg chg="add del mod">
          <ac:chgData name="Minh Huynh" userId="01a137d4-0d81-46e0-aca6-c9185b391828" providerId="ADAL" clId="{812CCF7A-788B-4227-A920-48EDF3D1C151}" dt="2026-10-13T10:41:23.227" v="554" actId="478"/>
          <ac:cxnSpMkLst>
            <pc:docMk/>
            <pc:sldMk cId="2556514774" sldId="4801"/>
            <ac:cxnSpMk id="52" creationId="{B11EB356-8009-411E-ACC0-539989711126}"/>
          </ac:cxnSpMkLst>
        </pc:cxnChg>
        <pc:cxnChg chg="add mod">
          <ac:chgData name="Minh Huynh" userId="01a137d4-0d81-46e0-aca6-c9185b391828" providerId="ADAL" clId="{812CCF7A-788B-4227-A920-48EDF3D1C151}" dt="2026-10-13T10:41:19.453" v="552"/>
          <ac:cxnSpMkLst>
            <pc:docMk/>
            <pc:sldMk cId="2556514774" sldId="4801"/>
            <ac:cxnSpMk id="53" creationId="{43340205-3DBD-455A-805E-2A7BD2E56C85}"/>
          </ac:cxnSpMkLst>
        </pc:cxnChg>
        <pc:cxnChg chg="add mod">
          <ac:chgData name="Minh Huynh" userId="01a137d4-0d81-46e0-aca6-c9185b391828" providerId="ADAL" clId="{812CCF7A-788B-4227-A920-48EDF3D1C151}" dt="2026-10-13T10:41:27.466" v="558" actId="14100"/>
          <ac:cxnSpMkLst>
            <pc:docMk/>
            <pc:sldMk cId="2556514774" sldId="4801"/>
            <ac:cxnSpMk id="54" creationId="{BD8135F7-C739-4D6F-A433-54DAF8464FF3}"/>
          </ac:cxnSpMkLst>
        </pc:cxnChg>
        <pc:cxnChg chg="add del mod">
          <ac:chgData name="Minh Huynh" userId="01a137d4-0d81-46e0-aca6-c9185b391828" providerId="ADAL" clId="{812CCF7A-788B-4227-A920-48EDF3D1C151}" dt="2026-10-13T10:41:23.815" v="555" actId="478"/>
          <ac:cxnSpMkLst>
            <pc:docMk/>
            <pc:sldMk cId="2556514774" sldId="4801"/>
            <ac:cxnSpMk id="55" creationId="{EA077628-A0A8-4581-AF99-EA0F9D54A37A}"/>
          </ac:cxnSpMkLst>
        </pc:cxnChg>
        <pc:cxnChg chg="add del mod">
          <ac:chgData name="Minh Huynh" userId="01a137d4-0d81-46e0-aca6-c9185b391828" providerId="ADAL" clId="{812CCF7A-788B-4227-A920-48EDF3D1C151}" dt="2026-10-13T10:41:25.543" v="557" actId="478"/>
          <ac:cxnSpMkLst>
            <pc:docMk/>
            <pc:sldMk cId="2556514774" sldId="4801"/>
            <ac:cxnSpMk id="56" creationId="{7BD74116-D1D7-4F1A-8FC7-491B40C83DB7}"/>
          </ac:cxnSpMkLst>
        </pc:cxnChg>
        <pc:cxnChg chg="add mod">
          <ac:chgData name="Minh Huynh" userId="01a137d4-0d81-46e0-aca6-c9185b391828" providerId="ADAL" clId="{812CCF7A-788B-4227-A920-48EDF3D1C151}" dt="2026-10-13T10:41:19.453" v="552"/>
          <ac:cxnSpMkLst>
            <pc:docMk/>
            <pc:sldMk cId="2556514774" sldId="4801"/>
            <ac:cxnSpMk id="57" creationId="{5909801D-DFFE-4009-9957-97DAD151B155}"/>
          </ac:cxnSpMkLst>
        </pc:cxnChg>
        <pc:cxnChg chg="add mod">
          <ac:chgData name="Minh Huynh" userId="01a137d4-0d81-46e0-aca6-c9185b391828" providerId="ADAL" clId="{812CCF7A-788B-4227-A920-48EDF3D1C151}" dt="2026-10-13T10:41:19.453" v="552"/>
          <ac:cxnSpMkLst>
            <pc:docMk/>
            <pc:sldMk cId="2556514774" sldId="4801"/>
            <ac:cxnSpMk id="58" creationId="{55540DE5-3853-412C-AB52-A5E5594FF8C2}"/>
          </ac:cxnSpMkLst>
        </pc:cxnChg>
      </pc:sldChg>
      <pc:sldChg chg="addSp delSp modSp add mod">
        <pc:chgData name="Minh Huynh" userId="01a137d4-0d81-46e0-aca6-c9185b391828" providerId="ADAL" clId="{812CCF7A-788B-4227-A920-48EDF3D1C151}" dt="2026-10-13T10:42:43.567" v="631" actId="1076"/>
        <pc:sldMkLst>
          <pc:docMk/>
          <pc:sldMk cId="3706069344" sldId="4802"/>
        </pc:sldMkLst>
        <pc:spChg chg="del">
          <ac:chgData name="Minh Huynh" userId="01a137d4-0d81-46e0-aca6-c9185b391828" providerId="ADAL" clId="{812CCF7A-788B-4227-A920-48EDF3D1C151}" dt="2026-10-13T10:41:44.363" v="560" actId="478"/>
          <ac:spMkLst>
            <pc:docMk/>
            <pc:sldMk cId="3706069344" sldId="4802"/>
            <ac:spMk id="5" creationId="{69FF2367-A01A-450B-A882-18FFA0FA2DE8}"/>
          </ac:spMkLst>
        </pc:spChg>
        <pc:spChg chg="del">
          <ac:chgData name="Minh Huynh" userId="01a137d4-0d81-46e0-aca6-c9185b391828" providerId="ADAL" clId="{812CCF7A-788B-4227-A920-48EDF3D1C151}" dt="2026-10-13T10:41:44.363" v="560" actId="478"/>
          <ac:spMkLst>
            <pc:docMk/>
            <pc:sldMk cId="3706069344" sldId="4802"/>
            <ac:spMk id="8" creationId="{0D4FD8EA-4493-4C2C-9215-26863E3A59FF}"/>
          </ac:spMkLst>
        </pc:spChg>
        <pc:spChg chg="del">
          <ac:chgData name="Minh Huynh" userId="01a137d4-0d81-46e0-aca6-c9185b391828" providerId="ADAL" clId="{812CCF7A-788B-4227-A920-48EDF3D1C151}" dt="2026-10-13T10:41:44.363" v="560" actId="478"/>
          <ac:spMkLst>
            <pc:docMk/>
            <pc:sldMk cId="3706069344" sldId="4802"/>
            <ac:spMk id="10" creationId="{143C635D-01D6-4B58-B503-832E31270B59}"/>
          </ac:spMkLst>
        </pc:spChg>
        <pc:spChg chg="del">
          <ac:chgData name="Minh Huynh" userId="01a137d4-0d81-46e0-aca6-c9185b391828" providerId="ADAL" clId="{812CCF7A-788B-4227-A920-48EDF3D1C151}" dt="2026-10-13T10:41:44.363" v="560" actId="478"/>
          <ac:spMkLst>
            <pc:docMk/>
            <pc:sldMk cId="3706069344" sldId="4802"/>
            <ac:spMk id="11" creationId="{D08306FE-5BF1-46BB-90D4-9941B2BF2828}"/>
          </ac:spMkLst>
        </pc:spChg>
        <pc:spChg chg="mod">
          <ac:chgData name="Minh Huynh" userId="01a137d4-0d81-46e0-aca6-c9185b391828" providerId="ADAL" clId="{812CCF7A-788B-4227-A920-48EDF3D1C151}" dt="2026-10-13T10:41:49.350" v="579" actId="20577"/>
          <ac:spMkLst>
            <pc:docMk/>
            <pc:sldMk cId="3706069344" sldId="4802"/>
            <ac:spMk id="20" creationId="{48F3A856-B73D-403A-A767-E9A661E160A6}"/>
          </ac:spMkLst>
        </pc:spChg>
        <pc:spChg chg="del">
          <ac:chgData name="Minh Huynh" userId="01a137d4-0d81-46e0-aca6-c9185b391828" providerId="ADAL" clId="{812CCF7A-788B-4227-A920-48EDF3D1C151}" dt="2026-10-13T10:41:44.363" v="560" actId="478"/>
          <ac:spMkLst>
            <pc:docMk/>
            <pc:sldMk cId="3706069344" sldId="4802"/>
            <ac:spMk id="30" creationId="{CD3FC03A-1136-4AAD-B377-80DBF68240E1}"/>
          </ac:spMkLst>
        </pc:spChg>
        <pc:spChg chg="del">
          <ac:chgData name="Minh Huynh" userId="01a137d4-0d81-46e0-aca6-c9185b391828" providerId="ADAL" clId="{812CCF7A-788B-4227-A920-48EDF3D1C151}" dt="2026-10-13T10:41:44.363" v="560" actId="478"/>
          <ac:spMkLst>
            <pc:docMk/>
            <pc:sldMk cId="3706069344" sldId="4802"/>
            <ac:spMk id="31" creationId="{239D0DDF-C367-44FE-8111-C86DC70E3A30}"/>
          </ac:spMkLst>
        </pc:spChg>
        <pc:spChg chg="del">
          <ac:chgData name="Minh Huynh" userId="01a137d4-0d81-46e0-aca6-c9185b391828" providerId="ADAL" clId="{812CCF7A-788B-4227-A920-48EDF3D1C151}" dt="2026-10-13T10:41:44.363" v="560" actId="478"/>
          <ac:spMkLst>
            <pc:docMk/>
            <pc:sldMk cId="3706069344" sldId="4802"/>
            <ac:spMk id="32" creationId="{95CAEC10-D3D8-4649-9DDE-223211C916E3}"/>
          </ac:spMkLst>
        </pc:spChg>
        <pc:spChg chg="del">
          <ac:chgData name="Minh Huynh" userId="01a137d4-0d81-46e0-aca6-c9185b391828" providerId="ADAL" clId="{812CCF7A-788B-4227-A920-48EDF3D1C151}" dt="2026-10-13T10:41:44.363" v="560" actId="478"/>
          <ac:spMkLst>
            <pc:docMk/>
            <pc:sldMk cId="3706069344" sldId="4802"/>
            <ac:spMk id="33" creationId="{069B9FFB-ED8F-4CA3-B420-34C3BD49C627}"/>
          </ac:spMkLst>
        </pc:spChg>
        <pc:spChg chg="del">
          <ac:chgData name="Minh Huynh" userId="01a137d4-0d81-46e0-aca6-c9185b391828" providerId="ADAL" clId="{812CCF7A-788B-4227-A920-48EDF3D1C151}" dt="2026-10-13T10:41:44.363" v="560" actId="478"/>
          <ac:spMkLst>
            <pc:docMk/>
            <pc:sldMk cId="3706069344" sldId="4802"/>
            <ac:spMk id="34" creationId="{EA55F190-4AB0-4669-8F83-14113C44EF71}"/>
          </ac:spMkLst>
        </pc:spChg>
        <pc:spChg chg="del">
          <ac:chgData name="Minh Huynh" userId="01a137d4-0d81-46e0-aca6-c9185b391828" providerId="ADAL" clId="{812CCF7A-788B-4227-A920-48EDF3D1C151}" dt="2026-10-13T10:41:44.363" v="560" actId="478"/>
          <ac:spMkLst>
            <pc:docMk/>
            <pc:sldMk cId="3706069344" sldId="4802"/>
            <ac:spMk id="35" creationId="{996E08D3-BC0F-4938-8BBC-8D9C258ABF65}"/>
          </ac:spMkLst>
        </pc:spChg>
        <pc:spChg chg="del">
          <ac:chgData name="Minh Huynh" userId="01a137d4-0d81-46e0-aca6-c9185b391828" providerId="ADAL" clId="{812CCF7A-788B-4227-A920-48EDF3D1C151}" dt="2026-10-13T10:41:44.363" v="560" actId="478"/>
          <ac:spMkLst>
            <pc:docMk/>
            <pc:sldMk cId="3706069344" sldId="4802"/>
            <ac:spMk id="45" creationId="{4A7FEA37-24D6-4511-AB30-5954DD293E2D}"/>
          </ac:spMkLst>
        </pc:spChg>
        <pc:spChg chg="del">
          <ac:chgData name="Minh Huynh" userId="01a137d4-0d81-46e0-aca6-c9185b391828" providerId="ADAL" clId="{812CCF7A-788B-4227-A920-48EDF3D1C151}" dt="2026-10-13T10:41:44.363" v="560" actId="478"/>
          <ac:spMkLst>
            <pc:docMk/>
            <pc:sldMk cId="3706069344" sldId="4802"/>
            <ac:spMk id="46" creationId="{B0B24506-DD1B-4F5D-A428-084BB9BD2B0F}"/>
          </ac:spMkLst>
        </pc:spChg>
        <pc:spChg chg="del">
          <ac:chgData name="Minh Huynh" userId="01a137d4-0d81-46e0-aca6-c9185b391828" providerId="ADAL" clId="{812CCF7A-788B-4227-A920-48EDF3D1C151}" dt="2026-10-13T10:41:44.363" v="560" actId="478"/>
          <ac:spMkLst>
            <pc:docMk/>
            <pc:sldMk cId="3706069344" sldId="4802"/>
            <ac:spMk id="47" creationId="{42AFEC68-663C-492F-9471-5C0324910B7E}"/>
          </ac:spMkLst>
        </pc:spChg>
        <pc:spChg chg="del">
          <ac:chgData name="Minh Huynh" userId="01a137d4-0d81-46e0-aca6-c9185b391828" providerId="ADAL" clId="{812CCF7A-788B-4227-A920-48EDF3D1C151}" dt="2026-10-13T10:41:44.363" v="560" actId="478"/>
          <ac:spMkLst>
            <pc:docMk/>
            <pc:sldMk cId="3706069344" sldId="4802"/>
            <ac:spMk id="48" creationId="{EA874D29-121B-45DD-8D2E-E0C7A48B8269}"/>
          </ac:spMkLst>
        </pc:spChg>
        <pc:spChg chg="del">
          <ac:chgData name="Minh Huynh" userId="01a137d4-0d81-46e0-aca6-c9185b391828" providerId="ADAL" clId="{812CCF7A-788B-4227-A920-48EDF3D1C151}" dt="2026-10-13T10:41:44.363" v="560" actId="478"/>
          <ac:spMkLst>
            <pc:docMk/>
            <pc:sldMk cId="3706069344" sldId="4802"/>
            <ac:spMk id="49" creationId="{8459C470-7313-41A4-A325-5E431D1ABBA2}"/>
          </ac:spMkLst>
        </pc:spChg>
        <pc:spChg chg="add mod">
          <ac:chgData name="Minh Huynh" userId="01a137d4-0d81-46e0-aca6-c9185b391828" providerId="ADAL" clId="{812CCF7A-788B-4227-A920-48EDF3D1C151}" dt="2026-10-13T10:42:16.640" v="625" actId="14100"/>
          <ac:spMkLst>
            <pc:docMk/>
            <pc:sldMk cId="3706069344" sldId="4802"/>
            <ac:spMk id="50" creationId="{451E4F64-D8A8-4893-ACA7-1D867B63B23B}"/>
          </ac:spMkLst>
        </pc:spChg>
        <pc:spChg chg="add del mod">
          <ac:chgData name="Minh Huynh" userId="01a137d4-0d81-46e0-aca6-c9185b391828" providerId="ADAL" clId="{812CCF7A-788B-4227-A920-48EDF3D1C151}" dt="2026-10-13T10:42:38.635" v="627"/>
          <ac:spMkLst>
            <pc:docMk/>
            <pc:sldMk cId="3706069344" sldId="4802"/>
            <ac:spMk id="51" creationId="{7C90D667-39FB-482F-BEC7-27E16394DC6A}"/>
          </ac:spMkLst>
        </pc:spChg>
        <pc:spChg chg="add del mod">
          <ac:chgData name="Minh Huynh" userId="01a137d4-0d81-46e0-aca6-c9185b391828" providerId="ADAL" clId="{812CCF7A-788B-4227-A920-48EDF3D1C151}" dt="2026-10-13T10:42:38.635" v="627"/>
          <ac:spMkLst>
            <pc:docMk/>
            <pc:sldMk cId="3706069344" sldId="4802"/>
            <ac:spMk id="55" creationId="{A309C29F-A37F-4D28-A6D2-782605688295}"/>
          </ac:spMkLst>
        </pc:spChg>
        <pc:spChg chg="add del mod">
          <ac:chgData name="Minh Huynh" userId="01a137d4-0d81-46e0-aca6-c9185b391828" providerId="ADAL" clId="{812CCF7A-788B-4227-A920-48EDF3D1C151}" dt="2026-10-13T10:42:38.635" v="627"/>
          <ac:spMkLst>
            <pc:docMk/>
            <pc:sldMk cId="3706069344" sldId="4802"/>
            <ac:spMk id="56" creationId="{B447DDBB-DA02-41F3-B9B2-DB7B9D787356}"/>
          </ac:spMkLst>
        </pc:spChg>
        <pc:spChg chg="add del mod">
          <ac:chgData name="Minh Huynh" userId="01a137d4-0d81-46e0-aca6-c9185b391828" providerId="ADAL" clId="{812CCF7A-788B-4227-A920-48EDF3D1C151}" dt="2026-10-13T10:42:38.635" v="627"/>
          <ac:spMkLst>
            <pc:docMk/>
            <pc:sldMk cId="3706069344" sldId="4802"/>
            <ac:spMk id="59" creationId="{1137197F-F47B-42C7-BA6C-01D04693849B}"/>
          </ac:spMkLst>
        </pc:spChg>
        <pc:spChg chg="add del mod">
          <ac:chgData name="Minh Huynh" userId="01a137d4-0d81-46e0-aca6-c9185b391828" providerId="ADAL" clId="{812CCF7A-788B-4227-A920-48EDF3D1C151}" dt="2026-10-13T10:42:38.635" v="627"/>
          <ac:spMkLst>
            <pc:docMk/>
            <pc:sldMk cId="3706069344" sldId="4802"/>
            <ac:spMk id="160" creationId="{BD9FBA6C-A4BB-45E1-86B2-D2496B5677A8}"/>
          </ac:spMkLst>
        </pc:spChg>
        <pc:spChg chg="add del mod">
          <ac:chgData name="Minh Huynh" userId="01a137d4-0d81-46e0-aca6-c9185b391828" providerId="ADAL" clId="{812CCF7A-788B-4227-A920-48EDF3D1C151}" dt="2026-10-13T10:42:38.635" v="627"/>
          <ac:spMkLst>
            <pc:docMk/>
            <pc:sldMk cId="3706069344" sldId="4802"/>
            <ac:spMk id="161" creationId="{6BF093CA-D625-46DA-A76E-8C812824736D}"/>
          </ac:spMkLst>
        </pc:spChg>
        <pc:spChg chg="add del mod">
          <ac:chgData name="Minh Huynh" userId="01a137d4-0d81-46e0-aca6-c9185b391828" providerId="ADAL" clId="{812CCF7A-788B-4227-A920-48EDF3D1C151}" dt="2026-10-13T10:42:38.635" v="627"/>
          <ac:spMkLst>
            <pc:docMk/>
            <pc:sldMk cId="3706069344" sldId="4802"/>
            <ac:spMk id="162" creationId="{D0038E9B-F4F8-4B6C-A009-2F8CA7D05223}"/>
          </ac:spMkLst>
        </pc:spChg>
        <pc:spChg chg="add del mod">
          <ac:chgData name="Minh Huynh" userId="01a137d4-0d81-46e0-aca6-c9185b391828" providerId="ADAL" clId="{812CCF7A-788B-4227-A920-48EDF3D1C151}" dt="2026-10-13T10:42:38.635" v="627"/>
          <ac:spMkLst>
            <pc:docMk/>
            <pc:sldMk cId="3706069344" sldId="4802"/>
            <ac:spMk id="163" creationId="{DE0536AF-ABD3-4D9A-8B5C-1FF0137ECCB3}"/>
          </ac:spMkLst>
        </pc:spChg>
        <pc:spChg chg="add del mod">
          <ac:chgData name="Minh Huynh" userId="01a137d4-0d81-46e0-aca6-c9185b391828" providerId="ADAL" clId="{812CCF7A-788B-4227-A920-48EDF3D1C151}" dt="2026-10-13T10:42:38.635" v="627"/>
          <ac:spMkLst>
            <pc:docMk/>
            <pc:sldMk cId="3706069344" sldId="4802"/>
            <ac:spMk id="164" creationId="{B9BC6ED0-ED69-4B31-A5B0-55F3CB67BEFC}"/>
          </ac:spMkLst>
        </pc:spChg>
        <pc:spChg chg="add del mod">
          <ac:chgData name="Minh Huynh" userId="01a137d4-0d81-46e0-aca6-c9185b391828" providerId="ADAL" clId="{812CCF7A-788B-4227-A920-48EDF3D1C151}" dt="2026-10-13T10:42:38.635" v="627"/>
          <ac:spMkLst>
            <pc:docMk/>
            <pc:sldMk cId="3706069344" sldId="4802"/>
            <ac:spMk id="165" creationId="{0C72A8EC-D2F9-4900-B2CA-2DD637F77A35}"/>
          </ac:spMkLst>
        </pc:spChg>
        <pc:spChg chg="add del mod">
          <ac:chgData name="Minh Huynh" userId="01a137d4-0d81-46e0-aca6-c9185b391828" providerId="ADAL" clId="{812CCF7A-788B-4227-A920-48EDF3D1C151}" dt="2026-10-13T10:42:38.635" v="627"/>
          <ac:spMkLst>
            <pc:docMk/>
            <pc:sldMk cId="3706069344" sldId="4802"/>
            <ac:spMk id="166" creationId="{D8097631-E652-4C72-B313-7F4C997DE713}"/>
          </ac:spMkLst>
        </pc:spChg>
        <pc:spChg chg="add del mod">
          <ac:chgData name="Minh Huynh" userId="01a137d4-0d81-46e0-aca6-c9185b391828" providerId="ADAL" clId="{812CCF7A-788B-4227-A920-48EDF3D1C151}" dt="2026-10-13T10:42:38.635" v="627"/>
          <ac:spMkLst>
            <pc:docMk/>
            <pc:sldMk cId="3706069344" sldId="4802"/>
            <ac:spMk id="167" creationId="{E1C77C20-6E1E-469B-86CF-2091A8F403AE}"/>
          </ac:spMkLst>
        </pc:spChg>
        <pc:spChg chg="add del mod">
          <ac:chgData name="Minh Huynh" userId="01a137d4-0d81-46e0-aca6-c9185b391828" providerId="ADAL" clId="{812CCF7A-788B-4227-A920-48EDF3D1C151}" dt="2026-10-13T10:42:38.635" v="627"/>
          <ac:spMkLst>
            <pc:docMk/>
            <pc:sldMk cId="3706069344" sldId="4802"/>
            <ac:spMk id="168" creationId="{41B962BC-624A-4235-B8D2-8852758BBF3F}"/>
          </ac:spMkLst>
        </pc:spChg>
        <pc:spChg chg="add del mod">
          <ac:chgData name="Minh Huynh" userId="01a137d4-0d81-46e0-aca6-c9185b391828" providerId="ADAL" clId="{812CCF7A-788B-4227-A920-48EDF3D1C151}" dt="2026-10-13T10:42:38.635" v="627"/>
          <ac:spMkLst>
            <pc:docMk/>
            <pc:sldMk cId="3706069344" sldId="4802"/>
            <ac:spMk id="169" creationId="{D2E499AA-0800-4C22-9771-8F9A76796ED9}"/>
          </ac:spMkLst>
        </pc:spChg>
        <pc:spChg chg="add del mod">
          <ac:chgData name="Minh Huynh" userId="01a137d4-0d81-46e0-aca6-c9185b391828" providerId="ADAL" clId="{812CCF7A-788B-4227-A920-48EDF3D1C151}" dt="2026-10-13T10:42:38.635" v="627"/>
          <ac:spMkLst>
            <pc:docMk/>
            <pc:sldMk cId="3706069344" sldId="4802"/>
            <ac:spMk id="170" creationId="{F12BE621-D824-400D-B097-597930A541C6}"/>
          </ac:spMkLst>
        </pc:spChg>
        <pc:spChg chg="add del mod">
          <ac:chgData name="Minh Huynh" userId="01a137d4-0d81-46e0-aca6-c9185b391828" providerId="ADAL" clId="{812CCF7A-788B-4227-A920-48EDF3D1C151}" dt="2026-10-13T10:42:38.635" v="627"/>
          <ac:spMkLst>
            <pc:docMk/>
            <pc:sldMk cId="3706069344" sldId="4802"/>
            <ac:spMk id="171" creationId="{6D99BDB1-3AF0-44DB-929B-691825483B54}"/>
          </ac:spMkLst>
        </pc:spChg>
        <pc:spChg chg="add del mod">
          <ac:chgData name="Minh Huynh" userId="01a137d4-0d81-46e0-aca6-c9185b391828" providerId="ADAL" clId="{812CCF7A-788B-4227-A920-48EDF3D1C151}" dt="2026-10-13T10:42:38.635" v="627"/>
          <ac:spMkLst>
            <pc:docMk/>
            <pc:sldMk cId="3706069344" sldId="4802"/>
            <ac:spMk id="182" creationId="{4EF95CB2-67C0-4C44-AE98-9FC1BB5846FC}"/>
          </ac:spMkLst>
        </pc:spChg>
        <pc:spChg chg="add del mod">
          <ac:chgData name="Minh Huynh" userId="01a137d4-0d81-46e0-aca6-c9185b391828" providerId="ADAL" clId="{812CCF7A-788B-4227-A920-48EDF3D1C151}" dt="2026-10-13T10:42:38.635" v="627"/>
          <ac:spMkLst>
            <pc:docMk/>
            <pc:sldMk cId="3706069344" sldId="4802"/>
            <ac:spMk id="193" creationId="{E435B250-8936-4060-83CC-91DB6FAAD7BD}"/>
          </ac:spMkLst>
        </pc:spChg>
        <pc:spChg chg="add del mod">
          <ac:chgData name="Minh Huynh" userId="01a137d4-0d81-46e0-aca6-c9185b391828" providerId="ADAL" clId="{812CCF7A-788B-4227-A920-48EDF3D1C151}" dt="2026-10-13T10:42:38.635" v="627"/>
          <ac:spMkLst>
            <pc:docMk/>
            <pc:sldMk cId="3706069344" sldId="4802"/>
            <ac:spMk id="205" creationId="{262DDC77-522D-473D-BC76-AEACA3FCB94F}"/>
          </ac:spMkLst>
        </pc:spChg>
        <pc:spChg chg="add del mod">
          <ac:chgData name="Minh Huynh" userId="01a137d4-0d81-46e0-aca6-c9185b391828" providerId="ADAL" clId="{812CCF7A-788B-4227-A920-48EDF3D1C151}" dt="2026-10-13T10:42:38.635" v="627"/>
          <ac:spMkLst>
            <pc:docMk/>
            <pc:sldMk cId="3706069344" sldId="4802"/>
            <ac:spMk id="206" creationId="{4C81D8ED-BE24-4BAC-8B1A-81B3C0F948BC}"/>
          </ac:spMkLst>
        </pc:spChg>
        <pc:spChg chg="add del mod">
          <ac:chgData name="Minh Huynh" userId="01a137d4-0d81-46e0-aca6-c9185b391828" providerId="ADAL" clId="{812CCF7A-788B-4227-A920-48EDF3D1C151}" dt="2026-10-13T10:42:38.635" v="627"/>
          <ac:spMkLst>
            <pc:docMk/>
            <pc:sldMk cId="3706069344" sldId="4802"/>
            <ac:spMk id="207" creationId="{9011334D-3D71-47E3-8D14-E959F9623B65}"/>
          </ac:spMkLst>
        </pc:spChg>
        <pc:spChg chg="add del mod">
          <ac:chgData name="Minh Huynh" userId="01a137d4-0d81-46e0-aca6-c9185b391828" providerId="ADAL" clId="{812CCF7A-788B-4227-A920-48EDF3D1C151}" dt="2026-10-13T10:42:38.635" v="627"/>
          <ac:spMkLst>
            <pc:docMk/>
            <pc:sldMk cId="3706069344" sldId="4802"/>
            <ac:spMk id="208" creationId="{9978D7EB-F6C4-4306-81B2-B6E5414255CE}"/>
          </ac:spMkLst>
        </pc:spChg>
        <pc:spChg chg="add del mod">
          <ac:chgData name="Minh Huynh" userId="01a137d4-0d81-46e0-aca6-c9185b391828" providerId="ADAL" clId="{812CCF7A-788B-4227-A920-48EDF3D1C151}" dt="2026-10-13T10:42:38.635" v="627"/>
          <ac:spMkLst>
            <pc:docMk/>
            <pc:sldMk cId="3706069344" sldId="4802"/>
            <ac:spMk id="209" creationId="{D179D46B-E760-460F-A708-4438EA96FB01}"/>
          </ac:spMkLst>
        </pc:spChg>
        <pc:spChg chg="add del mod">
          <ac:chgData name="Minh Huynh" userId="01a137d4-0d81-46e0-aca6-c9185b391828" providerId="ADAL" clId="{812CCF7A-788B-4227-A920-48EDF3D1C151}" dt="2026-10-13T10:42:38.635" v="627"/>
          <ac:spMkLst>
            <pc:docMk/>
            <pc:sldMk cId="3706069344" sldId="4802"/>
            <ac:spMk id="210" creationId="{C577588F-B2E6-4154-8D80-A041F5F5B815}"/>
          </ac:spMkLst>
        </pc:spChg>
        <pc:picChg chg="add mod">
          <ac:chgData name="Minh Huynh" userId="01a137d4-0d81-46e0-aca6-c9185b391828" providerId="ADAL" clId="{812CCF7A-788B-4227-A920-48EDF3D1C151}" dt="2026-10-13T10:42:43.567" v="631" actId="1076"/>
          <ac:picMkLst>
            <pc:docMk/>
            <pc:sldMk cId="3706069344" sldId="4802"/>
            <ac:picMk id="2" creationId="{E1E12451-8AFD-4554-AC1C-94204E6BB9E5}"/>
          </ac:picMkLst>
        </pc:picChg>
        <pc:picChg chg="add del mod">
          <ac:chgData name="Minh Huynh" userId="01a137d4-0d81-46e0-aca6-c9185b391828" providerId="ADAL" clId="{812CCF7A-788B-4227-A920-48EDF3D1C151}" dt="2026-10-13T10:42:38.635" v="627"/>
          <ac:picMkLst>
            <pc:docMk/>
            <pc:sldMk cId="3706069344" sldId="4802"/>
            <ac:picMk id="60" creationId="{37CA8403-7B47-4FFD-A2D3-F88E6900423E}"/>
          </ac:picMkLst>
        </pc:picChg>
        <pc:picChg chg="add del mod">
          <ac:chgData name="Minh Huynh" userId="01a137d4-0d81-46e0-aca6-c9185b391828" providerId="ADAL" clId="{812CCF7A-788B-4227-A920-48EDF3D1C151}" dt="2026-10-13T10:42:38.635" v="627"/>
          <ac:picMkLst>
            <pc:docMk/>
            <pc:sldMk cId="3706069344" sldId="4802"/>
            <ac:picMk id="61" creationId="{175699C7-F06B-405C-816E-76CED0B18C97}"/>
          </ac:picMkLst>
        </pc:picChg>
        <pc:picChg chg="add del mod">
          <ac:chgData name="Minh Huynh" userId="01a137d4-0d81-46e0-aca6-c9185b391828" providerId="ADAL" clId="{812CCF7A-788B-4227-A920-48EDF3D1C151}" dt="2026-10-13T10:42:38.635" v="627"/>
          <ac:picMkLst>
            <pc:docMk/>
            <pc:sldMk cId="3706069344" sldId="4802"/>
            <ac:picMk id="62" creationId="{E466DE48-1B07-4951-88DF-69AC59A213D2}"/>
          </ac:picMkLst>
        </pc:picChg>
        <pc:picChg chg="add del mod">
          <ac:chgData name="Minh Huynh" userId="01a137d4-0d81-46e0-aca6-c9185b391828" providerId="ADAL" clId="{812CCF7A-788B-4227-A920-48EDF3D1C151}" dt="2026-10-13T10:42:38.635" v="627"/>
          <ac:picMkLst>
            <pc:docMk/>
            <pc:sldMk cId="3706069344" sldId="4802"/>
            <ac:picMk id="63" creationId="{C2B8597B-3E2C-4B0F-8DE5-CEFAD65C2438}"/>
          </ac:picMkLst>
        </pc:picChg>
        <pc:picChg chg="add del mod">
          <ac:chgData name="Minh Huynh" userId="01a137d4-0d81-46e0-aca6-c9185b391828" providerId="ADAL" clId="{812CCF7A-788B-4227-A920-48EDF3D1C151}" dt="2026-10-13T10:42:38.635" v="627"/>
          <ac:picMkLst>
            <pc:docMk/>
            <pc:sldMk cId="3706069344" sldId="4802"/>
            <ac:picMk id="64" creationId="{B1992E39-F55B-42FE-86C8-DB5C49652806}"/>
          </ac:picMkLst>
        </pc:picChg>
        <pc:picChg chg="add del mod">
          <ac:chgData name="Minh Huynh" userId="01a137d4-0d81-46e0-aca6-c9185b391828" providerId="ADAL" clId="{812CCF7A-788B-4227-A920-48EDF3D1C151}" dt="2026-10-13T10:42:38.635" v="627"/>
          <ac:picMkLst>
            <pc:docMk/>
            <pc:sldMk cId="3706069344" sldId="4802"/>
            <ac:picMk id="65" creationId="{4A65EA07-A615-4BE0-8826-3DEC3BAFE73C}"/>
          </ac:picMkLst>
        </pc:picChg>
        <pc:picChg chg="add del mod">
          <ac:chgData name="Minh Huynh" userId="01a137d4-0d81-46e0-aca6-c9185b391828" providerId="ADAL" clId="{812CCF7A-788B-4227-A920-48EDF3D1C151}" dt="2026-10-13T10:42:38.635" v="627"/>
          <ac:picMkLst>
            <pc:docMk/>
            <pc:sldMk cId="3706069344" sldId="4802"/>
            <ac:picMk id="66" creationId="{ABDFDD28-F4DB-4452-8B51-64C1010B458C}"/>
          </ac:picMkLst>
        </pc:picChg>
        <pc:picChg chg="add del mod">
          <ac:chgData name="Minh Huynh" userId="01a137d4-0d81-46e0-aca6-c9185b391828" providerId="ADAL" clId="{812CCF7A-788B-4227-A920-48EDF3D1C151}" dt="2026-10-13T10:42:38.635" v="627"/>
          <ac:picMkLst>
            <pc:docMk/>
            <pc:sldMk cId="3706069344" sldId="4802"/>
            <ac:picMk id="67" creationId="{98C1D399-4DC2-4050-8B99-4CE5C6B25195}"/>
          </ac:picMkLst>
        </pc:picChg>
        <pc:picChg chg="add del mod">
          <ac:chgData name="Minh Huynh" userId="01a137d4-0d81-46e0-aca6-c9185b391828" providerId="ADAL" clId="{812CCF7A-788B-4227-A920-48EDF3D1C151}" dt="2026-10-13T10:42:38.635" v="627"/>
          <ac:picMkLst>
            <pc:docMk/>
            <pc:sldMk cId="3706069344" sldId="4802"/>
            <ac:picMk id="68" creationId="{7B8A3D6A-2F1A-417D-A8AD-C9A3EA308F21}"/>
          </ac:picMkLst>
        </pc:picChg>
        <pc:picChg chg="add del mod">
          <ac:chgData name="Minh Huynh" userId="01a137d4-0d81-46e0-aca6-c9185b391828" providerId="ADAL" clId="{812CCF7A-788B-4227-A920-48EDF3D1C151}" dt="2026-10-13T10:42:38.635" v="627"/>
          <ac:picMkLst>
            <pc:docMk/>
            <pc:sldMk cId="3706069344" sldId="4802"/>
            <ac:picMk id="69" creationId="{F49E02FA-15FB-4AA0-9510-06C65BF576F4}"/>
          </ac:picMkLst>
        </pc:picChg>
        <pc:picChg chg="add del mod">
          <ac:chgData name="Minh Huynh" userId="01a137d4-0d81-46e0-aca6-c9185b391828" providerId="ADAL" clId="{812CCF7A-788B-4227-A920-48EDF3D1C151}" dt="2026-10-13T10:42:38.635" v="627"/>
          <ac:picMkLst>
            <pc:docMk/>
            <pc:sldMk cId="3706069344" sldId="4802"/>
            <ac:picMk id="70" creationId="{763CFB98-4743-483F-A7B1-37EA758AE8FE}"/>
          </ac:picMkLst>
        </pc:picChg>
        <pc:picChg chg="add del mod">
          <ac:chgData name="Minh Huynh" userId="01a137d4-0d81-46e0-aca6-c9185b391828" providerId="ADAL" clId="{812CCF7A-788B-4227-A920-48EDF3D1C151}" dt="2026-10-13T10:42:38.635" v="627"/>
          <ac:picMkLst>
            <pc:docMk/>
            <pc:sldMk cId="3706069344" sldId="4802"/>
            <ac:picMk id="71" creationId="{33B2880C-199B-4894-9057-106E1A29F4CE}"/>
          </ac:picMkLst>
        </pc:picChg>
        <pc:picChg chg="add del mod">
          <ac:chgData name="Minh Huynh" userId="01a137d4-0d81-46e0-aca6-c9185b391828" providerId="ADAL" clId="{812CCF7A-788B-4227-A920-48EDF3D1C151}" dt="2026-10-13T10:42:38.635" v="627"/>
          <ac:picMkLst>
            <pc:docMk/>
            <pc:sldMk cId="3706069344" sldId="4802"/>
            <ac:picMk id="72" creationId="{957C92D3-5688-48D9-9FDE-0808C5175BD6}"/>
          </ac:picMkLst>
        </pc:picChg>
        <pc:picChg chg="add del mod">
          <ac:chgData name="Minh Huynh" userId="01a137d4-0d81-46e0-aca6-c9185b391828" providerId="ADAL" clId="{812CCF7A-788B-4227-A920-48EDF3D1C151}" dt="2026-10-13T10:42:38.635" v="627"/>
          <ac:picMkLst>
            <pc:docMk/>
            <pc:sldMk cId="3706069344" sldId="4802"/>
            <ac:picMk id="73" creationId="{73925821-D5E3-481D-9B5C-56DA7C2AAF4E}"/>
          </ac:picMkLst>
        </pc:picChg>
        <pc:picChg chg="add del mod">
          <ac:chgData name="Minh Huynh" userId="01a137d4-0d81-46e0-aca6-c9185b391828" providerId="ADAL" clId="{812CCF7A-788B-4227-A920-48EDF3D1C151}" dt="2026-10-13T10:42:38.635" v="627"/>
          <ac:picMkLst>
            <pc:docMk/>
            <pc:sldMk cId="3706069344" sldId="4802"/>
            <ac:picMk id="74" creationId="{84C1DB4C-6E89-42BE-B843-6175E2D97C2B}"/>
          </ac:picMkLst>
        </pc:picChg>
        <pc:picChg chg="add del mod">
          <ac:chgData name="Minh Huynh" userId="01a137d4-0d81-46e0-aca6-c9185b391828" providerId="ADAL" clId="{812CCF7A-788B-4227-A920-48EDF3D1C151}" dt="2026-10-13T10:42:38.635" v="627"/>
          <ac:picMkLst>
            <pc:docMk/>
            <pc:sldMk cId="3706069344" sldId="4802"/>
            <ac:picMk id="75" creationId="{A8719D47-ADAC-47F4-9B4C-F24BDEA6DCC7}"/>
          </ac:picMkLst>
        </pc:picChg>
        <pc:picChg chg="add del mod">
          <ac:chgData name="Minh Huynh" userId="01a137d4-0d81-46e0-aca6-c9185b391828" providerId="ADAL" clId="{812CCF7A-788B-4227-A920-48EDF3D1C151}" dt="2026-10-13T10:42:38.635" v="627"/>
          <ac:picMkLst>
            <pc:docMk/>
            <pc:sldMk cId="3706069344" sldId="4802"/>
            <ac:picMk id="76" creationId="{D7608217-15EE-40AE-9433-265C017274FA}"/>
          </ac:picMkLst>
        </pc:picChg>
        <pc:picChg chg="add del mod">
          <ac:chgData name="Minh Huynh" userId="01a137d4-0d81-46e0-aca6-c9185b391828" providerId="ADAL" clId="{812CCF7A-788B-4227-A920-48EDF3D1C151}" dt="2026-10-13T10:42:38.635" v="627"/>
          <ac:picMkLst>
            <pc:docMk/>
            <pc:sldMk cId="3706069344" sldId="4802"/>
            <ac:picMk id="77" creationId="{70386855-A768-4F21-9470-D2025ADF1EFB}"/>
          </ac:picMkLst>
        </pc:picChg>
        <pc:picChg chg="add del mod">
          <ac:chgData name="Minh Huynh" userId="01a137d4-0d81-46e0-aca6-c9185b391828" providerId="ADAL" clId="{812CCF7A-788B-4227-A920-48EDF3D1C151}" dt="2026-10-13T10:42:38.635" v="627"/>
          <ac:picMkLst>
            <pc:docMk/>
            <pc:sldMk cId="3706069344" sldId="4802"/>
            <ac:picMk id="78" creationId="{9E69FD29-25DE-49D1-A1D4-D39A0E62BD39}"/>
          </ac:picMkLst>
        </pc:picChg>
        <pc:picChg chg="add del mod">
          <ac:chgData name="Minh Huynh" userId="01a137d4-0d81-46e0-aca6-c9185b391828" providerId="ADAL" clId="{812CCF7A-788B-4227-A920-48EDF3D1C151}" dt="2026-10-13T10:42:38.635" v="627"/>
          <ac:picMkLst>
            <pc:docMk/>
            <pc:sldMk cId="3706069344" sldId="4802"/>
            <ac:picMk id="79" creationId="{005A3AC6-A650-4C24-8036-F57E207736DE}"/>
          </ac:picMkLst>
        </pc:picChg>
        <pc:picChg chg="add del mod">
          <ac:chgData name="Minh Huynh" userId="01a137d4-0d81-46e0-aca6-c9185b391828" providerId="ADAL" clId="{812CCF7A-788B-4227-A920-48EDF3D1C151}" dt="2026-10-13T10:42:38.635" v="627"/>
          <ac:picMkLst>
            <pc:docMk/>
            <pc:sldMk cId="3706069344" sldId="4802"/>
            <ac:picMk id="80" creationId="{6A7D9A2A-9D2B-453C-BCA1-AD0CCAD80887}"/>
          </ac:picMkLst>
        </pc:picChg>
        <pc:picChg chg="add del mod">
          <ac:chgData name="Minh Huynh" userId="01a137d4-0d81-46e0-aca6-c9185b391828" providerId="ADAL" clId="{812CCF7A-788B-4227-A920-48EDF3D1C151}" dt="2026-10-13T10:42:38.635" v="627"/>
          <ac:picMkLst>
            <pc:docMk/>
            <pc:sldMk cId="3706069344" sldId="4802"/>
            <ac:picMk id="81" creationId="{025E3BC2-9E7B-4F61-883C-B806F198A977}"/>
          </ac:picMkLst>
        </pc:picChg>
        <pc:picChg chg="add del mod">
          <ac:chgData name="Minh Huynh" userId="01a137d4-0d81-46e0-aca6-c9185b391828" providerId="ADAL" clId="{812CCF7A-788B-4227-A920-48EDF3D1C151}" dt="2026-10-13T10:42:38.635" v="627"/>
          <ac:picMkLst>
            <pc:docMk/>
            <pc:sldMk cId="3706069344" sldId="4802"/>
            <ac:picMk id="82" creationId="{88EEDFA7-A73F-43C4-968D-D237F7953917}"/>
          </ac:picMkLst>
        </pc:picChg>
        <pc:picChg chg="add del mod">
          <ac:chgData name="Minh Huynh" userId="01a137d4-0d81-46e0-aca6-c9185b391828" providerId="ADAL" clId="{812CCF7A-788B-4227-A920-48EDF3D1C151}" dt="2026-10-13T10:42:38.635" v="627"/>
          <ac:picMkLst>
            <pc:docMk/>
            <pc:sldMk cId="3706069344" sldId="4802"/>
            <ac:picMk id="83" creationId="{02B377E9-C9EE-4059-AE66-0A3D83102FF6}"/>
          </ac:picMkLst>
        </pc:picChg>
        <pc:picChg chg="add del mod">
          <ac:chgData name="Minh Huynh" userId="01a137d4-0d81-46e0-aca6-c9185b391828" providerId="ADAL" clId="{812CCF7A-788B-4227-A920-48EDF3D1C151}" dt="2026-10-13T10:42:38.635" v="627"/>
          <ac:picMkLst>
            <pc:docMk/>
            <pc:sldMk cId="3706069344" sldId="4802"/>
            <ac:picMk id="84" creationId="{4A40B53F-5F65-4CA0-B50E-4E063A63C633}"/>
          </ac:picMkLst>
        </pc:picChg>
        <pc:picChg chg="add del mod">
          <ac:chgData name="Minh Huynh" userId="01a137d4-0d81-46e0-aca6-c9185b391828" providerId="ADAL" clId="{812CCF7A-788B-4227-A920-48EDF3D1C151}" dt="2026-10-13T10:42:38.635" v="627"/>
          <ac:picMkLst>
            <pc:docMk/>
            <pc:sldMk cId="3706069344" sldId="4802"/>
            <ac:picMk id="85" creationId="{5710E856-30B9-4101-9891-5A5E6C848933}"/>
          </ac:picMkLst>
        </pc:picChg>
        <pc:picChg chg="add del mod">
          <ac:chgData name="Minh Huynh" userId="01a137d4-0d81-46e0-aca6-c9185b391828" providerId="ADAL" clId="{812CCF7A-788B-4227-A920-48EDF3D1C151}" dt="2026-10-13T10:42:38.635" v="627"/>
          <ac:picMkLst>
            <pc:docMk/>
            <pc:sldMk cId="3706069344" sldId="4802"/>
            <ac:picMk id="86" creationId="{F1064919-269B-40CA-995B-96E7870F19E1}"/>
          </ac:picMkLst>
        </pc:picChg>
        <pc:picChg chg="add del mod">
          <ac:chgData name="Minh Huynh" userId="01a137d4-0d81-46e0-aca6-c9185b391828" providerId="ADAL" clId="{812CCF7A-788B-4227-A920-48EDF3D1C151}" dt="2026-10-13T10:42:38.635" v="627"/>
          <ac:picMkLst>
            <pc:docMk/>
            <pc:sldMk cId="3706069344" sldId="4802"/>
            <ac:picMk id="87" creationId="{124E762F-EB2A-4DCD-9227-B70C46871FBA}"/>
          </ac:picMkLst>
        </pc:picChg>
        <pc:picChg chg="add del mod">
          <ac:chgData name="Minh Huynh" userId="01a137d4-0d81-46e0-aca6-c9185b391828" providerId="ADAL" clId="{812CCF7A-788B-4227-A920-48EDF3D1C151}" dt="2026-10-13T10:42:38.635" v="627"/>
          <ac:picMkLst>
            <pc:docMk/>
            <pc:sldMk cId="3706069344" sldId="4802"/>
            <ac:picMk id="88" creationId="{44E289F2-EC89-4695-89CC-A33C54923CD3}"/>
          </ac:picMkLst>
        </pc:picChg>
        <pc:picChg chg="add del mod">
          <ac:chgData name="Minh Huynh" userId="01a137d4-0d81-46e0-aca6-c9185b391828" providerId="ADAL" clId="{812CCF7A-788B-4227-A920-48EDF3D1C151}" dt="2026-10-13T10:42:38.635" v="627"/>
          <ac:picMkLst>
            <pc:docMk/>
            <pc:sldMk cId="3706069344" sldId="4802"/>
            <ac:picMk id="89" creationId="{20F3DBDF-DC42-4A35-A042-06AFD52B4C3D}"/>
          </ac:picMkLst>
        </pc:picChg>
        <pc:picChg chg="add del mod">
          <ac:chgData name="Minh Huynh" userId="01a137d4-0d81-46e0-aca6-c9185b391828" providerId="ADAL" clId="{812CCF7A-788B-4227-A920-48EDF3D1C151}" dt="2026-10-13T10:42:38.635" v="627"/>
          <ac:picMkLst>
            <pc:docMk/>
            <pc:sldMk cId="3706069344" sldId="4802"/>
            <ac:picMk id="90" creationId="{3BDF1F39-DC17-46CD-995F-979D1C864EC0}"/>
          </ac:picMkLst>
        </pc:picChg>
        <pc:picChg chg="add del mod">
          <ac:chgData name="Minh Huynh" userId="01a137d4-0d81-46e0-aca6-c9185b391828" providerId="ADAL" clId="{812CCF7A-788B-4227-A920-48EDF3D1C151}" dt="2026-10-13T10:42:38.635" v="627"/>
          <ac:picMkLst>
            <pc:docMk/>
            <pc:sldMk cId="3706069344" sldId="4802"/>
            <ac:picMk id="91" creationId="{AC5C111E-7C38-4E6D-853B-8806E6A2665E}"/>
          </ac:picMkLst>
        </pc:picChg>
        <pc:picChg chg="add del mod">
          <ac:chgData name="Minh Huynh" userId="01a137d4-0d81-46e0-aca6-c9185b391828" providerId="ADAL" clId="{812CCF7A-788B-4227-A920-48EDF3D1C151}" dt="2026-10-13T10:42:38.635" v="627"/>
          <ac:picMkLst>
            <pc:docMk/>
            <pc:sldMk cId="3706069344" sldId="4802"/>
            <ac:picMk id="92" creationId="{13D0825C-A454-44F2-BDD3-78EE6E23D1B4}"/>
          </ac:picMkLst>
        </pc:picChg>
        <pc:picChg chg="add del mod">
          <ac:chgData name="Minh Huynh" userId="01a137d4-0d81-46e0-aca6-c9185b391828" providerId="ADAL" clId="{812CCF7A-788B-4227-A920-48EDF3D1C151}" dt="2026-10-13T10:42:38.635" v="627"/>
          <ac:picMkLst>
            <pc:docMk/>
            <pc:sldMk cId="3706069344" sldId="4802"/>
            <ac:picMk id="93" creationId="{9F3C3572-BC2A-4B4F-B21A-189BE434677B}"/>
          </ac:picMkLst>
        </pc:picChg>
        <pc:picChg chg="add del mod">
          <ac:chgData name="Minh Huynh" userId="01a137d4-0d81-46e0-aca6-c9185b391828" providerId="ADAL" clId="{812CCF7A-788B-4227-A920-48EDF3D1C151}" dt="2026-10-13T10:42:38.635" v="627"/>
          <ac:picMkLst>
            <pc:docMk/>
            <pc:sldMk cId="3706069344" sldId="4802"/>
            <ac:picMk id="94" creationId="{4F39D652-B6A3-4B01-88DF-4F911F61FB70}"/>
          </ac:picMkLst>
        </pc:picChg>
        <pc:picChg chg="add del mod">
          <ac:chgData name="Minh Huynh" userId="01a137d4-0d81-46e0-aca6-c9185b391828" providerId="ADAL" clId="{812CCF7A-788B-4227-A920-48EDF3D1C151}" dt="2026-10-13T10:42:38.635" v="627"/>
          <ac:picMkLst>
            <pc:docMk/>
            <pc:sldMk cId="3706069344" sldId="4802"/>
            <ac:picMk id="95" creationId="{B66A7025-E4F1-469A-B916-BFE589251F4E}"/>
          </ac:picMkLst>
        </pc:picChg>
        <pc:picChg chg="add del mod">
          <ac:chgData name="Minh Huynh" userId="01a137d4-0d81-46e0-aca6-c9185b391828" providerId="ADAL" clId="{812CCF7A-788B-4227-A920-48EDF3D1C151}" dt="2026-10-13T10:42:38.635" v="627"/>
          <ac:picMkLst>
            <pc:docMk/>
            <pc:sldMk cId="3706069344" sldId="4802"/>
            <ac:picMk id="96" creationId="{2F13F34E-4D80-41AA-97BC-6846D41322B8}"/>
          </ac:picMkLst>
        </pc:picChg>
        <pc:picChg chg="add del mod">
          <ac:chgData name="Minh Huynh" userId="01a137d4-0d81-46e0-aca6-c9185b391828" providerId="ADAL" clId="{812CCF7A-788B-4227-A920-48EDF3D1C151}" dt="2026-10-13T10:42:38.635" v="627"/>
          <ac:picMkLst>
            <pc:docMk/>
            <pc:sldMk cId="3706069344" sldId="4802"/>
            <ac:picMk id="97" creationId="{3965F4D6-9978-4227-9F67-AC4115D274A5}"/>
          </ac:picMkLst>
        </pc:picChg>
        <pc:picChg chg="add del mod">
          <ac:chgData name="Minh Huynh" userId="01a137d4-0d81-46e0-aca6-c9185b391828" providerId="ADAL" clId="{812CCF7A-788B-4227-A920-48EDF3D1C151}" dt="2026-10-13T10:42:38.635" v="627"/>
          <ac:picMkLst>
            <pc:docMk/>
            <pc:sldMk cId="3706069344" sldId="4802"/>
            <ac:picMk id="98" creationId="{DB24326D-4BD0-48C2-8A3A-E48A4C218EB0}"/>
          </ac:picMkLst>
        </pc:picChg>
        <pc:picChg chg="add del mod">
          <ac:chgData name="Minh Huynh" userId="01a137d4-0d81-46e0-aca6-c9185b391828" providerId="ADAL" clId="{812CCF7A-788B-4227-A920-48EDF3D1C151}" dt="2026-10-13T10:42:38.635" v="627"/>
          <ac:picMkLst>
            <pc:docMk/>
            <pc:sldMk cId="3706069344" sldId="4802"/>
            <ac:picMk id="99" creationId="{6E357A06-4968-436C-8A37-F8FCA4CBE642}"/>
          </ac:picMkLst>
        </pc:picChg>
        <pc:picChg chg="add del mod">
          <ac:chgData name="Minh Huynh" userId="01a137d4-0d81-46e0-aca6-c9185b391828" providerId="ADAL" clId="{812CCF7A-788B-4227-A920-48EDF3D1C151}" dt="2026-10-13T10:42:38.635" v="627"/>
          <ac:picMkLst>
            <pc:docMk/>
            <pc:sldMk cId="3706069344" sldId="4802"/>
            <ac:picMk id="100" creationId="{911D47DE-437D-405C-BBC8-885F515A1594}"/>
          </ac:picMkLst>
        </pc:picChg>
        <pc:picChg chg="add del mod">
          <ac:chgData name="Minh Huynh" userId="01a137d4-0d81-46e0-aca6-c9185b391828" providerId="ADAL" clId="{812CCF7A-788B-4227-A920-48EDF3D1C151}" dt="2026-10-13T10:42:38.635" v="627"/>
          <ac:picMkLst>
            <pc:docMk/>
            <pc:sldMk cId="3706069344" sldId="4802"/>
            <ac:picMk id="101" creationId="{0F513246-0764-4EF6-978D-9FF7D492A5EA}"/>
          </ac:picMkLst>
        </pc:picChg>
        <pc:picChg chg="add del mod">
          <ac:chgData name="Minh Huynh" userId="01a137d4-0d81-46e0-aca6-c9185b391828" providerId="ADAL" clId="{812CCF7A-788B-4227-A920-48EDF3D1C151}" dt="2026-10-13T10:42:38.635" v="627"/>
          <ac:picMkLst>
            <pc:docMk/>
            <pc:sldMk cId="3706069344" sldId="4802"/>
            <ac:picMk id="102" creationId="{CB941998-F43E-499E-A1E7-211E836FCD44}"/>
          </ac:picMkLst>
        </pc:picChg>
        <pc:picChg chg="add del mod">
          <ac:chgData name="Minh Huynh" userId="01a137d4-0d81-46e0-aca6-c9185b391828" providerId="ADAL" clId="{812CCF7A-788B-4227-A920-48EDF3D1C151}" dt="2026-10-13T10:42:38.635" v="627"/>
          <ac:picMkLst>
            <pc:docMk/>
            <pc:sldMk cId="3706069344" sldId="4802"/>
            <ac:picMk id="103" creationId="{4B0E3A8F-0DA3-4643-9FDB-51B8396A74D9}"/>
          </ac:picMkLst>
        </pc:picChg>
        <pc:picChg chg="add del mod">
          <ac:chgData name="Minh Huynh" userId="01a137d4-0d81-46e0-aca6-c9185b391828" providerId="ADAL" clId="{812CCF7A-788B-4227-A920-48EDF3D1C151}" dt="2026-10-13T10:42:38.635" v="627"/>
          <ac:picMkLst>
            <pc:docMk/>
            <pc:sldMk cId="3706069344" sldId="4802"/>
            <ac:picMk id="104" creationId="{5EA746DC-CCBE-4EBF-A586-67633052237C}"/>
          </ac:picMkLst>
        </pc:picChg>
        <pc:picChg chg="add del mod">
          <ac:chgData name="Minh Huynh" userId="01a137d4-0d81-46e0-aca6-c9185b391828" providerId="ADAL" clId="{812CCF7A-788B-4227-A920-48EDF3D1C151}" dt="2026-10-13T10:42:38.635" v="627"/>
          <ac:picMkLst>
            <pc:docMk/>
            <pc:sldMk cId="3706069344" sldId="4802"/>
            <ac:picMk id="105" creationId="{04BD9DF0-F853-4700-8A27-E398FE8666AD}"/>
          </ac:picMkLst>
        </pc:picChg>
        <pc:picChg chg="add del mod">
          <ac:chgData name="Minh Huynh" userId="01a137d4-0d81-46e0-aca6-c9185b391828" providerId="ADAL" clId="{812CCF7A-788B-4227-A920-48EDF3D1C151}" dt="2026-10-13T10:42:38.635" v="627"/>
          <ac:picMkLst>
            <pc:docMk/>
            <pc:sldMk cId="3706069344" sldId="4802"/>
            <ac:picMk id="106" creationId="{6F2A5F82-7D9C-4B3B-8995-39844E388205}"/>
          </ac:picMkLst>
        </pc:picChg>
        <pc:picChg chg="add del mod">
          <ac:chgData name="Minh Huynh" userId="01a137d4-0d81-46e0-aca6-c9185b391828" providerId="ADAL" clId="{812CCF7A-788B-4227-A920-48EDF3D1C151}" dt="2026-10-13T10:42:38.635" v="627"/>
          <ac:picMkLst>
            <pc:docMk/>
            <pc:sldMk cId="3706069344" sldId="4802"/>
            <ac:picMk id="107" creationId="{D867E215-5EEE-4211-938E-43E7349341A5}"/>
          </ac:picMkLst>
        </pc:picChg>
        <pc:picChg chg="add del mod">
          <ac:chgData name="Minh Huynh" userId="01a137d4-0d81-46e0-aca6-c9185b391828" providerId="ADAL" clId="{812CCF7A-788B-4227-A920-48EDF3D1C151}" dt="2026-10-13T10:42:38.635" v="627"/>
          <ac:picMkLst>
            <pc:docMk/>
            <pc:sldMk cId="3706069344" sldId="4802"/>
            <ac:picMk id="108" creationId="{19612129-7DB3-471C-8829-F83509F3F8A5}"/>
          </ac:picMkLst>
        </pc:picChg>
        <pc:picChg chg="add del mod">
          <ac:chgData name="Minh Huynh" userId="01a137d4-0d81-46e0-aca6-c9185b391828" providerId="ADAL" clId="{812CCF7A-788B-4227-A920-48EDF3D1C151}" dt="2026-10-13T10:42:38.635" v="627"/>
          <ac:picMkLst>
            <pc:docMk/>
            <pc:sldMk cId="3706069344" sldId="4802"/>
            <ac:picMk id="109" creationId="{C0C0D2FB-0314-4871-B56D-C60EC9CB2D6C}"/>
          </ac:picMkLst>
        </pc:picChg>
        <pc:picChg chg="add del mod">
          <ac:chgData name="Minh Huynh" userId="01a137d4-0d81-46e0-aca6-c9185b391828" providerId="ADAL" clId="{812CCF7A-788B-4227-A920-48EDF3D1C151}" dt="2026-10-13T10:42:38.635" v="627"/>
          <ac:picMkLst>
            <pc:docMk/>
            <pc:sldMk cId="3706069344" sldId="4802"/>
            <ac:picMk id="110" creationId="{CAA08606-6ADD-496A-AFB2-A26CC1142006}"/>
          </ac:picMkLst>
        </pc:picChg>
        <pc:picChg chg="add del mod">
          <ac:chgData name="Minh Huynh" userId="01a137d4-0d81-46e0-aca6-c9185b391828" providerId="ADAL" clId="{812CCF7A-788B-4227-A920-48EDF3D1C151}" dt="2026-10-13T10:42:38.635" v="627"/>
          <ac:picMkLst>
            <pc:docMk/>
            <pc:sldMk cId="3706069344" sldId="4802"/>
            <ac:picMk id="111" creationId="{F9F9494A-8D31-4D01-9481-30081D71F101}"/>
          </ac:picMkLst>
        </pc:picChg>
        <pc:picChg chg="add del mod">
          <ac:chgData name="Minh Huynh" userId="01a137d4-0d81-46e0-aca6-c9185b391828" providerId="ADAL" clId="{812CCF7A-788B-4227-A920-48EDF3D1C151}" dt="2026-10-13T10:42:38.635" v="627"/>
          <ac:picMkLst>
            <pc:docMk/>
            <pc:sldMk cId="3706069344" sldId="4802"/>
            <ac:picMk id="112" creationId="{A02DE4B3-E846-41F7-BF19-CC95829E5985}"/>
          </ac:picMkLst>
        </pc:picChg>
        <pc:picChg chg="add del mod">
          <ac:chgData name="Minh Huynh" userId="01a137d4-0d81-46e0-aca6-c9185b391828" providerId="ADAL" clId="{812CCF7A-788B-4227-A920-48EDF3D1C151}" dt="2026-10-13T10:42:38.635" v="627"/>
          <ac:picMkLst>
            <pc:docMk/>
            <pc:sldMk cId="3706069344" sldId="4802"/>
            <ac:picMk id="113" creationId="{EF5A6A5A-C78C-4032-8351-5B8D1E77A838}"/>
          </ac:picMkLst>
        </pc:picChg>
        <pc:picChg chg="add del mod">
          <ac:chgData name="Minh Huynh" userId="01a137d4-0d81-46e0-aca6-c9185b391828" providerId="ADAL" clId="{812CCF7A-788B-4227-A920-48EDF3D1C151}" dt="2026-10-13T10:42:38.635" v="627"/>
          <ac:picMkLst>
            <pc:docMk/>
            <pc:sldMk cId="3706069344" sldId="4802"/>
            <ac:picMk id="114" creationId="{1531F6D5-6922-48AC-ACF7-16D338306BAA}"/>
          </ac:picMkLst>
        </pc:picChg>
        <pc:picChg chg="add del mod">
          <ac:chgData name="Minh Huynh" userId="01a137d4-0d81-46e0-aca6-c9185b391828" providerId="ADAL" clId="{812CCF7A-788B-4227-A920-48EDF3D1C151}" dt="2026-10-13T10:42:38.635" v="627"/>
          <ac:picMkLst>
            <pc:docMk/>
            <pc:sldMk cId="3706069344" sldId="4802"/>
            <ac:picMk id="115" creationId="{F39DE5B1-A4B1-4F2B-8781-B930A43CFD9C}"/>
          </ac:picMkLst>
        </pc:picChg>
        <pc:picChg chg="add del mod">
          <ac:chgData name="Minh Huynh" userId="01a137d4-0d81-46e0-aca6-c9185b391828" providerId="ADAL" clId="{812CCF7A-788B-4227-A920-48EDF3D1C151}" dt="2026-10-13T10:42:38.635" v="627"/>
          <ac:picMkLst>
            <pc:docMk/>
            <pc:sldMk cId="3706069344" sldId="4802"/>
            <ac:picMk id="116" creationId="{0DEB4D7E-A22D-4C4B-A8F2-ED731C113883}"/>
          </ac:picMkLst>
        </pc:picChg>
        <pc:picChg chg="add del mod">
          <ac:chgData name="Minh Huynh" userId="01a137d4-0d81-46e0-aca6-c9185b391828" providerId="ADAL" clId="{812CCF7A-788B-4227-A920-48EDF3D1C151}" dt="2026-10-13T10:42:38.635" v="627"/>
          <ac:picMkLst>
            <pc:docMk/>
            <pc:sldMk cId="3706069344" sldId="4802"/>
            <ac:picMk id="117" creationId="{A07AF929-30C4-4037-9F79-84BD68559024}"/>
          </ac:picMkLst>
        </pc:picChg>
        <pc:picChg chg="add del mod">
          <ac:chgData name="Minh Huynh" userId="01a137d4-0d81-46e0-aca6-c9185b391828" providerId="ADAL" clId="{812CCF7A-788B-4227-A920-48EDF3D1C151}" dt="2026-10-13T10:42:38.635" v="627"/>
          <ac:picMkLst>
            <pc:docMk/>
            <pc:sldMk cId="3706069344" sldId="4802"/>
            <ac:picMk id="118" creationId="{24A30C8D-97BF-4132-8684-1B2F42DE93A9}"/>
          </ac:picMkLst>
        </pc:picChg>
        <pc:picChg chg="add del mod">
          <ac:chgData name="Minh Huynh" userId="01a137d4-0d81-46e0-aca6-c9185b391828" providerId="ADAL" clId="{812CCF7A-788B-4227-A920-48EDF3D1C151}" dt="2026-10-13T10:42:38.635" v="627"/>
          <ac:picMkLst>
            <pc:docMk/>
            <pc:sldMk cId="3706069344" sldId="4802"/>
            <ac:picMk id="119" creationId="{5BCCF1A1-62D2-4E4D-A155-C8CE4A061901}"/>
          </ac:picMkLst>
        </pc:picChg>
        <pc:picChg chg="add del mod">
          <ac:chgData name="Minh Huynh" userId="01a137d4-0d81-46e0-aca6-c9185b391828" providerId="ADAL" clId="{812CCF7A-788B-4227-A920-48EDF3D1C151}" dt="2026-10-13T10:42:38.635" v="627"/>
          <ac:picMkLst>
            <pc:docMk/>
            <pc:sldMk cId="3706069344" sldId="4802"/>
            <ac:picMk id="120" creationId="{B62CBA2A-6734-4752-BE5F-AD212A321B50}"/>
          </ac:picMkLst>
        </pc:picChg>
        <pc:picChg chg="add del mod">
          <ac:chgData name="Minh Huynh" userId="01a137d4-0d81-46e0-aca6-c9185b391828" providerId="ADAL" clId="{812CCF7A-788B-4227-A920-48EDF3D1C151}" dt="2026-10-13T10:42:38.635" v="627"/>
          <ac:picMkLst>
            <pc:docMk/>
            <pc:sldMk cId="3706069344" sldId="4802"/>
            <ac:picMk id="121" creationId="{47F5EB01-FCE7-461D-924A-8E23585F4834}"/>
          </ac:picMkLst>
        </pc:picChg>
        <pc:picChg chg="add del mod">
          <ac:chgData name="Minh Huynh" userId="01a137d4-0d81-46e0-aca6-c9185b391828" providerId="ADAL" clId="{812CCF7A-788B-4227-A920-48EDF3D1C151}" dt="2026-10-13T10:42:38.635" v="627"/>
          <ac:picMkLst>
            <pc:docMk/>
            <pc:sldMk cId="3706069344" sldId="4802"/>
            <ac:picMk id="122" creationId="{037D294F-3528-4DD1-88E4-F44125825AF5}"/>
          </ac:picMkLst>
        </pc:picChg>
        <pc:picChg chg="add del mod">
          <ac:chgData name="Minh Huynh" userId="01a137d4-0d81-46e0-aca6-c9185b391828" providerId="ADAL" clId="{812CCF7A-788B-4227-A920-48EDF3D1C151}" dt="2026-10-13T10:42:38.635" v="627"/>
          <ac:picMkLst>
            <pc:docMk/>
            <pc:sldMk cId="3706069344" sldId="4802"/>
            <ac:picMk id="123" creationId="{81849239-4159-44A6-A864-419E6FF82BEB}"/>
          </ac:picMkLst>
        </pc:picChg>
        <pc:picChg chg="add del mod">
          <ac:chgData name="Minh Huynh" userId="01a137d4-0d81-46e0-aca6-c9185b391828" providerId="ADAL" clId="{812CCF7A-788B-4227-A920-48EDF3D1C151}" dt="2026-10-13T10:42:38.635" v="627"/>
          <ac:picMkLst>
            <pc:docMk/>
            <pc:sldMk cId="3706069344" sldId="4802"/>
            <ac:picMk id="124" creationId="{023C26F8-B6D4-41C8-ACCE-40AC709D2DD4}"/>
          </ac:picMkLst>
        </pc:picChg>
        <pc:picChg chg="add del mod">
          <ac:chgData name="Minh Huynh" userId="01a137d4-0d81-46e0-aca6-c9185b391828" providerId="ADAL" clId="{812CCF7A-788B-4227-A920-48EDF3D1C151}" dt="2026-10-13T10:42:38.635" v="627"/>
          <ac:picMkLst>
            <pc:docMk/>
            <pc:sldMk cId="3706069344" sldId="4802"/>
            <ac:picMk id="125" creationId="{F9CB25A0-FB61-4B8B-A7D3-189E084E1F4A}"/>
          </ac:picMkLst>
        </pc:picChg>
        <pc:picChg chg="add del mod">
          <ac:chgData name="Minh Huynh" userId="01a137d4-0d81-46e0-aca6-c9185b391828" providerId="ADAL" clId="{812CCF7A-788B-4227-A920-48EDF3D1C151}" dt="2026-10-13T10:42:38.635" v="627"/>
          <ac:picMkLst>
            <pc:docMk/>
            <pc:sldMk cId="3706069344" sldId="4802"/>
            <ac:picMk id="126" creationId="{AA09F039-4FAA-4649-8A2C-10B70C6E5829}"/>
          </ac:picMkLst>
        </pc:picChg>
        <pc:picChg chg="add del mod">
          <ac:chgData name="Minh Huynh" userId="01a137d4-0d81-46e0-aca6-c9185b391828" providerId="ADAL" clId="{812CCF7A-788B-4227-A920-48EDF3D1C151}" dt="2026-10-13T10:42:38.635" v="627"/>
          <ac:picMkLst>
            <pc:docMk/>
            <pc:sldMk cId="3706069344" sldId="4802"/>
            <ac:picMk id="127" creationId="{8F606DAD-A661-44FB-95BA-A074D2250603}"/>
          </ac:picMkLst>
        </pc:picChg>
        <pc:picChg chg="add del mod">
          <ac:chgData name="Minh Huynh" userId="01a137d4-0d81-46e0-aca6-c9185b391828" providerId="ADAL" clId="{812CCF7A-788B-4227-A920-48EDF3D1C151}" dt="2026-10-13T10:42:38.635" v="627"/>
          <ac:picMkLst>
            <pc:docMk/>
            <pc:sldMk cId="3706069344" sldId="4802"/>
            <ac:picMk id="128" creationId="{0C04EEB0-B8FB-428F-AC8A-2DF5C8E030DE}"/>
          </ac:picMkLst>
        </pc:picChg>
        <pc:picChg chg="add del mod">
          <ac:chgData name="Minh Huynh" userId="01a137d4-0d81-46e0-aca6-c9185b391828" providerId="ADAL" clId="{812CCF7A-788B-4227-A920-48EDF3D1C151}" dt="2026-10-13T10:42:38.635" v="627"/>
          <ac:picMkLst>
            <pc:docMk/>
            <pc:sldMk cId="3706069344" sldId="4802"/>
            <ac:picMk id="129" creationId="{EDC0FCA1-FA6F-41F4-ACAD-69BC7546D75D}"/>
          </ac:picMkLst>
        </pc:picChg>
        <pc:picChg chg="add del mod">
          <ac:chgData name="Minh Huynh" userId="01a137d4-0d81-46e0-aca6-c9185b391828" providerId="ADAL" clId="{812CCF7A-788B-4227-A920-48EDF3D1C151}" dt="2026-10-13T10:42:38.635" v="627"/>
          <ac:picMkLst>
            <pc:docMk/>
            <pc:sldMk cId="3706069344" sldId="4802"/>
            <ac:picMk id="130" creationId="{BF28AF54-2B67-4BD9-8E22-29640517ED7F}"/>
          </ac:picMkLst>
        </pc:picChg>
        <pc:picChg chg="add del mod">
          <ac:chgData name="Minh Huynh" userId="01a137d4-0d81-46e0-aca6-c9185b391828" providerId="ADAL" clId="{812CCF7A-788B-4227-A920-48EDF3D1C151}" dt="2026-10-13T10:42:38.635" v="627"/>
          <ac:picMkLst>
            <pc:docMk/>
            <pc:sldMk cId="3706069344" sldId="4802"/>
            <ac:picMk id="131" creationId="{3459C42E-2D8E-4DF2-AB9B-A6C6A8593A77}"/>
          </ac:picMkLst>
        </pc:picChg>
        <pc:picChg chg="add del mod">
          <ac:chgData name="Minh Huynh" userId="01a137d4-0d81-46e0-aca6-c9185b391828" providerId="ADAL" clId="{812CCF7A-788B-4227-A920-48EDF3D1C151}" dt="2026-10-13T10:42:38.635" v="627"/>
          <ac:picMkLst>
            <pc:docMk/>
            <pc:sldMk cId="3706069344" sldId="4802"/>
            <ac:picMk id="132" creationId="{802B6780-73ED-4566-AEB9-5E592B1A5F26}"/>
          </ac:picMkLst>
        </pc:picChg>
        <pc:picChg chg="add del mod">
          <ac:chgData name="Minh Huynh" userId="01a137d4-0d81-46e0-aca6-c9185b391828" providerId="ADAL" clId="{812CCF7A-788B-4227-A920-48EDF3D1C151}" dt="2026-10-13T10:42:38.635" v="627"/>
          <ac:picMkLst>
            <pc:docMk/>
            <pc:sldMk cId="3706069344" sldId="4802"/>
            <ac:picMk id="133" creationId="{3B7AC2A0-5743-4788-9E3D-F0A2F9465594}"/>
          </ac:picMkLst>
        </pc:picChg>
        <pc:picChg chg="add del mod">
          <ac:chgData name="Minh Huynh" userId="01a137d4-0d81-46e0-aca6-c9185b391828" providerId="ADAL" clId="{812CCF7A-788B-4227-A920-48EDF3D1C151}" dt="2026-10-13T10:42:38.635" v="627"/>
          <ac:picMkLst>
            <pc:docMk/>
            <pc:sldMk cId="3706069344" sldId="4802"/>
            <ac:picMk id="134" creationId="{C246233A-089E-41A7-A7FC-F3D83745242C}"/>
          </ac:picMkLst>
        </pc:picChg>
        <pc:picChg chg="add del mod">
          <ac:chgData name="Minh Huynh" userId="01a137d4-0d81-46e0-aca6-c9185b391828" providerId="ADAL" clId="{812CCF7A-788B-4227-A920-48EDF3D1C151}" dt="2026-10-13T10:42:38.635" v="627"/>
          <ac:picMkLst>
            <pc:docMk/>
            <pc:sldMk cId="3706069344" sldId="4802"/>
            <ac:picMk id="135" creationId="{CEC3FA06-8659-48AC-93A9-8335E8C13EF2}"/>
          </ac:picMkLst>
        </pc:picChg>
        <pc:picChg chg="add del mod">
          <ac:chgData name="Minh Huynh" userId="01a137d4-0d81-46e0-aca6-c9185b391828" providerId="ADAL" clId="{812CCF7A-788B-4227-A920-48EDF3D1C151}" dt="2026-10-13T10:42:38.635" v="627"/>
          <ac:picMkLst>
            <pc:docMk/>
            <pc:sldMk cId="3706069344" sldId="4802"/>
            <ac:picMk id="136" creationId="{E469BA88-75FD-421A-A810-61D7094B9BC2}"/>
          </ac:picMkLst>
        </pc:picChg>
        <pc:picChg chg="add del mod">
          <ac:chgData name="Minh Huynh" userId="01a137d4-0d81-46e0-aca6-c9185b391828" providerId="ADAL" clId="{812CCF7A-788B-4227-A920-48EDF3D1C151}" dt="2026-10-13T10:42:38.635" v="627"/>
          <ac:picMkLst>
            <pc:docMk/>
            <pc:sldMk cId="3706069344" sldId="4802"/>
            <ac:picMk id="137" creationId="{D48C8109-854D-4753-B35D-A68AACA4B6C9}"/>
          </ac:picMkLst>
        </pc:picChg>
        <pc:picChg chg="add del mod">
          <ac:chgData name="Minh Huynh" userId="01a137d4-0d81-46e0-aca6-c9185b391828" providerId="ADAL" clId="{812CCF7A-788B-4227-A920-48EDF3D1C151}" dt="2026-10-13T10:42:38.635" v="627"/>
          <ac:picMkLst>
            <pc:docMk/>
            <pc:sldMk cId="3706069344" sldId="4802"/>
            <ac:picMk id="138" creationId="{2DC8540F-0DD2-4B27-8543-E7C5D478B6E1}"/>
          </ac:picMkLst>
        </pc:picChg>
        <pc:picChg chg="add del mod">
          <ac:chgData name="Minh Huynh" userId="01a137d4-0d81-46e0-aca6-c9185b391828" providerId="ADAL" clId="{812CCF7A-788B-4227-A920-48EDF3D1C151}" dt="2026-10-13T10:42:38.635" v="627"/>
          <ac:picMkLst>
            <pc:docMk/>
            <pc:sldMk cId="3706069344" sldId="4802"/>
            <ac:picMk id="139" creationId="{CFF55DF3-FF9E-4ADA-87D8-D90F40B20887}"/>
          </ac:picMkLst>
        </pc:picChg>
        <pc:picChg chg="add del mod">
          <ac:chgData name="Minh Huynh" userId="01a137d4-0d81-46e0-aca6-c9185b391828" providerId="ADAL" clId="{812CCF7A-788B-4227-A920-48EDF3D1C151}" dt="2026-10-13T10:42:38.635" v="627"/>
          <ac:picMkLst>
            <pc:docMk/>
            <pc:sldMk cId="3706069344" sldId="4802"/>
            <ac:picMk id="140" creationId="{365F2EDC-3AC5-4490-933F-5BBE9C515AF4}"/>
          </ac:picMkLst>
        </pc:picChg>
        <pc:picChg chg="add del mod">
          <ac:chgData name="Minh Huynh" userId="01a137d4-0d81-46e0-aca6-c9185b391828" providerId="ADAL" clId="{812CCF7A-788B-4227-A920-48EDF3D1C151}" dt="2026-10-13T10:42:38.635" v="627"/>
          <ac:picMkLst>
            <pc:docMk/>
            <pc:sldMk cId="3706069344" sldId="4802"/>
            <ac:picMk id="141" creationId="{1559AF4F-2D68-4D9A-A6DD-F1E406B6AED8}"/>
          </ac:picMkLst>
        </pc:picChg>
        <pc:picChg chg="add del mod">
          <ac:chgData name="Minh Huynh" userId="01a137d4-0d81-46e0-aca6-c9185b391828" providerId="ADAL" clId="{812CCF7A-788B-4227-A920-48EDF3D1C151}" dt="2026-10-13T10:42:38.635" v="627"/>
          <ac:picMkLst>
            <pc:docMk/>
            <pc:sldMk cId="3706069344" sldId="4802"/>
            <ac:picMk id="142" creationId="{07F9ECDF-155E-42E4-A3BD-74FD38786666}"/>
          </ac:picMkLst>
        </pc:picChg>
        <pc:picChg chg="add del mod">
          <ac:chgData name="Minh Huynh" userId="01a137d4-0d81-46e0-aca6-c9185b391828" providerId="ADAL" clId="{812CCF7A-788B-4227-A920-48EDF3D1C151}" dt="2026-10-13T10:42:38.635" v="627"/>
          <ac:picMkLst>
            <pc:docMk/>
            <pc:sldMk cId="3706069344" sldId="4802"/>
            <ac:picMk id="143" creationId="{6E82A44D-E567-4EBE-A655-F047B006FD7B}"/>
          </ac:picMkLst>
        </pc:picChg>
        <pc:picChg chg="add del mod">
          <ac:chgData name="Minh Huynh" userId="01a137d4-0d81-46e0-aca6-c9185b391828" providerId="ADAL" clId="{812CCF7A-788B-4227-A920-48EDF3D1C151}" dt="2026-10-13T10:42:38.635" v="627"/>
          <ac:picMkLst>
            <pc:docMk/>
            <pc:sldMk cId="3706069344" sldId="4802"/>
            <ac:picMk id="144" creationId="{8B678827-143A-4BFF-B8C5-1030247C8BEC}"/>
          </ac:picMkLst>
        </pc:picChg>
        <pc:picChg chg="add del mod">
          <ac:chgData name="Minh Huynh" userId="01a137d4-0d81-46e0-aca6-c9185b391828" providerId="ADAL" clId="{812CCF7A-788B-4227-A920-48EDF3D1C151}" dt="2026-10-13T10:42:38.635" v="627"/>
          <ac:picMkLst>
            <pc:docMk/>
            <pc:sldMk cId="3706069344" sldId="4802"/>
            <ac:picMk id="145" creationId="{450267A0-3C94-4EF4-9B8F-8845C74A81C7}"/>
          </ac:picMkLst>
        </pc:picChg>
        <pc:picChg chg="add del mod">
          <ac:chgData name="Minh Huynh" userId="01a137d4-0d81-46e0-aca6-c9185b391828" providerId="ADAL" clId="{812CCF7A-788B-4227-A920-48EDF3D1C151}" dt="2026-10-13T10:42:38.635" v="627"/>
          <ac:picMkLst>
            <pc:docMk/>
            <pc:sldMk cId="3706069344" sldId="4802"/>
            <ac:picMk id="146" creationId="{2288A0A1-C419-4040-A208-30C5F91F7488}"/>
          </ac:picMkLst>
        </pc:picChg>
        <pc:picChg chg="add del mod">
          <ac:chgData name="Minh Huynh" userId="01a137d4-0d81-46e0-aca6-c9185b391828" providerId="ADAL" clId="{812CCF7A-788B-4227-A920-48EDF3D1C151}" dt="2026-10-13T10:42:38.635" v="627"/>
          <ac:picMkLst>
            <pc:docMk/>
            <pc:sldMk cId="3706069344" sldId="4802"/>
            <ac:picMk id="147" creationId="{7D9C32EC-D9F0-4A83-A04C-0318D05B9844}"/>
          </ac:picMkLst>
        </pc:picChg>
        <pc:picChg chg="add del mod">
          <ac:chgData name="Minh Huynh" userId="01a137d4-0d81-46e0-aca6-c9185b391828" providerId="ADAL" clId="{812CCF7A-788B-4227-A920-48EDF3D1C151}" dt="2026-10-13T10:42:38.635" v="627"/>
          <ac:picMkLst>
            <pc:docMk/>
            <pc:sldMk cId="3706069344" sldId="4802"/>
            <ac:picMk id="148" creationId="{86E2473E-A497-45A3-93B1-3FA6E1677FC4}"/>
          </ac:picMkLst>
        </pc:picChg>
        <pc:picChg chg="add del mod">
          <ac:chgData name="Minh Huynh" userId="01a137d4-0d81-46e0-aca6-c9185b391828" providerId="ADAL" clId="{812CCF7A-788B-4227-A920-48EDF3D1C151}" dt="2026-10-13T10:42:38.635" v="627"/>
          <ac:picMkLst>
            <pc:docMk/>
            <pc:sldMk cId="3706069344" sldId="4802"/>
            <ac:picMk id="149" creationId="{B469D90A-67CB-4280-8D04-32452E7936AC}"/>
          </ac:picMkLst>
        </pc:picChg>
        <pc:picChg chg="add del mod">
          <ac:chgData name="Minh Huynh" userId="01a137d4-0d81-46e0-aca6-c9185b391828" providerId="ADAL" clId="{812CCF7A-788B-4227-A920-48EDF3D1C151}" dt="2026-10-13T10:42:38.635" v="627"/>
          <ac:picMkLst>
            <pc:docMk/>
            <pc:sldMk cId="3706069344" sldId="4802"/>
            <ac:picMk id="150" creationId="{ECCDF89D-6D90-4139-9B81-6DC62A4CCF42}"/>
          </ac:picMkLst>
        </pc:picChg>
        <pc:picChg chg="add del mod">
          <ac:chgData name="Minh Huynh" userId="01a137d4-0d81-46e0-aca6-c9185b391828" providerId="ADAL" clId="{812CCF7A-788B-4227-A920-48EDF3D1C151}" dt="2026-10-13T10:42:38.635" v="627"/>
          <ac:picMkLst>
            <pc:docMk/>
            <pc:sldMk cId="3706069344" sldId="4802"/>
            <ac:picMk id="151" creationId="{0498CEAF-5648-4B14-BBD4-875865F1BCAB}"/>
          </ac:picMkLst>
        </pc:picChg>
        <pc:picChg chg="add del mod">
          <ac:chgData name="Minh Huynh" userId="01a137d4-0d81-46e0-aca6-c9185b391828" providerId="ADAL" clId="{812CCF7A-788B-4227-A920-48EDF3D1C151}" dt="2026-10-13T10:42:38.635" v="627"/>
          <ac:picMkLst>
            <pc:docMk/>
            <pc:sldMk cId="3706069344" sldId="4802"/>
            <ac:picMk id="152" creationId="{DAD0C932-5926-41C3-B5B4-C74E63C1484E}"/>
          </ac:picMkLst>
        </pc:picChg>
        <pc:picChg chg="add del mod">
          <ac:chgData name="Minh Huynh" userId="01a137d4-0d81-46e0-aca6-c9185b391828" providerId="ADAL" clId="{812CCF7A-788B-4227-A920-48EDF3D1C151}" dt="2026-10-13T10:42:38.635" v="627"/>
          <ac:picMkLst>
            <pc:docMk/>
            <pc:sldMk cId="3706069344" sldId="4802"/>
            <ac:picMk id="153" creationId="{212795DB-8AF8-490C-A524-AF1E33692533}"/>
          </ac:picMkLst>
        </pc:picChg>
        <pc:picChg chg="add del mod">
          <ac:chgData name="Minh Huynh" userId="01a137d4-0d81-46e0-aca6-c9185b391828" providerId="ADAL" clId="{812CCF7A-788B-4227-A920-48EDF3D1C151}" dt="2026-10-13T10:42:38.635" v="627"/>
          <ac:picMkLst>
            <pc:docMk/>
            <pc:sldMk cId="3706069344" sldId="4802"/>
            <ac:picMk id="154" creationId="{2AC2E6CD-959C-46E0-B463-1D74075883FC}"/>
          </ac:picMkLst>
        </pc:picChg>
        <pc:picChg chg="add del mod">
          <ac:chgData name="Minh Huynh" userId="01a137d4-0d81-46e0-aca6-c9185b391828" providerId="ADAL" clId="{812CCF7A-788B-4227-A920-48EDF3D1C151}" dt="2026-10-13T10:42:38.635" v="627"/>
          <ac:picMkLst>
            <pc:docMk/>
            <pc:sldMk cId="3706069344" sldId="4802"/>
            <ac:picMk id="155" creationId="{7AD34A8D-F92F-49C3-AC22-0C43BAC11375}"/>
          </ac:picMkLst>
        </pc:picChg>
        <pc:picChg chg="add del mod">
          <ac:chgData name="Minh Huynh" userId="01a137d4-0d81-46e0-aca6-c9185b391828" providerId="ADAL" clId="{812CCF7A-788B-4227-A920-48EDF3D1C151}" dt="2026-10-13T10:42:38.635" v="627"/>
          <ac:picMkLst>
            <pc:docMk/>
            <pc:sldMk cId="3706069344" sldId="4802"/>
            <ac:picMk id="156" creationId="{360ED3D5-EF36-4215-8FE4-7D0AB749962C}"/>
          </ac:picMkLst>
        </pc:picChg>
        <pc:picChg chg="add del mod">
          <ac:chgData name="Minh Huynh" userId="01a137d4-0d81-46e0-aca6-c9185b391828" providerId="ADAL" clId="{812CCF7A-788B-4227-A920-48EDF3D1C151}" dt="2026-10-13T10:42:38.635" v="627"/>
          <ac:picMkLst>
            <pc:docMk/>
            <pc:sldMk cId="3706069344" sldId="4802"/>
            <ac:picMk id="157" creationId="{4B5685A6-7CB0-46D0-86C2-26834561073F}"/>
          </ac:picMkLst>
        </pc:picChg>
        <pc:picChg chg="add del mod">
          <ac:chgData name="Minh Huynh" userId="01a137d4-0d81-46e0-aca6-c9185b391828" providerId="ADAL" clId="{812CCF7A-788B-4227-A920-48EDF3D1C151}" dt="2026-10-13T10:42:38.635" v="627"/>
          <ac:picMkLst>
            <pc:docMk/>
            <pc:sldMk cId="3706069344" sldId="4802"/>
            <ac:picMk id="158" creationId="{60471D4B-B222-4865-B0B9-05EFC1FA10BC}"/>
          </ac:picMkLst>
        </pc:picChg>
        <pc:picChg chg="add del mod">
          <ac:chgData name="Minh Huynh" userId="01a137d4-0d81-46e0-aca6-c9185b391828" providerId="ADAL" clId="{812CCF7A-788B-4227-A920-48EDF3D1C151}" dt="2026-10-13T10:42:38.635" v="627"/>
          <ac:picMkLst>
            <pc:docMk/>
            <pc:sldMk cId="3706069344" sldId="4802"/>
            <ac:picMk id="159" creationId="{7B198F52-1741-498F-96C7-0B312DD01691}"/>
          </ac:picMkLst>
        </pc:picChg>
        <pc:picChg chg="add del mod">
          <ac:chgData name="Minh Huynh" userId="01a137d4-0d81-46e0-aca6-c9185b391828" providerId="ADAL" clId="{812CCF7A-788B-4227-A920-48EDF3D1C151}" dt="2026-10-13T10:42:38.635" v="627"/>
          <ac:picMkLst>
            <pc:docMk/>
            <pc:sldMk cId="3706069344" sldId="4802"/>
            <ac:picMk id="172" creationId="{E5DD7B13-8F94-46F3-AA7C-53C04C5FADBA}"/>
          </ac:picMkLst>
        </pc:picChg>
        <pc:picChg chg="add del mod">
          <ac:chgData name="Minh Huynh" userId="01a137d4-0d81-46e0-aca6-c9185b391828" providerId="ADAL" clId="{812CCF7A-788B-4227-A920-48EDF3D1C151}" dt="2026-10-13T10:42:38.635" v="627"/>
          <ac:picMkLst>
            <pc:docMk/>
            <pc:sldMk cId="3706069344" sldId="4802"/>
            <ac:picMk id="173" creationId="{88BC2972-534B-495B-BD65-C453754A22C9}"/>
          </ac:picMkLst>
        </pc:picChg>
        <pc:picChg chg="add del mod">
          <ac:chgData name="Minh Huynh" userId="01a137d4-0d81-46e0-aca6-c9185b391828" providerId="ADAL" clId="{812CCF7A-788B-4227-A920-48EDF3D1C151}" dt="2026-10-13T10:42:38.635" v="627"/>
          <ac:picMkLst>
            <pc:docMk/>
            <pc:sldMk cId="3706069344" sldId="4802"/>
            <ac:picMk id="174" creationId="{5E624774-A788-48B3-B97A-A57409D804B5}"/>
          </ac:picMkLst>
        </pc:picChg>
        <pc:picChg chg="add del mod">
          <ac:chgData name="Minh Huynh" userId="01a137d4-0d81-46e0-aca6-c9185b391828" providerId="ADAL" clId="{812CCF7A-788B-4227-A920-48EDF3D1C151}" dt="2026-10-13T10:42:38.635" v="627"/>
          <ac:picMkLst>
            <pc:docMk/>
            <pc:sldMk cId="3706069344" sldId="4802"/>
            <ac:picMk id="175" creationId="{3E13BAA0-3EE1-4463-B720-C122F524B9A6}"/>
          </ac:picMkLst>
        </pc:picChg>
        <pc:picChg chg="add del mod">
          <ac:chgData name="Minh Huynh" userId="01a137d4-0d81-46e0-aca6-c9185b391828" providerId="ADAL" clId="{812CCF7A-788B-4227-A920-48EDF3D1C151}" dt="2026-10-13T10:42:38.635" v="627"/>
          <ac:picMkLst>
            <pc:docMk/>
            <pc:sldMk cId="3706069344" sldId="4802"/>
            <ac:picMk id="176" creationId="{9915D1D9-A7F7-4A6A-B5C0-5C5C654F99AA}"/>
          </ac:picMkLst>
        </pc:picChg>
        <pc:picChg chg="add del mod">
          <ac:chgData name="Minh Huynh" userId="01a137d4-0d81-46e0-aca6-c9185b391828" providerId="ADAL" clId="{812CCF7A-788B-4227-A920-48EDF3D1C151}" dt="2026-10-13T10:42:38.635" v="627"/>
          <ac:picMkLst>
            <pc:docMk/>
            <pc:sldMk cId="3706069344" sldId="4802"/>
            <ac:picMk id="177" creationId="{4B542AA1-63BE-410F-AE96-9E60AB9A3912}"/>
          </ac:picMkLst>
        </pc:picChg>
        <pc:picChg chg="add del mod">
          <ac:chgData name="Minh Huynh" userId="01a137d4-0d81-46e0-aca6-c9185b391828" providerId="ADAL" clId="{812CCF7A-788B-4227-A920-48EDF3D1C151}" dt="2026-10-13T10:42:38.635" v="627"/>
          <ac:picMkLst>
            <pc:docMk/>
            <pc:sldMk cId="3706069344" sldId="4802"/>
            <ac:picMk id="178" creationId="{20819B63-E754-40C0-8F76-B841E8594DEB}"/>
          </ac:picMkLst>
        </pc:picChg>
        <pc:picChg chg="add del mod">
          <ac:chgData name="Minh Huynh" userId="01a137d4-0d81-46e0-aca6-c9185b391828" providerId="ADAL" clId="{812CCF7A-788B-4227-A920-48EDF3D1C151}" dt="2026-10-13T10:42:38.635" v="627"/>
          <ac:picMkLst>
            <pc:docMk/>
            <pc:sldMk cId="3706069344" sldId="4802"/>
            <ac:picMk id="179" creationId="{53BA8D47-7637-4854-91C1-420788D9075C}"/>
          </ac:picMkLst>
        </pc:picChg>
        <pc:picChg chg="add del mod">
          <ac:chgData name="Minh Huynh" userId="01a137d4-0d81-46e0-aca6-c9185b391828" providerId="ADAL" clId="{812CCF7A-788B-4227-A920-48EDF3D1C151}" dt="2026-10-13T10:42:38.635" v="627"/>
          <ac:picMkLst>
            <pc:docMk/>
            <pc:sldMk cId="3706069344" sldId="4802"/>
            <ac:picMk id="180" creationId="{B114C453-3717-4ADD-BAC1-583D83900340}"/>
          </ac:picMkLst>
        </pc:picChg>
        <pc:picChg chg="add del mod">
          <ac:chgData name="Minh Huynh" userId="01a137d4-0d81-46e0-aca6-c9185b391828" providerId="ADAL" clId="{812CCF7A-788B-4227-A920-48EDF3D1C151}" dt="2026-10-13T10:42:38.635" v="627"/>
          <ac:picMkLst>
            <pc:docMk/>
            <pc:sldMk cId="3706069344" sldId="4802"/>
            <ac:picMk id="181" creationId="{5080F13D-E345-4B2F-A683-5D40DEA32B25}"/>
          </ac:picMkLst>
        </pc:picChg>
        <pc:picChg chg="add del mod">
          <ac:chgData name="Minh Huynh" userId="01a137d4-0d81-46e0-aca6-c9185b391828" providerId="ADAL" clId="{812CCF7A-788B-4227-A920-48EDF3D1C151}" dt="2026-10-13T10:42:38.635" v="627"/>
          <ac:picMkLst>
            <pc:docMk/>
            <pc:sldMk cId="3706069344" sldId="4802"/>
            <ac:picMk id="183" creationId="{B8D29E24-7CBE-4CF9-A5FD-8ECD5E5A7049}"/>
          </ac:picMkLst>
        </pc:picChg>
        <pc:picChg chg="add del mod">
          <ac:chgData name="Minh Huynh" userId="01a137d4-0d81-46e0-aca6-c9185b391828" providerId="ADAL" clId="{812CCF7A-788B-4227-A920-48EDF3D1C151}" dt="2026-10-13T10:42:38.635" v="627"/>
          <ac:picMkLst>
            <pc:docMk/>
            <pc:sldMk cId="3706069344" sldId="4802"/>
            <ac:picMk id="184" creationId="{D4BF9728-F229-45C6-8BFF-83848AFECCA3}"/>
          </ac:picMkLst>
        </pc:picChg>
        <pc:picChg chg="add del mod">
          <ac:chgData name="Minh Huynh" userId="01a137d4-0d81-46e0-aca6-c9185b391828" providerId="ADAL" clId="{812CCF7A-788B-4227-A920-48EDF3D1C151}" dt="2026-10-13T10:42:38.635" v="627"/>
          <ac:picMkLst>
            <pc:docMk/>
            <pc:sldMk cId="3706069344" sldId="4802"/>
            <ac:picMk id="185" creationId="{F7496584-8EDF-4359-81E5-C464EE16BA48}"/>
          </ac:picMkLst>
        </pc:picChg>
        <pc:picChg chg="add del mod">
          <ac:chgData name="Minh Huynh" userId="01a137d4-0d81-46e0-aca6-c9185b391828" providerId="ADAL" clId="{812CCF7A-788B-4227-A920-48EDF3D1C151}" dt="2026-10-13T10:42:38.635" v="627"/>
          <ac:picMkLst>
            <pc:docMk/>
            <pc:sldMk cId="3706069344" sldId="4802"/>
            <ac:picMk id="186" creationId="{814EC9FF-19D6-45ED-A301-1E9DE1991C43}"/>
          </ac:picMkLst>
        </pc:picChg>
        <pc:picChg chg="add del mod">
          <ac:chgData name="Minh Huynh" userId="01a137d4-0d81-46e0-aca6-c9185b391828" providerId="ADAL" clId="{812CCF7A-788B-4227-A920-48EDF3D1C151}" dt="2026-10-13T10:42:38.635" v="627"/>
          <ac:picMkLst>
            <pc:docMk/>
            <pc:sldMk cId="3706069344" sldId="4802"/>
            <ac:picMk id="187" creationId="{416D823E-F9E1-4756-95FC-20BE5D164856}"/>
          </ac:picMkLst>
        </pc:picChg>
        <pc:picChg chg="add del mod">
          <ac:chgData name="Minh Huynh" userId="01a137d4-0d81-46e0-aca6-c9185b391828" providerId="ADAL" clId="{812CCF7A-788B-4227-A920-48EDF3D1C151}" dt="2026-10-13T10:42:38.635" v="627"/>
          <ac:picMkLst>
            <pc:docMk/>
            <pc:sldMk cId="3706069344" sldId="4802"/>
            <ac:picMk id="188" creationId="{B02D07F6-77CA-4886-BC70-A07192BF6D33}"/>
          </ac:picMkLst>
        </pc:picChg>
        <pc:picChg chg="add del mod">
          <ac:chgData name="Minh Huynh" userId="01a137d4-0d81-46e0-aca6-c9185b391828" providerId="ADAL" clId="{812CCF7A-788B-4227-A920-48EDF3D1C151}" dt="2026-10-13T10:42:38.635" v="627"/>
          <ac:picMkLst>
            <pc:docMk/>
            <pc:sldMk cId="3706069344" sldId="4802"/>
            <ac:picMk id="189" creationId="{936DB819-DFD2-4AE1-B6B0-AE45DE4E2295}"/>
          </ac:picMkLst>
        </pc:picChg>
        <pc:picChg chg="add del mod">
          <ac:chgData name="Minh Huynh" userId="01a137d4-0d81-46e0-aca6-c9185b391828" providerId="ADAL" clId="{812CCF7A-788B-4227-A920-48EDF3D1C151}" dt="2026-10-13T10:42:38.635" v="627"/>
          <ac:picMkLst>
            <pc:docMk/>
            <pc:sldMk cId="3706069344" sldId="4802"/>
            <ac:picMk id="190" creationId="{9B95BBD2-4846-4D09-898E-21DDFFA701D4}"/>
          </ac:picMkLst>
        </pc:picChg>
        <pc:picChg chg="add del mod">
          <ac:chgData name="Minh Huynh" userId="01a137d4-0d81-46e0-aca6-c9185b391828" providerId="ADAL" clId="{812CCF7A-788B-4227-A920-48EDF3D1C151}" dt="2026-10-13T10:42:38.635" v="627"/>
          <ac:picMkLst>
            <pc:docMk/>
            <pc:sldMk cId="3706069344" sldId="4802"/>
            <ac:picMk id="191" creationId="{4A5616A3-C15A-4540-8040-44A5F3A5FD75}"/>
          </ac:picMkLst>
        </pc:picChg>
        <pc:picChg chg="add del mod">
          <ac:chgData name="Minh Huynh" userId="01a137d4-0d81-46e0-aca6-c9185b391828" providerId="ADAL" clId="{812CCF7A-788B-4227-A920-48EDF3D1C151}" dt="2026-10-13T10:42:38.635" v="627"/>
          <ac:picMkLst>
            <pc:docMk/>
            <pc:sldMk cId="3706069344" sldId="4802"/>
            <ac:picMk id="192" creationId="{2C0AACBC-BD9B-4FF6-8F32-C44D8F417AB1}"/>
          </ac:picMkLst>
        </pc:picChg>
        <pc:picChg chg="add del mod">
          <ac:chgData name="Minh Huynh" userId="01a137d4-0d81-46e0-aca6-c9185b391828" providerId="ADAL" clId="{812CCF7A-788B-4227-A920-48EDF3D1C151}" dt="2026-10-13T10:42:38.635" v="627"/>
          <ac:picMkLst>
            <pc:docMk/>
            <pc:sldMk cId="3706069344" sldId="4802"/>
            <ac:picMk id="194" creationId="{81715AAB-F50A-4880-B6A2-F134B61DF048}"/>
          </ac:picMkLst>
        </pc:picChg>
        <pc:picChg chg="add del mod">
          <ac:chgData name="Minh Huynh" userId="01a137d4-0d81-46e0-aca6-c9185b391828" providerId="ADAL" clId="{812CCF7A-788B-4227-A920-48EDF3D1C151}" dt="2026-10-13T10:42:38.635" v="627"/>
          <ac:picMkLst>
            <pc:docMk/>
            <pc:sldMk cId="3706069344" sldId="4802"/>
            <ac:picMk id="195" creationId="{2F65D919-4D64-4060-AF6D-DF6FA66FBB63}"/>
          </ac:picMkLst>
        </pc:picChg>
        <pc:picChg chg="add del mod">
          <ac:chgData name="Minh Huynh" userId="01a137d4-0d81-46e0-aca6-c9185b391828" providerId="ADAL" clId="{812CCF7A-788B-4227-A920-48EDF3D1C151}" dt="2026-10-13T10:42:38.635" v="627"/>
          <ac:picMkLst>
            <pc:docMk/>
            <pc:sldMk cId="3706069344" sldId="4802"/>
            <ac:picMk id="196" creationId="{70F57C5E-1AC1-4038-88DC-E7C03801939B}"/>
          </ac:picMkLst>
        </pc:picChg>
        <pc:picChg chg="add del mod">
          <ac:chgData name="Minh Huynh" userId="01a137d4-0d81-46e0-aca6-c9185b391828" providerId="ADAL" clId="{812CCF7A-788B-4227-A920-48EDF3D1C151}" dt="2026-10-13T10:42:38.635" v="627"/>
          <ac:picMkLst>
            <pc:docMk/>
            <pc:sldMk cId="3706069344" sldId="4802"/>
            <ac:picMk id="197" creationId="{F2BEBA7D-3B26-4274-A952-92715D97E4E8}"/>
          </ac:picMkLst>
        </pc:picChg>
        <pc:picChg chg="add del mod">
          <ac:chgData name="Minh Huynh" userId="01a137d4-0d81-46e0-aca6-c9185b391828" providerId="ADAL" clId="{812CCF7A-788B-4227-A920-48EDF3D1C151}" dt="2026-10-13T10:42:38.635" v="627"/>
          <ac:picMkLst>
            <pc:docMk/>
            <pc:sldMk cId="3706069344" sldId="4802"/>
            <ac:picMk id="198" creationId="{308AD575-B96F-4C38-BF7A-F85F478D5106}"/>
          </ac:picMkLst>
        </pc:picChg>
        <pc:picChg chg="add del mod">
          <ac:chgData name="Minh Huynh" userId="01a137d4-0d81-46e0-aca6-c9185b391828" providerId="ADAL" clId="{812CCF7A-788B-4227-A920-48EDF3D1C151}" dt="2026-10-13T10:42:38.635" v="627"/>
          <ac:picMkLst>
            <pc:docMk/>
            <pc:sldMk cId="3706069344" sldId="4802"/>
            <ac:picMk id="199" creationId="{7C1580B4-882C-4D09-86AA-F76D0D319201}"/>
          </ac:picMkLst>
        </pc:picChg>
        <pc:picChg chg="add del mod">
          <ac:chgData name="Minh Huynh" userId="01a137d4-0d81-46e0-aca6-c9185b391828" providerId="ADAL" clId="{812CCF7A-788B-4227-A920-48EDF3D1C151}" dt="2026-10-13T10:42:38.635" v="627"/>
          <ac:picMkLst>
            <pc:docMk/>
            <pc:sldMk cId="3706069344" sldId="4802"/>
            <ac:picMk id="200" creationId="{908028E4-FC53-4683-92E7-210476AC90E6}"/>
          </ac:picMkLst>
        </pc:picChg>
        <pc:picChg chg="add del mod">
          <ac:chgData name="Minh Huynh" userId="01a137d4-0d81-46e0-aca6-c9185b391828" providerId="ADAL" clId="{812CCF7A-788B-4227-A920-48EDF3D1C151}" dt="2026-10-13T10:42:38.635" v="627"/>
          <ac:picMkLst>
            <pc:docMk/>
            <pc:sldMk cId="3706069344" sldId="4802"/>
            <ac:picMk id="201" creationId="{A0F73F2E-8768-42DD-ABA0-28244C49D26C}"/>
          </ac:picMkLst>
        </pc:picChg>
        <pc:picChg chg="add del mod">
          <ac:chgData name="Minh Huynh" userId="01a137d4-0d81-46e0-aca6-c9185b391828" providerId="ADAL" clId="{812CCF7A-788B-4227-A920-48EDF3D1C151}" dt="2026-10-13T10:42:38.635" v="627"/>
          <ac:picMkLst>
            <pc:docMk/>
            <pc:sldMk cId="3706069344" sldId="4802"/>
            <ac:picMk id="202" creationId="{A0A33CB3-A1E9-4ACE-9913-8B6FE9381ABE}"/>
          </ac:picMkLst>
        </pc:picChg>
        <pc:picChg chg="add del mod">
          <ac:chgData name="Minh Huynh" userId="01a137d4-0d81-46e0-aca6-c9185b391828" providerId="ADAL" clId="{812CCF7A-788B-4227-A920-48EDF3D1C151}" dt="2026-10-13T10:42:38.635" v="627"/>
          <ac:picMkLst>
            <pc:docMk/>
            <pc:sldMk cId="3706069344" sldId="4802"/>
            <ac:picMk id="203" creationId="{703A6240-30EE-4498-9189-497C451A30E9}"/>
          </ac:picMkLst>
        </pc:picChg>
        <pc:cxnChg chg="del">
          <ac:chgData name="Minh Huynh" userId="01a137d4-0d81-46e0-aca6-c9185b391828" providerId="ADAL" clId="{812CCF7A-788B-4227-A920-48EDF3D1C151}" dt="2026-10-13T10:41:44.363" v="560" actId="478"/>
          <ac:cxnSpMkLst>
            <pc:docMk/>
            <pc:sldMk cId="3706069344" sldId="4802"/>
            <ac:cxnSpMk id="3" creationId="{4C95EA29-C425-40C4-BBD9-16D35E04C446}"/>
          </ac:cxnSpMkLst>
        </pc:cxnChg>
        <pc:cxnChg chg="del">
          <ac:chgData name="Minh Huynh" userId="01a137d4-0d81-46e0-aca6-c9185b391828" providerId="ADAL" clId="{812CCF7A-788B-4227-A920-48EDF3D1C151}" dt="2026-10-13T10:41:44.363" v="560" actId="478"/>
          <ac:cxnSpMkLst>
            <pc:docMk/>
            <pc:sldMk cId="3706069344" sldId="4802"/>
            <ac:cxnSpMk id="7" creationId="{D2403CF3-924E-44D1-9B8E-5369DA0A6271}"/>
          </ac:cxnSpMkLst>
        </pc:cxnChg>
        <pc:cxnChg chg="del">
          <ac:chgData name="Minh Huynh" userId="01a137d4-0d81-46e0-aca6-c9185b391828" providerId="ADAL" clId="{812CCF7A-788B-4227-A920-48EDF3D1C151}" dt="2026-10-13T10:41:44.363" v="560" actId="478"/>
          <ac:cxnSpMkLst>
            <pc:docMk/>
            <pc:sldMk cId="3706069344" sldId="4802"/>
            <ac:cxnSpMk id="16" creationId="{65FBF1B0-AE42-4848-8BA2-7E5DCD5A1424}"/>
          </ac:cxnSpMkLst>
        </pc:cxnChg>
        <pc:cxnChg chg="del">
          <ac:chgData name="Minh Huynh" userId="01a137d4-0d81-46e0-aca6-c9185b391828" providerId="ADAL" clId="{812CCF7A-788B-4227-A920-48EDF3D1C151}" dt="2026-10-13T10:41:44.363" v="560" actId="478"/>
          <ac:cxnSpMkLst>
            <pc:docMk/>
            <pc:sldMk cId="3706069344" sldId="4802"/>
            <ac:cxnSpMk id="21" creationId="{F6DB8FA0-AB21-45EE-99FE-D5BEA13DF069}"/>
          </ac:cxnSpMkLst>
        </pc:cxnChg>
        <pc:cxnChg chg="del">
          <ac:chgData name="Minh Huynh" userId="01a137d4-0d81-46e0-aca6-c9185b391828" providerId="ADAL" clId="{812CCF7A-788B-4227-A920-48EDF3D1C151}" dt="2026-10-13T10:41:44.363" v="560" actId="478"/>
          <ac:cxnSpMkLst>
            <pc:docMk/>
            <pc:sldMk cId="3706069344" sldId="4802"/>
            <ac:cxnSpMk id="22" creationId="{38AD309C-DB6A-4B51-9099-B465A906810C}"/>
          </ac:cxnSpMkLst>
        </pc:cxnChg>
        <pc:cxnChg chg="del">
          <ac:chgData name="Minh Huynh" userId="01a137d4-0d81-46e0-aca6-c9185b391828" providerId="ADAL" clId="{812CCF7A-788B-4227-A920-48EDF3D1C151}" dt="2026-10-13T10:41:44.363" v="560" actId="478"/>
          <ac:cxnSpMkLst>
            <pc:docMk/>
            <pc:sldMk cId="3706069344" sldId="4802"/>
            <ac:cxnSpMk id="23" creationId="{24F175D3-87CA-4B8C-AB35-D0554066B6F8}"/>
          </ac:cxnSpMkLst>
        </pc:cxnChg>
        <pc:cxnChg chg="del">
          <ac:chgData name="Minh Huynh" userId="01a137d4-0d81-46e0-aca6-c9185b391828" providerId="ADAL" clId="{812CCF7A-788B-4227-A920-48EDF3D1C151}" dt="2026-10-13T10:41:44.363" v="560" actId="478"/>
          <ac:cxnSpMkLst>
            <pc:docMk/>
            <pc:sldMk cId="3706069344" sldId="4802"/>
            <ac:cxnSpMk id="24" creationId="{986DFB84-909E-40B8-AE11-4F1DD7215B43}"/>
          </ac:cxnSpMkLst>
        </pc:cxnChg>
        <pc:cxnChg chg="del">
          <ac:chgData name="Minh Huynh" userId="01a137d4-0d81-46e0-aca6-c9185b391828" providerId="ADAL" clId="{812CCF7A-788B-4227-A920-48EDF3D1C151}" dt="2026-10-13T10:41:44.363" v="560" actId="478"/>
          <ac:cxnSpMkLst>
            <pc:docMk/>
            <pc:sldMk cId="3706069344" sldId="4802"/>
            <ac:cxnSpMk id="25" creationId="{B3778FCC-5B3B-402E-8980-AC493C951F1C}"/>
          </ac:cxnSpMkLst>
        </pc:cxnChg>
        <pc:cxnChg chg="del">
          <ac:chgData name="Minh Huynh" userId="01a137d4-0d81-46e0-aca6-c9185b391828" providerId="ADAL" clId="{812CCF7A-788B-4227-A920-48EDF3D1C151}" dt="2026-10-13T10:41:44.363" v="560" actId="478"/>
          <ac:cxnSpMkLst>
            <pc:docMk/>
            <pc:sldMk cId="3706069344" sldId="4802"/>
            <ac:cxnSpMk id="26" creationId="{CFB03665-057D-46C9-B6E9-5467AEA78AE1}"/>
          </ac:cxnSpMkLst>
        </pc:cxnChg>
        <pc:cxnChg chg="del">
          <ac:chgData name="Minh Huynh" userId="01a137d4-0d81-46e0-aca6-c9185b391828" providerId="ADAL" clId="{812CCF7A-788B-4227-A920-48EDF3D1C151}" dt="2026-10-13T10:41:44.363" v="560" actId="478"/>
          <ac:cxnSpMkLst>
            <pc:docMk/>
            <pc:sldMk cId="3706069344" sldId="4802"/>
            <ac:cxnSpMk id="27" creationId="{4A9E8B99-BED2-4D26-8D51-F9456DD31406}"/>
          </ac:cxnSpMkLst>
        </pc:cxnChg>
        <pc:cxnChg chg="del">
          <ac:chgData name="Minh Huynh" userId="01a137d4-0d81-46e0-aca6-c9185b391828" providerId="ADAL" clId="{812CCF7A-788B-4227-A920-48EDF3D1C151}" dt="2026-10-13T10:41:44.363" v="560" actId="478"/>
          <ac:cxnSpMkLst>
            <pc:docMk/>
            <pc:sldMk cId="3706069344" sldId="4802"/>
            <ac:cxnSpMk id="28" creationId="{9CBF334D-1208-46F0-867B-3EB662DFAE11}"/>
          </ac:cxnSpMkLst>
        </pc:cxnChg>
        <pc:cxnChg chg="del">
          <ac:chgData name="Minh Huynh" userId="01a137d4-0d81-46e0-aca6-c9185b391828" providerId="ADAL" clId="{812CCF7A-788B-4227-A920-48EDF3D1C151}" dt="2026-10-13T10:41:44.363" v="560" actId="478"/>
          <ac:cxnSpMkLst>
            <pc:docMk/>
            <pc:sldMk cId="3706069344" sldId="4802"/>
            <ac:cxnSpMk id="29" creationId="{116C6B36-E693-406C-BB62-963F7F28B9DD}"/>
          </ac:cxnSpMkLst>
        </pc:cxnChg>
        <pc:cxnChg chg="del">
          <ac:chgData name="Minh Huynh" userId="01a137d4-0d81-46e0-aca6-c9185b391828" providerId="ADAL" clId="{812CCF7A-788B-4227-A920-48EDF3D1C151}" dt="2026-10-13T10:41:44.363" v="560" actId="478"/>
          <ac:cxnSpMkLst>
            <pc:docMk/>
            <pc:sldMk cId="3706069344" sldId="4802"/>
            <ac:cxnSpMk id="36" creationId="{62837DEE-DA5C-4D4B-816F-9BE88D95A656}"/>
          </ac:cxnSpMkLst>
        </pc:cxnChg>
        <pc:cxnChg chg="del">
          <ac:chgData name="Minh Huynh" userId="01a137d4-0d81-46e0-aca6-c9185b391828" providerId="ADAL" clId="{812CCF7A-788B-4227-A920-48EDF3D1C151}" dt="2026-10-13T10:41:44.363" v="560" actId="478"/>
          <ac:cxnSpMkLst>
            <pc:docMk/>
            <pc:sldMk cId="3706069344" sldId="4802"/>
            <ac:cxnSpMk id="37" creationId="{7A018315-D4FF-4BE8-85A4-60B520F12563}"/>
          </ac:cxnSpMkLst>
        </pc:cxnChg>
        <pc:cxnChg chg="del">
          <ac:chgData name="Minh Huynh" userId="01a137d4-0d81-46e0-aca6-c9185b391828" providerId="ADAL" clId="{812CCF7A-788B-4227-A920-48EDF3D1C151}" dt="2026-10-13T10:41:44.363" v="560" actId="478"/>
          <ac:cxnSpMkLst>
            <pc:docMk/>
            <pc:sldMk cId="3706069344" sldId="4802"/>
            <ac:cxnSpMk id="38" creationId="{F4FF8232-9C1F-4A7F-B057-5B63777EA921}"/>
          </ac:cxnSpMkLst>
        </pc:cxnChg>
        <pc:cxnChg chg="del">
          <ac:chgData name="Minh Huynh" userId="01a137d4-0d81-46e0-aca6-c9185b391828" providerId="ADAL" clId="{812CCF7A-788B-4227-A920-48EDF3D1C151}" dt="2026-10-13T10:41:44.363" v="560" actId="478"/>
          <ac:cxnSpMkLst>
            <pc:docMk/>
            <pc:sldMk cId="3706069344" sldId="4802"/>
            <ac:cxnSpMk id="39" creationId="{67AFB6AC-E805-46D0-9E3A-59474E3CEA55}"/>
          </ac:cxnSpMkLst>
        </pc:cxnChg>
        <pc:cxnChg chg="del">
          <ac:chgData name="Minh Huynh" userId="01a137d4-0d81-46e0-aca6-c9185b391828" providerId="ADAL" clId="{812CCF7A-788B-4227-A920-48EDF3D1C151}" dt="2026-10-13T10:41:44.363" v="560" actId="478"/>
          <ac:cxnSpMkLst>
            <pc:docMk/>
            <pc:sldMk cId="3706069344" sldId="4802"/>
            <ac:cxnSpMk id="40" creationId="{BDBEA395-03FA-41EE-A1F2-5DB44FBFEE3D}"/>
          </ac:cxnSpMkLst>
        </pc:cxnChg>
        <pc:cxnChg chg="del">
          <ac:chgData name="Minh Huynh" userId="01a137d4-0d81-46e0-aca6-c9185b391828" providerId="ADAL" clId="{812CCF7A-788B-4227-A920-48EDF3D1C151}" dt="2026-10-13T10:41:44.363" v="560" actId="478"/>
          <ac:cxnSpMkLst>
            <pc:docMk/>
            <pc:sldMk cId="3706069344" sldId="4802"/>
            <ac:cxnSpMk id="41" creationId="{2232882A-27D6-4C26-B822-59C3CD3582D5}"/>
          </ac:cxnSpMkLst>
        </pc:cxnChg>
        <pc:cxnChg chg="del">
          <ac:chgData name="Minh Huynh" userId="01a137d4-0d81-46e0-aca6-c9185b391828" providerId="ADAL" clId="{812CCF7A-788B-4227-A920-48EDF3D1C151}" dt="2026-10-13T10:41:44.363" v="560" actId="478"/>
          <ac:cxnSpMkLst>
            <pc:docMk/>
            <pc:sldMk cId="3706069344" sldId="4802"/>
            <ac:cxnSpMk id="42" creationId="{8111C66D-EBF3-481E-A654-BE8476EB1C25}"/>
          </ac:cxnSpMkLst>
        </pc:cxnChg>
        <pc:cxnChg chg="del">
          <ac:chgData name="Minh Huynh" userId="01a137d4-0d81-46e0-aca6-c9185b391828" providerId="ADAL" clId="{812CCF7A-788B-4227-A920-48EDF3D1C151}" dt="2026-10-13T10:41:44.363" v="560" actId="478"/>
          <ac:cxnSpMkLst>
            <pc:docMk/>
            <pc:sldMk cId="3706069344" sldId="4802"/>
            <ac:cxnSpMk id="43" creationId="{5757B23B-9E8C-4C58-AA1D-B8A802B1F8B9}"/>
          </ac:cxnSpMkLst>
        </pc:cxnChg>
        <pc:cxnChg chg="del">
          <ac:chgData name="Minh Huynh" userId="01a137d4-0d81-46e0-aca6-c9185b391828" providerId="ADAL" clId="{812CCF7A-788B-4227-A920-48EDF3D1C151}" dt="2026-10-13T10:41:44.363" v="560" actId="478"/>
          <ac:cxnSpMkLst>
            <pc:docMk/>
            <pc:sldMk cId="3706069344" sldId="4802"/>
            <ac:cxnSpMk id="44" creationId="{6C2385FD-78DB-4345-8425-9188D506DC0E}"/>
          </ac:cxnSpMkLst>
        </pc:cxnChg>
        <pc:cxnChg chg="add del mod">
          <ac:chgData name="Minh Huynh" userId="01a137d4-0d81-46e0-aca6-c9185b391828" providerId="ADAL" clId="{812CCF7A-788B-4227-A920-48EDF3D1C151}" dt="2026-10-13T10:42:38.635" v="627"/>
          <ac:cxnSpMkLst>
            <pc:docMk/>
            <pc:sldMk cId="3706069344" sldId="4802"/>
            <ac:cxnSpMk id="52" creationId="{CEB2E7EC-1603-44A3-AA68-3EDE8A44C738}"/>
          </ac:cxnSpMkLst>
        </pc:cxnChg>
        <pc:cxnChg chg="del">
          <ac:chgData name="Minh Huynh" userId="01a137d4-0d81-46e0-aca6-c9185b391828" providerId="ADAL" clId="{812CCF7A-788B-4227-A920-48EDF3D1C151}" dt="2026-10-13T10:41:44.363" v="560" actId="478"/>
          <ac:cxnSpMkLst>
            <pc:docMk/>
            <pc:sldMk cId="3706069344" sldId="4802"/>
            <ac:cxnSpMk id="53" creationId="{43340205-3DBD-455A-805E-2A7BD2E56C85}"/>
          </ac:cxnSpMkLst>
        </pc:cxnChg>
        <pc:cxnChg chg="del">
          <ac:chgData name="Minh Huynh" userId="01a137d4-0d81-46e0-aca6-c9185b391828" providerId="ADAL" clId="{812CCF7A-788B-4227-A920-48EDF3D1C151}" dt="2026-10-13T10:41:44.363" v="560" actId="478"/>
          <ac:cxnSpMkLst>
            <pc:docMk/>
            <pc:sldMk cId="3706069344" sldId="4802"/>
            <ac:cxnSpMk id="54" creationId="{BD8135F7-C739-4D6F-A433-54DAF8464FF3}"/>
          </ac:cxnSpMkLst>
        </pc:cxnChg>
        <pc:cxnChg chg="del">
          <ac:chgData name="Minh Huynh" userId="01a137d4-0d81-46e0-aca6-c9185b391828" providerId="ADAL" clId="{812CCF7A-788B-4227-A920-48EDF3D1C151}" dt="2026-10-13T10:41:44.363" v="560" actId="478"/>
          <ac:cxnSpMkLst>
            <pc:docMk/>
            <pc:sldMk cId="3706069344" sldId="4802"/>
            <ac:cxnSpMk id="57" creationId="{5909801D-DFFE-4009-9957-97DAD151B155}"/>
          </ac:cxnSpMkLst>
        </pc:cxnChg>
        <pc:cxnChg chg="del">
          <ac:chgData name="Minh Huynh" userId="01a137d4-0d81-46e0-aca6-c9185b391828" providerId="ADAL" clId="{812CCF7A-788B-4227-A920-48EDF3D1C151}" dt="2026-10-13T10:41:44.363" v="560" actId="478"/>
          <ac:cxnSpMkLst>
            <pc:docMk/>
            <pc:sldMk cId="3706069344" sldId="4802"/>
            <ac:cxnSpMk id="58" creationId="{55540DE5-3853-412C-AB52-A5E5594FF8C2}"/>
          </ac:cxnSpMkLst>
        </pc:cxnChg>
        <pc:cxnChg chg="add del mod">
          <ac:chgData name="Minh Huynh" userId="01a137d4-0d81-46e0-aca6-c9185b391828" providerId="ADAL" clId="{812CCF7A-788B-4227-A920-48EDF3D1C151}" dt="2026-10-13T10:42:38.635" v="627"/>
          <ac:cxnSpMkLst>
            <pc:docMk/>
            <pc:sldMk cId="3706069344" sldId="4802"/>
            <ac:cxnSpMk id="204" creationId="{25E38C54-7664-4609-AE02-F15F6881DFE4}"/>
          </ac:cxnSpMkLst>
        </pc:cxnChg>
      </pc:sldChg>
      <pc:sldChg chg="addSp delSp modSp add mod">
        <pc:chgData name="Minh Huynh" userId="01a137d4-0d81-46e0-aca6-c9185b391828" providerId="ADAL" clId="{812CCF7A-788B-4227-A920-48EDF3D1C151}" dt="2026-10-13T10:43:26.262" v="635"/>
        <pc:sldMkLst>
          <pc:docMk/>
          <pc:sldMk cId="3961048316" sldId="4813"/>
        </pc:sldMkLst>
        <pc:spChg chg="add mod">
          <ac:chgData name="Minh Huynh" userId="01a137d4-0d81-46e0-aca6-c9185b391828" providerId="ADAL" clId="{812CCF7A-788B-4227-A920-48EDF3D1C151}" dt="2026-10-13T10:43:26.262" v="635"/>
          <ac:spMkLst>
            <pc:docMk/>
            <pc:sldMk cId="3961048316" sldId="4813"/>
            <ac:spMk id="60" creationId="{F8A064F4-E073-4B0B-AEAA-8A52A038BA45}"/>
          </ac:spMkLst>
        </pc:spChg>
        <pc:spChg chg="del">
          <ac:chgData name="Minh Huynh" userId="01a137d4-0d81-46e0-aca6-c9185b391828" providerId="ADAL" clId="{812CCF7A-788B-4227-A920-48EDF3D1C151}" dt="2026-10-13T10:43:24.065" v="634" actId="478"/>
          <ac:spMkLst>
            <pc:docMk/>
            <pc:sldMk cId="3961048316" sldId="4813"/>
            <ac:spMk id="104" creationId="{1A1737B4-5C22-48C0-A017-BE9CFEF00550}"/>
          </ac:spMkLst>
        </pc:spChg>
        <pc:spChg chg="del">
          <ac:chgData name="Minh Huynh" userId="01a137d4-0d81-46e0-aca6-c9185b391828" providerId="ADAL" clId="{812CCF7A-788B-4227-A920-48EDF3D1C151}" dt="2026-10-13T10:43:23.083" v="633" actId="478"/>
          <ac:spMkLst>
            <pc:docMk/>
            <pc:sldMk cId="3961048316" sldId="4813"/>
            <ac:spMk id="215" creationId="{E679E44F-EC3C-4AA5-BE72-22C4668BD233}"/>
          </ac:spMkLst>
        </pc:spChg>
        <pc:spChg chg="del">
          <ac:chgData name="Minh Huynh" userId="01a137d4-0d81-46e0-aca6-c9185b391828" providerId="ADAL" clId="{812CCF7A-788B-4227-A920-48EDF3D1C151}" dt="2026-10-13T10:43:23.083" v="633" actId="478"/>
          <ac:spMkLst>
            <pc:docMk/>
            <pc:sldMk cId="3961048316" sldId="4813"/>
            <ac:spMk id="216" creationId="{C9E69370-A1E1-4934-A675-084BCBCAF085}"/>
          </ac:spMkLst>
        </pc:spChg>
        <pc:spChg chg="del">
          <ac:chgData name="Minh Huynh" userId="01a137d4-0d81-46e0-aca6-c9185b391828" providerId="ADAL" clId="{812CCF7A-788B-4227-A920-48EDF3D1C151}" dt="2026-10-13T10:43:23.083" v="633" actId="478"/>
          <ac:spMkLst>
            <pc:docMk/>
            <pc:sldMk cId="3961048316" sldId="4813"/>
            <ac:spMk id="217" creationId="{169DA4F9-760C-4D0B-B345-6B65D73D090D}"/>
          </ac:spMkLst>
        </pc:spChg>
        <pc:spChg chg="del">
          <ac:chgData name="Minh Huynh" userId="01a137d4-0d81-46e0-aca6-c9185b391828" providerId="ADAL" clId="{812CCF7A-788B-4227-A920-48EDF3D1C151}" dt="2026-10-13T10:43:23.083" v="633" actId="478"/>
          <ac:spMkLst>
            <pc:docMk/>
            <pc:sldMk cId="3961048316" sldId="4813"/>
            <ac:spMk id="218" creationId="{2152FEE7-E433-4F20-9BF8-EA90D32354EE}"/>
          </ac:spMkLst>
        </pc:spChg>
        <pc:spChg chg="del">
          <ac:chgData name="Minh Huynh" userId="01a137d4-0d81-46e0-aca6-c9185b391828" providerId="ADAL" clId="{812CCF7A-788B-4227-A920-48EDF3D1C151}" dt="2026-10-13T10:43:23.083" v="633" actId="478"/>
          <ac:spMkLst>
            <pc:docMk/>
            <pc:sldMk cId="3961048316" sldId="4813"/>
            <ac:spMk id="219" creationId="{BB70F05D-586C-432E-818C-510C1A70B0A8}"/>
          </ac:spMkLst>
        </pc:spChg>
        <pc:spChg chg="del">
          <ac:chgData name="Minh Huynh" userId="01a137d4-0d81-46e0-aca6-c9185b391828" providerId="ADAL" clId="{812CCF7A-788B-4227-A920-48EDF3D1C151}" dt="2026-10-13T10:43:23.083" v="633" actId="478"/>
          <ac:spMkLst>
            <pc:docMk/>
            <pc:sldMk cId="3961048316" sldId="4813"/>
            <ac:spMk id="220" creationId="{4BA2381D-C7EA-4D04-9660-EB17663D4E34}"/>
          </ac:spMkLst>
        </pc:spChg>
        <pc:spChg chg="del">
          <ac:chgData name="Minh Huynh" userId="01a137d4-0d81-46e0-aca6-c9185b391828" providerId="ADAL" clId="{812CCF7A-788B-4227-A920-48EDF3D1C151}" dt="2026-10-13T10:43:23.083" v="633" actId="478"/>
          <ac:spMkLst>
            <pc:docMk/>
            <pc:sldMk cId="3961048316" sldId="4813"/>
            <ac:spMk id="221" creationId="{A682FD9C-C437-4F4D-A0C7-2C2A1C00510A}"/>
          </ac:spMkLst>
        </pc:spChg>
        <pc:spChg chg="del">
          <ac:chgData name="Minh Huynh" userId="01a137d4-0d81-46e0-aca6-c9185b391828" providerId="ADAL" clId="{812CCF7A-788B-4227-A920-48EDF3D1C151}" dt="2026-10-13T10:43:23.083" v="633" actId="478"/>
          <ac:spMkLst>
            <pc:docMk/>
            <pc:sldMk cId="3961048316" sldId="4813"/>
            <ac:spMk id="222" creationId="{A102D8FA-33B7-4B65-B2AB-87BBB135B50B}"/>
          </ac:spMkLst>
        </pc:spChg>
      </pc:sldChg>
      <pc:sldChg chg="addSp delSp modSp add mod">
        <pc:chgData name="Minh Huynh" userId="01a137d4-0d81-46e0-aca6-c9185b391828" providerId="ADAL" clId="{812CCF7A-788B-4227-A920-48EDF3D1C151}" dt="2026-10-13T10:44:13.027" v="656" actId="1076"/>
        <pc:sldMkLst>
          <pc:docMk/>
          <pc:sldMk cId="993633514" sldId="4814"/>
        </pc:sldMkLst>
        <pc:spChg chg="add mod">
          <ac:chgData name="Minh Huynh" userId="01a137d4-0d81-46e0-aca6-c9185b391828" providerId="ADAL" clId="{812CCF7A-788B-4227-A920-48EDF3D1C151}" dt="2026-10-13T10:43:46.914" v="639"/>
          <ac:spMkLst>
            <pc:docMk/>
            <pc:sldMk cId="993633514" sldId="4814"/>
            <ac:spMk id="54" creationId="{9AD6A4CC-856E-4DB5-8266-7BCAD8E89E62}"/>
          </ac:spMkLst>
        </pc:spChg>
        <pc:spChg chg="add mod">
          <ac:chgData name="Minh Huynh" userId="01a137d4-0d81-46e0-aca6-c9185b391828" providerId="ADAL" clId="{812CCF7A-788B-4227-A920-48EDF3D1C151}" dt="2026-10-13T10:43:46.914" v="639"/>
          <ac:spMkLst>
            <pc:docMk/>
            <pc:sldMk cId="993633514" sldId="4814"/>
            <ac:spMk id="56" creationId="{4906B376-A927-4C25-AB41-E9ED71AD5C83}"/>
          </ac:spMkLst>
        </pc:spChg>
        <pc:spChg chg="add mod">
          <ac:chgData name="Minh Huynh" userId="01a137d4-0d81-46e0-aca6-c9185b391828" providerId="ADAL" clId="{812CCF7A-788B-4227-A920-48EDF3D1C151}" dt="2026-10-13T10:43:46.914" v="639"/>
          <ac:spMkLst>
            <pc:docMk/>
            <pc:sldMk cId="993633514" sldId="4814"/>
            <ac:spMk id="58" creationId="{78D68C79-5E4F-4DD2-A830-BF04624B27F3}"/>
          </ac:spMkLst>
        </pc:spChg>
        <pc:spChg chg="mod">
          <ac:chgData name="Minh Huynh" userId="01a137d4-0d81-46e0-aca6-c9185b391828" providerId="ADAL" clId="{812CCF7A-788B-4227-A920-48EDF3D1C151}" dt="2026-10-13T10:43:57.174" v="653" actId="20577"/>
          <ac:spMkLst>
            <pc:docMk/>
            <pc:sldMk cId="993633514" sldId="4814"/>
            <ac:spMk id="60" creationId="{F8A064F4-E073-4B0B-AEAA-8A52A038BA45}"/>
          </ac:spMkLst>
        </pc:spChg>
        <pc:spChg chg="add mod">
          <ac:chgData name="Minh Huynh" userId="01a137d4-0d81-46e0-aca6-c9185b391828" providerId="ADAL" clId="{812CCF7A-788B-4227-A920-48EDF3D1C151}" dt="2026-10-13T10:44:13.027" v="656" actId="1076"/>
          <ac:spMkLst>
            <pc:docMk/>
            <pc:sldMk cId="993633514" sldId="4814"/>
            <ac:spMk id="62" creationId="{30882BDD-5D9C-420E-90CE-68F22177EC86}"/>
          </ac:spMkLst>
        </pc:spChg>
        <pc:spChg chg="del">
          <ac:chgData name="Minh Huynh" userId="01a137d4-0d81-46e0-aca6-c9185b391828" providerId="ADAL" clId="{812CCF7A-788B-4227-A920-48EDF3D1C151}" dt="2026-10-13T10:43:31.369" v="638" actId="478"/>
          <ac:spMkLst>
            <pc:docMk/>
            <pc:sldMk cId="993633514" sldId="4814"/>
            <ac:spMk id="193" creationId="{4EF2CC1A-801E-4C0A-A608-08426FF60E54}"/>
          </ac:spMkLst>
        </pc:spChg>
        <pc:spChg chg="del">
          <ac:chgData name="Minh Huynh" userId="01a137d4-0d81-46e0-aca6-c9185b391828" providerId="ADAL" clId="{812CCF7A-788B-4227-A920-48EDF3D1C151}" dt="2026-10-13T10:43:31.369" v="638" actId="478"/>
          <ac:spMkLst>
            <pc:docMk/>
            <pc:sldMk cId="993633514" sldId="4814"/>
            <ac:spMk id="194" creationId="{BBA227B9-459F-4108-BA39-7EDA4470F20B}"/>
          </ac:spMkLst>
        </pc:spChg>
        <pc:spChg chg="del">
          <ac:chgData name="Minh Huynh" userId="01a137d4-0d81-46e0-aca6-c9185b391828" providerId="ADAL" clId="{812CCF7A-788B-4227-A920-48EDF3D1C151}" dt="2026-10-13T10:43:31.369" v="638" actId="478"/>
          <ac:spMkLst>
            <pc:docMk/>
            <pc:sldMk cId="993633514" sldId="4814"/>
            <ac:spMk id="195" creationId="{5FD8892F-AE40-46E7-8091-377BD9203D7B}"/>
          </ac:spMkLst>
        </pc:spChg>
        <pc:spChg chg="del">
          <ac:chgData name="Minh Huynh" userId="01a137d4-0d81-46e0-aca6-c9185b391828" providerId="ADAL" clId="{812CCF7A-788B-4227-A920-48EDF3D1C151}" dt="2026-10-13T10:43:31.369" v="638" actId="478"/>
          <ac:spMkLst>
            <pc:docMk/>
            <pc:sldMk cId="993633514" sldId="4814"/>
            <ac:spMk id="198" creationId="{309FF030-77CE-4D0A-9D5C-25FB37F19E44}"/>
          </ac:spMkLst>
        </pc:spChg>
        <pc:spChg chg="del">
          <ac:chgData name="Minh Huynh" userId="01a137d4-0d81-46e0-aca6-c9185b391828" providerId="ADAL" clId="{812CCF7A-788B-4227-A920-48EDF3D1C151}" dt="2026-10-13T10:43:31.369" v="638" actId="478"/>
          <ac:spMkLst>
            <pc:docMk/>
            <pc:sldMk cId="993633514" sldId="4814"/>
            <ac:spMk id="199" creationId="{7F49A5FF-8BD0-408E-A871-D687E8FAD9C6}"/>
          </ac:spMkLst>
        </pc:spChg>
        <pc:spChg chg="del">
          <ac:chgData name="Minh Huynh" userId="01a137d4-0d81-46e0-aca6-c9185b391828" providerId="ADAL" clId="{812CCF7A-788B-4227-A920-48EDF3D1C151}" dt="2026-10-13T10:43:31.369" v="638" actId="478"/>
          <ac:spMkLst>
            <pc:docMk/>
            <pc:sldMk cId="993633514" sldId="4814"/>
            <ac:spMk id="200" creationId="{A0E136C3-DC41-4D6E-89A9-C19488C8D276}"/>
          </ac:spMkLst>
        </pc:spChg>
        <pc:spChg chg="del">
          <ac:chgData name="Minh Huynh" userId="01a137d4-0d81-46e0-aca6-c9185b391828" providerId="ADAL" clId="{812CCF7A-788B-4227-A920-48EDF3D1C151}" dt="2026-10-13T10:43:31.369" v="638" actId="478"/>
          <ac:spMkLst>
            <pc:docMk/>
            <pc:sldMk cId="993633514" sldId="4814"/>
            <ac:spMk id="201" creationId="{D9BF5287-C238-4A2C-A97D-21F59C00B709}"/>
          </ac:spMkLst>
        </pc:spChg>
        <pc:spChg chg="del">
          <ac:chgData name="Minh Huynh" userId="01a137d4-0d81-46e0-aca6-c9185b391828" providerId="ADAL" clId="{812CCF7A-788B-4227-A920-48EDF3D1C151}" dt="2026-10-13T10:43:31.369" v="638" actId="478"/>
          <ac:spMkLst>
            <pc:docMk/>
            <pc:sldMk cId="993633514" sldId="4814"/>
            <ac:spMk id="204" creationId="{582A91A7-476D-48E7-AE32-65A18113DAEE}"/>
          </ac:spMkLst>
        </pc:spChg>
        <pc:spChg chg="del">
          <ac:chgData name="Minh Huynh" userId="01a137d4-0d81-46e0-aca6-c9185b391828" providerId="ADAL" clId="{812CCF7A-788B-4227-A920-48EDF3D1C151}" dt="2026-10-13T10:43:31.369" v="638" actId="478"/>
          <ac:spMkLst>
            <pc:docMk/>
            <pc:sldMk cId="993633514" sldId="4814"/>
            <ac:spMk id="205" creationId="{7024A900-62F2-4670-A411-E97243603144}"/>
          </ac:spMkLst>
        </pc:spChg>
        <pc:spChg chg="del">
          <ac:chgData name="Minh Huynh" userId="01a137d4-0d81-46e0-aca6-c9185b391828" providerId="ADAL" clId="{812CCF7A-788B-4227-A920-48EDF3D1C151}" dt="2026-10-13T10:43:31.369" v="638" actId="478"/>
          <ac:spMkLst>
            <pc:docMk/>
            <pc:sldMk cId="993633514" sldId="4814"/>
            <ac:spMk id="212" creationId="{9A3F8D1A-2C8F-412E-9638-A26F4F5A4240}"/>
          </ac:spMkLst>
        </pc:spChg>
        <pc:spChg chg="del">
          <ac:chgData name="Minh Huynh" userId="01a137d4-0d81-46e0-aca6-c9185b391828" providerId="ADAL" clId="{812CCF7A-788B-4227-A920-48EDF3D1C151}" dt="2026-10-13T10:43:31.369" v="638" actId="478"/>
          <ac:spMkLst>
            <pc:docMk/>
            <pc:sldMk cId="993633514" sldId="4814"/>
            <ac:spMk id="213" creationId="{AFE2BB87-5EDF-4815-BEBF-37C2640D34C2}"/>
          </ac:spMkLst>
        </pc:spChg>
        <pc:spChg chg="del mod">
          <ac:chgData name="Minh Huynh" userId="01a137d4-0d81-46e0-aca6-c9185b391828" providerId="ADAL" clId="{812CCF7A-788B-4227-A920-48EDF3D1C151}" dt="2026-10-13T10:43:31.369" v="638" actId="478"/>
          <ac:spMkLst>
            <pc:docMk/>
            <pc:sldMk cId="993633514" sldId="4814"/>
            <ac:spMk id="214" creationId="{75AD82F7-C36E-44C6-86BC-F37BBFD74F1B}"/>
          </ac:spMkLst>
        </pc:spChg>
        <pc:picChg chg="add mod">
          <ac:chgData name="Minh Huynh" userId="01a137d4-0d81-46e0-aca6-c9185b391828" providerId="ADAL" clId="{812CCF7A-788B-4227-A920-48EDF3D1C151}" dt="2026-10-13T10:43:46.914" v="639"/>
          <ac:picMkLst>
            <pc:docMk/>
            <pc:sldMk cId="993633514" sldId="4814"/>
            <ac:picMk id="52" creationId="{5B138590-4773-4DD0-8B3F-815EB1951147}"/>
          </ac:picMkLst>
        </pc:picChg>
        <pc:picChg chg="add mod">
          <ac:chgData name="Minh Huynh" userId="01a137d4-0d81-46e0-aca6-c9185b391828" providerId="ADAL" clId="{812CCF7A-788B-4227-A920-48EDF3D1C151}" dt="2026-10-13T10:43:46.914" v="639"/>
          <ac:picMkLst>
            <pc:docMk/>
            <pc:sldMk cId="993633514" sldId="4814"/>
            <ac:picMk id="57" creationId="{93A65CC8-929C-4548-BA1B-62732C13FE44}"/>
          </ac:picMkLst>
        </pc:picChg>
        <pc:picChg chg="del">
          <ac:chgData name="Minh Huynh" userId="01a137d4-0d81-46e0-aca6-c9185b391828" providerId="ADAL" clId="{812CCF7A-788B-4227-A920-48EDF3D1C151}" dt="2026-10-13T10:43:31.369" v="638" actId="478"/>
          <ac:picMkLst>
            <pc:docMk/>
            <pc:sldMk cId="993633514" sldId="4814"/>
            <ac:picMk id="171" creationId="{ED47B042-1E96-4426-8D3B-9C63AE767F4A}"/>
          </ac:picMkLst>
        </pc:picChg>
        <pc:picChg chg="del">
          <ac:chgData name="Minh Huynh" userId="01a137d4-0d81-46e0-aca6-c9185b391828" providerId="ADAL" clId="{812CCF7A-788B-4227-A920-48EDF3D1C151}" dt="2026-10-13T10:43:31.369" v="638" actId="478"/>
          <ac:picMkLst>
            <pc:docMk/>
            <pc:sldMk cId="993633514" sldId="4814"/>
            <ac:picMk id="180" creationId="{C88FF5A3-9FF5-49B3-B10C-798B253AD942}"/>
          </ac:picMkLst>
        </pc:picChg>
        <pc:picChg chg="del">
          <ac:chgData name="Minh Huynh" userId="01a137d4-0d81-46e0-aca6-c9185b391828" providerId="ADAL" clId="{812CCF7A-788B-4227-A920-48EDF3D1C151}" dt="2026-10-13T10:43:31.369" v="638" actId="478"/>
          <ac:picMkLst>
            <pc:docMk/>
            <pc:sldMk cId="993633514" sldId="4814"/>
            <ac:picMk id="189" creationId="{B6E74D3E-C5DB-4592-8054-0849F0580F4D}"/>
          </ac:picMkLst>
        </pc:picChg>
        <pc:picChg chg="del">
          <ac:chgData name="Minh Huynh" userId="01a137d4-0d81-46e0-aca6-c9185b391828" providerId="ADAL" clId="{812CCF7A-788B-4227-A920-48EDF3D1C151}" dt="2026-10-13T10:43:31.369" v="638" actId="478"/>
          <ac:picMkLst>
            <pc:docMk/>
            <pc:sldMk cId="993633514" sldId="4814"/>
            <ac:picMk id="208" creationId="{27246CBE-8D51-47E6-8973-FBD4A62E8F4E}"/>
          </ac:picMkLst>
        </pc:picChg>
        <pc:cxnChg chg="add mod">
          <ac:chgData name="Minh Huynh" userId="01a137d4-0d81-46e0-aca6-c9185b391828" providerId="ADAL" clId="{812CCF7A-788B-4227-A920-48EDF3D1C151}" dt="2026-10-13T10:43:46.914" v="639"/>
          <ac:cxnSpMkLst>
            <pc:docMk/>
            <pc:sldMk cId="993633514" sldId="4814"/>
            <ac:cxnSpMk id="53" creationId="{EA2BB7C7-C17E-4ABB-871E-DF09215398F2}"/>
          </ac:cxnSpMkLst>
        </pc:cxnChg>
        <pc:cxnChg chg="add mod">
          <ac:chgData name="Minh Huynh" userId="01a137d4-0d81-46e0-aca6-c9185b391828" providerId="ADAL" clId="{812CCF7A-788B-4227-A920-48EDF3D1C151}" dt="2026-10-13T10:43:46.914" v="639"/>
          <ac:cxnSpMkLst>
            <pc:docMk/>
            <pc:sldMk cId="993633514" sldId="4814"/>
            <ac:cxnSpMk id="55" creationId="{5B101C5F-7E02-4452-BAE6-2EE785325222}"/>
          </ac:cxnSpMkLst>
        </pc:cxnChg>
        <pc:cxnChg chg="add mod">
          <ac:chgData name="Minh Huynh" userId="01a137d4-0d81-46e0-aca6-c9185b391828" providerId="ADAL" clId="{812CCF7A-788B-4227-A920-48EDF3D1C151}" dt="2026-10-13T10:43:46.914" v="639"/>
          <ac:cxnSpMkLst>
            <pc:docMk/>
            <pc:sldMk cId="993633514" sldId="4814"/>
            <ac:cxnSpMk id="59" creationId="{67F841F8-0A66-4050-A714-ADE400DA9CB0}"/>
          </ac:cxnSpMkLst>
        </pc:cxnChg>
        <pc:cxnChg chg="add mod">
          <ac:chgData name="Minh Huynh" userId="01a137d4-0d81-46e0-aca6-c9185b391828" providerId="ADAL" clId="{812CCF7A-788B-4227-A920-48EDF3D1C151}" dt="2026-10-13T10:43:46.914" v="639"/>
          <ac:cxnSpMkLst>
            <pc:docMk/>
            <pc:sldMk cId="993633514" sldId="4814"/>
            <ac:cxnSpMk id="61" creationId="{6B0BC018-5E9A-475E-A2AA-5E076D3F7142}"/>
          </ac:cxnSpMkLst>
        </pc:cxnChg>
        <pc:cxnChg chg="del">
          <ac:chgData name="Minh Huynh" userId="01a137d4-0d81-46e0-aca6-c9185b391828" providerId="ADAL" clId="{812CCF7A-788B-4227-A920-48EDF3D1C151}" dt="2026-10-13T10:43:31.369" v="638" actId="478"/>
          <ac:cxnSpMkLst>
            <pc:docMk/>
            <pc:sldMk cId="993633514" sldId="4814"/>
            <ac:cxnSpMk id="163" creationId="{D92FC8C5-7759-4FDA-A681-B967509AE197}"/>
          </ac:cxnSpMkLst>
        </pc:cxnChg>
        <pc:cxnChg chg="del">
          <ac:chgData name="Minh Huynh" userId="01a137d4-0d81-46e0-aca6-c9185b391828" providerId="ADAL" clId="{812CCF7A-788B-4227-A920-48EDF3D1C151}" dt="2026-10-13T10:43:31.369" v="638" actId="478"/>
          <ac:cxnSpMkLst>
            <pc:docMk/>
            <pc:sldMk cId="993633514" sldId="4814"/>
            <ac:cxnSpMk id="165" creationId="{32BBD9E3-203C-4F60-AACE-7D8A6B080CFF}"/>
          </ac:cxnSpMkLst>
        </pc:cxnChg>
        <pc:cxnChg chg="del">
          <ac:chgData name="Minh Huynh" userId="01a137d4-0d81-46e0-aca6-c9185b391828" providerId="ADAL" clId="{812CCF7A-788B-4227-A920-48EDF3D1C151}" dt="2026-10-13T10:43:31.369" v="638" actId="478"/>
          <ac:cxnSpMkLst>
            <pc:docMk/>
            <pc:sldMk cId="993633514" sldId="4814"/>
            <ac:cxnSpMk id="167" creationId="{06C878E2-28E2-4497-A525-71017733E457}"/>
          </ac:cxnSpMkLst>
        </pc:cxnChg>
        <pc:cxnChg chg="del">
          <ac:chgData name="Minh Huynh" userId="01a137d4-0d81-46e0-aca6-c9185b391828" providerId="ADAL" clId="{812CCF7A-788B-4227-A920-48EDF3D1C151}" dt="2026-10-13T10:43:31.369" v="638" actId="478"/>
          <ac:cxnSpMkLst>
            <pc:docMk/>
            <pc:sldMk cId="993633514" sldId="4814"/>
            <ac:cxnSpMk id="168" creationId="{6BF267D7-3B17-468E-AAC6-A1B416127C1F}"/>
          </ac:cxnSpMkLst>
        </pc:cxnChg>
        <pc:cxnChg chg="del">
          <ac:chgData name="Minh Huynh" userId="01a137d4-0d81-46e0-aca6-c9185b391828" providerId="ADAL" clId="{812CCF7A-788B-4227-A920-48EDF3D1C151}" dt="2026-10-13T10:43:31.369" v="638" actId="478"/>
          <ac:cxnSpMkLst>
            <pc:docMk/>
            <pc:sldMk cId="993633514" sldId="4814"/>
            <ac:cxnSpMk id="169" creationId="{04018FBE-7D8A-4CD6-A608-B972B68309B6}"/>
          </ac:cxnSpMkLst>
        </pc:cxnChg>
        <pc:cxnChg chg="del">
          <ac:chgData name="Minh Huynh" userId="01a137d4-0d81-46e0-aca6-c9185b391828" providerId="ADAL" clId="{812CCF7A-788B-4227-A920-48EDF3D1C151}" dt="2026-10-13T10:43:31.369" v="638" actId="478"/>
          <ac:cxnSpMkLst>
            <pc:docMk/>
            <pc:sldMk cId="993633514" sldId="4814"/>
            <ac:cxnSpMk id="172" creationId="{AB663A28-D36E-4EF5-859D-21C1111CBF15}"/>
          </ac:cxnSpMkLst>
        </pc:cxnChg>
        <pc:cxnChg chg="del">
          <ac:chgData name="Minh Huynh" userId="01a137d4-0d81-46e0-aca6-c9185b391828" providerId="ADAL" clId="{812CCF7A-788B-4227-A920-48EDF3D1C151}" dt="2026-10-13T10:43:31.369" v="638" actId="478"/>
          <ac:cxnSpMkLst>
            <pc:docMk/>
            <pc:sldMk cId="993633514" sldId="4814"/>
            <ac:cxnSpMk id="173" creationId="{DA54FDDD-C0B9-4475-A6E6-AA5908426F82}"/>
          </ac:cxnSpMkLst>
        </pc:cxnChg>
        <pc:cxnChg chg="del">
          <ac:chgData name="Minh Huynh" userId="01a137d4-0d81-46e0-aca6-c9185b391828" providerId="ADAL" clId="{812CCF7A-788B-4227-A920-48EDF3D1C151}" dt="2026-10-13T10:43:31.369" v="638" actId="478"/>
          <ac:cxnSpMkLst>
            <pc:docMk/>
            <pc:sldMk cId="993633514" sldId="4814"/>
            <ac:cxnSpMk id="174" creationId="{48C0A655-C62B-4BA9-92F3-EE8DB9FC4766}"/>
          </ac:cxnSpMkLst>
        </pc:cxnChg>
        <pc:cxnChg chg="del">
          <ac:chgData name="Minh Huynh" userId="01a137d4-0d81-46e0-aca6-c9185b391828" providerId="ADAL" clId="{812CCF7A-788B-4227-A920-48EDF3D1C151}" dt="2026-10-13T10:43:31.369" v="638" actId="478"/>
          <ac:cxnSpMkLst>
            <pc:docMk/>
            <pc:sldMk cId="993633514" sldId="4814"/>
            <ac:cxnSpMk id="175" creationId="{61FF8C48-9DE1-4BA8-8A0D-3DA249A96056}"/>
          </ac:cxnSpMkLst>
        </pc:cxnChg>
        <pc:cxnChg chg="del">
          <ac:chgData name="Minh Huynh" userId="01a137d4-0d81-46e0-aca6-c9185b391828" providerId="ADAL" clId="{812CCF7A-788B-4227-A920-48EDF3D1C151}" dt="2026-10-13T10:43:31.369" v="638" actId="478"/>
          <ac:cxnSpMkLst>
            <pc:docMk/>
            <pc:sldMk cId="993633514" sldId="4814"/>
            <ac:cxnSpMk id="176" creationId="{0EAD0717-ADBD-4EBC-8467-80F73DA82A49}"/>
          </ac:cxnSpMkLst>
        </pc:cxnChg>
        <pc:cxnChg chg="del">
          <ac:chgData name="Minh Huynh" userId="01a137d4-0d81-46e0-aca6-c9185b391828" providerId="ADAL" clId="{812CCF7A-788B-4227-A920-48EDF3D1C151}" dt="2026-10-13T10:43:31.369" v="638" actId="478"/>
          <ac:cxnSpMkLst>
            <pc:docMk/>
            <pc:sldMk cId="993633514" sldId="4814"/>
            <ac:cxnSpMk id="177" creationId="{DDCE0C36-BDA5-48F8-85B5-8CB2494EA256}"/>
          </ac:cxnSpMkLst>
        </pc:cxnChg>
        <pc:cxnChg chg="del">
          <ac:chgData name="Minh Huynh" userId="01a137d4-0d81-46e0-aca6-c9185b391828" providerId="ADAL" clId="{812CCF7A-788B-4227-A920-48EDF3D1C151}" dt="2026-10-13T10:43:31.369" v="638" actId="478"/>
          <ac:cxnSpMkLst>
            <pc:docMk/>
            <pc:sldMk cId="993633514" sldId="4814"/>
            <ac:cxnSpMk id="178" creationId="{5EA9CAC6-0BBF-469A-804C-23F21DD983B2}"/>
          </ac:cxnSpMkLst>
        </pc:cxnChg>
        <pc:cxnChg chg="del">
          <ac:chgData name="Minh Huynh" userId="01a137d4-0d81-46e0-aca6-c9185b391828" providerId="ADAL" clId="{812CCF7A-788B-4227-A920-48EDF3D1C151}" dt="2026-10-13T10:43:31.369" v="638" actId="478"/>
          <ac:cxnSpMkLst>
            <pc:docMk/>
            <pc:sldMk cId="993633514" sldId="4814"/>
            <ac:cxnSpMk id="179" creationId="{B5F9A1D7-1650-4E32-9471-4258B36F9C5C}"/>
          </ac:cxnSpMkLst>
        </pc:cxnChg>
        <pc:cxnChg chg="del">
          <ac:chgData name="Minh Huynh" userId="01a137d4-0d81-46e0-aca6-c9185b391828" providerId="ADAL" clId="{812CCF7A-788B-4227-A920-48EDF3D1C151}" dt="2026-10-13T10:43:31.369" v="638" actId="478"/>
          <ac:cxnSpMkLst>
            <pc:docMk/>
            <pc:sldMk cId="993633514" sldId="4814"/>
            <ac:cxnSpMk id="181" creationId="{5F8B99A2-F135-4796-86C8-9B8C608A1625}"/>
          </ac:cxnSpMkLst>
        </pc:cxnChg>
        <pc:cxnChg chg="del">
          <ac:chgData name="Minh Huynh" userId="01a137d4-0d81-46e0-aca6-c9185b391828" providerId="ADAL" clId="{812CCF7A-788B-4227-A920-48EDF3D1C151}" dt="2026-10-13T10:43:31.369" v="638" actId="478"/>
          <ac:cxnSpMkLst>
            <pc:docMk/>
            <pc:sldMk cId="993633514" sldId="4814"/>
            <ac:cxnSpMk id="182" creationId="{B62EA46D-C11A-4052-9EFC-81D3C8614AD6}"/>
          </ac:cxnSpMkLst>
        </pc:cxnChg>
        <pc:cxnChg chg="del">
          <ac:chgData name="Minh Huynh" userId="01a137d4-0d81-46e0-aca6-c9185b391828" providerId="ADAL" clId="{812CCF7A-788B-4227-A920-48EDF3D1C151}" dt="2026-10-13T10:43:31.369" v="638" actId="478"/>
          <ac:cxnSpMkLst>
            <pc:docMk/>
            <pc:sldMk cId="993633514" sldId="4814"/>
            <ac:cxnSpMk id="183" creationId="{8953B3DD-27A1-40C8-90AF-237C4127A2D5}"/>
          </ac:cxnSpMkLst>
        </pc:cxnChg>
        <pc:cxnChg chg="del">
          <ac:chgData name="Minh Huynh" userId="01a137d4-0d81-46e0-aca6-c9185b391828" providerId="ADAL" clId="{812CCF7A-788B-4227-A920-48EDF3D1C151}" dt="2026-10-13T10:43:31.369" v="638" actId="478"/>
          <ac:cxnSpMkLst>
            <pc:docMk/>
            <pc:sldMk cId="993633514" sldId="4814"/>
            <ac:cxnSpMk id="184" creationId="{AD8D913F-961F-4A64-8022-005229B789AF}"/>
          </ac:cxnSpMkLst>
        </pc:cxnChg>
        <pc:cxnChg chg="del">
          <ac:chgData name="Minh Huynh" userId="01a137d4-0d81-46e0-aca6-c9185b391828" providerId="ADAL" clId="{812CCF7A-788B-4227-A920-48EDF3D1C151}" dt="2026-10-13T10:43:31.369" v="638" actId="478"/>
          <ac:cxnSpMkLst>
            <pc:docMk/>
            <pc:sldMk cId="993633514" sldId="4814"/>
            <ac:cxnSpMk id="185" creationId="{C06104FB-E8EA-4AF0-8425-927F1409B832}"/>
          </ac:cxnSpMkLst>
        </pc:cxnChg>
        <pc:cxnChg chg="del">
          <ac:chgData name="Minh Huynh" userId="01a137d4-0d81-46e0-aca6-c9185b391828" providerId="ADAL" clId="{812CCF7A-788B-4227-A920-48EDF3D1C151}" dt="2026-10-13T10:43:31.369" v="638" actId="478"/>
          <ac:cxnSpMkLst>
            <pc:docMk/>
            <pc:sldMk cId="993633514" sldId="4814"/>
            <ac:cxnSpMk id="186" creationId="{A4A24293-7530-4AEC-B7BB-746751196C42}"/>
          </ac:cxnSpMkLst>
        </pc:cxnChg>
        <pc:cxnChg chg="del">
          <ac:chgData name="Minh Huynh" userId="01a137d4-0d81-46e0-aca6-c9185b391828" providerId="ADAL" clId="{812CCF7A-788B-4227-A920-48EDF3D1C151}" dt="2026-10-13T10:43:31.369" v="638" actId="478"/>
          <ac:cxnSpMkLst>
            <pc:docMk/>
            <pc:sldMk cId="993633514" sldId="4814"/>
            <ac:cxnSpMk id="187" creationId="{CF20D57B-0053-4D5F-861A-A3F0E03EB025}"/>
          </ac:cxnSpMkLst>
        </pc:cxnChg>
        <pc:cxnChg chg="del">
          <ac:chgData name="Minh Huynh" userId="01a137d4-0d81-46e0-aca6-c9185b391828" providerId="ADAL" clId="{812CCF7A-788B-4227-A920-48EDF3D1C151}" dt="2026-10-13T10:43:31.369" v="638" actId="478"/>
          <ac:cxnSpMkLst>
            <pc:docMk/>
            <pc:sldMk cId="993633514" sldId="4814"/>
            <ac:cxnSpMk id="188" creationId="{45F3E622-F3FC-4BA6-B8E8-2716C19C1CC1}"/>
          </ac:cxnSpMkLst>
        </pc:cxnChg>
        <pc:cxnChg chg="del">
          <ac:chgData name="Minh Huynh" userId="01a137d4-0d81-46e0-aca6-c9185b391828" providerId="ADAL" clId="{812CCF7A-788B-4227-A920-48EDF3D1C151}" dt="2026-10-13T10:43:31.369" v="638" actId="478"/>
          <ac:cxnSpMkLst>
            <pc:docMk/>
            <pc:sldMk cId="993633514" sldId="4814"/>
            <ac:cxnSpMk id="190" creationId="{3E9DBE3D-A533-4926-9404-FCE68F2963E7}"/>
          </ac:cxnSpMkLst>
        </pc:cxnChg>
        <pc:cxnChg chg="del">
          <ac:chgData name="Minh Huynh" userId="01a137d4-0d81-46e0-aca6-c9185b391828" providerId="ADAL" clId="{812CCF7A-788B-4227-A920-48EDF3D1C151}" dt="2026-10-13T10:43:31.369" v="638" actId="478"/>
          <ac:cxnSpMkLst>
            <pc:docMk/>
            <pc:sldMk cId="993633514" sldId="4814"/>
            <ac:cxnSpMk id="191" creationId="{1851177C-EDB7-4F46-8B2F-EA5624E5CAD2}"/>
          </ac:cxnSpMkLst>
        </pc:cxnChg>
        <pc:cxnChg chg="del">
          <ac:chgData name="Minh Huynh" userId="01a137d4-0d81-46e0-aca6-c9185b391828" providerId="ADAL" clId="{812CCF7A-788B-4227-A920-48EDF3D1C151}" dt="2026-10-13T10:43:31.369" v="638" actId="478"/>
          <ac:cxnSpMkLst>
            <pc:docMk/>
            <pc:sldMk cId="993633514" sldId="4814"/>
            <ac:cxnSpMk id="192" creationId="{86F41C2F-E1BD-464A-A788-1A9C07A6C80B}"/>
          </ac:cxnSpMkLst>
        </pc:cxnChg>
        <pc:cxnChg chg="del">
          <ac:chgData name="Minh Huynh" userId="01a137d4-0d81-46e0-aca6-c9185b391828" providerId="ADAL" clId="{812CCF7A-788B-4227-A920-48EDF3D1C151}" dt="2026-10-13T10:43:31.369" v="638" actId="478"/>
          <ac:cxnSpMkLst>
            <pc:docMk/>
            <pc:sldMk cId="993633514" sldId="4814"/>
            <ac:cxnSpMk id="196" creationId="{5369791C-56D3-4E33-ABB0-5688EB710222}"/>
          </ac:cxnSpMkLst>
        </pc:cxnChg>
        <pc:cxnChg chg="del">
          <ac:chgData name="Minh Huynh" userId="01a137d4-0d81-46e0-aca6-c9185b391828" providerId="ADAL" clId="{812CCF7A-788B-4227-A920-48EDF3D1C151}" dt="2026-10-13T10:43:31.369" v="638" actId="478"/>
          <ac:cxnSpMkLst>
            <pc:docMk/>
            <pc:sldMk cId="993633514" sldId="4814"/>
            <ac:cxnSpMk id="197" creationId="{4329289D-99F7-49B0-A719-CD40A7766A35}"/>
          </ac:cxnSpMkLst>
        </pc:cxnChg>
        <pc:cxnChg chg="del">
          <ac:chgData name="Minh Huynh" userId="01a137d4-0d81-46e0-aca6-c9185b391828" providerId="ADAL" clId="{812CCF7A-788B-4227-A920-48EDF3D1C151}" dt="2026-10-13T10:43:31.369" v="638" actId="478"/>
          <ac:cxnSpMkLst>
            <pc:docMk/>
            <pc:sldMk cId="993633514" sldId="4814"/>
            <ac:cxnSpMk id="202" creationId="{CB7E45F2-9C83-492C-8B24-D06A56B7BC85}"/>
          </ac:cxnSpMkLst>
        </pc:cxnChg>
        <pc:cxnChg chg="del">
          <ac:chgData name="Minh Huynh" userId="01a137d4-0d81-46e0-aca6-c9185b391828" providerId="ADAL" clId="{812CCF7A-788B-4227-A920-48EDF3D1C151}" dt="2026-10-13T10:43:31.369" v="638" actId="478"/>
          <ac:cxnSpMkLst>
            <pc:docMk/>
            <pc:sldMk cId="993633514" sldId="4814"/>
            <ac:cxnSpMk id="203" creationId="{FBA79E4C-9911-479C-9575-AC95C4F4A73E}"/>
          </ac:cxnSpMkLst>
        </pc:cxnChg>
        <pc:cxnChg chg="del">
          <ac:chgData name="Minh Huynh" userId="01a137d4-0d81-46e0-aca6-c9185b391828" providerId="ADAL" clId="{812CCF7A-788B-4227-A920-48EDF3D1C151}" dt="2026-10-13T10:43:31.369" v="638" actId="478"/>
          <ac:cxnSpMkLst>
            <pc:docMk/>
            <pc:sldMk cId="993633514" sldId="4814"/>
            <ac:cxnSpMk id="206" creationId="{5E687F8F-E372-4513-BD43-CF491D1669FF}"/>
          </ac:cxnSpMkLst>
        </pc:cxnChg>
        <pc:cxnChg chg="del">
          <ac:chgData name="Minh Huynh" userId="01a137d4-0d81-46e0-aca6-c9185b391828" providerId="ADAL" clId="{812CCF7A-788B-4227-A920-48EDF3D1C151}" dt="2026-10-13T10:43:31.369" v="638" actId="478"/>
          <ac:cxnSpMkLst>
            <pc:docMk/>
            <pc:sldMk cId="993633514" sldId="4814"/>
            <ac:cxnSpMk id="207" creationId="{453A4388-5DB6-4E65-87AD-D44967CD6B29}"/>
          </ac:cxnSpMkLst>
        </pc:cxnChg>
        <pc:cxnChg chg="del">
          <ac:chgData name="Minh Huynh" userId="01a137d4-0d81-46e0-aca6-c9185b391828" providerId="ADAL" clId="{812CCF7A-788B-4227-A920-48EDF3D1C151}" dt="2026-10-13T10:43:31.369" v="638" actId="478"/>
          <ac:cxnSpMkLst>
            <pc:docMk/>
            <pc:sldMk cId="993633514" sldId="4814"/>
            <ac:cxnSpMk id="209" creationId="{548151D5-D4E8-418F-A4B8-D4B1FCC5791F}"/>
          </ac:cxnSpMkLst>
        </pc:cxnChg>
        <pc:cxnChg chg="del">
          <ac:chgData name="Minh Huynh" userId="01a137d4-0d81-46e0-aca6-c9185b391828" providerId="ADAL" clId="{812CCF7A-788B-4227-A920-48EDF3D1C151}" dt="2026-10-13T10:43:31.369" v="638" actId="478"/>
          <ac:cxnSpMkLst>
            <pc:docMk/>
            <pc:sldMk cId="993633514" sldId="4814"/>
            <ac:cxnSpMk id="210" creationId="{63703471-0ADB-4CFC-88D1-31C5EA2BBC15}"/>
          </ac:cxnSpMkLst>
        </pc:cxnChg>
        <pc:cxnChg chg="del">
          <ac:chgData name="Minh Huynh" userId="01a137d4-0d81-46e0-aca6-c9185b391828" providerId="ADAL" clId="{812CCF7A-788B-4227-A920-48EDF3D1C151}" dt="2026-10-13T10:43:31.369" v="638" actId="478"/>
          <ac:cxnSpMkLst>
            <pc:docMk/>
            <pc:sldMk cId="993633514" sldId="4814"/>
            <ac:cxnSpMk id="211" creationId="{757129B3-51AA-4D3D-B6DC-F751B05F2C82}"/>
          </ac:cxnSpMkLst>
        </pc:cxnChg>
      </pc:sldChg>
      <pc:sldChg chg="addSp delSp modSp add mod">
        <pc:chgData name="Minh Huynh" userId="01a137d4-0d81-46e0-aca6-c9185b391828" providerId="ADAL" clId="{812CCF7A-788B-4227-A920-48EDF3D1C151}" dt="2026-10-13T10:44:36.810" v="661" actId="1076"/>
        <pc:sldMkLst>
          <pc:docMk/>
          <pc:sldMk cId="2679720689" sldId="4815"/>
        </pc:sldMkLst>
        <pc:spChg chg="add mod">
          <ac:chgData name="Minh Huynh" userId="01a137d4-0d81-46e0-aca6-c9185b391828" providerId="ADAL" clId="{812CCF7A-788B-4227-A920-48EDF3D1C151}" dt="2026-10-13T10:44:26.917" v="659"/>
          <ac:spMkLst>
            <pc:docMk/>
            <pc:sldMk cId="2679720689" sldId="4815"/>
            <ac:spMk id="15" creationId="{F6BF7A49-13A6-4945-98B3-E015CEBF08D9}"/>
          </ac:spMkLst>
        </pc:spChg>
        <pc:spChg chg="add mod">
          <ac:chgData name="Minh Huynh" userId="01a137d4-0d81-46e0-aca6-c9185b391828" providerId="ADAL" clId="{812CCF7A-788B-4227-A920-48EDF3D1C151}" dt="2026-10-13T10:44:26.917" v="659"/>
          <ac:spMkLst>
            <pc:docMk/>
            <pc:sldMk cId="2679720689" sldId="4815"/>
            <ac:spMk id="17" creationId="{99D4F3BA-C9EA-4416-9A1B-D18626D1DD5C}"/>
          </ac:spMkLst>
        </pc:spChg>
        <pc:spChg chg="add mod">
          <ac:chgData name="Minh Huynh" userId="01a137d4-0d81-46e0-aca6-c9185b391828" providerId="ADAL" clId="{812CCF7A-788B-4227-A920-48EDF3D1C151}" dt="2026-10-13T10:44:26.917" v="659"/>
          <ac:spMkLst>
            <pc:docMk/>
            <pc:sldMk cId="2679720689" sldId="4815"/>
            <ac:spMk id="19" creationId="{2C1965DE-9DC8-44F6-B4A8-A13C9A414024}"/>
          </ac:spMkLst>
        </pc:spChg>
        <pc:spChg chg="add mod">
          <ac:chgData name="Minh Huynh" userId="01a137d4-0d81-46e0-aca6-c9185b391828" providerId="ADAL" clId="{812CCF7A-788B-4227-A920-48EDF3D1C151}" dt="2026-10-13T10:44:26.917" v="659"/>
          <ac:spMkLst>
            <pc:docMk/>
            <pc:sldMk cId="2679720689" sldId="4815"/>
            <ac:spMk id="24" creationId="{C32665ED-842B-4767-B2B2-C3506EF06135}"/>
          </ac:spMkLst>
        </pc:spChg>
        <pc:spChg chg="add mod">
          <ac:chgData name="Minh Huynh" userId="01a137d4-0d81-46e0-aca6-c9185b391828" providerId="ADAL" clId="{812CCF7A-788B-4227-A920-48EDF3D1C151}" dt="2026-10-13T10:44:26.917" v="659"/>
          <ac:spMkLst>
            <pc:docMk/>
            <pc:sldMk cId="2679720689" sldId="4815"/>
            <ac:spMk id="26" creationId="{FBF810C5-6068-4BC7-B6B5-3F2A2EBBFDD0}"/>
          </ac:spMkLst>
        </pc:spChg>
        <pc:spChg chg="add mod">
          <ac:chgData name="Minh Huynh" userId="01a137d4-0d81-46e0-aca6-c9185b391828" providerId="ADAL" clId="{812CCF7A-788B-4227-A920-48EDF3D1C151}" dt="2026-10-13T10:44:36.810" v="661" actId="1076"/>
          <ac:spMkLst>
            <pc:docMk/>
            <pc:sldMk cId="2679720689" sldId="4815"/>
            <ac:spMk id="27" creationId="{7C79C35B-BF61-4381-A630-A9D1E6EC86FE}"/>
          </ac:spMkLst>
        </pc:spChg>
        <pc:spChg chg="del">
          <ac:chgData name="Minh Huynh" userId="01a137d4-0d81-46e0-aca6-c9185b391828" providerId="ADAL" clId="{812CCF7A-788B-4227-A920-48EDF3D1C151}" dt="2026-10-13T10:44:26.601" v="658" actId="478"/>
          <ac:spMkLst>
            <pc:docMk/>
            <pc:sldMk cId="2679720689" sldId="4815"/>
            <ac:spMk id="54" creationId="{9AD6A4CC-856E-4DB5-8266-7BCAD8E89E62}"/>
          </ac:spMkLst>
        </pc:spChg>
        <pc:spChg chg="del">
          <ac:chgData name="Minh Huynh" userId="01a137d4-0d81-46e0-aca6-c9185b391828" providerId="ADAL" clId="{812CCF7A-788B-4227-A920-48EDF3D1C151}" dt="2026-10-13T10:44:26.601" v="658" actId="478"/>
          <ac:spMkLst>
            <pc:docMk/>
            <pc:sldMk cId="2679720689" sldId="4815"/>
            <ac:spMk id="56" creationId="{4906B376-A927-4C25-AB41-E9ED71AD5C83}"/>
          </ac:spMkLst>
        </pc:spChg>
        <pc:spChg chg="del">
          <ac:chgData name="Minh Huynh" userId="01a137d4-0d81-46e0-aca6-c9185b391828" providerId="ADAL" clId="{812CCF7A-788B-4227-A920-48EDF3D1C151}" dt="2026-10-13T10:44:26.601" v="658" actId="478"/>
          <ac:spMkLst>
            <pc:docMk/>
            <pc:sldMk cId="2679720689" sldId="4815"/>
            <ac:spMk id="58" creationId="{78D68C79-5E4F-4DD2-A830-BF04624B27F3}"/>
          </ac:spMkLst>
        </pc:spChg>
        <pc:spChg chg="del">
          <ac:chgData name="Minh Huynh" userId="01a137d4-0d81-46e0-aca6-c9185b391828" providerId="ADAL" clId="{812CCF7A-788B-4227-A920-48EDF3D1C151}" dt="2026-10-13T10:44:26.601" v="658" actId="478"/>
          <ac:spMkLst>
            <pc:docMk/>
            <pc:sldMk cId="2679720689" sldId="4815"/>
            <ac:spMk id="62" creationId="{30882BDD-5D9C-420E-90CE-68F22177EC86}"/>
          </ac:spMkLst>
        </pc:spChg>
        <pc:picChg chg="add mod">
          <ac:chgData name="Minh Huynh" userId="01a137d4-0d81-46e0-aca6-c9185b391828" providerId="ADAL" clId="{812CCF7A-788B-4227-A920-48EDF3D1C151}" dt="2026-10-13T10:44:26.917" v="659"/>
          <ac:picMkLst>
            <pc:docMk/>
            <pc:sldMk cId="2679720689" sldId="4815"/>
            <ac:picMk id="13" creationId="{DDE08999-53AA-4C81-BC33-DE9F2BF06874}"/>
          </ac:picMkLst>
        </pc:picChg>
        <pc:picChg chg="add mod">
          <ac:chgData name="Minh Huynh" userId="01a137d4-0d81-46e0-aca6-c9185b391828" providerId="ADAL" clId="{812CCF7A-788B-4227-A920-48EDF3D1C151}" dt="2026-10-13T10:44:26.917" v="659"/>
          <ac:picMkLst>
            <pc:docMk/>
            <pc:sldMk cId="2679720689" sldId="4815"/>
            <ac:picMk id="18" creationId="{B534828D-A267-404C-BB53-94089372D47A}"/>
          </ac:picMkLst>
        </pc:picChg>
        <pc:picChg chg="add mod">
          <ac:chgData name="Minh Huynh" userId="01a137d4-0d81-46e0-aca6-c9185b391828" providerId="ADAL" clId="{812CCF7A-788B-4227-A920-48EDF3D1C151}" dt="2026-10-13T10:44:26.917" v="659"/>
          <ac:picMkLst>
            <pc:docMk/>
            <pc:sldMk cId="2679720689" sldId="4815"/>
            <ac:picMk id="22" creationId="{D58767C7-AE6C-453C-A3C7-BD62C428C92D}"/>
          </ac:picMkLst>
        </pc:picChg>
        <pc:picChg chg="del">
          <ac:chgData name="Minh Huynh" userId="01a137d4-0d81-46e0-aca6-c9185b391828" providerId="ADAL" clId="{812CCF7A-788B-4227-A920-48EDF3D1C151}" dt="2026-10-13T10:44:26.601" v="658" actId="478"/>
          <ac:picMkLst>
            <pc:docMk/>
            <pc:sldMk cId="2679720689" sldId="4815"/>
            <ac:picMk id="52" creationId="{5B138590-4773-4DD0-8B3F-815EB1951147}"/>
          </ac:picMkLst>
        </pc:picChg>
        <pc:picChg chg="del">
          <ac:chgData name="Minh Huynh" userId="01a137d4-0d81-46e0-aca6-c9185b391828" providerId="ADAL" clId="{812CCF7A-788B-4227-A920-48EDF3D1C151}" dt="2026-10-13T10:44:26.601" v="658" actId="478"/>
          <ac:picMkLst>
            <pc:docMk/>
            <pc:sldMk cId="2679720689" sldId="4815"/>
            <ac:picMk id="57" creationId="{93A65CC8-929C-4548-BA1B-62732C13FE44}"/>
          </ac:picMkLst>
        </pc:picChg>
        <pc:cxnChg chg="add mod">
          <ac:chgData name="Minh Huynh" userId="01a137d4-0d81-46e0-aca6-c9185b391828" providerId="ADAL" clId="{812CCF7A-788B-4227-A920-48EDF3D1C151}" dt="2026-10-13T10:44:26.917" v="659"/>
          <ac:cxnSpMkLst>
            <pc:docMk/>
            <pc:sldMk cId="2679720689" sldId="4815"/>
            <ac:cxnSpMk id="14" creationId="{E6316515-A7A0-41FA-A640-CD3029F39397}"/>
          </ac:cxnSpMkLst>
        </pc:cxnChg>
        <pc:cxnChg chg="add mod">
          <ac:chgData name="Minh Huynh" userId="01a137d4-0d81-46e0-aca6-c9185b391828" providerId="ADAL" clId="{812CCF7A-788B-4227-A920-48EDF3D1C151}" dt="2026-10-13T10:44:26.917" v="659"/>
          <ac:cxnSpMkLst>
            <pc:docMk/>
            <pc:sldMk cId="2679720689" sldId="4815"/>
            <ac:cxnSpMk id="16" creationId="{4E5DAEDE-51C2-4DA0-A180-B9D53C61AEF9}"/>
          </ac:cxnSpMkLst>
        </pc:cxnChg>
        <pc:cxnChg chg="add mod">
          <ac:chgData name="Minh Huynh" userId="01a137d4-0d81-46e0-aca6-c9185b391828" providerId="ADAL" clId="{812CCF7A-788B-4227-A920-48EDF3D1C151}" dt="2026-10-13T10:44:26.917" v="659"/>
          <ac:cxnSpMkLst>
            <pc:docMk/>
            <pc:sldMk cId="2679720689" sldId="4815"/>
            <ac:cxnSpMk id="20" creationId="{B2FC3A01-10F7-4246-85E7-AB38B9D941EB}"/>
          </ac:cxnSpMkLst>
        </pc:cxnChg>
        <pc:cxnChg chg="add mod">
          <ac:chgData name="Minh Huynh" userId="01a137d4-0d81-46e0-aca6-c9185b391828" providerId="ADAL" clId="{812CCF7A-788B-4227-A920-48EDF3D1C151}" dt="2026-10-13T10:44:26.917" v="659"/>
          <ac:cxnSpMkLst>
            <pc:docMk/>
            <pc:sldMk cId="2679720689" sldId="4815"/>
            <ac:cxnSpMk id="21" creationId="{8F0C1F0F-F4D2-4DA0-923B-339462FF4A11}"/>
          </ac:cxnSpMkLst>
        </pc:cxnChg>
        <pc:cxnChg chg="add mod">
          <ac:chgData name="Minh Huynh" userId="01a137d4-0d81-46e0-aca6-c9185b391828" providerId="ADAL" clId="{812CCF7A-788B-4227-A920-48EDF3D1C151}" dt="2026-10-13T10:44:26.917" v="659"/>
          <ac:cxnSpMkLst>
            <pc:docMk/>
            <pc:sldMk cId="2679720689" sldId="4815"/>
            <ac:cxnSpMk id="23" creationId="{562EE712-A3A5-48BB-A39B-B99DEC865C12}"/>
          </ac:cxnSpMkLst>
        </pc:cxnChg>
        <pc:cxnChg chg="add mod">
          <ac:chgData name="Minh Huynh" userId="01a137d4-0d81-46e0-aca6-c9185b391828" providerId="ADAL" clId="{812CCF7A-788B-4227-A920-48EDF3D1C151}" dt="2026-10-13T10:44:26.917" v="659"/>
          <ac:cxnSpMkLst>
            <pc:docMk/>
            <pc:sldMk cId="2679720689" sldId="4815"/>
            <ac:cxnSpMk id="25" creationId="{140A2C96-B242-4703-A471-F78024A29F70}"/>
          </ac:cxnSpMkLst>
        </pc:cxnChg>
        <pc:cxnChg chg="del">
          <ac:chgData name="Minh Huynh" userId="01a137d4-0d81-46e0-aca6-c9185b391828" providerId="ADAL" clId="{812CCF7A-788B-4227-A920-48EDF3D1C151}" dt="2026-10-13T10:44:26.601" v="658" actId="478"/>
          <ac:cxnSpMkLst>
            <pc:docMk/>
            <pc:sldMk cId="2679720689" sldId="4815"/>
            <ac:cxnSpMk id="53" creationId="{EA2BB7C7-C17E-4ABB-871E-DF09215398F2}"/>
          </ac:cxnSpMkLst>
        </pc:cxnChg>
        <pc:cxnChg chg="del">
          <ac:chgData name="Minh Huynh" userId="01a137d4-0d81-46e0-aca6-c9185b391828" providerId="ADAL" clId="{812CCF7A-788B-4227-A920-48EDF3D1C151}" dt="2026-10-13T10:44:26.601" v="658" actId="478"/>
          <ac:cxnSpMkLst>
            <pc:docMk/>
            <pc:sldMk cId="2679720689" sldId="4815"/>
            <ac:cxnSpMk id="55" creationId="{5B101C5F-7E02-4452-BAE6-2EE785325222}"/>
          </ac:cxnSpMkLst>
        </pc:cxnChg>
        <pc:cxnChg chg="del">
          <ac:chgData name="Minh Huynh" userId="01a137d4-0d81-46e0-aca6-c9185b391828" providerId="ADAL" clId="{812CCF7A-788B-4227-A920-48EDF3D1C151}" dt="2026-10-13T10:44:26.601" v="658" actId="478"/>
          <ac:cxnSpMkLst>
            <pc:docMk/>
            <pc:sldMk cId="2679720689" sldId="4815"/>
            <ac:cxnSpMk id="59" creationId="{67F841F8-0A66-4050-A714-ADE400DA9CB0}"/>
          </ac:cxnSpMkLst>
        </pc:cxnChg>
        <pc:cxnChg chg="del">
          <ac:chgData name="Minh Huynh" userId="01a137d4-0d81-46e0-aca6-c9185b391828" providerId="ADAL" clId="{812CCF7A-788B-4227-A920-48EDF3D1C151}" dt="2026-10-13T10:44:26.601" v="658" actId="478"/>
          <ac:cxnSpMkLst>
            <pc:docMk/>
            <pc:sldMk cId="2679720689" sldId="4815"/>
            <ac:cxnSpMk id="61" creationId="{6B0BC018-5E9A-475E-A2AA-5E076D3F7142}"/>
          </ac:cxnSpMkLst>
        </pc:cxnChg>
      </pc:sldChg>
      <pc:sldChg chg="add del">
        <pc:chgData name="Minh Huynh" userId="01a137d4-0d81-46e0-aca6-c9185b391828" providerId="ADAL" clId="{812CCF7A-788B-4227-A920-48EDF3D1C151}" dt="2026-10-13T10:44:00.776" v="654" actId="47"/>
        <pc:sldMkLst>
          <pc:docMk/>
          <pc:sldMk cId="3041242156" sldId="4815"/>
        </pc:sldMkLst>
      </pc:sldChg>
      <pc:sldChg chg="addSp delSp modSp add mod">
        <pc:chgData name="Minh Huynh" userId="01a137d4-0d81-46e0-aca6-c9185b391828" providerId="ADAL" clId="{812CCF7A-788B-4227-A920-48EDF3D1C151}" dt="2026-10-13T10:45:25.943" v="718" actId="20577"/>
        <pc:sldMkLst>
          <pc:docMk/>
          <pc:sldMk cId="1252230520" sldId="4833"/>
        </pc:sldMkLst>
        <pc:spChg chg="del">
          <ac:chgData name="Minh Huynh" userId="01a137d4-0d81-46e0-aca6-c9185b391828" providerId="ADAL" clId="{812CCF7A-788B-4227-A920-48EDF3D1C151}" dt="2026-10-13T10:45:05.465" v="663" actId="478"/>
          <ac:spMkLst>
            <pc:docMk/>
            <pc:sldMk cId="1252230520" sldId="4833"/>
            <ac:spMk id="8" creationId="{AECC146F-6891-4A45-BA31-84D4531FFB96}"/>
          </ac:spMkLst>
        </pc:spChg>
        <pc:spChg chg="del">
          <ac:chgData name="Minh Huynh" userId="01a137d4-0d81-46e0-aca6-c9185b391828" providerId="ADAL" clId="{812CCF7A-788B-4227-A920-48EDF3D1C151}" dt="2026-10-13T10:45:05.465" v="663" actId="478"/>
          <ac:spMkLst>
            <pc:docMk/>
            <pc:sldMk cId="1252230520" sldId="4833"/>
            <ac:spMk id="9" creationId="{908856B6-13F2-4B2E-9F15-77955B140C00}"/>
          </ac:spMkLst>
        </pc:spChg>
        <pc:spChg chg="del">
          <ac:chgData name="Minh Huynh" userId="01a137d4-0d81-46e0-aca6-c9185b391828" providerId="ADAL" clId="{812CCF7A-788B-4227-A920-48EDF3D1C151}" dt="2026-10-13T10:45:05.465" v="663" actId="478"/>
          <ac:spMkLst>
            <pc:docMk/>
            <pc:sldMk cId="1252230520" sldId="4833"/>
            <ac:spMk id="10" creationId="{1D876F89-6A2F-42D3-95E3-BF513D30B8AF}"/>
          </ac:spMkLst>
        </pc:spChg>
        <pc:spChg chg="del">
          <ac:chgData name="Minh Huynh" userId="01a137d4-0d81-46e0-aca6-c9185b391828" providerId="ADAL" clId="{812CCF7A-788B-4227-A920-48EDF3D1C151}" dt="2026-10-13T10:45:05.465" v="663" actId="478"/>
          <ac:spMkLst>
            <pc:docMk/>
            <pc:sldMk cId="1252230520" sldId="4833"/>
            <ac:spMk id="11" creationId="{B796E53F-A568-43C6-9ECE-46CFB38ACD16}"/>
          </ac:spMkLst>
        </pc:spChg>
        <pc:spChg chg="del">
          <ac:chgData name="Minh Huynh" userId="01a137d4-0d81-46e0-aca6-c9185b391828" providerId="ADAL" clId="{812CCF7A-788B-4227-A920-48EDF3D1C151}" dt="2026-10-13T10:45:05.465" v="663" actId="478"/>
          <ac:spMkLst>
            <pc:docMk/>
            <pc:sldMk cId="1252230520" sldId="4833"/>
            <ac:spMk id="12" creationId="{2E4FE738-C4A6-4940-8722-4B8F241CFBFA}"/>
          </ac:spMkLst>
        </pc:spChg>
        <pc:spChg chg="del">
          <ac:chgData name="Minh Huynh" userId="01a137d4-0d81-46e0-aca6-c9185b391828" providerId="ADAL" clId="{812CCF7A-788B-4227-A920-48EDF3D1C151}" dt="2026-10-13T10:45:05.465" v="663" actId="478"/>
          <ac:spMkLst>
            <pc:docMk/>
            <pc:sldMk cId="1252230520" sldId="4833"/>
            <ac:spMk id="13" creationId="{1F3E3E16-9B27-4B60-B8A1-2E88719FC479}"/>
          </ac:spMkLst>
        </pc:spChg>
        <pc:spChg chg="del">
          <ac:chgData name="Minh Huynh" userId="01a137d4-0d81-46e0-aca6-c9185b391828" providerId="ADAL" clId="{812CCF7A-788B-4227-A920-48EDF3D1C151}" dt="2026-10-13T10:45:05.465" v="663" actId="478"/>
          <ac:spMkLst>
            <pc:docMk/>
            <pc:sldMk cId="1252230520" sldId="4833"/>
            <ac:spMk id="14" creationId="{01CAC6CD-210E-4E3F-ACEE-BECAB57EF142}"/>
          </ac:spMkLst>
        </pc:spChg>
        <pc:spChg chg="del">
          <ac:chgData name="Minh Huynh" userId="01a137d4-0d81-46e0-aca6-c9185b391828" providerId="ADAL" clId="{812CCF7A-788B-4227-A920-48EDF3D1C151}" dt="2026-10-13T10:45:05.465" v="663" actId="478"/>
          <ac:spMkLst>
            <pc:docMk/>
            <pc:sldMk cId="1252230520" sldId="4833"/>
            <ac:spMk id="15" creationId="{D8124945-CE8A-4391-9323-01DB11774BC3}"/>
          </ac:spMkLst>
        </pc:spChg>
        <pc:spChg chg="add mod">
          <ac:chgData name="Minh Huynh" userId="01a137d4-0d81-46e0-aca6-c9185b391828" providerId="ADAL" clId="{812CCF7A-788B-4227-A920-48EDF3D1C151}" dt="2026-10-13T10:45:25.943" v="718" actId="20577"/>
          <ac:spMkLst>
            <pc:docMk/>
            <pc:sldMk cId="1252230520" sldId="4833"/>
            <ac:spMk id="16" creationId="{42748EB6-4DF4-4051-B580-A6B85471EB12}"/>
          </ac:spMkLst>
        </pc:spChg>
      </pc:sldChg>
      <pc:sldChg chg="addSp delSp modSp add mod">
        <pc:chgData name="Minh Huynh" userId="01a137d4-0d81-46e0-aca6-c9185b391828" providerId="ADAL" clId="{812CCF7A-788B-4227-A920-48EDF3D1C151}" dt="2026-10-13T10:46:20.690" v="758" actId="20577"/>
        <pc:sldMkLst>
          <pc:docMk/>
          <pc:sldMk cId="122048148" sldId="4834"/>
        </pc:sldMkLst>
        <pc:spChg chg="del">
          <ac:chgData name="Minh Huynh" userId="01a137d4-0d81-46e0-aca6-c9185b391828" providerId="ADAL" clId="{812CCF7A-788B-4227-A920-48EDF3D1C151}" dt="2026-10-13T10:45:45.563" v="740" actId="478"/>
          <ac:spMkLst>
            <pc:docMk/>
            <pc:sldMk cId="122048148" sldId="4834"/>
            <ac:spMk id="2" creationId="{6151E7B2-0A23-4B4B-A5C3-4DDE26F4F857}"/>
          </ac:spMkLst>
        </pc:spChg>
        <pc:spChg chg="add mod">
          <ac:chgData name="Minh Huynh" userId="01a137d4-0d81-46e0-aca6-c9185b391828" providerId="ADAL" clId="{812CCF7A-788B-4227-A920-48EDF3D1C151}" dt="2026-10-13T10:46:14.074" v="752" actId="14100"/>
          <ac:spMkLst>
            <pc:docMk/>
            <pc:sldMk cId="122048148" sldId="4834"/>
            <ac:spMk id="6" creationId="{403A7AD3-2BDE-4F31-BFA1-8AB3650F3468}"/>
          </ac:spMkLst>
        </pc:spChg>
        <pc:spChg chg="mod">
          <ac:chgData name="Minh Huynh" userId="01a137d4-0d81-46e0-aca6-c9185b391828" providerId="ADAL" clId="{812CCF7A-788B-4227-A920-48EDF3D1C151}" dt="2026-10-13T10:46:20.690" v="758" actId="20577"/>
          <ac:spMkLst>
            <pc:docMk/>
            <pc:sldMk cId="122048148" sldId="4834"/>
            <ac:spMk id="16" creationId="{42748EB6-4DF4-4051-B580-A6B85471EB12}"/>
          </ac:spMkLst>
        </pc:spChg>
        <pc:graphicFrameChg chg="add mod modGraphic">
          <ac:chgData name="Minh Huynh" userId="01a137d4-0d81-46e0-aca6-c9185b391828" providerId="ADAL" clId="{812CCF7A-788B-4227-A920-48EDF3D1C151}" dt="2026-10-13T10:46:17.241" v="753" actId="1076"/>
          <ac:graphicFrameMkLst>
            <pc:docMk/>
            <pc:sldMk cId="122048148" sldId="4834"/>
            <ac:graphicFrameMk id="5" creationId="{18CC9A46-FE68-4282-BA3E-9F63FBC2F891}"/>
          </ac:graphicFrameMkLst>
        </pc:graphicFrameChg>
        <pc:picChg chg="del">
          <ac:chgData name="Minh Huynh" userId="01a137d4-0d81-46e0-aca6-c9185b391828" providerId="ADAL" clId="{812CCF7A-788B-4227-A920-48EDF3D1C151}" dt="2026-10-13T10:45:45.563" v="740" actId="478"/>
          <ac:picMkLst>
            <pc:docMk/>
            <pc:sldMk cId="122048148" sldId="4834"/>
            <ac:picMk id="3" creationId="{ACD158A4-C352-4A3D-A91F-E403E22F05EC}"/>
          </ac:picMkLst>
        </pc:picChg>
      </pc:sldChg>
      <pc:sldChg chg="addSp delSp modSp add mod">
        <pc:chgData name="Minh Huynh" userId="01a137d4-0d81-46e0-aca6-c9185b391828" providerId="ADAL" clId="{812CCF7A-788B-4227-A920-48EDF3D1C151}" dt="2026-10-13T10:47:12.075" v="806" actId="1076"/>
        <pc:sldMkLst>
          <pc:docMk/>
          <pc:sldMk cId="3447723014" sldId="4835"/>
        </pc:sldMkLst>
        <pc:spChg chg="del">
          <ac:chgData name="Minh Huynh" userId="01a137d4-0d81-46e0-aca6-c9185b391828" providerId="ADAL" clId="{812CCF7A-788B-4227-A920-48EDF3D1C151}" dt="2026-10-13T10:46:45.494" v="760" actId="478"/>
          <ac:spMkLst>
            <pc:docMk/>
            <pc:sldMk cId="3447723014" sldId="4835"/>
            <ac:spMk id="6" creationId="{403A7AD3-2BDE-4F31-BFA1-8AB3650F3468}"/>
          </ac:spMkLst>
        </pc:spChg>
        <pc:spChg chg="add mod">
          <ac:chgData name="Minh Huynh" userId="01a137d4-0d81-46e0-aca6-c9185b391828" providerId="ADAL" clId="{812CCF7A-788B-4227-A920-48EDF3D1C151}" dt="2026-10-13T10:47:12.075" v="806" actId="1076"/>
          <ac:spMkLst>
            <pc:docMk/>
            <pc:sldMk cId="3447723014" sldId="4835"/>
            <ac:spMk id="7" creationId="{8992E338-EE64-4253-B613-963FE0DF4C56}"/>
          </ac:spMkLst>
        </pc:spChg>
        <pc:spChg chg="mod">
          <ac:chgData name="Minh Huynh" userId="01a137d4-0d81-46e0-aca6-c9185b391828" providerId="ADAL" clId="{812CCF7A-788B-4227-A920-48EDF3D1C151}" dt="2026-10-13T10:47:00.082" v="803" actId="20577"/>
          <ac:spMkLst>
            <pc:docMk/>
            <pc:sldMk cId="3447723014" sldId="4835"/>
            <ac:spMk id="16" creationId="{42748EB6-4DF4-4051-B580-A6B85471EB12}"/>
          </ac:spMkLst>
        </pc:spChg>
        <pc:graphicFrameChg chg="del">
          <ac:chgData name="Minh Huynh" userId="01a137d4-0d81-46e0-aca6-c9185b391828" providerId="ADAL" clId="{812CCF7A-788B-4227-A920-48EDF3D1C151}" dt="2026-10-13T10:46:45.494" v="760" actId="478"/>
          <ac:graphicFrameMkLst>
            <pc:docMk/>
            <pc:sldMk cId="3447723014" sldId="4835"/>
            <ac:graphicFrameMk id="5" creationId="{18CC9A46-FE68-4282-BA3E-9F63FBC2F891}"/>
          </ac:graphicFrameMkLst>
        </pc:graphicFrameChg>
      </pc:sldChg>
      <pc:sldChg chg="modSp add mod">
        <pc:chgData name="Minh Huynh" userId="01a137d4-0d81-46e0-aca6-c9185b391828" providerId="ADAL" clId="{812CCF7A-788B-4227-A920-48EDF3D1C151}" dt="2026-10-13T10:47:46.137" v="809" actId="2711"/>
        <pc:sldMkLst>
          <pc:docMk/>
          <pc:sldMk cId="895587130" sldId="4836"/>
        </pc:sldMkLst>
        <pc:spChg chg="mod">
          <ac:chgData name="Minh Huynh" userId="01a137d4-0d81-46e0-aca6-c9185b391828" providerId="ADAL" clId="{812CCF7A-788B-4227-A920-48EDF3D1C151}" dt="2026-10-13T10:47:46.137" v="809" actId="2711"/>
          <ac:spMkLst>
            <pc:docMk/>
            <pc:sldMk cId="895587130" sldId="4836"/>
            <ac:spMk id="7" creationId="{8992E338-EE64-4253-B613-963FE0DF4C56}"/>
          </ac:spMkLst>
        </pc:spChg>
      </pc:sldChg>
      <pc:sldChg chg="addSp delSp modSp add del mod">
        <pc:chgData name="Minh Huynh" userId="01a137d4-0d81-46e0-aca6-c9185b391828" providerId="ADAL" clId="{812CCF7A-788B-4227-A920-48EDF3D1C151}" dt="2026-10-13T10:47:58.765" v="814" actId="47"/>
        <pc:sldMkLst>
          <pc:docMk/>
          <pc:sldMk cId="1995580862" sldId="4837"/>
        </pc:sldMkLst>
        <pc:spChg chg="del">
          <ac:chgData name="Minh Huynh" userId="01a137d4-0d81-46e0-aca6-c9185b391828" providerId="ADAL" clId="{812CCF7A-788B-4227-A920-48EDF3D1C151}" dt="2026-10-13T10:47:53.854" v="811" actId="478"/>
          <ac:spMkLst>
            <pc:docMk/>
            <pc:sldMk cId="1995580862" sldId="4837"/>
            <ac:spMk id="7" creationId="{8992E338-EE64-4253-B613-963FE0DF4C56}"/>
          </ac:spMkLst>
        </pc:spChg>
        <pc:picChg chg="add del mod">
          <ac:chgData name="Minh Huynh" userId="01a137d4-0d81-46e0-aca6-c9185b391828" providerId="ADAL" clId="{812CCF7A-788B-4227-A920-48EDF3D1C151}" dt="2026-10-13T10:47:56.607" v="813" actId="478"/>
          <ac:picMkLst>
            <pc:docMk/>
            <pc:sldMk cId="1995580862" sldId="4837"/>
            <ac:picMk id="4" creationId="{402829D5-0383-481A-B070-2F7AE85595AE}"/>
          </ac:picMkLst>
        </pc:picChg>
      </pc:sldChg>
      <pc:sldChg chg="addSp delSp modSp add mod">
        <pc:chgData name="Minh Huynh" userId="01a137d4-0d81-46e0-aca6-c9185b391828" providerId="ADAL" clId="{812CCF7A-788B-4227-A920-48EDF3D1C151}" dt="2026-10-14T11:23:08.010" v="928" actId="20577"/>
        <pc:sldMkLst>
          <pc:docMk/>
          <pc:sldMk cId="3201508605" sldId="4837"/>
        </pc:sldMkLst>
        <pc:spChg chg="add del">
          <ac:chgData name="Minh Huynh" userId="01a137d4-0d81-46e0-aca6-c9185b391828" providerId="ADAL" clId="{812CCF7A-788B-4227-A920-48EDF3D1C151}" dt="2026-10-14T11:22:37.399" v="858"/>
          <ac:spMkLst>
            <pc:docMk/>
            <pc:sldMk cId="3201508605" sldId="4837"/>
            <ac:spMk id="2" creationId="{6E0BD2FD-A403-496E-9478-0B71A3245522}"/>
          </ac:spMkLst>
        </pc:spChg>
        <pc:spChg chg="del">
          <ac:chgData name="Minh Huynh" userId="01a137d4-0d81-46e0-aca6-c9185b391828" providerId="ADAL" clId="{812CCF7A-788B-4227-A920-48EDF3D1C151}" dt="2026-10-14T11:21:51.758" v="819" actId="478"/>
          <ac:spMkLst>
            <pc:docMk/>
            <pc:sldMk cId="3201508605" sldId="4837"/>
            <ac:spMk id="110" creationId="{4FF4E4CC-D590-4128-AD16-CBCD6513259F}"/>
          </ac:spMkLst>
        </pc:spChg>
        <pc:spChg chg="del">
          <ac:chgData name="Minh Huynh" userId="01a137d4-0d81-46e0-aca6-c9185b391828" providerId="ADAL" clId="{812CCF7A-788B-4227-A920-48EDF3D1C151}" dt="2026-10-14T11:21:51.758" v="819" actId="478"/>
          <ac:spMkLst>
            <pc:docMk/>
            <pc:sldMk cId="3201508605" sldId="4837"/>
            <ac:spMk id="111" creationId="{5148F668-4EFC-4EA6-8D86-39FF83409E48}"/>
          </ac:spMkLst>
        </pc:spChg>
        <pc:spChg chg="del">
          <ac:chgData name="Minh Huynh" userId="01a137d4-0d81-46e0-aca6-c9185b391828" providerId="ADAL" clId="{812CCF7A-788B-4227-A920-48EDF3D1C151}" dt="2026-10-14T11:21:51.758" v="819" actId="478"/>
          <ac:spMkLst>
            <pc:docMk/>
            <pc:sldMk cId="3201508605" sldId="4837"/>
            <ac:spMk id="112" creationId="{C6D995F5-5042-4841-A9EE-1ED0757DD2C1}"/>
          </ac:spMkLst>
        </pc:spChg>
        <pc:spChg chg="del">
          <ac:chgData name="Minh Huynh" userId="01a137d4-0d81-46e0-aca6-c9185b391828" providerId="ADAL" clId="{812CCF7A-788B-4227-A920-48EDF3D1C151}" dt="2026-10-14T11:21:51.758" v="819" actId="478"/>
          <ac:spMkLst>
            <pc:docMk/>
            <pc:sldMk cId="3201508605" sldId="4837"/>
            <ac:spMk id="113" creationId="{9B019923-5411-4EE6-A805-29235FB09310}"/>
          </ac:spMkLst>
        </pc:spChg>
        <pc:spChg chg="del">
          <ac:chgData name="Minh Huynh" userId="01a137d4-0d81-46e0-aca6-c9185b391828" providerId="ADAL" clId="{812CCF7A-788B-4227-A920-48EDF3D1C151}" dt="2026-10-14T11:21:51.758" v="819" actId="478"/>
          <ac:spMkLst>
            <pc:docMk/>
            <pc:sldMk cId="3201508605" sldId="4837"/>
            <ac:spMk id="114" creationId="{95EA4D1D-3EF2-4B33-96B0-86D597C635D1}"/>
          </ac:spMkLst>
        </pc:spChg>
        <pc:spChg chg="del">
          <ac:chgData name="Minh Huynh" userId="01a137d4-0d81-46e0-aca6-c9185b391828" providerId="ADAL" clId="{812CCF7A-788B-4227-A920-48EDF3D1C151}" dt="2026-10-14T11:21:51.758" v="819" actId="478"/>
          <ac:spMkLst>
            <pc:docMk/>
            <pc:sldMk cId="3201508605" sldId="4837"/>
            <ac:spMk id="115" creationId="{B8199F83-084D-4050-A30A-508DA290BD53}"/>
          </ac:spMkLst>
        </pc:spChg>
        <pc:spChg chg="del">
          <ac:chgData name="Minh Huynh" userId="01a137d4-0d81-46e0-aca6-c9185b391828" providerId="ADAL" clId="{812CCF7A-788B-4227-A920-48EDF3D1C151}" dt="2026-10-14T11:21:51.758" v="819" actId="478"/>
          <ac:spMkLst>
            <pc:docMk/>
            <pc:sldMk cId="3201508605" sldId="4837"/>
            <ac:spMk id="116" creationId="{1CDC1971-0928-4CA5-887B-104E4F76CB7A}"/>
          </ac:spMkLst>
        </pc:spChg>
        <pc:spChg chg="add mod">
          <ac:chgData name="Minh Huynh" userId="01a137d4-0d81-46e0-aca6-c9185b391828" providerId="ADAL" clId="{812CCF7A-788B-4227-A920-48EDF3D1C151}" dt="2026-10-14T11:22:51.638" v="864" actId="1076"/>
          <ac:spMkLst>
            <pc:docMk/>
            <pc:sldMk cId="3201508605" sldId="4837"/>
            <ac:spMk id="117" creationId="{8FD844A1-812F-45E4-8A7B-F6BAA1926229}"/>
          </ac:spMkLst>
        </pc:spChg>
        <pc:spChg chg="mod">
          <ac:chgData name="Minh Huynh" userId="01a137d4-0d81-46e0-aca6-c9185b391828" providerId="ADAL" clId="{812CCF7A-788B-4227-A920-48EDF3D1C151}" dt="2026-10-14T11:23:08.010" v="928" actId="20577"/>
          <ac:spMkLst>
            <pc:docMk/>
            <pc:sldMk cId="3201508605" sldId="4837"/>
            <ac:spMk id="129" creationId="{BAF0ED66-576B-47C3-8D44-7090A2F53881}"/>
          </ac:spMkLst>
        </pc:spChg>
        <pc:spChg chg="del">
          <ac:chgData name="Minh Huynh" userId="01a137d4-0d81-46e0-aca6-c9185b391828" providerId="ADAL" clId="{812CCF7A-788B-4227-A920-48EDF3D1C151}" dt="2026-10-14T11:21:51.758" v="819" actId="478"/>
          <ac:spMkLst>
            <pc:docMk/>
            <pc:sldMk cId="3201508605" sldId="4837"/>
            <ac:spMk id="212" creationId="{99909596-4106-4C2E-AEF5-D14E9DD946D3}"/>
          </ac:spMkLst>
        </pc:spChg>
        <pc:spChg chg="del">
          <ac:chgData name="Minh Huynh" userId="01a137d4-0d81-46e0-aca6-c9185b391828" providerId="ADAL" clId="{812CCF7A-788B-4227-A920-48EDF3D1C151}" dt="2026-10-14T11:21:51.758" v="819" actId="478"/>
          <ac:spMkLst>
            <pc:docMk/>
            <pc:sldMk cId="3201508605" sldId="4837"/>
            <ac:spMk id="213" creationId="{7949C2A5-CF7A-4FF1-B89B-94E67B22B181}"/>
          </ac:spMkLst>
        </pc:spChg>
        <pc:spChg chg="del">
          <ac:chgData name="Minh Huynh" userId="01a137d4-0d81-46e0-aca6-c9185b391828" providerId="ADAL" clId="{812CCF7A-788B-4227-A920-48EDF3D1C151}" dt="2026-10-14T11:21:51.758" v="819" actId="478"/>
          <ac:spMkLst>
            <pc:docMk/>
            <pc:sldMk cId="3201508605" sldId="4837"/>
            <ac:spMk id="214" creationId="{E093260A-75FA-4DBB-A69F-EEA3755183F5}"/>
          </ac:spMkLst>
        </pc:spChg>
        <pc:spChg chg="del">
          <ac:chgData name="Minh Huynh" userId="01a137d4-0d81-46e0-aca6-c9185b391828" providerId="ADAL" clId="{812CCF7A-788B-4227-A920-48EDF3D1C151}" dt="2026-10-14T11:21:51.758" v="819" actId="478"/>
          <ac:spMkLst>
            <pc:docMk/>
            <pc:sldMk cId="3201508605" sldId="4837"/>
            <ac:spMk id="315" creationId="{A67431D7-4F50-49F5-8046-611BC768D556}"/>
          </ac:spMkLst>
        </pc:spChg>
        <pc:spChg chg="del">
          <ac:chgData name="Minh Huynh" userId="01a137d4-0d81-46e0-aca6-c9185b391828" providerId="ADAL" clId="{812CCF7A-788B-4227-A920-48EDF3D1C151}" dt="2026-10-14T11:21:51.758" v="819" actId="478"/>
          <ac:spMkLst>
            <pc:docMk/>
            <pc:sldMk cId="3201508605" sldId="4837"/>
            <ac:spMk id="316" creationId="{DAAD297C-9B9B-4558-8CA3-1EEB12719B24}"/>
          </ac:spMkLst>
        </pc:spChg>
        <pc:picChg chg="add mod modCrop">
          <ac:chgData name="Minh Huynh" userId="01a137d4-0d81-46e0-aca6-c9185b391828" providerId="ADAL" clId="{812CCF7A-788B-4227-A920-48EDF3D1C151}" dt="2026-10-14T11:22:49.386" v="863" actId="1076"/>
          <ac:picMkLst>
            <pc:docMk/>
            <pc:sldMk cId="3201508605" sldId="4837"/>
            <ac:picMk id="3" creationId="{A707AD92-FF83-4BC7-A13C-2C1FCE7CB104}"/>
          </ac:picMkLst>
        </pc:picChg>
        <pc:picChg chg="del">
          <ac:chgData name="Minh Huynh" userId="01a137d4-0d81-46e0-aca6-c9185b391828" providerId="ADAL" clId="{812CCF7A-788B-4227-A920-48EDF3D1C151}" dt="2026-10-14T11:21:51.758" v="819" actId="478"/>
          <ac:picMkLst>
            <pc:docMk/>
            <pc:sldMk cId="3201508605" sldId="4837"/>
            <ac:picMk id="215" creationId="{7756684A-2B9F-4E46-9A05-C47D88A5FE9B}"/>
          </ac:picMkLst>
        </pc:picChg>
        <pc:picChg chg="del">
          <ac:chgData name="Minh Huynh" userId="01a137d4-0d81-46e0-aca6-c9185b391828" providerId="ADAL" clId="{812CCF7A-788B-4227-A920-48EDF3D1C151}" dt="2026-10-14T11:21:51.758" v="819" actId="478"/>
          <ac:picMkLst>
            <pc:docMk/>
            <pc:sldMk cId="3201508605" sldId="4837"/>
            <ac:picMk id="216" creationId="{D9F6AB59-7B34-4BDC-8654-9B4A6120BF2B}"/>
          </ac:picMkLst>
        </pc:picChg>
        <pc:picChg chg="del">
          <ac:chgData name="Minh Huynh" userId="01a137d4-0d81-46e0-aca6-c9185b391828" providerId="ADAL" clId="{812CCF7A-788B-4227-A920-48EDF3D1C151}" dt="2026-10-14T11:21:51.758" v="819" actId="478"/>
          <ac:picMkLst>
            <pc:docMk/>
            <pc:sldMk cId="3201508605" sldId="4837"/>
            <ac:picMk id="217" creationId="{950E685D-3E0D-47AA-A745-B7F5136F8022}"/>
          </ac:picMkLst>
        </pc:picChg>
        <pc:picChg chg="del">
          <ac:chgData name="Minh Huynh" userId="01a137d4-0d81-46e0-aca6-c9185b391828" providerId="ADAL" clId="{812CCF7A-788B-4227-A920-48EDF3D1C151}" dt="2026-10-14T11:21:51.758" v="819" actId="478"/>
          <ac:picMkLst>
            <pc:docMk/>
            <pc:sldMk cId="3201508605" sldId="4837"/>
            <ac:picMk id="218" creationId="{88614ED3-41F3-4F8D-96B6-7888259FC9E6}"/>
          </ac:picMkLst>
        </pc:picChg>
        <pc:picChg chg="del">
          <ac:chgData name="Minh Huynh" userId="01a137d4-0d81-46e0-aca6-c9185b391828" providerId="ADAL" clId="{812CCF7A-788B-4227-A920-48EDF3D1C151}" dt="2026-10-14T11:21:51.758" v="819" actId="478"/>
          <ac:picMkLst>
            <pc:docMk/>
            <pc:sldMk cId="3201508605" sldId="4837"/>
            <ac:picMk id="219" creationId="{562F16BC-ABB1-4BE3-BC1F-EF3B26D5FACC}"/>
          </ac:picMkLst>
        </pc:picChg>
        <pc:picChg chg="del">
          <ac:chgData name="Minh Huynh" userId="01a137d4-0d81-46e0-aca6-c9185b391828" providerId="ADAL" clId="{812CCF7A-788B-4227-A920-48EDF3D1C151}" dt="2026-10-14T11:21:51.758" v="819" actId="478"/>
          <ac:picMkLst>
            <pc:docMk/>
            <pc:sldMk cId="3201508605" sldId="4837"/>
            <ac:picMk id="220" creationId="{EDDA631D-47C2-4A0A-9006-E5FFFBEDEAB5}"/>
          </ac:picMkLst>
        </pc:picChg>
        <pc:picChg chg="del">
          <ac:chgData name="Minh Huynh" userId="01a137d4-0d81-46e0-aca6-c9185b391828" providerId="ADAL" clId="{812CCF7A-788B-4227-A920-48EDF3D1C151}" dt="2026-10-14T11:21:51.758" v="819" actId="478"/>
          <ac:picMkLst>
            <pc:docMk/>
            <pc:sldMk cId="3201508605" sldId="4837"/>
            <ac:picMk id="221" creationId="{708921B7-FF9A-4ACA-A242-09C20F0095C2}"/>
          </ac:picMkLst>
        </pc:picChg>
        <pc:picChg chg="del">
          <ac:chgData name="Minh Huynh" userId="01a137d4-0d81-46e0-aca6-c9185b391828" providerId="ADAL" clId="{812CCF7A-788B-4227-A920-48EDF3D1C151}" dt="2026-10-14T11:21:51.758" v="819" actId="478"/>
          <ac:picMkLst>
            <pc:docMk/>
            <pc:sldMk cId="3201508605" sldId="4837"/>
            <ac:picMk id="222" creationId="{25EB6B56-E516-4001-A443-E38AC87C1AA0}"/>
          </ac:picMkLst>
        </pc:picChg>
        <pc:picChg chg="del">
          <ac:chgData name="Minh Huynh" userId="01a137d4-0d81-46e0-aca6-c9185b391828" providerId="ADAL" clId="{812CCF7A-788B-4227-A920-48EDF3D1C151}" dt="2026-10-14T11:21:51.758" v="819" actId="478"/>
          <ac:picMkLst>
            <pc:docMk/>
            <pc:sldMk cId="3201508605" sldId="4837"/>
            <ac:picMk id="223" creationId="{F08C7BEF-98FD-42D8-B2DB-AE769FFCA4E9}"/>
          </ac:picMkLst>
        </pc:picChg>
        <pc:picChg chg="del">
          <ac:chgData name="Minh Huynh" userId="01a137d4-0d81-46e0-aca6-c9185b391828" providerId="ADAL" clId="{812CCF7A-788B-4227-A920-48EDF3D1C151}" dt="2026-10-14T11:21:51.758" v="819" actId="478"/>
          <ac:picMkLst>
            <pc:docMk/>
            <pc:sldMk cId="3201508605" sldId="4837"/>
            <ac:picMk id="224" creationId="{D6076394-95CF-4A44-9B6C-CB1640AFDE47}"/>
          </ac:picMkLst>
        </pc:picChg>
        <pc:picChg chg="del">
          <ac:chgData name="Minh Huynh" userId="01a137d4-0d81-46e0-aca6-c9185b391828" providerId="ADAL" clId="{812CCF7A-788B-4227-A920-48EDF3D1C151}" dt="2026-10-14T11:21:51.758" v="819" actId="478"/>
          <ac:picMkLst>
            <pc:docMk/>
            <pc:sldMk cId="3201508605" sldId="4837"/>
            <ac:picMk id="225" creationId="{6F46A4C1-AC8B-463C-AABA-49807C9BDAC1}"/>
          </ac:picMkLst>
        </pc:picChg>
        <pc:picChg chg="del">
          <ac:chgData name="Minh Huynh" userId="01a137d4-0d81-46e0-aca6-c9185b391828" providerId="ADAL" clId="{812CCF7A-788B-4227-A920-48EDF3D1C151}" dt="2026-10-14T11:21:51.758" v="819" actId="478"/>
          <ac:picMkLst>
            <pc:docMk/>
            <pc:sldMk cId="3201508605" sldId="4837"/>
            <ac:picMk id="226" creationId="{E5B67A25-2966-498F-BEC3-2C9938BC3C28}"/>
          </ac:picMkLst>
        </pc:picChg>
        <pc:picChg chg="del">
          <ac:chgData name="Minh Huynh" userId="01a137d4-0d81-46e0-aca6-c9185b391828" providerId="ADAL" clId="{812CCF7A-788B-4227-A920-48EDF3D1C151}" dt="2026-10-14T11:21:51.758" v="819" actId="478"/>
          <ac:picMkLst>
            <pc:docMk/>
            <pc:sldMk cId="3201508605" sldId="4837"/>
            <ac:picMk id="227" creationId="{992B6AD6-598B-41B8-9F47-6848C26712F0}"/>
          </ac:picMkLst>
        </pc:picChg>
        <pc:picChg chg="del">
          <ac:chgData name="Minh Huynh" userId="01a137d4-0d81-46e0-aca6-c9185b391828" providerId="ADAL" clId="{812CCF7A-788B-4227-A920-48EDF3D1C151}" dt="2026-10-14T11:21:51.758" v="819" actId="478"/>
          <ac:picMkLst>
            <pc:docMk/>
            <pc:sldMk cId="3201508605" sldId="4837"/>
            <ac:picMk id="228" creationId="{21949EE7-4D4E-4320-BD42-502483E4D9DE}"/>
          </ac:picMkLst>
        </pc:picChg>
        <pc:picChg chg="del">
          <ac:chgData name="Minh Huynh" userId="01a137d4-0d81-46e0-aca6-c9185b391828" providerId="ADAL" clId="{812CCF7A-788B-4227-A920-48EDF3D1C151}" dt="2026-10-14T11:21:51.758" v="819" actId="478"/>
          <ac:picMkLst>
            <pc:docMk/>
            <pc:sldMk cId="3201508605" sldId="4837"/>
            <ac:picMk id="229" creationId="{063A7C6E-D24D-4E9E-8313-72671E3E9E78}"/>
          </ac:picMkLst>
        </pc:picChg>
        <pc:picChg chg="del">
          <ac:chgData name="Minh Huynh" userId="01a137d4-0d81-46e0-aca6-c9185b391828" providerId="ADAL" clId="{812CCF7A-788B-4227-A920-48EDF3D1C151}" dt="2026-10-14T11:21:51.758" v="819" actId="478"/>
          <ac:picMkLst>
            <pc:docMk/>
            <pc:sldMk cId="3201508605" sldId="4837"/>
            <ac:picMk id="230" creationId="{E598B280-B405-484A-846A-4783AC264BE1}"/>
          </ac:picMkLst>
        </pc:picChg>
        <pc:picChg chg="del">
          <ac:chgData name="Minh Huynh" userId="01a137d4-0d81-46e0-aca6-c9185b391828" providerId="ADAL" clId="{812CCF7A-788B-4227-A920-48EDF3D1C151}" dt="2026-10-14T11:21:51.758" v="819" actId="478"/>
          <ac:picMkLst>
            <pc:docMk/>
            <pc:sldMk cId="3201508605" sldId="4837"/>
            <ac:picMk id="231" creationId="{3B797D35-CE18-466A-A924-46145B74C704}"/>
          </ac:picMkLst>
        </pc:picChg>
        <pc:picChg chg="del">
          <ac:chgData name="Minh Huynh" userId="01a137d4-0d81-46e0-aca6-c9185b391828" providerId="ADAL" clId="{812CCF7A-788B-4227-A920-48EDF3D1C151}" dt="2026-10-14T11:21:51.758" v="819" actId="478"/>
          <ac:picMkLst>
            <pc:docMk/>
            <pc:sldMk cId="3201508605" sldId="4837"/>
            <ac:picMk id="232" creationId="{D0F420A0-A972-45DD-B3FD-D022AAA0F971}"/>
          </ac:picMkLst>
        </pc:picChg>
        <pc:picChg chg="del">
          <ac:chgData name="Minh Huynh" userId="01a137d4-0d81-46e0-aca6-c9185b391828" providerId="ADAL" clId="{812CCF7A-788B-4227-A920-48EDF3D1C151}" dt="2026-10-14T11:21:51.758" v="819" actId="478"/>
          <ac:picMkLst>
            <pc:docMk/>
            <pc:sldMk cId="3201508605" sldId="4837"/>
            <ac:picMk id="233" creationId="{A86479E9-8FF5-4899-AABE-1B5E1DF08921}"/>
          </ac:picMkLst>
        </pc:picChg>
        <pc:picChg chg="del">
          <ac:chgData name="Minh Huynh" userId="01a137d4-0d81-46e0-aca6-c9185b391828" providerId="ADAL" clId="{812CCF7A-788B-4227-A920-48EDF3D1C151}" dt="2026-10-14T11:21:51.758" v="819" actId="478"/>
          <ac:picMkLst>
            <pc:docMk/>
            <pc:sldMk cId="3201508605" sldId="4837"/>
            <ac:picMk id="234" creationId="{9FB86DDF-2DA0-43F0-8C55-FAB877A45209}"/>
          </ac:picMkLst>
        </pc:picChg>
        <pc:picChg chg="del">
          <ac:chgData name="Minh Huynh" userId="01a137d4-0d81-46e0-aca6-c9185b391828" providerId="ADAL" clId="{812CCF7A-788B-4227-A920-48EDF3D1C151}" dt="2026-10-14T11:21:51.758" v="819" actId="478"/>
          <ac:picMkLst>
            <pc:docMk/>
            <pc:sldMk cId="3201508605" sldId="4837"/>
            <ac:picMk id="235" creationId="{82D12F7A-D1D5-428F-86A6-BA38DCD3CF8D}"/>
          </ac:picMkLst>
        </pc:picChg>
        <pc:picChg chg="del">
          <ac:chgData name="Minh Huynh" userId="01a137d4-0d81-46e0-aca6-c9185b391828" providerId="ADAL" clId="{812CCF7A-788B-4227-A920-48EDF3D1C151}" dt="2026-10-14T11:21:51.758" v="819" actId="478"/>
          <ac:picMkLst>
            <pc:docMk/>
            <pc:sldMk cId="3201508605" sldId="4837"/>
            <ac:picMk id="236" creationId="{F28220F2-1931-4823-8259-050022374CCB}"/>
          </ac:picMkLst>
        </pc:picChg>
        <pc:picChg chg="del">
          <ac:chgData name="Minh Huynh" userId="01a137d4-0d81-46e0-aca6-c9185b391828" providerId="ADAL" clId="{812CCF7A-788B-4227-A920-48EDF3D1C151}" dt="2026-10-14T11:21:51.758" v="819" actId="478"/>
          <ac:picMkLst>
            <pc:docMk/>
            <pc:sldMk cId="3201508605" sldId="4837"/>
            <ac:picMk id="237" creationId="{89B8C2DC-38AD-4E30-8E9A-1809A098996E}"/>
          </ac:picMkLst>
        </pc:picChg>
        <pc:picChg chg="del">
          <ac:chgData name="Minh Huynh" userId="01a137d4-0d81-46e0-aca6-c9185b391828" providerId="ADAL" clId="{812CCF7A-788B-4227-A920-48EDF3D1C151}" dt="2026-10-14T11:21:51.758" v="819" actId="478"/>
          <ac:picMkLst>
            <pc:docMk/>
            <pc:sldMk cId="3201508605" sldId="4837"/>
            <ac:picMk id="238" creationId="{8BD542C0-7E60-4D41-8E6B-DAD2594083C5}"/>
          </ac:picMkLst>
        </pc:picChg>
        <pc:picChg chg="del">
          <ac:chgData name="Minh Huynh" userId="01a137d4-0d81-46e0-aca6-c9185b391828" providerId="ADAL" clId="{812CCF7A-788B-4227-A920-48EDF3D1C151}" dt="2026-10-14T11:21:51.758" v="819" actId="478"/>
          <ac:picMkLst>
            <pc:docMk/>
            <pc:sldMk cId="3201508605" sldId="4837"/>
            <ac:picMk id="239" creationId="{17CCE358-3454-42AF-8D94-31172CFA958E}"/>
          </ac:picMkLst>
        </pc:picChg>
        <pc:picChg chg="del">
          <ac:chgData name="Minh Huynh" userId="01a137d4-0d81-46e0-aca6-c9185b391828" providerId="ADAL" clId="{812CCF7A-788B-4227-A920-48EDF3D1C151}" dt="2026-10-14T11:21:51.758" v="819" actId="478"/>
          <ac:picMkLst>
            <pc:docMk/>
            <pc:sldMk cId="3201508605" sldId="4837"/>
            <ac:picMk id="240" creationId="{4348E4A0-0858-4748-9596-5D368E63710B}"/>
          </ac:picMkLst>
        </pc:picChg>
        <pc:picChg chg="del">
          <ac:chgData name="Minh Huynh" userId="01a137d4-0d81-46e0-aca6-c9185b391828" providerId="ADAL" clId="{812CCF7A-788B-4227-A920-48EDF3D1C151}" dt="2026-10-14T11:21:51.758" v="819" actId="478"/>
          <ac:picMkLst>
            <pc:docMk/>
            <pc:sldMk cId="3201508605" sldId="4837"/>
            <ac:picMk id="241" creationId="{04F24B12-5F5F-49AD-A7FB-C26F2DDDFF87}"/>
          </ac:picMkLst>
        </pc:picChg>
        <pc:picChg chg="del">
          <ac:chgData name="Minh Huynh" userId="01a137d4-0d81-46e0-aca6-c9185b391828" providerId="ADAL" clId="{812CCF7A-788B-4227-A920-48EDF3D1C151}" dt="2026-10-14T11:21:51.758" v="819" actId="478"/>
          <ac:picMkLst>
            <pc:docMk/>
            <pc:sldMk cId="3201508605" sldId="4837"/>
            <ac:picMk id="242" creationId="{67EF5DE4-CE52-4631-B6E7-0DCCF5507EFB}"/>
          </ac:picMkLst>
        </pc:picChg>
        <pc:picChg chg="del">
          <ac:chgData name="Minh Huynh" userId="01a137d4-0d81-46e0-aca6-c9185b391828" providerId="ADAL" clId="{812CCF7A-788B-4227-A920-48EDF3D1C151}" dt="2026-10-14T11:21:51.758" v="819" actId="478"/>
          <ac:picMkLst>
            <pc:docMk/>
            <pc:sldMk cId="3201508605" sldId="4837"/>
            <ac:picMk id="243" creationId="{A2A37CD8-E700-43F8-ABF1-27550777244D}"/>
          </ac:picMkLst>
        </pc:picChg>
        <pc:picChg chg="del">
          <ac:chgData name="Minh Huynh" userId="01a137d4-0d81-46e0-aca6-c9185b391828" providerId="ADAL" clId="{812CCF7A-788B-4227-A920-48EDF3D1C151}" dt="2026-10-14T11:21:51.758" v="819" actId="478"/>
          <ac:picMkLst>
            <pc:docMk/>
            <pc:sldMk cId="3201508605" sldId="4837"/>
            <ac:picMk id="244" creationId="{BB0C3865-B325-4042-9E6C-8D4FB21801C3}"/>
          </ac:picMkLst>
        </pc:picChg>
        <pc:picChg chg="del">
          <ac:chgData name="Minh Huynh" userId="01a137d4-0d81-46e0-aca6-c9185b391828" providerId="ADAL" clId="{812CCF7A-788B-4227-A920-48EDF3D1C151}" dt="2026-10-14T11:21:51.758" v="819" actId="478"/>
          <ac:picMkLst>
            <pc:docMk/>
            <pc:sldMk cId="3201508605" sldId="4837"/>
            <ac:picMk id="245" creationId="{539F971F-8B29-49F7-9864-0FF4CB104D44}"/>
          </ac:picMkLst>
        </pc:picChg>
        <pc:picChg chg="del">
          <ac:chgData name="Minh Huynh" userId="01a137d4-0d81-46e0-aca6-c9185b391828" providerId="ADAL" clId="{812CCF7A-788B-4227-A920-48EDF3D1C151}" dt="2026-10-14T11:21:51.758" v="819" actId="478"/>
          <ac:picMkLst>
            <pc:docMk/>
            <pc:sldMk cId="3201508605" sldId="4837"/>
            <ac:picMk id="246" creationId="{ADC4BF6D-F25E-42A8-8B31-54A52C8A1ABA}"/>
          </ac:picMkLst>
        </pc:picChg>
        <pc:picChg chg="del">
          <ac:chgData name="Minh Huynh" userId="01a137d4-0d81-46e0-aca6-c9185b391828" providerId="ADAL" clId="{812CCF7A-788B-4227-A920-48EDF3D1C151}" dt="2026-10-14T11:21:51.758" v="819" actId="478"/>
          <ac:picMkLst>
            <pc:docMk/>
            <pc:sldMk cId="3201508605" sldId="4837"/>
            <ac:picMk id="247" creationId="{AF6A593E-CCC1-4115-AC34-7E6DC2677EA8}"/>
          </ac:picMkLst>
        </pc:picChg>
        <pc:picChg chg="del">
          <ac:chgData name="Minh Huynh" userId="01a137d4-0d81-46e0-aca6-c9185b391828" providerId="ADAL" clId="{812CCF7A-788B-4227-A920-48EDF3D1C151}" dt="2026-10-14T11:21:51.758" v="819" actId="478"/>
          <ac:picMkLst>
            <pc:docMk/>
            <pc:sldMk cId="3201508605" sldId="4837"/>
            <ac:picMk id="248" creationId="{A22A96C1-B0FD-44CF-9F59-5742A96C1A22}"/>
          </ac:picMkLst>
        </pc:picChg>
        <pc:picChg chg="del">
          <ac:chgData name="Minh Huynh" userId="01a137d4-0d81-46e0-aca6-c9185b391828" providerId="ADAL" clId="{812CCF7A-788B-4227-A920-48EDF3D1C151}" dt="2026-10-14T11:21:51.758" v="819" actId="478"/>
          <ac:picMkLst>
            <pc:docMk/>
            <pc:sldMk cId="3201508605" sldId="4837"/>
            <ac:picMk id="249" creationId="{23A68A81-B479-46C7-8685-8499DF0345D7}"/>
          </ac:picMkLst>
        </pc:picChg>
        <pc:picChg chg="del">
          <ac:chgData name="Minh Huynh" userId="01a137d4-0d81-46e0-aca6-c9185b391828" providerId="ADAL" clId="{812CCF7A-788B-4227-A920-48EDF3D1C151}" dt="2026-10-14T11:21:51.758" v="819" actId="478"/>
          <ac:picMkLst>
            <pc:docMk/>
            <pc:sldMk cId="3201508605" sldId="4837"/>
            <ac:picMk id="250" creationId="{440543E7-4FF9-41F0-B268-AF34989D90D5}"/>
          </ac:picMkLst>
        </pc:picChg>
        <pc:picChg chg="del">
          <ac:chgData name="Minh Huynh" userId="01a137d4-0d81-46e0-aca6-c9185b391828" providerId="ADAL" clId="{812CCF7A-788B-4227-A920-48EDF3D1C151}" dt="2026-10-14T11:21:51.758" v="819" actId="478"/>
          <ac:picMkLst>
            <pc:docMk/>
            <pc:sldMk cId="3201508605" sldId="4837"/>
            <ac:picMk id="251" creationId="{84EA688A-1147-4BB9-A04D-A90873E1E3C5}"/>
          </ac:picMkLst>
        </pc:picChg>
        <pc:picChg chg="del">
          <ac:chgData name="Minh Huynh" userId="01a137d4-0d81-46e0-aca6-c9185b391828" providerId="ADAL" clId="{812CCF7A-788B-4227-A920-48EDF3D1C151}" dt="2026-10-14T11:21:51.758" v="819" actId="478"/>
          <ac:picMkLst>
            <pc:docMk/>
            <pc:sldMk cId="3201508605" sldId="4837"/>
            <ac:picMk id="252" creationId="{02750E9F-31D7-4265-AAE8-8DD330DB7C90}"/>
          </ac:picMkLst>
        </pc:picChg>
        <pc:picChg chg="del">
          <ac:chgData name="Minh Huynh" userId="01a137d4-0d81-46e0-aca6-c9185b391828" providerId="ADAL" clId="{812CCF7A-788B-4227-A920-48EDF3D1C151}" dt="2026-10-14T11:21:51.758" v="819" actId="478"/>
          <ac:picMkLst>
            <pc:docMk/>
            <pc:sldMk cId="3201508605" sldId="4837"/>
            <ac:picMk id="253" creationId="{2A746F9E-DDA8-40EB-B7C3-0EABBDF6FBAC}"/>
          </ac:picMkLst>
        </pc:picChg>
        <pc:picChg chg="del">
          <ac:chgData name="Minh Huynh" userId="01a137d4-0d81-46e0-aca6-c9185b391828" providerId="ADAL" clId="{812CCF7A-788B-4227-A920-48EDF3D1C151}" dt="2026-10-14T11:21:51.758" v="819" actId="478"/>
          <ac:picMkLst>
            <pc:docMk/>
            <pc:sldMk cId="3201508605" sldId="4837"/>
            <ac:picMk id="254" creationId="{7D868936-5DC1-4AAD-8FD0-B790E9F4D92A}"/>
          </ac:picMkLst>
        </pc:picChg>
        <pc:picChg chg="del">
          <ac:chgData name="Minh Huynh" userId="01a137d4-0d81-46e0-aca6-c9185b391828" providerId="ADAL" clId="{812CCF7A-788B-4227-A920-48EDF3D1C151}" dt="2026-10-14T11:21:51.758" v="819" actId="478"/>
          <ac:picMkLst>
            <pc:docMk/>
            <pc:sldMk cId="3201508605" sldId="4837"/>
            <ac:picMk id="255" creationId="{6F29CF1C-7414-4F1C-962F-F11B03891996}"/>
          </ac:picMkLst>
        </pc:picChg>
        <pc:picChg chg="del">
          <ac:chgData name="Minh Huynh" userId="01a137d4-0d81-46e0-aca6-c9185b391828" providerId="ADAL" clId="{812CCF7A-788B-4227-A920-48EDF3D1C151}" dt="2026-10-14T11:21:51.758" v="819" actId="478"/>
          <ac:picMkLst>
            <pc:docMk/>
            <pc:sldMk cId="3201508605" sldId="4837"/>
            <ac:picMk id="256" creationId="{226F02C4-FB51-4043-8FAD-A239ABE17DD7}"/>
          </ac:picMkLst>
        </pc:picChg>
        <pc:picChg chg="del">
          <ac:chgData name="Minh Huynh" userId="01a137d4-0d81-46e0-aca6-c9185b391828" providerId="ADAL" clId="{812CCF7A-788B-4227-A920-48EDF3D1C151}" dt="2026-10-14T11:21:51.758" v="819" actId="478"/>
          <ac:picMkLst>
            <pc:docMk/>
            <pc:sldMk cId="3201508605" sldId="4837"/>
            <ac:picMk id="257" creationId="{4FCFBFDB-1E0F-4C26-A8C7-22E94B68E82D}"/>
          </ac:picMkLst>
        </pc:picChg>
        <pc:picChg chg="del">
          <ac:chgData name="Minh Huynh" userId="01a137d4-0d81-46e0-aca6-c9185b391828" providerId="ADAL" clId="{812CCF7A-788B-4227-A920-48EDF3D1C151}" dt="2026-10-14T11:21:51.758" v="819" actId="478"/>
          <ac:picMkLst>
            <pc:docMk/>
            <pc:sldMk cId="3201508605" sldId="4837"/>
            <ac:picMk id="258" creationId="{911FAE54-961F-4AB4-B66E-65E644D725CE}"/>
          </ac:picMkLst>
        </pc:picChg>
        <pc:picChg chg="del">
          <ac:chgData name="Minh Huynh" userId="01a137d4-0d81-46e0-aca6-c9185b391828" providerId="ADAL" clId="{812CCF7A-788B-4227-A920-48EDF3D1C151}" dt="2026-10-14T11:21:51.758" v="819" actId="478"/>
          <ac:picMkLst>
            <pc:docMk/>
            <pc:sldMk cId="3201508605" sldId="4837"/>
            <ac:picMk id="259" creationId="{E6E6B105-D33D-4EC1-8F65-CC148FA33C73}"/>
          </ac:picMkLst>
        </pc:picChg>
        <pc:picChg chg="del">
          <ac:chgData name="Minh Huynh" userId="01a137d4-0d81-46e0-aca6-c9185b391828" providerId="ADAL" clId="{812CCF7A-788B-4227-A920-48EDF3D1C151}" dt="2026-10-14T11:21:51.758" v="819" actId="478"/>
          <ac:picMkLst>
            <pc:docMk/>
            <pc:sldMk cId="3201508605" sldId="4837"/>
            <ac:picMk id="260" creationId="{8EEEA47D-A24D-4F6A-9384-F3A29D8E5570}"/>
          </ac:picMkLst>
        </pc:picChg>
        <pc:picChg chg="del">
          <ac:chgData name="Minh Huynh" userId="01a137d4-0d81-46e0-aca6-c9185b391828" providerId="ADAL" clId="{812CCF7A-788B-4227-A920-48EDF3D1C151}" dt="2026-10-14T11:21:51.758" v="819" actId="478"/>
          <ac:picMkLst>
            <pc:docMk/>
            <pc:sldMk cId="3201508605" sldId="4837"/>
            <ac:picMk id="261" creationId="{37C35B66-F6A2-40E3-8A5B-325253801A57}"/>
          </ac:picMkLst>
        </pc:picChg>
        <pc:picChg chg="del">
          <ac:chgData name="Minh Huynh" userId="01a137d4-0d81-46e0-aca6-c9185b391828" providerId="ADAL" clId="{812CCF7A-788B-4227-A920-48EDF3D1C151}" dt="2026-10-14T11:21:51.758" v="819" actId="478"/>
          <ac:picMkLst>
            <pc:docMk/>
            <pc:sldMk cId="3201508605" sldId="4837"/>
            <ac:picMk id="262" creationId="{42D03FBF-6E91-448A-A2BF-3120622AB697}"/>
          </ac:picMkLst>
        </pc:picChg>
        <pc:picChg chg="del">
          <ac:chgData name="Minh Huynh" userId="01a137d4-0d81-46e0-aca6-c9185b391828" providerId="ADAL" clId="{812CCF7A-788B-4227-A920-48EDF3D1C151}" dt="2026-10-14T11:21:51.758" v="819" actId="478"/>
          <ac:picMkLst>
            <pc:docMk/>
            <pc:sldMk cId="3201508605" sldId="4837"/>
            <ac:picMk id="263" creationId="{846F5D5B-3905-4522-9D01-121C3EF9C6F8}"/>
          </ac:picMkLst>
        </pc:picChg>
        <pc:picChg chg="del">
          <ac:chgData name="Minh Huynh" userId="01a137d4-0d81-46e0-aca6-c9185b391828" providerId="ADAL" clId="{812CCF7A-788B-4227-A920-48EDF3D1C151}" dt="2026-10-14T11:21:51.758" v="819" actId="478"/>
          <ac:picMkLst>
            <pc:docMk/>
            <pc:sldMk cId="3201508605" sldId="4837"/>
            <ac:picMk id="264" creationId="{5C261A35-0277-43C8-9DA5-F843B17DF90E}"/>
          </ac:picMkLst>
        </pc:picChg>
        <pc:picChg chg="del">
          <ac:chgData name="Minh Huynh" userId="01a137d4-0d81-46e0-aca6-c9185b391828" providerId="ADAL" clId="{812CCF7A-788B-4227-A920-48EDF3D1C151}" dt="2026-10-14T11:21:51.758" v="819" actId="478"/>
          <ac:picMkLst>
            <pc:docMk/>
            <pc:sldMk cId="3201508605" sldId="4837"/>
            <ac:picMk id="265" creationId="{77D01A69-EBF3-40DE-9C72-CA40D7F90DDD}"/>
          </ac:picMkLst>
        </pc:picChg>
        <pc:picChg chg="del">
          <ac:chgData name="Minh Huynh" userId="01a137d4-0d81-46e0-aca6-c9185b391828" providerId="ADAL" clId="{812CCF7A-788B-4227-A920-48EDF3D1C151}" dt="2026-10-14T11:21:51.758" v="819" actId="478"/>
          <ac:picMkLst>
            <pc:docMk/>
            <pc:sldMk cId="3201508605" sldId="4837"/>
            <ac:picMk id="266" creationId="{24318D4D-2C37-4F2B-B04D-19A7FA2041FD}"/>
          </ac:picMkLst>
        </pc:picChg>
        <pc:picChg chg="del">
          <ac:chgData name="Minh Huynh" userId="01a137d4-0d81-46e0-aca6-c9185b391828" providerId="ADAL" clId="{812CCF7A-788B-4227-A920-48EDF3D1C151}" dt="2026-10-14T11:21:51.758" v="819" actId="478"/>
          <ac:picMkLst>
            <pc:docMk/>
            <pc:sldMk cId="3201508605" sldId="4837"/>
            <ac:picMk id="267" creationId="{B6E3ACD2-6DD6-49A6-913C-7D0D150139D5}"/>
          </ac:picMkLst>
        </pc:picChg>
        <pc:picChg chg="del">
          <ac:chgData name="Minh Huynh" userId="01a137d4-0d81-46e0-aca6-c9185b391828" providerId="ADAL" clId="{812CCF7A-788B-4227-A920-48EDF3D1C151}" dt="2026-10-14T11:21:51.758" v="819" actId="478"/>
          <ac:picMkLst>
            <pc:docMk/>
            <pc:sldMk cId="3201508605" sldId="4837"/>
            <ac:picMk id="268" creationId="{A1F5DC40-FCFE-4431-A8DB-E1E5FBE733BF}"/>
          </ac:picMkLst>
        </pc:picChg>
        <pc:picChg chg="del">
          <ac:chgData name="Minh Huynh" userId="01a137d4-0d81-46e0-aca6-c9185b391828" providerId="ADAL" clId="{812CCF7A-788B-4227-A920-48EDF3D1C151}" dt="2026-10-14T11:21:51.758" v="819" actId="478"/>
          <ac:picMkLst>
            <pc:docMk/>
            <pc:sldMk cId="3201508605" sldId="4837"/>
            <ac:picMk id="269" creationId="{F4DF776D-F9E3-4AF5-9F0C-385ECE4E56AA}"/>
          </ac:picMkLst>
        </pc:picChg>
        <pc:picChg chg="del">
          <ac:chgData name="Minh Huynh" userId="01a137d4-0d81-46e0-aca6-c9185b391828" providerId="ADAL" clId="{812CCF7A-788B-4227-A920-48EDF3D1C151}" dt="2026-10-14T11:21:51.758" v="819" actId="478"/>
          <ac:picMkLst>
            <pc:docMk/>
            <pc:sldMk cId="3201508605" sldId="4837"/>
            <ac:picMk id="270" creationId="{39BF851B-9AA8-40F5-8AE8-FD30771CBAE5}"/>
          </ac:picMkLst>
        </pc:picChg>
        <pc:picChg chg="del">
          <ac:chgData name="Minh Huynh" userId="01a137d4-0d81-46e0-aca6-c9185b391828" providerId="ADAL" clId="{812CCF7A-788B-4227-A920-48EDF3D1C151}" dt="2026-10-14T11:21:51.758" v="819" actId="478"/>
          <ac:picMkLst>
            <pc:docMk/>
            <pc:sldMk cId="3201508605" sldId="4837"/>
            <ac:picMk id="271" creationId="{CDA40AE0-64EE-4A0F-AF11-DBA10E72A7A0}"/>
          </ac:picMkLst>
        </pc:picChg>
        <pc:picChg chg="del">
          <ac:chgData name="Minh Huynh" userId="01a137d4-0d81-46e0-aca6-c9185b391828" providerId="ADAL" clId="{812CCF7A-788B-4227-A920-48EDF3D1C151}" dt="2026-10-14T11:21:51.758" v="819" actId="478"/>
          <ac:picMkLst>
            <pc:docMk/>
            <pc:sldMk cId="3201508605" sldId="4837"/>
            <ac:picMk id="272" creationId="{63EEB4DE-50A3-4CC5-A00B-6CDEB6DD22D0}"/>
          </ac:picMkLst>
        </pc:picChg>
        <pc:picChg chg="del">
          <ac:chgData name="Minh Huynh" userId="01a137d4-0d81-46e0-aca6-c9185b391828" providerId="ADAL" clId="{812CCF7A-788B-4227-A920-48EDF3D1C151}" dt="2026-10-14T11:21:51.758" v="819" actId="478"/>
          <ac:picMkLst>
            <pc:docMk/>
            <pc:sldMk cId="3201508605" sldId="4837"/>
            <ac:picMk id="273" creationId="{1C146A5A-23D7-43E0-BE86-E463F6445277}"/>
          </ac:picMkLst>
        </pc:picChg>
        <pc:picChg chg="del">
          <ac:chgData name="Minh Huynh" userId="01a137d4-0d81-46e0-aca6-c9185b391828" providerId="ADAL" clId="{812CCF7A-788B-4227-A920-48EDF3D1C151}" dt="2026-10-14T11:21:51.758" v="819" actId="478"/>
          <ac:picMkLst>
            <pc:docMk/>
            <pc:sldMk cId="3201508605" sldId="4837"/>
            <ac:picMk id="274" creationId="{8B6621C6-4A55-44C4-B9F3-97B826B637F7}"/>
          </ac:picMkLst>
        </pc:picChg>
        <pc:picChg chg="del">
          <ac:chgData name="Minh Huynh" userId="01a137d4-0d81-46e0-aca6-c9185b391828" providerId="ADAL" clId="{812CCF7A-788B-4227-A920-48EDF3D1C151}" dt="2026-10-14T11:21:51.758" v="819" actId="478"/>
          <ac:picMkLst>
            <pc:docMk/>
            <pc:sldMk cId="3201508605" sldId="4837"/>
            <ac:picMk id="275" creationId="{924ABD49-80CF-492C-8869-E8280D775CE2}"/>
          </ac:picMkLst>
        </pc:picChg>
        <pc:picChg chg="del">
          <ac:chgData name="Minh Huynh" userId="01a137d4-0d81-46e0-aca6-c9185b391828" providerId="ADAL" clId="{812CCF7A-788B-4227-A920-48EDF3D1C151}" dt="2026-10-14T11:21:51.758" v="819" actId="478"/>
          <ac:picMkLst>
            <pc:docMk/>
            <pc:sldMk cId="3201508605" sldId="4837"/>
            <ac:picMk id="276" creationId="{D0716682-7F0C-4DE2-BBDD-ABE08879B823}"/>
          </ac:picMkLst>
        </pc:picChg>
        <pc:picChg chg="del">
          <ac:chgData name="Minh Huynh" userId="01a137d4-0d81-46e0-aca6-c9185b391828" providerId="ADAL" clId="{812CCF7A-788B-4227-A920-48EDF3D1C151}" dt="2026-10-14T11:21:51.758" v="819" actId="478"/>
          <ac:picMkLst>
            <pc:docMk/>
            <pc:sldMk cId="3201508605" sldId="4837"/>
            <ac:picMk id="277" creationId="{97532036-F040-4C21-8E96-A91388473A4A}"/>
          </ac:picMkLst>
        </pc:picChg>
        <pc:picChg chg="del">
          <ac:chgData name="Minh Huynh" userId="01a137d4-0d81-46e0-aca6-c9185b391828" providerId="ADAL" clId="{812CCF7A-788B-4227-A920-48EDF3D1C151}" dt="2026-10-14T11:21:51.758" v="819" actId="478"/>
          <ac:picMkLst>
            <pc:docMk/>
            <pc:sldMk cId="3201508605" sldId="4837"/>
            <ac:picMk id="278" creationId="{54FEF18B-89D9-4C3C-8450-8AD0100A118D}"/>
          </ac:picMkLst>
        </pc:picChg>
        <pc:picChg chg="del">
          <ac:chgData name="Minh Huynh" userId="01a137d4-0d81-46e0-aca6-c9185b391828" providerId="ADAL" clId="{812CCF7A-788B-4227-A920-48EDF3D1C151}" dt="2026-10-14T11:21:51.758" v="819" actId="478"/>
          <ac:picMkLst>
            <pc:docMk/>
            <pc:sldMk cId="3201508605" sldId="4837"/>
            <ac:picMk id="279" creationId="{632C5957-769C-4A28-9D89-3D96916ED916}"/>
          </ac:picMkLst>
        </pc:picChg>
        <pc:picChg chg="del">
          <ac:chgData name="Minh Huynh" userId="01a137d4-0d81-46e0-aca6-c9185b391828" providerId="ADAL" clId="{812CCF7A-788B-4227-A920-48EDF3D1C151}" dt="2026-10-14T11:21:51.758" v="819" actId="478"/>
          <ac:picMkLst>
            <pc:docMk/>
            <pc:sldMk cId="3201508605" sldId="4837"/>
            <ac:picMk id="280" creationId="{A51858FF-5D4D-4C8E-A12A-50CAB60616F0}"/>
          </ac:picMkLst>
        </pc:picChg>
        <pc:picChg chg="del">
          <ac:chgData name="Minh Huynh" userId="01a137d4-0d81-46e0-aca6-c9185b391828" providerId="ADAL" clId="{812CCF7A-788B-4227-A920-48EDF3D1C151}" dt="2026-10-14T11:21:51.758" v="819" actId="478"/>
          <ac:picMkLst>
            <pc:docMk/>
            <pc:sldMk cId="3201508605" sldId="4837"/>
            <ac:picMk id="281" creationId="{CA28ACCB-50D7-4B91-98BC-72E92C2215B1}"/>
          </ac:picMkLst>
        </pc:picChg>
        <pc:picChg chg="del">
          <ac:chgData name="Minh Huynh" userId="01a137d4-0d81-46e0-aca6-c9185b391828" providerId="ADAL" clId="{812CCF7A-788B-4227-A920-48EDF3D1C151}" dt="2026-10-14T11:21:51.758" v="819" actId="478"/>
          <ac:picMkLst>
            <pc:docMk/>
            <pc:sldMk cId="3201508605" sldId="4837"/>
            <ac:picMk id="282" creationId="{0933DA05-21F1-4406-9420-164F7DFC7827}"/>
          </ac:picMkLst>
        </pc:picChg>
        <pc:picChg chg="del">
          <ac:chgData name="Minh Huynh" userId="01a137d4-0d81-46e0-aca6-c9185b391828" providerId="ADAL" clId="{812CCF7A-788B-4227-A920-48EDF3D1C151}" dt="2026-10-14T11:21:51.758" v="819" actId="478"/>
          <ac:picMkLst>
            <pc:docMk/>
            <pc:sldMk cId="3201508605" sldId="4837"/>
            <ac:picMk id="283" creationId="{8F1A34C0-D9BE-44F9-9B99-4856D419F9CE}"/>
          </ac:picMkLst>
        </pc:picChg>
        <pc:picChg chg="del">
          <ac:chgData name="Minh Huynh" userId="01a137d4-0d81-46e0-aca6-c9185b391828" providerId="ADAL" clId="{812CCF7A-788B-4227-A920-48EDF3D1C151}" dt="2026-10-14T11:21:51.758" v="819" actId="478"/>
          <ac:picMkLst>
            <pc:docMk/>
            <pc:sldMk cId="3201508605" sldId="4837"/>
            <ac:picMk id="284" creationId="{9852588D-3421-4D35-B289-CCD3CFF87DFB}"/>
          </ac:picMkLst>
        </pc:picChg>
        <pc:picChg chg="del">
          <ac:chgData name="Minh Huynh" userId="01a137d4-0d81-46e0-aca6-c9185b391828" providerId="ADAL" clId="{812CCF7A-788B-4227-A920-48EDF3D1C151}" dt="2026-10-14T11:21:51.758" v="819" actId="478"/>
          <ac:picMkLst>
            <pc:docMk/>
            <pc:sldMk cId="3201508605" sldId="4837"/>
            <ac:picMk id="285" creationId="{2CFA9501-0D65-4F6B-A44C-549D9D677A7B}"/>
          </ac:picMkLst>
        </pc:picChg>
        <pc:picChg chg="del">
          <ac:chgData name="Minh Huynh" userId="01a137d4-0d81-46e0-aca6-c9185b391828" providerId="ADAL" clId="{812CCF7A-788B-4227-A920-48EDF3D1C151}" dt="2026-10-14T11:21:51.758" v="819" actId="478"/>
          <ac:picMkLst>
            <pc:docMk/>
            <pc:sldMk cId="3201508605" sldId="4837"/>
            <ac:picMk id="286" creationId="{988A9297-9BB3-412E-AD65-98DE82E3CB55}"/>
          </ac:picMkLst>
        </pc:picChg>
        <pc:picChg chg="del">
          <ac:chgData name="Minh Huynh" userId="01a137d4-0d81-46e0-aca6-c9185b391828" providerId="ADAL" clId="{812CCF7A-788B-4227-A920-48EDF3D1C151}" dt="2026-10-14T11:21:51.758" v="819" actId="478"/>
          <ac:picMkLst>
            <pc:docMk/>
            <pc:sldMk cId="3201508605" sldId="4837"/>
            <ac:picMk id="287" creationId="{77954C08-CF7A-4FEF-B433-C4D1D51559A8}"/>
          </ac:picMkLst>
        </pc:picChg>
        <pc:picChg chg="del">
          <ac:chgData name="Minh Huynh" userId="01a137d4-0d81-46e0-aca6-c9185b391828" providerId="ADAL" clId="{812CCF7A-788B-4227-A920-48EDF3D1C151}" dt="2026-10-14T11:21:51.758" v="819" actId="478"/>
          <ac:picMkLst>
            <pc:docMk/>
            <pc:sldMk cId="3201508605" sldId="4837"/>
            <ac:picMk id="288" creationId="{8748D23D-E73F-4408-B519-F88C48942B0D}"/>
          </ac:picMkLst>
        </pc:picChg>
        <pc:picChg chg="del">
          <ac:chgData name="Minh Huynh" userId="01a137d4-0d81-46e0-aca6-c9185b391828" providerId="ADAL" clId="{812CCF7A-788B-4227-A920-48EDF3D1C151}" dt="2026-10-14T11:21:51.758" v="819" actId="478"/>
          <ac:picMkLst>
            <pc:docMk/>
            <pc:sldMk cId="3201508605" sldId="4837"/>
            <ac:picMk id="289" creationId="{A152DE18-F19C-4588-9FC7-521B69EA9099}"/>
          </ac:picMkLst>
        </pc:picChg>
        <pc:picChg chg="del">
          <ac:chgData name="Minh Huynh" userId="01a137d4-0d81-46e0-aca6-c9185b391828" providerId="ADAL" clId="{812CCF7A-788B-4227-A920-48EDF3D1C151}" dt="2026-10-14T11:21:51.758" v="819" actId="478"/>
          <ac:picMkLst>
            <pc:docMk/>
            <pc:sldMk cId="3201508605" sldId="4837"/>
            <ac:picMk id="290" creationId="{E74F91D0-EBA2-4DD4-B24A-0DA0C0A069B6}"/>
          </ac:picMkLst>
        </pc:picChg>
        <pc:picChg chg="del">
          <ac:chgData name="Minh Huynh" userId="01a137d4-0d81-46e0-aca6-c9185b391828" providerId="ADAL" clId="{812CCF7A-788B-4227-A920-48EDF3D1C151}" dt="2026-10-14T11:21:51.758" v="819" actId="478"/>
          <ac:picMkLst>
            <pc:docMk/>
            <pc:sldMk cId="3201508605" sldId="4837"/>
            <ac:picMk id="291" creationId="{BC3EB3AA-3218-483B-8617-6C1BCC1D35BE}"/>
          </ac:picMkLst>
        </pc:picChg>
        <pc:picChg chg="del">
          <ac:chgData name="Minh Huynh" userId="01a137d4-0d81-46e0-aca6-c9185b391828" providerId="ADAL" clId="{812CCF7A-788B-4227-A920-48EDF3D1C151}" dt="2026-10-14T11:21:51.758" v="819" actId="478"/>
          <ac:picMkLst>
            <pc:docMk/>
            <pc:sldMk cId="3201508605" sldId="4837"/>
            <ac:picMk id="292" creationId="{FB4BA5AA-FE38-42D3-B55A-77AD99E21F33}"/>
          </ac:picMkLst>
        </pc:picChg>
        <pc:picChg chg="del">
          <ac:chgData name="Minh Huynh" userId="01a137d4-0d81-46e0-aca6-c9185b391828" providerId="ADAL" clId="{812CCF7A-788B-4227-A920-48EDF3D1C151}" dt="2026-10-14T11:21:51.758" v="819" actId="478"/>
          <ac:picMkLst>
            <pc:docMk/>
            <pc:sldMk cId="3201508605" sldId="4837"/>
            <ac:picMk id="293" creationId="{41B90777-CFAF-4B23-8DC8-18A7173683FD}"/>
          </ac:picMkLst>
        </pc:picChg>
        <pc:picChg chg="del">
          <ac:chgData name="Minh Huynh" userId="01a137d4-0d81-46e0-aca6-c9185b391828" providerId="ADAL" clId="{812CCF7A-788B-4227-A920-48EDF3D1C151}" dt="2026-10-14T11:21:51.758" v="819" actId="478"/>
          <ac:picMkLst>
            <pc:docMk/>
            <pc:sldMk cId="3201508605" sldId="4837"/>
            <ac:picMk id="294" creationId="{D2226242-CA2B-40AF-946E-A6EA9472BAA2}"/>
          </ac:picMkLst>
        </pc:picChg>
        <pc:picChg chg="del">
          <ac:chgData name="Minh Huynh" userId="01a137d4-0d81-46e0-aca6-c9185b391828" providerId="ADAL" clId="{812CCF7A-788B-4227-A920-48EDF3D1C151}" dt="2026-10-14T11:21:51.758" v="819" actId="478"/>
          <ac:picMkLst>
            <pc:docMk/>
            <pc:sldMk cId="3201508605" sldId="4837"/>
            <ac:picMk id="295" creationId="{75B5F2E8-3FD8-4542-932D-0BD0838E3929}"/>
          </ac:picMkLst>
        </pc:picChg>
        <pc:picChg chg="del">
          <ac:chgData name="Minh Huynh" userId="01a137d4-0d81-46e0-aca6-c9185b391828" providerId="ADAL" clId="{812CCF7A-788B-4227-A920-48EDF3D1C151}" dt="2026-10-14T11:21:51.758" v="819" actId="478"/>
          <ac:picMkLst>
            <pc:docMk/>
            <pc:sldMk cId="3201508605" sldId="4837"/>
            <ac:picMk id="296" creationId="{66F160B8-1A28-4686-8714-4E68BCAA8003}"/>
          </ac:picMkLst>
        </pc:picChg>
        <pc:picChg chg="del">
          <ac:chgData name="Minh Huynh" userId="01a137d4-0d81-46e0-aca6-c9185b391828" providerId="ADAL" clId="{812CCF7A-788B-4227-A920-48EDF3D1C151}" dt="2026-10-14T11:21:51.758" v="819" actId="478"/>
          <ac:picMkLst>
            <pc:docMk/>
            <pc:sldMk cId="3201508605" sldId="4837"/>
            <ac:picMk id="297" creationId="{AF0EAA7D-A4F3-4CDD-90AB-EC1EC3EE880F}"/>
          </ac:picMkLst>
        </pc:picChg>
        <pc:picChg chg="del">
          <ac:chgData name="Minh Huynh" userId="01a137d4-0d81-46e0-aca6-c9185b391828" providerId="ADAL" clId="{812CCF7A-788B-4227-A920-48EDF3D1C151}" dt="2026-10-14T11:21:51.758" v="819" actId="478"/>
          <ac:picMkLst>
            <pc:docMk/>
            <pc:sldMk cId="3201508605" sldId="4837"/>
            <ac:picMk id="298" creationId="{0451C325-EDCD-4951-B07E-28506C65ED9A}"/>
          </ac:picMkLst>
        </pc:picChg>
        <pc:picChg chg="del">
          <ac:chgData name="Minh Huynh" userId="01a137d4-0d81-46e0-aca6-c9185b391828" providerId="ADAL" clId="{812CCF7A-788B-4227-A920-48EDF3D1C151}" dt="2026-10-14T11:21:51.758" v="819" actId="478"/>
          <ac:picMkLst>
            <pc:docMk/>
            <pc:sldMk cId="3201508605" sldId="4837"/>
            <ac:picMk id="299" creationId="{2D8739F2-1A25-4986-B20F-D0F072B73F24}"/>
          </ac:picMkLst>
        </pc:picChg>
        <pc:picChg chg="del">
          <ac:chgData name="Minh Huynh" userId="01a137d4-0d81-46e0-aca6-c9185b391828" providerId="ADAL" clId="{812CCF7A-788B-4227-A920-48EDF3D1C151}" dt="2026-10-14T11:21:51.758" v="819" actId="478"/>
          <ac:picMkLst>
            <pc:docMk/>
            <pc:sldMk cId="3201508605" sldId="4837"/>
            <ac:picMk id="300" creationId="{C21B01AE-2104-4FCE-B891-7CDBE9B4008C}"/>
          </ac:picMkLst>
        </pc:picChg>
        <pc:picChg chg="del">
          <ac:chgData name="Minh Huynh" userId="01a137d4-0d81-46e0-aca6-c9185b391828" providerId="ADAL" clId="{812CCF7A-788B-4227-A920-48EDF3D1C151}" dt="2026-10-14T11:21:51.758" v="819" actId="478"/>
          <ac:picMkLst>
            <pc:docMk/>
            <pc:sldMk cId="3201508605" sldId="4837"/>
            <ac:picMk id="301" creationId="{9F17E115-763B-4790-8810-BB1301770C03}"/>
          </ac:picMkLst>
        </pc:picChg>
        <pc:picChg chg="del">
          <ac:chgData name="Minh Huynh" userId="01a137d4-0d81-46e0-aca6-c9185b391828" providerId="ADAL" clId="{812CCF7A-788B-4227-A920-48EDF3D1C151}" dt="2026-10-14T11:21:51.758" v="819" actId="478"/>
          <ac:picMkLst>
            <pc:docMk/>
            <pc:sldMk cId="3201508605" sldId="4837"/>
            <ac:picMk id="302" creationId="{C3AFD79B-45C3-40CB-82AA-AFC3F867942C}"/>
          </ac:picMkLst>
        </pc:picChg>
        <pc:picChg chg="del">
          <ac:chgData name="Minh Huynh" userId="01a137d4-0d81-46e0-aca6-c9185b391828" providerId="ADAL" clId="{812CCF7A-788B-4227-A920-48EDF3D1C151}" dt="2026-10-14T11:21:51.758" v="819" actId="478"/>
          <ac:picMkLst>
            <pc:docMk/>
            <pc:sldMk cId="3201508605" sldId="4837"/>
            <ac:picMk id="303" creationId="{E4A329A9-2566-4469-ADD3-91E79D624B24}"/>
          </ac:picMkLst>
        </pc:picChg>
        <pc:picChg chg="del">
          <ac:chgData name="Minh Huynh" userId="01a137d4-0d81-46e0-aca6-c9185b391828" providerId="ADAL" clId="{812CCF7A-788B-4227-A920-48EDF3D1C151}" dt="2026-10-14T11:21:51.758" v="819" actId="478"/>
          <ac:picMkLst>
            <pc:docMk/>
            <pc:sldMk cId="3201508605" sldId="4837"/>
            <ac:picMk id="304" creationId="{F1499BEF-874D-4F38-B5D3-EE9F16958A33}"/>
          </ac:picMkLst>
        </pc:picChg>
        <pc:picChg chg="del">
          <ac:chgData name="Minh Huynh" userId="01a137d4-0d81-46e0-aca6-c9185b391828" providerId="ADAL" clId="{812CCF7A-788B-4227-A920-48EDF3D1C151}" dt="2026-10-14T11:21:51.758" v="819" actId="478"/>
          <ac:picMkLst>
            <pc:docMk/>
            <pc:sldMk cId="3201508605" sldId="4837"/>
            <ac:picMk id="305" creationId="{AE8CA8E4-850C-4032-92FE-B733CB97D5AA}"/>
          </ac:picMkLst>
        </pc:picChg>
        <pc:picChg chg="del">
          <ac:chgData name="Minh Huynh" userId="01a137d4-0d81-46e0-aca6-c9185b391828" providerId="ADAL" clId="{812CCF7A-788B-4227-A920-48EDF3D1C151}" dt="2026-10-14T11:21:51.758" v="819" actId="478"/>
          <ac:picMkLst>
            <pc:docMk/>
            <pc:sldMk cId="3201508605" sldId="4837"/>
            <ac:picMk id="306" creationId="{D226CDA9-555A-4428-96D6-37E676D8D6E8}"/>
          </ac:picMkLst>
        </pc:picChg>
        <pc:picChg chg="del">
          <ac:chgData name="Minh Huynh" userId="01a137d4-0d81-46e0-aca6-c9185b391828" providerId="ADAL" clId="{812CCF7A-788B-4227-A920-48EDF3D1C151}" dt="2026-10-14T11:21:51.758" v="819" actId="478"/>
          <ac:picMkLst>
            <pc:docMk/>
            <pc:sldMk cId="3201508605" sldId="4837"/>
            <ac:picMk id="307" creationId="{B90AC48F-48DB-4ED8-97B1-FDA5689894E6}"/>
          </ac:picMkLst>
        </pc:picChg>
        <pc:picChg chg="del">
          <ac:chgData name="Minh Huynh" userId="01a137d4-0d81-46e0-aca6-c9185b391828" providerId="ADAL" clId="{812CCF7A-788B-4227-A920-48EDF3D1C151}" dt="2026-10-14T11:21:51.758" v="819" actId="478"/>
          <ac:picMkLst>
            <pc:docMk/>
            <pc:sldMk cId="3201508605" sldId="4837"/>
            <ac:picMk id="308" creationId="{330D7DB0-08B0-440B-ADA3-25372A213A85}"/>
          </ac:picMkLst>
        </pc:picChg>
        <pc:picChg chg="del">
          <ac:chgData name="Minh Huynh" userId="01a137d4-0d81-46e0-aca6-c9185b391828" providerId="ADAL" clId="{812CCF7A-788B-4227-A920-48EDF3D1C151}" dt="2026-10-14T11:21:51.758" v="819" actId="478"/>
          <ac:picMkLst>
            <pc:docMk/>
            <pc:sldMk cId="3201508605" sldId="4837"/>
            <ac:picMk id="309" creationId="{23E8F6A9-A558-43A1-AFEA-C8F85581D98A}"/>
          </ac:picMkLst>
        </pc:picChg>
        <pc:picChg chg="del">
          <ac:chgData name="Minh Huynh" userId="01a137d4-0d81-46e0-aca6-c9185b391828" providerId="ADAL" clId="{812CCF7A-788B-4227-A920-48EDF3D1C151}" dt="2026-10-14T11:21:51.758" v="819" actId="478"/>
          <ac:picMkLst>
            <pc:docMk/>
            <pc:sldMk cId="3201508605" sldId="4837"/>
            <ac:picMk id="310" creationId="{5BF0E09E-268C-4EE6-B8C2-5798B4775170}"/>
          </ac:picMkLst>
        </pc:picChg>
        <pc:picChg chg="del">
          <ac:chgData name="Minh Huynh" userId="01a137d4-0d81-46e0-aca6-c9185b391828" providerId="ADAL" clId="{812CCF7A-788B-4227-A920-48EDF3D1C151}" dt="2026-10-14T11:21:51.758" v="819" actId="478"/>
          <ac:picMkLst>
            <pc:docMk/>
            <pc:sldMk cId="3201508605" sldId="4837"/>
            <ac:picMk id="311" creationId="{691FC23B-0946-4378-86A0-31E4296338C2}"/>
          </ac:picMkLst>
        </pc:picChg>
        <pc:picChg chg="del">
          <ac:chgData name="Minh Huynh" userId="01a137d4-0d81-46e0-aca6-c9185b391828" providerId="ADAL" clId="{812CCF7A-788B-4227-A920-48EDF3D1C151}" dt="2026-10-14T11:21:51.758" v="819" actId="478"/>
          <ac:picMkLst>
            <pc:docMk/>
            <pc:sldMk cId="3201508605" sldId="4837"/>
            <ac:picMk id="312" creationId="{9D4547CC-BF39-453E-8942-6645A9D210E4}"/>
          </ac:picMkLst>
        </pc:picChg>
        <pc:picChg chg="del">
          <ac:chgData name="Minh Huynh" userId="01a137d4-0d81-46e0-aca6-c9185b391828" providerId="ADAL" clId="{812CCF7A-788B-4227-A920-48EDF3D1C151}" dt="2026-10-14T11:21:51.758" v="819" actId="478"/>
          <ac:picMkLst>
            <pc:docMk/>
            <pc:sldMk cId="3201508605" sldId="4837"/>
            <ac:picMk id="313" creationId="{8F84F358-2DFD-4CB5-80CB-F12F1512DCEC}"/>
          </ac:picMkLst>
        </pc:picChg>
        <pc:picChg chg="del">
          <ac:chgData name="Minh Huynh" userId="01a137d4-0d81-46e0-aca6-c9185b391828" providerId="ADAL" clId="{812CCF7A-788B-4227-A920-48EDF3D1C151}" dt="2026-10-14T11:21:51.758" v="819" actId="478"/>
          <ac:picMkLst>
            <pc:docMk/>
            <pc:sldMk cId="3201508605" sldId="4837"/>
            <ac:picMk id="314" creationId="{899E0586-7AE4-4B79-84DD-61953101DBCD}"/>
          </ac:picMkLst>
        </pc:picChg>
      </pc:sldChg>
    </pc:docChg>
  </pc:docChgLst>
  <pc:docChgLst>
    <pc:chgData name="Minh Huynh" userId="01a137d4-0d81-46e0-aca6-c9185b391828" providerId="ADAL" clId="{CF02122B-8685-4227-9B3E-A85B24F402DE}"/>
    <pc:docChg chg="undo redo custSel addSld delSld modSld sldOrd">
      <pc:chgData name="Minh Huynh" userId="01a137d4-0d81-46e0-aca6-c9185b391828" providerId="ADAL" clId="{CF02122B-8685-4227-9B3E-A85B24F402DE}" dt="2026-10-13T10:21:53.210" v="1500" actId="47"/>
      <pc:docMkLst>
        <pc:docMk/>
      </pc:docMkLst>
      <pc:sldChg chg="modSp mod">
        <pc:chgData name="Minh Huynh" userId="01a137d4-0d81-46e0-aca6-c9185b391828" providerId="ADAL" clId="{CF02122B-8685-4227-9B3E-A85B24F402DE}" dt="2026-10-13T09:54:45.387" v="18" actId="20577"/>
        <pc:sldMkLst>
          <pc:docMk/>
          <pc:sldMk cId="1972624584" sldId="257"/>
        </pc:sldMkLst>
        <pc:spChg chg="mod">
          <ac:chgData name="Minh Huynh" userId="01a137d4-0d81-46e0-aca6-c9185b391828" providerId="ADAL" clId="{CF02122B-8685-4227-9B3E-A85B24F402DE}" dt="2026-10-13T09:54:45.387" v="18" actId="20577"/>
          <ac:spMkLst>
            <pc:docMk/>
            <pc:sldMk cId="1972624584" sldId="257"/>
            <ac:spMk id="13" creationId="{F11B6F01-F247-4E5E-AC9E-2D11F2681474}"/>
          </ac:spMkLst>
        </pc:spChg>
      </pc:sldChg>
      <pc:sldChg chg="addSp delSp modSp mod">
        <pc:chgData name="Minh Huynh" userId="01a137d4-0d81-46e0-aca6-c9185b391828" providerId="ADAL" clId="{CF02122B-8685-4227-9B3E-A85B24F402DE}" dt="2026-10-13T09:58:50.622" v="514" actId="1076"/>
        <pc:sldMkLst>
          <pc:docMk/>
          <pc:sldMk cId="1166963934" sldId="883"/>
        </pc:sldMkLst>
        <pc:spChg chg="mod">
          <ac:chgData name="Minh Huynh" userId="01a137d4-0d81-46e0-aca6-c9185b391828" providerId="ADAL" clId="{CF02122B-8685-4227-9B3E-A85B24F402DE}" dt="2026-10-13T09:57:51.314" v="409" actId="20577"/>
          <ac:spMkLst>
            <pc:docMk/>
            <pc:sldMk cId="1166963934" sldId="883"/>
            <ac:spMk id="4" creationId="{7BC73E8E-0D58-4B4B-A5C4-A8AE38997407}"/>
          </ac:spMkLst>
        </pc:spChg>
        <pc:spChg chg="mod">
          <ac:chgData name="Minh Huynh" userId="01a137d4-0d81-46e0-aca6-c9185b391828" providerId="ADAL" clId="{CF02122B-8685-4227-9B3E-A85B24F402DE}" dt="2026-10-13T09:58:29.244" v="510" actId="14100"/>
          <ac:spMkLst>
            <pc:docMk/>
            <pc:sldMk cId="1166963934" sldId="883"/>
            <ac:spMk id="5" creationId="{3BBBF4A9-1FF9-45CB-8257-FB748ECAEB1A}"/>
          </ac:spMkLst>
        </pc:spChg>
        <pc:picChg chg="del">
          <ac:chgData name="Minh Huynh" userId="01a137d4-0d81-46e0-aca6-c9185b391828" providerId="ADAL" clId="{CF02122B-8685-4227-9B3E-A85B24F402DE}" dt="2026-10-13T09:55:52.310" v="19" actId="478"/>
          <ac:picMkLst>
            <pc:docMk/>
            <pc:sldMk cId="1166963934" sldId="883"/>
            <ac:picMk id="2" creationId="{E7851CAB-89FE-468A-8C22-3319479649C7}"/>
          </ac:picMkLst>
        </pc:picChg>
        <pc:picChg chg="add mod">
          <ac:chgData name="Minh Huynh" userId="01a137d4-0d81-46e0-aca6-c9185b391828" providerId="ADAL" clId="{CF02122B-8685-4227-9B3E-A85B24F402DE}" dt="2026-10-13T09:58:50.622" v="514" actId="1076"/>
          <ac:picMkLst>
            <pc:docMk/>
            <pc:sldMk cId="1166963934" sldId="883"/>
            <ac:picMk id="6" creationId="{AE84BA3B-1BB1-4423-ABB5-6ACA17848C9D}"/>
          </ac:picMkLst>
        </pc:picChg>
      </pc:sldChg>
      <pc:sldChg chg="addSp delSp modSp add mod">
        <pc:chgData name="Minh Huynh" userId="01a137d4-0d81-46e0-aca6-c9185b391828" providerId="ADAL" clId="{CF02122B-8685-4227-9B3E-A85B24F402DE}" dt="2026-10-13T10:01:22.670" v="625" actId="1076"/>
        <pc:sldMkLst>
          <pc:docMk/>
          <pc:sldMk cId="4161395220" sldId="884"/>
        </pc:sldMkLst>
        <pc:spChg chg="mod">
          <ac:chgData name="Minh Huynh" userId="01a137d4-0d81-46e0-aca6-c9185b391828" providerId="ADAL" clId="{CF02122B-8685-4227-9B3E-A85B24F402DE}" dt="2026-10-13T10:00:16.101" v="572" actId="20577"/>
          <ac:spMkLst>
            <pc:docMk/>
            <pc:sldMk cId="4161395220" sldId="884"/>
            <ac:spMk id="4" creationId="{7BC73E8E-0D58-4B4B-A5C4-A8AE38997407}"/>
          </ac:spMkLst>
        </pc:spChg>
        <pc:spChg chg="mod">
          <ac:chgData name="Minh Huynh" userId="01a137d4-0d81-46e0-aca6-c9185b391828" providerId="ADAL" clId="{CF02122B-8685-4227-9B3E-A85B24F402DE}" dt="2026-10-13T10:01:15.991" v="621" actId="14100"/>
          <ac:spMkLst>
            <pc:docMk/>
            <pc:sldMk cId="4161395220" sldId="884"/>
            <ac:spMk id="5" creationId="{3BBBF4A9-1FF9-45CB-8257-FB748ECAEB1A}"/>
          </ac:spMkLst>
        </pc:spChg>
        <pc:graphicFrameChg chg="add del mod">
          <ac:chgData name="Minh Huynh" userId="01a137d4-0d81-46e0-aca6-c9185b391828" providerId="ADAL" clId="{CF02122B-8685-4227-9B3E-A85B24F402DE}" dt="2026-10-13T10:00:41.391" v="583" actId="478"/>
          <ac:graphicFrameMkLst>
            <pc:docMk/>
            <pc:sldMk cId="4161395220" sldId="884"/>
            <ac:graphicFrameMk id="7" creationId="{BA943B7F-E664-46C5-8FE5-622AD8F35283}"/>
          </ac:graphicFrameMkLst>
        </pc:graphicFrameChg>
        <pc:picChg chg="del">
          <ac:chgData name="Minh Huynh" userId="01a137d4-0d81-46e0-aca6-c9185b391828" providerId="ADAL" clId="{CF02122B-8685-4227-9B3E-A85B24F402DE}" dt="2026-10-13T09:59:37.575" v="516" actId="478"/>
          <ac:picMkLst>
            <pc:docMk/>
            <pc:sldMk cId="4161395220" sldId="884"/>
            <ac:picMk id="6" creationId="{AE84BA3B-1BB1-4423-ABB5-6ACA17848C9D}"/>
          </ac:picMkLst>
        </pc:picChg>
        <pc:picChg chg="add mod">
          <ac:chgData name="Minh Huynh" userId="01a137d4-0d81-46e0-aca6-c9185b391828" providerId="ADAL" clId="{CF02122B-8685-4227-9B3E-A85B24F402DE}" dt="2026-10-13T10:01:22.670" v="625" actId="1076"/>
          <ac:picMkLst>
            <pc:docMk/>
            <pc:sldMk cId="4161395220" sldId="884"/>
            <ac:picMk id="8" creationId="{5AD9CC63-9F8E-4996-89E7-315F06303FD0}"/>
          </ac:picMkLst>
        </pc:picChg>
      </pc:sldChg>
      <pc:sldChg chg="addSp delSp modSp add mod">
        <pc:chgData name="Minh Huynh" userId="01a137d4-0d81-46e0-aca6-c9185b391828" providerId="ADAL" clId="{CF02122B-8685-4227-9B3E-A85B24F402DE}" dt="2026-10-13T10:03:07.662" v="688" actId="20577"/>
        <pc:sldMkLst>
          <pc:docMk/>
          <pc:sldMk cId="3990577403" sldId="885"/>
        </pc:sldMkLst>
        <pc:spChg chg="mod">
          <ac:chgData name="Minh Huynh" userId="01a137d4-0d81-46e0-aca6-c9185b391828" providerId="ADAL" clId="{CF02122B-8685-4227-9B3E-A85B24F402DE}" dt="2026-10-13T10:01:40.652" v="636" actId="20577"/>
          <ac:spMkLst>
            <pc:docMk/>
            <pc:sldMk cId="3990577403" sldId="885"/>
            <ac:spMk id="4" creationId="{7BC73E8E-0D58-4B4B-A5C4-A8AE38997407}"/>
          </ac:spMkLst>
        </pc:spChg>
        <pc:spChg chg="mod">
          <ac:chgData name="Minh Huynh" userId="01a137d4-0d81-46e0-aca6-c9185b391828" providerId="ADAL" clId="{CF02122B-8685-4227-9B3E-A85B24F402DE}" dt="2026-10-13T10:03:07.662" v="688" actId="20577"/>
          <ac:spMkLst>
            <pc:docMk/>
            <pc:sldMk cId="3990577403" sldId="885"/>
            <ac:spMk id="5" creationId="{3BBBF4A9-1FF9-45CB-8257-FB748ECAEB1A}"/>
          </ac:spMkLst>
        </pc:spChg>
        <pc:picChg chg="add del mod">
          <ac:chgData name="Minh Huynh" userId="01a137d4-0d81-46e0-aca6-c9185b391828" providerId="ADAL" clId="{CF02122B-8685-4227-9B3E-A85B24F402DE}" dt="2026-10-13T10:01:49.365" v="639" actId="21"/>
          <ac:picMkLst>
            <pc:docMk/>
            <pc:sldMk cId="3990577403" sldId="885"/>
            <ac:picMk id="6" creationId="{FE6C7E84-BC17-40DE-8BFE-C1A21052E418}"/>
          </ac:picMkLst>
        </pc:picChg>
        <pc:picChg chg="add mod">
          <ac:chgData name="Minh Huynh" userId="01a137d4-0d81-46e0-aca6-c9185b391828" providerId="ADAL" clId="{CF02122B-8685-4227-9B3E-A85B24F402DE}" dt="2026-10-13T10:01:58.994" v="646" actId="1076"/>
          <ac:picMkLst>
            <pc:docMk/>
            <pc:sldMk cId="3990577403" sldId="885"/>
            <ac:picMk id="7" creationId="{D72A64B2-69DE-4B19-B56E-CECBF7044AE7}"/>
          </ac:picMkLst>
        </pc:picChg>
        <pc:picChg chg="del">
          <ac:chgData name="Minh Huynh" userId="01a137d4-0d81-46e0-aca6-c9185b391828" providerId="ADAL" clId="{CF02122B-8685-4227-9B3E-A85B24F402DE}" dt="2026-10-13T10:01:47.368" v="637" actId="478"/>
          <ac:picMkLst>
            <pc:docMk/>
            <pc:sldMk cId="3990577403" sldId="885"/>
            <ac:picMk id="8" creationId="{5AD9CC63-9F8E-4996-89E7-315F06303FD0}"/>
          </ac:picMkLst>
        </pc:picChg>
      </pc:sldChg>
      <pc:sldChg chg="addSp delSp modSp add mod">
        <pc:chgData name="Minh Huynh" userId="01a137d4-0d81-46e0-aca6-c9185b391828" providerId="ADAL" clId="{CF02122B-8685-4227-9B3E-A85B24F402DE}" dt="2026-10-13T10:04:46.492" v="712" actId="255"/>
        <pc:sldMkLst>
          <pc:docMk/>
          <pc:sldMk cId="4248706899" sldId="886"/>
        </pc:sldMkLst>
        <pc:spChg chg="mod">
          <ac:chgData name="Minh Huynh" userId="01a137d4-0d81-46e0-aca6-c9185b391828" providerId="ADAL" clId="{CF02122B-8685-4227-9B3E-A85B24F402DE}" dt="2026-10-13T10:03:39.997" v="700" actId="20577"/>
          <ac:spMkLst>
            <pc:docMk/>
            <pc:sldMk cId="4248706899" sldId="886"/>
            <ac:spMk id="4" creationId="{7BC73E8E-0D58-4B4B-A5C4-A8AE38997407}"/>
          </ac:spMkLst>
        </pc:spChg>
        <pc:spChg chg="del">
          <ac:chgData name="Minh Huynh" userId="01a137d4-0d81-46e0-aca6-c9185b391828" providerId="ADAL" clId="{CF02122B-8685-4227-9B3E-A85B24F402DE}" dt="2026-10-13T10:03:53.789" v="702" actId="478"/>
          <ac:spMkLst>
            <pc:docMk/>
            <pc:sldMk cId="4248706899" sldId="886"/>
            <ac:spMk id="5" creationId="{3BBBF4A9-1FF9-45CB-8257-FB748ECAEB1A}"/>
          </ac:spMkLst>
        </pc:spChg>
        <pc:spChg chg="add mod">
          <ac:chgData name="Minh Huynh" userId="01a137d4-0d81-46e0-aca6-c9185b391828" providerId="ADAL" clId="{CF02122B-8685-4227-9B3E-A85B24F402DE}" dt="2026-10-13T10:04:42.010" v="710" actId="1076"/>
          <ac:spMkLst>
            <pc:docMk/>
            <pc:sldMk cId="4248706899" sldId="886"/>
            <ac:spMk id="6" creationId="{9A35D4F0-877C-44CB-903F-1C71A94A4C9D}"/>
          </ac:spMkLst>
        </pc:spChg>
        <pc:graphicFrameChg chg="add mod modGraphic">
          <ac:chgData name="Minh Huynh" userId="01a137d4-0d81-46e0-aca6-c9185b391828" providerId="ADAL" clId="{CF02122B-8685-4227-9B3E-A85B24F402DE}" dt="2026-10-13T10:04:46.492" v="712" actId="255"/>
          <ac:graphicFrameMkLst>
            <pc:docMk/>
            <pc:sldMk cId="4248706899" sldId="886"/>
            <ac:graphicFrameMk id="8" creationId="{0403CDC1-4B4D-4F0E-9059-FC01B9662EE9}"/>
          </ac:graphicFrameMkLst>
        </pc:graphicFrameChg>
        <pc:picChg chg="del">
          <ac:chgData name="Minh Huynh" userId="01a137d4-0d81-46e0-aca6-c9185b391828" providerId="ADAL" clId="{CF02122B-8685-4227-9B3E-A85B24F402DE}" dt="2026-10-13T10:03:41.310" v="701" actId="478"/>
          <ac:picMkLst>
            <pc:docMk/>
            <pc:sldMk cId="4248706899" sldId="886"/>
            <ac:picMk id="7" creationId="{D72A64B2-69DE-4B19-B56E-CECBF7044AE7}"/>
          </ac:picMkLst>
        </pc:picChg>
      </pc:sldChg>
      <pc:sldChg chg="del">
        <pc:chgData name="Minh Huynh" userId="01a137d4-0d81-46e0-aca6-c9185b391828" providerId="ADAL" clId="{CF02122B-8685-4227-9B3E-A85B24F402DE}" dt="2026-10-13T09:54:35.156" v="0" actId="47"/>
        <pc:sldMkLst>
          <pc:docMk/>
          <pc:sldMk cId="950690789" sldId="4365"/>
        </pc:sldMkLst>
      </pc:sldChg>
      <pc:sldChg chg="del">
        <pc:chgData name="Minh Huynh" userId="01a137d4-0d81-46e0-aca6-c9185b391828" providerId="ADAL" clId="{CF02122B-8685-4227-9B3E-A85B24F402DE}" dt="2026-10-13T09:54:35.156" v="0" actId="47"/>
        <pc:sldMkLst>
          <pc:docMk/>
          <pc:sldMk cId="3735371360" sldId="4378"/>
        </pc:sldMkLst>
      </pc:sldChg>
      <pc:sldChg chg="del">
        <pc:chgData name="Minh Huynh" userId="01a137d4-0d81-46e0-aca6-c9185b391828" providerId="ADAL" clId="{CF02122B-8685-4227-9B3E-A85B24F402DE}" dt="2026-10-13T09:54:35.156" v="0" actId="47"/>
        <pc:sldMkLst>
          <pc:docMk/>
          <pc:sldMk cId="3009185353" sldId="4379"/>
        </pc:sldMkLst>
      </pc:sldChg>
      <pc:sldChg chg="addSp delSp modSp add mod">
        <pc:chgData name="Minh Huynh" userId="01a137d4-0d81-46e0-aca6-c9185b391828" providerId="ADAL" clId="{CF02122B-8685-4227-9B3E-A85B24F402DE}" dt="2026-10-13T10:08:29.572" v="1178" actId="207"/>
        <pc:sldMkLst>
          <pc:docMk/>
          <pc:sldMk cId="948970440" sldId="4402"/>
        </pc:sldMkLst>
        <pc:spChg chg="del">
          <ac:chgData name="Minh Huynh" userId="01a137d4-0d81-46e0-aca6-c9185b391828" providerId="ADAL" clId="{CF02122B-8685-4227-9B3E-A85B24F402DE}" dt="2026-10-13T10:05:27.168" v="719" actId="478"/>
          <ac:spMkLst>
            <pc:docMk/>
            <pc:sldMk cId="948970440" sldId="4402"/>
            <ac:spMk id="9" creationId="{274AF733-5518-4709-8CB2-B899A8D12C92}"/>
          </ac:spMkLst>
        </pc:spChg>
        <pc:spChg chg="add mod">
          <ac:chgData name="Minh Huynh" userId="01a137d4-0d81-46e0-aca6-c9185b391828" providerId="ADAL" clId="{CF02122B-8685-4227-9B3E-A85B24F402DE}" dt="2026-10-13T10:05:25.264" v="718"/>
          <ac:spMkLst>
            <pc:docMk/>
            <pc:sldMk cId="948970440" sldId="4402"/>
            <ac:spMk id="15" creationId="{EC1C95F5-6A0F-455A-ABF6-EB0936A066F9}"/>
          </ac:spMkLst>
        </pc:spChg>
        <pc:spChg chg="mod">
          <ac:chgData name="Minh Huynh" userId="01a137d4-0d81-46e0-aca6-c9185b391828" providerId="ADAL" clId="{CF02122B-8685-4227-9B3E-A85B24F402DE}" dt="2026-10-13T10:08:29.572" v="1178" actId="207"/>
          <ac:spMkLst>
            <pc:docMk/>
            <pc:sldMk cId="948970440" sldId="4402"/>
            <ac:spMk id="16" creationId="{BC49603C-6AA2-457D-AF4E-8B3F785DAE1E}"/>
          </ac:spMkLst>
        </pc:spChg>
        <pc:spChg chg="del">
          <ac:chgData name="Minh Huynh" userId="01a137d4-0d81-46e0-aca6-c9185b391828" providerId="ADAL" clId="{CF02122B-8685-4227-9B3E-A85B24F402DE}" dt="2026-10-13T10:05:15.373" v="714" actId="478"/>
          <ac:spMkLst>
            <pc:docMk/>
            <pc:sldMk cId="948970440" sldId="4402"/>
            <ac:spMk id="17" creationId="{DA6AE146-654F-4033-B9AC-1E09CD292D96}"/>
          </ac:spMkLst>
        </pc:spChg>
        <pc:spChg chg="del">
          <ac:chgData name="Minh Huynh" userId="01a137d4-0d81-46e0-aca6-c9185b391828" providerId="ADAL" clId="{CF02122B-8685-4227-9B3E-A85B24F402DE}" dt="2026-10-13T10:05:15.373" v="714" actId="478"/>
          <ac:spMkLst>
            <pc:docMk/>
            <pc:sldMk cId="948970440" sldId="4402"/>
            <ac:spMk id="18" creationId="{2017006E-C48F-41C0-AD24-1C0C305C3C90}"/>
          </ac:spMkLst>
        </pc:spChg>
        <pc:spChg chg="del">
          <ac:chgData name="Minh Huynh" userId="01a137d4-0d81-46e0-aca6-c9185b391828" providerId="ADAL" clId="{CF02122B-8685-4227-9B3E-A85B24F402DE}" dt="2026-10-13T10:05:15.373" v="714" actId="478"/>
          <ac:spMkLst>
            <pc:docMk/>
            <pc:sldMk cId="948970440" sldId="4402"/>
            <ac:spMk id="19" creationId="{D025FDA7-FCCA-4855-8D96-FD15969E33F4}"/>
          </ac:spMkLst>
        </pc:spChg>
        <pc:spChg chg="del">
          <ac:chgData name="Minh Huynh" userId="01a137d4-0d81-46e0-aca6-c9185b391828" providerId="ADAL" clId="{CF02122B-8685-4227-9B3E-A85B24F402DE}" dt="2026-10-13T10:05:15.373" v="714" actId="478"/>
          <ac:spMkLst>
            <pc:docMk/>
            <pc:sldMk cId="948970440" sldId="4402"/>
            <ac:spMk id="26" creationId="{6FDBD5E1-665A-42E8-B542-A6ACE81D204F}"/>
          </ac:spMkLst>
        </pc:spChg>
        <pc:spChg chg="del">
          <ac:chgData name="Minh Huynh" userId="01a137d4-0d81-46e0-aca6-c9185b391828" providerId="ADAL" clId="{CF02122B-8685-4227-9B3E-A85B24F402DE}" dt="2026-10-13T10:05:15.373" v="714" actId="478"/>
          <ac:spMkLst>
            <pc:docMk/>
            <pc:sldMk cId="948970440" sldId="4402"/>
            <ac:spMk id="27" creationId="{957449ED-34A3-4169-B387-DC68D3871F35}"/>
          </ac:spMkLst>
        </pc:spChg>
        <pc:spChg chg="del">
          <ac:chgData name="Minh Huynh" userId="01a137d4-0d81-46e0-aca6-c9185b391828" providerId="ADAL" clId="{CF02122B-8685-4227-9B3E-A85B24F402DE}" dt="2026-10-13T10:05:15.373" v="714" actId="478"/>
          <ac:spMkLst>
            <pc:docMk/>
            <pc:sldMk cId="948970440" sldId="4402"/>
            <ac:spMk id="28" creationId="{16945115-EF21-4144-B22E-8D259E2DE49D}"/>
          </ac:spMkLst>
        </pc:spChg>
        <pc:spChg chg="del">
          <ac:chgData name="Minh Huynh" userId="01a137d4-0d81-46e0-aca6-c9185b391828" providerId="ADAL" clId="{CF02122B-8685-4227-9B3E-A85B24F402DE}" dt="2026-10-13T10:05:15.373" v="714" actId="478"/>
          <ac:spMkLst>
            <pc:docMk/>
            <pc:sldMk cId="948970440" sldId="4402"/>
            <ac:spMk id="29" creationId="{3AEE2E39-D416-4956-8AFA-443061445380}"/>
          </ac:spMkLst>
        </pc:spChg>
        <pc:spChg chg="del">
          <ac:chgData name="Minh Huynh" userId="01a137d4-0d81-46e0-aca6-c9185b391828" providerId="ADAL" clId="{CF02122B-8685-4227-9B3E-A85B24F402DE}" dt="2026-10-13T10:05:15.373" v="714" actId="478"/>
          <ac:spMkLst>
            <pc:docMk/>
            <pc:sldMk cId="948970440" sldId="4402"/>
            <ac:spMk id="30" creationId="{0DC7BE95-500E-4DA0-85DC-486CDAF4E7CC}"/>
          </ac:spMkLst>
        </pc:spChg>
        <pc:spChg chg="del">
          <ac:chgData name="Minh Huynh" userId="01a137d4-0d81-46e0-aca6-c9185b391828" providerId="ADAL" clId="{CF02122B-8685-4227-9B3E-A85B24F402DE}" dt="2026-10-13T10:05:15.373" v="714" actId="478"/>
          <ac:spMkLst>
            <pc:docMk/>
            <pc:sldMk cId="948970440" sldId="4402"/>
            <ac:spMk id="31" creationId="{A21C8DB3-859D-4BBC-8D65-BF4994842727}"/>
          </ac:spMkLst>
        </pc:spChg>
        <pc:spChg chg="del">
          <ac:chgData name="Minh Huynh" userId="01a137d4-0d81-46e0-aca6-c9185b391828" providerId="ADAL" clId="{CF02122B-8685-4227-9B3E-A85B24F402DE}" dt="2026-10-13T10:05:15.373" v="714" actId="478"/>
          <ac:spMkLst>
            <pc:docMk/>
            <pc:sldMk cId="948970440" sldId="4402"/>
            <ac:spMk id="32" creationId="{F10E2FB2-B5B9-4B30-9B98-90C01C0ACC0D}"/>
          </ac:spMkLst>
        </pc:spChg>
        <pc:picChg chg="mod">
          <ac:chgData name="Minh Huynh" userId="01a137d4-0d81-46e0-aca6-c9185b391828" providerId="ADAL" clId="{CF02122B-8685-4227-9B3E-A85B24F402DE}" dt="2026-10-13T10:05:55.216" v="722" actId="1076"/>
          <ac:picMkLst>
            <pc:docMk/>
            <pc:sldMk cId="948970440" sldId="4402"/>
            <ac:picMk id="16386" creationId="{934D4D33-A229-4777-BA91-483B455F76B7}"/>
          </ac:picMkLst>
        </pc:picChg>
      </pc:sldChg>
      <pc:sldChg chg="del">
        <pc:chgData name="Minh Huynh" userId="01a137d4-0d81-46e0-aca6-c9185b391828" providerId="ADAL" clId="{CF02122B-8685-4227-9B3E-A85B24F402DE}" dt="2026-10-13T09:54:35.156" v="0" actId="47"/>
        <pc:sldMkLst>
          <pc:docMk/>
          <pc:sldMk cId="3987322098" sldId="4416"/>
        </pc:sldMkLst>
      </pc:sldChg>
      <pc:sldChg chg="del">
        <pc:chgData name="Minh Huynh" userId="01a137d4-0d81-46e0-aca6-c9185b391828" providerId="ADAL" clId="{CF02122B-8685-4227-9B3E-A85B24F402DE}" dt="2026-10-13T09:54:35.156" v="0" actId="47"/>
        <pc:sldMkLst>
          <pc:docMk/>
          <pc:sldMk cId="1445164029" sldId="4425"/>
        </pc:sldMkLst>
      </pc:sldChg>
      <pc:sldChg chg="del">
        <pc:chgData name="Minh Huynh" userId="01a137d4-0d81-46e0-aca6-c9185b391828" providerId="ADAL" clId="{CF02122B-8685-4227-9B3E-A85B24F402DE}" dt="2026-10-13T09:54:35.156" v="0" actId="47"/>
        <pc:sldMkLst>
          <pc:docMk/>
          <pc:sldMk cId="412457508" sldId="4426"/>
        </pc:sldMkLst>
      </pc:sldChg>
      <pc:sldChg chg="addSp delSp modSp add mod">
        <pc:chgData name="Minh Huynh" userId="01a137d4-0d81-46e0-aca6-c9185b391828" providerId="ADAL" clId="{CF02122B-8685-4227-9B3E-A85B24F402DE}" dt="2026-10-13T10:08:55.033" v="1182"/>
        <pc:sldMkLst>
          <pc:docMk/>
          <pc:sldMk cId="3972383475" sldId="4435"/>
        </pc:sldMkLst>
        <pc:spChg chg="del">
          <ac:chgData name="Minh Huynh" userId="01a137d4-0d81-46e0-aca6-c9185b391828" providerId="ADAL" clId="{CF02122B-8685-4227-9B3E-A85B24F402DE}" dt="2026-10-13T10:08:49.768" v="1180" actId="478"/>
          <ac:spMkLst>
            <pc:docMk/>
            <pc:sldMk cId="3972383475" sldId="4435"/>
            <ac:spMk id="9" creationId="{274AF733-5518-4709-8CB2-B899A8D12C92}"/>
          </ac:spMkLst>
        </pc:spChg>
        <pc:spChg chg="add mod">
          <ac:chgData name="Minh Huynh" userId="01a137d4-0d81-46e0-aca6-c9185b391828" providerId="ADAL" clId="{CF02122B-8685-4227-9B3E-A85B24F402DE}" dt="2026-10-13T10:08:55.033" v="1182"/>
          <ac:spMkLst>
            <pc:docMk/>
            <pc:sldMk cId="3972383475" sldId="4435"/>
            <ac:spMk id="20" creationId="{7FAC479C-6720-4D1E-A9AB-31836C0A3BD2}"/>
          </ac:spMkLst>
        </pc:spChg>
        <pc:spChg chg="del">
          <ac:chgData name="Minh Huynh" userId="01a137d4-0d81-46e0-aca6-c9185b391828" providerId="ADAL" clId="{CF02122B-8685-4227-9B3E-A85B24F402DE}" dt="2026-10-13T10:08:51.039" v="1181" actId="478"/>
          <ac:spMkLst>
            <pc:docMk/>
            <pc:sldMk cId="3972383475" sldId="4435"/>
            <ac:spMk id="26" creationId="{48313235-E04B-4AEF-8D99-9515FDA7DC52}"/>
          </ac:spMkLst>
        </pc:spChg>
        <pc:spChg chg="del">
          <ac:chgData name="Minh Huynh" userId="01a137d4-0d81-46e0-aca6-c9185b391828" providerId="ADAL" clId="{CF02122B-8685-4227-9B3E-A85B24F402DE}" dt="2026-10-13T10:08:51.039" v="1181" actId="478"/>
          <ac:spMkLst>
            <pc:docMk/>
            <pc:sldMk cId="3972383475" sldId="4435"/>
            <ac:spMk id="27" creationId="{8651F3DE-363B-4A26-B27B-110B32E17A7B}"/>
          </ac:spMkLst>
        </pc:spChg>
        <pc:spChg chg="del">
          <ac:chgData name="Minh Huynh" userId="01a137d4-0d81-46e0-aca6-c9185b391828" providerId="ADAL" clId="{CF02122B-8685-4227-9B3E-A85B24F402DE}" dt="2026-10-13T10:08:51.039" v="1181" actId="478"/>
          <ac:spMkLst>
            <pc:docMk/>
            <pc:sldMk cId="3972383475" sldId="4435"/>
            <ac:spMk id="28" creationId="{ABE24270-FED7-46E7-BD1A-E012EB1842A0}"/>
          </ac:spMkLst>
        </pc:spChg>
        <pc:spChg chg="del">
          <ac:chgData name="Minh Huynh" userId="01a137d4-0d81-46e0-aca6-c9185b391828" providerId="ADAL" clId="{CF02122B-8685-4227-9B3E-A85B24F402DE}" dt="2026-10-13T10:08:51.039" v="1181" actId="478"/>
          <ac:spMkLst>
            <pc:docMk/>
            <pc:sldMk cId="3972383475" sldId="4435"/>
            <ac:spMk id="29" creationId="{015C0AF2-F4CA-4A9C-9CC7-270E87D903C3}"/>
          </ac:spMkLst>
        </pc:spChg>
        <pc:spChg chg="del">
          <ac:chgData name="Minh Huynh" userId="01a137d4-0d81-46e0-aca6-c9185b391828" providerId="ADAL" clId="{CF02122B-8685-4227-9B3E-A85B24F402DE}" dt="2026-10-13T10:08:51.039" v="1181" actId="478"/>
          <ac:spMkLst>
            <pc:docMk/>
            <pc:sldMk cId="3972383475" sldId="4435"/>
            <ac:spMk id="30" creationId="{F74B5200-09D6-437A-880D-9DF949BD63D0}"/>
          </ac:spMkLst>
        </pc:spChg>
        <pc:spChg chg="del">
          <ac:chgData name="Minh Huynh" userId="01a137d4-0d81-46e0-aca6-c9185b391828" providerId="ADAL" clId="{CF02122B-8685-4227-9B3E-A85B24F402DE}" dt="2026-10-13T10:08:51.039" v="1181" actId="478"/>
          <ac:spMkLst>
            <pc:docMk/>
            <pc:sldMk cId="3972383475" sldId="4435"/>
            <ac:spMk id="31" creationId="{35EA1758-AAC3-4AB9-908A-8FEF63A678DE}"/>
          </ac:spMkLst>
        </pc:spChg>
        <pc:spChg chg="del">
          <ac:chgData name="Minh Huynh" userId="01a137d4-0d81-46e0-aca6-c9185b391828" providerId="ADAL" clId="{CF02122B-8685-4227-9B3E-A85B24F402DE}" dt="2026-10-13T10:08:51.039" v="1181" actId="478"/>
          <ac:spMkLst>
            <pc:docMk/>
            <pc:sldMk cId="3972383475" sldId="4435"/>
            <ac:spMk id="32" creationId="{436C0B1F-0460-4683-9D7F-CE12003F442C}"/>
          </ac:spMkLst>
        </pc:spChg>
        <pc:spChg chg="del">
          <ac:chgData name="Minh Huynh" userId="01a137d4-0d81-46e0-aca6-c9185b391828" providerId="ADAL" clId="{CF02122B-8685-4227-9B3E-A85B24F402DE}" dt="2026-10-13T10:08:51.039" v="1181" actId="478"/>
          <ac:spMkLst>
            <pc:docMk/>
            <pc:sldMk cId="3972383475" sldId="4435"/>
            <ac:spMk id="33" creationId="{CF547FE3-ADC2-43BE-B41C-3C8D1B3A093D}"/>
          </ac:spMkLst>
        </pc:spChg>
        <pc:spChg chg="del">
          <ac:chgData name="Minh Huynh" userId="01a137d4-0d81-46e0-aca6-c9185b391828" providerId="ADAL" clId="{CF02122B-8685-4227-9B3E-A85B24F402DE}" dt="2026-10-13T10:08:51.039" v="1181" actId="478"/>
          <ac:spMkLst>
            <pc:docMk/>
            <pc:sldMk cId="3972383475" sldId="4435"/>
            <ac:spMk id="34" creationId="{F4619AA9-A10C-4EEF-82E8-7432ED7030CD}"/>
          </ac:spMkLst>
        </pc:spChg>
        <pc:spChg chg="del">
          <ac:chgData name="Minh Huynh" userId="01a137d4-0d81-46e0-aca6-c9185b391828" providerId="ADAL" clId="{CF02122B-8685-4227-9B3E-A85B24F402DE}" dt="2026-10-13T10:08:51.039" v="1181" actId="478"/>
          <ac:spMkLst>
            <pc:docMk/>
            <pc:sldMk cId="3972383475" sldId="4435"/>
            <ac:spMk id="35" creationId="{1D297A1C-6235-4454-A036-01F07E2DCAAA}"/>
          </ac:spMkLst>
        </pc:spChg>
      </pc:sldChg>
      <pc:sldChg chg="del">
        <pc:chgData name="Minh Huynh" userId="01a137d4-0d81-46e0-aca6-c9185b391828" providerId="ADAL" clId="{CF02122B-8685-4227-9B3E-A85B24F402DE}" dt="2026-10-13T09:54:35.156" v="0" actId="47"/>
        <pc:sldMkLst>
          <pc:docMk/>
          <pc:sldMk cId="395577533" sldId="4446"/>
        </pc:sldMkLst>
      </pc:sldChg>
      <pc:sldChg chg="del">
        <pc:chgData name="Minh Huynh" userId="01a137d4-0d81-46e0-aca6-c9185b391828" providerId="ADAL" clId="{CF02122B-8685-4227-9B3E-A85B24F402DE}" dt="2026-10-13T09:54:35.156" v="0" actId="47"/>
        <pc:sldMkLst>
          <pc:docMk/>
          <pc:sldMk cId="3522385299" sldId="4465"/>
        </pc:sldMkLst>
      </pc:sldChg>
      <pc:sldChg chg="del">
        <pc:chgData name="Minh Huynh" userId="01a137d4-0d81-46e0-aca6-c9185b391828" providerId="ADAL" clId="{CF02122B-8685-4227-9B3E-A85B24F402DE}" dt="2026-10-13T09:54:35.156" v="0" actId="47"/>
        <pc:sldMkLst>
          <pc:docMk/>
          <pc:sldMk cId="1734041963" sldId="4466"/>
        </pc:sldMkLst>
      </pc:sldChg>
      <pc:sldChg chg="addSp delSp modSp add mod">
        <pc:chgData name="Minh Huynh" userId="01a137d4-0d81-46e0-aca6-c9185b391828" providerId="ADAL" clId="{CF02122B-8685-4227-9B3E-A85B24F402DE}" dt="2026-10-13T10:09:29.091" v="1207" actId="20577"/>
        <pc:sldMkLst>
          <pc:docMk/>
          <pc:sldMk cId="2977395832" sldId="4469"/>
        </pc:sldMkLst>
        <pc:spChg chg="del">
          <ac:chgData name="Minh Huynh" userId="01a137d4-0d81-46e0-aca6-c9185b391828" providerId="ADAL" clId="{CF02122B-8685-4227-9B3E-A85B24F402DE}" dt="2026-10-13T10:09:18.844" v="1185" actId="478"/>
          <ac:spMkLst>
            <pc:docMk/>
            <pc:sldMk cId="2977395832" sldId="4469"/>
            <ac:spMk id="16" creationId="{216DD188-8A5A-40D9-9B86-2BE5D9435EB8}"/>
          </ac:spMkLst>
        </pc:spChg>
        <pc:spChg chg="del">
          <ac:chgData name="Minh Huynh" userId="01a137d4-0d81-46e0-aca6-c9185b391828" providerId="ADAL" clId="{CF02122B-8685-4227-9B3E-A85B24F402DE}" dt="2026-10-13T10:09:18.844" v="1185" actId="478"/>
          <ac:spMkLst>
            <pc:docMk/>
            <pc:sldMk cId="2977395832" sldId="4469"/>
            <ac:spMk id="17" creationId="{FD837F71-92F1-40F8-A449-ECB5D2983FE8}"/>
          </ac:spMkLst>
        </pc:spChg>
        <pc:spChg chg="del">
          <ac:chgData name="Minh Huynh" userId="01a137d4-0d81-46e0-aca6-c9185b391828" providerId="ADAL" clId="{CF02122B-8685-4227-9B3E-A85B24F402DE}" dt="2026-10-13T10:09:18.844" v="1185" actId="478"/>
          <ac:spMkLst>
            <pc:docMk/>
            <pc:sldMk cId="2977395832" sldId="4469"/>
            <ac:spMk id="18" creationId="{F511F27D-C4CF-4531-96DC-E028EBB8E9CF}"/>
          </ac:spMkLst>
        </pc:spChg>
        <pc:spChg chg="del">
          <ac:chgData name="Minh Huynh" userId="01a137d4-0d81-46e0-aca6-c9185b391828" providerId="ADAL" clId="{CF02122B-8685-4227-9B3E-A85B24F402DE}" dt="2026-10-13T10:09:18.844" v="1185" actId="478"/>
          <ac:spMkLst>
            <pc:docMk/>
            <pc:sldMk cId="2977395832" sldId="4469"/>
            <ac:spMk id="19" creationId="{02B66A19-0152-486A-A9C4-A749516DCEDD}"/>
          </ac:spMkLst>
        </pc:spChg>
        <pc:spChg chg="del">
          <ac:chgData name="Minh Huynh" userId="01a137d4-0d81-46e0-aca6-c9185b391828" providerId="ADAL" clId="{CF02122B-8685-4227-9B3E-A85B24F402DE}" dt="2026-10-13T10:09:18.844" v="1185" actId="478"/>
          <ac:spMkLst>
            <pc:docMk/>
            <pc:sldMk cId="2977395832" sldId="4469"/>
            <ac:spMk id="20" creationId="{652311E4-E7BC-48B8-95BE-4B3DA28B6F9C}"/>
          </ac:spMkLst>
        </pc:spChg>
        <pc:spChg chg="del">
          <ac:chgData name="Minh Huynh" userId="01a137d4-0d81-46e0-aca6-c9185b391828" providerId="ADAL" clId="{CF02122B-8685-4227-9B3E-A85B24F402DE}" dt="2026-10-13T10:09:18.844" v="1185" actId="478"/>
          <ac:spMkLst>
            <pc:docMk/>
            <pc:sldMk cId="2977395832" sldId="4469"/>
            <ac:spMk id="21" creationId="{C6D4E577-42DE-4620-96B2-B27B7B5B0001}"/>
          </ac:spMkLst>
        </pc:spChg>
        <pc:spChg chg="del">
          <ac:chgData name="Minh Huynh" userId="01a137d4-0d81-46e0-aca6-c9185b391828" providerId="ADAL" clId="{CF02122B-8685-4227-9B3E-A85B24F402DE}" dt="2026-10-13T10:09:18.844" v="1185" actId="478"/>
          <ac:spMkLst>
            <pc:docMk/>
            <pc:sldMk cId="2977395832" sldId="4469"/>
            <ac:spMk id="22" creationId="{76521838-B1AA-4FE8-A741-1DDBBDDF2AC3}"/>
          </ac:spMkLst>
        </pc:spChg>
        <pc:spChg chg="del">
          <ac:chgData name="Minh Huynh" userId="01a137d4-0d81-46e0-aca6-c9185b391828" providerId="ADAL" clId="{CF02122B-8685-4227-9B3E-A85B24F402DE}" dt="2026-10-13T10:09:18.844" v="1185" actId="478"/>
          <ac:spMkLst>
            <pc:docMk/>
            <pc:sldMk cId="2977395832" sldId="4469"/>
            <ac:spMk id="23" creationId="{D20DEC61-3C8D-468B-8740-2AF7B430F14E}"/>
          </ac:spMkLst>
        </pc:spChg>
        <pc:spChg chg="del">
          <ac:chgData name="Minh Huynh" userId="01a137d4-0d81-46e0-aca6-c9185b391828" providerId="ADAL" clId="{CF02122B-8685-4227-9B3E-A85B24F402DE}" dt="2026-10-13T10:09:18.844" v="1185" actId="478"/>
          <ac:spMkLst>
            <pc:docMk/>
            <pc:sldMk cId="2977395832" sldId="4469"/>
            <ac:spMk id="24" creationId="{4AE45562-1BD9-4442-A346-E8A0111DD90B}"/>
          </ac:spMkLst>
        </pc:spChg>
        <pc:spChg chg="del">
          <ac:chgData name="Minh Huynh" userId="01a137d4-0d81-46e0-aca6-c9185b391828" providerId="ADAL" clId="{CF02122B-8685-4227-9B3E-A85B24F402DE}" dt="2026-10-13T10:09:18.844" v="1185" actId="478"/>
          <ac:spMkLst>
            <pc:docMk/>
            <pc:sldMk cId="2977395832" sldId="4469"/>
            <ac:spMk id="25" creationId="{C8ED9B0D-6CCE-4E36-A6F6-8DD064197890}"/>
          </ac:spMkLst>
        </pc:spChg>
        <pc:spChg chg="del">
          <ac:chgData name="Minh Huynh" userId="01a137d4-0d81-46e0-aca6-c9185b391828" providerId="ADAL" clId="{CF02122B-8685-4227-9B3E-A85B24F402DE}" dt="2026-10-13T10:09:18.844" v="1185" actId="478"/>
          <ac:spMkLst>
            <pc:docMk/>
            <pc:sldMk cId="2977395832" sldId="4469"/>
            <ac:spMk id="26" creationId="{213B5F16-AEBB-4AF9-A8BE-E1F665ACE58E}"/>
          </ac:spMkLst>
        </pc:spChg>
        <pc:spChg chg="del">
          <ac:chgData name="Minh Huynh" userId="01a137d4-0d81-46e0-aca6-c9185b391828" providerId="ADAL" clId="{CF02122B-8685-4227-9B3E-A85B24F402DE}" dt="2026-10-13T10:09:18.844" v="1185" actId="478"/>
          <ac:spMkLst>
            <pc:docMk/>
            <pc:sldMk cId="2977395832" sldId="4469"/>
            <ac:spMk id="27" creationId="{214F3BA2-2887-4D81-97CB-B4490DCDB410}"/>
          </ac:spMkLst>
        </pc:spChg>
        <pc:spChg chg="del">
          <ac:chgData name="Minh Huynh" userId="01a137d4-0d81-46e0-aca6-c9185b391828" providerId="ADAL" clId="{CF02122B-8685-4227-9B3E-A85B24F402DE}" dt="2026-10-13T10:09:18.844" v="1185" actId="478"/>
          <ac:spMkLst>
            <pc:docMk/>
            <pc:sldMk cId="2977395832" sldId="4469"/>
            <ac:spMk id="28" creationId="{E9EA9892-61DA-41F0-BB89-711FCA45CF43}"/>
          </ac:spMkLst>
        </pc:spChg>
        <pc:spChg chg="add mod">
          <ac:chgData name="Minh Huynh" userId="01a137d4-0d81-46e0-aca6-c9185b391828" providerId="ADAL" clId="{CF02122B-8685-4227-9B3E-A85B24F402DE}" dt="2026-10-13T10:09:29.091" v="1207" actId="20577"/>
          <ac:spMkLst>
            <pc:docMk/>
            <pc:sldMk cId="2977395832" sldId="4469"/>
            <ac:spMk id="29" creationId="{BEA97F0A-DC76-49A0-9613-0BFB9544D51C}"/>
          </ac:spMkLst>
        </pc:spChg>
        <pc:spChg chg="del">
          <ac:chgData name="Minh Huynh" userId="01a137d4-0d81-46e0-aca6-c9185b391828" providerId="ADAL" clId="{CF02122B-8685-4227-9B3E-A85B24F402DE}" dt="2026-10-13T10:09:17.259" v="1184" actId="478"/>
          <ac:spMkLst>
            <pc:docMk/>
            <pc:sldMk cId="2977395832" sldId="4469"/>
            <ac:spMk id="81" creationId="{FB9452E1-2F55-47A6-9FC0-5D515A7EF402}"/>
          </ac:spMkLst>
        </pc:spChg>
      </pc:sldChg>
      <pc:sldChg chg="addSp delSp modSp add mod">
        <pc:chgData name="Minh Huynh" userId="01a137d4-0d81-46e0-aca6-c9185b391828" providerId="ADAL" clId="{CF02122B-8685-4227-9B3E-A85B24F402DE}" dt="2026-10-13T10:12:26.786" v="1288" actId="1076"/>
        <pc:sldMkLst>
          <pc:docMk/>
          <pc:sldMk cId="815801266" sldId="4471"/>
        </pc:sldMkLst>
        <pc:spChg chg="del">
          <ac:chgData name="Minh Huynh" userId="01a137d4-0d81-46e0-aca6-c9185b391828" providerId="ADAL" clId="{CF02122B-8685-4227-9B3E-A85B24F402DE}" dt="2026-10-13T10:09:46.308" v="1209" actId="478"/>
          <ac:spMkLst>
            <pc:docMk/>
            <pc:sldMk cId="815801266" sldId="4471"/>
            <ac:spMk id="12" creationId="{57946335-B9E2-47F4-A890-8A79D1F4DF5B}"/>
          </ac:spMkLst>
        </pc:spChg>
        <pc:spChg chg="del">
          <ac:chgData name="Minh Huynh" userId="01a137d4-0d81-46e0-aca6-c9185b391828" providerId="ADAL" clId="{CF02122B-8685-4227-9B3E-A85B24F402DE}" dt="2026-10-13T10:10:08.616" v="1234" actId="478"/>
          <ac:spMkLst>
            <pc:docMk/>
            <pc:sldMk cId="815801266" sldId="4471"/>
            <ac:spMk id="13" creationId="{44EB9DBD-8373-4754-A680-82FF287BACA2}"/>
          </ac:spMkLst>
        </pc:spChg>
        <pc:spChg chg="del">
          <ac:chgData name="Minh Huynh" userId="01a137d4-0d81-46e0-aca6-c9185b391828" providerId="ADAL" clId="{CF02122B-8685-4227-9B3E-A85B24F402DE}" dt="2026-10-13T10:09:46.308" v="1209" actId="478"/>
          <ac:spMkLst>
            <pc:docMk/>
            <pc:sldMk cId="815801266" sldId="4471"/>
            <ac:spMk id="14" creationId="{3D5CDE13-35B7-4938-BCDC-F71F20B6ADE1}"/>
          </ac:spMkLst>
        </pc:spChg>
        <pc:spChg chg="del">
          <ac:chgData name="Minh Huynh" userId="01a137d4-0d81-46e0-aca6-c9185b391828" providerId="ADAL" clId="{CF02122B-8685-4227-9B3E-A85B24F402DE}" dt="2026-10-13T10:09:46.308" v="1209" actId="478"/>
          <ac:spMkLst>
            <pc:docMk/>
            <pc:sldMk cId="815801266" sldId="4471"/>
            <ac:spMk id="15" creationId="{E9EB42CF-7333-4B12-A0F0-92673FA2DB76}"/>
          </ac:spMkLst>
        </pc:spChg>
        <pc:spChg chg="del">
          <ac:chgData name="Minh Huynh" userId="01a137d4-0d81-46e0-aca6-c9185b391828" providerId="ADAL" clId="{CF02122B-8685-4227-9B3E-A85B24F402DE}" dt="2026-10-13T10:09:46.308" v="1209" actId="478"/>
          <ac:spMkLst>
            <pc:docMk/>
            <pc:sldMk cId="815801266" sldId="4471"/>
            <ac:spMk id="16" creationId="{0C218757-9842-4687-ABCB-58F33FEAC9EA}"/>
          </ac:spMkLst>
        </pc:spChg>
        <pc:spChg chg="del">
          <ac:chgData name="Minh Huynh" userId="01a137d4-0d81-46e0-aca6-c9185b391828" providerId="ADAL" clId="{CF02122B-8685-4227-9B3E-A85B24F402DE}" dt="2026-10-13T10:10:08.616" v="1234" actId="478"/>
          <ac:spMkLst>
            <pc:docMk/>
            <pc:sldMk cId="815801266" sldId="4471"/>
            <ac:spMk id="17" creationId="{84E4FD9F-C416-4F8B-A873-1D478599B5FA}"/>
          </ac:spMkLst>
        </pc:spChg>
        <pc:spChg chg="del">
          <ac:chgData name="Minh Huynh" userId="01a137d4-0d81-46e0-aca6-c9185b391828" providerId="ADAL" clId="{CF02122B-8685-4227-9B3E-A85B24F402DE}" dt="2026-10-13T10:09:46.308" v="1209" actId="478"/>
          <ac:spMkLst>
            <pc:docMk/>
            <pc:sldMk cId="815801266" sldId="4471"/>
            <ac:spMk id="18" creationId="{2DF71CBC-D386-4FA0-91AD-3658A3AA26B1}"/>
          </ac:spMkLst>
        </pc:spChg>
        <pc:spChg chg="del">
          <ac:chgData name="Minh Huynh" userId="01a137d4-0d81-46e0-aca6-c9185b391828" providerId="ADAL" clId="{CF02122B-8685-4227-9B3E-A85B24F402DE}" dt="2026-10-13T10:09:46.308" v="1209" actId="478"/>
          <ac:spMkLst>
            <pc:docMk/>
            <pc:sldMk cId="815801266" sldId="4471"/>
            <ac:spMk id="19" creationId="{F605BD9E-6359-441C-8619-760A6E638DA4}"/>
          </ac:spMkLst>
        </pc:spChg>
        <pc:spChg chg="del">
          <ac:chgData name="Minh Huynh" userId="01a137d4-0d81-46e0-aca6-c9185b391828" providerId="ADAL" clId="{CF02122B-8685-4227-9B3E-A85B24F402DE}" dt="2026-10-13T10:09:46.308" v="1209" actId="478"/>
          <ac:spMkLst>
            <pc:docMk/>
            <pc:sldMk cId="815801266" sldId="4471"/>
            <ac:spMk id="20" creationId="{6A4A67C3-C441-4CAB-BC7B-669B056CBC16}"/>
          </ac:spMkLst>
        </pc:spChg>
        <pc:spChg chg="del">
          <ac:chgData name="Minh Huynh" userId="01a137d4-0d81-46e0-aca6-c9185b391828" providerId="ADAL" clId="{CF02122B-8685-4227-9B3E-A85B24F402DE}" dt="2026-10-13T10:09:46.308" v="1209" actId="478"/>
          <ac:spMkLst>
            <pc:docMk/>
            <pc:sldMk cId="815801266" sldId="4471"/>
            <ac:spMk id="21" creationId="{DF29437F-B315-4233-896D-A974D5A446A8}"/>
          </ac:spMkLst>
        </pc:spChg>
        <pc:spChg chg="del">
          <ac:chgData name="Minh Huynh" userId="01a137d4-0d81-46e0-aca6-c9185b391828" providerId="ADAL" clId="{CF02122B-8685-4227-9B3E-A85B24F402DE}" dt="2026-10-13T10:09:46.308" v="1209" actId="478"/>
          <ac:spMkLst>
            <pc:docMk/>
            <pc:sldMk cId="815801266" sldId="4471"/>
            <ac:spMk id="22" creationId="{EA22C7B7-9E82-4CA1-B892-EEC3BC6EF4A2}"/>
          </ac:spMkLst>
        </pc:spChg>
        <pc:spChg chg="del">
          <ac:chgData name="Minh Huynh" userId="01a137d4-0d81-46e0-aca6-c9185b391828" providerId="ADAL" clId="{CF02122B-8685-4227-9B3E-A85B24F402DE}" dt="2026-10-13T10:09:46.308" v="1209" actId="478"/>
          <ac:spMkLst>
            <pc:docMk/>
            <pc:sldMk cId="815801266" sldId="4471"/>
            <ac:spMk id="23" creationId="{3942C582-3742-4771-8625-1BCE69C8B85E}"/>
          </ac:spMkLst>
        </pc:spChg>
        <pc:spChg chg="del">
          <ac:chgData name="Minh Huynh" userId="01a137d4-0d81-46e0-aca6-c9185b391828" providerId="ADAL" clId="{CF02122B-8685-4227-9B3E-A85B24F402DE}" dt="2026-10-13T10:09:46.308" v="1209" actId="478"/>
          <ac:spMkLst>
            <pc:docMk/>
            <pc:sldMk cId="815801266" sldId="4471"/>
            <ac:spMk id="24" creationId="{DA7F014F-9698-4281-9B2E-793A23390F49}"/>
          </ac:spMkLst>
        </pc:spChg>
        <pc:spChg chg="del">
          <ac:chgData name="Minh Huynh" userId="01a137d4-0d81-46e0-aca6-c9185b391828" providerId="ADAL" clId="{CF02122B-8685-4227-9B3E-A85B24F402DE}" dt="2026-10-13T10:09:46.308" v="1209" actId="478"/>
          <ac:spMkLst>
            <pc:docMk/>
            <pc:sldMk cId="815801266" sldId="4471"/>
            <ac:spMk id="25" creationId="{0B574169-55C8-4188-B9C8-8D43A9479976}"/>
          </ac:spMkLst>
        </pc:spChg>
        <pc:spChg chg="del">
          <ac:chgData name="Minh Huynh" userId="01a137d4-0d81-46e0-aca6-c9185b391828" providerId="ADAL" clId="{CF02122B-8685-4227-9B3E-A85B24F402DE}" dt="2026-10-13T10:09:46.308" v="1209" actId="478"/>
          <ac:spMkLst>
            <pc:docMk/>
            <pc:sldMk cId="815801266" sldId="4471"/>
            <ac:spMk id="26" creationId="{4C62C915-3FFA-4E59-9640-EEB942F846DE}"/>
          </ac:spMkLst>
        </pc:spChg>
        <pc:spChg chg="add mod">
          <ac:chgData name="Minh Huynh" userId="01a137d4-0d81-46e0-aca6-c9185b391828" providerId="ADAL" clId="{CF02122B-8685-4227-9B3E-A85B24F402DE}" dt="2026-10-13T10:09:59.604" v="1233" actId="20577"/>
          <ac:spMkLst>
            <pc:docMk/>
            <pc:sldMk cId="815801266" sldId="4471"/>
            <ac:spMk id="27" creationId="{A0A9333B-1C9A-4DA2-BCA9-64B5AE2E0C99}"/>
          </ac:spMkLst>
        </pc:spChg>
        <pc:spChg chg="add mod">
          <ac:chgData name="Minh Huynh" userId="01a137d4-0d81-46e0-aca6-c9185b391828" providerId="ADAL" clId="{CF02122B-8685-4227-9B3E-A85B24F402DE}" dt="2026-10-13T10:11:20.675" v="1280" actId="255"/>
          <ac:spMkLst>
            <pc:docMk/>
            <pc:sldMk cId="815801266" sldId="4471"/>
            <ac:spMk id="28" creationId="{B1158C15-9828-442B-B7FD-7B743BBE6CF4}"/>
          </ac:spMkLst>
        </pc:spChg>
        <pc:spChg chg="add mod">
          <ac:chgData name="Minh Huynh" userId="01a137d4-0d81-46e0-aca6-c9185b391828" providerId="ADAL" clId="{CF02122B-8685-4227-9B3E-A85B24F402DE}" dt="2026-10-13T10:12:26.786" v="1288" actId="1076"/>
          <ac:spMkLst>
            <pc:docMk/>
            <pc:sldMk cId="815801266" sldId="4471"/>
            <ac:spMk id="30" creationId="{14FE7C7C-9E18-4700-A10C-994A48938525}"/>
          </ac:spMkLst>
        </pc:spChg>
        <pc:spChg chg="add mod">
          <ac:chgData name="Minh Huynh" userId="01a137d4-0d81-46e0-aca6-c9185b391828" providerId="ADAL" clId="{CF02122B-8685-4227-9B3E-A85B24F402DE}" dt="2026-10-13T10:12:26.786" v="1288" actId="1076"/>
          <ac:spMkLst>
            <pc:docMk/>
            <pc:sldMk cId="815801266" sldId="4471"/>
            <ac:spMk id="31" creationId="{E97720FB-64A1-4A41-B3A0-D69B81B106BA}"/>
          </ac:spMkLst>
        </pc:spChg>
        <pc:spChg chg="add mod">
          <ac:chgData name="Minh Huynh" userId="01a137d4-0d81-46e0-aca6-c9185b391828" providerId="ADAL" clId="{CF02122B-8685-4227-9B3E-A85B24F402DE}" dt="2026-10-13T10:12:26.786" v="1288" actId="1076"/>
          <ac:spMkLst>
            <pc:docMk/>
            <pc:sldMk cId="815801266" sldId="4471"/>
            <ac:spMk id="32" creationId="{AD6CD9C2-46B4-479E-957B-67B6F7606979}"/>
          </ac:spMkLst>
        </pc:spChg>
        <pc:spChg chg="add del mod">
          <ac:chgData name="Minh Huynh" userId="01a137d4-0d81-46e0-aca6-c9185b391828" providerId="ADAL" clId="{CF02122B-8685-4227-9B3E-A85B24F402DE}" dt="2026-10-13T10:12:22.134" v="1287" actId="478"/>
          <ac:spMkLst>
            <pc:docMk/>
            <pc:sldMk cId="815801266" sldId="4471"/>
            <ac:spMk id="34" creationId="{EC5E5B56-3751-4DCC-938E-EC39C6642C4E}"/>
          </ac:spMkLst>
        </pc:spChg>
        <pc:spChg chg="add del mod">
          <ac:chgData name="Minh Huynh" userId="01a137d4-0d81-46e0-aca6-c9185b391828" providerId="ADAL" clId="{CF02122B-8685-4227-9B3E-A85B24F402DE}" dt="2026-10-13T10:12:22.134" v="1287" actId="478"/>
          <ac:spMkLst>
            <pc:docMk/>
            <pc:sldMk cId="815801266" sldId="4471"/>
            <ac:spMk id="35" creationId="{CCD5D13E-B36D-4F4D-82E4-DFAA5577F3AD}"/>
          </ac:spMkLst>
        </pc:spChg>
        <pc:spChg chg="add del mod">
          <ac:chgData name="Minh Huynh" userId="01a137d4-0d81-46e0-aca6-c9185b391828" providerId="ADAL" clId="{CF02122B-8685-4227-9B3E-A85B24F402DE}" dt="2026-10-13T10:12:22.134" v="1287" actId="478"/>
          <ac:spMkLst>
            <pc:docMk/>
            <pc:sldMk cId="815801266" sldId="4471"/>
            <ac:spMk id="36" creationId="{4B468003-0A17-4AF8-994B-709AFBABD8BB}"/>
          </ac:spMkLst>
        </pc:spChg>
        <pc:spChg chg="add del mod">
          <ac:chgData name="Minh Huynh" userId="01a137d4-0d81-46e0-aca6-c9185b391828" providerId="ADAL" clId="{CF02122B-8685-4227-9B3E-A85B24F402DE}" dt="2026-10-13T10:12:22.134" v="1287" actId="478"/>
          <ac:spMkLst>
            <pc:docMk/>
            <pc:sldMk cId="815801266" sldId="4471"/>
            <ac:spMk id="37" creationId="{64865BEB-00C0-421C-9F39-CFAA6595B4C0}"/>
          </ac:spMkLst>
        </pc:spChg>
        <pc:picChg chg="add mod">
          <ac:chgData name="Minh Huynh" userId="01a137d4-0d81-46e0-aca6-c9185b391828" providerId="ADAL" clId="{CF02122B-8685-4227-9B3E-A85B24F402DE}" dt="2026-10-13T10:12:26.786" v="1288" actId="1076"/>
          <ac:picMkLst>
            <pc:docMk/>
            <pc:sldMk cId="815801266" sldId="4471"/>
            <ac:picMk id="29" creationId="{FD20449A-19CA-450E-8693-001A1C7A51E4}"/>
          </ac:picMkLst>
        </pc:picChg>
        <pc:picChg chg="del">
          <ac:chgData name="Minh Huynh" userId="01a137d4-0d81-46e0-aca6-c9185b391828" providerId="ADAL" clId="{CF02122B-8685-4227-9B3E-A85B24F402DE}" dt="2026-10-13T10:10:08.616" v="1234" actId="478"/>
          <ac:picMkLst>
            <pc:docMk/>
            <pc:sldMk cId="815801266" sldId="4471"/>
            <ac:picMk id="13314" creationId="{FECAEC91-D6DA-4831-A5B9-EC8F124F3571}"/>
          </ac:picMkLst>
        </pc:picChg>
        <pc:cxnChg chg="add mod">
          <ac:chgData name="Minh Huynh" userId="01a137d4-0d81-46e0-aca6-c9185b391828" providerId="ADAL" clId="{CF02122B-8685-4227-9B3E-A85B24F402DE}" dt="2026-10-13T10:12:26.786" v="1288" actId="1076"/>
          <ac:cxnSpMkLst>
            <pc:docMk/>
            <pc:sldMk cId="815801266" sldId="4471"/>
            <ac:cxnSpMk id="33" creationId="{BAC8D325-F611-4161-91E7-BF8CCCEB5849}"/>
          </ac:cxnSpMkLst>
        </pc:cxnChg>
      </pc:sldChg>
      <pc:sldChg chg="addSp delSp modSp add del mod">
        <pc:chgData name="Minh Huynh" userId="01a137d4-0d81-46e0-aca6-c9185b391828" providerId="ADAL" clId="{CF02122B-8685-4227-9B3E-A85B24F402DE}" dt="2026-10-13T10:21:53.210" v="1500" actId="47"/>
        <pc:sldMkLst>
          <pc:docMk/>
          <pc:sldMk cId="2776696997" sldId="4472"/>
        </pc:sldMkLst>
        <pc:spChg chg="del">
          <ac:chgData name="Minh Huynh" userId="01a137d4-0d81-46e0-aca6-c9185b391828" providerId="ADAL" clId="{CF02122B-8685-4227-9B3E-A85B24F402DE}" dt="2026-10-13T10:12:30.941" v="1290" actId="478"/>
          <ac:spMkLst>
            <pc:docMk/>
            <pc:sldMk cId="2776696997" sldId="4472"/>
            <ac:spMk id="28" creationId="{B1158C15-9828-442B-B7FD-7B743BBE6CF4}"/>
          </ac:spMkLst>
        </pc:spChg>
        <pc:spChg chg="del">
          <ac:chgData name="Minh Huynh" userId="01a137d4-0d81-46e0-aca6-c9185b391828" providerId="ADAL" clId="{CF02122B-8685-4227-9B3E-A85B24F402DE}" dt="2026-10-13T10:12:30.941" v="1290" actId="478"/>
          <ac:spMkLst>
            <pc:docMk/>
            <pc:sldMk cId="2776696997" sldId="4472"/>
            <ac:spMk id="30" creationId="{14FE7C7C-9E18-4700-A10C-994A48938525}"/>
          </ac:spMkLst>
        </pc:spChg>
        <pc:spChg chg="del">
          <ac:chgData name="Minh Huynh" userId="01a137d4-0d81-46e0-aca6-c9185b391828" providerId="ADAL" clId="{CF02122B-8685-4227-9B3E-A85B24F402DE}" dt="2026-10-13T10:12:30.941" v="1290" actId="478"/>
          <ac:spMkLst>
            <pc:docMk/>
            <pc:sldMk cId="2776696997" sldId="4472"/>
            <ac:spMk id="31" creationId="{E97720FB-64A1-4A41-B3A0-D69B81B106BA}"/>
          </ac:spMkLst>
        </pc:spChg>
        <pc:spChg chg="del">
          <ac:chgData name="Minh Huynh" userId="01a137d4-0d81-46e0-aca6-c9185b391828" providerId="ADAL" clId="{CF02122B-8685-4227-9B3E-A85B24F402DE}" dt="2026-10-13T10:12:30.941" v="1290" actId="478"/>
          <ac:spMkLst>
            <pc:docMk/>
            <pc:sldMk cId="2776696997" sldId="4472"/>
            <ac:spMk id="32" creationId="{AD6CD9C2-46B4-479E-957B-67B6F7606979}"/>
          </ac:spMkLst>
        </pc:spChg>
        <pc:graphicFrameChg chg="add del mod">
          <ac:chgData name="Minh Huynh" userId="01a137d4-0d81-46e0-aca6-c9185b391828" providerId="ADAL" clId="{CF02122B-8685-4227-9B3E-A85B24F402DE}" dt="2026-10-13T10:12:54.320" v="1295" actId="478"/>
          <ac:graphicFrameMkLst>
            <pc:docMk/>
            <pc:sldMk cId="2776696997" sldId="4472"/>
            <ac:graphicFrameMk id="10" creationId="{13CB10CE-B394-4A65-A913-ACA7BD119567}"/>
          </ac:graphicFrameMkLst>
        </pc:graphicFrameChg>
        <pc:picChg chg="del">
          <ac:chgData name="Minh Huynh" userId="01a137d4-0d81-46e0-aca6-c9185b391828" providerId="ADAL" clId="{CF02122B-8685-4227-9B3E-A85B24F402DE}" dt="2026-10-13T10:12:30.941" v="1290" actId="478"/>
          <ac:picMkLst>
            <pc:docMk/>
            <pc:sldMk cId="2776696997" sldId="4472"/>
            <ac:picMk id="29" creationId="{FD20449A-19CA-450E-8693-001A1C7A51E4}"/>
          </ac:picMkLst>
        </pc:picChg>
        <pc:cxnChg chg="del">
          <ac:chgData name="Minh Huynh" userId="01a137d4-0d81-46e0-aca6-c9185b391828" providerId="ADAL" clId="{CF02122B-8685-4227-9B3E-A85B24F402DE}" dt="2026-10-13T10:12:30.941" v="1290" actId="478"/>
          <ac:cxnSpMkLst>
            <pc:docMk/>
            <pc:sldMk cId="2776696997" sldId="4472"/>
            <ac:cxnSpMk id="33" creationId="{BAC8D325-F611-4161-91E7-BF8CCCEB5849}"/>
          </ac:cxnSpMkLst>
        </pc:cxnChg>
      </pc:sldChg>
      <pc:sldChg chg="addSp delSp modSp add mod ord">
        <pc:chgData name="Minh Huynh" userId="01a137d4-0d81-46e0-aca6-c9185b391828" providerId="ADAL" clId="{CF02122B-8685-4227-9B3E-A85B24F402DE}" dt="2026-10-13T10:13:39.654" v="1313" actId="1076"/>
        <pc:sldMkLst>
          <pc:docMk/>
          <pc:sldMk cId="2580079608" sldId="4473"/>
        </pc:sldMkLst>
        <pc:spChg chg="add mod">
          <ac:chgData name="Minh Huynh" userId="01a137d4-0d81-46e0-aca6-c9185b391828" providerId="ADAL" clId="{CF02122B-8685-4227-9B3E-A85B24F402DE}" dt="2026-10-13T10:13:39.654" v="1313" actId="1076"/>
          <ac:spMkLst>
            <pc:docMk/>
            <pc:sldMk cId="2580079608" sldId="4473"/>
            <ac:spMk id="10" creationId="{16E226E0-4A2D-49A7-BC2E-BC154AA87571}"/>
          </ac:spMkLst>
        </pc:spChg>
        <pc:spChg chg="add mod">
          <ac:chgData name="Minh Huynh" userId="01a137d4-0d81-46e0-aca6-c9185b391828" providerId="ADAL" clId="{CF02122B-8685-4227-9B3E-A85B24F402DE}" dt="2026-10-13T10:13:35.614" v="1312" actId="1076"/>
          <ac:spMkLst>
            <pc:docMk/>
            <pc:sldMk cId="2580079608" sldId="4473"/>
            <ac:spMk id="12" creationId="{DFFBA832-BB4E-4722-AEA0-9E5E02097210}"/>
          </ac:spMkLst>
        </pc:spChg>
        <pc:spChg chg="add mod">
          <ac:chgData name="Minh Huynh" userId="01a137d4-0d81-46e0-aca6-c9185b391828" providerId="ADAL" clId="{CF02122B-8685-4227-9B3E-A85B24F402DE}" dt="2026-10-13T10:13:35.614" v="1312" actId="1076"/>
          <ac:spMkLst>
            <pc:docMk/>
            <pc:sldMk cId="2580079608" sldId="4473"/>
            <ac:spMk id="13" creationId="{B80BF70C-71B4-452C-9100-812614F65419}"/>
          </ac:spMkLst>
        </pc:spChg>
        <pc:spChg chg="add mod">
          <ac:chgData name="Minh Huynh" userId="01a137d4-0d81-46e0-aca6-c9185b391828" providerId="ADAL" clId="{CF02122B-8685-4227-9B3E-A85B24F402DE}" dt="2026-10-13T10:13:35.614" v="1312" actId="1076"/>
          <ac:spMkLst>
            <pc:docMk/>
            <pc:sldMk cId="2580079608" sldId="4473"/>
            <ac:spMk id="14" creationId="{5CB02B4D-0560-4780-B5F1-C16A3780920A}"/>
          </ac:spMkLst>
        </pc:spChg>
        <pc:spChg chg="add mod">
          <ac:chgData name="Minh Huynh" userId="01a137d4-0d81-46e0-aca6-c9185b391828" providerId="ADAL" clId="{CF02122B-8685-4227-9B3E-A85B24F402DE}" dt="2026-10-13T10:13:35.614" v="1312" actId="1076"/>
          <ac:spMkLst>
            <pc:docMk/>
            <pc:sldMk cId="2580079608" sldId="4473"/>
            <ac:spMk id="16" creationId="{B02F4FF4-69F0-4EA8-AB5E-A21C58762512}"/>
          </ac:spMkLst>
        </pc:spChg>
        <pc:spChg chg="add mod">
          <ac:chgData name="Minh Huynh" userId="01a137d4-0d81-46e0-aca6-c9185b391828" providerId="ADAL" clId="{CF02122B-8685-4227-9B3E-A85B24F402DE}" dt="2026-10-13T10:13:35.614" v="1312" actId="1076"/>
          <ac:spMkLst>
            <pc:docMk/>
            <pc:sldMk cId="2580079608" sldId="4473"/>
            <ac:spMk id="17" creationId="{1021D167-917B-4338-9143-01768309C4E9}"/>
          </ac:spMkLst>
        </pc:spChg>
        <pc:spChg chg="add mod">
          <ac:chgData name="Minh Huynh" userId="01a137d4-0d81-46e0-aca6-c9185b391828" providerId="ADAL" clId="{CF02122B-8685-4227-9B3E-A85B24F402DE}" dt="2026-10-13T10:13:35.614" v="1312" actId="1076"/>
          <ac:spMkLst>
            <pc:docMk/>
            <pc:sldMk cId="2580079608" sldId="4473"/>
            <ac:spMk id="18" creationId="{8FEE1F48-0639-419F-9F69-FAC3FFA26E45}"/>
          </ac:spMkLst>
        </pc:spChg>
        <pc:spChg chg="add mod">
          <ac:chgData name="Minh Huynh" userId="01a137d4-0d81-46e0-aca6-c9185b391828" providerId="ADAL" clId="{CF02122B-8685-4227-9B3E-A85B24F402DE}" dt="2026-10-13T10:13:35.614" v="1312" actId="1076"/>
          <ac:spMkLst>
            <pc:docMk/>
            <pc:sldMk cId="2580079608" sldId="4473"/>
            <ac:spMk id="19" creationId="{640A3842-DB46-458C-8340-1A6F9E6965C9}"/>
          </ac:spMkLst>
        </pc:spChg>
        <pc:spChg chg="mod">
          <ac:chgData name="Minh Huynh" userId="01a137d4-0d81-46e0-aca6-c9185b391828" providerId="ADAL" clId="{CF02122B-8685-4227-9B3E-A85B24F402DE}" dt="2026-10-13T10:13:22.127" v="1310" actId="20577"/>
          <ac:spMkLst>
            <pc:docMk/>
            <pc:sldMk cId="2580079608" sldId="4473"/>
            <ac:spMk id="28" creationId="{B1158C15-9828-442B-B7FD-7B743BBE6CF4}"/>
          </ac:spMkLst>
        </pc:spChg>
        <pc:spChg chg="del">
          <ac:chgData name="Minh Huynh" userId="01a137d4-0d81-46e0-aca6-c9185b391828" providerId="ADAL" clId="{CF02122B-8685-4227-9B3E-A85B24F402DE}" dt="2026-10-13T10:13:00.152" v="1296" actId="478"/>
          <ac:spMkLst>
            <pc:docMk/>
            <pc:sldMk cId="2580079608" sldId="4473"/>
            <ac:spMk id="30" creationId="{14FE7C7C-9E18-4700-A10C-994A48938525}"/>
          </ac:spMkLst>
        </pc:spChg>
        <pc:spChg chg="del">
          <ac:chgData name="Minh Huynh" userId="01a137d4-0d81-46e0-aca6-c9185b391828" providerId="ADAL" clId="{CF02122B-8685-4227-9B3E-A85B24F402DE}" dt="2026-10-13T10:13:00.152" v="1296" actId="478"/>
          <ac:spMkLst>
            <pc:docMk/>
            <pc:sldMk cId="2580079608" sldId="4473"/>
            <ac:spMk id="31" creationId="{E97720FB-64A1-4A41-B3A0-D69B81B106BA}"/>
          </ac:spMkLst>
        </pc:spChg>
        <pc:spChg chg="del">
          <ac:chgData name="Minh Huynh" userId="01a137d4-0d81-46e0-aca6-c9185b391828" providerId="ADAL" clId="{CF02122B-8685-4227-9B3E-A85B24F402DE}" dt="2026-10-13T10:13:00.152" v="1296" actId="478"/>
          <ac:spMkLst>
            <pc:docMk/>
            <pc:sldMk cId="2580079608" sldId="4473"/>
            <ac:spMk id="32" creationId="{AD6CD9C2-46B4-479E-957B-67B6F7606979}"/>
          </ac:spMkLst>
        </pc:spChg>
        <pc:picChg chg="add mod">
          <ac:chgData name="Minh Huynh" userId="01a137d4-0d81-46e0-aca6-c9185b391828" providerId="ADAL" clId="{CF02122B-8685-4227-9B3E-A85B24F402DE}" dt="2026-10-13T10:13:35.614" v="1312" actId="1076"/>
          <ac:picMkLst>
            <pc:docMk/>
            <pc:sldMk cId="2580079608" sldId="4473"/>
            <ac:picMk id="11" creationId="{5A76E8E7-C813-418E-A2B0-7682306484FA}"/>
          </ac:picMkLst>
        </pc:picChg>
        <pc:picChg chg="del">
          <ac:chgData name="Minh Huynh" userId="01a137d4-0d81-46e0-aca6-c9185b391828" providerId="ADAL" clId="{CF02122B-8685-4227-9B3E-A85B24F402DE}" dt="2026-10-13T10:13:00.152" v="1296" actId="478"/>
          <ac:picMkLst>
            <pc:docMk/>
            <pc:sldMk cId="2580079608" sldId="4473"/>
            <ac:picMk id="29" creationId="{FD20449A-19CA-450E-8693-001A1C7A51E4}"/>
          </ac:picMkLst>
        </pc:picChg>
        <pc:cxnChg chg="add mod">
          <ac:chgData name="Minh Huynh" userId="01a137d4-0d81-46e0-aca6-c9185b391828" providerId="ADAL" clId="{CF02122B-8685-4227-9B3E-A85B24F402DE}" dt="2026-10-13T10:13:35.614" v="1312" actId="1076"/>
          <ac:cxnSpMkLst>
            <pc:docMk/>
            <pc:sldMk cId="2580079608" sldId="4473"/>
            <ac:cxnSpMk id="15" creationId="{C1DF15FE-BBBD-4DF3-8459-A14ADF12D1ED}"/>
          </ac:cxnSpMkLst>
        </pc:cxnChg>
        <pc:cxnChg chg="del">
          <ac:chgData name="Minh Huynh" userId="01a137d4-0d81-46e0-aca6-c9185b391828" providerId="ADAL" clId="{CF02122B-8685-4227-9B3E-A85B24F402DE}" dt="2026-10-13T10:13:00.152" v="1296" actId="478"/>
          <ac:cxnSpMkLst>
            <pc:docMk/>
            <pc:sldMk cId="2580079608" sldId="4473"/>
            <ac:cxnSpMk id="33" creationId="{BAC8D325-F611-4161-91E7-BF8CCCEB5849}"/>
          </ac:cxnSpMkLst>
        </pc:cxnChg>
      </pc:sldChg>
      <pc:sldChg chg="del">
        <pc:chgData name="Minh Huynh" userId="01a137d4-0d81-46e0-aca6-c9185b391828" providerId="ADAL" clId="{CF02122B-8685-4227-9B3E-A85B24F402DE}" dt="2026-10-13T09:54:35.156" v="0" actId="47"/>
        <pc:sldMkLst>
          <pc:docMk/>
          <pc:sldMk cId="1805026901" sldId="4475"/>
        </pc:sldMkLst>
      </pc:sldChg>
      <pc:sldChg chg="del">
        <pc:chgData name="Minh Huynh" userId="01a137d4-0d81-46e0-aca6-c9185b391828" providerId="ADAL" clId="{CF02122B-8685-4227-9B3E-A85B24F402DE}" dt="2026-10-13T09:54:35.156" v="0" actId="47"/>
        <pc:sldMkLst>
          <pc:docMk/>
          <pc:sldMk cId="3634065575" sldId="4476"/>
        </pc:sldMkLst>
      </pc:sldChg>
      <pc:sldChg chg="addSp delSp modSp add del mod">
        <pc:chgData name="Minh Huynh" userId="01a137d4-0d81-46e0-aca6-c9185b391828" providerId="ADAL" clId="{CF02122B-8685-4227-9B3E-A85B24F402DE}" dt="2026-10-13T10:15:36.038" v="1402" actId="47"/>
        <pc:sldMkLst>
          <pc:docMk/>
          <pc:sldMk cId="3675881470" sldId="4495"/>
        </pc:sldMkLst>
        <pc:spChg chg="del">
          <ac:chgData name="Minh Huynh" userId="01a137d4-0d81-46e0-aca6-c9185b391828" providerId="ADAL" clId="{CF02122B-8685-4227-9B3E-A85B24F402DE}" dt="2026-10-13T10:14:18.125" v="1316" actId="478"/>
          <ac:spMkLst>
            <pc:docMk/>
            <pc:sldMk cId="3675881470" sldId="4495"/>
            <ac:spMk id="11" creationId="{37AAD999-4B01-4A99-A671-29362144F827}"/>
          </ac:spMkLst>
        </pc:spChg>
        <pc:spChg chg="del">
          <ac:chgData name="Minh Huynh" userId="01a137d4-0d81-46e0-aca6-c9185b391828" providerId="ADAL" clId="{CF02122B-8685-4227-9B3E-A85B24F402DE}" dt="2026-10-13T10:14:18.125" v="1316" actId="478"/>
          <ac:spMkLst>
            <pc:docMk/>
            <pc:sldMk cId="3675881470" sldId="4495"/>
            <ac:spMk id="12" creationId="{0AF40782-A186-4470-B2F6-10AF2AE79D29}"/>
          </ac:spMkLst>
        </pc:spChg>
        <pc:spChg chg="del">
          <ac:chgData name="Minh Huynh" userId="01a137d4-0d81-46e0-aca6-c9185b391828" providerId="ADAL" clId="{CF02122B-8685-4227-9B3E-A85B24F402DE}" dt="2026-10-13T10:14:18.125" v="1316" actId="478"/>
          <ac:spMkLst>
            <pc:docMk/>
            <pc:sldMk cId="3675881470" sldId="4495"/>
            <ac:spMk id="13" creationId="{459A5882-7528-4F70-865D-ED1C869CC0EB}"/>
          </ac:spMkLst>
        </pc:spChg>
        <pc:spChg chg="del">
          <ac:chgData name="Minh Huynh" userId="01a137d4-0d81-46e0-aca6-c9185b391828" providerId="ADAL" clId="{CF02122B-8685-4227-9B3E-A85B24F402DE}" dt="2026-10-13T10:14:18.125" v="1316" actId="478"/>
          <ac:spMkLst>
            <pc:docMk/>
            <pc:sldMk cId="3675881470" sldId="4495"/>
            <ac:spMk id="14" creationId="{83BACD0D-8FF3-4840-BA32-1DB50006943D}"/>
          </ac:spMkLst>
        </pc:spChg>
        <pc:spChg chg="del">
          <ac:chgData name="Minh Huynh" userId="01a137d4-0d81-46e0-aca6-c9185b391828" providerId="ADAL" clId="{CF02122B-8685-4227-9B3E-A85B24F402DE}" dt="2026-10-13T10:14:18.125" v="1316" actId="478"/>
          <ac:spMkLst>
            <pc:docMk/>
            <pc:sldMk cId="3675881470" sldId="4495"/>
            <ac:spMk id="15" creationId="{E825E9B1-CA3A-49C1-A738-8BB582164798}"/>
          </ac:spMkLst>
        </pc:spChg>
        <pc:spChg chg="del">
          <ac:chgData name="Minh Huynh" userId="01a137d4-0d81-46e0-aca6-c9185b391828" providerId="ADAL" clId="{CF02122B-8685-4227-9B3E-A85B24F402DE}" dt="2026-10-13T10:14:18.125" v="1316" actId="478"/>
          <ac:spMkLst>
            <pc:docMk/>
            <pc:sldMk cId="3675881470" sldId="4495"/>
            <ac:spMk id="16" creationId="{25113872-3F78-4B22-939A-B7152A1503B4}"/>
          </ac:spMkLst>
        </pc:spChg>
        <pc:spChg chg="del">
          <ac:chgData name="Minh Huynh" userId="01a137d4-0d81-46e0-aca6-c9185b391828" providerId="ADAL" clId="{CF02122B-8685-4227-9B3E-A85B24F402DE}" dt="2026-10-13T10:14:18.125" v="1316" actId="478"/>
          <ac:spMkLst>
            <pc:docMk/>
            <pc:sldMk cId="3675881470" sldId="4495"/>
            <ac:spMk id="17" creationId="{BE133509-974B-4838-9430-78FD5A0C0C35}"/>
          </ac:spMkLst>
        </pc:spChg>
        <pc:spChg chg="del">
          <ac:chgData name="Minh Huynh" userId="01a137d4-0d81-46e0-aca6-c9185b391828" providerId="ADAL" clId="{CF02122B-8685-4227-9B3E-A85B24F402DE}" dt="2026-10-13T10:14:18.125" v="1316" actId="478"/>
          <ac:spMkLst>
            <pc:docMk/>
            <pc:sldMk cId="3675881470" sldId="4495"/>
            <ac:spMk id="18" creationId="{103252C8-09DB-4EA4-815F-3D0D42B94B01}"/>
          </ac:spMkLst>
        </pc:spChg>
        <pc:spChg chg="del">
          <ac:chgData name="Minh Huynh" userId="01a137d4-0d81-46e0-aca6-c9185b391828" providerId="ADAL" clId="{CF02122B-8685-4227-9B3E-A85B24F402DE}" dt="2026-10-13T10:14:18.125" v="1316" actId="478"/>
          <ac:spMkLst>
            <pc:docMk/>
            <pc:sldMk cId="3675881470" sldId="4495"/>
            <ac:spMk id="19" creationId="{A13D9FEC-E098-4D33-B160-EF34A5B7486B}"/>
          </ac:spMkLst>
        </pc:spChg>
        <pc:spChg chg="del">
          <ac:chgData name="Minh Huynh" userId="01a137d4-0d81-46e0-aca6-c9185b391828" providerId="ADAL" clId="{CF02122B-8685-4227-9B3E-A85B24F402DE}" dt="2026-10-13T10:14:18.125" v="1316" actId="478"/>
          <ac:spMkLst>
            <pc:docMk/>
            <pc:sldMk cId="3675881470" sldId="4495"/>
            <ac:spMk id="20" creationId="{FBE0BE42-4B49-45AF-8C4B-9A5FEC223C6B}"/>
          </ac:spMkLst>
        </pc:spChg>
        <pc:spChg chg="del">
          <ac:chgData name="Minh Huynh" userId="01a137d4-0d81-46e0-aca6-c9185b391828" providerId="ADAL" clId="{CF02122B-8685-4227-9B3E-A85B24F402DE}" dt="2026-10-13T10:14:18.125" v="1316" actId="478"/>
          <ac:spMkLst>
            <pc:docMk/>
            <pc:sldMk cId="3675881470" sldId="4495"/>
            <ac:spMk id="21" creationId="{3C13F961-CBEA-456B-A9CE-E77C99577669}"/>
          </ac:spMkLst>
        </pc:spChg>
        <pc:spChg chg="del">
          <ac:chgData name="Minh Huynh" userId="01a137d4-0d81-46e0-aca6-c9185b391828" providerId="ADAL" clId="{CF02122B-8685-4227-9B3E-A85B24F402DE}" dt="2026-10-13T10:14:18.125" v="1316" actId="478"/>
          <ac:spMkLst>
            <pc:docMk/>
            <pc:sldMk cId="3675881470" sldId="4495"/>
            <ac:spMk id="22" creationId="{A46A8695-FFBB-4DCE-8285-A6FB58E267E8}"/>
          </ac:spMkLst>
        </pc:spChg>
        <pc:spChg chg="del">
          <ac:chgData name="Minh Huynh" userId="01a137d4-0d81-46e0-aca6-c9185b391828" providerId="ADAL" clId="{CF02122B-8685-4227-9B3E-A85B24F402DE}" dt="2026-10-13T10:14:18.125" v="1316" actId="478"/>
          <ac:spMkLst>
            <pc:docMk/>
            <pc:sldMk cId="3675881470" sldId="4495"/>
            <ac:spMk id="23" creationId="{63FFBA4A-C0FE-4176-9023-3D3EFB50974D}"/>
          </ac:spMkLst>
        </pc:spChg>
        <pc:spChg chg="add mod">
          <ac:chgData name="Minh Huynh" userId="01a137d4-0d81-46e0-aca6-c9185b391828" providerId="ADAL" clId="{CF02122B-8685-4227-9B3E-A85B24F402DE}" dt="2026-10-13T10:14:27.743" v="1329" actId="20577"/>
          <ac:spMkLst>
            <pc:docMk/>
            <pc:sldMk cId="3675881470" sldId="4495"/>
            <ac:spMk id="24" creationId="{8A46215E-B32E-44F6-8288-3DA4A99195E5}"/>
          </ac:spMkLst>
        </pc:spChg>
        <pc:spChg chg="del">
          <ac:chgData name="Minh Huynh" userId="01a137d4-0d81-46e0-aca6-c9185b391828" providerId="ADAL" clId="{CF02122B-8685-4227-9B3E-A85B24F402DE}" dt="2026-10-13T10:14:15.079" v="1315" actId="478"/>
          <ac:spMkLst>
            <pc:docMk/>
            <pc:sldMk cId="3675881470" sldId="4495"/>
            <ac:spMk id="81" creationId="{FB9452E1-2F55-47A6-9FC0-5D515A7EF402}"/>
          </ac:spMkLst>
        </pc:spChg>
      </pc:sldChg>
      <pc:sldChg chg="addSp delSp modSp add mod">
        <pc:chgData name="Minh Huynh" userId="01a137d4-0d81-46e0-aca6-c9185b391828" providerId="ADAL" clId="{CF02122B-8685-4227-9B3E-A85B24F402DE}" dt="2026-10-13T10:15:55.828" v="1406" actId="1076"/>
        <pc:sldMkLst>
          <pc:docMk/>
          <pc:sldMk cId="3163652992" sldId="4496"/>
        </pc:sldMkLst>
        <pc:spChg chg="add del mod">
          <ac:chgData name="Minh Huynh" userId="01a137d4-0d81-46e0-aca6-c9185b391828" providerId="ADAL" clId="{CF02122B-8685-4227-9B3E-A85B24F402DE}" dt="2026-10-13T10:15:48.582" v="1403" actId="478"/>
          <ac:spMkLst>
            <pc:docMk/>
            <pc:sldMk cId="3163652992" sldId="4496"/>
            <ac:spMk id="6" creationId="{09E0AA3F-240A-4B23-A7D2-BAFED21291B8}"/>
          </ac:spMkLst>
        </pc:spChg>
        <pc:spChg chg="add del mod">
          <ac:chgData name="Minh Huynh" userId="01a137d4-0d81-46e0-aca6-c9185b391828" providerId="ADAL" clId="{CF02122B-8685-4227-9B3E-A85B24F402DE}" dt="2026-10-13T10:15:50.527" v="1404" actId="478"/>
          <ac:spMkLst>
            <pc:docMk/>
            <pc:sldMk cId="3163652992" sldId="4496"/>
            <ac:spMk id="7" creationId="{6F25216E-7F96-42FA-8251-D4C9F7E1F41B}"/>
          </ac:spMkLst>
        </pc:spChg>
        <pc:spChg chg="add mod">
          <ac:chgData name="Minh Huynh" userId="01a137d4-0d81-46e0-aca6-c9185b391828" providerId="ADAL" clId="{CF02122B-8685-4227-9B3E-A85B24F402DE}" dt="2026-10-13T10:15:55.828" v="1406" actId="1076"/>
          <ac:spMkLst>
            <pc:docMk/>
            <pc:sldMk cId="3163652992" sldId="4496"/>
            <ac:spMk id="9" creationId="{166C276E-395B-4DBC-BBA7-CAF056B616A9}"/>
          </ac:spMkLst>
        </pc:spChg>
        <pc:spChg chg="mod">
          <ac:chgData name="Minh Huynh" userId="01a137d4-0d81-46e0-aca6-c9185b391828" providerId="ADAL" clId="{CF02122B-8685-4227-9B3E-A85B24F402DE}" dt="2026-10-13T10:15:32.732" v="1401" actId="20577"/>
          <ac:spMkLst>
            <pc:docMk/>
            <pc:sldMk cId="3163652992" sldId="4496"/>
            <ac:spMk id="24" creationId="{8A46215E-B32E-44F6-8288-3DA4A99195E5}"/>
          </ac:spMkLst>
        </pc:spChg>
        <pc:picChg chg="add mod">
          <ac:chgData name="Minh Huynh" userId="01a137d4-0d81-46e0-aca6-c9185b391828" providerId="ADAL" clId="{CF02122B-8685-4227-9B3E-A85B24F402DE}" dt="2026-10-13T10:15:02.257" v="1332"/>
          <ac:picMkLst>
            <pc:docMk/>
            <pc:sldMk cId="3163652992" sldId="4496"/>
            <ac:picMk id="5" creationId="{8BF26077-08B2-4BF8-95CF-3645C650B1C2}"/>
          </ac:picMkLst>
        </pc:picChg>
        <pc:picChg chg="add mod">
          <ac:chgData name="Minh Huynh" userId="01a137d4-0d81-46e0-aca6-c9185b391828" providerId="ADAL" clId="{CF02122B-8685-4227-9B3E-A85B24F402DE}" dt="2026-10-13T10:15:55.828" v="1406" actId="1076"/>
          <ac:picMkLst>
            <pc:docMk/>
            <pc:sldMk cId="3163652992" sldId="4496"/>
            <ac:picMk id="8" creationId="{5EEF53FE-9D48-4D0E-8D96-01B66E66F232}"/>
          </ac:picMkLst>
        </pc:picChg>
        <pc:picChg chg="del">
          <ac:chgData name="Minh Huynh" userId="01a137d4-0d81-46e0-aca6-c9185b391828" providerId="ADAL" clId="{CF02122B-8685-4227-9B3E-A85B24F402DE}" dt="2026-10-13T10:14:59.581" v="1331" actId="478"/>
          <ac:picMkLst>
            <pc:docMk/>
            <pc:sldMk cId="3163652992" sldId="4496"/>
            <ac:picMk id="16386" creationId="{8B58479C-B7EC-4462-AD10-C9FD36309785}"/>
          </ac:picMkLst>
        </pc:picChg>
        <pc:picChg chg="del">
          <ac:chgData name="Minh Huynh" userId="01a137d4-0d81-46e0-aca6-c9185b391828" providerId="ADAL" clId="{CF02122B-8685-4227-9B3E-A85B24F402DE}" dt="2026-10-13T10:14:59.581" v="1331" actId="478"/>
          <ac:picMkLst>
            <pc:docMk/>
            <pc:sldMk cId="3163652992" sldId="4496"/>
            <ac:picMk id="16388" creationId="{BBC6E02E-B8A4-4049-BE11-59F7EE2CF38C}"/>
          </ac:picMkLst>
        </pc:picChg>
      </pc:sldChg>
      <pc:sldChg chg="del">
        <pc:chgData name="Minh Huynh" userId="01a137d4-0d81-46e0-aca6-c9185b391828" providerId="ADAL" clId="{CF02122B-8685-4227-9B3E-A85B24F402DE}" dt="2026-10-13T09:54:35.156" v="0" actId="47"/>
        <pc:sldMkLst>
          <pc:docMk/>
          <pc:sldMk cId="1203949008" sldId="4499"/>
        </pc:sldMkLst>
      </pc:sldChg>
      <pc:sldChg chg="del">
        <pc:chgData name="Minh Huynh" userId="01a137d4-0d81-46e0-aca6-c9185b391828" providerId="ADAL" clId="{CF02122B-8685-4227-9B3E-A85B24F402DE}" dt="2026-10-13T09:54:35.156" v="0" actId="47"/>
        <pc:sldMkLst>
          <pc:docMk/>
          <pc:sldMk cId="417742359" sldId="4512"/>
        </pc:sldMkLst>
      </pc:sldChg>
      <pc:sldChg chg="addSp delSp modSp add mod">
        <pc:chgData name="Minh Huynh" userId="01a137d4-0d81-46e0-aca6-c9185b391828" providerId="ADAL" clId="{CF02122B-8685-4227-9B3E-A85B24F402DE}" dt="2026-10-13T10:16:13.852" v="1409"/>
        <pc:sldMkLst>
          <pc:docMk/>
          <pc:sldMk cId="1980768888" sldId="4518"/>
        </pc:sldMkLst>
        <pc:spChg chg="del">
          <ac:chgData name="Minh Huynh" userId="01a137d4-0d81-46e0-aca6-c9185b391828" providerId="ADAL" clId="{CF02122B-8685-4227-9B3E-A85B24F402DE}" dt="2026-10-13T10:16:10.867" v="1408" actId="478"/>
          <ac:spMkLst>
            <pc:docMk/>
            <pc:sldMk cId="1980768888" sldId="4518"/>
            <ac:spMk id="11" creationId="{8F018462-ECF9-4655-B54E-D8F2F9E52D84}"/>
          </ac:spMkLst>
        </pc:spChg>
        <pc:spChg chg="del">
          <ac:chgData name="Minh Huynh" userId="01a137d4-0d81-46e0-aca6-c9185b391828" providerId="ADAL" clId="{CF02122B-8685-4227-9B3E-A85B24F402DE}" dt="2026-10-13T10:16:10.867" v="1408" actId="478"/>
          <ac:spMkLst>
            <pc:docMk/>
            <pc:sldMk cId="1980768888" sldId="4518"/>
            <ac:spMk id="12" creationId="{CC0C817A-F2D8-4A97-B251-222CC65C9D5F}"/>
          </ac:spMkLst>
        </pc:spChg>
        <pc:spChg chg="del">
          <ac:chgData name="Minh Huynh" userId="01a137d4-0d81-46e0-aca6-c9185b391828" providerId="ADAL" clId="{CF02122B-8685-4227-9B3E-A85B24F402DE}" dt="2026-10-13T10:16:10.867" v="1408" actId="478"/>
          <ac:spMkLst>
            <pc:docMk/>
            <pc:sldMk cId="1980768888" sldId="4518"/>
            <ac:spMk id="13" creationId="{02C5C8E3-4468-4E6A-96AE-25398CD46BAF}"/>
          </ac:spMkLst>
        </pc:spChg>
        <pc:spChg chg="del">
          <ac:chgData name="Minh Huynh" userId="01a137d4-0d81-46e0-aca6-c9185b391828" providerId="ADAL" clId="{CF02122B-8685-4227-9B3E-A85B24F402DE}" dt="2026-10-13T10:16:10.867" v="1408" actId="478"/>
          <ac:spMkLst>
            <pc:docMk/>
            <pc:sldMk cId="1980768888" sldId="4518"/>
            <ac:spMk id="14" creationId="{B9296EAD-38DE-4D94-BEE6-5EB2635E2881}"/>
          </ac:spMkLst>
        </pc:spChg>
        <pc:spChg chg="del">
          <ac:chgData name="Minh Huynh" userId="01a137d4-0d81-46e0-aca6-c9185b391828" providerId="ADAL" clId="{CF02122B-8685-4227-9B3E-A85B24F402DE}" dt="2026-10-13T10:16:10.867" v="1408" actId="478"/>
          <ac:spMkLst>
            <pc:docMk/>
            <pc:sldMk cId="1980768888" sldId="4518"/>
            <ac:spMk id="15" creationId="{0BE9745A-C6CD-4FDD-8130-3039BD66CB74}"/>
          </ac:spMkLst>
        </pc:spChg>
        <pc:spChg chg="del">
          <ac:chgData name="Minh Huynh" userId="01a137d4-0d81-46e0-aca6-c9185b391828" providerId="ADAL" clId="{CF02122B-8685-4227-9B3E-A85B24F402DE}" dt="2026-10-13T10:16:10.867" v="1408" actId="478"/>
          <ac:spMkLst>
            <pc:docMk/>
            <pc:sldMk cId="1980768888" sldId="4518"/>
            <ac:spMk id="16" creationId="{6F58A2C0-7F87-4B06-8017-DB79036C6C81}"/>
          </ac:spMkLst>
        </pc:spChg>
        <pc:spChg chg="del">
          <ac:chgData name="Minh Huynh" userId="01a137d4-0d81-46e0-aca6-c9185b391828" providerId="ADAL" clId="{CF02122B-8685-4227-9B3E-A85B24F402DE}" dt="2026-10-13T10:16:10.867" v="1408" actId="478"/>
          <ac:spMkLst>
            <pc:docMk/>
            <pc:sldMk cId="1980768888" sldId="4518"/>
            <ac:spMk id="17" creationId="{7E2DD776-2EDD-4BC6-A601-B1F876BAB5AE}"/>
          </ac:spMkLst>
        </pc:spChg>
        <pc:spChg chg="del">
          <ac:chgData name="Minh Huynh" userId="01a137d4-0d81-46e0-aca6-c9185b391828" providerId="ADAL" clId="{CF02122B-8685-4227-9B3E-A85B24F402DE}" dt="2026-10-13T10:16:10.867" v="1408" actId="478"/>
          <ac:spMkLst>
            <pc:docMk/>
            <pc:sldMk cId="1980768888" sldId="4518"/>
            <ac:spMk id="18" creationId="{A6FE0E11-B2E9-4E05-B7A3-AE912F8579D3}"/>
          </ac:spMkLst>
        </pc:spChg>
        <pc:spChg chg="del">
          <ac:chgData name="Minh Huynh" userId="01a137d4-0d81-46e0-aca6-c9185b391828" providerId="ADAL" clId="{CF02122B-8685-4227-9B3E-A85B24F402DE}" dt="2026-10-13T10:16:10.867" v="1408" actId="478"/>
          <ac:spMkLst>
            <pc:docMk/>
            <pc:sldMk cId="1980768888" sldId="4518"/>
            <ac:spMk id="19" creationId="{34A7A4D7-99A7-40CA-8AF2-5FB5458F254E}"/>
          </ac:spMkLst>
        </pc:spChg>
        <pc:spChg chg="del">
          <ac:chgData name="Minh Huynh" userId="01a137d4-0d81-46e0-aca6-c9185b391828" providerId="ADAL" clId="{CF02122B-8685-4227-9B3E-A85B24F402DE}" dt="2026-10-13T10:16:10.867" v="1408" actId="478"/>
          <ac:spMkLst>
            <pc:docMk/>
            <pc:sldMk cId="1980768888" sldId="4518"/>
            <ac:spMk id="20" creationId="{4FFBF177-20B3-4486-AAF9-FE4836BF054C}"/>
          </ac:spMkLst>
        </pc:spChg>
        <pc:spChg chg="del">
          <ac:chgData name="Minh Huynh" userId="01a137d4-0d81-46e0-aca6-c9185b391828" providerId="ADAL" clId="{CF02122B-8685-4227-9B3E-A85B24F402DE}" dt="2026-10-13T10:16:10.867" v="1408" actId="478"/>
          <ac:spMkLst>
            <pc:docMk/>
            <pc:sldMk cId="1980768888" sldId="4518"/>
            <ac:spMk id="21" creationId="{96B4D107-F00F-40DC-BCBF-A56DD997CC16}"/>
          </ac:spMkLst>
        </pc:spChg>
        <pc:spChg chg="del">
          <ac:chgData name="Minh Huynh" userId="01a137d4-0d81-46e0-aca6-c9185b391828" providerId="ADAL" clId="{CF02122B-8685-4227-9B3E-A85B24F402DE}" dt="2026-10-13T10:16:10.867" v="1408" actId="478"/>
          <ac:spMkLst>
            <pc:docMk/>
            <pc:sldMk cId="1980768888" sldId="4518"/>
            <ac:spMk id="22" creationId="{412FC29E-94D1-44FC-ABCE-FC29F598C56F}"/>
          </ac:spMkLst>
        </pc:spChg>
        <pc:spChg chg="del">
          <ac:chgData name="Minh Huynh" userId="01a137d4-0d81-46e0-aca6-c9185b391828" providerId="ADAL" clId="{CF02122B-8685-4227-9B3E-A85B24F402DE}" dt="2026-10-13T10:16:10.867" v="1408" actId="478"/>
          <ac:spMkLst>
            <pc:docMk/>
            <pc:sldMk cId="1980768888" sldId="4518"/>
            <ac:spMk id="23" creationId="{B226F367-496C-4783-B47F-EA809ADE62B5}"/>
          </ac:spMkLst>
        </pc:spChg>
        <pc:spChg chg="add mod">
          <ac:chgData name="Minh Huynh" userId="01a137d4-0d81-46e0-aca6-c9185b391828" providerId="ADAL" clId="{CF02122B-8685-4227-9B3E-A85B24F402DE}" dt="2026-10-13T10:16:13.852" v="1409"/>
          <ac:spMkLst>
            <pc:docMk/>
            <pc:sldMk cId="1980768888" sldId="4518"/>
            <ac:spMk id="24" creationId="{48F84509-64F1-4602-AB7D-11145C789364}"/>
          </ac:spMkLst>
        </pc:spChg>
      </pc:sldChg>
      <pc:sldChg chg="addSp delSp modSp add mod">
        <pc:chgData name="Minh Huynh" userId="01a137d4-0d81-46e0-aca6-c9185b391828" providerId="ADAL" clId="{CF02122B-8685-4227-9B3E-A85B24F402DE}" dt="2026-10-13T10:17:29.871" v="1441" actId="20577"/>
        <pc:sldMkLst>
          <pc:docMk/>
          <pc:sldMk cId="639961980" sldId="4521"/>
        </pc:sldMkLst>
        <pc:spChg chg="del">
          <ac:chgData name="Minh Huynh" userId="01a137d4-0d81-46e0-aca6-c9185b391828" providerId="ADAL" clId="{CF02122B-8685-4227-9B3E-A85B24F402DE}" dt="2026-10-13T10:16:33.044" v="1411" actId="478"/>
          <ac:spMkLst>
            <pc:docMk/>
            <pc:sldMk cId="639961980" sldId="4521"/>
            <ac:spMk id="11" creationId="{7814DEDC-95FB-46BE-9C5C-14AB99D69454}"/>
          </ac:spMkLst>
        </pc:spChg>
        <pc:spChg chg="del">
          <ac:chgData name="Minh Huynh" userId="01a137d4-0d81-46e0-aca6-c9185b391828" providerId="ADAL" clId="{CF02122B-8685-4227-9B3E-A85B24F402DE}" dt="2026-10-13T10:16:35.041" v="1412" actId="478"/>
          <ac:spMkLst>
            <pc:docMk/>
            <pc:sldMk cId="639961980" sldId="4521"/>
            <ac:spMk id="15" creationId="{E30EB948-1B33-4071-B64A-35C047816669}"/>
          </ac:spMkLst>
        </pc:spChg>
        <pc:spChg chg="del">
          <ac:chgData name="Minh Huynh" userId="01a137d4-0d81-46e0-aca6-c9185b391828" providerId="ADAL" clId="{CF02122B-8685-4227-9B3E-A85B24F402DE}" dt="2026-10-13T10:16:35.041" v="1412" actId="478"/>
          <ac:spMkLst>
            <pc:docMk/>
            <pc:sldMk cId="639961980" sldId="4521"/>
            <ac:spMk id="16" creationId="{95AEC8FC-7167-4F68-89AF-68DA0CB72E37}"/>
          </ac:spMkLst>
        </pc:spChg>
        <pc:spChg chg="del">
          <ac:chgData name="Minh Huynh" userId="01a137d4-0d81-46e0-aca6-c9185b391828" providerId="ADAL" clId="{CF02122B-8685-4227-9B3E-A85B24F402DE}" dt="2026-10-13T10:16:35.041" v="1412" actId="478"/>
          <ac:spMkLst>
            <pc:docMk/>
            <pc:sldMk cId="639961980" sldId="4521"/>
            <ac:spMk id="17" creationId="{04B0FE19-06FD-4D5F-93A8-471716331D69}"/>
          </ac:spMkLst>
        </pc:spChg>
        <pc:spChg chg="del">
          <ac:chgData name="Minh Huynh" userId="01a137d4-0d81-46e0-aca6-c9185b391828" providerId="ADAL" clId="{CF02122B-8685-4227-9B3E-A85B24F402DE}" dt="2026-10-13T10:16:35.041" v="1412" actId="478"/>
          <ac:spMkLst>
            <pc:docMk/>
            <pc:sldMk cId="639961980" sldId="4521"/>
            <ac:spMk id="18" creationId="{BEB84312-7799-4A33-B8EF-84645A2092F6}"/>
          </ac:spMkLst>
        </pc:spChg>
        <pc:spChg chg="del">
          <ac:chgData name="Minh Huynh" userId="01a137d4-0d81-46e0-aca6-c9185b391828" providerId="ADAL" clId="{CF02122B-8685-4227-9B3E-A85B24F402DE}" dt="2026-10-13T10:16:35.041" v="1412" actId="478"/>
          <ac:spMkLst>
            <pc:docMk/>
            <pc:sldMk cId="639961980" sldId="4521"/>
            <ac:spMk id="19" creationId="{9514140E-EAC1-4824-B93D-9CAB6393D419}"/>
          </ac:spMkLst>
        </pc:spChg>
        <pc:spChg chg="del">
          <ac:chgData name="Minh Huynh" userId="01a137d4-0d81-46e0-aca6-c9185b391828" providerId="ADAL" clId="{CF02122B-8685-4227-9B3E-A85B24F402DE}" dt="2026-10-13T10:16:35.041" v="1412" actId="478"/>
          <ac:spMkLst>
            <pc:docMk/>
            <pc:sldMk cId="639961980" sldId="4521"/>
            <ac:spMk id="20" creationId="{61D4E555-C56B-4F0D-A409-32071F474D80}"/>
          </ac:spMkLst>
        </pc:spChg>
        <pc:spChg chg="del">
          <ac:chgData name="Minh Huynh" userId="01a137d4-0d81-46e0-aca6-c9185b391828" providerId="ADAL" clId="{CF02122B-8685-4227-9B3E-A85B24F402DE}" dt="2026-10-13T10:16:35.041" v="1412" actId="478"/>
          <ac:spMkLst>
            <pc:docMk/>
            <pc:sldMk cId="639961980" sldId="4521"/>
            <ac:spMk id="21" creationId="{F001774E-68ED-4AD0-855D-C453F18D40DC}"/>
          </ac:spMkLst>
        </pc:spChg>
        <pc:spChg chg="del">
          <ac:chgData name="Minh Huynh" userId="01a137d4-0d81-46e0-aca6-c9185b391828" providerId="ADAL" clId="{CF02122B-8685-4227-9B3E-A85B24F402DE}" dt="2026-10-13T10:16:35.041" v="1412" actId="478"/>
          <ac:spMkLst>
            <pc:docMk/>
            <pc:sldMk cId="639961980" sldId="4521"/>
            <ac:spMk id="22" creationId="{3F0523E1-C9A2-44B9-9366-6C05CBBD934D}"/>
          </ac:spMkLst>
        </pc:spChg>
        <pc:spChg chg="del">
          <ac:chgData name="Minh Huynh" userId="01a137d4-0d81-46e0-aca6-c9185b391828" providerId="ADAL" clId="{CF02122B-8685-4227-9B3E-A85B24F402DE}" dt="2026-10-13T10:16:35.041" v="1412" actId="478"/>
          <ac:spMkLst>
            <pc:docMk/>
            <pc:sldMk cId="639961980" sldId="4521"/>
            <ac:spMk id="23" creationId="{2450E449-8C58-44A5-B0A6-7B68B4AAA6B0}"/>
          </ac:spMkLst>
        </pc:spChg>
        <pc:spChg chg="del">
          <ac:chgData name="Minh Huynh" userId="01a137d4-0d81-46e0-aca6-c9185b391828" providerId="ADAL" clId="{CF02122B-8685-4227-9B3E-A85B24F402DE}" dt="2026-10-13T10:16:35.041" v="1412" actId="478"/>
          <ac:spMkLst>
            <pc:docMk/>
            <pc:sldMk cId="639961980" sldId="4521"/>
            <ac:spMk id="24" creationId="{F73A31D5-C922-4355-9C72-36C86F07BE51}"/>
          </ac:spMkLst>
        </pc:spChg>
        <pc:spChg chg="del">
          <ac:chgData name="Minh Huynh" userId="01a137d4-0d81-46e0-aca6-c9185b391828" providerId="ADAL" clId="{CF02122B-8685-4227-9B3E-A85B24F402DE}" dt="2026-10-13T10:16:35.041" v="1412" actId="478"/>
          <ac:spMkLst>
            <pc:docMk/>
            <pc:sldMk cId="639961980" sldId="4521"/>
            <ac:spMk id="25" creationId="{CC58556E-9ABB-460E-B865-3F54C69E80E5}"/>
          </ac:spMkLst>
        </pc:spChg>
        <pc:spChg chg="del">
          <ac:chgData name="Minh Huynh" userId="01a137d4-0d81-46e0-aca6-c9185b391828" providerId="ADAL" clId="{CF02122B-8685-4227-9B3E-A85B24F402DE}" dt="2026-10-13T10:16:35.041" v="1412" actId="478"/>
          <ac:spMkLst>
            <pc:docMk/>
            <pc:sldMk cId="639961980" sldId="4521"/>
            <ac:spMk id="26" creationId="{E6EBAD15-3F96-451F-9C2F-6BC15EB42FC9}"/>
          </ac:spMkLst>
        </pc:spChg>
        <pc:spChg chg="del">
          <ac:chgData name="Minh Huynh" userId="01a137d4-0d81-46e0-aca6-c9185b391828" providerId="ADAL" clId="{CF02122B-8685-4227-9B3E-A85B24F402DE}" dt="2026-10-13T10:16:35.041" v="1412" actId="478"/>
          <ac:spMkLst>
            <pc:docMk/>
            <pc:sldMk cId="639961980" sldId="4521"/>
            <ac:spMk id="27" creationId="{E53E2E2D-6A85-41FC-99B7-53DDD9F11FA2}"/>
          </ac:spMkLst>
        </pc:spChg>
        <pc:spChg chg="add mod">
          <ac:chgData name="Minh Huynh" userId="01a137d4-0d81-46e0-aca6-c9185b391828" providerId="ADAL" clId="{CF02122B-8685-4227-9B3E-A85B24F402DE}" dt="2026-10-13T10:17:29.871" v="1441" actId="20577"/>
          <ac:spMkLst>
            <pc:docMk/>
            <pc:sldMk cId="639961980" sldId="4521"/>
            <ac:spMk id="28" creationId="{EE2B9C84-198E-4F81-BF43-73F79A8AC1A8}"/>
          </ac:spMkLst>
        </pc:spChg>
      </pc:sldChg>
      <pc:sldChg chg="addSp delSp modSp add mod">
        <pc:chgData name="Minh Huynh" userId="01a137d4-0d81-46e0-aca6-c9185b391828" providerId="ADAL" clId="{CF02122B-8685-4227-9B3E-A85B24F402DE}" dt="2026-10-13T10:17:03.236" v="1422"/>
        <pc:sldMkLst>
          <pc:docMk/>
          <pc:sldMk cId="3641909128" sldId="4535"/>
        </pc:sldMkLst>
        <pc:spChg chg="del">
          <ac:chgData name="Minh Huynh" userId="01a137d4-0d81-46e0-aca6-c9185b391828" providerId="ADAL" clId="{CF02122B-8685-4227-9B3E-A85B24F402DE}" dt="2026-10-13T10:17:00.110" v="1421" actId="478"/>
          <ac:spMkLst>
            <pc:docMk/>
            <pc:sldMk cId="3641909128" sldId="4535"/>
            <ac:spMk id="31" creationId="{AA4B70C1-84D1-4FC7-AEFE-A172A9FF1A44}"/>
          </ac:spMkLst>
        </pc:spChg>
        <pc:spChg chg="del">
          <ac:chgData name="Minh Huynh" userId="01a137d4-0d81-46e0-aca6-c9185b391828" providerId="ADAL" clId="{CF02122B-8685-4227-9B3E-A85B24F402DE}" dt="2026-10-13T10:17:00.110" v="1421" actId="478"/>
          <ac:spMkLst>
            <pc:docMk/>
            <pc:sldMk cId="3641909128" sldId="4535"/>
            <ac:spMk id="33" creationId="{321C5B27-496F-42B5-85F3-437BFEE292C5}"/>
          </ac:spMkLst>
        </pc:spChg>
        <pc:spChg chg="del">
          <ac:chgData name="Minh Huynh" userId="01a137d4-0d81-46e0-aca6-c9185b391828" providerId="ADAL" clId="{CF02122B-8685-4227-9B3E-A85B24F402DE}" dt="2026-10-13T10:17:00.110" v="1421" actId="478"/>
          <ac:spMkLst>
            <pc:docMk/>
            <pc:sldMk cId="3641909128" sldId="4535"/>
            <ac:spMk id="36" creationId="{418542DB-6638-4229-B59C-0AE2B8651BC9}"/>
          </ac:spMkLst>
        </pc:spChg>
        <pc:spChg chg="del">
          <ac:chgData name="Minh Huynh" userId="01a137d4-0d81-46e0-aca6-c9185b391828" providerId="ADAL" clId="{CF02122B-8685-4227-9B3E-A85B24F402DE}" dt="2026-10-13T10:17:00.110" v="1421" actId="478"/>
          <ac:spMkLst>
            <pc:docMk/>
            <pc:sldMk cId="3641909128" sldId="4535"/>
            <ac:spMk id="37" creationId="{422F6751-7E0F-4635-BB00-6342AAEFC00E}"/>
          </ac:spMkLst>
        </pc:spChg>
        <pc:spChg chg="del">
          <ac:chgData name="Minh Huynh" userId="01a137d4-0d81-46e0-aca6-c9185b391828" providerId="ADAL" clId="{CF02122B-8685-4227-9B3E-A85B24F402DE}" dt="2026-10-13T10:17:00.110" v="1421" actId="478"/>
          <ac:spMkLst>
            <pc:docMk/>
            <pc:sldMk cId="3641909128" sldId="4535"/>
            <ac:spMk id="38" creationId="{D014C222-3731-4C6D-862D-AE59B9CC7F53}"/>
          </ac:spMkLst>
        </pc:spChg>
        <pc:spChg chg="del">
          <ac:chgData name="Minh Huynh" userId="01a137d4-0d81-46e0-aca6-c9185b391828" providerId="ADAL" clId="{CF02122B-8685-4227-9B3E-A85B24F402DE}" dt="2026-10-13T10:17:00.110" v="1421" actId="478"/>
          <ac:spMkLst>
            <pc:docMk/>
            <pc:sldMk cId="3641909128" sldId="4535"/>
            <ac:spMk id="39" creationId="{116F6C96-DE31-4FB0-86F8-A4388771127D}"/>
          </ac:spMkLst>
        </pc:spChg>
        <pc:spChg chg="del">
          <ac:chgData name="Minh Huynh" userId="01a137d4-0d81-46e0-aca6-c9185b391828" providerId="ADAL" clId="{CF02122B-8685-4227-9B3E-A85B24F402DE}" dt="2026-10-13T10:17:00.110" v="1421" actId="478"/>
          <ac:spMkLst>
            <pc:docMk/>
            <pc:sldMk cId="3641909128" sldId="4535"/>
            <ac:spMk id="40" creationId="{A6335AB1-471B-4E09-85C1-B47403CB064C}"/>
          </ac:spMkLst>
        </pc:spChg>
        <pc:spChg chg="del">
          <ac:chgData name="Minh Huynh" userId="01a137d4-0d81-46e0-aca6-c9185b391828" providerId="ADAL" clId="{CF02122B-8685-4227-9B3E-A85B24F402DE}" dt="2026-10-13T10:17:00.110" v="1421" actId="478"/>
          <ac:spMkLst>
            <pc:docMk/>
            <pc:sldMk cId="3641909128" sldId="4535"/>
            <ac:spMk id="41" creationId="{34603F1F-8CC8-44AB-9DD8-CBFD8B54DAAF}"/>
          </ac:spMkLst>
        </pc:spChg>
        <pc:spChg chg="del">
          <ac:chgData name="Minh Huynh" userId="01a137d4-0d81-46e0-aca6-c9185b391828" providerId="ADAL" clId="{CF02122B-8685-4227-9B3E-A85B24F402DE}" dt="2026-10-13T10:17:00.110" v="1421" actId="478"/>
          <ac:spMkLst>
            <pc:docMk/>
            <pc:sldMk cId="3641909128" sldId="4535"/>
            <ac:spMk id="42" creationId="{57D90F82-B3A0-4DFF-A6C8-AF1225B61A4F}"/>
          </ac:spMkLst>
        </pc:spChg>
        <pc:spChg chg="del">
          <ac:chgData name="Minh Huynh" userId="01a137d4-0d81-46e0-aca6-c9185b391828" providerId="ADAL" clId="{CF02122B-8685-4227-9B3E-A85B24F402DE}" dt="2026-10-13T10:17:00.110" v="1421" actId="478"/>
          <ac:spMkLst>
            <pc:docMk/>
            <pc:sldMk cId="3641909128" sldId="4535"/>
            <ac:spMk id="43" creationId="{78D0BA2F-3E8E-4DFE-BADA-D69400358DE9}"/>
          </ac:spMkLst>
        </pc:spChg>
        <pc:spChg chg="del">
          <ac:chgData name="Minh Huynh" userId="01a137d4-0d81-46e0-aca6-c9185b391828" providerId="ADAL" clId="{CF02122B-8685-4227-9B3E-A85B24F402DE}" dt="2026-10-13T10:17:00.110" v="1421" actId="478"/>
          <ac:spMkLst>
            <pc:docMk/>
            <pc:sldMk cId="3641909128" sldId="4535"/>
            <ac:spMk id="44" creationId="{A282C7C9-728C-4461-A603-602CE4495860}"/>
          </ac:spMkLst>
        </pc:spChg>
        <pc:spChg chg="del">
          <ac:chgData name="Minh Huynh" userId="01a137d4-0d81-46e0-aca6-c9185b391828" providerId="ADAL" clId="{CF02122B-8685-4227-9B3E-A85B24F402DE}" dt="2026-10-13T10:17:00.110" v="1421" actId="478"/>
          <ac:spMkLst>
            <pc:docMk/>
            <pc:sldMk cId="3641909128" sldId="4535"/>
            <ac:spMk id="45" creationId="{5B0B5AEA-BBAD-4479-9ADF-1CEFB0AC5A8C}"/>
          </ac:spMkLst>
        </pc:spChg>
        <pc:spChg chg="del">
          <ac:chgData name="Minh Huynh" userId="01a137d4-0d81-46e0-aca6-c9185b391828" providerId="ADAL" clId="{CF02122B-8685-4227-9B3E-A85B24F402DE}" dt="2026-10-13T10:17:00.110" v="1421" actId="478"/>
          <ac:spMkLst>
            <pc:docMk/>
            <pc:sldMk cId="3641909128" sldId="4535"/>
            <ac:spMk id="46" creationId="{0B7B497A-69CA-4117-A99B-1BF70245ABC9}"/>
          </ac:spMkLst>
        </pc:spChg>
        <pc:spChg chg="add mod">
          <ac:chgData name="Minh Huynh" userId="01a137d4-0d81-46e0-aca6-c9185b391828" providerId="ADAL" clId="{CF02122B-8685-4227-9B3E-A85B24F402DE}" dt="2026-10-13T10:17:03.236" v="1422"/>
          <ac:spMkLst>
            <pc:docMk/>
            <pc:sldMk cId="3641909128" sldId="4535"/>
            <ac:spMk id="47" creationId="{4B788BEB-9A90-4AC7-A244-0D070E8232F6}"/>
          </ac:spMkLst>
        </pc:spChg>
      </pc:sldChg>
      <pc:sldChg chg="del">
        <pc:chgData name="Minh Huynh" userId="01a137d4-0d81-46e0-aca6-c9185b391828" providerId="ADAL" clId="{CF02122B-8685-4227-9B3E-A85B24F402DE}" dt="2026-10-13T09:54:35.156" v="0" actId="47"/>
        <pc:sldMkLst>
          <pc:docMk/>
          <pc:sldMk cId="315617114" sldId="4540"/>
        </pc:sldMkLst>
      </pc:sldChg>
      <pc:sldChg chg="addSp delSp modSp add mod">
        <pc:chgData name="Minh Huynh" userId="01a137d4-0d81-46e0-aca6-c9185b391828" providerId="ADAL" clId="{CF02122B-8685-4227-9B3E-A85B24F402DE}" dt="2026-10-13T10:17:36.439" v="1444" actId="478"/>
        <pc:sldMkLst>
          <pc:docMk/>
          <pc:sldMk cId="4168383365" sldId="4546"/>
        </pc:sldMkLst>
        <pc:spChg chg="del">
          <ac:chgData name="Minh Huynh" userId="01a137d4-0d81-46e0-aca6-c9185b391828" providerId="ADAL" clId="{CF02122B-8685-4227-9B3E-A85B24F402DE}" dt="2026-10-13T10:17:36.439" v="1444" actId="478"/>
          <ac:spMkLst>
            <pc:docMk/>
            <pc:sldMk cId="4168383365" sldId="4546"/>
            <ac:spMk id="11" creationId="{7814DEDC-95FB-46BE-9C5C-14AB99D69454}"/>
          </ac:spMkLst>
        </pc:spChg>
        <pc:spChg chg="del">
          <ac:chgData name="Minh Huynh" userId="01a137d4-0d81-46e0-aca6-c9185b391828" providerId="ADAL" clId="{CF02122B-8685-4227-9B3E-A85B24F402DE}" dt="2026-10-13T10:17:33.091" v="1442" actId="478"/>
          <ac:spMkLst>
            <pc:docMk/>
            <pc:sldMk cId="4168383365" sldId="4546"/>
            <ac:spMk id="14" creationId="{FEF10F77-DA12-4144-80BB-BE061D5FA32F}"/>
          </ac:spMkLst>
        </pc:spChg>
        <pc:spChg chg="del">
          <ac:chgData name="Minh Huynh" userId="01a137d4-0d81-46e0-aca6-c9185b391828" providerId="ADAL" clId="{CF02122B-8685-4227-9B3E-A85B24F402DE}" dt="2026-10-13T10:17:33.091" v="1442" actId="478"/>
          <ac:spMkLst>
            <pc:docMk/>
            <pc:sldMk cId="4168383365" sldId="4546"/>
            <ac:spMk id="15" creationId="{6C124B0C-F04B-46FD-845B-FBC0725E1838}"/>
          </ac:spMkLst>
        </pc:spChg>
        <pc:spChg chg="del">
          <ac:chgData name="Minh Huynh" userId="01a137d4-0d81-46e0-aca6-c9185b391828" providerId="ADAL" clId="{CF02122B-8685-4227-9B3E-A85B24F402DE}" dt="2026-10-13T10:17:33.091" v="1442" actId="478"/>
          <ac:spMkLst>
            <pc:docMk/>
            <pc:sldMk cId="4168383365" sldId="4546"/>
            <ac:spMk id="16" creationId="{2CA7EF28-EB98-44E5-8B0A-5DAFD4E74636}"/>
          </ac:spMkLst>
        </pc:spChg>
        <pc:spChg chg="del">
          <ac:chgData name="Minh Huynh" userId="01a137d4-0d81-46e0-aca6-c9185b391828" providerId="ADAL" clId="{CF02122B-8685-4227-9B3E-A85B24F402DE}" dt="2026-10-13T10:17:33.091" v="1442" actId="478"/>
          <ac:spMkLst>
            <pc:docMk/>
            <pc:sldMk cId="4168383365" sldId="4546"/>
            <ac:spMk id="17" creationId="{B74CEDE4-B712-479D-BE03-8F08F7D312E4}"/>
          </ac:spMkLst>
        </pc:spChg>
        <pc:spChg chg="del">
          <ac:chgData name="Minh Huynh" userId="01a137d4-0d81-46e0-aca6-c9185b391828" providerId="ADAL" clId="{CF02122B-8685-4227-9B3E-A85B24F402DE}" dt="2026-10-13T10:17:33.091" v="1442" actId="478"/>
          <ac:spMkLst>
            <pc:docMk/>
            <pc:sldMk cId="4168383365" sldId="4546"/>
            <ac:spMk id="18" creationId="{E4A26A9B-652F-45BE-BE56-1CE02C619664}"/>
          </ac:spMkLst>
        </pc:spChg>
        <pc:spChg chg="del">
          <ac:chgData name="Minh Huynh" userId="01a137d4-0d81-46e0-aca6-c9185b391828" providerId="ADAL" clId="{CF02122B-8685-4227-9B3E-A85B24F402DE}" dt="2026-10-13T10:17:33.091" v="1442" actId="478"/>
          <ac:spMkLst>
            <pc:docMk/>
            <pc:sldMk cId="4168383365" sldId="4546"/>
            <ac:spMk id="19" creationId="{C25D85EC-F84B-4084-9B5F-434B5F151B46}"/>
          </ac:spMkLst>
        </pc:spChg>
        <pc:spChg chg="del">
          <ac:chgData name="Minh Huynh" userId="01a137d4-0d81-46e0-aca6-c9185b391828" providerId="ADAL" clId="{CF02122B-8685-4227-9B3E-A85B24F402DE}" dt="2026-10-13T10:17:33.091" v="1442" actId="478"/>
          <ac:spMkLst>
            <pc:docMk/>
            <pc:sldMk cId="4168383365" sldId="4546"/>
            <ac:spMk id="20" creationId="{DBDC14AC-A6B0-4EF9-B652-11DB78411868}"/>
          </ac:spMkLst>
        </pc:spChg>
        <pc:spChg chg="del">
          <ac:chgData name="Minh Huynh" userId="01a137d4-0d81-46e0-aca6-c9185b391828" providerId="ADAL" clId="{CF02122B-8685-4227-9B3E-A85B24F402DE}" dt="2026-10-13T10:17:33.091" v="1442" actId="478"/>
          <ac:spMkLst>
            <pc:docMk/>
            <pc:sldMk cId="4168383365" sldId="4546"/>
            <ac:spMk id="21" creationId="{5EFC958B-4DD6-4B57-AB8D-D2B665A98DA6}"/>
          </ac:spMkLst>
        </pc:spChg>
        <pc:spChg chg="del">
          <ac:chgData name="Minh Huynh" userId="01a137d4-0d81-46e0-aca6-c9185b391828" providerId="ADAL" clId="{CF02122B-8685-4227-9B3E-A85B24F402DE}" dt="2026-10-13T10:17:33.091" v="1442" actId="478"/>
          <ac:spMkLst>
            <pc:docMk/>
            <pc:sldMk cId="4168383365" sldId="4546"/>
            <ac:spMk id="22" creationId="{5523DF56-1DAA-47B6-80EA-BDE7E8BF17AC}"/>
          </ac:spMkLst>
        </pc:spChg>
        <pc:spChg chg="del">
          <ac:chgData name="Minh Huynh" userId="01a137d4-0d81-46e0-aca6-c9185b391828" providerId="ADAL" clId="{CF02122B-8685-4227-9B3E-A85B24F402DE}" dt="2026-10-13T10:17:33.091" v="1442" actId="478"/>
          <ac:spMkLst>
            <pc:docMk/>
            <pc:sldMk cId="4168383365" sldId="4546"/>
            <ac:spMk id="23" creationId="{014B4798-DB26-46B5-9F15-6EDE65045A41}"/>
          </ac:spMkLst>
        </pc:spChg>
        <pc:spChg chg="del">
          <ac:chgData name="Minh Huynh" userId="01a137d4-0d81-46e0-aca6-c9185b391828" providerId="ADAL" clId="{CF02122B-8685-4227-9B3E-A85B24F402DE}" dt="2026-10-13T10:17:33.091" v="1442" actId="478"/>
          <ac:spMkLst>
            <pc:docMk/>
            <pc:sldMk cId="4168383365" sldId="4546"/>
            <ac:spMk id="24" creationId="{7B19084B-FABA-48B7-96A3-0065BB8DEE0C}"/>
          </ac:spMkLst>
        </pc:spChg>
        <pc:spChg chg="del">
          <ac:chgData name="Minh Huynh" userId="01a137d4-0d81-46e0-aca6-c9185b391828" providerId="ADAL" clId="{CF02122B-8685-4227-9B3E-A85B24F402DE}" dt="2026-10-13T10:17:33.091" v="1442" actId="478"/>
          <ac:spMkLst>
            <pc:docMk/>
            <pc:sldMk cId="4168383365" sldId="4546"/>
            <ac:spMk id="25" creationId="{6C6B9733-00F2-4052-B54D-23488A310152}"/>
          </ac:spMkLst>
        </pc:spChg>
        <pc:spChg chg="del">
          <ac:chgData name="Minh Huynh" userId="01a137d4-0d81-46e0-aca6-c9185b391828" providerId="ADAL" clId="{CF02122B-8685-4227-9B3E-A85B24F402DE}" dt="2026-10-13T10:17:33.091" v="1442" actId="478"/>
          <ac:spMkLst>
            <pc:docMk/>
            <pc:sldMk cId="4168383365" sldId="4546"/>
            <ac:spMk id="26" creationId="{235B2BFB-A8E1-47F1-89A3-A99B54FB1415}"/>
          </ac:spMkLst>
        </pc:spChg>
        <pc:spChg chg="add mod">
          <ac:chgData name="Minh Huynh" userId="01a137d4-0d81-46e0-aca6-c9185b391828" providerId="ADAL" clId="{CF02122B-8685-4227-9B3E-A85B24F402DE}" dt="2026-10-13T10:17:35.555" v="1443"/>
          <ac:spMkLst>
            <pc:docMk/>
            <pc:sldMk cId="4168383365" sldId="4546"/>
            <ac:spMk id="27" creationId="{AE417E3E-5B91-4828-8F43-33AAC7436915}"/>
          </ac:spMkLst>
        </pc:spChg>
      </pc:sldChg>
      <pc:sldChg chg="add del">
        <pc:chgData name="Minh Huynh" userId="01a137d4-0d81-46e0-aca6-c9185b391828" providerId="ADAL" clId="{CF02122B-8685-4227-9B3E-A85B24F402DE}" dt="2026-10-13T10:17:49.714" v="1446" actId="47"/>
        <pc:sldMkLst>
          <pc:docMk/>
          <pc:sldMk cId="159387872" sldId="4547"/>
        </pc:sldMkLst>
      </pc:sldChg>
      <pc:sldChg chg="del">
        <pc:chgData name="Minh Huynh" userId="01a137d4-0d81-46e0-aca6-c9185b391828" providerId="ADAL" clId="{CF02122B-8685-4227-9B3E-A85B24F402DE}" dt="2026-10-13T09:54:35.156" v="0" actId="47"/>
        <pc:sldMkLst>
          <pc:docMk/>
          <pc:sldMk cId="707359171" sldId="4549"/>
        </pc:sldMkLst>
      </pc:sldChg>
      <pc:sldChg chg="addSp delSp modSp add mod">
        <pc:chgData name="Minh Huynh" userId="01a137d4-0d81-46e0-aca6-c9185b391828" providerId="ADAL" clId="{CF02122B-8685-4227-9B3E-A85B24F402DE}" dt="2026-10-13T10:17:56.389" v="1450"/>
        <pc:sldMkLst>
          <pc:docMk/>
          <pc:sldMk cId="1679278438" sldId="4554"/>
        </pc:sldMkLst>
        <pc:spChg chg="del">
          <ac:chgData name="Minh Huynh" userId="01a137d4-0d81-46e0-aca6-c9185b391828" providerId="ADAL" clId="{CF02122B-8685-4227-9B3E-A85B24F402DE}" dt="2026-10-13T10:17:54.278" v="1449" actId="478"/>
          <ac:spMkLst>
            <pc:docMk/>
            <pc:sldMk cId="1679278438" sldId="4554"/>
            <ac:spMk id="17" creationId="{C8E02AE5-71FB-4979-B9EE-C8DFDC036F8F}"/>
          </ac:spMkLst>
        </pc:spChg>
        <pc:spChg chg="del">
          <ac:chgData name="Minh Huynh" userId="01a137d4-0d81-46e0-aca6-c9185b391828" providerId="ADAL" clId="{CF02122B-8685-4227-9B3E-A85B24F402DE}" dt="2026-10-13T10:17:53.044" v="1448" actId="478"/>
          <ac:spMkLst>
            <pc:docMk/>
            <pc:sldMk cId="1679278438" sldId="4554"/>
            <ac:spMk id="39" creationId="{AE8F4CE6-2E7A-4D51-9EC2-23075EB3D007}"/>
          </ac:spMkLst>
        </pc:spChg>
        <pc:spChg chg="del">
          <ac:chgData name="Minh Huynh" userId="01a137d4-0d81-46e0-aca6-c9185b391828" providerId="ADAL" clId="{CF02122B-8685-4227-9B3E-A85B24F402DE}" dt="2026-10-13T10:17:53.044" v="1448" actId="478"/>
          <ac:spMkLst>
            <pc:docMk/>
            <pc:sldMk cId="1679278438" sldId="4554"/>
            <ac:spMk id="40" creationId="{66D6C528-FEE3-4134-A920-9D48E1DCC2C3}"/>
          </ac:spMkLst>
        </pc:spChg>
        <pc:spChg chg="del">
          <ac:chgData name="Minh Huynh" userId="01a137d4-0d81-46e0-aca6-c9185b391828" providerId="ADAL" clId="{CF02122B-8685-4227-9B3E-A85B24F402DE}" dt="2026-10-13T10:17:53.044" v="1448" actId="478"/>
          <ac:spMkLst>
            <pc:docMk/>
            <pc:sldMk cId="1679278438" sldId="4554"/>
            <ac:spMk id="41" creationId="{BDFDCD8C-D6FE-443A-8268-00CC77097BAB}"/>
          </ac:spMkLst>
        </pc:spChg>
        <pc:spChg chg="del">
          <ac:chgData name="Minh Huynh" userId="01a137d4-0d81-46e0-aca6-c9185b391828" providerId="ADAL" clId="{CF02122B-8685-4227-9B3E-A85B24F402DE}" dt="2026-10-13T10:17:53.044" v="1448" actId="478"/>
          <ac:spMkLst>
            <pc:docMk/>
            <pc:sldMk cId="1679278438" sldId="4554"/>
            <ac:spMk id="42" creationId="{5CF51FEF-A3F0-4D87-AF2F-9A1B87CFEF07}"/>
          </ac:spMkLst>
        </pc:spChg>
        <pc:spChg chg="del">
          <ac:chgData name="Minh Huynh" userId="01a137d4-0d81-46e0-aca6-c9185b391828" providerId="ADAL" clId="{CF02122B-8685-4227-9B3E-A85B24F402DE}" dt="2026-10-13T10:17:53.044" v="1448" actId="478"/>
          <ac:spMkLst>
            <pc:docMk/>
            <pc:sldMk cId="1679278438" sldId="4554"/>
            <ac:spMk id="43" creationId="{91F53C95-597F-4D7D-9AA7-0BECB9C19750}"/>
          </ac:spMkLst>
        </pc:spChg>
        <pc:spChg chg="del">
          <ac:chgData name="Minh Huynh" userId="01a137d4-0d81-46e0-aca6-c9185b391828" providerId="ADAL" clId="{CF02122B-8685-4227-9B3E-A85B24F402DE}" dt="2026-10-13T10:17:53.044" v="1448" actId="478"/>
          <ac:spMkLst>
            <pc:docMk/>
            <pc:sldMk cId="1679278438" sldId="4554"/>
            <ac:spMk id="44" creationId="{E0EEF881-EA92-43E7-A7A7-8E3CEA143D6D}"/>
          </ac:spMkLst>
        </pc:spChg>
        <pc:spChg chg="del">
          <ac:chgData name="Minh Huynh" userId="01a137d4-0d81-46e0-aca6-c9185b391828" providerId="ADAL" clId="{CF02122B-8685-4227-9B3E-A85B24F402DE}" dt="2026-10-13T10:17:53.044" v="1448" actId="478"/>
          <ac:spMkLst>
            <pc:docMk/>
            <pc:sldMk cId="1679278438" sldId="4554"/>
            <ac:spMk id="45" creationId="{900EA9F0-CA12-439F-BCFB-48716C6D5E64}"/>
          </ac:spMkLst>
        </pc:spChg>
        <pc:spChg chg="del">
          <ac:chgData name="Minh Huynh" userId="01a137d4-0d81-46e0-aca6-c9185b391828" providerId="ADAL" clId="{CF02122B-8685-4227-9B3E-A85B24F402DE}" dt="2026-10-13T10:17:53.044" v="1448" actId="478"/>
          <ac:spMkLst>
            <pc:docMk/>
            <pc:sldMk cId="1679278438" sldId="4554"/>
            <ac:spMk id="46" creationId="{EECA4BC6-D867-420D-A50C-1B97CA97DACC}"/>
          </ac:spMkLst>
        </pc:spChg>
        <pc:spChg chg="del">
          <ac:chgData name="Minh Huynh" userId="01a137d4-0d81-46e0-aca6-c9185b391828" providerId="ADAL" clId="{CF02122B-8685-4227-9B3E-A85B24F402DE}" dt="2026-10-13T10:17:53.044" v="1448" actId="478"/>
          <ac:spMkLst>
            <pc:docMk/>
            <pc:sldMk cId="1679278438" sldId="4554"/>
            <ac:spMk id="47" creationId="{B9BF2611-649D-4477-8798-692B17CAF2FC}"/>
          </ac:spMkLst>
        </pc:spChg>
        <pc:spChg chg="del">
          <ac:chgData name="Minh Huynh" userId="01a137d4-0d81-46e0-aca6-c9185b391828" providerId="ADAL" clId="{CF02122B-8685-4227-9B3E-A85B24F402DE}" dt="2026-10-13T10:17:53.044" v="1448" actId="478"/>
          <ac:spMkLst>
            <pc:docMk/>
            <pc:sldMk cId="1679278438" sldId="4554"/>
            <ac:spMk id="48" creationId="{2E04A6AA-C3E0-4FA8-9B86-EE46892F3B47}"/>
          </ac:spMkLst>
        </pc:spChg>
        <pc:spChg chg="del">
          <ac:chgData name="Minh Huynh" userId="01a137d4-0d81-46e0-aca6-c9185b391828" providerId="ADAL" clId="{CF02122B-8685-4227-9B3E-A85B24F402DE}" dt="2026-10-13T10:17:53.044" v="1448" actId="478"/>
          <ac:spMkLst>
            <pc:docMk/>
            <pc:sldMk cId="1679278438" sldId="4554"/>
            <ac:spMk id="49" creationId="{EDEC09F7-0499-409E-8877-03E756C724DD}"/>
          </ac:spMkLst>
        </pc:spChg>
        <pc:spChg chg="del">
          <ac:chgData name="Minh Huynh" userId="01a137d4-0d81-46e0-aca6-c9185b391828" providerId="ADAL" clId="{CF02122B-8685-4227-9B3E-A85B24F402DE}" dt="2026-10-13T10:17:53.044" v="1448" actId="478"/>
          <ac:spMkLst>
            <pc:docMk/>
            <pc:sldMk cId="1679278438" sldId="4554"/>
            <ac:spMk id="50" creationId="{2B4CAAA3-0729-48B8-A0DF-49EB98922580}"/>
          </ac:spMkLst>
        </pc:spChg>
        <pc:spChg chg="del">
          <ac:chgData name="Minh Huynh" userId="01a137d4-0d81-46e0-aca6-c9185b391828" providerId="ADAL" clId="{CF02122B-8685-4227-9B3E-A85B24F402DE}" dt="2026-10-13T10:17:53.044" v="1448" actId="478"/>
          <ac:spMkLst>
            <pc:docMk/>
            <pc:sldMk cId="1679278438" sldId="4554"/>
            <ac:spMk id="51" creationId="{25D3DA72-A7C9-4376-A389-599CC7D85366}"/>
          </ac:spMkLst>
        </pc:spChg>
        <pc:spChg chg="add mod">
          <ac:chgData name="Minh Huynh" userId="01a137d4-0d81-46e0-aca6-c9185b391828" providerId="ADAL" clId="{CF02122B-8685-4227-9B3E-A85B24F402DE}" dt="2026-10-13T10:17:56.389" v="1450"/>
          <ac:spMkLst>
            <pc:docMk/>
            <pc:sldMk cId="1679278438" sldId="4554"/>
            <ac:spMk id="52" creationId="{55021545-A26D-4B7B-802B-DD67463F8B6A}"/>
          </ac:spMkLst>
        </pc:spChg>
      </pc:sldChg>
      <pc:sldChg chg="del">
        <pc:chgData name="Minh Huynh" userId="01a137d4-0d81-46e0-aca6-c9185b391828" providerId="ADAL" clId="{CF02122B-8685-4227-9B3E-A85B24F402DE}" dt="2026-10-13T09:54:35.156" v="0" actId="47"/>
        <pc:sldMkLst>
          <pc:docMk/>
          <pc:sldMk cId="3116511797" sldId="4556"/>
        </pc:sldMkLst>
      </pc:sldChg>
      <pc:sldChg chg="addSp delSp modSp add mod">
        <pc:chgData name="Minh Huynh" userId="01a137d4-0d81-46e0-aca6-c9185b391828" providerId="ADAL" clId="{CF02122B-8685-4227-9B3E-A85B24F402DE}" dt="2026-10-13T10:18:54.541" v="1464" actId="1076"/>
        <pc:sldMkLst>
          <pc:docMk/>
          <pc:sldMk cId="448916496" sldId="4563"/>
        </pc:sldMkLst>
        <pc:spChg chg="del">
          <ac:chgData name="Minh Huynh" userId="01a137d4-0d81-46e0-aca6-c9185b391828" providerId="ADAL" clId="{CF02122B-8685-4227-9B3E-A85B24F402DE}" dt="2026-10-13T10:18:19.085" v="1454" actId="478"/>
          <ac:spMkLst>
            <pc:docMk/>
            <pc:sldMk cId="448916496" sldId="4563"/>
            <ac:spMk id="14" creationId="{9152C100-5BCE-4DBF-A299-F6DE9DBE66EF}"/>
          </ac:spMkLst>
        </pc:spChg>
        <pc:spChg chg="del">
          <ac:chgData name="Minh Huynh" userId="01a137d4-0d81-46e0-aca6-c9185b391828" providerId="ADAL" clId="{CF02122B-8685-4227-9B3E-A85B24F402DE}" dt="2026-10-13T10:18:19.085" v="1454" actId="478"/>
          <ac:spMkLst>
            <pc:docMk/>
            <pc:sldMk cId="448916496" sldId="4563"/>
            <ac:spMk id="15" creationId="{C92EB238-446F-4985-BB8E-8072C9F252EC}"/>
          </ac:spMkLst>
        </pc:spChg>
        <pc:spChg chg="del">
          <ac:chgData name="Minh Huynh" userId="01a137d4-0d81-46e0-aca6-c9185b391828" providerId="ADAL" clId="{CF02122B-8685-4227-9B3E-A85B24F402DE}" dt="2026-10-13T10:18:19.085" v="1454" actId="478"/>
          <ac:spMkLst>
            <pc:docMk/>
            <pc:sldMk cId="448916496" sldId="4563"/>
            <ac:spMk id="16" creationId="{5968DA1A-8D66-427D-AF21-A43915C281BB}"/>
          </ac:spMkLst>
        </pc:spChg>
        <pc:spChg chg="del">
          <ac:chgData name="Minh Huynh" userId="01a137d4-0d81-46e0-aca6-c9185b391828" providerId="ADAL" clId="{CF02122B-8685-4227-9B3E-A85B24F402DE}" dt="2026-10-13T10:18:19.085" v="1454" actId="478"/>
          <ac:spMkLst>
            <pc:docMk/>
            <pc:sldMk cId="448916496" sldId="4563"/>
            <ac:spMk id="17" creationId="{6F680DBB-9E9A-4C7C-A0AF-F1F828DF4B14}"/>
          </ac:spMkLst>
        </pc:spChg>
        <pc:spChg chg="del">
          <ac:chgData name="Minh Huynh" userId="01a137d4-0d81-46e0-aca6-c9185b391828" providerId="ADAL" clId="{CF02122B-8685-4227-9B3E-A85B24F402DE}" dt="2026-10-13T10:18:19.085" v="1454" actId="478"/>
          <ac:spMkLst>
            <pc:docMk/>
            <pc:sldMk cId="448916496" sldId="4563"/>
            <ac:spMk id="18" creationId="{B2C9BC04-95AB-4852-B237-F8F3239E615B}"/>
          </ac:spMkLst>
        </pc:spChg>
        <pc:spChg chg="del">
          <ac:chgData name="Minh Huynh" userId="01a137d4-0d81-46e0-aca6-c9185b391828" providerId="ADAL" clId="{CF02122B-8685-4227-9B3E-A85B24F402DE}" dt="2026-10-13T10:18:19.085" v="1454" actId="478"/>
          <ac:spMkLst>
            <pc:docMk/>
            <pc:sldMk cId="448916496" sldId="4563"/>
            <ac:spMk id="19" creationId="{09D1B020-6583-41CA-84DA-C678D5810779}"/>
          </ac:spMkLst>
        </pc:spChg>
        <pc:spChg chg="del">
          <ac:chgData name="Minh Huynh" userId="01a137d4-0d81-46e0-aca6-c9185b391828" providerId="ADAL" clId="{CF02122B-8685-4227-9B3E-A85B24F402DE}" dt="2026-10-13T10:18:19.085" v="1454" actId="478"/>
          <ac:spMkLst>
            <pc:docMk/>
            <pc:sldMk cId="448916496" sldId="4563"/>
            <ac:spMk id="20" creationId="{B112F2DC-B625-4629-81E8-A228500327A6}"/>
          </ac:spMkLst>
        </pc:spChg>
        <pc:spChg chg="del">
          <ac:chgData name="Minh Huynh" userId="01a137d4-0d81-46e0-aca6-c9185b391828" providerId="ADAL" clId="{CF02122B-8685-4227-9B3E-A85B24F402DE}" dt="2026-10-13T10:18:19.085" v="1454" actId="478"/>
          <ac:spMkLst>
            <pc:docMk/>
            <pc:sldMk cId="448916496" sldId="4563"/>
            <ac:spMk id="21" creationId="{6000B7D8-97FF-44B0-A071-C513A467CBED}"/>
          </ac:spMkLst>
        </pc:spChg>
        <pc:spChg chg="del">
          <ac:chgData name="Minh Huynh" userId="01a137d4-0d81-46e0-aca6-c9185b391828" providerId="ADAL" clId="{CF02122B-8685-4227-9B3E-A85B24F402DE}" dt="2026-10-13T10:18:19.085" v="1454" actId="478"/>
          <ac:spMkLst>
            <pc:docMk/>
            <pc:sldMk cId="448916496" sldId="4563"/>
            <ac:spMk id="22" creationId="{280A4B92-A61E-4A9F-8FF1-D32B75493A50}"/>
          </ac:spMkLst>
        </pc:spChg>
        <pc:spChg chg="del">
          <ac:chgData name="Minh Huynh" userId="01a137d4-0d81-46e0-aca6-c9185b391828" providerId="ADAL" clId="{CF02122B-8685-4227-9B3E-A85B24F402DE}" dt="2026-10-13T10:18:19.085" v="1454" actId="478"/>
          <ac:spMkLst>
            <pc:docMk/>
            <pc:sldMk cId="448916496" sldId="4563"/>
            <ac:spMk id="23" creationId="{22A930DF-1C68-442E-B086-70725EDDE443}"/>
          </ac:spMkLst>
        </pc:spChg>
        <pc:spChg chg="del">
          <ac:chgData name="Minh Huynh" userId="01a137d4-0d81-46e0-aca6-c9185b391828" providerId="ADAL" clId="{CF02122B-8685-4227-9B3E-A85B24F402DE}" dt="2026-10-13T10:18:19.085" v="1454" actId="478"/>
          <ac:spMkLst>
            <pc:docMk/>
            <pc:sldMk cId="448916496" sldId="4563"/>
            <ac:spMk id="24" creationId="{AA3A019C-9933-4D75-A17F-169E1A2DCBE0}"/>
          </ac:spMkLst>
        </pc:spChg>
        <pc:spChg chg="del">
          <ac:chgData name="Minh Huynh" userId="01a137d4-0d81-46e0-aca6-c9185b391828" providerId="ADAL" clId="{CF02122B-8685-4227-9B3E-A85B24F402DE}" dt="2026-10-13T10:18:19.085" v="1454" actId="478"/>
          <ac:spMkLst>
            <pc:docMk/>
            <pc:sldMk cId="448916496" sldId="4563"/>
            <ac:spMk id="25" creationId="{6D7689BF-26F3-4E04-B1F4-EA33CA2DA96E}"/>
          </ac:spMkLst>
        </pc:spChg>
        <pc:spChg chg="del">
          <ac:chgData name="Minh Huynh" userId="01a137d4-0d81-46e0-aca6-c9185b391828" providerId="ADAL" clId="{CF02122B-8685-4227-9B3E-A85B24F402DE}" dt="2026-10-13T10:18:19.085" v="1454" actId="478"/>
          <ac:spMkLst>
            <pc:docMk/>
            <pc:sldMk cId="448916496" sldId="4563"/>
            <ac:spMk id="26" creationId="{86904DA2-923C-4728-AE18-EE8C388FA871}"/>
          </ac:spMkLst>
        </pc:spChg>
        <pc:spChg chg="add mod">
          <ac:chgData name="Minh Huynh" userId="01a137d4-0d81-46e0-aca6-c9185b391828" providerId="ADAL" clId="{CF02122B-8685-4227-9B3E-A85B24F402DE}" dt="2026-10-13T10:18:21.787" v="1455"/>
          <ac:spMkLst>
            <pc:docMk/>
            <pc:sldMk cId="448916496" sldId="4563"/>
            <ac:spMk id="27" creationId="{6A7C9B9B-BA59-4AB4-82F5-2493CB28F81F}"/>
          </ac:spMkLst>
        </pc:spChg>
        <pc:spChg chg="add mod">
          <ac:chgData name="Minh Huynh" userId="01a137d4-0d81-46e0-aca6-c9185b391828" providerId="ADAL" clId="{CF02122B-8685-4227-9B3E-A85B24F402DE}" dt="2026-10-13T10:18:54.541" v="1464" actId="1076"/>
          <ac:spMkLst>
            <pc:docMk/>
            <pc:sldMk cId="448916496" sldId="4563"/>
            <ac:spMk id="28" creationId="{71B6832F-EF8B-4EE7-A4C5-95E4FDD0FA92}"/>
          </ac:spMkLst>
        </pc:spChg>
        <pc:spChg chg="add mod">
          <ac:chgData name="Minh Huynh" userId="01a137d4-0d81-46e0-aca6-c9185b391828" providerId="ADAL" clId="{CF02122B-8685-4227-9B3E-A85B24F402DE}" dt="2026-10-13T10:18:50.846" v="1463" actId="1076"/>
          <ac:spMkLst>
            <pc:docMk/>
            <pc:sldMk cId="448916496" sldId="4563"/>
            <ac:spMk id="29" creationId="{9E1A149C-4AA8-4D7C-AAD7-68EBDD43EDAE}"/>
          </ac:spMkLst>
        </pc:spChg>
        <pc:spChg chg="add mod">
          <ac:chgData name="Minh Huynh" userId="01a137d4-0d81-46e0-aca6-c9185b391828" providerId="ADAL" clId="{CF02122B-8685-4227-9B3E-A85B24F402DE}" dt="2026-10-13T10:18:47.267" v="1462" actId="1076"/>
          <ac:spMkLst>
            <pc:docMk/>
            <pc:sldMk cId="448916496" sldId="4563"/>
            <ac:spMk id="30" creationId="{B44526B6-BE58-4312-BD82-50DF2BDD786F}"/>
          </ac:spMkLst>
        </pc:spChg>
        <pc:spChg chg="del">
          <ac:chgData name="Minh Huynh" userId="01a137d4-0d81-46e0-aca6-c9185b391828" providerId="ADAL" clId="{CF02122B-8685-4227-9B3E-A85B24F402DE}" dt="2026-10-13T10:18:12.377" v="1452" actId="478"/>
          <ac:spMkLst>
            <pc:docMk/>
            <pc:sldMk cId="448916496" sldId="4563"/>
            <ac:spMk id="39" creationId="{1C26EF80-2607-4F15-8BEC-6D191C50A84D}"/>
          </ac:spMkLst>
        </pc:spChg>
        <pc:graphicFrameChg chg="mod">
          <ac:chgData name="Minh Huynh" userId="01a137d4-0d81-46e0-aca6-c9185b391828" providerId="ADAL" clId="{CF02122B-8685-4227-9B3E-A85B24F402DE}" dt="2026-10-13T10:18:16.020" v="1453" actId="1076"/>
          <ac:graphicFrameMkLst>
            <pc:docMk/>
            <pc:sldMk cId="448916496" sldId="4563"/>
            <ac:graphicFrameMk id="3" creationId="{F60BBBF2-8AA9-4B8D-84B9-67BDFDF78248}"/>
          </ac:graphicFrameMkLst>
        </pc:graphicFrameChg>
      </pc:sldChg>
      <pc:sldChg chg="addSp delSp modSp add mod">
        <pc:chgData name="Minh Huynh" userId="01a137d4-0d81-46e0-aca6-c9185b391828" providerId="ADAL" clId="{CF02122B-8685-4227-9B3E-A85B24F402DE}" dt="2026-10-13T10:19:54.280" v="1486" actId="20577"/>
        <pc:sldMkLst>
          <pc:docMk/>
          <pc:sldMk cId="2393629656" sldId="4568"/>
        </pc:sldMkLst>
        <pc:spChg chg="add mod">
          <ac:chgData name="Minh Huynh" userId="01a137d4-0d81-46e0-aca6-c9185b391828" providerId="ADAL" clId="{CF02122B-8685-4227-9B3E-A85B24F402DE}" dt="2026-10-13T10:19:54.280" v="1486" actId="20577"/>
          <ac:spMkLst>
            <pc:docMk/>
            <pc:sldMk cId="2393629656" sldId="4568"/>
            <ac:spMk id="42" creationId="{96A86679-5FBD-457F-82EE-3B415F2D432A}"/>
          </ac:spMkLst>
        </pc:spChg>
        <pc:spChg chg="del">
          <ac:chgData name="Minh Huynh" userId="01a137d4-0d81-46e0-aca6-c9185b391828" providerId="ADAL" clId="{CF02122B-8685-4227-9B3E-A85B24F402DE}" dt="2026-10-13T10:19:46.984" v="1466" actId="478"/>
          <ac:spMkLst>
            <pc:docMk/>
            <pc:sldMk cId="2393629656" sldId="4568"/>
            <ac:spMk id="55" creationId="{5F11EBA3-8608-4283-B7CF-048C7B27B862}"/>
          </ac:spMkLst>
        </pc:spChg>
        <pc:spChg chg="del">
          <ac:chgData name="Minh Huynh" userId="01a137d4-0d81-46e0-aca6-c9185b391828" providerId="ADAL" clId="{CF02122B-8685-4227-9B3E-A85B24F402DE}" dt="2026-10-13T10:19:46.984" v="1466" actId="478"/>
          <ac:spMkLst>
            <pc:docMk/>
            <pc:sldMk cId="2393629656" sldId="4568"/>
            <ac:spMk id="56" creationId="{6EE92309-8695-4A29-B202-62F18D513279}"/>
          </ac:spMkLst>
        </pc:spChg>
        <pc:spChg chg="del">
          <ac:chgData name="Minh Huynh" userId="01a137d4-0d81-46e0-aca6-c9185b391828" providerId="ADAL" clId="{CF02122B-8685-4227-9B3E-A85B24F402DE}" dt="2026-10-13T10:19:46.984" v="1466" actId="478"/>
          <ac:spMkLst>
            <pc:docMk/>
            <pc:sldMk cId="2393629656" sldId="4568"/>
            <ac:spMk id="57" creationId="{F48D9A48-04F5-46B0-9779-D332DD91F7C7}"/>
          </ac:spMkLst>
        </pc:spChg>
        <pc:spChg chg="del">
          <ac:chgData name="Minh Huynh" userId="01a137d4-0d81-46e0-aca6-c9185b391828" providerId="ADAL" clId="{CF02122B-8685-4227-9B3E-A85B24F402DE}" dt="2026-10-13T10:19:46.984" v="1466" actId="478"/>
          <ac:spMkLst>
            <pc:docMk/>
            <pc:sldMk cId="2393629656" sldId="4568"/>
            <ac:spMk id="58" creationId="{AB6FD623-D1B5-4EC8-8FEE-C613FD733690}"/>
          </ac:spMkLst>
        </pc:spChg>
        <pc:spChg chg="del">
          <ac:chgData name="Minh Huynh" userId="01a137d4-0d81-46e0-aca6-c9185b391828" providerId="ADAL" clId="{CF02122B-8685-4227-9B3E-A85B24F402DE}" dt="2026-10-13T10:19:46.984" v="1466" actId="478"/>
          <ac:spMkLst>
            <pc:docMk/>
            <pc:sldMk cId="2393629656" sldId="4568"/>
            <ac:spMk id="59" creationId="{65C9CF73-ED18-40E2-A797-DAA7DEB33B5C}"/>
          </ac:spMkLst>
        </pc:spChg>
        <pc:spChg chg="del">
          <ac:chgData name="Minh Huynh" userId="01a137d4-0d81-46e0-aca6-c9185b391828" providerId="ADAL" clId="{CF02122B-8685-4227-9B3E-A85B24F402DE}" dt="2026-10-13T10:19:46.984" v="1466" actId="478"/>
          <ac:spMkLst>
            <pc:docMk/>
            <pc:sldMk cId="2393629656" sldId="4568"/>
            <ac:spMk id="60" creationId="{AD49DB95-5699-4BE8-9FF7-873065D95FC9}"/>
          </ac:spMkLst>
        </pc:spChg>
        <pc:spChg chg="del">
          <ac:chgData name="Minh Huynh" userId="01a137d4-0d81-46e0-aca6-c9185b391828" providerId="ADAL" clId="{CF02122B-8685-4227-9B3E-A85B24F402DE}" dt="2026-10-13T10:19:46.984" v="1466" actId="478"/>
          <ac:spMkLst>
            <pc:docMk/>
            <pc:sldMk cId="2393629656" sldId="4568"/>
            <ac:spMk id="61" creationId="{4E77C61D-717F-488A-BB32-94FC0ADA84E5}"/>
          </ac:spMkLst>
        </pc:spChg>
        <pc:spChg chg="del">
          <ac:chgData name="Minh Huynh" userId="01a137d4-0d81-46e0-aca6-c9185b391828" providerId="ADAL" clId="{CF02122B-8685-4227-9B3E-A85B24F402DE}" dt="2026-10-13T10:19:46.984" v="1466" actId="478"/>
          <ac:spMkLst>
            <pc:docMk/>
            <pc:sldMk cId="2393629656" sldId="4568"/>
            <ac:spMk id="62" creationId="{569D66E3-9315-4C5E-8361-F8D9027E205D}"/>
          </ac:spMkLst>
        </pc:spChg>
        <pc:spChg chg="del">
          <ac:chgData name="Minh Huynh" userId="01a137d4-0d81-46e0-aca6-c9185b391828" providerId="ADAL" clId="{CF02122B-8685-4227-9B3E-A85B24F402DE}" dt="2026-10-13T10:19:46.984" v="1466" actId="478"/>
          <ac:spMkLst>
            <pc:docMk/>
            <pc:sldMk cId="2393629656" sldId="4568"/>
            <ac:spMk id="63" creationId="{E44CEA04-B631-438B-8CF8-110BD7FCACE7}"/>
          </ac:spMkLst>
        </pc:spChg>
        <pc:spChg chg="del">
          <ac:chgData name="Minh Huynh" userId="01a137d4-0d81-46e0-aca6-c9185b391828" providerId="ADAL" clId="{CF02122B-8685-4227-9B3E-A85B24F402DE}" dt="2026-10-13T10:19:46.984" v="1466" actId="478"/>
          <ac:spMkLst>
            <pc:docMk/>
            <pc:sldMk cId="2393629656" sldId="4568"/>
            <ac:spMk id="64" creationId="{1CDEDFFF-86DF-4FB1-8E8C-6E7B151167D0}"/>
          </ac:spMkLst>
        </pc:spChg>
        <pc:spChg chg="del">
          <ac:chgData name="Minh Huynh" userId="01a137d4-0d81-46e0-aca6-c9185b391828" providerId="ADAL" clId="{CF02122B-8685-4227-9B3E-A85B24F402DE}" dt="2026-10-13T10:19:46.984" v="1466" actId="478"/>
          <ac:spMkLst>
            <pc:docMk/>
            <pc:sldMk cId="2393629656" sldId="4568"/>
            <ac:spMk id="65" creationId="{4908E660-4561-42F6-9F20-5013E5EC4E02}"/>
          </ac:spMkLst>
        </pc:spChg>
        <pc:spChg chg="del">
          <ac:chgData name="Minh Huynh" userId="01a137d4-0d81-46e0-aca6-c9185b391828" providerId="ADAL" clId="{CF02122B-8685-4227-9B3E-A85B24F402DE}" dt="2026-10-13T10:19:46.984" v="1466" actId="478"/>
          <ac:spMkLst>
            <pc:docMk/>
            <pc:sldMk cId="2393629656" sldId="4568"/>
            <ac:spMk id="66" creationId="{3FB88763-971B-4D42-BD3C-40B344C15B5C}"/>
          </ac:spMkLst>
        </pc:spChg>
        <pc:spChg chg="del">
          <ac:chgData name="Minh Huynh" userId="01a137d4-0d81-46e0-aca6-c9185b391828" providerId="ADAL" clId="{CF02122B-8685-4227-9B3E-A85B24F402DE}" dt="2026-10-13T10:19:46.984" v="1466" actId="478"/>
          <ac:spMkLst>
            <pc:docMk/>
            <pc:sldMk cId="2393629656" sldId="4568"/>
            <ac:spMk id="67" creationId="{9AAC773E-18E4-44DE-8E7D-7F8DA33AB437}"/>
          </ac:spMkLst>
        </pc:spChg>
        <pc:spChg chg="del">
          <ac:chgData name="Minh Huynh" userId="01a137d4-0d81-46e0-aca6-c9185b391828" providerId="ADAL" clId="{CF02122B-8685-4227-9B3E-A85B24F402DE}" dt="2026-10-13T10:19:46.984" v="1466" actId="478"/>
          <ac:spMkLst>
            <pc:docMk/>
            <pc:sldMk cId="2393629656" sldId="4568"/>
            <ac:spMk id="68" creationId="{7EB35143-941C-4FB8-BF57-2FD1811F3809}"/>
          </ac:spMkLst>
        </pc:spChg>
        <pc:spChg chg="del">
          <ac:chgData name="Minh Huynh" userId="01a137d4-0d81-46e0-aca6-c9185b391828" providerId="ADAL" clId="{CF02122B-8685-4227-9B3E-A85B24F402DE}" dt="2026-10-13T10:19:46.984" v="1466" actId="478"/>
          <ac:spMkLst>
            <pc:docMk/>
            <pc:sldMk cId="2393629656" sldId="4568"/>
            <ac:spMk id="69" creationId="{8625FCC5-2FB9-4299-811F-F2EC4B05499E}"/>
          </ac:spMkLst>
        </pc:spChg>
      </pc:sldChg>
      <pc:sldChg chg="del">
        <pc:chgData name="Minh Huynh" userId="01a137d4-0d81-46e0-aca6-c9185b391828" providerId="ADAL" clId="{CF02122B-8685-4227-9B3E-A85B24F402DE}" dt="2026-10-13T09:54:35.156" v="0" actId="47"/>
        <pc:sldMkLst>
          <pc:docMk/>
          <pc:sldMk cId="2635461782" sldId="4573"/>
        </pc:sldMkLst>
      </pc:sldChg>
      <pc:sldChg chg="addSp delSp modSp add mod">
        <pc:chgData name="Minh Huynh" userId="01a137d4-0d81-46e0-aca6-c9185b391828" providerId="ADAL" clId="{CF02122B-8685-4227-9B3E-A85B24F402DE}" dt="2026-10-13T10:20:17.107" v="1491"/>
        <pc:sldMkLst>
          <pc:docMk/>
          <pc:sldMk cId="1075985313" sldId="4578"/>
        </pc:sldMkLst>
        <pc:spChg chg="add mod">
          <ac:chgData name="Minh Huynh" userId="01a137d4-0d81-46e0-aca6-c9185b391828" providerId="ADAL" clId="{CF02122B-8685-4227-9B3E-A85B24F402DE}" dt="2026-10-13T10:20:17.107" v="1491"/>
          <ac:spMkLst>
            <pc:docMk/>
            <pc:sldMk cId="1075985313" sldId="4578"/>
            <ac:spMk id="20" creationId="{6FBD741E-F9B4-4A16-A6CB-38574C5C8FD1}"/>
          </ac:spMkLst>
        </pc:spChg>
        <pc:spChg chg="del">
          <ac:chgData name="Minh Huynh" userId="01a137d4-0d81-46e0-aca6-c9185b391828" providerId="ADAL" clId="{CF02122B-8685-4227-9B3E-A85B24F402DE}" dt="2026-10-13T10:20:11.568" v="1488" actId="478"/>
          <ac:spMkLst>
            <pc:docMk/>
            <pc:sldMk cId="1075985313" sldId="4578"/>
            <ac:spMk id="29" creationId="{D16D0345-BD77-45E1-AC43-EF4E42830EF7}"/>
          </ac:spMkLst>
        </pc:spChg>
        <pc:spChg chg="del">
          <ac:chgData name="Minh Huynh" userId="01a137d4-0d81-46e0-aca6-c9185b391828" providerId="ADAL" clId="{CF02122B-8685-4227-9B3E-A85B24F402DE}" dt="2026-10-13T10:20:11.568" v="1488" actId="478"/>
          <ac:spMkLst>
            <pc:docMk/>
            <pc:sldMk cId="1075985313" sldId="4578"/>
            <ac:spMk id="30" creationId="{B0CFAC7C-B011-47AB-B815-5C4D6A827110}"/>
          </ac:spMkLst>
        </pc:spChg>
        <pc:spChg chg="del">
          <ac:chgData name="Minh Huynh" userId="01a137d4-0d81-46e0-aca6-c9185b391828" providerId="ADAL" clId="{CF02122B-8685-4227-9B3E-A85B24F402DE}" dt="2026-10-13T10:20:11.568" v="1488" actId="478"/>
          <ac:spMkLst>
            <pc:docMk/>
            <pc:sldMk cId="1075985313" sldId="4578"/>
            <ac:spMk id="31" creationId="{C7F4BCF8-5F39-42D4-9E07-A4AE8CCD3C34}"/>
          </ac:spMkLst>
        </pc:spChg>
        <pc:spChg chg="del">
          <ac:chgData name="Minh Huynh" userId="01a137d4-0d81-46e0-aca6-c9185b391828" providerId="ADAL" clId="{CF02122B-8685-4227-9B3E-A85B24F402DE}" dt="2026-10-13T10:20:11.568" v="1488" actId="478"/>
          <ac:spMkLst>
            <pc:docMk/>
            <pc:sldMk cId="1075985313" sldId="4578"/>
            <ac:spMk id="32" creationId="{768864A4-3A00-4D27-B7B2-2F2246D02896}"/>
          </ac:spMkLst>
        </pc:spChg>
        <pc:spChg chg="del">
          <ac:chgData name="Minh Huynh" userId="01a137d4-0d81-46e0-aca6-c9185b391828" providerId="ADAL" clId="{CF02122B-8685-4227-9B3E-A85B24F402DE}" dt="2026-10-13T10:20:11.568" v="1488" actId="478"/>
          <ac:spMkLst>
            <pc:docMk/>
            <pc:sldMk cId="1075985313" sldId="4578"/>
            <ac:spMk id="33" creationId="{8EC6739A-845E-4A50-A058-359299275DD1}"/>
          </ac:spMkLst>
        </pc:spChg>
        <pc:spChg chg="del">
          <ac:chgData name="Minh Huynh" userId="01a137d4-0d81-46e0-aca6-c9185b391828" providerId="ADAL" clId="{CF02122B-8685-4227-9B3E-A85B24F402DE}" dt="2026-10-13T10:20:11.568" v="1488" actId="478"/>
          <ac:spMkLst>
            <pc:docMk/>
            <pc:sldMk cId="1075985313" sldId="4578"/>
            <ac:spMk id="34" creationId="{D73176C8-2462-4498-979A-1CC0CD8ED0B7}"/>
          </ac:spMkLst>
        </pc:spChg>
        <pc:spChg chg="del">
          <ac:chgData name="Minh Huynh" userId="01a137d4-0d81-46e0-aca6-c9185b391828" providerId="ADAL" clId="{CF02122B-8685-4227-9B3E-A85B24F402DE}" dt="2026-10-13T10:20:11.568" v="1488" actId="478"/>
          <ac:spMkLst>
            <pc:docMk/>
            <pc:sldMk cId="1075985313" sldId="4578"/>
            <ac:spMk id="35" creationId="{930D1817-7578-4FCA-9F96-832489DF514E}"/>
          </ac:spMkLst>
        </pc:spChg>
        <pc:spChg chg="del">
          <ac:chgData name="Minh Huynh" userId="01a137d4-0d81-46e0-aca6-c9185b391828" providerId="ADAL" clId="{CF02122B-8685-4227-9B3E-A85B24F402DE}" dt="2026-10-13T10:20:11.568" v="1488" actId="478"/>
          <ac:spMkLst>
            <pc:docMk/>
            <pc:sldMk cId="1075985313" sldId="4578"/>
            <ac:spMk id="36" creationId="{C0FE1811-8A3C-418E-8BCE-A3B52D8B651D}"/>
          </ac:spMkLst>
        </pc:spChg>
        <pc:spChg chg="del">
          <ac:chgData name="Minh Huynh" userId="01a137d4-0d81-46e0-aca6-c9185b391828" providerId="ADAL" clId="{CF02122B-8685-4227-9B3E-A85B24F402DE}" dt="2026-10-13T10:20:11.568" v="1488" actId="478"/>
          <ac:spMkLst>
            <pc:docMk/>
            <pc:sldMk cId="1075985313" sldId="4578"/>
            <ac:spMk id="37" creationId="{3362DA85-B56A-4A31-AB1D-2CF1D9A5448E}"/>
          </ac:spMkLst>
        </pc:spChg>
        <pc:spChg chg="del">
          <ac:chgData name="Minh Huynh" userId="01a137d4-0d81-46e0-aca6-c9185b391828" providerId="ADAL" clId="{CF02122B-8685-4227-9B3E-A85B24F402DE}" dt="2026-10-13T10:20:11.568" v="1488" actId="478"/>
          <ac:spMkLst>
            <pc:docMk/>
            <pc:sldMk cId="1075985313" sldId="4578"/>
            <ac:spMk id="38" creationId="{25916AC6-37C2-4520-9FEB-6FA3455610C1}"/>
          </ac:spMkLst>
        </pc:spChg>
        <pc:spChg chg="del">
          <ac:chgData name="Minh Huynh" userId="01a137d4-0d81-46e0-aca6-c9185b391828" providerId="ADAL" clId="{CF02122B-8685-4227-9B3E-A85B24F402DE}" dt="2026-10-13T10:20:14.506" v="1490" actId="478"/>
          <ac:spMkLst>
            <pc:docMk/>
            <pc:sldMk cId="1075985313" sldId="4578"/>
            <ac:spMk id="39" creationId="{1C26EF80-2607-4F15-8BEC-6D191C50A84D}"/>
          </ac:spMkLst>
        </pc:spChg>
        <pc:spChg chg="del">
          <ac:chgData name="Minh Huynh" userId="01a137d4-0d81-46e0-aca6-c9185b391828" providerId="ADAL" clId="{CF02122B-8685-4227-9B3E-A85B24F402DE}" dt="2026-10-13T10:20:11.568" v="1488" actId="478"/>
          <ac:spMkLst>
            <pc:docMk/>
            <pc:sldMk cId="1075985313" sldId="4578"/>
            <ac:spMk id="40" creationId="{6FDB4D2D-4F53-4F51-9C29-5E7A917C1313}"/>
          </ac:spMkLst>
        </pc:spChg>
        <pc:spChg chg="del">
          <ac:chgData name="Minh Huynh" userId="01a137d4-0d81-46e0-aca6-c9185b391828" providerId="ADAL" clId="{CF02122B-8685-4227-9B3E-A85B24F402DE}" dt="2026-10-13T10:20:11.568" v="1488" actId="478"/>
          <ac:spMkLst>
            <pc:docMk/>
            <pc:sldMk cId="1075985313" sldId="4578"/>
            <ac:spMk id="41" creationId="{A16F5B61-7C34-42C3-8AD4-470F176E9AC0}"/>
          </ac:spMkLst>
        </pc:spChg>
        <pc:spChg chg="del">
          <ac:chgData name="Minh Huynh" userId="01a137d4-0d81-46e0-aca6-c9185b391828" providerId="ADAL" clId="{CF02122B-8685-4227-9B3E-A85B24F402DE}" dt="2026-10-13T10:20:11.568" v="1488" actId="478"/>
          <ac:spMkLst>
            <pc:docMk/>
            <pc:sldMk cId="1075985313" sldId="4578"/>
            <ac:spMk id="42" creationId="{6C6ABF0A-7F26-4AEE-8371-69E988ED65B0}"/>
          </ac:spMkLst>
        </pc:spChg>
        <pc:spChg chg="del">
          <ac:chgData name="Minh Huynh" userId="01a137d4-0d81-46e0-aca6-c9185b391828" providerId="ADAL" clId="{CF02122B-8685-4227-9B3E-A85B24F402DE}" dt="2026-10-13T10:20:11.568" v="1488" actId="478"/>
          <ac:spMkLst>
            <pc:docMk/>
            <pc:sldMk cId="1075985313" sldId="4578"/>
            <ac:spMk id="43" creationId="{33E87716-080B-4285-A536-F9207695ADAC}"/>
          </ac:spMkLst>
        </pc:spChg>
        <pc:spChg chg="del">
          <ac:chgData name="Minh Huynh" userId="01a137d4-0d81-46e0-aca6-c9185b391828" providerId="ADAL" clId="{CF02122B-8685-4227-9B3E-A85B24F402DE}" dt="2026-10-13T10:20:11.568" v="1488" actId="478"/>
          <ac:spMkLst>
            <pc:docMk/>
            <pc:sldMk cId="1075985313" sldId="4578"/>
            <ac:spMk id="44" creationId="{CE59A3F4-813F-4F45-86DA-8F3A06D7BC76}"/>
          </ac:spMkLst>
        </pc:spChg>
        <pc:spChg chg="del">
          <ac:chgData name="Minh Huynh" userId="01a137d4-0d81-46e0-aca6-c9185b391828" providerId="ADAL" clId="{CF02122B-8685-4227-9B3E-A85B24F402DE}" dt="2026-10-13T10:20:13.300" v="1489" actId="478"/>
          <ac:spMkLst>
            <pc:docMk/>
            <pc:sldMk cId="1075985313" sldId="4578"/>
            <ac:spMk id="45" creationId="{2ED634A2-B217-4C63-A99C-2236C34EFE2D}"/>
          </ac:spMkLst>
        </pc:spChg>
      </pc:sldChg>
      <pc:sldChg chg="del">
        <pc:chgData name="Minh Huynh" userId="01a137d4-0d81-46e0-aca6-c9185b391828" providerId="ADAL" clId="{CF02122B-8685-4227-9B3E-A85B24F402DE}" dt="2026-10-13T09:54:35.156" v="0" actId="47"/>
        <pc:sldMkLst>
          <pc:docMk/>
          <pc:sldMk cId="2838637852" sldId="4587"/>
        </pc:sldMkLst>
      </pc:sldChg>
      <pc:sldChg chg="addSp delSp modSp add mod">
        <pc:chgData name="Minh Huynh" userId="01a137d4-0d81-46e0-aca6-c9185b391828" providerId="ADAL" clId="{CF02122B-8685-4227-9B3E-A85B24F402DE}" dt="2026-10-13T10:20:39.315" v="1495"/>
        <pc:sldMkLst>
          <pc:docMk/>
          <pc:sldMk cId="2040598794" sldId="4593"/>
        </pc:sldMkLst>
        <pc:spChg chg="del">
          <ac:chgData name="Minh Huynh" userId="01a137d4-0d81-46e0-aca6-c9185b391828" providerId="ADAL" clId="{CF02122B-8685-4227-9B3E-A85B24F402DE}" dt="2026-10-13T10:20:36.851" v="1494" actId="478"/>
          <ac:spMkLst>
            <pc:docMk/>
            <pc:sldMk cId="2040598794" sldId="4593"/>
            <ac:spMk id="19" creationId="{C32AC78A-5EBC-485D-8325-D02B3F61D475}"/>
          </ac:spMkLst>
        </pc:spChg>
        <pc:spChg chg="del">
          <ac:chgData name="Minh Huynh" userId="01a137d4-0d81-46e0-aca6-c9185b391828" providerId="ADAL" clId="{CF02122B-8685-4227-9B3E-A85B24F402DE}" dt="2026-10-13T10:20:36.851" v="1494" actId="478"/>
          <ac:spMkLst>
            <pc:docMk/>
            <pc:sldMk cId="2040598794" sldId="4593"/>
            <ac:spMk id="29" creationId="{D16D0345-BD77-45E1-AC43-EF4E42830EF7}"/>
          </ac:spMkLst>
        </pc:spChg>
        <pc:spChg chg="del">
          <ac:chgData name="Minh Huynh" userId="01a137d4-0d81-46e0-aca6-c9185b391828" providerId="ADAL" clId="{CF02122B-8685-4227-9B3E-A85B24F402DE}" dt="2026-10-13T10:20:36.851" v="1494" actId="478"/>
          <ac:spMkLst>
            <pc:docMk/>
            <pc:sldMk cId="2040598794" sldId="4593"/>
            <ac:spMk id="30" creationId="{B0CFAC7C-B011-47AB-B815-5C4D6A827110}"/>
          </ac:spMkLst>
        </pc:spChg>
        <pc:spChg chg="del">
          <ac:chgData name="Minh Huynh" userId="01a137d4-0d81-46e0-aca6-c9185b391828" providerId="ADAL" clId="{CF02122B-8685-4227-9B3E-A85B24F402DE}" dt="2026-10-13T10:20:36.851" v="1494" actId="478"/>
          <ac:spMkLst>
            <pc:docMk/>
            <pc:sldMk cId="2040598794" sldId="4593"/>
            <ac:spMk id="31" creationId="{C7F4BCF8-5F39-42D4-9E07-A4AE8CCD3C34}"/>
          </ac:spMkLst>
        </pc:spChg>
        <pc:spChg chg="del">
          <ac:chgData name="Minh Huynh" userId="01a137d4-0d81-46e0-aca6-c9185b391828" providerId="ADAL" clId="{CF02122B-8685-4227-9B3E-A85B24F402DE}" dt="2026-10-13T10:20:36.851" v="1494" actId="478"/>
          <ac:spMkLst>
            <pc:docMk/>
            <pc:sldMk cId="2040598794" sldId="4593"/>
            <ac:spMk id="32" creationId="{768864A4-3A00-4D27-B7B2-2F2246D02896}"/>
          </ac:spMkLst>
        </pc:spChg>
        <pc:spChg chg="del">
          <ac:chgData name="Minh Huynh" userId="01a137d4-0d81-46e0-aca6-c9185b391828" providerId="ADAL" clId="{CF02122B-8685-4227-9B3E-A85B24F402DE}" dt="2026-10-13T10:20:36.851" v="1494" actId="478"/>
          <ac:spMkLst>
            <pc:docMk/>
            <pc:sldMk cId="2040598794" sldId="4593"/>
            <ac:spMk id="33" creationId="{8EC6739A-845E-4A50-A058-359299275DD1}"/>
          </ac:spMkLst>
        </pc:spChg>
        <pc:spChg chg="del">
          <ac:chgData name="Minh Huynh" userId="01a137d4-0d81-46e0-aca6-c9185b391828" providerId="ADAL" clId="{CF02122B-8685-4227-9B3E-A85B24F402DE}" dt="2026-10-13T10:20:36.851" v="1494" actId="478"/>
          <ac:spMkLst>
            <pc:docMk/>
            <pc:sldMk cId="2040598794" sldId="4593"/>
            <ac:spMk id="34" creationId="{D73176C8-2462-4498-979A-1CC0CD8ED0B7}"/>
          </ac:spMkLst>
        </pc:spChg>
        <pc:spChg chg="del">
          <ac:chgData name="Minh Huynh" userId="01a137d4-0d81-46e0-aca6-c9185b391828" providerId="ADAL" clId="{CF02122B-8685-4227-9B3E-A85B24F402DE}" dt="2026-10-13T10:20:36.851" v="1494" actId="478"/>
          <ac:spMkLst>
            <pc:docMk/>
            <pc:sldMk cId="2040598794" sldId="4593"/>
            <ac:spMk id="35" creationId="{930D1817-7578-4FCA-9F96-832489DF514E}"/>
          </ac:spMkLst>
        </pc:spChg>
        <pc:spChg chg="del">
          <ac:chgData name="Minh Huynh" userId="01a137d4-0d81-46e0-aca6-c9185b391828" providerId="ADAL" clId="{CF02122B-8685-4227-9B3E-A85B24F402DE}" dt="2026-10-13T10:20:36.851" v="1494" actId="478"/>
          <ac:spMkLst>
            <pc:docMk/>
            <pc:sldMk cId="2040598794" sldId="4593"/>
            <ac:spMk id="36" creationId="{C0FE1811-8A3C-418E-8BCE-A3B52D8B651D}"/>
          </ac:spMkLst>
        </pc:spChg>
        <pc:spChg chg="del">
          <ac:chgData name="Minh Huynh" userId="01a137d4-0d81-46e0-aca6-c9185b391828" providerId="ADAL" clId="{CF02122B-8685-4227-9B3E-A85B24F402DE}" dt="2026-10-13T10:20:36.851" v="1494" actId="478"/>
          <ac:spMkLst>
            <pc:docMk/>
            <pc:sldMk cId="2040598794" sldId="4593"/>
            <ac:spMk id="37" creationId="{3362DA85-B56A-4A31-AB1D-2CF1D9A5448E}"/>
          </ac:spMkLst>
        </pc:spChg>
        <pc:spChg chg="del">
          <ac:chgData name="Minh Huynh" userId="01a137d4-0d81-46e0-aca6-c9185b391828" providerId="ADAL" clId="{CF02122B-8685-4227-9B3E-A85B24F402DE}" dt="2026-10-13T10:20:36.851" v="1494" actId="478"/>
          <ac:spMkLst>
            <pc:docMk/>
            <pc:sldMk cId="2040598794" sldId="4593"/>
            <ac:spMk id="38" creationId="{25916AC6-37C2-4520-9FEB-6FA3455610C1}"/>
          </ac:spMkLst>
        </pc:spChg>
        <pc:spChg chg="del">
          <ac:chgData name="Minh Huynh" userId="01a137d4-0d81-46e0-aca6-c9185b391828" providerId="ADAL" clId="{CF02122B-8685-4227-9B3E-A85B24F402DE}" dt="2026-10-13T10:20:35.597" v="1493" actId="478"/>
          <ac:spMkLst>
            <pc:docMk/>
            <pc:sldMk cId="2040598794" sldId="4593"/>
            <ac:spMk id="39" creationId="{1C26EF80-2607-4F15-8BEC-6D191C50A84D}"/>
          </ac:spMkLst>
        </pc:spChg>
        <pc:spChg chg="del">
          <ac:chgData name="Minh Huynh" userId="01a137d4-0d81-46e0-aca6-c9185b391828" providerId="ADAL" clId="{CF02122B-8685-4227-9B3E-A85B24F402DE}" dt="2026-10-13T10:20:36.851" v="1494" actId="478"/>
          <ac:spMkLst>
            <pc:docMk/>
            <pc:sldMk cId="2040598794" sldId="4593"/>
            <ac:spMk id="40" creationId="{6FDB4D2D-4F53-4F51-9C29-5E7A917C1313}"/>
          </ac:spMkLst>
        </pc:spChg>
        <pc:spChg chg="del">
          <ac:chgData name="Minh Huynh" userId="01a137d4-0d81-46e0-aca6-c9185b391828" providerId="ADAL" clId="{CF02122B-8685-4227-9B3E-A85B24F402DE}" dt="2026-10-13T10:20:36.851" v="1494" actId="478"/>
          <ac:spMkLst>
            <pc:docMk/>
            <pc:sldMk cId="2040598794" sldId="4593"/>
            <ac:spMk id="41" creationId="{A16F5B61-7C34-42C3-8AD4-470F176E9AC0}"/>
          </ac:spMkLst>
        </pc:spChg>
        <pc:spChg chg="del">
          <ac:chgData name="Minh Huynh" userId="01a137d4-0d81-46e0-aca6-c9185b391828" providerId="ADAL" clId="{CF02122B-8685-4227-9B3E-A85B24F402DE}" dt="2026-10-13T10:20:36.851" v="1494" actId="478"/>
          <ac:spMkLst>
            <pc:docMk/>
            <pc:sldMk cId="2040598794" sldId="4593"/>
            <ac:spMk id="42" creationId="{6C6ABF0A-7F26-4AEE-8371-69E988ED65B0}"/>
          </ac:spMkLst>
        </pc:spChg>
        <pc:spChg chg="del">
          <ac:chgData name="Minh Huynh" userId="01a137d4-0d81-46e0-aca6-c9185b391828" providerId="ADAL" clId="{CF02122B-8685-4227-9B3E-A85B24F402DE}" dt="2026-10-13T10:20:36.851" v="1494" actId="478"/>
          <ac:spMkLst>
            <pc:docMk/>
            <pc:sldMk cId="2040598794" sldId="4593"/>
            <ac:spMk id="43" creationId="{33E87716-080B-4285-A536-F9207695ADAC}"/>
          </ac:spMkLst>
        </pc:spChg>
        <pc:spChg chg="del">
          <ac:chgData name="Minh Huynh" userId="01a137d4-0d81-46e0-aca6-c9185b391828" providerId="ADAL" clId="{CF02122B-8685-4227-9B3E-A85B24F402DE}" dt="2026-10-13T10:20:36.851" v="1494" actId="478"/>
          <ac:spMkLst>
            <pc:docMk/>
            <pc:sldMk cId="2040598794" sldId="4593"/>
            <ac:spMk id="44" creationId="{CE59A3F4-813F-4F45-86DA-8F3A06D7BC76}"/>
          </ac:spMkLst>
        </pc:spChg>
        <pc:spChg chg="add mod">
          <ac:chgData name="Minh Huynh" userId="01a137d4-0d81-46e0-aca6-c9185b391828" providerId="ADAL" clId="{CF02122B-8685-4227-9B3E-A85B24F402DE}" dt="2026-10-13T10:20:39.315" v="1495"/>
          <ac:spMkLst>
            <pc:docMk/>
            <pc:sldMk cId="2040598794" sldId="4593"/>
            <ac:spMk id="67" creationId="{61A2AD93-126A-4CA2-8522-05B144B383F0}"/>
          </ac:spMkLst>
        </pc:spChg>
      </pc:sldChg>
      <pc:sldChg chg="addSp delSp modSp add mod">
        <pc:chgData name="Minh Huynh" userId="01a137d4-0d81-46e0-aca6-c9185b391828" providerId="ADAL" clId="{CF02122B-8685-4227-9B3E-A85B24F402DE}" dt="2026-10-13T10:20:53.780" v="1499"/>
        <pc:sldMkLst>
          <pc:docMk/>
          <pc:sldMk cId="414797386" sldId="4594"/>
        </pc:sldMkLst>
        <pc:spChg chg="del">
          <ac:chgData name="Minh Huynh" userId="01a137d4-0d81-46e0-aca6-c9185b391828" providerId="ADAL" clId="{CF02122B-8685-4227-9B3E-A85B24F402DE}" dt="2026-10-13T10:20:51.151" v="1498" actId="478"/>
          <ac:spMkLst>
            <pc:docMk/>
            <pc:sldMk cId="414797386" sldId="4594"/>
            <ac:spMk id="19" creationId="{C32AC78A-5EBC-485D-8325-D02B3F61D475}"/>
          </ac:spMkLst>
        </pc:spChg>
        <pc:spChg chg="del">
          <ac:chgData name="Minh Huynh" userId="01a137d4-0d81-46e0-aca6-c9185b391828" providerId="ADAL" clId="{CF02122B-8685-4227-9B3E-A85B24F402DE}" dt="2026-10-13T10:20:51.151" v="1498" actId="478"/>
          <ac:spMkLst>
            <pc:docMk/>
            <pc:sldMk cId="414797386" sldId="4594"/>
            <ac:spMk id="29" creationId="{D16D0345-BD77-45E1-AC43-EF4E42830EF7}"/>
          </ac:spMkLst>
        </pc:spChg>
        <pc:spChg chg="del">
          <ac:chgData name="Minh Huynh" userId="01a137d4-0d81-46e0-aca6-c9185b391828" providerId="ADAL" clId="{CF02122B-8685-4227-9B3E-A85B24F402DE}" dt="2026-10-13T10:20:51.151" v="1498" actId="478"/>
          <ac:spMkLst>
            <pc:docMk/>
            <pc:sldMk cId="414797386" sldId="4594"/>
            <ac:spMk id="30" creationId="{B0CFAC7C-B011-47AB-B815-5C4D6A827110}"/>
          </ac:spMkLst>
        </pc:spChg>
        <pc:spChg chg="del">
          <ac:chgData name="Minh Huynh" userId="01a137d4-0d81-46e0-aca6-c9185b391828" providerId="ADAL" clId="{CF02122B-8685-4227-9B3E-A85B24F402DE}" dt="2026-10-13T10:20:51.151" v="1498" actId="478"/>
          <ac:spMkLst>
            <pc:docMk/>
            <pc:sldMk cId="414797386" sldId="4594"/>
            <ac:spMk id="31" creationId="{C7F4BCF8-5F39-42D4-9E07-A4AE8CCD3C34}"/>
          </ac:spMkLst>
        </pc:spChg>
        <pc:spChg chg="del">
          <ac:chgData name="Minh Huynh" userId="01a137d4-0d81-46e0-aca6-c9185b391828" providerId="ADAL" clId="{CF02122B-8685-4227-9B3E-A85B24F402DE}" dt="2026-10-13T10:20:51.151" v="1498" actId="478"/>
          <ac:spMkLst>
            <pc:docMk/>
            <pc:sldMk cId="414797386" sldId="4594"/>
            <ac:spMk id="32" creationId="{768864A4-3A00-4D27-B7B2-2F2246D02896}"/>
          </ac:spMkLst>
        </pc:spChg>
        <pc:spChg chg="del">
          <ac:chgData name="Minh Huynh" userId="01a137d4-0d81-46e0-aca6-c9185b391828" providerId="ADAL" clId="{CF02122B-8685-4227-9B3E-A85B24F402DE}" dt="2026-10-13T10:20:51.151" v="1498" actId="478"/>
          <ac:spMkLst>
            <pc:docMk/>
            <pc:sldMk cId="414797386" sldId="4594"/>
            <ac:spMk id="33" creationId="{8EC6739A-845E-4A50-A058-359299275DD1}"/>
          </ac:spMkLst>
        </pc:spChg>
        <pc:spChg chg="del">
          <ac:chgData name="Minh Huynh" userId="01a137d4-0d81-46e0-aca6-c9185b391828" providerId="ADAL" clId="{CF02122B-8685-4227-9B3E-A85B24F402DE}" dt="2026-10-13T10:20:51.151" v="1498" actId="478"/>
          <ac:spMkLst>
            <pc:docMk/>
            <pc:sldMk cId="414797386" sldId="4594"/>
            <ac:spMk id="34" creationId="{D73176C8-2462-4498-979A-1CC0CD8ED0B7}"/>
          </ac:spMkLst>
        </pc:spChg>
        <pc:spChg chg="del">
          <ac:chgData name="Minh Huynh" userId="01a137d4-0d81-46e0-aca6-c9185b391828" providerId="ADAL" clId="{CF02122B-8685-4227-9B3E-A85B24F402DE}" dt="2026-10-13T10:20:51.151" v="1498" actId="478"/>
          <ac:spMkLst>
            <pc:docMk/>
            <pc:sldMk cId="414797386" sldId="4594"/>
            <ac:spMk id="35" creationId="{930D1817-7578-4FCA-9F96-832489DF514E}"/>
          </ac:spMkLst>
        </pc:spChg>
        <pc:spChg chg="del">
          <ac:chgData name="Minh Huynh" userId="01a137d4-0d81-46e0-aca6-c9185b391828" providerId="ADAL" clId="{CF02122B-8685-4227-9B3E-A85B24F402DE}" dt="2026-10-13T10:20:51.151" v="1498" actId="478"/>
          <ac:spMkLst>
            <pc:docMk/>
            <pc:sldMk cId="414797386" sldId="4594"/>
            <ac:spMk id="36" creationId="{C0FE1811-8A3C-418E-8BCE-A3B52D8B651D}"/>
          </ac:spMkLst>
        </pc:spChg>
        <pc:spChg chg="del">
          <ac:chgData name="Minh Huynh" userId="01a137d4-0d81-46e0-aca6-c9185b391828" providerId="ADAL" clId="{CF02122B-8685-4227-9B3E-A85B24F402DE}" dt="2026-10-13T10:20:51.151" v="1498" actId="478"/>
          <ac:spMkLst>
            <pc:docMk/>
            <pc:sldMk cId="414797386" sldId="4594"/>
            <ac:spMk id="37" creationId="{3362DA85-B56A-4A31-AB1D-2CF1D9A5448E}"/>
          </ac:spMkLst>
        </pc:spChg>
        <pc:spChg chg="del">
          <ac:chgData name="Minh Huynh" userId="01a137d4-0d81-46e0-aca6-c9185b391828" providerId="ADAL" clId="{CF02122B-8685-4227-9B3E-A85B24F402DE}" dt="2026-10-13T10:20:51.151" v="1498" actId="478"/>
          <ac:spMkLst>
            <pc:docMk/>
            <pc:sldMk cId="414797386" sldId="4594"/>
            <ac:spMk id="38" creationId="{25916AC6-37C2-4520-9FEB-6FA3455610C1}"/>
          </ac:spMkLst>
        </pc:spChg>
        <pc:spChg chg="del">
          <ac:chgData name="Minh Huynh" userId="01a137d4-0d81-46e0-aca6-c9185b391828" providerId="ADAL" clId="{CF02122B-8685-4227-9B3E-A85B24F402DE}" dt="2026-10-13T10:20:49.154" v="1497" actId="478"/>
          <ac:spMkLst>
            <pc:docMk/>
            <pc:sldMk cId="414797386" sldId="4594"/>
            <ac:spMk id="39" creationId="{1C26EF80-2607-4F15-8BEC-6D191C50A84D}"/>
          </ac:spMkLst>
        </pc:spChg>
        <pc:spChg chg="del">
          <ac:chgData name="Minh Huynh" userId="01a137d4-0d81-46e0-aca6-c9185b391828" providerId="ADAL" clId="{CF02122B-8685-4227-9B3E-A85B24F402DE}" dt="2026-10-13T10:20:51.151" v="1498" actId="478"/>
          <ac:spMkLst>
            <pc:docMk/>
            <pc:sldMk cId="414797386" sldId="4594"/>
            <ac:spMk id="40" creationId="{6FDB4D2D-4F53-4F51-9C29-5E7A917C1313}"/>
          </ac:spMkLst>
        </pc:spChg>
        <pc:spChg chg="del">
          <ac:chgData name="Minh Huynh" userId="01a137d4-0d81-46e0-aca6-c9185b391828" providerId="ADAL" clId="{CF02122B-8685-4227-9B3E-A85B24F402DE}" dt="2026-10-13T10:20:51.151" v="1498" actId="478"/>
          <ac:spMkLst>
            <pc:docMk/>
            <pc:sldMk cId="414797386" sldId="4594"/>
            <ac:spMk id="41" creationId="{A16F5B61-7C34-42C3-8AD4-470F176E9AC0}"/>
          </ac:spMkLst>
        </pc:spChg>
        <pc:spChg chg="del">
          <ac:chgData name="Minh Huynh" userId="01a137d4-0d81-46e0-aca6-c9185b391828" providerId="ADAL" clId="{CF02122B-8685-4227-9B3E-A85B24F402DE}" dt="2026-10-13T10:20:51.151" v="1498" actId="478"/>
          <ac:spMkLst>
            <pc:docMk/>
            <pc:sldMk cId="414797386" sldId="4594"/>
            <ac:spMk id="42" creationId="{6C6ABF0A-7F26-4AEE-8371-69E988ED65B0}"/>
          </ac:spMkLst>
        </pc:spChg>
        <pc:spChg chg="del">
          <ac:chgData name="Minh Huynh" userId="01a137d4-0d81-46e0-aca6-c9185b391828" providerId="ADAL" clId="{CF02122B-8685-4227-9B3E-A85B24F402DE}" dt="2026-10-13T10:20:51.151" v="1498" actId="478"/>
          <ac:spMkLst>
            <pc:docMk/>
            <pc:sldMk cId="414797386" sldId="4594"/>
            <ac:spMk id="43" creationId="{33E87716-080B-4285-A536-F9207695ADAC}"/>
          </ac:spMkLst>
        </pc:spChg>
        <pc:spChg chg="del">
          <ac:chgData name="Minh Huynh" userId="01a137d4-0d81-46e0-aca6-c9185b391828" providerId="ADAL" clId="{CF02122B-8685-4227-9B3E-A85B24F402DE}" dt="2026-10-13T10:20:51.151" v="1498" actId="478"/>
          <ac:spMkLst>
            <pc:docMk/>
            <pc:sldMk cId="414797386" sldId="4594"/>
            <ac:spMk id="44" creationId="{CE59A3F4-813F-4F45-86DA-8F3A06D7BC76}"/>
          </ac:spMkLst>
        </pc:spChg>
        <pc:spChg chg="add mod">
          <ac:chgData name="Minh Huynh" userId="01a137d4-0d81-46e0-aca6-c9185b391828" providerId="ADAL" clId="{CF02122B-8685-4227-9B3E-A85B24F402DE}" dt="2026-10-13T10:20:53.780" v="1499"/>
          <ac:spMkLst>
            <pc:docMk/>
            <pc:sldMk cId="414797386" sldId="4594"/>
            <ac:spMk id="72" creationId="{FC251D7C-DC10-4944-8A38-E0EFEACE3F9D}"/>
          </ac:spMkLst>
        </pc:spChg>
      </pc:sldChg>
      <pc:sldChg chg="del">
        <pc:chgData name="Minh Huynh" userId="01a137d4-0d81-46e0-aca6-c9185b391828" providerId="ADAL" clId="{CF02122B-8685-4227-9B3E-A85B24F402DE}" dt="2026-10-13T09:54:35.156" v="0" actId="47"/>
        <pc:sldMkLst>
          <pc:docMk/>
          <pc:sldMk cId="990204411" sldId="4602"/>
        </pc:sldMkLst>
      </pc:sldChg>
      <pc:sldChg chg="del">
        <pc:chgData name="Minh Huynh" userId="01a137d4-0d81-46e0-aca6-c9185b391828" providerId="ADAL" clId="{CF02122B-8685-4227-9B3E-A85B24F402DE}" dt="2026-10-13T09:54:35.156" v="0" actId="47"/>
        <pc:sldMkLst>
          <pc:docMk/>
          <pc:sldMk cId="115482038" sldId="4611"/>
        </pc:sldMkLst>
      </pc:sldChg>
    </pc:docChg>
  </pc:docChgLst>
  <pc:docChgLst>
    <pc:chgData name="Minh Huynh" userId="01a137d4-0d81-46e0-aca6-c9185b391828" providerId="ADAL" clId="{FDDD7D90-4293-4F5B-B440-645EABB52817}"/>
    <pc:docChg chg="undo redo custSel addSld delSld modSld">
      <pc:chgData name="Minh Huynh" userId="01a137d4-0d81-46e0-aca6-c9185b391828" providerId="ADAL" clId="{FDDD7D90-4293-4F5B-B440-645EABB52817}" dt="2026-10-13T05:01:01.950" v="1064"/>
      <pc:docMkLst>
        <pc:docMk/>
      </pc:docMkLst>
      <pc:sldChg chg="modSp mod">
        <pc:chgData name="Minh Huynh" userId="01a137d4-0d81-46e0-aca6-c9185b391828" providerId="ADAL" clId="{FDDD7D90-4293-4F5B-B440-645EABB52817}" dt="2026-10-13T04:37:44.088" v="56" actId="20577"/>
        <pc:sldMkLst>
          <pc:docMk/>
          <pc:sldMk cId="1972624584" sldId="257"/>
        </pc:sldMkLst>
        <pc:spChg chg="mod">
          <ac:chgData name="Minh Huynh" userId="01a137d4-0d81-46e0-aca6-c9185b391828" providerId="ADAL" clId="{FDDD7D90-4293-4F5B-B440-645EABB52817}" dt="2026-10-13T04:37:44.088" v="56" actId="20577"/>
          <ac:spMkLst>
            <pc:docMk/>
            <pc:sldMk cId="1972624584" sldId="257"/>
            <ac:spMk id="13" creationId="{F11B6F01-F247-4E5E-AC9E-2D11F2681474}"/>
          </ac:spMkLst>
        </pc:spChg>
      </pc:sldChg>
      <pc:sldChg chg="addSp delSp modSp mod">
        <pc:chgData name="Minh Huynh" userId="01a137d4-0d81-46e0-aca6-c9185b391828" providerId="ADAL" clId="{FDDD7D90-4293-4F5B-B440-645EABB52817}" dt="2026-10-13T04:40:11.601" v="143" actId="20577"/>
        <pc:sldMkLst>
          <pc:docMk/>
          <pc:sldMk cId="1166963934" sldId="883"/>
        </pc:sldMkLst>
        <pc:spChg chg="mod">
          <ac:chgData name="Minh Huynh" userId="01a137d4-0d81-46e0-aca6-c9185b391828" providerId="ADAL" clId="{FDDD7D90-4293-4F5B-B440-645EABB52817}" dt="2026-10-13T04:38:25.370" v="79" actId="20577"/>
          <ac:spMkLst>
            <pc:docMk/>
            <pc:sldMk cId="1166963934" sldId="883"/>
            <ac:spMk id="4" creationId="{7BC73E8E-0D58-4B4B-A5C4-A8AE38997407}"/>
          </ac:spMkLst>
        </pc:spChg>
        <pc:spChg chg="mod">
          <ac:chgData name="Minh Huynh" userId="01a137d4-0d81-46e0-aca6-c9185b391828" providerId="ADAL" clId="{FDDD7D90-4293-4F5B-B440-645EABB52817}" dt="2026-10-13T04:40:11.601" v="143" actId="20577"/>
          <ac:spMkLst>
            <pc:docMk/>
            <pc:sldMk cId="1166963934" sldId="883"/>
            <ac:spMk id="5" creationId="{3BBBF4A9-1FF9-45CB-8257-FB748ECAEB1A}"/>
          </ac:spMkLst>
        </pc:spChg>
        <pc:spChg chg="add del mod">
          <ac:chgData name="Minh Huynh" userId="01a137d4-0d81-46e0-aca6-c9185b391828" providerId="ADAL" clId="{FDDD7D90-4293-4F5B-B440-645EABB52817}" dt="2026-10-13T04:39:25.355" v="91"/>
          <ac:spMkLst>
            <pc:docMk/>
            <pc:sldMk cId="1166963934" sldId="883"/>
            <ac:spMk id="12" creationId="{43102589-278B-4DC4-9794-B528FFF940B4}"/>
          </ac:spMkLst>
        </pc:spChg>
        <pc:spChg chg="add del mod">
          <ac:chgData name="Minh Huynh" userId="01a137d4-0d81-46e0-aca6-c9185b391828" providerId="ADAL" clId="{FDDD7D90-4293-4F5B-B440-645EABB52817}" dt="2026-10-13T04:39:25.355" v="91"/>
          <ac:spMkLst>
            <pc:docMk/>
            <pc:sldMk cId="1166963934" sldId="883"/>
            <ac:spMk id="13" creationId="{089F1E2C-6803-49BE-9D61-B9BC89CF5692}"/>
          </ac:spMkLst>
        </pc:spChg>
        <pc:spChg chg="add del mod">
          <ac:chgData name="Minh Huynh" userId="01a137d4-0d81-46e0-aca6-c9185b391828" providerId="ADAL" clId="{FDDD7D90-4293-4F5B-B440-645EABB52817}" dt="2026-10-13T04:39:25.355" v="91"/>
          <ac:spMkLst>
            <pc:docMk/>
            <pc:sldMk cId="1166963934" sldId="883"/>
            <ac:spMk id="14" creationId="{039BD274-1FBB-4B90-A273-FB7D6721ADC4}"/>
          </ac:spMkLst>
        </pc:spChg>
        <pc:spChg chg="add del mod">
          <ac:chgData name="Minh Huynh" userId="01a137d4-0d81-46e0-aca6-c9185b391828" providerId="ADAL" clId="{FDDD7D90-4293-4F5B-B440-645EABB52817}" dt="2026-10-13T04:39:25.355" v="91"/>
          <ac:spMkLst>
            <pc:docMk/>
            <pc:sldMk cId="1166963934" sldId="883"/>
            <ac:spMk id="15" creationId="{5C2EBF6D-C0B1-424F-8046-595ED6F57DD9}"/>
          </ac:spMkLst>
        </pc:spChg>
        <pc:spChg chg="add del mod">
          <ac:chgData name="Minh Huynh" userId="01a137d4-0d81-46e0-aca6-c9185b391828" providerId="ADAL" clId="{FDDD7D90-4293-4F5B-B440-645EABB52817}" dt="2026-10-13T04:39:25.355" v="91"/>
          <ac:spMkLst>
            <pc:docMk/>
            <pc:sldMk cId="1166963934" sldId="883"/>
            <ac:spMk id="16" creationId="{2001B430-C0AD-4C1A-9FAB-114FDECA0FD6}"/>
          </ac:spMkLst>
        </pc:spChg>
        <pc:picChg chg="add mod">
          <ac:chgData name="Minh Huynh" userId="01a137d4-0d81-46e0-aca6-c9185b391828" providerId="ADAL" clId="{FDDD7D90-4293-4F5B-B440-645EABB52817}" dt="2026-10-13T04:39:39.392" v="98" actId="1076"/>
          <ac:picMkLst>
            <pc:docMk/>
            <pc:sldMk cId="1166963934" sldId="883"/>
            <ac:picMk id="2" creationId="{E7851CAB-89FE-468A-8C22-3319479649C7}"/>
          </ac:picMkLst>
        </pc:picChg>
        <pc:picChg chg="add del mod">
          <ac:chgData name="Minh Huynh" userId="01a137d4-0d81-46e0-aca6-c9185b391828" providerId="ADAL" clId="{FDDD7D90-4293-4F5B-B440-645EABB52817}" dt="2026-10-13T04:39:25.355" v="91"/>
          <ac:picMkLst>
            <pc:docMk/>
            <pc:sldMk cId="1166963934" sldId="883"/>
            <ac:picMk id="6" creationId="{3F04CC4E-1DD0-49D2-9B41-945DDAC7CC16}"/>
          </ac:picMkLst>
        </pc:picChg>
        <pc:picChg chg="add del mod">
          <ac:chgData name="Minh Huynh" userId="01a137d4-0d81-46e0-aca6-c9185b391828" providerId="ADAL" clId="{FDDD7D90-4293-4F5B-B440-645EABB52817}" dt="2026-10-13T04:39:25.355" v="91"/>
          <ac:picMkLst>
            <pc:docMk/>
            <pc:sldMk cId="1166963934" sldId="883"/>
            <ac:picMk id="7" creationId="{59BE3A8D-52DD-42A7-B31E-C2EE181C6200}"/>
          </ac:picMkLst>
        </pc:picChg>
        <pc:picChg chg="add del mod">
          <ac:chgData name="Minh Huynh" userId="01a137d4-0d81-46e0-aca6-c9185b391828" providerId="ADAL" clId="{FDDD7D90-4293-4F5B-B440-645EABB52817}" dt="2026-10-13T04:39:25.355" v="91"/>
          <ac:picMkLst>
            <pc:docMk/>
            <pc:sldMk cId="1166963934" sldId="883"/>
            <ac:picMk id="8" creationId="{38760B24-4659-433D-A09B-DF5E47D87FC7}"/>
          </ac:picMkLst>
        </pc:picChg>
        <pc:picChg chg="add del mod">
          <ac:chgData name="Minh Huynh" userId="01a137d4-0d81-46e0-aca6-c9185b391828" providerId="ADAL" clId="{FDDD7D90-4293-4F5B-B440-645EABB52817}" dt="2026-10-13T04:39:25.355" v="91"/>
          <ac:picMkLst>
            <pc:docMk/>
            <pc:sldMk cId="1166963934" sldId="883"/>
            <ac:picMk id="9" creationId="{AFC6710E-D054-4E0D-8441-EE0B4AB8A62E}"/>
          </ac:picMkLst>
        </pc:picChg>
        <pc:picChg chg="add del mod">
          <ac:chgData name="Minh Huynh" userId="01a137d4-0d81-46e0-aca6-c9185b391828" providerId="ADAL" clId="{FDDD7D90-4293-4F5B-B440-645EABB52817}" dt="2026-10-13T04:39:25.355" v="91"/>
          <ac:picMkLst>
            <pc:docMk/>
            <pc:sldMk cId="1166963934" sldId="883"/>
            <ac:picMk id="10" creationId="{A47E43FA-B9AB-4971-80A6-CDA46AD20B39}"/>
          </ac:picMkLst>
        </pc:picChg>
        <pc:picChg chg="add del mod">
          <ac:chgData name="Minh Huynh" userId="01a137d4-0d81-46e0-aca6-c9185b391828" providerId="ADAL" clId="{FDDD7D90-4293-4F5B-B440-645EABB52817}" dt="2026-10-13T04:39:25.355" v="91"/>
          <ac:picMkLst>
            <pc:docMk/>
            <pc:sldMk cId="1166963934" sldId="883"/>
            <ac:picMk id="11" creationId="{AAB36EE9-4533-4095-9A22-F340B3171B7A}"/>
          </ac:picMkLst>
        </pc:picChg>
      </pc:sldChg>
      <pc:sldChg chg="del">
        <pc:chgData name="Minh Huynh" userId="01a137d4-0d81-46e0-aca6-c9185b391828" providerId="ADAL" clId="{FDDD7D90-4293-4F5B-B440-645EABB52817}" dt="2026-10-13T04:38:04.644" v="57" actId="47"/>
        <pc:sldMkLst>
          <pc:docMk/>
          <pc:sldMk cId="2309281588" sldId="884"/>
        </pc:sldMkLst>
      </pc:sldChg>
      <pc:sldChg chg="del">
        <pc:chgData name="Minh Huynh" userId="01a137d4-0d81-46e0-aca6-c9185b391828" providerId="ADAL" clId="{FDDD7D90-4293-4F5B-B440-645EABB52817}" dt="2026-10-13T04:38:04.644" v="57" actId="47"/>
        <pc:sldMkLst>
          <pc:docMk/>
          <pc:sldMk cId="2738950240" sldId="885"/>
        </pc:sldMkLst>
      </pc:sldChg>
      <pc:sldChg chg="del">
        <pc:chgData name="Minh Huynh" userId="01a137d4-0d81-46e0-aca6-c9185b391828" providerId="ADAL" clId="{FDDD7D90-4293-4F5B-B440-645EABB52817}" dt="2026-10-13T04:38:04.644" v="57" actId="47"/>
        <pc:sldMkLst>
          <pc:docMk/>
          <pc:sldMk cId="1430599913" sldId="886"/>
        </pc:sldMkLst>
      </pc:sldChg>
      <pc:sldChg chg="del">
        <pc:chgData name="Minh Huynh" userId="01a137d4-0d81-46e0-aca6-c9185b391828" providerId="ADAL" clId="{FDDD7D90-4293-4F5B-B440-645EABB52817}" dt="2026-10-13T04:38:04.644" v="57" actId="47"/>
        <pc:sldMkLst>
          <pc:docMk/>
          <pc:sldMk cId="1340834930" sldId="887"/>
        </pc:sldMkLst>
      </pc:sldChg>
      <pc:sldChg chg="del">
        <pc:chgData name="Minh Huynh" userId="01a137d4-0d81-46e0-aca6-c9185b391828" providerId="ADAL" clId="{FDDD7D90-4293-4F5B-B440-645EABB52817}" dt="2026-10-13T04:38:04.644" v="57" actId="47"/>
        <pc:sldMkLst>
          <pc:docMk/>
          <pc:sldMk cId="4146570137" sldId="888"/>
        </pc:sldMkLst>
      </pc:sldChg>
      <pc:sldChg chg="del">
        <pc:chgData name="Minh Huynh" userId="01a137d4-0d81-46e0-aca6-c9185b391828" providerId="ADAL" clId="{FDDD7D90-4293-4F5B-B440-645EABB52817}" dt="2026-10-13T04:38:04.644" v="57" actId="47"/>
        <pc:sldMkLst>
          <pc:docMk/>
          <pc:sldMk cId="107197115" sldId="889"/>
        </pc:sldMkLst>
      </pc:sldChg>
      <pc:sldChg chg="del">
        <pc:chgData name="Minh Huynh" userId="01a137d4-0d81-46e0-aca6-c9185b391828" providerId="ADAL" clId="{FDDD7D90-4293-4F5B-B440-645EABB52817}" dt="2026-10-13T04:38:04.644" v="57" actId="47"/>
        <pc:sldMkLst>
          <pc:docMk/>
          <pc:sldMk cId="509385675" sldId="890"/>
        </pc:sldMkLst>
      </pc:sldChg>
      <pc:sldChg chg="del">
        <pc:chgData name="Minh Huynh" userId="01a137d4-0d81-46e0-aca6-c9185b391828" providerId="ADAL" clId="{FDDD7D90-4293-4F5B-B440-645EABB52817}" dt="2026-10-13T04:38:04.644" v="57" actId="47"/>
        <pc:sldMkLst>
          <pc:docMk/>
          <pc:sldMk cId="2820829822" sldId="891"/>
        </pc:sldMkLst>
      </pc:sldChg>
      <pc:sldChg chg="del">
        <pc:chgData name="Minh Huynh" userId="01a137d4-0d81-46e0-aca6-c9185b391828" providerId="ADAL" clId="{FDDD7D90-4293-4F5B-B440-645EABB52817}" dt="2026-10-13T04:38:04.644" v="57" actId="47"/>
        <pc:sldMkLst>
          <pc:docMk/>
          <pc:sldMk cId="2385764416" sldId="892"/>
        </pc:sldMkLst>
      </pc:sldChg>
      <pc:sldChg chg="del">
        <pc:chgData name="Minh Huynh" userId="01a137d4-0d81-46e0-aca6-c9185b391828" providerId="ADAL" clId="{FDDD7D90-4293-4F5B-B440-645EABB52817}" dt="2026-10-13T04:38:04.644" v="57" actId="47"/>
        <pc:sldMkLst>
          <pc:docMk/>
          <pc:sldMk cId="2806179161" sldId="893"/>
        </pc:sldMkLst>
      </pc:sldChg>
      <pc:sldChg chg="del">
        <pc:chgData name="Minh Huynh" userId="01a137d4-0d81-46e0-aca6-c9185b391828" providerId="ADAL" clId="{FDDD7D90-4293-4F5B-B440-645EABB52817}" dt="2026-10-13T04:38:04.644" v="57" actId="47"/>
        <pc:sldMkLst>
          <pc:docMk/>
          <pc:sldMk cId="3075116588" sldId="894"/>
        </pc:sldMkLst>
      </pc:sldChg>
      <pc:sldChg chg="del">
        <pc:chgData name="Minh Huynh" userId="01a137d4-0d81-46e0-aca6-c9185b391828" providerId="ADAL" clId="{FDDD7D90-4293-4F5B-B440-645EABB52817}" dt="2026-10-13T04:38:04.644" v="57" actId="47"/>
        <pc:sldMkLst>
          <pc:docMk/>
          <pc:sldMk cId="3993957004" sldId="895"/>
        </pc:sldMkLst>
      </pc:sldChg>
      <pc:sldChg chg="del">
        <pc:chgData name="Minh Huynh" userId="01a137d4-0d81-46e0-aca6-c9185b391828" providerId="ADAL" clId="{FDDD7D90-4293-4F5B-B440-645EABB52817}" dt="2026-10-13T04:38:04.644" v="57" actId="47"/>
        <pc:sldMkLst>
          <pc:docMk/>
          <pc:sldMk cId="803991064" sldId="896"/>
        </pc:sldMkLst>
      </pc:sldChg>
      <pc:sldChg chg="del">
        <pc:chgData name="Minh Huynh" userId="01a137d4-0d81-46e0-aca6-c9185b391828" providerId="ADAL" clId="{FDDD7D90-4293-4F5B-B440-645EABB52817}" dt="2026-10-13T04:38:04.644" v="57" actId="47"/>
        <pc:sldMkLst>
          <pc:docMk/>
          <pc:sldMk cId="1003971633" sldId="897"/>
        </pc:sldMkLst>
      </pc:sldChg>
      <pc:sldChg chg="del">
        <pc:chgData name="Minh Huynh" userId="01a137d4-0d81-46e0-aca6-c9185b391828" providerId="ADAL" clId="{FDDD7D90-4293-4F5B-B440-645EABB52817}" dt="2026-10-13T04:38:04.644" v="57" actId="47"/>
        <pc:sldMkLst>
          <pc:docMk/>
          <pc:sldMk cId="1170087405" sldId="898"/>
        </pc:sldMkLst>
      </pc:sldChg>
      <pc:sldChg chg="del">
        <pc:chgData name="Minh Huynh" userId="01a137d4-0d81-46e0-aca6-c9185b391828" providerId="ADAL" clId="{FDDD7D90-4293-4F5B-B440-645EABB52817}" dt="2026-10-13T04:38:04.644" v="57" actId="47"/>
        <pc:sldMkLst>
          <pc:docMk/>
          <pc:sldMk cId="224993826" sldId="899"/>
        </pc:sldMkLst>
      </pc:sldChg>
      <pc:sldChg chg="del">
        <pc:chgData name="Minh Huynh" userId="01a137d4-0d81-46e0-aca6-c9185b391828" providerId="ADAL" clId="{FDDD7D90-4293-4F5B-B440-645EABB52817}" dt="2026-10-13T04:38:04.644" v="57" actId="47"/>
        <pc:sldMkLst>
          <pc:docMk/>
          <pc:sldMk cId="1572259855" sldId="900"/>
        </pc:sldMkLst>
      </pc:sldChg>
      <pc:sldChg chg="del">
        <pc:chgData name="Minh Huynh" userId="01a137d4-0d81-46e0-aca6-c9185b391828" providerId="ADAL" clId="{FDDD7D90-4293-4F5B-B440-645EABB52817}" dt="2026-10-13T04:38:04.644" v="57" actId="47"/>
        <pc:sldMkLst>
          <pc:docMk/>
          <pc:sldMk cId="232970683" sldId="901"/>
        </pc:sldMkLst>
      </pc:sldChg>
      <pc:sldChg chg="del">
        <pc:chgData name="Minh Huynh" userId="01a137d4-0d81-46e0-aca6-c9185b391828" providerId="ADAL" clId="{FDDD7D90-4293-4F5B-B440-645EABB52817}" dt="2026-10-13T04:38:04.644" v="57" actId="47"/>
        <pc:sldMkLst>
          <pc:docMk/>
          <pc:sldMk cId="2487047363" sldId="902"/>
        </pc:sldMkLst>
      </pc:sldChg>
      <pc:sldChg chg="del">
        <pc:chgData name="Minh Huynh" userId="01a137d4-0d81-46e0-aca6-c9185b391828" providerId="ADAL" clId="{FDDD7D90-4293-4F5B-B440-645EABB52817}" dt="2026-10-13T04:38:04.644" v="57" actId="47"/>
        <pc:sldMkLst>
          <pc:docMk/>
          <pc:sldMk cId="407186605" sldId="903"/>
        </pc:sldMkLst>
      </pc:sldChg>
      <pc:sldChg chg="del">
        <pc:chgData name="Minh Huynh" userId="01a137d4-0d81-46e0-aca6-c9185b391828" providerId="ADAL" clId="{FDDD7D90-4293-4F5B-B440-645EABB52817}" dt="2026-10-13T04:38:04.644" v="57" actId="47"/>
        <pc:sldMkLst>
          <pc:docMk/>
          <pc:sldMk cId="1787648695" sldId="904"/>
        </pc:sldMkLst>
      </pc:sldChg>
      <pc:sldChg chg="del">
        <pc:chgData name="Minh Huynh" userId="01a137d4-0d81-46e0-aca6-c9185b391828" providerId="ADAL" clId="{FDDD7D90-4293-4F5B-B440-645EABB52817}" dt="2026-10-13T04:38:04.644" v="57" actId="47"/>
        <pc:sldMkLst>
          <pc:docMk/>
          <pc:sldMk cId="1045422390" sldId="905"/>
        </pc:sldMkLst>
      </pc:sldChg>
      <pc:sldChg chg="del">
        <pc:chgData name="Minh Huynh" userId="01a137d4-0d81-46e0-aca6-c9185b391828" providerId="ADAL" clId="{FDDD7D90-4293-4F5B-B440-645EABB52817}" dt="2026-10-13T04:38:04.644" v="57" actId="47"/>
        <pc:sldMkLst>
          <pc:docMk/>
          <pc:sldMk cId="4258506999" sldId="906"/>
        </pc:sldMkLst>
      </pc:sldChg>
      <pc:sldChg chg="addSp delSp modSp add mod">
        <pc:chgData name="Minh Huynh" userId="01a137d4-0d81-46e0-aca6-c9185b391828" providerId="ADAL" clId="{FDDD7D90-4293-4F5B-B440-645EABB52817}" dt="2026-10-13T04:41:30.553" v="180" actId="20577"/>
        <pc:sldMkLst>
          <pc:docMk/>
          <pc:sldMk cId="950690789" sldId="4365"/>
        </pc:sldMkLst>
        <pc:spChg chg="del">
          <ac:chgData name="Minh Huynh" userId="01a137d4-0d81-46e0-aca6-c9185b391828" providerId="ADAL" clId="{FDDD7D90-4293-4F5B-B440-645EABB52817}" dt="2026-10-13T04:40:39.201" v="146" actId="478"/>
          <ac:spMkLst>
            <pc:docMk/>
            <pc:sldMk cId="950690789" sldId="4365"/>
            <ac:spMk id="10" creationId="{51B2FABE-FB8E-4A85-8D28-32363A4A69E4}"/>
          </ac:spMkLst>
        </pc:spChg>
        <pc:spChg chg="mod">
          <ac:chgData name="Minh Huynh" userId="01a137d4-0d81-46e0-aca6-c9185b391828" providerId="ADAL" clId="{FDDD7D90-4293-4F5B-B440-645EABB52817}" dt="2026-10-13T04:40:53.839" v="150" actId="313"/>
          <ac:spMkLst>
            <pc:docMk/>
            <pc:sldMk cId="950690789" sldId="4365"/>
            <ac:spMk id="12" creationId="{6E505B16-BFC8-4BA2-87BE-B51040B50F96}"/>
          </ac:spMkLst>
        </pc:spChg>
        <pc:spChg chg="add mod">
          <ac:chgData name="Minh Huynh" userId="01a137d4-0d81-46e0-aca6-c9185b391828" providerId="ADAL" clId="{FDDD7D90-4293-4F5B-B440-645EABB52817}" dt="2026-10-13T04:41:30.553" v="180" actId="20577"/>
          <ac:spMkLst>
            <pc:docMk/>
            <pc:sldMk cId="950690789" sldId="4365"/>
            <ac:spMk id="13" creationId="{D22414B0-52D8-4495-B2EF-0FCCCE1F38C5}"/>
          </ac:spMkLst>
        </pc:spChg>
        <pc:spChg chg="del">
          <ac:chgData name="Minh Huynh" userId="01a137d4-0d81-46e0-aca6-c9185b391828" providerId="ADAL" clId="{FDDD7D90-4293-4F5B-B440-645EABB52817}" dt="2026-10-13T04:40:38.174" v="145" actId="478"/>
          <ac:spMkLst>
            <pc:docMk/>
            <pc:sldMk cId="950690789" sldId="4365"/>
            <ac:spMk id="15" creationId="{668F5602-47EE-420D-9B7E-BCF45A6CB524}"/>
          </ac:spMkLst>
        </pc:spChg>
        <pc:spChg chg="del">
          <ac:chgData name="Minh Huynh" userId="01a137d4-0d81-46e0-aca6-c9185b391828" providerId="ADAL" clId="{FDDD7D90-4293-4F5B-B440-645EABB52817}" dt="2026-10-13T04:40:38.174" v="145" actId="478"/>
          <ac:spMkLst>
            <pc:docMk/>
            <pc:sldMk cId="950690789" sldId="4365"/>
            <ac:spMk id="16" creationId="{F2242C64-FE38-42BA-8CFD-71CFBEBEEF68}"/>
          </ac:spMkLst>
        </pc:spChg>
        <pc:spChg chg="del">
          <ac:chgData name="Minh Huynh" userId="01a137d4-0d81-46e0-aca6-c9185b391828" providerId="ADAL" clId="{FDDD7D90-4293-4F5B-B440-645EABB52817}" dt="2026-10-13T04:40:38.174" v="145" actId="478"/>
          <ac:spMkLst>
            <pc:docMk/>
            <pc:sldMk cId="950690789" sldId="4365"/>
            <ac:spMk id="19" creationId="{245216AE-850E-4E69-98EE-94DCA8BA6F6A}"/>
          </ac:spMkLst>
        </pc:spChg>
        <pc:spChg chg="del">
          <ac:chgData name="Minh Huynh" userId="01a137d4-0d81-46e0-aca6-c9185b391828" providerId="ADAL" clId="{FDDD7D90-4293-4F5B-B440-645EABB52817}" dt="2026-10-13T04:40:38.174" v="145" actId="478"/>
          <ac:spMkLst>
            <pc:docMk/>
            <pc:sldMk cId="950690789" sldId="4365"/>
            <ac:spMk id="21" creationId="{1A195455-A937-419D-A4BB-9BF4BBE9FE8C}"/>
          </ac:spMkLst>
        </pc:spChg>
        <pc:spChg chg="del">
          <ac:chgData name="Minh Huynh" userId="01a137d4-0d81-46e0-aca6-c9185b391828" providerId="ADAL" clId="{FDDD7D90-4293-4F5B-B440-645EABB52817}" dt="2026-10-13T04:40:38.174" v="145" actId="478"/>
          <ac:spMkLst>
            <pc:docMk/>
            <pc:sldMk cId="950690789" sldId="4365"/>
            <ac:spMk id="22" creationId="{9EA35DBB-34EF-4912-B6E0-948E45210BB2}"/>
          </ac:spMkLst>
        </pc:spChg>
        <pc:spChg chg="del">
          <ac:chgData name="Minh Huynh" userId="01a137d4-0d81-46e0-aca6-c9185b391828" providerId="ADAL" clId="{FDDD7D90-4293-4F5B-B440-645EABB52817}" dt="2026-10-13T04:40:38.174" v="145" actId="478"/>
          <ac:spMkLst>
            <pc:docMk/>
            <pc:sldMk cId="950690789" sldId="4365"/>
            <ac:spMk id="23" creationId="{33EFA293-6CAE-4CA3-9D2A-C51CB59C5543}"/>
          </ac:spMkLst>
        </pc:spChg>
      </pc:sldChg>
      <pc:sldChg chg="delSp add del">
        <pc:chgData name="Minh Huynh" userId="01a137d4-0d81-46e0-aca6-c9185b391828" providerId="ADAL" clId="{FDDD7D90-4293-4F5B-B440-645EABB52817}" dt="2026-10-13T04:41:35.382" v="182" actId="47"/>
        <pc:sldMkLst>
          <pc:docMk/>
          <pc:sldMk cId="3132228919" sldId="4366"/>
        </pc:sldMkLst>
        <pc:spChg chg="del">
          <ac:chgData name="Minh Huynh" userId="01a137d4-0d81-46e0-aca6-c9185b391828" providerId="ADAL" clId="{FDDD7D90-4293-4F5B-B440-645EABB52817}" dt="2026-10-13T04:41:04.567" v="152" actId="478"/>
          <ac:spMkLst>
            <pc:docMk/>
            <pc:sldMk cId="3132228919" sldId="4366"/>
            <ac:spMk id="12" creationId="{6E505B16-BFC8-4BA2-87BE-B51040B50F96}"/>
          </ac:spMkLst>
        </pc:spChg>
        <pc:picChg chg="del">
          <ac:chgData name="Minh Huynh" userId="01a137d4-0d81-46e0-aca6-c9185b391828" providerId="ADAL" clId="{FDDD7D90-4293-4F5B-B440-645EABB52817}" dt="2026-10-13T04:41:04.567" v="152" actId="478"/>
          <ac:picMkLst>
            <pc:docMk/>
            <pc:sldMk cId="3132228919" sldId="4366"/>
            <ac:picMk id="11" creationId="{E5D13A11-A2D9-4872-992F-0954755C602F}"/>
          </ac:picMkLst>
        </pc:picChg>
      </pc:sldChg>
      <pc:sldChg chg="addSp delSp modSp add mod">
        <pc:chgData name="Minh Huynh" userId="01a137d4-0d81-46e0-aca6-c9185b391828" providerId="ADAL" clId="{FDDD7D90-4293-4F5B-B440-645EABB52817}" dt="2026-10-13T04:41:34.323" v="181"/>
        <pc:sldMkLst>
          <pc:docMk/>
          <pc:sldMk cId="3735371360" sldId="4378"/>
        </pc:sldMkLst>
        <pc:spChg chg="del">
          <ac:chgData name="Minh Huynh" userId="01a137d4-0d81-46e0-aca6-c9185b391828" providerId="ADAL" clId="{FDDD7D90-4293-4F5B-B440-645EABB52817}" dt="2026-10-13T04:41:20.019" v="154" actId="478"/>
          <ac:spMkLst>
            <pc:docMk/>
            <pc:sldMk cId="3735371360" sldId="4378"/>
            <ac:spMk id="15" creationId="{668F5602-47EE-420D-9B7E-BCF45A6CB524}"/>
          </ac:spMkLst>
        </pc:spChg>
        <pc:spChg chg="del">
          <ac:chgData name="Minh Huynh" userId="01a137d4-0d81-46e0-aca6-c9185b391828" providerId="ADAL" clId="{FDDD7D90-4293-4F5B-B440-645EABB52817}" dt="2026-10-13T04:41:20.019" v="154" actId="478"/>
          <ac:spMkLst>
            <pc:docMk/>
            <pc:sldMk cId="3735371360" sldId="4378"/>
            <ac:spMk id="16" creationId="{F2242C64-FE38-42BA-8CFD-71CFBEBEEF68}"/>
          </ac:spMkLst>
        </pc:spChg>
        <pc:spChg chg="del">
          <ac:chgData name="Minh Huynh" userId="01a137d4-0d81-46e0-aca6-c9185b391828" providerId="ADAL" clId="{FDDD7D90-4293-4F5B-B440-645EABB52817}" dt="2026-10-13T04:41:20.019" v="154" actId="478"/>
          <ac:spMkLst>
            <pc:docMk/>
            <pc:sldMk cId="3735371360" sldId="4378"/>
            <ac:spMk id="19" creationId="{245216AE-850E-4E69-98EE-94DCA8BA6F6A}"/>
          </ac:spMkLst>
        </pc:spChg>
        <pc:spChg chg="del">
          <ac:chgData name="Minh Huynh" userId="01a137d4-0d81-46e0-aca6-c9185b391828" providerId="ADAL" clId="{FDDD7D90-4293-4F5B-B440-645EABB52817}" dt="2026-10-13T04:41:20.019" v="154" actId="478"/>
          <ac:spMkLst>
            <pc:docMk/>
            <pc:sldMk cId="3735371360" sldId="4378"/>
            <ac:spMk id="21" creationId="{1A195455-A937-419D-A4BB-9BF4BBE9FE8C}"/>
          </ac:spMkLst>
        </pc:spChg>
        <pc:spChg chg="del">
          <ac:chgData name="Minh Huynh" userId="01a137d4-0d81-46e0-aca6-c9185b391828" providerId="ADAL" clId="{FDDD7D90-4293-4F5B-B440-645EABB52817}" dt="2026-10-13T04:41:20.019" v="154" actId="478"/>
          <ac:spMkLst>
            <pc:docMk/>
            <pc:sldMk cId="3735371360" sldId="4378"/>
            <ac:spMk id="22" creationId="{9EA35DBB-34EF-4912-B6E0-948E45210BB2}"/>
          </ac:spMkLst>
        </pc:spChg>
        <pc:spChg chg="del">
          <ac:chgData name="Minh Huynh" userId="01a137d4-0d81-46e0-aca6-c9185b391828" providerId="ADAL" clId="{FDDD7D90-4293-4F5B-B440-645EABB52817}" dt="2026-10-13T04:41:20.019" v="154" actId="478"/>
          <ac:spMkLst>
            <pc:docMk/>
            <pc:sldMk cId="3735371360" sldId="4378"/>
            <ac:spMk id="23" creationId="{33EFA293-6CAE-4CA3-9D2A-C51CB59C5543}"/>
          </ac:spMkLst>
        </pc:spChg>
        <pc:spChg chg="add mod">
          <ac:chgData name="Minh Huynh" userId="01a137d4-0d81-46e0-aca6-c9185b391828" providerId="ADAL" clId="{FDDD7D90-4293-4F5B-B440-645EABB52817}" dt="2026-10-13T04:41:34.323" v="181"/>
          <ac:spMkLst>
            <pc:docMk/>
            <pc:sldMk cId="3735371360" sldId="4378"/>
            <ac:spMk id="43" creationId="{8FAB47D2-8F30-4EC2-AAA8-D5FE8B30A2CA}"/>
          </ac:spMkLst>
        </pc:spChg>
      </pc:sldChg>
      <pc:sldChg chg="addSp delSp modSp add mod">
        <pc:chgData name="Minh Huynh" userId="01a137d4-0d81-46e0-aca6-c9185b391828" providerId="ADAL" clId="{FDDD7D90-4293-4F5B-B440-645EABB52817}" dt="2026-10-13T04:43:09.846" v="225" actId="20577"/>
        <pc:sldMkLst>
          <pc:docMk/>
          <pc:sldMk cId="3009185353" sldId="4379"/>
        </pc:sldMkLst>
        <pc:spChg chg="del">
          <ac:chgData name="Minh Huynh" userId="01a137d4-0d81-46e0-aca6-c9185b391828" providerId="ADAL" clId="{FDDD7D90-4293-4F5B-B440-645EABB52817}" dt="2026-10-13T04:42:13.188" v="184" actId="478"/>
          <ac:spMkLst>
            <pc:docMk/>
            <pc:sldMk cId="3009185353" sldId="4379"/>
            <ac:spMk id="3" creationId="{91AAB39F-90C3-4E09-9411-CB53C15B2A7E}"/>
          </ac:spMkLst>
        </pc:spChg>
        <pc:spChg chg="del">
          <ac:chgData name="Minh Huynh" userId="01a137d4-0d81-46e0-aca6-c9185b391828" providerId="ADAL" clId="{FDDD7D90-4293-4F5B-B440-645EABB52817}" dt="2026-10-13T04:42:13.188" v="184" actId="478"/>
          <ac:spMkLst>
            <pc:docMk/>
            <pc:sldMk cId="3009185353" sldId="4379"/>
            <ac:spMk id="38" creationId="{BA9AD03F-F832-4CF0-9688-23090112DB24}"/>
          </ac:spMkLst>
        </pc:spChg>
        <pc:spChg chg="del">
          <ac:chgData name="Minh Huynh" userId="01a137d4-0d81-46e0-aca6-c9185b391828" providerId="ADAL" clId="{FDDD7D90-4293-4F5B-B440-645EABB52817}" dt="2026-10-13T04:42:13.188" v="184" actId="478"/>
          <ac:spMkLst>
            <pc:docMk/>
            <pc:sldMk cId="3009185353" sldId="4379"/>
            <ac:spMk id="39" creationId="{A48AED5E-688A-4972-9ECC-468EEE1E8737}"/>
          </ac:spMkLst>
        </pc:spChg>
        <pc:spChg chg="del">
          <ac:chgData name="Minh Huynh" userId="01a137d4-0d81-46e0-aca6-c9185b391828" providerId="ADAL" clId="{FDDD7D90-4293-4F5B-B440-645EABB52817}" dt="2026-10-13T04:42:13.188" v="184" actId="478"/>
          <ac:spMkLst>
            <pc:docMk/>
            <pc:sldMk cId="3009185353" sldId="4379"/>
            <ac:spMk id="40" creationId="{BBD2CF4F-C1E6-4193-BF56-247C22E835C1}"/>
          </ac:spMkLst>
        </pc:spChg>
        <pc:spChg chg="del">
          <ac:chgData name="Minh Huynh" userId="01a137d4-0d81-46e0-aca6-c9185b391828" providerId="ADAL" clId="{FDDD7D90-4293-4F5B-B440-645EABB52817}" dt="2026-10-13T04:42:13.188" v="184" actId="478"/>
          <ac:spMkLst>
            <pc:docMk/>
            <pc:sldMk cId="3009185353" sldId="4379"/>
            <ac:spMk id="41" creationId="{4192CDE5-20A5-481F-86D7-2468331B10EE}"/>
          </ac:spMkLst>
        </pc:spChg>
        <pc:spChg chg="del">
          <ac:chgData name="Minh Huynh" userId="01a137d4-0d81-46e0-aca6-c9185b391828" providerId="ADAL" clId="{FDDD7D90-4293-4F5B-B440-645EABB52817}" dt="2026-10-13T04:42:13.188" v="184" actId="478"/>
          <ac:spMkLst>
            <pc:docMk/>
            <pc:sldMk cId="3009185353" sldId="4379"/>
            <ac:spMk id="42" creationId="{1CA853C0-1A11-48C5-9AD1-D5E67C70DBCF}"/>
          </ac:spMkLst>
        </pc:spChg>
        <pc:spChg chg="mod">
          <ac:chgData name="Minh Huynh" userId="01a137d4-0d81-46e0-aca6-c9185b391828" providerId="ADAL" clId="{FDDD7D90-4293-4F5B-B440-645EABB52817}" dt="2026-10-13T04:42:19.495" v="204" actId="20577"/>
          <ac:spMkLst>
            <pc:docMk/>
            <pc:sldMk cId="3009185353" sldId="4379"/>
            <ac:spMk id="43" creationId="{8FAB47D2-8F30-4EC2-AAA8-D5FE8B30A2CA}"/>
          </ac:spMkLst>
        </pc:spChg>
        <pc:spChg chg="add mod">
          <ac:chgData name="Minh Huynh" userId="01a137d4-0d81-46e0-aca6-c9185b391828" providerId="ADAL" clId="{FDDD7D90-4293-4F5B-B440-645EABB52817}" dt="2026-10-13T04:43:09.846" v="225" actId="20577"/>
          <ac:spMkLst>
            <pc:docMk/>
            <pc:sldMk cId="3009185353" sldId="4379"/>
            <ac:spMk id="44" creationId="{C61445DD-28C4-4C5D-BE89-46860B318B19}"/>
          </ac:spMkLst>
        </pc:spChg>
        <pc:graphicFrameChg chg="del">
          <ac:chgData name="Minh Huynh" userId="01a137d4-0d81-46e0-aca6-c9185b391828" providerId="ADAL" clId="{FDDD7D90-4293-4F5B-B440-645EABB52817}" dt="2026-10-13T04:42:13.188" v="184" actId="478"/>
          <ac:graphicFrameMkLst>
            <pc:docMk/>
            <pc:sldMk cId="3009185353" sldId="4379"/>
            <ac:graphicFrameMk id="30" creationId="{14726765-D026-4909-B54B-877E7FB13941}"/>
          </ac:graphicFrameMkLst>
        </pc:graphicFrameChg>
        <pc:graphicFrameChg chg="del">
          <ac:chgData name="Minh Huynh" userId="01a137d4-0d81-46e0-aca6-c9185b391828" providerId="ADAL" clId="{FDDD7D90-4293-4F5B-B440-645EABB52817}" dt="2026-10-13T04:42:13.188" v="184" actId="478"/>
          <ac:graphicFrameMkLst>
            <pc:docMk/>
            <pc:sldMk cId="3009185353" sldId="4379"/>
            <ac:graphicFrameMk id="31" creationId="{959028B7-E957-477E-9517-EAEF3BD753EE}"/>
          </ac:graphicFrameMkLst>
        </pc:graphicFrameChg>
        <pc:picChg chg="del">
          <ac:chgData name="Minh Huynh" userId="01a137d4-0d81-46e0-aca6-c9185b391828" providerId="ADAL" clId="{FDDD7D90-4293-4F5B-B440-645EABB52817}" dt="2026-10-13T04:42:13.188" v="184" actId="478"/>
          <ac:picMkLst>
            <pc:docMk/>
            <pc:sldMk cId="3009185353" sldId="4379"/>
            <ac:picMk id="18" creationId="{2ABBCF26-7C36-4CA2-AEEB-B46F95FFA30A}"/>
          </ac:picMkLst>
        </pc:picChg>
        <pc:picChg chg="del">
          <ac:chgData name="Minh Huynh" userId="01a137d4-0d81-46e0-aca6-c9185b391828" providerId="ADAL" clId="{FDDD7D90-4293-4F5B-B440-645EABB52817}" dt="2026-10-13T04:42:13.188" v="184" actId="478"/>
          <ac:picMkLst>
            <pc:docMk/>
            <pc:sldMk cId="3009185353" sldId="4379"/>
            <ac:picMk id="20" creationId="{992BC3F6-4947-4060-8854-24E5AAEB19F4}"/>
          </ac:picMkLst>
        </pc:picChg>
        <pc:picChg chg="del">
          <ac:chgData name="Minh Huynh" userId="01a137d4-0d81-46e0-aca6-c9185b391828" providerId="ADAL" clId="{FDDD7D90-4293-4F5B-B440-645EABB52817}" dt="2026-10-13T04:42:13.188" v="184" actId="478"/>
          <ac:picMkLst>
            <pc:docMk/>
            <pc:sldMk cId="3009185353" sldId="4379"/>
            <ac:picMk id="24" creationId="{ADC048DD-E553-4B65-A8E7-DC6CEB8DC10B}"/>
          </ac:picMkLst>
        </pc:picChg>
        <pc:picChg chg="del">
          <ac:chgData name="Minh Huynh" userId="01a137d4-0d81-46e0-aca6-c9185b391828" providerId="ADAL" clId="{FDDD7D90-4293-4F5B-B440-645EABB52817}" dt="2026-10-13T04:42:13.188" v="184" actId="478"/>
          <ac:picMkLst>
            <pc:docMk/>
            <pc:sldMk cId="3009185353" sldId="4379"/>
            <ac:picMk id="25" creationId="{19DE24B8-A5FC-4575-B581-D4B0042D743B}"/>
          </ac:picMkLst>
        </pc:picChg>
        <pc:picChg chg="del">
          <ac:chgData name="Minh Huynh" userId="01a137d4-0d81-46e0-aca6-c9185b391828" providerId="ADAL" clId="{FDDD7D90-4293-4F5B-B440-645EABB52817}" dt="2026-10-13T04:42:13.188" v="184" actId="478"/>
          <ac:picMkLst>
            <pc:docMk/>
            <pc:sldMk cId="3009185353" sldId="4379"/>
            <ac:picMk id="26" creationId="{C18AEAE5-54EC-4369-AAB2-834F171B78E9}"/>
          </ac:picMkLst>
        </pc:picChg>
        <pc:picChg chg="del">
          <ac:chgData name="Minh Huynh" userId="01a137d4-0d81-46e0-aca6-c9185b391828" providerId="ADAL" clId="{FDDD7D90-4293-4F5B-B440-645EABB52817}" dt="2026-10-13T04:42:13.188" v="184" actId="478"/>
          <ac:picMkLst>
            <pc:docMk/>
            <pc:sldMk cId="3009185353" sldId="4379"/>
            <ac:picMk id="27" creationId="{71A39884-9D62-44E7-8058-E6DF0306917C}"/>
          </ac:picMkLst>
        </pc:picChg>
        <pc:picChg chg="del">
          <ac:chgData name="Minh Huynh" userId="01a137d4-0d81-46e0-aca6-c9185b391828" providerId="ADAL" clId="{FDDD7D90-4293-4F5B-B440-645EABB52817}" dt="2026-10-13T04:42:13.188" v="184" actId="478"/>
          <ac:picMkLst>
            <pc:docMk/>
            <pc:sldMk cId="3009185353" sldId="4379"/>
            <ac:picMk id="28" creationId="{31C8CF1D-9F99-46D0-9A33-E4BCF21A4ABC}"/>
          </ac:picMkLst>
        </pc:picChg>
        <pc:picChg chg="del">
          <ac:chgData name="Minh Huynh" userId="01a137d4-0d81-46e0-aca6-c9185b391828" providerId="ADAL" clId="{FDDD7D90-4293-4F5B-B440-645EABB52817}" dt="2026-10-13T04:42:13.188" v="184" actId="478"/>
          <ac:picMkLst>
            <pc:docMk/>
            <pc:sldMk cId="3009185353" sldId="4379"/>
            <ac:picMk id="29" creationId="{DDB7BEF5-C76D-4CE9-8A71-92FEC8517E3F}"/>
          </ac:picMkLst>
        </pc:picChg>
        <pc:picChg chg="del">
          <ac:chgData name="Minh Huynh" userId="01a137d4-0d81-46e0-aca6-c9185b391828" providerId="ADAL" clId="{FDDD7D90-4293-4F5B-B440-645EABB52817}" dt="2026-10-13T04:42:13.188" v="184" actId="478"/>
          <ac:picMkLst>
            <pc:docMk/>
            <pc:sldMk cId="3009185353" sldId="4379"/>
            <ac:picMk id="32" creationId="{F967A736-1797-4CE2-9A0A-1CA6B29A2E93}"/>
          </ac:picMkLst>
        </pc:picChg>
        <pc:picChg chg="del">
          <ac:chgData name="Minh Huynh" userId="01a137d4-0d81-46e0-aca6-c9185b391828" providerId="ADAL" clId="{FDDD7D90-4293-4F5B-B440-645EABB52817}" dt="2026-10-13T04:42:13.188" v="184" actId="478"/>
          <ac:picMkLst>
            <pc:docMk/>
            <pc:sldMk cId="3009185353" sldId="4379"/>
            <ac:picMk id="33" creationId="{342F2630-FE52-48EE-900D-E632FA40EC03}"/>
          </ac:picMkLst>
        </pc:picChg>
        <pc:picChg chg="del">
          <ac:chgData name="Minh Huynh" userId="01a137d4-0d81-46e0-aca6-c9185b391828" providerId="ADAL" clId="{FDDD7D90-4293-4F5B-B440-645EABB52817}" dt="2026-10-13T04:42:13.188" v="184" actId="478"/>
          <ac:picMkLst>
            <pc:docMk/>
            <pc:sldMk cId="3009185353" sldId="4379"/>
            <ac:picMk id="34" creationId="{25A439BB-0788-44BB-AA37-38AF76347117}"/>
          </ac:picMkLst>
        </pc:picChg>
        <pc:picChg chg="del">
          <ac:chgData name="Minh Huynh" userId="01a137d4-0d81-46e0-aca6-c9185b391828" providerId="ADAL" clId="{FDDD7D90-4293-4F5B-B440-645EABB52817}" dt="2026-10-13T04:42:13.188" v="184" actId="478"/>
          <ac:picMkLst>
            <pc:docMk/>
            <pc:sldMk cId="3009185353" sldId="4379"/>
            <ac:picMk id="35" creationId="{6B2BEB91-C49F-40CE-B864-96E9C83E7F96}"/>
          </ac:picMkLst>
        </pc:picChg>
        <pc:picChg chg="del">
          <ac:chgData name="Minh Huynh" userId="01a137d4-0d81-46e0-aca6-c9185b391828" providerId="ADAL" clId="{FDDD7D90-4293-4F5B-B440-645EABB52817}" dt="2026-10-13T04:42:13.188" v="184" actId="478"/>
          <ac:picMkLst>
            <pc:docMk/>
            <pc:sldMk cId="3009185353" sldId="4379"/>
            <ac:picMk id="36" creationId="{AF36992E-1EA4-45C9-9B18-0D8450A176CE}"/>
          </ac:picMkLst>
        </pc:picChg>
        <pc:picChg chg="del">
          <ac:chgData name="Minh Huynh" userId="01a137d4-0d81-46e0-aca6-c9185b391828" providerId="ADAL" clId="{FDDD7D90-4293-4F5B-B440-645EABB52817}" dt="2026-10-13T04:42:13.188" v="184" actId="478"/>
          <ac:picMkLst>
            <pc:docMk/>
            <pc:sldMk cId="3009185353" sldId="4379"/>
            <ac:picMk id="37" creationId="{6355E4AC-44DD-40AC-802F-47165E6E20BB}"/>
          </ac:picMkLst>
        </pc:picChg>
        <pc:cxnChg chg="del">
          <ac:chgData name="Minh Huynh" userId="01a137d4-0d81-46e0-aca6-c9185b391828" providerId="ADAL" clId="{FDDD7D90-4293-4F5B-B440-645EABB52817}" dt="2026-10-13T04:42:13.188" v="184" actId="478"/>
          <ac:cxnSpMkLst>
            <pc:docMk/>
            <pc:sldMk cId="3009185353" sldId="4379"/>
            <ac:cxnSpMk id="5" creationId="{74668B66-B2BF-4E01-8343-9F96B8A063B4}"/>
          </ac:cxnSpMkLst>
        </pc:cxnChg>
      </pc:sldChg>
      <pc:sldChg chg="addSp delSp modSp add mod">
        <pc:chgData name="Minh Huynh" userId="01a137d4-0d81-46e0-aca6-c9185b391828" providerId="ADAL" clId="{FDDD7D90-4293-4F5B-B440-645EABB52817}" dt="2026-10-13T04:44:27.473" v="249" actId="1076"/>
        <pc:sldMkLst>
          <pc:docMk/>
          <pc:sldMk cId="3987322098" sldId="4416"/>
        </pc:sldMkLst>
        <pc:spChg chg="add mod">
          <ac:chgData name="Minh Huynh" userId="01a137d4-0d81-46e0-aca6-c9185b391828" providerId="ADAL" clId="{FDDD7D90-4293-4F5B-B440-645EABB52817}" dt="2026-10-13T04:44:09.933" v="246" actId="20577"/>
          <ac:spMkLst>
            <pc:docMk/>
            <pc:sldMk cId="3987322098" sldId="4416"/>
            <ac:spMk id="48" creationId="{648E1A6D-B458-46B3-88CE-B26D4E9E4323}"/>
          </ac:spMkLst>
        </pc:spChg>
        <pc:spChg chg="add mod">
          <ac:chgData name="Minh Huynh" userId="01a137d4-0d81-46e0-aca6-c9185b391828" providerId="ADAL" clId="{FDDD7D90-4293-4F5B-B440-645EABB52817}" dt="2026-10-13T04:44:23.436" v="248" actId="1076"/>
          <ac:spMkLst>
            <pc:docMk/>
            <pc:sldMk cId="3987322098" sldId="4416"/>
            <ac:spMk id="49" creationId="{FE10C761-8DF6-4273-A5CE-A9F37B34547D}"/>
          </ac:spMkLst>
        </pc:spChg>
        <pc:spChg chg="add mod">
          <ac:chgData name="Minh Huynh" userId="01a137d4-0d81-46e0-aca6-c9185b391828" providerId="ADAL" clId="{FDDD7D90-4293-4F5B-B440-645EABB52817}" dt="2026-10-13T04:44:27.473" v="249" actId="1076"/>
          <ac:spMkLst>
            <pc:docMk/>
            <pc:sldMk cId="3987322098" sldId="4416"/>
            <ac:spMk id="51" creationId="{EBA669DC-0439-4909-B46F-4108015A9EB6}"/>
          </ac:spMkLst>
        </pc:spChg>
        <pc:spChg chg="del">
          <ac:chgData name="Minh Huynh" userId="01a137d4-0d81-46e0-aca6-c9185b391828" providerId="ADAL" clId="{FDDD7D90-4293-4F5B-B440-645EABB52817}" dt="2026-10-13T04:43:55.832" v="227" actId="478"/>
          <ac:spMkLst>
            <pc:docMk/>
            <pc:sldMk cId="3987322098" sldId="4416"/>
            <ac:spMk id="82" creationId="{06B9C751-A0C3-450A-8C5F-69A44AE0D736}"/>
          </ac:spMkLst>
        </pc:spChg>
        <pc:spChg chg="del">
          <ac:chgData name="Minh Huynh" userId="01a137d4-0d81-46e0-aca6-c9185b391828" providerId="ADAL" clId="{FDDD7D90-4293-4F5B-B440-645EABB52817}" dt="2026-10-13T04:43:55.832" v="227" actId="478"/>
          <ac:spMkLst>
            <pc:docMk/>
            <pc:sldMk cId="3987322098" sldId="4416"/>
            <ac:spMk id="83" creationId="{7132C588-D8B6-4E8D-A484-972DFF6B7658}"/>
          </ac:spMkLst>
        </pc:spChg>
        <pc:cxnChg chg="mod">
          <ac:chgData name="Minh Huynh" userId="01a137d4-0d81-46e0-aca6-c9185b391828" providerId="ADAL" clId="{FDDD7D90-4293-4F5B-B440-645EABB52817}" dt="2026-10-13T04:43:59.459" v="228" actId="14100"/>
          <ac:cxnSpMkLst>
            <pc:docMk/>
            <pc:sldMk cId="3987322098" sldId="4416"/>
            <ac:cxnSpMk id="9" creationId="{DD1F4A41-9832-40F4-A7DB-F9B15FBCD65B}"/>
          </ac:cxnSpMkLst>
        </pc:cxnChg>
      </pc:sldChg>
      <pc:sldChg chg="addSp delSp modSp add mod">
        <pc:chgData name="Minh Huynh" userId="01a137d4-0d81-46e0-aca6-c9185b391828" providerId="ADAL" clId="{FDDD7D90-4293-4F5B-B440-645EABB52817}" dt="2026-10-13T04:44:48.215" v="253"/>
        <pc:sldMkLst>
          <pc:docMk/>
          <pc:sldMk cId="1445164029" sldId="4425"/>
        </pc:sldMkLst>
        <pc:spChg chg="add mod">
          <ac:chgData name="Minh Huynh" userId="01a137d4-0d81-46e0-aca6-c9185b391828" providerId="ADAL" clId="{FDDD7D90-4293-4F5B-B440-645EABB52817}" dt="2026-10-13T04:44:48.215" v="253"/>
          <ac:spMkLst>
            <pc:docMk/>
            <pc:sldMk cId="1445164029" sldId="4425"/>
            <ac:spMk id="52" creationId="{7706D9ED-BAC1-4C91-B74D-AFE8980BE164}"/>
          </ac:spMkLst>
        </pc:spChg>
        <pc:spChg chg="add mod">
          <ac:chgData name="Minh Huynh" userId="01a137d4-0d81-46e0-aca6-c9185b391828" providerId="ADAL" clId="{FDDD7D90-4293-4F5B-B440-645EABB52817}" dt="2026-10-13T04:44:48.215" v="253"/>
          <ac:spMkLst>
            <pc:docMk/>
            <pc:sldMk cId="1445164029" sldId="4425"/>
            <ac:spMk id="53" creationId="{1C95094A-FC91-40DE-B5D7-93564752B716}"/>
          </ac:spMkLst>
        </pc:spChg>
        <pc:spChg chg="add mod">
          <ac:chgData name="Minh Huynh" userId="01a137d4-0d81-46e0-aca6-c9185b391828" providerId="ADAL" clId="{FDDD7D90-4293-4F5B-B440-645EABB52817}" dt="2026-10-13T04:44:48.215" v="253"/>
          <ac:spMkLst>
            <pc:docMk/>
            <pc:sldMk cId="1445164029" sldId="4425"/>
            <ac:spMk id="54" creationId="{08FA21EC-6056-4D7F-8B43-E2B19DEBA579}"/>
          </ac:spMkLst>
        </pc:spChg>
        <pc:spChg chg="del">
          <ac:chgData name="Minh Huynh" userId="01a137d4-0d81-46e0-aca6-c9185b391828" providerId="ADAL" clId="{FDDD7D90-4293-4F5B-B440-645EABB52817}" dt="2026-10-13T04:44:42.960" v="251" actId="478"/>
          <ac:spMkLst>
            <pc:docMk/>
            <pc:sldMk cId="1445164029" sldId="4425"/>
            <ac:spMk id="82" creationId="{06B9C751-A0C3-450A-8C5F-69A44AE0D736}"/>
          </ac:spMkLst>
        </pc:spChg>
        <pc:spChg chg="del">
          <ac:chgData name="Minh Huynh" userId="01a137d4-0d81-46e0-aca6-c9185b391828" providerId="ADAL" clId="{FDDD7D90-4293-4F5B-B440-645EABB52817}" dt="2026-10-13T04:44:42.960" v="251" actId="478"/>
          <ac:spMkLst>
            <pc:docMk/>
            <pc:sldMk cId="1445164029" sldId="4425"/>
            <ac:spMk id="83" creationId="{7132C588-D8B6-4E8D-A484-972DFF6B7658}"/>
          </ac:spMkLst>
        </pc:spChg>
        <pc:cxnChg chg="del">
          <ac:chgData name="Minh Huynh" userId="01a137d4-0d81-46e0-aca6-c9185b391828" providerId="ADAL" clId="{FDDD7D90-4293-4F5B-B440-645EABB52817}" dt="2026-10-13T04:44:43.531" v="252" actId="478"/>
          <ac:cxnSpMkLst>
            <pc:docMk/>
            <pc:sldMk cId="1445164029" sldId="4425"/>
            <ac:cxnSpMk id="9" creationId="{DD1F4A41-9832-40F4-A7DB-F9B15FBCD65B}"/>
          </ac:cxnSpMkLst>
        </pc:cxnChg>
        <pc:cxnChg chg="add mod">
          <ac:chgData name="Minh Huynh" userId="01a137d4-0d81-46e0-aca6-c9185b391828" providerId="ADAL" clId="{FDDD7D90-4293-4F5B-B440-645EABB52817}" dt="2026-10-13T04:44:48.215" v="253"/>
          <ac:cxnSpMkLst>
            <pc:docMk/>
            <pc:sldMk cId="1445164029" sldId="4425"/>
            <ac:cxnSpMk id="51" creationId="{58DA23E1-CF7F-4027-B8C9-3AD276A946B9}"/>
          </ac:cxnSpMkLst>
        </pc:cxnChg>
      </pc:sldChg>
      <pc:sldChg chg="addSp delSp modSp add mod">
        <pc:chgData name="Minh Huynh" userId="01a137d4-0d81-46e0-aca6-c9185b391828" providerId="ADAL" clId="{FDDD7D90-4293-4F5B-B440-645EABB52817}" dt="2026-10-13T04:46:31.532" v="290" actId="1076"/>
        <pc:sldMkLst>
          <pc:docMk/>
          <pc:sldMk cId="412457508" sldId="4426"/>
        </pc:sldMkLst>
        <pc:spChg chg="del">
          <ac:chgData name="Minh Huynh" userId="01a137d4-0d81-46e0-aca6-c9185b391828" providerId="ADAL" clId="{FDDD7D90-4293-4F5B-B440-645EABB52817}" dt="2026-10-13T04:45:25.317" v="275" actId="478"/>
          <ac:spMkLst>
            <pc:docMk/>
            <pc:sldMk cId="412457508" sldId="4426"/>
            <ac:spMk id="25" creationId="{16C92E27-7FD5-4769-AA3D-AD68795FEC1E}"/>
          </ac:spMkLst>
        </pc:spChg>
        <pc:spChg chg="del">
          <ac:chgData name="Minh Huynh" userId="01a137d4-0d81-46e0-aca6-c9185b391828" providerId="ADAL" clId="{FDDD7D90-4293-4F5B-B440-645EABB52817}" dt="2026-10-13T04:45:25.317" v="275" actId="478"/>
          <ac:spMkLst>
            <pc:docMk/>
            <pc:sldMk cId="412457508" sldId="4426"/>
            <ac:spMk id="26" creationId="{966D29E9-73A3-42F6-9A9C-00DF4A23B84E}"/>
          </ac:spMkLst>
        </pc:spChg>
        <pc:spChg chg="del">
          <ac:chgData name="Minh Huynh" userId="01a137d4-0d81-46e0-aca6-c9185b391828" providerId="ADAL" clId="{FDDD7D90-4293-4F5B-B440-645EABB52817}" dt="2026-10-13T04:45:25.317" v="275" actId="478"/>
          <ac:spMkLst>
            <pc:docMk/>
            <pc:sldMk cId="412457508" sldId="4426"/>
            <ac:spMk id="27" creationId="{80C086C8-0DD8-4B94-BC89-CC31AF097041}"/>
          </ac:spMkLst>
        </pc:spChg>
        <pc:spChg chg="del">
          <ac:chgData name="Minh Huynh" userId="01a137d4-0d81-46e0-aca6-c9185b391828" providerId="ADAL" clId="{FDDD7D90-4293-4F5B-B440-645EABB52817}" dt="2026-10-13T04:45:25.317" v="275" actId="478"/>
          <ac:spMkLst>
            <pc:docMk/>
            <pc:sldMk cId="412457508" sldId="4426"/>
            <ac:spMk id="28" creationId="{C0C0AC76-4F82-4D1D-80DC-BBE75C4B770F}"/>
          </ac:spMkLst>
        </pc:spChg>
        <pc:spChg chg="del">
          <ac:chgData name="Minh Huynh" userId="01a137d4-0d81-46e0-aca6-c9185b391828" providerId="ADAL" clId="{FDDD7D90-4293-4F5B-B440-645EABB52817}" dt="2026-10-13T04:45:25.317" v="275" actId="478"/>
          <ac:spMkLst>
            <pc:docMk/>
            <pc:sldMk cId="412457508" sldId="4426"/>
            <ac:spMk id="29" creationId="{311C8028-8E5D-4E32-9768-A10F5A8B805C}"/>
          </ac:spMkLst>
        </pc:spChg>
        <pc:spChg chg="del">
          <ac:chgData name="Minh Huynh" userId="01a137d4-0d81-46e0-aca6-c9185b391828" providerId="ADAL" clId="{FDDD7D90-4293-4F5B-B440-645EABB52817}" dt="2026-10-13T04:45:25.317" v="275" actId="478"/>
          <ac:spMkLst>
            <pc:docMk/>
            <pc:sldMk cId="412457508" sldId="4426"/>
            <ac:spMk id="30" creationId="{1A5DC6DB-B0F3-41BA-AFFD-E5FDBFE1C38C}"/>
          </ac:spMkLst>
        </pc:spChg>
        <pc:spChg chg="del">
          <ac:chgData name="Minh Huynh" userId="01a137d4-0d81-46e0-aca6-c9185b391828" providerId="ADAL" clId="{FDDD7D90-4293-4F5B-B440-645EABB52817}" dt="2026-10-13T04:45:25.317" v="275" actId="478"/>
          <ac:spMkLst>
            <pc:docMk/>
            <pc:sldMk cId="412457508" sldId="4426"/>
            <ac:spMk id="31" creationId="{AF883078-34D9-4C57-A4C1-F780ADEED214}"/>
          </ac:spMkLst>
        </pc:spChg>
        <pc:spChg chg="del">
          <ac:chgData name="Minh Huynh" userId="01a137d4-0d81-46e0-aca6-c9185b391828" providerId="ADAL" clId="{FDDD7D90-4293-4F5B-B440-645EABB52817}" dt="2026-10-13T04:45:25.317" v="275" actId="478"/>
          <ac:spMkLst>
            <pc:docMk/>
            <pc:sldMk cId="412457508" sldId="4426"/>
            <ac:spMk id="32" creationId="{1E669A77-7C03-4663-9A1B-1E0DF02DFA9A}"/>
          </ac:spMkLst>
        </pc:spChg>
        <pc:spChg chg="del">
          <ac:chgData name="Minh Huynh" userId="01a137d4-0d81-46e0-aca6-c9185b391828" providerId="ADAL" clId="{FDDD7D90-4293-4F5B-B440-645EABB52817}" dt="2026-10-13T04:45:25.317" v="275" actId="478"/>
          <ac:spMkLst>
            <pc:docMk/>
            <pc:sldMk cId="412457508" sldId="4426"/>
            <ac:spMk id="33" creationId="{D0935CF6-B29C-4E6D-B8E7-88E943401AF6}"/>
          </ac:spMkLst>
        </pc:spChg>
        <pc:spChg chg="del">
          <ac:chgData name="Minh Huynh" userId="01a137d4-0d81-46e0-aca6-c9185b391828" providerId="ADAL" clId="{FDDD7D90-4293-4F5B-B440-645EABB52817}" dt="2026-10-13T04:45:25.317" v="275" actId="478"/>
          <ac:spMkLst>
            <pc:docMk/>
            <pc:sldMk cId="412457508" sldId="4426"/>
            <ac:spMk id="36" creationId="{785A5ECE-3EF8-4C12-AC9F-9BE7290EAA71}"/>
          </ac:spMkLst>
        </pc:spChg>
        <pc:spChg chg="del">
          <ac:chgData name="Minh Huynh" userId="01a137d4-0d81-46e0-aca6-c9185b391828" providerId="ADAL" clId="{FDDD7D90-4293-4F5B-B440-645EABB52817}" dt="2026-10-13T04:45:25.317" v="275" actId="478"/>
          <ac:spMkLst>
            <pc:docMk/>
            <pc:sldMk cId="412457508" sldId="4426"/>
            <ac:spMk id="37" creationId="{AC02641A-B8D6-43FB-89BA-9E51D91A3BDC}"/>
          </ac:spMkLst>
        </pc:spChg>
        <pc:spChg chg="del">
          <ac:chgData name="Minh Huynh" userId="01a137d4-0d81-46e0-aca6-c9185b391828" providerId="ADAL" clId="{FDDD7D90-4293-4F5B-B440-645EABB52817}" dt="2026-10-13T04:45:25.317" v="275" actId="478"/>
          <ac:spMkLst>
            <pc:docMk/>
            <pc:sldMk cId="412457508" sldId="4426"/>
            <ac:spMk id="38" creationId="{E8B0A133-BFB2-4EF2-AE73-95AB974AB70D}"/>
          </ac:spMkLst>
        </pc:spChg>
        <pc:spChg chg="del">
          <ac:chgData name="Minh Huynh" userId="01a137d4-0d81-46e0-aca6-c9185b391828" providerId="ADAL" clId="{FDDD7D90-4293-4F5B-B440-645EABB52817}" dt="2026-10-13T04:45:25.317" v="275" actId="478"/>
          <ac:spMkLst>
            <pc:docMk/>
            <pc:sldMk cId="412457508" sldId="4426"/>
            <ac:spMk id="48" creationId="{BBBA14EB-44AA-4B7D-BA9C-3355966AA93D}"/>
          </ac:spMkLst>
        </pc:spChg>
        <pc:spChg chg="del">
          <ac:chgData name="Minh Huynh" userId="01a137d4-0d81-46e0-aca6-c9185b391828" providerId="ADAL" clId="{FDDD7D90-4293-4F5B-B440-645EABB52817}" dt="2026-10-13T04:45:25.317" v="275" actId="478"/>
          <ac:spMkLst>
            <pc:docMk/>
            <pc:sldMk cId="412457508" sldId="4426"/>
            <ac:spMk id="49" creationId="{FCCA1B6D-35DF-4C2C-8281-9BD8FCEAD3DB}"/>
          </ac:spMkLst>
        </pc:spChg>
        <pc:spChg chg="mod">
          <ac:chgData name="Minh Huynh" userId="01a137d4-0d81-46e0-aca6-c9185b391828" providerId="ADAL" clId="{FDDD7D90-4293-4F5B-B440-645EABB52817}" dt="2026-10-13T04:45:21.927" v="274" actId="20577"/>
          <ac:spMkLst>
            <pc:docMk/>
            <pc:sldMk cId="412457508" sldId="4426"/>
            <ac:spMk id="52" creationId="{7706D9ED-BAC1-4C91-B74D-AFE8980BE164}"/>
          </ac:spMkLst>
        </pc:spChg>
        <pc:spChg chg="del">
          <ac:chgData name="Minh Huynh" userId="01a137d4-0d81-46e0-aca6-c9185b391828" providerId="ADAL" clId="{FDDD7D90-4293-4F5B-B440-645EABB52817}" dt="2026-10-13T04:45:25.317" v="275" actId="478"/>
          <ac:spMkLst>
            <pc:docMk/>
            <pc:sldMk cId="412457508" sldId="4426"/>
            <ac:spMk id="53" creationId="{1C95094A-FC91-40DE-B5D7-93564752B716}"/>
          </ac:spMkLst>
        </pc:spChg>
        <pc:spChg chg="del">
          <ac:chgData name="Minh Huynh" userId="01a137d4-0d81-46e0-aca6-c9185b391828" providerId="ADAL" clId="{FDDD7D90-4293-4F5B-B440-645EABB52817}" dt="2026-10-13T04:45:25.317" v="275" actId="478"/>
          <ac:spMkLst>
            <pc:docMk/>
            <pc:sldMk cId="412457508" sldId="4426"/>
            <ac:spMk id="54" creationId="{08FA21EC-6056-4D7F-8B43-E2B19DEBA579}"/>
          </ac:spMkLst>
        </pc:spChg>
        <pc:spChg chg="add del mod">
          <ac:chgData name="Minh Huynh" userId="01a137d4-0d81-46e0-aca6-c9185b391828" providerId="ADAL" clId="{FDDD7D90-4293-4F5B-B440-645EABB52817}" dt="2026-10-13T04:46:02.376" v="279" actId="478"/>
          <ac:spMkLst>
            <pc:docMk/>
            <pc:sldMk cId="412457508" sldId="4426"/>
            <ac:spMk id="55" creationId="{3F1389AC-2D29-473E-B0A3-6F9F2EF513B8}"/>
          </ac:spMkLst>
        </pc:spChg>
        <pc:spChg chg="add mod">
          <ac:chgData name="Minh Huynh" userId="01a137d4-0d81-46e0-aca6-c9185b391828" providerId="ADAL" clId="{FDDD7D90-4293-4F5B-B440-645EABB52817}" dt="2026-10-13T04:46:18.593" v="286" actId="1076"/>
          <ac:spMkLst>
            <pc:docMk/>
            <pc:sldMk cId="412457508" sldId="4426"/>
            <ac:spMk id="58" creationId="{B5614F64-FD2F-4755-8B15-BC61D60D2D8C}"/>
          </ac:spMkLst>
        </pc:spChg>
        <pc:spChg chg="add mod">
          <ac:chgData name="Minh Huynh" userId="01a137d4-0d81-46e0-aca6-c9185b391828" providerId="ADAL" clId="{FDDD7D90-4293-4F5B-B440-645EABB52817}" dt="2026-10-13T04:46:31.532" v="290" actId="1076"/>
          <ac:spMkLst>
            <pc:docMk/>
            <pc:sldMk cId="412457508" sldId="4426"/>
            <ac:spMk id="59" creationId="{1D1BD6FB-5A74-4C68-983C-6622DD2316CA}"/>
          </ac:spMkLst>
        </pc:spChg>
        <pc:spChg chg="del">
          <ac:chgData name="Minh Huynh" userId="01a137d4-0d81-46e0-aca6-c9185b391828" providerId="ADAL" clId="{FDDD7D90-4293-4F5B-B440-645EABB52817}" dt="2026-10-13T04:45:25.317" v="275" actId="478"/>
          <ac:spMkLst>
            <pc:docMk/>
            <pc:sldMk cId="412457508" sldId="4426"/>
            <ac:spMk id="84" creationId="{452DEF36-93E6-427B-B2DC-3874DCF66241}"/>
          </ac:spMkLst>
        </pc:spChg>
        <pc:spChg chg="del">
          <ac:chgData name="Minh Huynh" userId="01a137d4-0d81-46e0-aca6-c9185b391828" providerId="ADAL" clId="{FDDD7D90-4293-4F5B-B440-645EABB52817}" dt="2026-10-13T04:45:25.317" v="275" actId="478"/>
          <ac:spMkLst>
            <pc:docMk/>
            <pc:sldMk cId="412457508" sldId="4426"/>
            <ac:spMk id="85" creationId="{F102C8F0-3F3E-43CB-98E8-E87EE7295A56}"/>
          </ac:spMkLst>
        </pc:spChg>
        <pc:spChg chg="del">
          <ac:chgData name="Minh Huynh" userId="01a137d4-0d81-46e0-aca6-c9185b391828" providerId="ADAL" clId="{FDDD7D90-4293-4F5B-B440-645EABB52817}" dt="2026-10-13T04:45:25.317" v="275" actId="478"/>
          <ac:spMkLst>
            <pc:docMk/>
            <pc:sldMk cId="412457508" sldId="4426"/>
            <ac:spMk id="86" creationId="{E59303BC-9791-4196-B937-CEC4E19327E2}"/>
          </ac:spMkLst>
        </pc:spChg>
        <pc:spChg chg="del">
          <ac:chgData name="Minh Huynh" userId="01a137d4-0d81-46e0-aca6-c9185b391828" providerId="ADAL" clId="{FDDD7D90-4293-4F5B-B440-645EABB52817}" dt="2026-10-13T04:45:25.317" v="275" actId="478"/>
          <ac:spMkLst>
            <pc:docMk/>
            <pc:sldMk cId="412457508" sldId="4426"/>
            <ac:spMk id="87" creationId="{88BDE7E8-7EA6-4FDF-AD7F-D60450AA40FD}"/>
          </ac:spMkLst>
        </pc:spChg>
        <pc:spChg chg="del">
          <ac:chgData name="Minh Huynh" userId="01a137d4-0d81-46e0-aca6-c9185b391828" providerId="ADAL" clId="{FDDD7D90-4293-4F5B-B440-645EABB52817}" dt="2026-10-13T04:45:25.317" v="275" actId="478"/>
          <ac:spMkLst>
            <pc:docMk/>
            <pc:sldMk cId="412457508" sldId="4426"/>
            <ac:spMk id="88" creationId="{151FDA9C-4D44-499A-9D9A-6D4BFC9F8302}"/>
          </ac:spMkLst>
        </pc:spChg>
        <pc:spChg chg="del">
          <ac:chgData name="Minh Huynh" userId="01a137d4-0d81-46e0-aca6-c9185b391828" providerId="ADAL" clId="{FDDD7D90-4293-4F5B-B440-645EABB52817}" dt="2026-10-13T04:45:25.317" v="275" actId="478"/>
          <ac:spMkLst>
            <pc:docMk/>
            <pc:sldMk cId="412457508" sldId="4426"/>
            <ac:spMk id="89" creationId="{1A6F49D2-C0A9-4D59-B584-40B03AA7743A}"/>
          </ac:spMkLst>
        </pc:spChg>
        <pc:spChg chg="del">
          <ac:chgData name="Minh Huynh" userId="01a137d4-0d81-46e0-aca6-c9185b391828" providerId="ADAL" clId="{FDDD7D90-4293-4F5B-B440-645EABB52817}" dt="2026-10-13T04:45:25.317" v="275" actId="478"/>
          <ac:spMkLst>
            <pc:docMk/>
            <pc:sldMk cId="412457508" sldId="4426"/>
            <ac:spMk id="90" creationId="{DF79BDBD-58E3-492E-A5E4-7AE985EA3CF3}"/>
          </ac:spMkLst>
        </pc:spChg>
        <pc:spChg chg="del">
          <ac:chgData name="Minh Huynh" userId="01a137d4-0d81-46e0-aca6-c9185b391828" providerId="ADAL" clId="{FDDD7D90-4293-4F5B-B440-645EABB52817}" dt="2026-10-13T04:45:25.317" v="275" actId="478"/>
          <ac:spMkLst>
            <pc:docMk/>
            <pc:sldMk cId="412457508" sldId="4426"/>
            <ac:spMk id="91" creationId="{1E929462-FBBD-4CD3-B3A0-AA50C7C0FFBF}"/>
          </ac:spMkLst>
        </pc:spChg>
        <pc:spChg chg="del">
          <ac:chgData name="Minh Huynh" userId="01a137d4-0d81-46e0-aca6-c9185b391828" providerId="ADAL" clId="{FDDD7D90-4293-4F5B-B440-645EABB52817}" dt="2026-10-13T04:45:25.317" v="275" actId="478"/>
          <ac:spMkLst>
            <pc:docMk/>
            <pc:sldMk cId="412457508" sldId="4426"/>
            <ac:spMk id="92" creationId="{6DFC52D6-AE0D-469E-9084-A6E56AC852E8}"/>
          </ac:spMkLst>
        </pc:spChg>
        <pc:spChg chg="del">
          <ac:chgData name="Minh Huynh" userId="01a137d4-0d81-46e0-aca6-c9185b391828" providerId="ADAL" clId="{FDDD7D90-4293-4F5B-B440-645EABB52817}" dt="2026-10-13T04:45:25.317" v="275" actId="478"/>
          <ac:spMkLst>
            <pc:docMk/>
            <pc:sldMk cId="412457508" sldId="4426"/>
            <ac:spMk id="93" creationId="{4B13C202-8D23-4AA9-9590-17C4AC1EA6C6}"/>
          </ac:spMkLst>
        </pc:spChg>
        <pc:spChg chg="del">
          <ac:chgData name="Minh Huynh" userId="01a137d4-0d81-46e0-aca6-c9185b391828" providerId="ADAL" clId="{FDDD7D90-4293-4F5B-B440-645EABB52817}" dt="2026-10-13T04:45:25.317" v="275" actId="478"/>
          <ac:spMkLst>
            <pc:docMk/>
            <pc:sldMk cId="412457508" sldId="4426"/>
            <ac:spMk id="94" creationId="{3336FD3E-B547-453C-9A6A-3FC597E00A86}"/>
          </ac:spMkLst>
        </pc:spChg>
        <pc:spChg chg="del">
          <ac:chgData name="Minh Huynh" userId="01a137d4-0d81-46e0-aca6-c9185b391828" providerId="ADAL" clId="{FDDD7D90-4293-4F5B-B440-645EABB52817}" dt="2026-10-13T04:45:25.317" v="275" actId="478"/>
          <ac:spMkLst>
            <pc:docMk/>
            <pc:sldMk cId="412457508" sldId="4426"/>
            <ac:spMk id="95" creationId="{3D15908B-938C-4C0B-887B-5EC450F012A2}"/>
          </ac:spMkLst>
        </pc:spChg>
        <pc:picChg chg="add del mod">
          <ac:chgData name="Minh Huynh" userId="01a137d4-0d81-46e0-aca6-c9185b391828" providerId="ADAL" clId="{FDDD7D90-4293-4F5B-B440-645EABB52817}" dt="2026-10-13T04:45:52.564" v="278" actId="478"/>
          <ac:picMkLst>
            <pc:docMk/>
            <pc:sldMk cId="412457508" sldId="4426"/>
            <ac:picMk id="56" creationId="{72E8FC0E-3D52-4689-93C8-5BD6A85E498D}"/>
          </ac:picMkLst>
        </pc:picChg>
        <pc:picChg chg="add mod">
          <ac:chgData name="Minh Huynh" userId="01a137d4-0d81-46e0-aca6-c9185b391828" providerId="ADAL" clId="{FDDD7D90-4293-4F5B-B440-645EABB52817}" dt="2026-10-13T04:46:25.591" v="288" actId="1076"/>
          <ac:picMkLst>
            <pc:docMk/>
            <pc:sldMk cId="412457508" sldId="4426"/>
            <ac:picMk id="57" creationId="{5B01620C-296C-4F72-8FD7-DEF11960F5E1}"/>
          </ac:picMkLst>
        </pc:picChg>
        <pc:cxnChg chg="del mod">
          <ac:chgData name="Minh Huynh" userId="01a137d4-0d81-46e0-aca6-c9185b391828" providerId="ADAL" clId="{FDDD7D90-4293-4F5B-B440-645EABB52817}" dt="2026-10-13T04:45:25.317" v="275" actId="478"/>
          <ac:cxnSpMkLst>
            <pc:docMk/>
            <pc:sldMk cId="412457508" sldId="4426"/>
            <ac:cxnSpMk id="3" creationId="{C797DAD2-6D0C-48B2-AE79-26164CB54FC6}"/>
          </ac:cxnSpMkLst>
        </pc:cxnChg>
        <pc:cxnChg chg="del mod">
          <ac:chgData name="Minh Huynh" userId="01a137d4-0d81-46e0-aca6-c9185b391828" providerId="ADAL" clId="{FDDD7D90-4293-4F5B-B440-645EABB52817}" dt="2026-10-13T04:45:25.317" v="275" actId="478"/>
          <ac:cxnSpMkLst>
            <pc:docMk/>
            <pc:sldMk cId="412457508" sldId="4426"/>
            <ac:cxnSpMk id="5" creationId="{1C0688A5-CD64-452A-B727-BFC945782C65}"/>
          </ac:cxnSpMkLst>
        </pc:cxnChg>
        <pc:cxnChg chg="del mod">
          <ac:chgData name="Minh Huynh" userId="01a137d4-0d81-46e0-aca6-c9185b391828" providerId="ADAL" clId="{FDDD7D90-4293-4F5B-B440-645EABB52817}" dt="2026-10-13T04:45:25.317" v="275" actId="478"/>
          <ac:cxnSpMkLst>
            <pc:docMk/>
            <pc:sldMk cId="412457508" sldId="4426"/>
            <ac:cxnSpMk id="7" creationId="{14F0FE7E-8D9B-4B88-A187-DE137354C547}"/>
          </ac:cxnSpMkLst>
        </pc:cxnChg>
        <pc:cxnChg chg="del">
          <ac:chgData name="Minh Huynh" userId="01a137d4-0d81-46e0-aca6-c9185b391828" providerId="ADAL" clId="{FDDD7D90-4293-4F5B-B440-645EABB52817}" dt="2026-10-13T04:45:25.317" v="275" actId="478"/>
          <ac:cxnSpMkLst>
            <pc:docMk/>
            <pc:sldMk cId="412457508" sldId="4426"/>
            <ac:cxnSpMk id="43" creationId="{06048F8A-8086-4C71-B739-4743D272CCD9}"/>
          </ac:cxnSpMkLst>
        </pc:cxnChg>
        <pc:cxnChg chg="del">
          <ac:chgData name="Minh Huynh" userId="01a137d4-0d81-46e0-aca6-c9185b391828" providerId="ADAL" clId="{FDDD7D90-4293-4F5B-B440-645EABB52817}" dt="2026-10-13T04:45:25.317" v="275" actId="478"/>
          <ac:cxnSpMkLst>
            <pc:docMk/>
            <pc:sldMk cId="412457508" sldId="4426"/>
            <ac:cxnSpMk id="44" creationId="{3A4FD1ED-DB7A-4095-8C41-5B51AB4CC381}"/>
          </ac:cxnSpMkLst>
        </pc:cxnChg>
        <pc:cxnChg chg="del">
          <ac:chgData name="Minh Huynh" userId="01a137d4-0d81-46e0-aca6-c9185b391828" providerId="ADAL" clId="{FDDD7D90-4293-4F5B-B440-645EABB52817}" dt="2026-10-13T04:45:25.317" v="275" actId="478"/>
          <ac:cxnSpMkLst>
            <pc:docMk/>
            <pc:sldMk cId="412457508" sldId="4426"/>
            <ac:cxnSpMk id="45" creationId="{0F676F96-EBC7-47DA-AAE0-1C4F95DD724E}"/>
          </ac:cxnSpMkLst>
        </pc:cxnChg>
        <pc:cxnChg chg="del">
          <ac:chgData name="Minh Huynh" userId="01a137d4-0d81-46e0-aca6-c9185b391828" providerId="ADAL" clId="{FDDD7D90-4293-4F5B-B440-645EABB52817}" dt="2026-10-13T04:45:25.317" v="275" actId="478"/>
          <ac:cxnSpMkLst>
            <pc:docMk/>
            <pc:sldMk cId="412457508" sldId="4426"/>
            <ac:cxnSpMk id="46" creationId="{7B8B76A3-6962-41FF-99FB-431ACF054308}"/>
          </ac:cxnSpMkLst>
        </pc:cxnChg>
        <pc:cxnChg chg="del">
          <ac:chgData name="Minh Huynh" userId="01a137d4-0d81-46e0-aca6-c9185b391828" providerId="ADAL" clId="{FDDD7D90-4293-4F5B-B440-645EABB52817}" dt="2026-10-13T04:45:25.317" v="275" actId="478"/>
          <ac:cxnSpMkLst>
            <pc:docMk/>
            <pc:sldMk cId="412457508" sldId="4426"/>
            <ac:cxnSpMk id="47" creationId="{9D00BF64-2A74-4E2F-BCEF-F253AFCC8EBA}"/>
          </ac:cxnSpMkLst>
        </pc:cxnChg>
        <pc:cxnChg chg="del">
          <ac:chgData name="Minh Huynh" userId="01a137d4-0d81-46e0-aca6-c9185b391828" providerId="ADAL" clId="{FDDD7D90-4293-4F5B-B440-645EABB52817}" dt="2026-10-13T04:45:25.317" v="275" actId="478"/>
          <ac:cxnSpMkLst>
            <pc:docMk/>
            <pc:sldMk cId="412457508" sldId="4426"/>
            <ac:cxnSpMk id="50" creationId="{529B33FE-395A-4FD1-9406-6992FC4C42F5}"/>
          </ac:cxnSpMkLst>
        </pc:cxnChg>
        <pc:cxnChg chg="del">
          <ac:chgData name="Minh Huynh" userId="01a137d4-0d81-46e0-aca6-c9185b391828" providerId="ADAL" clId="{FDDD7D90-4293-4F5B-B440-645EABB52817}" dt="2026-10-13T04:45:25.317" v="275" actId="478"/>
          <ac:cxnSpMkLst>
            <pc:docMk/>
            <pc:sldMk cId="412457508" sldId="4426"/>
            <ac:cxnSpMk id="51" creationId="{58DA23E1-CF7F-4027-B8C9-3AD276A946B9}"/>
          </ac:cxnSpMkLst>
        </pc:cxnChg>
        <pc:cxnChg chg="del mod">
          <ac:chgData name="Minh Huynh" userId="01a137d4-0d81-46e0-aca6-c9185b391828" providerId="ADAL" clId="{FDDD7D90-4293-4F5B-B440-645EABB52817}" dt="2026-10-13T04:45:25.317" v="275" actId="478"/>
          <ac:cxnSpMkLst>
            <pc:docMk/>
            <pc:sldMk cId="412457508" sldId="4426"/>
            <ac:cxnSpMk id="96" creationId="{6A0F91C0-A191-4B6E-9BAB-4F52856955FF}"/>
          </ac:cxnSpMkLst>
        </pc:cxnChg>
        <pc:cxnChg chg="del mod">
          <ac:chgData name="Minh Huynh" userId="01a137d4-0d81-46e0-aca6-c9185b391828" providerId="ADAL" clId="{FDDD7D90-4293-4F5B-B440-645EABB52817}" dt="2026-10-13T04:45:25.317" v="275" actId="478"/>
          <ac:cxnSpMkLst>
            <pc:docMk/>
            <pc:sldMk cId="412457508" sldId="4426"/>
            <ac:cxnSpMk id="97" creationId="{C9E9058E-54FB-4B63-A7A7-45412B95F0DC}"/>
          </ac:cxnSpMkLst>
        </pc:cxnChg>
        <pc:cxnChg chg="del mod">
          <ac:chgData name="Minh Huynh" userId="01a137d4-0d81-46e0-aca6-c9185b391828" providerId="ADAL" clId="{FDDD7D90-4293-4F5B-B440-645EABB52817}" dt="2026-10-13T04:45:25.317" v="275" actId="478"/>
          <ac:cxnSpMkLst>
            <pc:docMk/>
            <pc:sldMk cId="412457508" sldId="4426"/>
            <ac:cxnSpMk id="98" creationId="{CC764B47-50B1-43A8-AA00-5C2314ADD232}"/>
          </ac:cxnSpMkLst>
        </pc:cxnChg>
        <pc:cxnChg chg="del">
          <ac:chgData name="Minh Huynh" userId="01a137d4-0d81-46e0-aca6-c9185b391828" providerId="ADAL" clId="{FDDD7D90-4293-4F5B-B440-645EABB52817}" dt="2026-10-13T04:45:25.317" v="275" actId="478"/>
          <ac:cxnSpMkLst>
            <pc:docMk/>
            <pc:sldMk cId="412457508" sldId="4426"/>
            <ac:cxnSpMk id="99" creationId="{A30F3C0E-96B9-4344-B029-6F340AA4987B}"/>
          </ac:cxnSpMkLst>
        </pc:cxnChg>
        <pc:cxnChg chg="del">
          <ac:chgData name="Minh Huynh" userId="01a137d4-0d81-46e0-aca6-c9185b391828" providerId="ADAL" clId="{FDDD7D90-4293-4F5B-B440-645EABB52817}" dt="2026-10-13T04:45:25.317" v="275" actId="478"/>
          <ac:cxnSpMkLst>
            <pc:docMk/>
            <pc:sldMk cId="412457508" sldId="4426"/>
            <ac:cxnSpMk id="100" creationId="{49FCC4D4-E54F-484A-AACE-2C472C80616E}"/>
          </ac:cxnSpMkLst>
        </pc:cxnChg>
        <pc:cxnChg chg="del">
          <ac:chgData name="Minh Huynh" userId="01a137d4-0d81-46e0-aca6-c9185b391828" providerId="ADAL" clId="{FDDD7D90-4293-4F5B-B440-645EABB52817}" dt="2026-10-13T04:45:25.317" v="275" actId="478"/>
          <ac:cxnSpMkLst>
            <pc:docMk/>
            <pc:sldMk cId="412457508" sldId="4426"/>
            <ac:cxnSpMk id="101" creationId="{F38730FD-4708-4F7D-9CFA-F72B7DFE8D97}"/>
          </ac:cxnSpMkLst>
        </pc:cxnChg>
        <pc:cxnChg chg="del">
          <ac:chgData name="Minh Huynh" userId="01a137d4-0d81-46e0-aca6-c9185b391828" providerId="ADAL" clId="{FDDD7D90-4293-4F5B-B440-645EABB52817}" dt="2026-10-13T04:45:25.317" v="275" actId="478"/>
          <ac:cxnSpMkLst>
            <pc:docMk/>
            <pc:sldMk cId="412457508" sldId="4426"/>
            <ac:cxnSpMk id="102" creationId="{8CDBE09B-3E04-46A8-8EC5-4958B9D210BB}"/>
          </ac:cxnSpMkLst>
        </pc:cxnChg>
        <pc:cxnChg chg="del">
          <ac:chgData name="Minh Huynh" userId="01a137d4-0d81-46e0-aca6-c9185b391828" providerId="ADAL" clId="{FDDD7D90-4293-4F5B-B440-645EABB52817}" dt="2026-10-13T04:45:25.317" v="275" actId="478"/>
          <ac:cxnSpMkLst>
            <pc:docMk/>
            <pc:sldMk cId="412457508" sldId="4426"/>
            <ac:cxnSpMk id="103" creationId="{F0A27141-DA28-440E-9014-961D0AE226F0}"/>
          </ac:cxnSpMkLst>
        </pc:cxnChg>
        <pc:cxnChg chg="del">
          <ac:chgData name="Minh Huynh" userId="01a137d4-0d81-46e0-aca6-c9185b391828" providerId="ADAL" clId="{FDDD7D90-4293-4F5B-B440-645EABB52817}" dt="2026-10-13T04:45:25.317" v="275" actId="478"/>
          <ac:cxnSpMkLst>
            <pc:docMk/>
            <pc:sldMk cId="412457508" sldId="4426"/>
            <ac:cxnSpMk id="104" creationId="{F9BFB6B8-228D-4F05-88CF-DF660303FFD9}"/>
          </ac:cxnSpMkLst>
        </pc:cxnChg>
      </pc:sldChg>
      <pc:sldChg chg="addSp delSp modSp add mod">
        <pc:chgData name="Minh Huynh" userId="01a137d4-0d81-46e0-aca6-c9185b391828" providerId="ADAL" clId="{FDDD7D90-4293-4F5B-B440-645EABB52817}" dt="2026-10-13T04:47:04.801" v="294"/>
        <pc:sldMkLst>
          <pc:docMk/>
          <pc:sldMk cId="395577533" sldId="4446"/>
        </pc:sldMkLst>
        <pc:spChg chg="del">
          <ac:chgData name="Minh Huynh" userId="01a137d4-0d81-46e0-aca6-c9185b391828" providerId="ADAL" clId="{FDDD7D90-4293-4F5B-B440-645EABB52817}" dt="2026-10-13T04:47:01.967" v="293" actId="478"/>
          <ac:spMkLst>
            <pc:docMk/>
            <pc:sldMk cId="395577533" sldId="4446"/>
            <ac:spMk id="13" creationId="{32BBE0D3-3366-4DF8-BC50-159B93844BEE}"/>
          </ac:spMkLst>
        </pc:spChg>
        <pc:spChg chg="del">
          <ac:chgData name="Minh Huynh" userId="01a137d4-0d81-46e0-aca6-c9185b391828" providerId="ADAL" clId="{FDDD7D90-4293-4F5B-B440-645EABB52817}" dt="2026-10-13T04:47:01.967" v="293" actId="478"/>
          <ac:spMkLst>
            <pc:docMk/>
            <pc:sldMk cId="395577533" sldId="4446"/>
            <ac:spMk id="14" creationId="{83CC620E-D107-403B-A128-D8DDD16AE5CE}"/>
          </ac:spMkLst>
        </pc:spChg>
        <pc:spChg chg="del">
          <ac:chgData name="Minh Huynh" userId="01a137d4-0d81-46e0-aca6-c9185b391828" providerId="ADAL" clId="{FDDD7D90-4293-4F5B-B440-645EABB52817}" dt="2026-10-13T04:47:01.967" v="293" actId="478"/>
          <ac:spMkLst>
            <pc:docMk/>
            <pc:sldMk cId="395577533" sldId="4446"/>
            <ac:spMk id="17" creationId="{7B74E5BF-0863-4563-9707-E9AF0CA89DE9}"/>
          </ac:spMkLst>
        </pc:spChg>
        <pc:spChg chg="del">
          <ac:chgData name="Minh Huynh" userId="01a137d4-0d81-46e0-aca6-c9185b391828" providerId="ADAL" clId="{FDDD7D90-4293-4F5B-B440-645EABB52817}" dt="2026-10-13T04:47:01.967" v="293" actId="478"/>
          <ac:spMkLst>
            <pc:docMk/>
            <pc:sldMk cId="395577533" sldId="4446"/>
            <ac:spMk id="18" creationId="{F76C2258-FD56-45E0-84CB-A8ADA2F6D773}"/>
          </ac:spMkLst>
        </pc:spChg>
        <pc:spChg chg="del">
          <ac:chgData name="Minh Huynh" userId="01a137d4-0d81-46e0-aca6-c9185b391828" providerId="ADAL" clId="{FDDD7D90-4293-4F5B-B440-645EABB52817}" dt="2026-10-13T04:47:01.967" v="293" actId="478"/>
          <ac:spMkLst>
            <pc:docMk/>
            <pc:sldMk cId="395577533" sldId="4446"/>
            <ac:spMk id="20" creationId="{5D4FFBFA-169F-4EE1-A1D8-0C1092808F26}"/>
          </ac:spMkLst>
        </pc:spChg>
        <pc:spChg chg="del">
          <ac:chgData name="Minh Huynh" userId="01a137d4-0d81-46e0-aca6-c9185b391828" providerId="ADAL" clId="{FDDD7D90-4293-4F5B-B440-645EABB52817}" dt="2026-10-13T04:47:01.967" v="293" actId="478"/>
          <ac:spMkLst>
            <pc:docMk/>
            <pc:sldMk cId="395577533" sldId="4446"/>
            <ac:spMk id="24" creationId="{868B4336-6671-4629-BBB2-DE1C445E286C}"/>
          </ac:spMkLst>
        </pc:spChg>
        <pc:spChg chg="del">
          <ac:chgData name="Minh Huynh" userId="01a137d4-0d81-46e0-aca6-c9185b391828" providerId="ADAL" clId="{FDDD7D90-4293-4F5B-B440-645EABB52817}" dt="2026-10-13T04:47:00.289" v="292" actId="478"/>
          <ac:spMkLst>
            <pc:docMk/>
            <pc:sldMk cId="395577533" sldId="4446"/>
            <ac:spMk id="25" creationId="{0C446EAE-EABC-46D7-B07E-A5608F4EA65E}"/>
          </ac:spMkLst>
        </pc:spChg>
        <pc:spChg chg="del">
          <ac:chgData name="Minh Huynh" userId="01a137d4-0d81-46e0-aca6-c9185b391828" providerId="ADAL" clId="{FDDD7D90-4293-4F5B-B440-645EABB52817}" dt="2026-10-13T04:47:00.289" v="292" actId="478"/>
          <ac:spMkLst>
            <pc:docMk/>
            <pc:sldMk cId="395577533" sldId="4446"/>
            <ac:spMk id="31" creationId="{9E8269D3-84FF-4693-BF7B-6D4C5DF8218A}"/>
          </ac:spMkLst>
        </pc:spChg>
        <pc:spChg chg="add mod">
          <ac:chgData name="Minh Huynh" userId="01a137d4-0d81-46e0-aca6-c9185b391828" providerId="ADAL" clId="{FDDD7D90-4293-4F5B-B440-645EABB52817}" dt="2026-10-13T04:47:04.801" v="294"/>
          <ac:spMkLst>
            <pc:docMk/>
            <pc:sldMk cId="395577533" sldId="4446"/>
            <ac:spMk id="32" creationId="{951CC9D8-5059-4778-ABB5-18FCA729A639}"/>
          </ac:spMkLst>
        </pc:spChg>
      </pc:sldChg>
      <pc:sldChg chg="delSp modSp add del mod">
        <pc:chgData name="Minh Huynh" userId="01a137d4-0d81-46e0-aca6-c9185b391828" providerId="ADAL" clId="{FDDD7D90-4293-4F5B-B440-645EABB52817}" dt="2026-10-13T04:50:58.108" v="671" actId="47"/>
        <pc:sldMkLst>
          <pc:docMk/>
          <pc:sldMk cId="3676451354" sldId="4447"/>
        </pc:sldMkLst>
        <pc:spChg chg="del">
          <ac:chgData name="Minh Huynh" userId="01a137d4-0d81-46e0-aca6-c9185b391828" providerId="ADAL" clId="{FDDD7D90-4293-4F5B-B440-645EABB52817}" dt="2026-10-13T04:48:05.296" v="296" actId="478"/>
          <ac:spMkLst>
            <pc:docMk/>
            <pc:sldMk cId="3676451354" sldId="4447"/>
            <ac:spMk id="2" creationId="{D52E8022-B80B-4B03-8FC5-766AB9F89813}"/>
          </ac:spMkLst>
        </pc:spChg>
        <pc:spChg chg="del">
          <ac:chgData name="Minh Huynh" userId="01a137d4-0d81-46e0-aca6-c9185b391828" providerId="ADAL" clId="{FDDD7D90-4293-4F5B-B440-645EABB52817}" dt="2026-10-13T04:48:05.296" v="296" actId="478"/>
          <ac:spMkLst>
            <pc:docMk/>
            <pc:sldMk cId="3676451354" sldId="4447"/>
            <ac:spMk id="30" creationId="{7C4245EB-D0C2-4D52-A6DE-E166D6949A06}"/>
          </ac:spMkLst>
        </pc:spChg>
        <pc:spChg chg="mod">
          <ac:chgData name="Minh Huynh" userId="01a137d4-0d81-46e0-aca6-c9185b391828" providerId="ADAL" clId="{FDDD7D90-4293-4F5B-B440-645EABB52817}" dt="2026-10-13T04:48:12.281" v="326" actId="20577"/>
          <ac:spMkLst>
            <pc:docMk/>
            <pc:sldMk cId="3676451354" sldId="4447"/>
            <ac:spMk id="32" creationId="{951CC9D8-5059-4778-ABB5-18FCA729A639}"/>
          </ac:spMkLst>
        </pc:spChg>
        <pc:picChg chg="del">
          <ac:chgData name="Minh Huynh" userId="01a137d4-0d81-46e0-aca6-c9185b391828" providerId="ADAL" clId="{FDDD7D90-4293-4F5B-B440-645EABB52817}" dt="2026-10-13T04:48:05.296" v="296" actId="478"/>
          <ac:picMkLst>
            <pc:docMk/>
            <pc:sldMk cId="3676451354" sldId="4447"/>
            <ac:picMk id="6" creationId="{C74BD466-2FDD-4538-B9BF-C849F25F71A3}"/>
          </ac:picMkLst>
        </pc:picChg>
        <pc:picChg chg="del">
          <ac:chgData name="Minh Huynh" userId="01a137d4-0d81-46e0-aca6-c9185b391828" providerId="ADAL" clId="{FDDD7D90-4293-4F5B-B440-645EABB52817}" dt="2026-10-13T04:48:05.296" v="296" actId="478"/>
          <ac:picMkLst>
            <pc:docMk/>
            <pc:sldMk cId="3676451354" sldId="4447"/>
            <ac:picMk id="12" creationId="{1EC36052-F436-4C8E-AFEE-4A7426ED303A}"/>
          </ac:picMkLst>
        </pc:picChg>
        <pc:picChg chg="del">
          <ac:chgData name="Minh Huynh" userId="01a137d4-0d81-46e0-aca6-c9185b391828" providerId="ADAL" clId="{FDDD7D90-4293-4F5B-B440-645EABB52817}" dt="2026-10-13T04:48:05.296" v="296" actId="478"/>
          <ac:picMkLst>
            <pc:docMk/>
            <pc:sldMk cId="3676451354" sldId="4447"/>
            <ac:picMk id="15" creationId="{51341096-E0B6-4863-8B13-82279EFBCC49}"/>
          </ac:picMkLst>
        </pc:picChg>
        <pc:picChg chg="del">
          <ac:chgData name="Minh Huynh" userId="01a137d4-0d81-46e0-aca6-c9185b391828" providerId="ADAL" clId="{FDDD7D90-4293-4F5B-B440-645EABB52817}" dt="2026-10-13T04:48:05.296" v="296" actId="478"/>
          <ac:picMkLst>
            <pc:docMk/>
            <pc:sldMk cId="3676451354" sldId="4447"/>
            <ac:picMk id="16" creationId="{F5025CCF-2A6A-4776-80AB-3C5C821D7CF6}"/>
          </ac:picMkLst>
        </pc:picChg>
        <pc:picChg chg="del">
          <ac:chgData name="Minh Huynh" userId="01a137d4-0d81-46e0-aca6-c9185b391828" providerId="ADAL" clId="{FDDD7D90-4293-4F5B-B440-645EABB52817}" dt="2026-10-13T04:48:05.296" v="296" actId="478"/>
          <ac:picMkLst>
            <pc:docMk/>
            <pc:sldMk cId="3676451354" sldId="4447"/>
            <ac:picMk id="19" creationId="{7AE893BC-80A4-411E-ABD6-6E2C2609B904}"/>
          </ac:picMkLst>
        </pc:picChg>
        <pc:picChg chg="del">
          <ac:chgData name="Minh Huynh" userId="01a137d4-0d81-46e0-aca6-c9185b391828" providerId="ADAL" clId="{FDDD7D90-4293-4F5B-B440-645EABB52817}" dt="2026-10-13T04:48:05.296" v="296" actId="478"/>
          <ac:picMkLst>
            <pc:docMk/>
            <pc:sldMk cId="3676451354" sldId="4447"/>
            <ac:picMk id="21" creationId="{A91B72A6-1902-4414-AC92-6297F4C063DA}"/>
          </ac:picMkLst>
        </pc:picChg>
        <pc:picChg chg="del">
          <ac:chgData name="Minh Huynh" userId="01a137d4-0d81-46e0-aca6-c9185b391828" providerId="ADAL" clId="{FDDD7D90-4293-4F5B-B440-645EABB52817}" dt="2026-10-13T04:48:05.296" v="296" actId="478"/>
          <ac:picMkLst>
            <pc:docMk/>
            <pc:sldMk cId="3676451354" sldId="4447"/>
            <ac:picMk id="22" creationId="{BB7F7EF0-9F38-4739-9B55-957DFE815D71}"/>
          </ac:picMkLst>
        </pc:picChg>
        <pc:picChg chg="del">
          <ac:chgData name="Minh Huynh" userId="01a137d4-0d81-46e0-aca6-c9185b391828" providerId="ADAL" clId="{FDDD7D90-4293-4F5B-B440-645EABB52817}" dt="2026-10-13T04:48:05.296" v="296" actId="478"/>
          <ac:picMkLst>
            <pc:docMk/>
            <pc:sldMk cId="3676451354" sldId="4447"/>
            <ac:picMk id="23" creationId="{6F1D09D0-AFD9-4268-AAD1-0BD9C7BFD4EF}"/>
          </ac:picMkLst>
        </pc:picChg>
        <pc:picChg chg="del">
          <ac:chgData name="Minh Huynh" userId="01a137d4-0d81-46e0-aca6-c9185b391828" providerId="ADAL" clId="{FDDD7D90-4293-4F5B-B440-645EABB52817}" dt="2026-10-13T04:48:05.296" v="296" actId="478"/>
          <ac:picMkLst>
            <pc:docMk/>
            <pc:sldMk cId="3676451354" sldId="4447"/>
            <ac:picMk id="26" creationId="{23EF7304-E106-4408-9AC5-B68BEF48CE96}"/>
          </ac:picMkLst>
        </pc:picChg>
        <pc:picChg chg="del">
          <ac:chgData name="Minh Huynh" userId="01a137d4-0d81-46e0-aca6-c9185b391828" providerId="ADAL" clId="{FDDD7D90-4293-4F5B-B440-645EABB52817}" dt="2026-10-13T04:48:05.296" v="296" actId="478"/>
          <ac:picMkLst>
            <pc:docMk/>
            <pc:sldMk cId="3676451354" sldId="4447"/>
            <ac:picMk id="27" creationId="{3976DD85-4161-4888-8024-593E8F75A85A}"/>
          </ac:picMkLst>
        </pc:picChg>
        <pc:picChg chg="del">
          <ac:chgData name="Minh Huynh" userId="01a137d4-0d81-46e0-aca6-c9185b391828" providerId="ADAL" clId="{FDDD7D90-4293-4F5B-B440-645EABB52817}" dt="2026-10-13T04:48:05.296" v="296" actId="478"/>
          <ac:picMkLst>
            <pc:docMk/>
            <pc:sldMk cId="3676451354" sldId="4447"/>
            <ac:picMk id="28" creationId="{E56F2F3A-0A23-4EA1-9D31-10DA8C1677F7}"/>
          </ac:picMkLst>
        </pc:picChg>
        <pc:picChg chg="del">
          <ac:chgData name="Minh Huynh" userId="01a137d4-0d81-46e0-aca6-c9185b391828" providerId="ADAL" clId="{FDDD7D90-4293-4F5B-B440-645EABB52817}" dt="2026-10-13T04:48:05.296" v="296" actId="478"/>
          <ac:picMkLst>
            <pc:docMk/>
            <pc:sldMk cId="3676451354" sldId="4447"/>
            <ac:picMk id="29" creationId="{3F165D32-1A92-4D27-9D95-D8DEF4BFD878}"/>
          </ac:picMkLst>
        </pc:picChg>
        <pc:picChg chg="del">
          <ac:chgData name="Minh Huynh" userId="01a137d4-0d81-46e0-aca6-c9185b391828" providerId="ADAL" clId="{FDDD7D90-4293-4F5B-B440-645EABB52817}" dt="2026-10-13T04:48:05.296" v="296" actId="478"/>
          <ac:picMkLst>
            <pc:docMk/>
            <pc:sldMk cId="3676451354" sldId="4447"/>
            <ac:picMk id="34" creationId="{0146C470-2F5A-41E7-9607-1B441AA0AB82}"/>
          </ac:picMkLst>
        </pc:picChg>
        <pc:picChg chg="del">
          <ac:chgData name="Minh Huynh" userId="01a137d4-0d81-46e0-aca6-c9185b391828" providerId="ADAL" clId="{FDDD7D90-4293-4F5B-B440-645EABB52817}" dt="2026-10-13T04:48:05.296" v="296" actId="478"/>
          <ac:picMkLst>
            <pc:docMk/>
            <pc:sldMk cId="3676451354" sldId="4447"/>
            <ac:picMk id="63" creationId="{1D777FE1-82CE-48F8-A3B1-94BCC25FA3CD}"/>
          </ac:picMkLst>
        </pc:picChg>
        <pc:cxnChg chg="del">
          <ac:chgData name="Minh Huynh" userId="01a137d4-0d81-46e0-aca6-c9185b391828" providerId="ADAL" clId="{FDDD7D90-4293-4F5B-B440-645EABB52817}" dt="2026-10-13T04:48:05.296" v="296" actId="478"/>
          <ac:cxnSpMkLst>
            <pc:docMk/>
            <pc:sldMk cId="3676451354" sldId="4447"/>
            <ac:cxnSpMk id="3" creationId="{CCB2A640-843E-4A4D-B0E0-A383B60AB3CD}"/>
          </ac:cxnSpMkLst>
        </pc:cxnChg>
      </pc:sldChg>
      <pc:sldChg chg="addSp delSp modSp add mod">
        <pc:chgData name="Minh Huynh" userId="01a137d4-0d81-46e0-aca6-c9185b391828" providerId="ADAL" clId="{FDDD7D90-4293-4F5B-B440-645EABB52817}" dt="2026-10-13T04:50:23.866" v="670" actId="122"/>
        <pc:sldMkLst>
          <pc:docMk/>
          <pc:sldMk cId="3522385299" sldId="4465"/>
        </pc:sldMkLst>
        <pc:spChg chg="mod">
          <ac:chgData name="Minh Huynh" userId="01a137d4-0d81-46e0-aca6-c9185b391828" providerId="ADAL" clId="{FDDD7D90-4293-4F5B-B440-645EABB52817}" dt="2026-10-13T04:48:53.916" v="334" actId="1076"/>
          <ac:spMkLst>
            <pc:docMk/>
            <pc:sldMk cId="3522385299" sldId="4465"/>
            <ac:spMk id="10" creationId="{87095069-7168-4CB8-BD7F-39DD91D51BF0}"/>
          </ac:spMkLst>
        </pc:spChg>
        <pc:spChg chg="mod">
          <ac:chgData name="Minh Huynh" userId="01a137d4-0d81-46e0-aca6-c9185b391828" providerId="ADAL" clId="{FDDD7D90-4293-4F5B-B440-645EABB52817}" dt="2026-10-13T04:48:53.916" v="334" actId="1076"/>
          <ac:spMkLst>
            <pc:docMk/>
            <pc:sldMk cId="3522385299" sldId="4465"/>
            <ac:spMk id="11" creationId="{8A3FB83C-7297-40D2-BF49-7B8D2F92522F}"/>
          </ac:spMkLst>
        </pc:spChg>
        <pc:spChg chg="del">
          <ac:chgData name="Minh Huynh" userId="01a137d4-0d81-46e0-aca6-c9185b391828" providerId="ADAL" clId="{FDDD7D90-4293-4F5B-B440-645EABB52817}" dt="2026-10-13T04:48:26.882" v="331" actId="478"/>
          <ac:spMkLst>
            <pc:docMk/>
            <pc:sldMk cId="3522385299" sldId="4465"/>
            <ac:spMk id="12" creationId="{52A019BE-24E3-4EF7-864C-A5E2B3F4E87E}"/>
          </ac:spMkLst>
        </pc:spChg>
        <pc:spChg chg="mod">
          <ac:chgData name="Minh Huynh" userId="01a137d4-0d81-46e0-aca6-c9185b391828" providerId="ADAL" clId="{FDDD7D90-4293-4F5B-B440-645EABB52817}" dt="2026-10-13T04:48:53.916" v="334" actId="1076"/>
          <ac:spMkLst>
            <pc:docMk/>
            <pc:sldMk cId="3522385299" sldId="4465"/>
            <ac:spMk id="13" creationId="{5081CCD9-70A0-47DA-9296-7FC7A70A5F98}"/>
          </ac:spMkLst>
        </pc:spChg>
        <pc:spChg chg="mod">
          <ac:chgData name="Minh Huynh" userId="01a137d4-0d81-46e0-aca6-c9185b391828" providerId="ADAL" clId="{FDDD7D90-4293-4F5B-B440-645EABB52817}" dt="2026-10-13T04:48:53.916" v="334" actId="1076"/>
          <ac:spMkLst>
            <pc:docMk/>
            <pc:sldMk cId="3522385299" sldId="4465"/>
            <ac:spMk id="14" creationId="{E815D195-610E-4224-8503-3C0CBEDF9D2D}"/>
          </ac:spMkLst>
        </pc:spChg>
        <pc:spChg chg="del">
          <ac:chgData name="Minh Huynh" userId="01a137d4-0d81-46e0-aca6-c9185b391828" providerId="ADAL" clId="{FDDD7D90-4293-4F5B-B440-645EABB52817}" dt="2026-10-13T04:48:16.243" v="328" actId="478"/>
          <ac:spMkLst>
            <pc:docMk/>
            <pc:sldMk cId="3522385299" sldId="4465"/>
            <ac:spMk id="15" creationId="{668F5602-47EE-420D-9B7E-BCF45A6CB524}"/>
          </ac:spMkLst>
        </pc:spChg>
        <pc:spChg chg="del">
          <ac:chgData name="Minh Huynh" userId="01a137d4-0d81-46e0-aca6-c9185b391828" providerId="ADAL" clId="{FDDD7D90-4293-4F5B-B440-645EABB52817}" dt="2026-10-13T04:48:16.243" v="328" actId="478"/>
          <ac:spMkLst>
            <pc:docMk/>
            <pc:sldMk cId="3522385299" sldId="4465"/>
            <ac:spMk id="16" creationId="{F2242C64-FE38-42BA-8CFD-71CFBEBEEF68}"/>
          </ac:spMkLst>
        </pc:spChg>
        <pc:spChg chg="mod">
          <ac:chgData name="Minh Huynh" userId="01a137d4-0d81-46e0-aca6-c9185b391828" providerId="ADAL" clId="{FDDD7D90-4293-4F5B-B440-645EABB52817}" dt="2026-10-13T04:48:53.916" v="334" actId="1076"/>
          <ac:spMkLst>
            <pc:docMk/>
            <pc:sldMk cId="3522385299" sldId="4465"/>
            <ac:spMk id="17" creationId="{03B8D09A-3BD5-4FFF-BBAA-7C62D5B93CE8}"/>
          </ac:spMkLst>
        </pc:spChg>
        <pc:spChg chg="add mod">
          <ac:chgData name="Minh Huynh" userId="01a137d4-0d81-46e0-aca6-c9185b391828" providerId="ADAL" clId="{FDDD7D90-4293-4F5B-B440-645EABB52817}" dt="2026-10-13T04:48:20.647" v="329"/>
          <ac:spMkLst>
            <pc:docMk/>
            <pc:sldMk cId="3522385299" sldId="4465"/>
            <ac:spMk id="18" creationId="{728400A6-6772-4514-8096-EFBA37526C10}"/>
          </ac:spMkLst>
        </pc:spChg>
        <pc:spChg chg="del">
          <ac:chgData name="Minh Huynh" userId="01a137d4-0d81-46e0-aca6-c9185b391828" providerId="ADAL" clId="{FDDD7D90-4293-4F5B-B440-645EABB52817}" dt="2026-10-13T04:48:16.243" v="328" actId="478"/>
          <ac:spMkLst>
            <pc:docMk/>
            <pc:sldMk cId="3522385299" sldId="4465"/>
            <ac:spMk id="19" creationId="{245216AE-850E-4E69-98EE-94DCA8BA6F6A}"/>
          </ac:spMkLst>
        </pc:spChg>
        <pc:spChg chg="mod">
          <ac:chgData name="Minh Huynh" userId="01a137d4-0d81-46e0-aca6-c9185b391828" providerId="ADAL" clId="{FDDD7D90-4293-4F5B-B440-645EABB52817}" dt="2026-10-13T04:48:53.916" v="334" actId="1076"/>
          <ac:spMkLst>
            <pc:docMk/>
            <pc:sldMk cId="3522385299" sldId="4465"/>
            <ac:spMk id="20" creationId="{6D23526F-354D-4309-AB0E-2CA5B5BB713A}"/>
          </ac:spMkLst>
        </pc:spChg>
        <pc:spChg chg="del">
          <ac:chgData name="Minh Huynh" userId="01a137d4-0d81-46e0-aca6-c9185b391828" providerId="ADAL" clId="{FDDD7D90-4293-4F5B-B440-645EABB52817}" dt="2026-10-13T04:48:16.243" v="328" actId="478"/>
          <ac:spMkLst>
            <pc:docMk/>
            <pc:sldMk cId="3522385299" sldId="4465"/>
            <ac:spMk id="21" creationId="{1A195455-A937-419D-A4BB-9BF4BBE9FE8C}"/>
          </ac:spMkLst>
        </pc:spChg>
        <pc:spChg chg="del">
          <ac:chgData name="Minh Huynh" userId="01a137d4-0d81-46e0-aca6-c9185b391828" providerId="ADAL" clId="{FDDD7D90-4293-4F5B-B440-645EABB52817}" dt="2026-10-13T04:48:16.243" v="328" actId="478"/>
          <ac:spMkLst>
            <pc:docMk/>
            <pc:sldMk cId="3522385299" sldId="4465"/>
            <ac:spMk id="22" creationId="{9EA35DBB-34EF-4912-B6E0-948E45210BB2}"/>
          </ac:spMkLst>
        </pc:spChg>
        <pc:spChg chg="del">
          <ac:chgData name="Minh Huynh" userId="01a137d4-0d81-46e0-aca6-c9185b391828" providerId="ADAL" clId="{FDDD7D90-4293-4F5B-B440-645EABB52817}" dt="2026-10-13T04:48:16.243" v="328" actId="478"/>
          <ac:spMkLst>
            <pc:docMk/>
            <pc:sldMk cId="3522385299" sldId="4465"/>
            <ac:spMk id="23" creationId="{33EFA293-6CAE-4CA3-9D2A-C51CB59C5543}"/>
          </ac:spMkLst>
        </pc:spChg>
        <pc:spChg chg="mod">
          <ac:chgData name="Minh Huynh" userId="01a137d4-0d81-46e0-aca6-c9185b391828" providerId="ADAL" clId="{FDDD7D90-4293-4F5B-B440-645EABB52817}" dt="2026-10-13T04:48:53.916" v="334" actId="1076"/>
          <ac:spMkLst>
            <pc:docMk/>
            <pc:sldMk cId="3522385299" sldId="4465"/>
            <ac:spMk id="24" creationId="{B65A6475-81AC-4B82-9221-004AEF7B49C1}"/>
          </ac:spMkLst>
        </pc:spChg>
        <pc:spChg chg="add mod">
          <ac:chgData name="Minh Huynh" userId="01a137d4-0d81-46e0-aca6-c9185b391828" providerId="ADAL" clId="{FDDD7D90-4293-4F5B-B440-645EABB52817}" dt="2026-10-13T04:50:23.866" v="670" actId="122"/>
          <ac:spMkLst>
            <pc:docMk/>
            <pc:sldMk cId="3522385299" sldId="4465"/>
            <ac:spMk id="25" creationId="{6B96B82E-FA72-46A4-A84A-962E3F910954}"/>
          </ac:spMkLst>
        </pc:spChg>
        <pc:spChg chg="mod">
          <ac:chgData name="Minh Huynh" userId="01a137d4-0d81-46e0-aca6-c9185b391828" providerId="ADAL" clId="{FDDD7D90-4293-4F5B-B440-645EABB52817}" dt="2026-10-13T04:48:53.916" v="334" actId="1076"/>
          <ac:spMkLst>
            <pc:docMk/>
            <pc:sldMk cId="3522385299" sldId="4465"/>
            <ac:spMk id="26" creationId="{E14E6531-D578-4889-A7C4-52AAB446C98B}"/>
          </ac:spMkLst>
        </pc:spChg>
        <pc:picChg chg="del">
          <ac:chgData name="Minh Huynh" userId="01a137d4-0d81-46e0-aca6-c9185b391828" providerId="ADAL" clId="{FDDD7D90-4293-4F5B-B440-645EABB52817}" dt="2026-10-13T04:48:21.424" v="330" actId="478"/>
          <ac:picMkLst>
            <pc:docMk/>
            <pc:sldMk cId="3522385299" sldId="4465"/>
            <ac:picMk id="26626" creationId="{49F2C48E-D090-4B0B-B3AE-0BE179333E75}"/>
          </ac:picMkLst>
        </pc:picChg>
      </pc:sldChg>
      <pc:sldChg chg="delSp modSp add mod">
        <pc:chgData name="Minh Huynh" userId="01a137d4-0d81-46e0-aca6-c9185b391828" providerId="ADAL" clId="{FDDD7D90-4293-4F5B-B440-645EABB52817}" dt="2026-10-13T04:51:40.428" v="716" actId="1076"/>
        <pc:sldMkLst>
          <pc:docMk/>
          <pc:sldMk cId="1734041963" sldId="4466"/>
        </pc:sldMkLst>
        <pc:spChg chg="del">
          <ac:chgData name="Minh Huynh" userId="01a137d4-0d81-46e0-aca6-c9185b391828" providerId="ADAL" clId="{FDDD7D90-4293-4F5B-B440-645EABB52817}" dt="2026-10-13T04:51:20.027" v="708" actId="478"/>
          <ac:spMkLst>
            <pc:docMk/>
            <pc:sldMk cId="1734041963" sldId="4466"/>
            <ac:spMk id="10" creationId="{87095069-7168-4CB8-BD7F-39DD91D51BF0}"/>
          </ac:spMkLst>
        </pc:spChg>
        <pc:spChg chg="del">
          <ac:chgData name="Minh Huynh" userId="01a137d4-0d81-46e0-aca6-c9185b391828" providerId="ADAL" clId="{FDDD7D90-4293-4F5B-B440-645EABB52817}" dt="2026-10-13T04:51:20.027" v="708" actId="478"/>
          <ac:spMkLst>
            <pc:docMk/>
            <pc:sldMk cId="1734041963" sldId="4466"/>
            <ac:spMk id="11" creationId="{8A3FB83C-7297-40D2-BF49-7B8D2F92522F}"/>
          </ac:spMkLst>
        </pc:spChg>
        <pc:spChg chg="del">
          <ac:chgData name="Minh Huynh" userId="01a137d4-0d81-46e0-aca6-c9185b391828" providerId="ADAL" clId="{FDDD7D90-4293-4F5B-B440-645EABB52817}" dt="2026-10-13T04:51:20.027" v="708" actId="478"/>
          <ac:spMkLst>
            <pc:docMk/>
            <pc:sldMk cId="1734041963" sldId="4466"/>
            <ac:spMk id="13" creationId="{5081CCD9-70A0-47DA-9296-7FC7A70A5F98}"/>
          </ac:spMkLst>
        </pc:spChg>
        <pc:spChg chg="del">
          <ac:chgData name="Minh Huynh" userId="01a137d4-0d81-46e0-aca6-c9185b391828" providerId="ADAL" clId="{FDDD7D90-4293-4F5B-B440-645EABB52817}" dt="2026-10-13T04:51:20.027" v="708" actId="478"/>
          <ac:spMkLst>
            <pc:docMk/>
            <pc:sldMk cId="1734041963" sldId="4466"/>
            <ac:spMk id="14" creationId="{E815D195-610E-4224-8503-3C0CBEDF9D2D}"/>
          </ac:spMkLst>
        </pc:spChg>
        <pc:spChg chg="del">
          <ac:chgData name="Minh Huynh" userId="01a137d4-0d81-46e0-aca6-c9185b391828" providerId="ADAL" clId="{FDDD7D90-4293-4F5B-B440-645EABB52817}" dt="2026-10-13T04:51:22.538" v="709" actId="478"/>
          <ac:spMkLst>
            <pc:docMk/>
            <pc:sldMk cId="1734041963" sldId="4466"/>
            <ac:spMk id="17" creationId="{03B8D09A-3BD5-4FFF-BBAA-7C62D5B93CE8}"/>
          </ac:spMkLst>
        </pc:spChg>
        <pc:spChg chg="mod">
          <ac:chgData name="Minh Huynh" userId="01a137d4-0d81-46e0-aca6-c9185b391828" providerId="ADAL" clId="{FDDD7D90-4293-4F5B-B440-645EABB52817}" dt="2026-10-13T04:51:10.308" v="707" actId="20577"/>
          <ac:spMkLst>
            <pc:docMk/>
            <pc:sldMk cId="1734041963" sldId="4466"/>
            <ac:spMk id="18" creationId="{728400A6-6772-4514-8096-EFBA37526C10}"/>
          </ac:spMkLst>
        </pc:spChg>
        <pc:spChg chg="del">
          <ac:chgData name="Minh Huynh" userId="01a137d4-0d81-46e0-aca6-c9185b391828" providerId="ADAL" clId="{FDDD7D90-4293-4F5B-B440-645EABB52817}" dt="2026-10-13T04:51:22.538" v="709" actId="478"/>
          <ac:spMkLst>
            <pc:docMk/>
            <pc:sldMk cId="1734041963" sldId="4466"/>
            <ac:spMk id="20" creationId="{6D23526F-354D-4309-AB0E-2CA5B5BB713A}"/>
          </ac:spMkLst>
        </pc:spChg>
        <pc:spChg chg="del">
          <ac:chgData name="Minh Huynh" userId="01a137d4-0d81-46e0-aca6-c9185b391828" providerId="ADAL" clId="{FDDD7D90-4293-4F5B-B440-645EABB52817}" dt="2026-10-13T04:51:20.027" v="708" actId="478"/>
          <ac:spMkLst>
            <pc:docMk/>
            <pc:sldMk cId="1734041963" sldId="4466"/>
            <ac:spMk id="24" creationId="{B65A6475-81AC-4B82-9221-004AEF7B49C1}"/>
          </ac:spMkLst>
        </pc:spChg>
        <pc:spChg chg="mod">
          <ac:chgData name="Minh Huynh" userId="01a137d4-0d81-46e0-aca6-c9185b391828" providerId="ADAL" clId="{FDDD7D90-4293-4F5B-B440-645EABB52817}" dt="2026-10-13T04:51:40.428" v="716" actId="1076"/>
          <ac:spMkLst>
            <pc:docMk/>
            <pc:sldMk cId="1734041963" sldId="4466"/>
            <ac:spMk id="25" creationId="{6B96B82E-FA72-46A4-A84A-962E3F910954}"/>
          </ac:spMkLst>
        </pc:spChg>
        <pc:spChg chg="del">
          <ac:chgData name="Minh Huynh" userId="01a137d4-0d81-46e0-aca6-c9185b391828" providerId="ADAL" clId="{FDDD7D90-4293-4F5B-B440-645EABB52817}" dt="2026-10-13T04:51:20.027" v="708" actId="478"/>
          <ac:spMkLst>
            <pc:docMk/>
            <pc:sldMk cId="1734041963" sldId="4466"/>
            <ac:spMk id="26" creationId="{E14E6531-D578-4889-A7C4-52AAB446C98B}"/>
          </ac:spMkLst>
        </pc:spChg>
      </pc:sldChg>
      <pc:sldChg chg="addSp delSp modSp add del mod">
        <pc:chgData name="Minh Huynh" userId="01a137d4-0d81-46e0-aca6-c9185b391828" providerId="ADAL" clId="{FDDD7D90-4293-4F5B-B440-645EABB52817}" dt="2026-10-13T04:52:10.557" v="722" actId="47"/>
        <pc:sldMkLst>
          <pc:docMk/>
          <pc:sldMk cId="1323397450" sldId="4467"/>
        </pc:sldMkLst>
        <pc:spChg chg="add del mod">
          <ac:chgData name="Minh Huynh" userId="01a137d4-0d81-46e0-aca6-c9185b391828" providerId="ADAL" clId="{FDDD7D90-4293-4F5B-B440-645EABB52817}" dt="2026-10-13T04:52:05.080" v="721"/>
          <ac:spMkLst>
            <pc:docMk/>
            <pc:sldMk cId="1323397450" sldId="4467"/>
            <ac:spMk id="4" creationId="{104E649B-4356-46D2-9442-4A5A09DBFB4E}"/>
          </ac:spMkLst>
        </pc:spChg>
        <pc:spChg chg="add del mod">
          <ac:chgData name="Minh Huynh" userId="01a137d4-0d81-46e0-aca6-c9185b391828" providerId="ADAL" clId="{FDDD7D90-4293-4F5B-B440-645EABB52817}" dt="2026-10-13T04:52:05.080" v="721"/>
          <ac:spMkLst>
            <pc:docMk/>
            <pc:sldMk cId="1323397450" sldId="4467"/>
            <ac:spMk id="5" creationId="{481B7DC1-1DC9-4ED2-8E98-098BD253DC88}"/>
          </ac:spMkLst>
        </pc:spChg>
        <pc:spChg chg="add del mod">
          <ac:chgData name="Minh Huynh" userId="01a137d4-0d81-46e0-aca6-c9185b391828" providerId="ADAL" clId="{FDDD7D90-4293-4F5B-B440-645EABB52817}" dt="2026-10-13T04:52:05.080" v="721"/>
          <ac:spMkLst>
            <pc:docMk/>
            <pc:sldMk cId="1323397450" sldId="4467"/>
            <ac:spMk id="6" creationId="{39ABF414-0956-4663-9057-E6D3D93B8FA7}"/>
          </ac:spMkLst>
        </pc:spChg>
        <pc:spChg chg="add del mod">
          <ac:chgData name="Minh Huynh" userId="01a137d4-0d81-46e0-aca6-c9185b391828" providerId="ADAL" clId="{FDDD7D90-4293-4F5B-B440-645EABB52817}" dt="2026-10-13T04:52:05.080" v="721"/>
          <ac:spMkLst>
            <pc:docMk/>
            <pc:sldMk cId="1323397450" sldId="4467"/>
            <ac:spMk id="7" creationId="{81F236A5-B7BF-4EE0-8BF7-381491CCCBA7}"/>
          </ac:spMkLst>
        </pc:spChg>
      </pc:sldChg>
      <pc:sldChg chg="addSp delSp modSp add mod">
        <pc:chgData name="Minh Huynh" userId="01a137d4-0d81-46e0-aca6-c9185b391828" providerId="ADAL" clId="{FDDD7D90-4293-4F5B-B440-645EABB52817}" dt="2026-10-13T04:52:55.239" v="740" actId="2711"/>
        <pc:sldMkLst>
          <pc:docMk/>
          <pc:sldMk cId="1805026901" sldId="4475"/>
        </pc:sldMkLst>
        <pc:spChg chg="add mod">
          <ac:chgData name="Minh Huynh" userId="01a137d4-0d81-46e0-aca6-c9185b391828" providerId="ADAL" clId="{FDDD7D90-4293-4F5B-B440-645EABB52817}" dt="2026-10-13T04:52:49.751" v="739" actId="20577"/>
          <ac:spMkLst>
            <pc:docMk/>
            <pc:sldMk cId="1805026901" sldId="4475"/>
            <ac:spMk id="10" creationId="{9D811277-987D-4DEB-A9EC-797C00D9B85D}"/>
          </ac:spMkLst>
        </pc:spChg>
        <pc:spChg chg="del">
          <ac:chgData name="Minh Huynh" userId="01a137d4-0d81-46e0-aca6-c9185b391828" providerId="ADAL" clId="{FDDD7D90-4293-4F5B-B440-645EABB52817}" dt="2026-10-13T04:52:38.586" v="724" actId="478"/>
          <ac:spMkLst>
            <pc:docMk/>
            <pc:sldMk cId="1805026901" sldId="4475"/>
            <ac:spMk id="15" creationId="{668F5602-47EE-420D-9B7E-BCF45A6CB524}"/>
          </ac:spMkLst>
        </pc:spChg>
        <pc:spChg chg="del">
          <ac:chgData name="Minh Huynh" userId="01a137d4-0d81-46e0-aca6-c9185b391828" providerId="ADAL" clId="{FDDD7D90-4293-4F5B-B440-645EABB52817}" dt="2026-10-13T04:52:38.586" v="724" actId="478"/>
          <ac:spMkLst>
            <pc:docMk/>
            <pc:sldMk cId="1805026901" sldId="4475"/>
            <ac:spMk id="16" creationId="{F2242C64-FE38-42BA-8CFD-71CFBEBEEF68}"/>
          </ac:spMkLst>
        </pc:spChg>
        <pc:spChg chg="del">
          <ac:chgData name="Minh Huynh" userId="01a137d4-0d81-46e0-aca6-c9185b391828" providerId="ADAL" clId="{FDDD7D90-4293-4F5B-B440-645EABB52817}" dt="2026-10-13T04:52:38.586" v="724" actId="478"/>
          <ac:spMkLst>
            <pc:docMk/>
            <pc:sldMk cId="1805026901" sldId="4475"/>
            <ac:spMk id="19" creationId="{245216AE-850E-4E69-98EE-94DCA8BA6F6A}"/>
          </ac:spMkLst>
        </pc:spChg>
        <pc:spChg chg="del">
          <ac:chgData name="Minh Huynh" userId="01a137d4-0d81-46e0-aca6-c9185b391828" providerId="ADAL" clId="{FDDD7D90-4293-4F5B-B440-645EABB52817}" dt="2026-10-13T04:52:38.586" v="724" actId="478"/>
          <ac:spMkLst>
            <pc:docMk/>
            <pc:sldMk cId="1805026901" sldId="4475"/>
            <ac:spMk id="21" creationId="{1A195455-A937-419D-A4BB-9BF4BBE9FE8C}"/>
          </ac:spMkLst>
        </pc:spChg>
        <pc:spChg chg="del">
          <ac:chgData name="Minh Huynh" userId="01a137d4-0d81-46e0-aca6-c9185b391828" providerId="ADAL" clId="{FDDD7D90-4293-4F5B-B440-645EABB52817}" dt="2026-10-13T04:52:38.586" v="724" actId="478"/>
          <ac:spMkLst>
            <pc:docMk/>
            <pc:sldMk cId="1805026901" sldId="4475"/>
            <ac:spMk id="22" creationId="{9EA35DBB-34EF-4912-B6E0-948E45210BB2}"/>
          </ac:spMkLst>
        </pc:spChg>
        <pc:spChg chg="del">
          <ac:chgData name="Minh Huynh" userId="01a137d4-0d81-46e0-aca6-c9185b391828" providerId="ADAL" clId="{FDDD7D90-4293-4F5B-B440-645EABB52817}" dt="2026-10-13T04:52:38.586" v="724" actId="478"/>
          <ac:spMkLst>
            <pc:docMk/>
            <pc:sldMk cId="1805026901" sldId="4475"/>
            <ac:spMk id="23" creationId="{33EFA293-6CAE-4CA3-9D2A-C51CB59C5543}"/>
          </ac:spMkLst>
        </pc:spChg>
        <pc:spChg chg="mod">
          <ac:chgData name="Minh Huynh" userId="01a137d4-0d81-46e0-aca6-c9185b391828" providerId="ADAL" clId="{FDDD7D90-4293-4F5B-B440-645EABB52817}" dt="2026-10-13T04:52:55.239" v="740" actId="2711"/>
          <ac:spMkLst>
            <pc:docMk/>
            <pc:sldMk cId="1805026901" sldId="4475"/>
            <ac:spMk id="75" creationId="{672176B3-7581-4A7A-97A3-A570F05E80DD}"/>
          </ac:spMkLst>
        </pc:spChg>
      </pc:sldChg>
      <pc:sldChg chg="delSp modSp add mod">
        <pc:chgData name="Minh Huynh" userId="01a137d4-0d81-46e0-aca6-c9185b391828" providerId="ADAL" clId="{FDDD7D90-4293-4F5B-B440-645EABB52817}" dt="2026-10-13T04:54:35.438" v="779" actId="20577"/>
        <pc:sldMkLst>
          <pc:docMk/>
          <pc:sldMk cId="3634065575" sldId="4476"/>
        </pc:sldMkLst>
        <pc:spChg chg="mod">
          <ac:chgData name="Minh Huynh" userId="01a137d4-0d81-46e0-aca6-c9185b391828" providerId="ADAL" clId="{FDDD7D90-4293-4F5B-B440-645EABB52817}" dt="2026-10-13T04:54:32.077" v="778" actId="20577"/>
          <ac:spMkLst>
            <pc:docMk/>
            <pc:sldMk cId="3634065575" sldId="4476"/>
            <ac:spMk id="10" creationId="{9D811277-987D-4DEB-A9EC-797C00D9B85D}"/>
          </ac:spMkLst>
        </pc:spChg>
        <pc:spChg chg="mod">
          <ac:chgData name="Minh Huynh" userId="01a137d4-0d81-46e0-aca6-c9185b391828" providerId="ADAL" clId="{FDDD7D90-4293-4F5B-B440-645EABB52817}" dt="2026-10-13T04:54:35.438" v="779" actId="20577"/>
          <ac:spMkLst>
            <pc:docMk/>
            <pc:sldMk cId="3634065575" sldId="4476"/>
            <ac:spMk id="75" creationId="{672176B3-7581-4A7A-97A3-A570F05E80DD}"/>
          </ac:spMkLst>
        </pc:spChg>
        <pc:picChg chg="del">
          <ac:chgData name="Minh Huynh" userId="01a137d4-0d81-46e0-aca6-c9185b391828" providerId="ADAL" clId="{FDDD7D90-4293-4F5B-B440-645EABB52817}" dt="2026-10-13T04:53:43.303" v="742" actId="478"/>
          <ac:picMkLst>
            <pc:docMk/>
            <pc:sldMk cId="3634065575" sldId="4476"/>
            <ac:picMk id="27650" creationId="{374084EE-89AE-4D4A-ACD5-F274E0BC98ED}"/>
          </ac:picMkLst>
        </pc:picChg>
      </pc:sldChg>
      <pc:sldChg chg="addSp delSp modSp add mod">
        <pc:chgData name="Minh Huynh" userId="01a137d4-0d81-46e0-aca6-c9185b391828" providerId="ADAL" clId="{FDDD7D90-4293-4F5B-B440-645EABB52817}" dt="2026-10-13T04:55:06.699" v="802" actId="20577"/>
        <pc:sldMkLst>
          <pc:docMk/>
          <pc:sldMk cId="1203949008" sldId="4499"/>
        </pc:sldMkLst>
        <pc:spChg chg="del">
          <ac:chgData name="Minh Huynh" userId="01a137d4-0d81-46e0-aca6-c9185b391828" providerId="ADAL" clId="{FDDD7D90-4293-4F5B-B440-645EABB52817}" dt="2026-10-13T04:54:58.102" v="782" actId="478"/>
          <ac:spMkLst>
            <pc:docMk/>
            <pc:sldMk cId="1203949008" sldId="4499"/>
            <ac:spMk id="13" creationId="{49BF26B6-5E3C-42F1-AAB1-8C7D7F09FB0D}"/>
          </ac:spMkLst>
        </pc:spChg>
        <pc:spChg chg="del">
          <ac:chgData name="Minh Huynh" userId="01a137d4-0d81-46e0-aca6-c9185b391828" providerId="ADAL" clId="{FDDD7D90-4293-4F5B-B440-645EABB52817}" dt="2026-10-13T04:54:56.734" v="781" actId="478"/>
          <ac:spMkLst>
            <pc:docMk/>
            <pc:sldMk cId="1203949008" sldId="4499"/>
            <ac:spMk id="15" creationId="{668F5602-47EE-420D-9B7E-BCF45A6CB524}"/>
          </ac:spMkLst>
        </pc:spChg>
        <pc:spChg chg="del">
          <ac:chgData name="Minh Huynh" userId="01a137d4-0d81-46e0-aca6-c9185b391828" providerId="ADAL" clId="{FDDD7D90-4293-4F5B-B440-645EABB52817}" dt="2026-10-13T04:54:56.734" v="781" actId="478"/>
          <ac:spMkLst>
            <pc:docMk/>
            <pc:sldMk cId="1203949008" sldId="4499"/>
            <ac:spMk id="16" creationId="{F2242C64-FE38-42BA-8CFD-71CFBEBEEF68}"/>
          </ac:spMkLst>
        </pc:spChg>
        <pc:spChg chg="del">
          <ac:chgData name="Minh Huynh" userId="01a137d4-0d81-46e0-aca6-c9185b391828" providerId="ADAL" clId="{FDDD7D90-4293-4F5B-B440-645EABB52817}" dt="2026-10-13T04:54:56.734" v="781" actId="478"/>
          <ac:spMkLst>
            <pc:docMk/>
            <pc:sldMk cId="1203949008" sldId="4499"/>
            <ac:spMk id="19" creationId="{245216AE-850E-4E69-98EE-94DCA8BA6F6A}"/>
          </ac:spMkLst>
        </pc:spChg>
        <pc:spChg chg="del">
          <ac:chgData name="Minh Huynh" userId="01a137d4-0d81-46e0-aca6-c9185b391828" providerId="ADAL" clId="{FDDD7D90-4293-4F5B-B440-645EABB52817}" dt="2026-10-13T04:54:56.734" v="781" actId="478"/>
          <ac:spMkLst>
            <pc:docMk/>
            <pc:sldMk cId="1203949008" sldId="4499"/>
            <ac:spMk id="21" creationId="{1A195455-A937-419D-A4BB-9BF4BBE9FE8C}"/>
          </ac:spMkLst>
        </pc:spChg>
        <pc:spChg chg="del">
          <ac:chgData name="Minh Huynh" userId="01a137d4-0d81-46e0-aca6-c9185b391828" providerId="ADAL" clId="{FDDD7D90-4293-4F5B-B440-645EABB52817}" dt="2026-10-13T04:54:56.734" v="781" actId="478"/>
          <ac:spMkLst>
            <pc:docMk/>
            <pc:sldMk cId="1203949008" sldId="4499"/>
            <ac:spMk id="22" creationId="{9EA35DBB-34EF-4912-B6E0-948E45210BB2}"/>
          </ac:spMkLst>
        </pc:spChg>
        <pc:spChg chg="del">
          <ac:chgData name="Minh Huynh" userId="01a137d4-0d81-46e0-aca6-c9185b391828" providerId="ADAL" clId="{FDDD7D90-4293-4F5B-B440-645EABB52817}" dt="2026-10-13T04:54:56.734" v="781" actId="478"/>
          <ac:spMkLst>
            <pc:docMk/>
            <pc:sldMk cId="1203949008" sldId="4499"/>
            <ac:spMk id="23" creationId="{33EFA293-6CAE-4CA3-9D2A-C51CB59C5543}"/>
          </ac:spMkLst>
        </pc:spChg>
        <pc:spChg chg="add mod">
          <ac:chgData name="Minh Huynh" userId="01a137d4-0d81-46e0-aca6-c9185b391828" providerId="ADAL" clId="{FDDD7D90-4293-4F5B-B440-645EABB52817}" dt="2026-10-13T04:55:06.699" v="802" actId="20577"/>
          <ac:spMkLst>
            <pc:docMk/>
            <pc:sldMk cId="1203949008" sldId="4499"/>
            <ac:spMk id="31" creationId="{A73A9EDE-E29F-425F-8822-BD5CAF05536C}"/>
          </ac:spMkLst>
        </pc:spChg>
      </pc:sldChg>
      <pc:sldChg chg="addSp delSp modSp add mod setBg">
        <pc:chgData name="Minh Huynh" userId="01a137d4-0d81-46e0-aca6-c9185b391828" providerId="ADAL" clId="{FDDD7D90-4293-4F5B-B440-645EABB52817}" dt="2026-10-13T04:55:49.428" v="809" actId="207"/>
        <pc:sldMkLst>
          <pc:docMk/>
          <pc:sldMk cId="417742359" sldId="4512"/>
        </pc:sldMkLst>
        <pc:spChg chg="add del">
          <ac:chgData name="Minh Huynh" userId="01a137d4-0d81-46e0-aca6-c9185b391828" providerId="ADAL" clId="{FDDD7D90-4293-4F5B-B440-645EABB52817}" dt="2026-10-13T04:55:48.906" v="808" actId="478"/>
          <ac:spMkLst>
            <pc:docMk/>
            <pc:sldMk cId="417742359" sldId="4512"/>
            <ac:spMk id="146" creationId="{66700164-A49A-4762-8963-C04B2FB65113}"/>
          </ac:spMkLst>
        </pc:spChg>
        <pc:spChg chg="mod">
          <ac:chgData name="Minh Huynh" userId="01a137d4-0d81-46e0-aca6-c9185b391828" providerId="ADAL" clId="{FDDD7D90-4293-4F5B-B440-645EABB52817}" dt="2026-10-13T04:55:49.428" v="809" actId="207"/>
          <ac:spMkLst>
            <pc:docMk/>
            <pc:sldMk cId="417742359" sldId="4512"/>
            <ac:spMk id="147" creationId="{6F2D8E70-D4CA-4011-802E-93602CDF124B}"/>
          </ac:spMkLst>
        </pc:spChg>
        <pc:spChg chg="add del mod">
          <ac:chgData name="Minh Huynh" userId="01a137d4-0d81-46e0-aca6-c9185b391828" providerId="ADAL" clId="{FDDD7D90-4293-4F5B-B440-645EABB52817}" dt="2026-10-13T04:55:49.428" v="809" actId="207"/>
          <ac:spMkLst>
            <pc:docMk/>
            <pc:sldMk cId="417742359" sldId="4512"/>
            <ac:spMk id="151" creationId="{841EEE23-74B2-4CBF-B282-129A5F01432E}"/>
          </ac:spMkLst>
        </pc:spChg>
        <pc:spChg chg="mod">
          <ac:chgData name="Minh Huynh" userId="01a137d4-0d81-46e0-aca6-c9185b391828" providerId="ADAL" clId="{FDDD7D90-4293-4F5B-B440-645EABB52817}" dt="2026-10-13T04:55:49.428" v="809" actId="207"/>
          <ac:spMkLst>
            <pc:docMk/>
            <pc:sldMk cId="417742359" sldId="4512"/>
            <ac:spMk id="152" creationId="{72EE92FA-F09A-4F51-903C-F4221DD595EC}"/>
          </ac:spMkLst>
        </pc:spChg>
        <pc:spChg chg="mod">
          <ac:chgData name="Minh Huynh" userId="01a137d4-0d81-46e0-aca6-c9185b391828" providerId="ADAL" clId="{FDDD7D90-4293-4F5B-B440-645EABB52817}" dt="2026-10-13T04:55:49.428" v="809" actId="207"/>
          <ac:spMkLst>
            <pc:docMk/>
            <pc:sldMk cId="417742359" sldId="4512"/>
            <ac:spMk id="153" creationId="{0A5F11CD-3122-4C60-87BB-08AAAF8464A7}"/>
          </ac:spMkLst>
        </pc:spChg>
        <pc:spChg chg="mod">
          <ac:chgData name="Minh Huynh" userId="01a137d4-0d81-46e0-aca6-c9185b391828" providerId="ADAL" clId="{FDDD7D90-4293-4F5B-B440-645EABB52817}" dt="2026-10-13T04:55:49.428" v="809" actId="207"/>
          <ac:spMkLst>
            <pc:docMk/>
            <pc:sldMk cId="417742359" sldId="4512"/>
            <ac:spMk id="154" creationId="{D7BC5759-6924-42FC-9651-7D36942B7DF8}"/>
          </ac:spMkLst>
        </pc:spChg>
        <pc:spChg chg="mod">
          <ac:chgData name="Minh Huynh" userId="01a137d4-0d81-46e0-aca6-c9185b391828" providerId="ADAL" clId="{FDDD7D90-4293-4F5B-B440-645EABB52817}" dt="2026-10-13T04:55:49.428" v="809" actId="207"/>
          <ac:spMkLst>
            <pc:docMk/>
            <pc:sldMk cId="417742359" sldId="4512"/>
            <ac:spMk id="155" creationId="{DB4B6517-3AA5-40FC-8A76-2A579EE7C718}"/>
          </ac:spMkLst>
        </pc:spChg>
      </pc:sldChg>
      <pc:sldChg chg="addSp delSp modSp add mod">
        <pc:chgData name="Minh Huynh" userId="01a137d4-0d81-46e0-aca6-c9185b391828" providerId="ADAL" clId="{FDDD7D90-4293-4F5B-B440-645EABB52817}" dt="2026-10-13T04:57:18.488" v="949" actId="20577"/>
        <pc:sldMkLst>
          <pc:docMk/>
          <pc:sldMk cId="315617114" sldId="4540"/>
        </pc:sldMkLst>
        <pc:spChg chg="del">
          <ac:chgData name="Minh Huynh" userId="01a137d4-0d81-46e0-aca6-c9185b391828" providerId="ADAL" clId="{FDDD7D90-4293-4F5B-B440-645EABB52817}" dt="2026-10-13T04:56:53.955" v="832" actId="478"/>
          <ac:spMkLst>
            <pc:docMk/>
            <pc:sldMk cId="315617114" sldId="4540"/>
            <ac:spMk id="3" creationId="{846C4BB3-855D-4B09-B334-F85A144A56B2}"/>
          </ac:spMkLst>
        </pc:spChg>
        <pc:spChg chg="del">
          <ac:chgData name="Minh Huynh" userId="01a137d4-0d81-46e0-aca6-c9185b391828" providerId="ADAL" clId="{FDDD7D90-4293-4F5B-B440-645EABB52817}" dt="2026-10-13T04:56:53.955" v="832" actId="478"/>
          <ac:spMkLst>
            <pc:docMk/>
            <pc:sldMk cId="315617114" sldId="4540"/>
            <ac:spMk id="4" creationId="{CD34D917-67EF-40AF-8DB4-07333629D30F}"/>
          </ac:spMkLst>
        </pc:spChg>
        <pc:spChg chg="del">
          <ac:chgData name="Minh Huynh" userId="01a137d4-0d81-46e0-aca6-c9185b391828" providerId="ADAL" clId="{FDDD7D90-4293-4F5B-B440-645EABB52817}" dt="2026-10-13T04:56:53.955" v="832" actId="478"/>
          <ac:spMkLst>
            <pc:docMk/>
            <pc:sldMk cId="315617114" sldId="4540"/>
            <ac:spMk id="5" creationId="{BFE94675-1403-41D9-9A8D-E255A76E5671}"/>
          </ac:spMkLst>
        </pc:spChg>
        <pc:spChg chg="del">
          <ac:chgData name="Minh Huynh" userId="01a137d4-0d81-46e0-aca6-c9185b391828" providerId="ADAL" clId="{FDDD7D90-4293-4F5B-B440-645EABB52817}" dt="2026-10-13T04:56:53.955" v="832" actId="478"/>
          <ac:spMkLst>
            <pc:docMk/>
            <pc:sldMk cId="315617114" sldId="4540"/>
            <ac:spMk id="6" creationId="{C9AF8D4D-38DD-46F1-BFAE-BC0BAF2D688A}"/>
          </ac:spMkLst>
        </pc:spChg>
        <pc:spChg chg="del">
          <ac:chgData name="Minh Huynh" userId="01a137d4-0d81-46e0-aca6-c9185b391828" providerId="ADAL" clId="{FDDD7D90-4293-4F5B-B440-645EABB52817}" dt="2026-10-13T04:56:53.955" v="832" actId="478"/>
          <ac:spMkLst>
            <pc:docMk/>
            <pc:sldMk cId="315617114" sldId="4540"/>
            <ac:spMk id="7" creationId="{2696235A-FFD4-427F-8C96-92D126163219}"/>
          </ac:spMkLst>
        </pc:spChg>
        <pc:spChg chg="del">
          <ac:chgData name="Minh Huynh" userId="01a137d4-0d81-46e0-aca6-c9185b391828" providerId="ADAL" clId="{FDDD7D90-4293-4F5B-B440-645EABB52817}" dt="2026-10-13T04:56:53.955" v="832" actId="478"/>
          <ac:spMkLst>
            <pc:docMk/>
            <pc:sldMk cId="315617114" sldId="4540"/>
            <ac:spMk id="8" creationId="{94554AEB-060E-4235-B618-10474C26F659}"/>
          </ac:spMkLst>
        </pc:spChg>
        <pc:spChg chg="del">
          <ac:chgData name="Minh Huynh" userId="01a137d4-0d81-46e0-aca6-c9185b391828" providerId="ADAL" clId="{FDDD7D90-4293-4F5B-B440-645EABB52817}" dt="2026-10-13T04:56:53.955" v="832" actId="478"/>
          <ac:spMkLst>
            <pc:docMk/>
            <pc:sldMk cId="315617114" sldId="4540"/>
            <ac:spMk id="9" creationId="{BBC28FAD-0E6E-41AC-ADB2-055BFCDDD46C}"/>
          </ac:spMkLst>
        </pc:spChg>
        <pc:spChg chg="del">
          <ac:chgData name="Minh Huynh" userId="01a137d4-0d81-46e0-aca6-c9185b391828" providerId="ADAL" clId="{FDDD7D90-4293-4F5B-B440-645EABB52817}" dt="2026-10-13T04:56:55.123" v="833" actId="478"/>
          <ac:spMkLst>
            <pc:docMk/>
            <pc:sldMk cId="315617114" sldId="4540"/>
            <ac:spMk id="12" creationId="{F6B62AD7-E12D-4832-A337-7F3C51DF4A9E}"/>
          </ac:spMkLst>
        </pc:spChg>
        <pc:spChg chg="add mod">
          <ac:chgData name="Minh Huynh" userId="01a137d4-0d81-46e0-aca6-c9185b391828" providerId="ADAL" clId="{FDDD7D90-4293-4F5B-B440-645EABB52817}" dt="2026-10-13T04:57:18.488" v="949" actId="20577"/>
          <ac:spMkLst>
            <pc:docMk/>
            <pc:sldMk cId="315617114" sldId="4540"/>
            <ac:spMk id="13" creationId="{F92D2B3A-4AF9-4F08-9B38-EFD1BAEDF26D}"/>
          </ac:spMkLst>
        </pc:spChg>
      </pc:sldChg>
      <pc:sldChg chg="addSp delSp modSp add mod">
        <pc:chgData name="Minh Huynh" userId="01a137d4-0d81-46e0-aca6-c9185b391828" providerId="ADAL" clId="{FDDD7D90-4293-4F5B-B440-645EABB52817}" dt="2026-10-13T04:56:36.231" v="830" actId="20577"/>
        <pc:sldMkLst>
          <pc:docMk/>
          <pc:sldMk cId="707359171" sldId="4549"/>
        </pc:sldMkLst>
        <pc:spChg chg="del">
          <ac:chgData name="Minh Huynh" userId="01a137d4-0d81-46e0-aca6-c9185b391828" providerId="ADAL" clId="{FDDD7D90-4293-4F5B-B440-645EABB52817}" dt="2026-10-13T04:56:29.279" v="811" actId="478"/>
          <ac:spMkLst>
            <pc:docMk/>
            <pc:sldMk cId="707359171" sldId="4549"/>
            <ac:spMk id="3" creationId="{846C4BB3-855D-4B09-B334-F85A144A56B2}"/>
          </ac:spMkLst>
        </pc:spChg>
        <pc:spChg chg="del">
          <ac:chgData name="Minh Huynh" userId="01a137d4-0d81-46e0-aca6-c9185b391828" providerId="ADAL" clId="{FDDD7D90-4293-4F5B-B440-645EABB52817}" dt="2026-10-13T04:56:29.279" v="811" actId="478"/>
          <ac:spMkLst>
            <pc:docMk/>
            <pc:sldMk cId="707359171" sldId="4549"/>
            <ac:spMk id="4" creationId="{CD34D917-67EF-40AF-8DB4-07333629D30F}"/>
          </ac:spMkLst>
        </pc:spChg>
        <pc:spChg chg="del">
          <ac:chgData name="Minh Huynh" userId="01a137d4-0d81-46e0-aca6-c9185b391828" providerId="ADAL" clId="{FDDD7D90-4293-4F5B-B440-645EABB52817}" dt="2026-10-13T04:56:29.279" v="811" actId="478"/>
          <ac:spMkLst>
            <pc:docMk/>
            <pc:sldMk cId="707359171" sldId="4549"/>
            <ac:spMk id="5" creationId="{BFE94675-1403-41D9-9A8D-E255A76E5671}"/>
          </ac:spMkLst>
        </pc:spChg>
        <pc:spChg chg="del">
          <ac:chgData name="Minh Huynh" userId="01a137d4-0d81-46e0-aca6-c9185b391828" providerId="ADAL" clId="{FDDD7D90-4293-4F5B-B440-645EABB52817}" dt="2026-10-13T04:56:29.279" v="811" actId="478"/>
          <ac:spMkLst>
            <pc:docMk/>
            <pc:sldMk cId="707359171" sldId="4549"/>
            <ac:spMk id="6" creationId="{C9AF8D4D-38DD-46F1-BFAE-BC0BAF2D688A}"/>
          </ac:spMkLst>
        </pc:spChg>
        <pc:spChg chg="del">
          <ac:chgData name="Minh Huynh" userId="01a137d4-0d81-46e0-aca6-c9185b391828" providerId="ADAL" clId="{FDDD7D90-4293-4F5B-B440-645EABB52817}" dt="2026-10-13T04:56:29.279" v="811" actId="478"/>
          <ac:spMkLst>
            <pc:docMk/>
            <pc:sldMk cId="707359171" sldId="4549"/>
            <ac:spMk id="7" creationId="{2696235A-FFD4-427F-8C96-92D126163219}"/>
          </ac:spMkLst>
        </pc:spChg>
        <pc:spChg chg="del">
          <ac:chgData name="Minh Huynh" userId="01a137d4-0d81-46e0-aca6-c9185b391828" providerId="ADAL" clId="{FDDD7D90-4293-4F5B-B440-645EABB52817}" dt="2026-10-13T04:56:29.279" v="811" actId="478"/>
          <ac:spMkLst>
            <pc:docMk/>
            <pc:sldMk cId="707359171" sldId="4549"/>
            <ac:spMk id="8" creationId="{94554AEB-060E-4235-B618-10474C26F659}"/>
          </ac:spMkLst>
        </pc:spChg>
        <pc:spChg chg="del">
          <ac:chgData name="Minh Huynh" userId="01a137d4-0d81-46e0-aca6-c9185b391828" providerId="ADAL" clId="{FDDD7D90-4293-4F5B-B440-645EABB52817}" dt="2026-10-13T04:56:29.279" v="811" actId="478"/>
          <ac:spMkLst>
            <pc:docMk/>
            <pc:sldMk cId="707359171" sldId="4549"/>
            <ac:spMk id="9" creationId="{BBC28FAD-0E6E-41AC-ADB2-055BFCDDD46C}"/>
          </ac:spMkLst>
        </pc:spChg>
        <pc:spChg chg="add mod">
          <ac:chgData name="Minh Huynh" userId="01a137d4-0d81-46e0-aca6-c9185b391828" providerId="ADAL" clId="{FDDD7D90-4293-4F5B-B440-645EABB52817}" dt="2026-10-13T04:56:36.231" v="830" actId="20577"/>
          <ac:spMkLst>
            <pc:docMk/>
            <pc:sldMk cId="707359171" sldId="4549"/>
            <ac:spMk id="12" creationId="{0F5EEFC0-C8CF-45C0-B896-4E9CAFFB25E1}"/>
          </ac:spMkLst>
        </pc:spChg>
      </pc:sldChg>
      <pc:sldChg chg="addSp delSp modSp add mod">
        <pc:chgData name="Minh Huynh" userId="01a137d4-0d81-46e0-aca6-c9185b391828" providerId="ADAL" clId="{FDDD7D90-4293-4F5B-B440-645EABB52817}" dt="2026-10-13T04:57:46.145" v="953"/>
        <pc:sldMkLst>
          <pc:docMk/>
          <pc:sldMk cId="3116511797" sldId="4556"/>
        </pc:sldMkLst>
        <pc:spChg chg="del">
          <ac:chgData name="Minh Huynh" userId="01a137d4-0d81-46e0-aca6-c9185b391828" providerId="ADAL" clId="{FDDD7D90-4293-4F5B-B440-645EABB52817}" dt="2026-10-13T04:57:43.037" v="952" actId="478"/>
          <ac:spMkLst>
            <pc:docMk/>
            <pc:sldMk cId="3116511797" sldId="4556"/>
            <ac:spMk id="3" creationId="{846C4BB3-855D-4B09-B334-F85A144A56B2}"/>
          </ac:spMkLst>
        </pc:spChg>
        <pc:spChg chg="del">
          <ac:chgData name="Minh Huynh" userId="01a137d4-0d81-46e0-aca6-c9185b391828" providerId="ADAL" clId="{FDDD7D90-4293-4F5B-B440-645EABB52817}" dt="2026-10-13T04:57:43.037" v="952" actId="478"/>
          <ac:spMkLst>
            <pc:docMk/>
            <pc:sldMk cId="3116511797" sldId="4556"/>
            <ac:spMk id="4" creationId="{CD34D917-67EF-40AF-8DB4-07333629D30F}"/>
          </ac:spMkLst>
        </pc:spChg>
        <pc:spChg chg="del">
          <ac:chgData name="Minh Huynh" userId="01a137d4-0d81-46e0-aca6-c9185b391828" providerId="ADAL" clId="{FDDD7D90-4293-4F5B-B440-645EABB52817}" dt="2026-10-13T04:57:43.037" v="952" actId="478"/>
          <ac:spMkLst>
            <pc:docMk/>
            <pc:sldMk cId="3116511797" sldId="4556"/>
            <ac:spMk id="5" creationId="{BFE94675-1403-41D9-9A8D-E255A76E5671}"/>
          </ac:spMkLst>
        </pc:spChg>
        <pc:spChg chg="del">
          <ac:chgData name="Minh Huynh" userId="01a137d4-0d81-46e0-aca6-c9185b391828" providerId="ADAL" clId="{FDDD7D90-4293-4F5B-B440-645EABB52817}" dt="2026-10-13T04:57:43.037" v="952" actId="478"/>
          <ac:spMkLst>
            <pc:docMk/>
            <pc:sldMk cId="3116511797" sldId="4556"/>
            <ac:spMk id="6" creationId="{C9AF8D4D-38DD-46F1-BFAE-BC0BAF2D688A}"/>
          </ac:spMkLst>
        </pc:spChg>
        <pc:spChg chg="del">
          <ac:chgData name="Minh Huynh" userId="01a137d4-0d81-46e0-aca6-c9185b391828" providerId="ADAL" clId="{FDDD7D90-4293-4F5B-B440-645EABB52817}" dt="2026-10-13T04:57:43.037" v="952" actId="478"/>
          <ac:spMkLst>
            <pc:docMk/>
            <pc:sldMk cId="3116511797" sldId="4556"/>
            <ac:spMk id="7" creationId="{2696235A-FFD4-427F-8C96-92D126163219}"/>
          </ac:spMkLst>
        </pc:spChg>
        <pc:spChg chg="del">
          <ac:chgData name="Minh Huynh" userId="01a137d4-0d81-46e0-aca6-c9185b391828" providerId="ADAL" clId="{FDDD7D90-4293-4F5B-B440-645EABB52817}" dt="2026-10-13T04:57:43.037" v="952" actId="478"/>
          <ac:spMkLst>
            <pc:docMk/>
            <pc:sldMk cId="3116511797" sldId="4556"/>
            <ac:spMk id="8" creationId="{94554AEB-060E-4235-B618-10474C26F659}"/>
          </ac:spMkLst>
        </pc:spChg>
        <pc:spChg chg="del">
          <ac:chgData name="Minh Huynh" userId="01a137d4-0d81-46e0-aca6-c9185b391828" providerId="ADAL" clId="{FDDD7D90-4293-4F5B-B440-645EABB52817}" dt="2026-10-13T04:57:43.037" v="952" actId="478"/>
          <ac:spMkLst>
            <pc:docMk/>
            <pc:sldMk cId="3116511797" sldId="4556"/>
            <ac:spMk id="9" creationId="{BBC28FAD-0E6E-41AC-ADB2-055BFCDDD46C}"/>
          </ac:spMkLst>
        </pc:spChg>
        <pc:spChg chg="add mod">
          <ac:chgData name="Minh Huynh" userId="01a137d4-0d81-46e0-aca6-c9185b391828" providerId="ADAL" clId="{FDDD7D90-4293-4F5B-B440-645EABB52817}" dt="2026-10-13T04:57:46.145" v="953"/>
          <ac:spMkLst>
            <pc:docMk/>
            <pc:sldMk cId="3116511797" sldId="4556"/>
            <ac:spMk id="19" creationId="{21F0E8C7-4259-4F5F-8850-4F286F59144D}"/>
          </ac:spMkLst>
        </pc:spChg>
        <pc:spChg chg="del">
          <ac:chgData name="Minh Huynh" userId="01a137d4-0d81-46e0-aca6-c9185b391828" providerId="ADAL" clId="{FDDD7D90-4293-4F5B-B440-645EABB52817}" dt="2026-10-13T04:57:41.195" v="951" actId="478"/>
          <ac:spMkLst>
            <pc:docMk/>
            <pc:sldMk cId="3116511797" sldId="4556"/>
            <ac:spMk id="21" creationId="{66F7AF8D-9FCE-439C-8F3E-17B4185501F5}"/>
          </ac:spMkLst>
        </pc:spChg>
      </pc:sldChg>
      <pc:sldChg chg="addSp delSp modSp add mod">
        <pc:chgData name="Minh Huynh" userId="01a137d4-0d81-46e0-aca6-c9185b391828" providerId="ADAL" clId="{FDDD7D90-4293-4F5B-B440-645EABB52817}" dt="2026-10-13T04:59:53.105" v="1013" actId="20577"/>
        <pc:sldMkLst>
          <pc:docMk/>
          <pc:sldMk cId="2635461782" sldId="4573"/>
        </pc:sldMkLst>
        <pc:spChg chg="mod">
          <ac:chgData name="Minh Huynh" userId="01a137d4-0d81-46e0-aca6-c9185b391828" providerId="ADAL" clId="{FDDD7D90-4293-4F5B-B440-645EABB52817}" dt="2026-10-13T04:58:36.913" v="986" actId="1076"/>
          <ac:spMkLst>
            <pc:docMk/>
            <pc:sldMk cId="2635461782" sldId="4573"/>
            <ac:spMk id="2" creationId="{CA2952D4-A19A-4883-9742-03B49F607CBA}"/>
          </ac:spMkLst>
        </pc:spChg>
        <pc:spChg chg="del">
          <ac:chgData name="Minh Huynh" userId="01a137d4-0d81-46e0-aca6-c9185b391828" providerId="ADAL" clId="{FDDD7D90-4293-4F5B-B440-645EABB52817}" dt="2026-10-13T04:58:17.981" v="955" actId="478"/>
          <ac:spMkLst>
            <pc:docMk/>
            <pc:sldMk cId="2635461782" sldId="4573"/>
            <ac:spMk id="3" creationId="{846C4BB3-855D-4B09-B334-F85A144A56B2}"/>
          </ac:spMkLst>
        </pc:spChg>
        <pc:spChg chg="del">
          <ac:chgData name="Minh Huynh" userId="01a137d4-0d81-46e0-aca6-c9185b391828" providerId="ADAL" clId="{FDDD7D90-4293-4F5B-B440-645EABB52817}" dt="2026-10-13T04:58:17.981" v="955" actId="478"/>
          <ac:spMkLst>
            <pc:docMk/>
            <pc:sldMk cId="2635461782" sldId="4573"/>
            <ac:spMk id="4" creationId="{CD34D917-67EF-40AF-8DB4-07333629D30F}"/>
          </ac:spMkLst>
        </pc:spChg>
        <pc:spChg chg="del">
          <ac:chgData name="Minh Huynh" userId="01a137d4-0d81-46e0-aca6-c9185b391828" providerId="ADAL" clId="{FDDD7D90-4293-4F5B-B440-645EABB52817}" dt="2026-10-13T04:58:17.981" v="955" actId="478"/>
          <ac:spMkLst>
            <pc:docMk/>
            <pc:sldMk cId="2635461782" sldId="4573"/>
            <ac:spMk id="5" creationId="{BFE94675-1403-41D9-9A8D-E255A76E5671}"/>
          </ac:spMkLst>
        </pc:spChg>
        <pc:spChg chg="del">
          <ac:chgData name="Minh Huynh" userId="01a137d4-0d81-46e0-aca6-c9185b391828" providerId="ADAL" clId="{FDDD7D90-4293-4F5B-B440-645EABB52817}" dt="2026-10-13T04:58:17.981" v="955" actId="478"/>
          <ac:spMkLst>
            <pc:docMk/>
            <pc:sldMk cId="2635461782" sldId="4573"/>
            <ac:spMk id="6" creationId="{C9AF8D4D-38DD-46F1-BFAE-BC0BAF2D688A}"/>
          </ac:spMkLst>
        </pc:spChg>
        <pc:spChg chg="del">
          <ac:chgData name="Minh Huynh" userId="01a137d4-0d81-46e0-aca6-c9185b391828" providerId="ADAL" clId="{FDDD7D90-4293-4F5B-B440-645EABB52817}" dt="2026-10-13T04:58:17.981" v="955" actId="478"/>
          <ac:spMkLst>
            <pc:docMk/>
            <pc:sldMk cId="2635461782" sldId="4573"/>
            <ac:spMk id="7" creationId="{2696235A-FFD4-427F-8C96-92D126163219}"/>
          </ac:spMkLst>
        </pc:spChg>
        <pc:spChg chg="del">
          <ac:chgData name="Minh Huynh" userId="01a137d4-0d81-46e0-aca6-c9185b391828" providerId="ADAL" clId="{FDDD7D90-4293-4F5B-B440-645EABB52817}" dt="2026-10-13T04:58:17.981" v="955" actId="478"/>
          <ac:spMkLst>
            <pc:docMk/>
            <pc:sldMk cId="2635461782" sldId="4573"/>
            <ac:spMk id="8" creationId="{94554AEB-060E-4235-B618-10474C26F659}"/>
          </ac:spMkLst>
        </pc:spChg>
        <pc:spChg chg="del">
          <ac:chgData name="Minh Huynh" userId="01a137d4-0d81-46e0-aca6-c9185b391828" providerId="ADAL" clId="{FDDD7D90-4293-4F5B-B440-645EABB52817}" dt="2026-10-13T04:58:17.981" v="955" actId="478"/>
          <ac:spMkLst>
            <pc:docMk/>
            <pc:sldMk cId="2635461782" sldId="4573"/>
            <ac:spMk id="9" creationId="{BBC28FAD-0E6E-41AC-ADB2-055BFCDDD46C}"/>
          </ac:spMkLst>
        </pc:spChg>
        <pc:spChg chg="del">
          <ac:chgData name="Minh Huynh" userId="01a137d4-0d81-46e0-aca6-c9185b391828" providerId="ADAL" clId="{FDDD7D90-4293-4F5B-B440-645EABB52817}" dt="2026-10-13T04:58:20.410" v="957" actId="478"/>
          <ac:spMkLst>
            <pc:docMk/>
            <pc:sldMk cId="2635461782" sldId="4573"/>
            <ac:spMk id="12" creationId="{F6B62AD7-E12D-4832-A337-7F3C51DF4A9E}"/>
          </ac:spMkLst>
        </pc:spChg>
        <pc:spChg chg="add mod">
          <ac:chgData name="Minh Huynh" userId="01a137d4-0d81-46e0-aca6-c9185b391828" providerId="ADAL" clId="{FDDD7D90-4293-4F5B-B440-645EABB52817}" dt="2026-10-13T04:59:53.105" v="1013" actId="20577"/>
          <ac:spMkLst>
            <pc:docMk/>
            <pc:sldMk cId="2635461782" sldId="4573"/>
            <ac:spMk id="13" creationId="{7BF0132F-5195-4C10-AF33-82385EA34A4A}"/>
          </ac:spMkLst>
        </pc:spChg>
        <pc:spChg chg="add mod">
          <ac:chgData name="Minh Huynh" userId="01a137d4-0d81-46e0-aca6-c9185b391828" providerId="ADAL" clId="{FDDD7D90-4293-4F5B-B440-645EABB52817}" dt="2026-10-13T04:58:59.573" v="988" actId="1076"/>
          <ac:spMkLst>
            <pc:docMk/>
            <pc:sldMk cId="2635461782" sldId="4573"/>
            <ac:spMk id="14" creationId="{28189D9D-3BD4-4F71-8E97-FA47B11D36F2}"/>
          </ac:spMkLst>
        </pc:spChg>
        <pc:spChg chg="del">
          <ac:chgData name="Minh Huynh" userId="01a137d4-0d81-46e0-aca6-c9185b391828" providerId="ADAL" clId="{FDDD7D90-4293-4F5B-B440-645EABB52817}" dt="2026-10-13T04:58:19.346" v="956" actId="478"/>
          <ac:spMkLst>
            <pc:docMk/>
            <pc:sldMk cId="2635461782" sldId="4573"/>
            <ac:spMk id="16" creationId="{2CE206D0-F8D3-48B0-A0E5-281498CC759B}"/>
          </ac:spMkLst>
        </pc:spChg>
        <pc:spChg chg="add mod">
          <ac:chgData name="Minh Huynh" userId="01a137d4-0d81-46e0-aca6-c9185b391828" providerId="ADAL" clId="{FDDD7D90-4293-4F5B-B440-645EABB52817}" dt="2026-10-13T04:58:59.573" v="988" actId="1076"/>
          <ac:spMkLst>
            <pc:docMk/>
            <pc:sldMk cId="2635461782" sldId="4573"/>
            <ac:spMk id="17" creationId="{7901C4F3-EC44-4E35-A0DC-78DBFEB3E71C}"/>
          </ac:spMkLst>
        </pc:spChg>
        <pc:spChg chg="add mod">
          <ac:chgData name="Minh Huynh" userId="01a137d4-0d81-46e0-aca6-c9185b391828" providerId="ADAL" clId="{FDDD7D90-4293-4F5B-B440-645EABB52817}" dt="2026-10-13T04:58:59.573" v="988" actId="1076"/>
          <ac:spMkLst>
            <pc:docMk/>
            <pc:sldMk cId="2635461782" sldId="4573"/>
            <ac:spMk id="18" creationId="{30569B5D-CCA8-4044-AC10-2C8A8DFD6E6A}"/>
          </ac:spMkLst>
        </pc:spChg>
        <pc:spChg chg="add mod">
          <ac:chgData name="Minh Huynh" userId="01a137d4-0d81-46e0-aca6-c9185b391828" providerId="ADAL" clId="{FDDD7D90-4293-4F5B-B440-645EABB52817}" dt="2026-10-13T04:58:59.573" v="988" actId="1076"/>
          <ac:spMkLst>
            <pc:docMk/>
            <pc:sldMk cId="2635461782" sldId="4573"/>
            <ac:spMk id="19" creationId="{2009D1FC-DCF2-4EA8-914D-E4E1470EABA8}"/>
          </ac:spMkLst>
        </pc:spChg>
        <pc:spChg chg="add mod">
          <ac:chgData name="Minh Huynh" userId="01a137d4-0d81-46e0-aca6-c9185b391828" providerId="ADAL" clId="{FDDD7D90-4293-4F5B-B440-645EABB52817}" dt="2026-10-13T04:58:59.573" v="988" actId="1076"/>
          <ac:spMkLst>
            <pc:docMk/>
            <pc:sldMk cId="2635461782" sldId="4573"/>
            <ac:spMk id="20" creationId="{E82BE34B-D523-410D-84D8-27258D52F282}"/>
          </ac:spMkLst>
        </pc:spChg>
        <pc:spChg chg="add mod">
          <ac:chgData name="Minh Huynh" userId="01a137d4-0d81-46e0-aca6-c9185b391828" providerId="ADAL" clId="{FDDD7D90-4293-4F5B-B440-645EABB52817}" dt="2026-10-13T04:58:59.573" v="988" actId="1076"/>
          <ac:spMkLst>
            <pc:docMk/>
            <pc:sldMk cId="2635461782" sldId="4573"/>
            <ac:spMk id="21" creationId="{28E4AB0C-8B3C-43AC-852D-FBD9B8C8F53C}"/>
          </ac:spMkLst>
        </pc:spChg>
        <pc:spChg chg="add mod">
          <ac:chgData name="Minh Huynh" userId="01a137d4-0d81-46e0-aca6-c9185b391828" providerId="ADAL" clId="{FDDD7D90-4293-4F5B-B440-645EABB52817}" dt="2026-10-13T04:58:59.573" v="988" actId="1076"/>
          <ac:spMkLst>
            <pc:docMk/>
            <pc:sldMk cId="2635461782" sldId="4573"/>
            <ac:spMk id="22" creationId="{28A29DB4-BAD7-4AE4-9DA4-BBA6104DDF81}"/>
          </ac:spMkLst>
        </pc:spChg>
        <pc:spChg chg="add mod">
          <ac:chgData name="Minh Huynh" userId="01a137d4-0d81-46e0-aca6-c9185b391828" providerId="ADAL" clId="{FDDD7D90-4293-4F5B-B440-645EABB52817}" dt="2026-10-13T04:58:59.573" v="988" actId="1076"/>
          <ac:spMkLst>
            <pc:docMk/>
            <pc:sldMk cId="2635461782" sldId="4573"/>
            <ac:spMk id="23" creationId="{82085B2A-F3A7-4CC8-9FEB-89030C62F12F}"/>
          </ac:spMkLst>
        </pc:spChg>
        <pc:spChg chg="add mod">
          <ac:chgData name="Minh Huynh" userId="01a137d4-0d81-46e0-aca6-c9185b391828" providerId="ADAL" clId="{FDDD7D90-4293-4F5B-B440-645EABB52817}" dt="2026-10-13T04:58:59.573" v="988" actId="1076"/>
          <ac:spMkLst>
            <pc:docMk/>
            <pc:sldMk cId="2635461782" sldId="4573"/>
            <ac:spMk id="24" creationId="{B61F44F3-2D79-4F30-A3A6-7E51A2FE1F7D}"/>
          </ac:spMkLst>
        </pc:spChg>
        <pc:spChg chg="add mod">
          <ac:chgData name="Minh Huynh" userId="01a137d4-0d81-46e0-aca6-c9185b391828" providerId="ADAL" clId="{FDDD7D90-4293-4F5B-B440-645EABB52817}" dt="2026-10-13T04:59:23.305" v="994" actId="1076"/>
          <ac:spMkLst>
            <pc:docMk/>
            <pc:sldMk cId="2635461782" sldId="4573"/>
            <ac:spMk id="25" creationId="{F7B94AAC-17EA-4C65-8A43-E7588B6C5D0C}"/>
          </ac:spMkLst>
        </pc:spChg>
        <pc:spChg chg="add mod">
          <ac:chgData name="Minh Huynh" userId="01a137d4-0d81-46e0-aca6-c9185b391828" providerId="ADAL" clId="{FDDD7D90-4293-4F5B-B440-645EABB52817}" dt="2026-10-13T04:59:26.746" v="995" actId="1076"/>
          <ac:spMkLst>
            <pc:docMk/>
            <pc:sldMk cId="2635461782" sldId="4573"/>
            <ac:spMk id="26" creationId="{7EEA65D4-A778-4484-A72A-8BC31F38F414}"/>
          </ac:spMkLst>
        </pc:spChg>
        <pc:graphicFrameChg chg="mod">
          <ac:chgData name="Minh Huynh" userId="01a137d4-0d81-46e0-aca6-c9185b391828" providerId="ADAL" clId="{FDDD7D90-4293-4F5B-B440-645EABB52817}" dt="2026-10-13T04:58:36.913" v="986" actId="1076"/>
          <ac:graphicFrameMkLst>
            <pc:docMk/>
            <pc:sldMk cId="2635461782" sldId="4573"/>
            <ac:graphicFrameMk id="15" creationId="{236EDEBC-C702-4DA3-A807-C8734005F596}"/>
          </ac:graphicFrameMkLst>
        </pc:graphicFrameChg>
      </pc:sldChg>
      <pc:sldChg chg="add del">
        <pc:chgData name="Minh Huynh" userId="01a137d4-0d81-46e0-aca6-c9185b391828" providerId="ADAL" clId="{FDDD7D90-4293-4F5B-B440-645EABB52817}" dt="2026-10-13T04:59:59.706" v="1016" actId="47"/>
        <pc:sldMkLst>
          <pc:docMk/>
          <pc:sldMk cId="806771774" sldId="4574"/>
        </pc:sldMkLst>
      </pc:sldChg>
      <pc:sldChg chg="addSp delSp modSp add mod">
        <pc:chgData name="Minh Huynh" userId="01a137d4-0d81-46e0-aca6-c9185b391828" providerId="ADAL" clId="{FDDD7D90-4293-4F5B-B440-645EABB52817}" dt="2026-10-13T05:00:14.666" v="1037" actId="20577"/>
        <pc:sldMkLst>
          <pc:docMk/>
          <pc:sldMk cId="2838637852" sldId="4587"/>
        </pc:sldMkLst>
        <pc:spChg chg="del">
          <ac:chgData name="Minh Huynh" userId="01a137d4-0d81-46e0-aca6-c9185b391828" providerId="ADAL" clId="{FDDD7D90-4293-4F5B-B440-645EABB52817}" dt="2026-10-13T05:00:01.146" v="1017" actId="478"/>
          <ac:spMkLst>
            <pc:docMk/>
            <pc:sldMk cId="2838637852" sldId="4587"/>
            <ac:spMk id="3" creationId="{846C4BB3-855D-4B09-B334-F85A144A56B2}"/>
          </ac:spMkLst>
        </pc:spChg>
        <pc:spChg chg="del">
          <ac:chgData name="Minh Huynh" userId="01a137d4-0d81-46e0-aca6-c9185b391828" providerId="ADAL" clId="{FDDD7D90-4293-4F5B-B440-645EABB52817}" dt="2026-10-13T05:00:01.146" v="1017" actId="478"/>
          <ac:spMkLst>
            <pc:docMk/>
            <pc:sldMk cId="2838637852" sldId="4587"/>
            <ac:spMk id="4" creationId="{CD34D917-67EF-40AF-8DB4-07333629D30F}"/>
          </ac:spMkLst>
        </pc:spChg>
        <pc:spChg chg="del">
          <ac:chgData name="Minh Huynh" userId="01a137d4-0d81-46e0-aca6-c9185b391828" providerId="ADAL" clId="{FDDD7D90-4293-4F5B-B440-645EABB52817}" dt="2026-10-13T05:00:01.146" v="1017" actId="478"/>
          <ac:spMkLst>
            <pc:docMk/>
            <pc:sldMk cId="2838637852" sldId="4587"/>
            <ac:spMk id="5" creationId="{BFE94675-1403-41D9-9A8D-E255A76E5671}"/>
          </ac:spMkLst>
        </pc:spChg>
        <pc:spChg chg="del">
          <ac:chgData name="Minh Huynh" userId="01a137d4-0d81-46e0-aca6-c9185b391828" providerId="ADAL" clId="{FDDD7D90-4293-4F5B-B440-645EABB52817}" dt="2026-10-13T05:00:01.146" v="1017" actId="478"/>
          <ac:spMkLst>
            <pc:docMk/>
            <pc:sldMk cId="2838637852" sldId="4587"/>
            <ac:spMk id="6" creationId="{C9AF8D4D-38DD-46F1-BFAE-BC0BAF2D688A}"/>
          </ac:spMkLst>
        </pc:spChg>
        <pc:spChg chg="del">
          <ac:chgData name="Minh Huynh" userId="01a137d4-0d81-46e0-aca6-c9185b391828" providerId="ADAL" clId="{FDDD7D90-4293-4F5B-B440-645EABB52817}" dt="2026-10-13T05:00:01.146" v="1017" actId="478"/>
          <ac:spMkLst>
            <pc:docMk/>
            <pc:sldMk cId="2838637852" sldId="4587"/>
            <ac:spMk id="7" creationId="{2696235A-FFD4-427F-8C96-92D126163219}"/>
          </ac:spMkLst>
        </pc:spChg>
        <pc:spChg chg="del">
          <ac:chgData name="Minh Huynh" userId="01a137d4-0d81-46e0-aca6-c9185b391828" providerId="ADAL" clId="{FDDD7D90-4293-4F5B-B440-645EABB52817}" dt="2026-10-13T05:00:01.146" v="1017" actId="478"/>
          <ac:spMkLst>
            <pc:docMk/>
            <pc:sldMk cId="2838637852" sldId="4587"/>
            <ac:spMk id="8" creationId="{94554AEB-060E-4235-B618-10474C26F659}"/>
          </ac:spMkLst>
        </pc:spChg>
        <pc:spChg chg="del">
          <ac:chgData name="Minh Huynh" userId="01a137d4-0d81-46e0-aca6-c9185b391828" providerId="ADAL" clId="{FDDD7D90-4293-4F5B-B440-645EABB52817}" dt="2026-10-13T05:00:01.146" v="1017" actId="478"/>
          <ac:spMkLst>
            <pc:docMk/>
            <pc:sldMk cId="2838637852" sldId="4587"/>
            <ac:spMk id="9" creationId="{BBC28FAD-0E6E-41AC-ADB2-055BFCDDD46C}"/>
          </ac:spMkLst>
        </pc:spChg>
        <pc:spChg chg="del">
          <ac:chgData name="Minh Huynh" userId="01a137d4-0d81-46e0-aca6-c9185b391828" providerId="ADAL" clId="{FDDD7D90-4293-4F5B-B440-645EABB52817}" dt="2026-10-13T05:00:03.572" v="1018" actId="478"/>
          <ac:spMkLst>
            <pc:docMk/>
            <pc:sldMk cId="2838637852" sldId="4587"/>
            <ac:spMk id="15" creationId="{E18A802E-54FF-461D-901E-44F6FF8B3D4D}"/>
          </ac:spMkLst>
        </pc:spChg>
        <pc:spChg chg="add mod">
          <ac:chgData name="Minh Huynh" userId="01a137d4-0d81-46e0-aca6-c9185b391828" providerId="ADAL" clId="{FDDD7D90-4293-4F5B-B440-645EABB52817}" dt="2026-10-13T05:00:14.666" v="1037" actId="20577"/>
          <ac:spMkLst>
            <pc:docMk/>
            <pc:sldMk cId="2838637852" sldId="4587"/>
            <ac:spMk id="18" creationId="{060748B7-3542-465B-9862-2087DB803119}"/>
          </ac:spMkLst>
        </pc:spChg>
      </pc:sldChg>
      <pc:sldChg chg="addSp delSp modSp add mod">
        <pc:chgData name="Minh Huynh" userId="01a137d4-0d81-46e0-aca6-c9185b391828" providerId="ADAL" clId="{FDDD7D90-4293-4F5B-B440-645EABB52817}" dt="2026-10-13T05:00:43.276" v="1060" actId="20577"/>
        <pc:sldMkLst>
          <pc:docMk/>
          <pc:sldMk cId="990204411" sldId="4602"/>
        </pc:sldMkLst>
        <pc:spChg chg="del">
          <ac:chgData name="Minh Huynh" userId="01a137d4-0d81-46e0-aca6-c9185b391828" providerId="ADAL" clId="{FDDD7D90-4293-4F5B-B440-645EABB52817}" dt="2026-10-13T05:00:34.572" v="1040" actId="478"/>
          <ac:spMkLst>
            <pc:docMk/>
            <pc:sldMk cId="990204411" sldId="4602"/>
            <ac:spMk id="3" creationId="{846C4BB3-855D-4B09-B334-F85A144A56B2}"/>
          </ac:spMkLst>
        </pc:spChg>
        <pc:spChg chg="del">
          <ac:chgData name="Minh Huynh" userId="01a137d4-0d81-46e0-aca6-c9185b391828" providerId="ADAL" clId="{FDDD7D90-4293-4F5B-B440-645EABB52817}" dt="2026-10-13T05:00:34.572" v="1040" actId="478"/>
          <ac:spMkLst>
            <pc:docMk/>
            <pc:sldMk cId="990204411" sldId="4602"/>
            <ac:spMk id="4" creationId="{CD34D917-67EF-40AF-8DB4-07333629D30F}"/>
          </ac:spMkLst>
        </pc:spChg>
        <pc:spChg chg="del">
          <ac:chgData name="Minh Huynh" userId="01a137d4-0d81-46e0-aca6-c9185b391828" providerId="ADAL" clId="{FDDD7D90-4293-4F5B-B440-645EABB52817}" dt="2026-10-13T05:00:34.572" v="1040" actId="478"/>
          <ac:spMkLst>
            <pc:docMk/>
            <pc:sldMk cId="990204411" sldId="4602"/>
            <ac:spMk id="5" creationId="{BFE94675-1403-41D9-9A8D-E255A76E5671}"/>
          </ac:spMkLst>
        </pc:spChg>
        <pc:spChg chg="del">
          <ac:chgData name="Minh Huynh" userId="01a137d4-0d81-46e0-aca6-c9185b391828" providerId="ADAL" clId="{FDDD7D90-4293-4F5B-B440-645EABB52817}" dt="2026-10-13T05:00:34.572" v="1040" actId="478"/>
          <ac:spMkLst>
            <pc:docMk/>
            <pc:sldMk cId="990204411" sldId="4602"/>
            <ac:spMk id="6" creationId="{C9AF8D4D-38DD-46F1-BFAE-BC0BAF2D688A}"/>
          </ac:spMkLst>
        </pc:spChg>
        <pc:spChg chg="del">
          <ac:chgData name="Minh Huynh" userId="01a137d4-0d81-46e0-aca6-c9185b391828" providerId="ADAL" clId="{FDDD7D90-4293-4F5B-B440-645EABB52817}" dt="2026-10-13T05:00:34.572" v="1040" actId="478"/>
          <ac:spMkLst>
            <pc:docMk/>
            <pc:sldMk cId="990204411" sldId="4602"/>
            <ac:spMk id="7" creationId="{2696235A-FFD4-427F-8C96-92D126163219}"/>
          </ac:spMkLst>
        </pc:spChg>
        <pc:spChg chg="del">
          <ac:chgData name="Minh Huynh" userId="01a137d4-0d81-46e0-aca6-c9185b391828" providerId="ADAL" clId="{FDDD7D90-4293-4F5B-B440-645EABB52817}" dt="2026-10-13T05:00:34.572" v="1040" actId="478"/>
          <ac:spMkLst>
            <pc:docMk/>
            <pc:sldMk cId="990204411" sldId="4602"/>
            <ac:spMk id="8" creationId="{94554AEB-060E-4235-B618-10474C26F659}"/>
          </ac:spMkLst>
        </pc:spChg>
        <pc:spChg chg="del">
          <ac:chgData name="Minh Huynh" userId="01a137d4-0d81-46e0-aca6-c9185b391828" providerId="ADAL" clId="{FDDD7D90-4293-4F5B-B440-645EABB52817}" dt="2026-10-13T05:00:34.572" v="1040" actId="478"/>
          <ac:spMkLst>
            <pc:docMk/>
            <pc:sldMk cId="990204411" sldId="4602"/>
            <ac:spMk id="9" creationId="{BBC28FAD-0E6E-41AC-ADB2-055BFCDDD46C}"/>
          </ac:spMkLst>
        </pc:spChg>
        <pc:spChg chg="del">
          <ac:chgData name="Minh Huynh" userId="01a137d4-0d81-46e0-aca6-c9185b391828" providerId="ADAL" clId="{FDDD7D90-4293-4F5B-B440-645EABB52817}" dt="2026-10-13T05:00:33.186" v="1039" actId="478"/>
          <ac:spMkLst>
            <pc:docMk/>
            <pc:sldMk cId="990204411" sldId="4602"/>
            <ac:spMk id="14" creationId="{31B2F0B0-AFF4-426C-8B40-A7F21D5C3EBA}"/>
          </ac:spMkLst>
        </pc:spChg>
        <pc:spChg chg="add mod">
          <ac:chgData name="Minh Huynh" userId="01a137d4-0d81-46e0-aca6-c9185b391828" providerId="ADAL" clId="{FDDD7D90-4293-4F5B-B440-645EABB52817}" dt="2026-10-13T05:00:43.276" v="1060" actId="20577"/>
          <ac:spMkLst>
            <pc:docMk/>
            <pc:sldMk cId="990204411" sldId="4602"/>
            <ac:spMk id="20" creationId="{4A52BF76-DA8E-4C01-A91B-742FD07B86A0}"/>
          </ac:spMkLst>
        </pc:spChg>
      </pc:sldChg>
      <pc:sldChg chg="addSp delSp modSp add mod">
        <pc:chgData name="Minh Huynh" userId="01a137d4-0d81-46e0-aca6-c9185b391828" providerId="ADAL" clId="{FDDD7D90-4293-4F5B-B440-645EABB52817}" dt="2026-10-13T05:01:01.950" v="1064"/>
        <pc:sldMkLst>
          <pc:docMk/>
          <pc:sldMk cId="115482038" sldId="4611"/>
        </pc:sldMkLst>
        <pc:spChg chg="del">
          <ac:chgData name="Minh Huynh" userId="01a137d4-0d81-46e0-aca6-c9185b391828" providerId="ADAL" clId="{FDDD7D90-4293-4F5B-B440-645EABB52817}" dt="2026-10-13T05:00:58.643" v="1063" actId="478"/>
          <ac:spMkLst>
            <pc:docMk/>
            <pc:sldMk cId="115482038" sldId="4611"/>
            <ac:spMk id="3" creationId="{846C4BB3-855D-4B09-B334-F85A144A56B2}"/>
          </ac:spMkLst>
        </pc:spChg>
        <pc:spChg chg="del">
          <ac:chgData name="Minh Huynh" userId="01a137d4-0d81-46e0-aca6-c9185b391828" providerId="ADAL" clId="{FDDD7D90-4293-4F5B-B440-645EABB52817}" dt="2026-10-13T05:00:58.643" v="1063" actId="478"/>
          <ac:spMkLst>
            <pc:docMk/>
            <pc:sldMk cId="115482038" sldId="4611"/>
            <ac:spMk id="4" creationId="{CD34D917-67EF-40AF-8DB4-07333629D30F}"/>
          </ac:spMkLst>
        </pc:spChg>
        <pc:spChg chg="del">
          <ac:chgData name="Minh Huynh" userId="01a137d4-0d81-46e0-aca6-c9185b391828" providerId="ADAL" clId="{FDDD7D90-4293-4F5B-B440-645EABB52817}" dt="2026-10-13T05:00:58.643" v="1063" actId="478"/>
          <ac:spMkLst>
            <pc:docMk/>
            <pc:sldMk cId="115482038" sldId="4611"/>
            <ac:spMk id="5" creationId="{BFE94675-1403-41D9-9A8D-E255A76E5671}"/>
          </ac:spMkLst>
        </pc:spChg>
        <pc:spChg chg="del">
          <ac:chgData name="Minh Huynh" userId="01a137d4-0d81-46e0-aca6-c9185b391828" providerId="ADAL" clId="{FDDD7D90-4293-4F5B-B440-645EABB52817}" dt="2026-10-13T05:00:58.643" v="1063" actId="478"/>
          <ac:spMkLst>
            <pc:docMk/>
            <pc:sldMk cId="115482038" sldId="4611"/>
            <ac:spMk id="6" creationId="{C9AF8D4D-38DD-46F1-BFAE-BC0BAF2D688A}"/>
          </ac:spMkLst>
        </pc:spChg>
        <pc:spChg chg="del">
          <ac:chgData name="Minh Huynh" userId="01a137d4-0d81-46e0-aca6-c9185b391828" providerId="ADAL" clId="{FDDD7D90-4293-4F5B-B440-645EABB52817}" dt="2026-10-13T05:00:58.643" v="1063" actId="478"/>
          <ac:spMkLst>
            <pc:docMk/>
            <pc:sldMk cId="115482038" sldId="4611"/>
            <ac:spMk id="7" creationId="{2696235A-FFD4-427F-8C96-92D126163219}"/>
          </ac:spMkLst>
        </pc:spChg>
        <pc:spChg chg="del">
          <ac:chgData name="Minh Huynh" userId="01a137d4-0d81-46e0-aca6-c9185b391828" providerId="ADAL" clId="{FDDD7D90-4293-4F5B-B440-645EABB52817}" dt="2026-10-13T05:00:58.643" v="1063" actId="478"/>
          <ac:spMkLst>
            <pc:docMk/>
            <pc:sldMk cId="115482038" sldId="4611"/>
            <ac:spMk id="8" creationId="{94554AEB-060E-4235-B618-10474C26F659}"/>
          </ac:spMkLst>
        </pc:spChg>
        <pc:spChg chg="del">
          <ac:chgData name="Minh Huynh" userId="01a137d4-0d81-46e0-aca6-c9185b391828" providerId="ADAL" clId="{FDDD7D90-4293-4F5B-B440-645EABB52817}" dt="2026-10-13T05:00:58.643" v="1063" actId="478"/>
          <ac:spMkLst>
            <pc:docMk/>
            <pc:sldMk cId="115482038" sldId="4611"/>
            <ac:spMk id="9" creationId="{BBC28FAD-0E6E-41AC-ADB2-055BFCDDD46C}"/>
          </ac:spMkLst>
        </pc:spChg>
        <pc:spChg chg="del">
          <ac:chgData name="Minh Huynh" userId="01a137d4-0d81-46e0-aca6-c9185b391828" providerId="ADAL" clId="{FDDD7D90-4293-4F5B-B440-645EABB52817}" dt="2026-10-13T05:00:57.505" v="1062" actId="478"/>
          <ac:spMkLst>
            <pc:docMk/>
            <pc:sldMk cId="115482038" sldId="4611"/>
            <ac:spMk id="14" creationId="{31B2F0B0-AFF4-426C-8B40-A7F21D5C3EBA}"/>
          </ac:spMkLst>
        </pc:spChg>
        <pc:spChg chg="add mod">
          <ac:chgData name="Minh Huynh" userId="01a137d4-0d81-46e0-aca6-c9185b391828" providerId="ADAL" clId="{FDDD7D90-4293-4F5B-B440-645EABB52817}" dt="2026-10-13T05:01:01.950" v="1064"/>
          <ac:spMkLst>
            <pc:docMk/>
            <pc:sldMk cId="115482038" sldId="4611"/>
            <ac:spMk id="15" creationId="{7FD81674-302E-45BB-9463-0768A47115EF}"/>
          </ac:spMkLst>
        </pc:spChg>
      </pc:sldChg>
    </pc:docChg>
  </pc:docChgLst>
  <pc:docChgLst>
    <pc:chgData name="Minh Huynh" userId="01a137d4-0d81-46e0-aca6-c9185b391828" providerId="ADAL" clId="{88AB73D2-BEAC-49CB-B2E2-279547085BAB}"/>
    <pc:docChg chg="undo custSel addSld delSld modSld">
      <pc:chgData name="Minh Huynh" userId="01a137d4-0d81-46e0-aca6-c9185b391828" providerId="ADAL" clId="{88AB73D2-BEAC-49CB-B2E2-279547085BAB}" dt="2026-10-14T11:57:05.578" v="1277" actId="20577"/>
      <pc:docMkLst>
        <pc:docMk/>
      </pc:docMkLst>
      <pc:sldChg chg="modSp mod">
        <pc:chgData name="Minh Huynh" userId="01a137d4-0d81-46e0-aca6-c9185b391828" providerId="ADAL" clId="{88AB73D2-BEAC-49CB-B2E2-279547085BAB}" dt="2026-10-14T11:32:07.794" v="19" actId="20577"/>
        <pc:sldMkLst>
          <pc:docMk/>
          <pc:sldMk cId="1972624584" sldId="257"/>
        </pc:sldMkLst>
        <pc:spChg chg="mod">
          <ac:chgData name="Minh Huynh" userId="01a137d4-0d81-46e0-aca6-c9185b391828" providerId="ADAL" clId="{88AB73D2-BEAC-49CB-B2E2-279547085BAB}" dt="2026-10-14T11:32:07.794" v="19" actId="20577"/>
          <ac:spMkLst>
            <pc:docMk/>
            <pc:sldMk cId="1972624584" sldId="257"/>
            <ac:spMk id="13" creationId="{F11B6F01-F247-4E5E-AC9E-2D11F2681474}"/>
          </ac:spMkLst>
        </pc:spChg>
      </pc:sldChg>
      <pc:sldChg chg="addSp delSp modSp add mod setBg">
        <pc:chgData name="Minh Huynh" userId="01a137d4-0d81-46e0-aca6-c9185b391828" providerId="ADAL" clId="{88AB73D2-BEAC-49CB-B2E2-279547085BAB}" dt="2026-10-14T11:53:03.703" v="1231" actId="20577"/>
        <pc:sldMkLst>
          <pc:docMk/>
          <pc:sldMk cId="3861503697" sldId="1334"/>
        </pc:sldMkLst>
        <pc:spChg chg="del">
          <ac:chgData name="Minh Huynh" userId="01a137d4-0d81-46e0-aca6-c9185b391828" providerId="ADAL" clId="{88AB73D2-BEAC-49CB-B2E2-279547085BAB}" dt="2026-10-14T11:52:54.672" v="1213" actId="478"/>
          <ac:spMkLst>
            <pc:docMk/>
            <pc:sldMk cId="3861503697" sldId="1334"/>
            <ac:spMk id="220" creationId="{E3470F0B-3C49-4A64-BBCE-7F573BE614BA}"/>
          </ac:spMkLst>
        </pc:spChg>
        <pc:spChg chg="del">
          <ac:chgData name="Minh Huynh" userId="01a137d4-0d81-46e0-aca6-c9185b391828" providerId="ADAL" clId="{88AB73D2-BEAC-49CB-B2E2-279547085BAB}" dt="2026-10-14T11:52:52.259" v="1212" actId="478"/>
          <ac:spMkLst>
            <pc:docMk/>
            <pc:sldMk cId="3861503697" sldId="1334"/>
            <ac:spMk id="222" creationId="{1A0E5006-E085-4DD5-B55E-3730681C2C13}"/>
          </ac:spMkLst>
        </pc:spChg>
        <pc:spChg chg="del">
          <ac:chgData name="Minh Huynh" userId="01a137d4-0d81-46e0-aca6-c9185b391828" providerId="ADAL" clId="{88AB73D2-BEAC-49CB-B2E2-279547085BAB}" dt="2026-10-14T11:52:52.259" v="1212" actId="478"/>
          <ac:spMkLst>
            <pc:docMk/>
            <pc:sldMk cId="3861503697" sldId="1334"/>
            <ac:spMk id="224" creationId="{AC744BA4-D172-48F0-BE04-71B1EDED91A0}"/>
          </ac:spMkLst>
        </pc:spChg>
        <pc:spChg chg="del">
          <ac:chgData name="Minh Huynh" userId="01a137d4-0d81-46e0-aca6-c9185b391828" providerId="ADAL" clId="{88AB73D2-BEAC-49CB-B2E2-279547085BAB}" dt="2026-10-14T11:52:52.259" v="1212" actId="478"/>
          <ac:spMkLst>
            <pc:docMk/>
            <pc:sldMk cId="3861503697" sldId="1334"/>
            <ac:spMk id="226" creationId="{4E70BB4B-46BA-4D5C-A041-B33582E1424E}"/>
          </ac:spMkLst>
        </pc:spChg>
        <pc:spChg chg="del">
          <ac:chgData name="Minh Huynh" userId="01a137d4-0d81-46e0-aca6-c9185b391828" providerId="ADAL" clId="{88AB73D2-BEAC-49CB-B2E2-279547085BAB}" dt="2026-10-14T11:52:52.259" v="1212" actId="478"/>
          <ac:spMkLst>
            <pc:docMk/>
            <pc:sldMk cId="3861503697" sldId="1334"/>
            <ac:spMk id="228" creationId="{C1FB3C13-27E7-4F9E-A6F3-F709651B2727}"/>
          </ac:spMkLst>
        </pc:spChg>
        <pc:spChg chg="del">
          <ac:chgData name="Minh Huynh" userId="01a137d4-0d81-46e0-aca6-c9185b391828" providerId="ADAL" clId="{88AB73D2-BEAC-49CB-B2E2-279547085BAB}" dt="2026-10-14T11:52:52.259" v="1212" actId="478"/>
          <ac:spMkLst>
            <pc:docMk/>
            <pc:sldMk cId="3861503697" sldId="1334"/>
            <ac:spMk id="230" creationId="{E57ABB0E-B43A-4EA4-A1A8-2CD02FC2EBBB}"/>
          </ac:spMkLst>
        </pc:spChg>
        <pc:spChg chg="del">
          <ac:chgData name="Minh Huynh" userId="01a137d4-0d81-46e0-aca6-c9185b391828" providerId="ADAL" clId="{88AB73D2-BEAC-49CB-B2E2-279547085BAB}" dt="2026-10-14T11:52:52.259" v="1212" actId="478"/>
          <ac:spMkLst>
            <pc:docMk/>
            <pc:sldMk cId="3861503697" sldId="1334"/>
            <ac:spMk id="232" creationId="{53864412-E58A-487C-8F3D-7A6F67946E7F}"/>
          </ac:spMkLst>
        </pc:spChg>
        <pc:spChg chg="del">
          <ac:chgData name="Minh Huynh" userId="01a137d4-0d81-46e0-aca6-c9185b391828" providerId="ADAL" clId="{88AB73D2-BEAC-49CB-B2E2-279547085BAB}" dt="2026-10-14T11:52:52.259" v="1212" actId="478"/>
          <ac:spMkLst>
            <pc:docMk/>
            <pc:sldMk cId="3861503697" sldId="1334"/>
            <ac:spMk id="234" creationId="{BC16AE0C-2925-42F7-9BE8-69AD68ABD48D}"/>
          </ac:spMkLst>
        </pc:spChg>
        <pc:spChg chg="del">
          <ac:chgData name="Minh Huynh" userId="01a137d4-0d81-46e0-aca6-c9185b391828" providerId="ADAL" clId="{88AB73D2-BEAC-49CB-B2E2-279547085BAB}" dt="2026-10-14T11:52:52.259" v="1212" actId="478"/>
          <ac:spMkLst>
            <pc:docMk/>
            <pc:sldMk cId="3861503697" sldId="1334"/>
            <ac:spMk id="236" creationId="{6C98C75D-90F9-44A7-95C8-E3DC546CB4D3}"/>
          </ac:spMkLst>
        </pc:spChg>
        <pc:spChg chg="del">
          <ac:chgData name="Minh Huynh" userId="01a137d4-0d81-46e0-aca6-c9185b391828" providerId="ADAL" clId="{88AB73D2-BEAC-49CB-B2E2-279547085BAB}" dt="2026-10-14T11:52:52.259" v="1212" actId="478"/>
          <ac:spMkLst>
            <pc:docMk/>
            <pc:sldMk cId="3861503697" sldId="1334"/>
            <ac:spMk id="238" creationId="{80983631-216D-44CD-B318-D224D11196F7}"/>
          </ac:spMkLst>
        </pc:spChg>
        <pc:spChg chg="del">
          <ac:chgData name="Minh Huynh" userId="01a137d4-0d81-46e0-aca6-c9185b391828" providerId="ADAL" clId="{88AB73D2-BEAC-49CB-B2E2-279547085BAB}" dt="2026-10-14T11:52:52.259" v="1212" actId="478"/>
          <ac:spMkLst>
            <pc:docMk/>
            <pc:sldMk cId="3861503697" sldId="1334"/>
            <ac:spMk id="240" creationId="{A109AD0A-617E-4864-92BE-08076D04A828}"/>
          </ac:spMkLst>
        </pc:spChg>
        <pc:spChg chg="add mod">
          <ac:chgData name="Minh Huynh" userId="01a137d4-0d81-46e0-aca6-c9185b391828" providerId="ADAL" clId="{88AB73D2-BEAC-49CB-B2E2-279547085BAB}" dt="2026-10-14T11:53:03.703" v="1231" actId="20577"/>
          <ac:spMkLst>
            <pc:docMk/>
            <pc:sldMk cId="3861503697" sldId="1334"/>
            <ac:spMk id="242" creationId="{C1FC51B4-C30B-43BE-893B-DE11FAAB5227}"/>
          </ac:spMkLst>
        </pc:spChg>
      </pc:sldChg>
      <pc:sldChg chg="addSp delSp modSp mod">
        <pc:chgData name="Minh Huynh" userId="01a137d4-0d81-46e0-aca6-c9185b391828" providerId="ADAL" clId="{88AB73D2-BEAC-49CB-B2E2-279547085BAB}" dt="2026-10-14T11:37:15.471" v="585" actId="313"/>
        <pc:sldMkLst>
          <pc:docMk/>
          <pc:sldMk cId="6395444" sldId="4679"/>
        </pc:sldMkLst>
        <pc:spChg chg="add mod">
          <ac:chgData name="Minh Huynh" userId="01a137d4-0d81-46e0-aca6-c9185b391828" providerId="ADAL" clId="{88AB73D2-BEAC-49CB-B2E2-279547085BAB}" dt="2026-10-14T11:37:15.471" v="585" actId="313"/>
          <ac:spMkLst>
            <pc:docMk/>
            <pc:sldMk cId="6395444" sldId="4679"/>
            <ac:spMk id="2" creationId="{680F6D8D-0922-4394-8A70-BDE808B8E5C3}"/>
          </ac:spMkLst>
        </pc:spChg>
        <pc:spChg chg="del">
          <ac:chgData name="Minh Huynh" userId="01a137d4-0d81-46e0-aca6-c9185b391828" providerId="ADAL" clId="{88AB73D2-BEAC-49CB-B2E2-279547085BAB}" dt="2026-10-14T11:32:25.005" v="42" actId="478"/>
          <ac:spMkLst>
            <pc:docMk/>
            <pc:sldMk cId="6395444" sldId="4679"/>
            <ac:spMk id="110" creationId="{4FF4E4CC-D590-4128-AD16-CBCD6513259F}"/>
          </ac:spMkLst>
        </pc:spChg>
        <pc:spChg chg="del">
          <ac:chgData name="Minh Huynh" userId="01a137d4-0d81-46e0-aca6-c9185b391828" providerId="ADAL" clId="{88AB73D2-BEAC-49CB-B2E2-279547085BAB}" dt="2026-10-14T11:32:25.005" v="42" actId="478"/>
          <ac:spMkLst>
            <pc:docMk/>
            <pc:sldMk cId="6395444" sldId="4679"/>
            <ac:spMk id="111" creationId="{5148F668-4EFC-4EA6-8D86-39FF83409E48}"/>
          </ac:spMkLst>
        </pc:spChg>
        <pc:spChg chg="del">
          <ac:chgData name="Minh Huynh" userId="01a137d4-0d81-46e0-aca6-c9185b391828" providerId="ADAL" clId="{88AB73D2-BEAC-49CB-B2E2-279547085BAB}" dt="2026-10-14T11:32:25.005" v="42" actId="478"/>
          <ac:spMkLst>
            <pc:docMk/>
            <pc:sldMk cId="6395444" sldId="4679"/>
            <ac:spMk id="112" creationId="{C6D995F5-5042-4841-A9EE-1ED0757DD2C1}"/>
          </ac:spMkLst>
        </pc:spChg>
        <pc:spChg chg="del">
          <ac:chgData name="Minh Huynh" userId="01a137d4-0d81-46e0-aca6-c9185b391828" providerId="ADAL" clId="{88AB73D2-BEAC-49CB-B2E2-279547085BAB}" dt="2026-10-14T11:32:25.005" v="42" actId="478"/>
          <ac:spMkLst>
            <pc:docMk/>
            <pc:sldMk cId="6395444" sldId="4679"/>
            <ac:spMk id="113" creationId="{9B019923-5411-4EE6-A805-29235FB09310}"/>
          </ac:spMkLst>
        </pc:spChg>
        <pc:spChg chg="del">
          <ac:chgData name="Minh Huynh" userId="01a137d4-0d81-46e0-aca6-c9185b391828" providerId="ADAL" clId="{88AB73D2-BEAC-49CB-B2E2-279547085BAB}" dt="2026-10-14T11:32:25.005" v="42" actId="478"/>
          <ac:spMkLst>
            <pc:docMk/>
            <pc:sldMk cId="6395444" sldId="4679"/>
            <ac:spMk id="114" creationId="{95EA4D1D-3EF2-4B33-96B0-86D597C635D1}"/>
          </ac:spMkLst>
        </pc:spChg>
        <pc:spChg chg="del">
          <ac:chgData name="Minh Huynh" userId="01a137d4-0d81-46e0-aca6-c9185b391828" providerId="ADAL" clId="{88AB73D2-BEAC-49CB-B2E2-279547085BAB}" dt="2026-10-14T11:32:25.005" v="42" actId="478"/>
          <ac:spMkLst>
            <pc:docMk/>
            <pc:sldMk cId="6395444" sldId="4679"/>
            <ac:spMk id="115" creationId="{B8199F83-084D-4050-A30A-508DA290BD53}"/>
          </ac:spMkLst>
        </pc:spChg>
        <pc:spChg chg="del mod">
          <ac:chgData name="Minh Huynh" userId="01a137d4-0d81-46e0-aca6-c9185b391828" providerId="ADAL" clId="{88AB73D2-BEAC-49CB-B2E2-279547085BAB}" dt="2026-10-14T11:32:36.982" v="46" actId="478"/>
          <ac:spMkLst>
            <pc:docMk/>
            <pc:sldMk cId="6395444" sldId="4679"/>
            <ac:spMk id="116" creationId="{1CDC1971-0928-4CA5-887B-104E4F76CB7A}"/>
          </ac:spMkLst>
        </pc:spChg>
        <pc:spChg chg="mod">
          <ac:chgData name="Minh Huynh" userId="01a137d4-0d81-46e0-aca6-c9185b391828" providerId="ADAL" clId="{88AB73D2-BEAC-49CB-B2E2-279547085BAB}" dt="2026-10-14T11:32:22.365" v="41" actId="20577"/>
          <ac:spMkLst>
            <pc:docMk/>
            <pc:sldMk cId="6395444" sldId="4679"/>
            <ac:spMk id="129" creationId="{BAF0ED66-576B-47C3-8D44-7090A2F53881}"/>
          </ac:spMkLst>
        </pc:spChg>
        <pc:spChg chg="del">
          <ac:chgData name="Minh Huynh" userId="01a137d4-0d81-46e0-aca6-c9185b391828" providerId="ADAL" clId="{88AB73D2-BEAC-49CB-B2E2-279547085BAB}" dt="2026-10-14T11:32:25.005" v="42" actId="478"/>
          <ac:spMkLst>
            <pc:docMk/>
            <pc:sldMk cId="6395444" sldId="4679"/>
            <ac:spMk id="212" creationId="{99909596-4106-4C2E-AEF5-D14E9DD946D3}"/>
          </ac:spMkLst>
        </pc:spChg>
        <pc:spChg chg="del">
          <ac:chgData name="Minh Huynh" userId="01a137d4-0d81-46e0-aca6-c9185b391828" providerId="ADAL" clId="{88AB73D2-BEAC-49CB-B2E2-279547085BAB}" dt="2026-10-14T11:32:25.005" v="42" actId="478"/>
          <ac:spMkLst>
            <pc:docMk/>
            <pc:sldMk cId="6395444" sldId="4679"/>
            <ac:spMk id="213" creationId="{7949C2A5-CF7A-4FF1-B89B-94E67B22B181}"/>
          </ac:spMkLst>
        </pc:spChg>
        <pc:spChg chg="del">
          <ac:chgData name="Minh Huynh" userId="01a137d4-0d81-46e0-aca6-c9185b391828" providerId="ADAL" clId="{88AB73D2-BEAC-49CB-B2E2-279547085BAB}" dt="2026-10-14T11:32:25.005" v="42" actId="478"/>
          <ac:spMkLst>
            <pc:docMk/>
            <pc:sldMk cId="6395444" sldId="4679"/>
            <ac:spMk id="214" creationId="{E093260A-75FA-4DBB-A69F-EEA3755183F5}"/>
          </ac:spMkLst>
        </pc:spChg>
        <pc:spChg chg="del">
          <ac:chgData name="Minh Huynh" userId="01a137d4-0d81-46e0-aca6-c9185b391828" providerId="ADAL" clId="{88AB73D2-BEAC-49CB-B2E2-279547085BAB}" dt="2026-10-14T11:32:25.005" v="42" actId="478"/>
          <ac:spMkLst>
            <pc:docMk/>
            <pc:sldMk cId="6395444" sldId="4679"/>
            <ac:spMk id="315" creationId="{A67431D7-4F50-49F5-8046-611BC768D556}"/>
          </ac:spMkLst>
        </pc:spChg>
        <pc:spChg chg="del">
          <ac:chgData name="Minh Huynh" userId="01a137d4-0d81-46e0-aca6-c9185b391828" providerId="ADAL" clId="{88AB73D2-BEAC-49CB-B2E2-279547085BAB}" dt="2026-10-14T11:32:25.005" v="42" actId="478"/>
          <ac:spMkLst>
            <pc:docMk/>
            <pc:sldMk cId="6395444" sldId="4679"/>
            <ac:spMk id="316" creationId="{DAAD297C-9B9B-4558-8CA3-1EEB12719B24}"/>
          </ac:spMkLst>
        </pc:spChg>
        <pc:picChg chg="del">
          <ac:chgData name="Minh Huynh" userId="01a137d4-0d81-46e0-aca6-c9185b391828" providerId="ADAL" clId="{88AB73D2-BEAC-49CB-B2E2-279547085BAB}" dt="2026-10-14T11:32:25.005" v="42" actId="478"/>
          <ac:picMkLst>
            <pc:docMk/>
            <pc:sldMk cId="6395444" sldId="4679"/>
            <ac:picMk id="215" creationId="{7756684A-2B9F-4E46-9A05-C47D88A5FE9B}"/>
          </ac:picMkLst>
        </pc:picChg>
        <pc:picChg chg="del">
          <ac:chgData name="Minh Huynh" userId="01a137d4-0d81-46e0-aca6-c9185b391828" providerId="ADAL" clId="{88AB73D2-BEAC-49CB-B2E2-279547085BAB}" dt="2026-10-14T11:32:25.005" v="42" actId="478"/>
          <ac:picMkLst>
            <pc:docMk/>
            <pc:sldMk cId="6395444" sldId="4679"/>
            <ac:picMk id="216" creationId="{D9F6AB59-7B34-4BDC-8654-9B4A6120BF2B}"/>
          </ac:picMkLst>
        </pc:picChg>
        <pc:picChg chg="del">
          <ac:chgData name="Minh Huynh" userId="01a137d4-0d81-46e0-aca6-c9185b391828" providerId="ADAL" clId="{88AB73D2-BEAC-49CB-B2E2-279547085BAB}" dt="2026-10-14T11:32:25.005" v="42" actId="478"/>
          <ac:picMkLst>
            <pc:docMk/>
            <pc:sldMk cId="6395444" sldId="4679"/>
            <ac:picMk id="217" creationId="{950E685D-3E0D-47AA-A745-B7F5136F8022}"/>
          </ac:picMkLst>
        </pc:picChg>
        <pc:picChg chg="del">
          <ac:chgData name="Minh Huynh" userId="01a137d4-0d81-46e0-aca6-c9185b391828" providerId="ADAL" clId="{88AB73D2-BEAC-49CB-B2E2-279547085BAB}" dt="2026-10-14T11:32:25.005" v="42" actId="478"/>
          <ac:picMkLst>
            <pc:docMk/>
            <pc:sldMk cId="6395444" sldId="4679"/>
            <ac:picMk id="218" creationId="{88614ED3-41F3-4F8D-96B6-7888259FC9E6}"/>
          </ac:picMkLst>
        </pc:picChg>
        <pc:picChg chg="del">
          <ac:chgData name="Minh Huynh" userId="01a137d4-0d81-46e0-aca6-c9185b391828" providerId="ADAL" clId="{88AB73D2-BEAC-49CB-B2E2-279547085BAB}" dt="2026-10-14T11:32:25.005" v="42" actId="478"/>
          <ac:picMkLst>
            <pc:docMk/>
            <pc:sldMk cId="6395444" sldId="4679"/>
            <ac:picMk id="219" creationId="{562F16BC-ABB1-4BE3-BC1F-EF3B26D5FACC}"/>
          </ac:picMkLst>
        </pc:picChg>
        <pc:picChg chg="del">
          <ac:chgData name="Minh Huynh" userId="01a137d4-0d81-46e0-aca6-c9185b391828" providerId="ADAL" clId="{88AB73D2-BEAC-49CB-B2E2-279547085BAB}" dt="2026-10-14T11:32:25.005" v="42" actId="478"/>
          <ac:picMkLst>
            <pc:docMk/>
            <pc:sldMk cId="6395444" sldId="4679"/>
            <ac:picMk id="220" creationId="{EDDA631D-47C2-4A0A-9006-E5FFFBEDEAB5}"/>
          </ac:picMkLst>
        </pc:picChg>
        <pc:picChg chg="del">
          <ac:chgData name="Minh Huynh" userId="01a137d4-0d81-46e0-aca6-c9185b391828" providerId="ADAL" clId="{88AB73D2-BEAC-49CB-B2E2-279547085BAB}" dt="2026-10-14T11:32:25.005" v="42" actId="478"/>
          <ac:picMkLst>
            <pc:docMk/>
            <pc:sldMk cId="6395444" sldId="4679"/>
            <ac:picMk id="221" creationId="{708921B7-FF9A-4ACA-A242-09C20F0095C2}"/>
          </ac:picMkLst>
        </pc:picChg>
        <pc:picChg chg="del">
          <ac:chgData name="Minh Huynh" userId="01a137d4-0d81-46e0-aca6-c9185b391828" providerId="ADAL" clId="{88AB73D2-BEAC-49CB-B2E2-279547085BAB}" dt="2026-10-14T11:32:25.005" v="42" actId="478"/>
          <ac:picMkLst>
            <pc:docMk/>
            <pc:sldMk cId="6395444" sldId="4679"/>
            <ac:picMk id="222" creationId="{25EB6B56-E516-4001-A443-E38AC87C1AA0}"/>
          </ac:picMkLst>
        </pc:picChg>
        <pc:picChg chg="del">
          <ac:chgData name="Minh Huynh" userId="01a137d4-0d81-46e0-aca6-c9185b391828" providerId="ADAL" clId="{88AB73D2-BEAC-49CB-B2E2-279547085BAB}" dt="2026-10-14T11:32:25.005" v="42" actId="478"/>
          <ac:picMkLst>
            <pc:docMk/>
            <pc:sldMk cId="6395444" sldId="4679"/>
            <ac:picMk id="223" creationId="{F08C7BEF-98FD-42D8-B2DB-AE769FFCA4E9}"/>
          </ac:picMkLst>
        </pc:picChg>
        <pc:picChg chg="del">
          <ac:chgData name="Minh Huynh" userId="01a137d4-0d81-46e0-aca6-c9185b391828" providerId="ADAL" clId="{88AB73D2-BEAC-49CB-B2E2-279547085BAB}" dt="2026-10-14T11:32:25.005" v="42" actId="478"/>
          <ac:picMkLst>
            <pc:docMk/>
            <pc:sldMk cId="6395444" sldId="4679"/>
            <ac:picMk id="224" creationId="{D6076394-95CF-4A44-9B6C-CB1640AFDE47}"/>
          </ac:picMkLst>
        </pc:picChg>
        <pc:picChg chg="del">
          <ac:chgData name="Minh Huynh" userId="01a137d4-0d81-46e0-aca6-c9185b391828" providerId="ADAL" clId="{88AB73D2-BEAC-49CB-B2E2-279547085BAB}" dt="2026-10-14T11:32:25.005" v="42" actId="478"/>
          <ac:picMkLst>
            <pc:docMk/>
            <pc:sldMk cId="6395444" sldId="4679"/>
            <ac:picMk id="225" creationId="{6F46A4C1-AC8B-463C-AABA-49807C9BDAC1}"/>
          </ac:picMkLst>
        </pc:picChg>
        <pc:picChg chg="del">
          <ac:chgData name="Minh Huynh" userId="01a137d4-0d81-46e0-aca6-c9185b391828" providerId="ADAL" clId="{88AB73D2-BEAC-49CB-B2E2-279547085BAB}" dt="2026-10-14T11:32:25.005" v="42" actId="478"/>
          <ac:picMkLst>
            <pc:docMk/>
            <pc:sldMk cId="6395444" sldId="4679"/>
            <ac:picMk id="226" creationId="{E5B67A25-2966-498F-BEC3-2C9938BC3C28}"/>
          </ac:picMkLst>
        </pc:picChg>
        <pc:picChg chg="del">
          <ac:chgData name="Minh Huynh" userId="01a137d4-0d81-46e0-aca6-c9185b391828" providerId="ADAL" clId="{88AB73D2-BEAC-49CB-B2E2-279547085BAB}" dt="2026-10-14T11:32:25.005" v="42" actId="478"/>
          <ac:picMkLst>
            <pc:docMk/>
            <pc:sldMk cId="6395444" sldId="4679"/>
            <ac:picMk id="227" creationId="{992B6AD6-598B-41B8-9F47-6848C26712F0}"/>
          </ac:picMkLst>
        </pc:picChg>
        <pc:picChg chg="del">
          <ac:chgData name="Minh Huynh" userId="01a137d4-0d81-46e0-aca6-c9185b391828" providerId="ADAL" clId="{88AB73D2-BEAC-49CB-B2E2-279547085BAB}" dt="2026-10-14T11:32:25.005" v="42" actId="478"/>
          <ac:picMkLst>
            <pc:docMk/>
            <pc:sldMk cId="6395444" sldId="4679"/>
            <ac:picMk id="228" creationId="{21949EE7-4D4E-4320-BD42-502483E4D9DE}"/>
          </ac:picMkLst>
        </pc:picChg>
        <pc:picChg chg="del">
          <ac:chgData name="Minh Huynh" userId="01a137d4-0d81-46e0-aca6-c9185b391828" providerId="ADAL" clId="{88AB73D2-BEAC-49CB-B2E2-279547085BAB}" dt="2026-10-14T11:32:25.005" v="42" actId="478"/>
          <ac:picMkLst>
            <pc:docMk/>
            <pc:sldMk cId="6395444" sldId="4679"/>
            <ac:picMk id="229" creationId="{063A7C6E-D24D-4E9E-8313-72671E3E9E78}"/>
          </ac:picMkLst>
        </pc:picChg>
        <pc:picChg chg="del">
          <ac:chgData name="Minh Huynh" userId="01a137d4-0d81-46e0-aca6-c9185b391828" providerId="ADAL" clId="{88AB73D2-BEAC-49CB-B2E2-279547085BAB}" dt="2026-10-14T11:32:25.005" v="42" actId="478"/>
          <ac:picMkLst>
            <pc:docMk/>
            <pc:sldMk cId="6395444" sldId="4679"/>
            <ac:picMk id="230" creationId="{E598B280-B405-484A-846A-4783AC264BE1}"/>
          </ac:picMkLst>
        </pc:picChg>
        <pc:picChg chg="del">
          <ac:chgData name="Minh Huynh" userId="01a137d4-0d81-46e0-aca6-c9185b391828" providerId="ADAL" clId="{88AB73D2-BEAC-49CB-B2E2-279547085BAB}" dt="2026-10-14T11:32:25.005" v="42" actId="478"/>
          <ac:picMkLst>
            <pc:docMk/>
            <pc:sldMk cId="6395444" sldId="4679"/>
            <ac:picMk id="231" creationId="{3B797D35-CE18-466A-A924-46145B74C704}"/>
          </ac:picMkLst>
        </pc:picChg>
        <pc:picChg chg="del">
          <ac:chgData name="Minh Huynh" userId="01a137d4-0d81-46e0-aca6-c9185b391828" providerId="ADAL" clId="{88AB73D2-BEAC-49CB-B2E2-279547085BAB}" dt="2026-10-14T11:32:25.005" v="42" actId="478"/>
          <ac:picMkLst>
            <pc:docMk/>
            <pc:sldMk cId="6395444" sldId="4679"/>
            <ac:picMk id="232" creationId="{D0F420A0-A972-45DD-B3FD-D022AAA0F971}"/>
          </ac:picMkLst>
        </pc:picChg>
        <pc:picChg chg="del">
          <ac:chgData name="Minh Huynh" userId="01a137d4-0d81-46e0-aca6-c9185b391828" providerId="ADAL" clId="{88AB73D2-BEAC-49CB-B2E2-279547085BAB}" dt="2026-10-14T11:32:25.005" v="42" actId="478"/>
          <ac:picMkLst>
            <pc:docMk/>
            <pc:sldMk cId="6395444" sldId="4679"/>
            <ac:picMk id="233" creationId="{A86479E9-8FF5-4899-AABE-1B5E1DF08921}"/>
          </ac:picMkLst>
        </pc:picChg>
        <pc:picChg chg="del">
          <ac:chgData name="Minh Huynh" userId="01a137d4-0d81-46e0-aca6-c9185b391828" providerId="ADAL" clId="{88AB73D2-BEAC-49CB-B2E2-279547085BAB}" dt="2026-10-14T11:32:25.005" v="42" actId="478"/>
          <ac:picMkLst>
            <pc:docMk/>
            <pc:sldMk cId="6395444" sldId="4679"/>
            <ac:picMk id="234" creationId="{9FB86DDF-2DA0-43F0-8C55-FAB877A45209}"/>
          </ac:picMkLst>
        </pc:picChg>
        <pc:picChg chg="del">
          <ac:chgData name="Minh Huynh" userId="01a137d4-0d81-46e0-aca6-c9185b391828" providerId="ADAL" clId="{88AB73D2-BEAC-49CB-B2E2-279547085BAB}" dt="2026-10-14T11:32:25.005" v="42" actId="478"/>
          <ac:picMkLst>
            <pc:docMk/>
            <pc:sldMk cId="6395444" sldId="4679"/>
            <ac:picMk id="235" creationId="{82D12F7A-D1D5-428F-86A6-BA38DCD3CF8D}"/>
          </ac:picMkLst>
        </pc:picChg>
        <pc:picChg chg="del">
          <ac:chgData name="Minh Huynh" userId="01a137d4-0d81-46e0-aca6-c9185b391828" providerId="ADAL" clId="{88AB73D2-BEAC-49CB-B2E2-279547085BAB}" dt="2026-10-14T11:32:25.005" v="42" actId="478"/>
          <ac:picMkLst>
            <pc:docMk/>
            <pc:sldMk cId="6395444" sldId="4679"/>
            <ac:picMk id="236" creationId="{F28220F2-1931-4823-8259-050022374CCB}"/>
          </ac:picMkLst>
        </pc:picChg>
        <pc:picChg chg="del">
          <ac:chgData name="Minh Huynh" userId="01a137d4-0d81-46e0-aca6-c9185b391828" providerId="ADAL" clId="{88AB73D2-BEAC-49CB-B2E2-279547085BAB}" dt="2026-10-14T11:32:25.005" v="42" actId="478"/>
          <ac:picMkLst>
            <pc:docMk/>
            <pc:sldMk cId="6395444" sldId="4679"/>
            <ac:picMk id="237" creationId="{89B8C2DC-38AD-4E30-8E9A-1809A098996E}"/>
          </ac:picMkLst>
        </pc:picChg>
        <pc:picChg chg="del">
          <ac:chgData name="Minh Huynh" userId="01a137d4-0d81-46e0-aca6-c9185b391828" providerId="ADAL" clId="{88AB73D2-BEAC-49CB-B2E2-279547085BAB}" dt="2026-10-14T11:32:25.005" v="42" actId="478"/>
          <ac:picMkLst>
            <pc:docMk/>
            <pc:sldMk cId="6395444" sldId="4679"/>
            <ac:picMk id="238" creationId="{8BD542C0-7E60-4D41-8E6B-DAD2594083C5}"/>
          </ac:picMkLst>
        </pc:picChg>
        <pc:picChg chg="del">
          <ac:chgData name="Minh Huynh" userId="01a137d4-0d81-46e0-aca6-c9185b391828" providerId="ADAL" clId="{88AB73D2-BEAC-49CB-B2E2-279547085BAB}" dt="2026-10-14T11:32:25.005" v="42" actId="478"/>
          <ac:picMkLst>
            <pc:docMk/>
            <pc:sldMk cId="6395444" sldId="4679"/>
            <ac:picMk id="239" creationId="{17CCE358-3454-42AF-8D94-31172CFA958E}"/>
          </ac:picMkLst>
        </pc:picChg>
        <pc:picChg chg="del">
          <ac:chgData name="Minh Huynh" userId="01a137d4-0d81-46e0-aca6-c9185b391828" providerId="ADAL" clId="{88AB73D2-BEAC-49CB-B2E2-279547085BAB}" dt="2026-10-14T11:32:25.005" v="42" actId="478"/>
          <ac:picMkLst>
            <pc:docMk/>
            <pc:sldMk cId="6395444" sldId="4679"/>
            <ac:picMk id="240" creationId="{4348E4A0-0858-4748-9596-5D368E63710B}"/>
          </ac:picMkLst>
        </pc:picChg>
        <pc:picChg chg="del">
          <ac:chgData name="Minh Huynh" userId="01a137d4-0d81-46e0-aca6-c9185b391828" providerId="ADAL" clId="{88AB73D2-BEAC-49CB-B2E2-279547085BAB}" dt="2026-10-14T11:32:25.005" v="42" actId="478"/>
          <ac:picMkLst>
            <pc:docMk/>
            <pc:sldMk cId="6395444" sldId="4679"/>
            <ac:picMk id="241" creationId="{04F24B12-5F5F-49AD-A7FB-C26F2DDDFF87}"/>
          </ac:picMkLst>
        </pc:picChg>
        <pc:picChg chg="del">
          <ac:chgData name="Minh Huynh" userId="01a137d4-0d81-46e0-aca6-c9185b391828" providerId="ADAL" clId="{88AB73D2-BEAC-49CB-B2E2-279547085BAB}" dt="2026-10-14T11:32:25.005" v="42" actId="478"/>
          <ac:picMkLst>
            <pc:docMk/>
            <pc:sldMk cId="6395444" sldId="4679"/>
            <ac:picMk id="242" creationId="{67EF5DE4-CE52-4631-B6E7-0DCCF5507EFB}"/>
          </ac:picMkLst>
        </pc:picChg>
        <pc:picChg chg="del">
          <ac:chgData name="Minh Huynh" userId="01a137d4-0d81-46e0-aca6-c9185b391828" providerId="ADAL" clId="{88AB73D2-BEAC-49CB-B2E2-279547085BAB}" dt="2026-10-14T11:32:25.005" v="42" actId="478"/>
          <ac:picMkLst>
            <pc:docMk/>
            <pc:sldMk cId="6395444" sldId="4679"/>
            <ac:picMk id="243" creationId="{A2A37CD8-E700-43F8-ABF1-27550777244D}"/>
          </ac:picMkLst>
        </pc:picChg>
        <pc:picChg chg="del">
          <ac:chgData name="Minh Huynh" userId="01a137d4-0d81-46e0-aca6-c9185b391828" providerId="ADAL" clId="{88AB73D2-BEAC-49CB-B2E2-279547085BAB}" dt="2026-10-14T11:32:25.005" v="42" actId="478"/>
          <ac:picMkLst>
            <pc:docMk/>
            <pc:sldMk cId="6395444" sldId="4679"/>
            <ac:picMk id="244" creationId="{BB0C3865-B325-4042-9E6C-8D4FB21801C3}"/>
          </ac:picMkLst>
        </pc:picChg>
        <pc:picChg chg="del">
          <ac:chgData name="Minh Huynh" userId="01a137d4-0d81-46e0-aca6-c9185b391828" providerId="ADAL" clId="{88AB73D2-BEAC-49CB-B2E2-279547085BAB}" dt="2026-10-14T11:32:25.005" v="42" actId="478"/>
          <ac:picMkLst>
            <pc:docMk/>
            <pc:sldMk cId="6395444" sldId="4679"/>
            <ac:picMk id="245" creationId="{539F971F-8B29-49F7-9864-0FF4CB104D44}"/>
          </ac:picMkLst>
        </pc:picChg>
        <pc:picChg chg="del">
          <ac:chgData name="Minh Huynh" userId="01a137d4-0d81-46e0-aca6-c9185b391828" providerId="ADAL" clId="{88AB73D2-BEAC-49CB-B2E2-279547085BAB}" dt="2026-10-14T11:32:25.005" v="42" actId="478"/>
          <ac:picMkLst>
            <pc:docMk/>
            <pc:sldMk cId="6395444" sldId="4679"/>
            <ac:picMk id="246" creationId="{ADC4BF6D-F25E-42A8-8B31-54A52C8A1ABA}"/>
          </ac:picMkLst>
        </pc:picChg>
        <pc:picChg chg="del">
          <ac:chgData name="Minh Huynh" userId="01a137d4-0d81-46e0-aca6-c9185b391828" providerId="ADAL" clId="{88AB73D2-BEAC-49CB-B2E2-279547085BAB}" dt="2026-10-14T11:32:25.005" v="42" actId="478"/>
          <ac:picMkLst>
            <pc:docMk/>
            <pc:sldMk cId="6395444" sldId="4679"/>
            <ac:picMk id="247" creationId="{AF6A593E-CCC1-4115-AC34-7E6DC2677EA8}"/>
          </ac:picMkLst>
        </pc:picChg>
        <pc:picChg chg="del">
          <ac:chgData name="Minh Huynh" userId="01a137d4-0d81-46e0-aca6-c9185b391828" providerId="ADAL" clId="{88AB73D2-BEAC-49CB-B2E2-279547085BAB}" dt="2026-10-14T11:32:25.005" v="42" actId="478"/>
          <ac:picMkLst>
            <pc:docMk/>
            <pc:sldMk cId="6395444" sldId="4679"/>
            <ac:picMk id="248" creationId="{A22A96C1-B0FD-44CF-9F59-5742A96C1A22}"/>
          </ac:picMkLst>
        </pc:picChg>
        <pc:picChg chg="del">
          <ac:chgData name="Minh Huynh" userId="01a137d4-0d81-46e0-aca6-c9185b391828" providerId="ADAL" clId="{88AB73D2-BEAC-49CB-B2E2-279547085BAB}" dt="2026-10-14T11:32:25.005" v="42" actId="478"/>
          <ac:picMkLst>
            <pc:docMk/>
            <pc:sldMk cId="6395444" sldId="4679"/>
            <ac:picMk id="249" creationId="{23A68A81-B479-46C7-8685-8499DF0345D7}"/>
          </ac:picMkLst>
        </pc:picChg>
        <pc:picChg chg="del">
          <ac:chgData name="Minh Huynh" userId="01a137d4-0d81-46e0-aca6-c9185b391828" providerId="ADAL" clId="{88AB73D2-BEAC-49CB-B2E2-279547085BAB}" dt="2026-10-14T11:32:25.005" v="42" actId="478"/>
          <ac:picMkLst>
            <pc:docMk/>
            <pc:sldMk cId="6395444" sldId="4679"/>
            <ac:picMk id="250" creationId="{440543E7-4FF9-41F0-B268-AF34989D90D5}"/>
          </ac:picMkLst>
        </pc:picChg>
        <pc:picChg chg="del">
          <ac:chgData name="Minh Huynh" userId="01a137d4-0d81-46e0-aca6-c9185b391828" providerId="ADAL" clId="{88AB73D2-BEAC-49CB-B2E2-279547085BAB}" dt="2026-10-14T11:32:25.005" v="42" actId="478"/>
          <ac:picMkLst>
            <pc:docMk/>
            <pc:sldMk cId="6395444" sldId="4679"/>
            <ac:picMk id="251" creationId="{84EA688A-1147-4BB9-A04D-A90873E1E3C5}"/>
          </ac:picMkLst>
        </pc:picChg>
        <pc:picChg chg="del">
          <ac:chgData name="Minh Huynh" userId="01a137d4-0d81-46e0-aca6-c9185b391828" providerId="ADAL" clId="{88AB73D2-BEAC-49CB-B2E2-279547085BAB}" dt="2026-10-14T11:32:25.005" v="42" actId="478"/>
          <ac:picMkLst>
            <pc:docMk/>
            <pc:sldMk cId="6395444" sldId="4679"/>
            <ac:picMk id="252" creationId="{02750E9F-31D7-4265-AAE8-8DD330DB7C90}"/>
          </ac:picMkLst>
        </pc:picChg>
        <pc:picChg chg="del">
          <ac:chgData name="Minh Huynh" userId="01a137d4-0d81-46e0-aca6-c9185b391828" providerId="ADAL" clId="{88AB73D2-BEAC-49CB-B2E2-279547085BAB}" dt="2026-10-14T11:32:25.005" v="42" actId="478"/>
          <ac:picMkLst>
            <pc:docMk/>
            <pc:sldMk cId="6395444" sldId="4679"/>
            <ac:picMk id="253" creationId="{2A746F9E-DDA8-40EB-B7C3-0EABBDF6FBAC}"/>
          </ac:picMkLst>
        </pc:picChg>
        <pc:picChg chg="del">
          <ac:chgData name="Minh Huynh" userId="01a137d4-0d81-46e0-aca6-c9185b391828" providerId="ADAL" clId="{88AB73D2-BEAC-49CB-B2E2-279547085BAB}" dt="2026-10-14T11:32:25.005" v="42" actId="478"/>
          <ac:picMkLst>
            <pc:docMk/>
            <pc:sldMk cId="6395444" sldId="4679"/>
            <ac:picMk id="254" creationId="{7D868936-5DC1-4AAD-8FD0-B790E9F4D92A}"/>
          </ac:picMkLst>
        </pc:picChg>
        <pc:picChg chg="del">
          <ac:chgData name="Minh Huynh" userId="01a137d4-0d81-46e0-aca6-c9185b391828" providerId="ADAL" clId="{88AB73D2-BEAC-49CB-B2E2-279547085BAB}" dt="2026-10-14T11:32:25.005" v="42" actId="478"/>
          <ac:picMkLst>
            <pc:docMk/>
            <pc:sldMk cId="6395444" sldId="4679"/>
            <ac:picMk id="255" creationId="{6F29CF1C-7414-4F1C-962F-F11B03891996}"/>
          </ac:picMkLst>
        </pc:picChg>
        <pc:picChg chg="del">
          <ac:chgData name="Minh Huynh" userId="01a137d4-0d81-46e0-aca6-c9185b391828" providerId="ADAL" clId="{88AB73D2-BEAC-49CB-B2E2-279547085BAB}" dt="2026-10-14T11:32:25.005" v="42" actId="478"/>
          <ac:picMkLst>
            <pc:docMk/>
            <pc:sldMk cId="6395444" sldId="4679"/>
            <ac:picMk id="256" creationId="{226F02C4-FB51-4043-8FAD-A239ABE17DD7}"/>
          </ac:picMkLst>
        </pc:picChg>
        <pc:picChg chg="del">
          <ac:chgData name="Minh Huynh" userId="01a137d4-0d81-46e0-aca6-c9185b391828" providerId="ADAL" clId="{88AB73D2-BEAC-49CB-B2E2-279547085BAB}" dt="2026-10-14T11:32:25.005" v="42" actId="478"/>
          <ac:picMkLst>
            <pc:docMk/>
            <pc:sldMk cId="6395444" sldId="4679"/>
            <ac:picMk id="257" creationId="{4FCFBFDB-1E0F-4C26-A8C7-22E94B68E82D}"/>
          </ac:picMkLst>
        </pc:picChg>
        <pc:picChg chg="del">
          <ac:chgData name="Minh Huynh" userId="01a137d4-0d81-46e0-aca6-c9185b391828" providerId="ADAL" clId="{88AB73D2-BEAC-49CB-B2E2-279547085BAB}" dt="2026-10-14T11:32:25.005" v="42" actId="478"/>
          <ac:picMkLst>
            <pc:docMk/>
            <pc:sldMk cId="6395444" sldId="4679"/>
            <ac:picMk id="258" creationId="{911FAE54-961F-4AB4-B66E-65E644D725CE}"/>
          </ac:picMkLst>
        </pc:picChg>
        <pc:picChg chg="del">
          <ac:chgData name="Minh Huynh" userId="01a137d4-0d81-46e0-aca6-c9185b391828" providerId="ADAL" clId="{88AB73D2-BEAC-49CB-B2E2-279547085BAB}" dt="2026-10-14T11:32:25.005" v="42" actId="478"/>
          <ac:picMkLst>
            <pc:docMk/>
            <pc:sldMk cId="6395444" sldId="4679"/>
            <ac:picMk id="259" creationId="{E6E6B105-D33D-4EC1-8F65-CC148FA33C73}"/>
          </ac:picMkLst>
        </pc:picChg>
        <pc:picChg chg="del">
          <ac:chgData name="Minh Huynh" userId="01a137d4-0d81-46e0-aca6-c9185b391828" providerId="ADAL" clId="{88AB73D2-BEAC-49CB-B2E2-279547085BAB}" dt="2026-10-14T11:32:25.005" v="42" actId="478"/>
          <ac:picMkLst>
            <pc:docMk/>
            <pc:sldMk cId="6395444" sldId="4679"/>
            <ac:picMk id="260" creationId="{8EEEA47D-A24D-4F6A-9384-F3A29D8E5570}"/>
          </ac:picMkLst>
        </pc:picChg>
        <pc:picChg chg="del">
          <ac:chgData name="Minh Huynh" userId="01a137d4-0d81-46e0-aca6-c9185b391828" providerId="ADAL" clId="{88AB73D2-BEAC-49CB-B2E2-279547085BAB}" dt="2026-10-14T11:32:25.005" v="42" actId="478"/>
          <ac:picMkLst>
            <pc:docMk/>
            <pc:sldMk cId="6395444" sldId="4679"/>
            <ac:picMk id="261" creationId="{37C35B66-F6A2-40E3-8A5B-325253801A57}"/>
          </ac:picMkLst>
        </pc:picChg>
        <pc:picChg chg="del">
          <ac:chgData name="Minh Huynh" userId="01a137d4-0d81-46e0-aca6-c9185b391828" providerId="ADAL" clId="{88AB73D2-BEAC-49CB-B2E2-279547085BAB}" dt="2026-10-14T11:32:25.005" v="42" actId="478"/>
          <ac:picMkLst>
            <pc:docMk/>
            <pc:sldMk cId="6395444" sldId="4679"/>
            <ac:picMk id="262" creationId="{42D03FBF-6E91-448A-A2BF-3120622AB697}"/>
          </ac:picMkLst>
        </pc:picChg>
        <pc:picChg chg="del">
          <ac:chgData name="Minh Huynh" userId="01a137d4-0d81-46e0-aca6-c9185b391828" providerId="ADAL" clId="{88AB73D2-BEAC-49CB-B2E2-279547085BAB}" dt="2026-10-14T11:32:25.005" v="42" actId="478"/>
          <ac:picMkLst>
            <pc:docMk/>
            <pc:sldMk cId="6395444" sldId="4679"/>
            <ac:picMk id="263" creationId="{846F5D5B-3905-4522-9D01-121C3EF9C6F8}"/>
          </ac:picMkLst>
        </pc:picChg>
        <pc:picChg chg="del">
          <ac:chgData name="Minh Huynh" userId="01a137d4-0d81-46e0-aca6-c9185b391828" providerId="ADAL" clId="{88AB73D2-BEAC-49CB-B2E2-279547085BAB}" dt="2026-10-14T11:32:25.005" v="42" actId="478"/>
          <ac:picMkLst>
            <pc:docMk/>
            <pc:sldMk cId="6395444" sldId="4679"/>
            <ac:picMk id="264" creationId="{5C261A35-0277-43C8-9DA5-F843B17DF90E}"/>
          </ac:picMkLst>
        </pc:picChg>
        <pc:picChg chg="del">
          <ac:chgData name="Minh Huynh" userId="01a137d4-0d81-46e0-aca6-c9185b391828" providerId="ADAL" clId="{88AB73D2-BEAC-49CB-B2E2-279547085BAB}" dt="2026-10-14T11:32:25.005" v="42" actId="478"/>
          <ac:picMkLst>
            <pc:docMk/>
            <pc:sldMk cId="6395444" sldId="4679"/>
            <ac:picMk id="265" creationId="{77D01A69-EBF3-40DE-9C72-CA40D7F90DDD}"/>
          </ac:picMkLst>
        </pc:picChg>
        <pc:picChg chg="del">
          <ac:chgData name="Minh Huynh" userId="01a137d4-0d81-46e0-aca6-c9185b391828" providerId="ADAL" clId="{88AB73D2-BEAC-49CB-B2E2-279547085BAB}" dt="2026-10-14T11:32:25.005" v="42" actId="478"/>
          <ac:picMkLst>
            <pc:docMk/>
            <pc:sldMk cId="6395444" sldId="4679"/>
            <ac:picMk id="266" creationId="{24318D4D-2C37-4F2B-B04D-19A7FA2041FD}"/>
          </ac:picMkLst>
        </pc:picChg>
        <pc:picChg chg="del">
          <ac:chgData name="Minh Huynh" userId="01a137d4-0d81-46e0-aca6-c9185b391828" providerId="ADAL" clId="{88AB73D2-BEAC-49CB-B2E2-279547085BAB}" dt="2026-10-14T11:32:25.005" v="42" actId="478"/>
          <ac:picMkLst>
            <pc:docMk/>
            <pc:sldMk cId="6395444" sldId="4679"/>
            <ac:picMk id="267" creationId="{B6E3ACD2-6DD6-49A6-913C-7D0D150139D5}"/>
          </ac:picMkLst>
        </pc:picChg>
        <pc:picChg chg="del">
          <ac:chgData name="Minh Huynh" userId="01a137d4-0d81-46e0-aca6-c9185b391828" providerId="ADAL" clId="{88AB73D2-BEAC-49CB-B2E2-279547085BAB}" dt="2026-10-14T11:32:25.005" v="42" actId="478"/>
          <ac:picMkLst>
            <pc:docMk/>
            <pc:sldMk cId="6395444" sldId="4679"/>
            <ac:picMk id="268" creationId="{A1F5DC40-FCFE-4431-A8DB-E1E5FBE733BF}"/>
          </ac:picMkLst>
        </pc:picChg>
        <pc:picChg chg="del">
          <ac:chgData name="Minh Huynh" userId="01a137d4-0d81-46e0-aca6-c9185b391828" providerId="ADAL" clId="{88AB73D2-BEAC-49CB-B2E2-279547085BAB}" dt="2026-10-14T11:32:25.005" v="42" actId="478"/>
          <ac:picMkLst>
            <pc:docMk/>
            <pc:sldMk cId="6395444" sldId="4679"/>
            <ac:picMk id="269" creationId="{F4DF776D-F9E3-4AF5-9F0C-385ECE4E56AA}"/>
          </ac:picMkLst>
        </pc:picChg>
        <pc:picChg chg="del">
          <ac:chgData name="Minh Huynh" userId="01a137d4-0d81-46e0-aca6-c9185b391828" providerId="ADAL" clId="{88AB73D2-BEAC-49CB-B2E2-279547085BAB}" dt="2026-10-14T11:32:25.005" v="42" actId="478"/>
          <ac:picMkLst>
            <pc:docMk/>
            <pc:sldMk cId="6395444" sldId="4679"/>
            <ac:picMk id="270" creationId="{39BF851B-9AA8-40F5-8AE8-FD30771CBAE5}"/>
          </ac:picMkLst>
        </pc:picChg>
        <pc:picChg chg="del">
          <ac:chgData name="Minh Huynh" userId="01a137d4-0d81-46e0-aca6-c9185b391828" providerId="ADAL" clId="{88AB73D2-BEAC-49CB-B2E2-279547085BAB}" dt="2026-10-14T11:32:25.005" v="42" actId="478"/>
          <ac:picMkLst>
            <pc:docMk/>
            <pc:sldMk cId="6395444" sldId="4679"/>
            <ac:picMk id="271" creationId="{CDA40AE0-64EE-4A0F-AF11-DBA10E72A7A0}"/>
          </ac:picMkLst>
        </pc:picChg>
        <pc:picChg chg="del">
          <ac:chgData name="Minh Huynh" userId="01a137d4-0d81-46e0-aca6-c9185b391828" providerId="ADAL" clId="{88AB73D2-BEAC-49CB-B2E2-279547085BAB}" dt="2026-10-14T11:32:25.005" v="42" actId="478"/>
          <ac:picMkLst>
            <pc:docMk/>
            <pc:sldMk cId="6395444" sldId="4679"/>
            <ac:picMk id="272" creationId="{63EEB4DE-50A3-4CC5-A00B-6CDEB6DD22D0}"/>
          </ac:picMkLst>
        </pc:picChg>
        <pc:picChg chg="del">
          <ac:chgData name="Minh Huynh" userId="01a137d4-0d81-46e0-aca6-c9185b391828" providerId="ADAL" clId="{88AB73D2-BEAC-49CB-B2E2-279547085BAB}" dt="2026-10-14T11:32:25.005" v="42" actId="478"/>
          <ac:picMkLst>
            <pc:docMk/>
            <pc:sldMk cId="6395444" sldId="4679"/>
            <ac:picMk id="273" creationId="{1C146A5A-23D7-43E0-BE86-E463F6445277}"/>
          </ac:picMkLst>
        </pc:picChg>
        <pc:picChg chg="del">
          <ac:chgData name="Minh Huynh" userId="01a137d4-0d81-46e0-aca6-c9185b391828" providerId="ADAL" clId="{88AB73D2-BEAC-49CB-B2E2-279547085BAB}" dt="2026-10-14T11:32:25.005" v="42" actId="478"/>
          <ac:picMkLst>
            <pc:docMk/>
            <pc:sldMk cId="6395444" sldId="4679"/>
            <ac:picMk id="274" creationId="{8B6621C6-4A55-44C4-B9F3-97B826B637F7}"/>
          </ac:picMkLst>
        </pc:picChg>
        <pc:picChg chg="del">
          <ac:chgData name="Minh Huynh" userId="01a137d4-0d81-46e0-aca6-c9185b391828" providerId="ADAL" clId="{88AB73D2-BEAC-49CB-B2E2-279547085BAB}" dt="2026-10-14T11:32:25.005" v="42" actId="478"/>
          <ac:picMkLst>
            <pc:docMk/>
            <pc:sldMk cId="6395444" sldId="4679"/>
            <ac:picMk id="275" creationId="{924ABD49-80CF-492C-8869-E8280D775CE2}"/>
          </ac:picMkLst>
        </pc:picChg>
        <pc:picChg chg="del">
          <ac:chgData name="Minh Huynh" userId="01a137d4-0d81-46e0-aca6-c9185b391828" providerId="ADAL" clId="{88AB73D2-BEAC-49CB-B2E2-279547085BAB}" dt="2026-10-14T11:32:25.005" v="42" actId="478"/>
          <ac:picMkLst>
            <pc:docMk/>
            <pc:sldMk cId="6395444" sldId="4679"/>
            <ac:picMk id="276" creationId="{D0716682-7F0C-4DE2-BBDD-ABE08879B823}"/>
          </ac:picMkLst>
        </pc:picChg>
        <pc:picChg chg="del">
          <ac:chgData name="Minh Huynh" userId="01a137d4-0d81-46e0-aca6-c9185b391828" providerId="ADAL" clId="{88AB73D2-BEAC-49CB-B2E2-279547085BAB}" dt="2026-10-14T11:32:25.005" v="42" actId="478"/>
          <ac:picMkLst>
            <pc:docMk/>
            <pc:sldMk cId="6395444" sldId="4679"/>
            <ac:picMk id="277" creationId="{97532036-F040-4C21-8E96-A91388473A4A}"/>
          </ac:picMkLst>
        </pc:picChg>
        <pc:picChg chg="del">
          <ac:chgData name="Minh Huynh" userId="01a137d4-0d81-46e0-aca6-c9185b391828" providerId="ADAL" clId="{88AB73D2-BEAC-49CB-B2E2-279547085BAB}" dt="2026-10-14T11:32:25.005" v="42" actId="478"/>
          <ac:picMkLst>
            <pc:docMk/>
            <pc:sldMk cId="6395444" sldId="4679"/>
            <ac:picMk id="278" creationId="{54FEF18B-89D9-4C3C-8450-8AD0100A118D}"/>
          </ac:picMkLst>
        </pc:picChg>
        <pc:picChg chg="del">
          <ac:chgData name="Minh Huynh" userId="01a137d4-0d81-46e0-aca6-c9185b391828" providerId="ADAL" clId="{88AB73D2-BEAC-49CB-B2E2-279547085BAB}" dt="2026-10-14T11:32:25.005" v="42" actId="478"/>
          <ac:picMkLst>
            <pc:docMk/>
            <pc:sldMk cId="6395444" sldId="4679"/>
            <ac:picMk id="279" creationId="{632C5957-769C-4A28-9D89-3D96916ED916}"/>
          </ac:picMkLst>
        </pc:picChg>
        <pc:picChg chg="del">
          <ac:chgData name="Minh Huynh" userId="01a137d4-0d81-46e0-aca6-c9185b391828" providerId="ADAL" clId="{88AB73D2-BEAC-49CB-B2E2-279547085BAB}" dt="2026-10-14T11:32:25.005" v="42" actId="478"/>
          <ac:picMkLst>
            <pc:docMk/>
            <pc:sldMk cId="6395444" sldId="4679"/>
            <ac:picMk id="280" creationId="{A51858FF-5D4D-4C8E-A12A-50CAB60616F0}"/>
          </ac:picMkLst>
        </pc:picChg>
        <pc:picChg chg="del">
          <ac:chgData name="Minh Huynh" userId="01a137d4-0d81-46e0-aca6-c9185b391828" providerId="ADAL" clId="{88AB73D2-BEAC-49CB-B2E2-279547085BAB}" dt="2026-10-14T11:32:25.005" v="42" actId="478"/>
          <ac:picMkLst>
            <pc:docMk/>
            <pc:sldMk cId="6395444" sldId="4679"/>
            <ac:picMk id="281" creationId="{CA28ACCB-50D7-4B91-98BC-72E92C2215B1}"/>
          </ac:picMkLst>
        </pc:picChg>
        <pc:picChg chg="del">
          <ac:chgData name="Minh Huynh" userId="01a137d4-0d81-46e0-aca6-c9185b391828" providerId="ADAL" clId="{88AB73D2-BEAC-49CB-B2E2-279547085BAB}" dt="2026-10-14T11:32:25.005" v="42" actId="478"/>
          <ac:picMkLst>
            <pc:docMk/>
            <pc:sldMk cId="6395444" sldId="4679"/>
            <ac:picMk id="282" creationId="{0933DA05-21F1-4406-9420-164F7DFC7827}"/>
          </ac:picMkLst>
        </pc:picChg>
        <pc:picChg chg="del">
          <ac:chgData name="Minh Huynh" userId="01a137d4-0d81-46e0-aca6-c9185b391828" providerId="ADAL" clId="{88AB73D2-BEAC-49CB-B2E2-279547085BAB}" dt="2026-10-14T11:32:25.005" v="42" actId="478"/>
          <ac:picMkLst>
            <pc:docMk/>
            <pc:sldMk cId="6395444" sldId="4679"/>
            <ac:picMk id="283" creationId="{8F1A34C0-D9BE-44F9-9B99-4856D419F9CE}"/>
          </ac:picMkLst>
        </pc:picChg>
        <pc:picChg chg="del">
          <ac:chgData name="Minh Huynh" userId="01a137d4-0d81-46e0-aca6-c9185b391828" providerId="ADAL" clId="{88AB73D2-BEAC-49CB-B2E2-279547085BAB}" dt="2026-10-14T11:32:25.005" v="42" actId="478"/>
          <ac:picMkLst>
            <pc:docMk/>
            <pc:sldMk cId="6395444" sldId="4679"/>
            <ac:picMk id="284" creationId="{9852588D-3421-4D35-B289-CCD3CFF87DFB}"/>
          </ac:picMkLst>
        </pc:picChg>
        <pc:picChg chg="del">
          <ac:chgData name="Minh Huynh" userId="01a137d4-0d81-46e0-aca6-c9185b391828" providerId="ADAL" clId="{88AB73D2-BEAC-49CB-B2E2-279547085BAB}" dt="2026-10-14T11:32:25.005" v="42" actId="478"/>
          <ac:picMkLst>
            <pc:docMk/>
            <pc:sldMk cId="6395444" sldId="4679"/>
            <ac:picMk id="285" creationId="{2CFA9501-0D65-4F6B-A44C-549D9D677A7B}"/>
          </ac:picMkLst>
        </pc:picChg>
        <pc:picChg chg="del">
          <ac:chgData name="Minh Huynh" userId="01a137d4-0d81-46e0-aca6-c9185b391828" providerId="ADAL" clId="{88AB73D2-BEAC-49CB-B2E2-279547085BAB}" dt="2026-10-14T11:32:25.005" v="42" actId="478"/>
          <ac:picMkLst>
            <pc:docMk/>
            <pc:sldMk cId="6395444" sldId="4679"/>
            <ac:picMk id="286" creationId="{988A9297-9BB3-412E-AD65-98DE82E3CB55}"/>
          </ac:picMkLst>
        </pc:picChg>
        <pc:picChg chg="del">
          <ac:chgData name="Minh Huynh" userId="01a137d4-0d81-46e0-aca6-c9185b391828" providerId="ADAL" clId="{88AB73D2-BEAC-49CB-B2E2-279547085BAB}" dt="2026-10-14T11:32:25.005" v="42" actId="478"/>
          <ac:picMkLst>
            <pc:docMk/>
            <pc:sldMk cId="6395444" sldId="4679"/>
            <ac:picMk id="287" creationId="{77954C08-CF7A-4FEF-B433-C4D1D51559A8}"/>
          </ac:picMkLst>
        </pc:picChg>
        <pc:picChg chg="del">
          <ac:chgData name="Minh Huynh" userId="01a137d4-0d81-46e0-aca6-c9185b391828" providerId="ADAL" clId="{88AB73D2-BEAC-49CB-B2E2-279547085BAB}" dt="2026-10-14T11:32:25.005" v="42" actId="478"/>
          <ac:picMkLst>
            <pc:docMk/>
            <pc:sldMk cId="6395444" sldId="4679"/>
            <ac:picMk id="288" creationId="{8748D23D-E73F-4408-B519-F88C48942B0D}"/>
          </ac:picMkLst>
        </pc:picChg>
        <pc:picChg chg="del">
          <ac:chgData name="Minh Huynh" userId="01a137d4-0d81-46e0-aca6-c9185b391828" providerId="ADAL" clId="{88AB73D2-BEAC-49CB-B2E2-279547085BAB}" dt="2026-10-14T11:32:25.005" v="42" actId="478"/>
          <ac:picMkLst>
            <pc:docMk/>
            <pc:sldMk cId="6395444" sldId="4679"/>
            <ac:picMk id="289" creationId="{A152DE18-F19C-4588-9FC7-521B69EA9099}"/>
          </ac:picMkLst>
        </pc:picChg>
        <pc:picChg chg="del">
          <ac:chgData name="Minh Huynh" userId="01a137d4-0d81-46e0-aca6-c9185b391828" providerId="ADAL" clId="{88AB73D2-BEAC-49CB-B2E2-279547085BAB}" dt="2026-10-14T11:32:25.005" v="42" actId="478"/>
          <ac:picMkLst>
            <pc:docMk/>
            <pc:sldMk cId="6395444" sldId="4679"/>
            <ac:picMk id="290" creationId="{E74F91D0-EBA2-4DD4-B24A-0DA0C0A069B6}"/>
          </ac:picMkLst>
        </pc:picChg>
        <pc:picChg chg="del">
          <ac:chgData name="Minh Huynh" userId="01a137d4-0d81-46e0-aca6-c9185b391828" providerId="ADAL" clId="{88AB73D2-BEAC-49CB-B2E2-279547085BAB}" dt="2026-10-14T11:32:25.005" v="42" actId="478"/>
          <ac:picMkLst>
            <pc:docMk/>
            <pc:sldMk cId="6395444" sldId="4679"/>
            <ac:picMk id="291" creationId="{BC3EB3AA-3218-483B-8617-6C1BCC1D35BE}"/>
          </ac:picMkLst>
        </pc:picChg>
        <pc:picChg chg="del">
          <ac:chgData name="Minh Huynh" userId="01a137d4-0d81-46e0-aca6-c9185b391828" providerId="ADAL" clId="{88AB73D2-BEAC-49CB-B2E2-279547085BAB}" dt="2026-10-14T11:32:25.005" v="42" actId="478"/>
          <ac:picMkLst>
            <pc:docMk/>
            <pc:sldMk cId="6395444" sldId="4679"/>
            <ac:picMk id="292" creationId="{FB4BA5AA-FE38-42D3-B55A-77AD99E21F33}"/>
          </ac:picMkLst>
        </pc:picChg>
        <pc:picChg chg="del">
          <ac:chgData name="Minh Huynh" userId="01a137d4-0d81-46e0-aca6-c9185b391828" providerId="ADAL" clId="{88AB73D2-BEAC-49CB-B2E2-279547085BAB}" dt="2026-10-14T11:32:25.005" v="42" actId="478"/>
          <ac:picMkLst>
            <pc:docMk/>
            <pc:sldMk cId="6395444" sldId="4679"/>
            <ac:picMk id="293" creationId="{41B90777-CFAF-4B23-8DC8-18A7173683FD}"/>
          </ac:picMkLst>
        </pc:picChg>
        <pc:picChg chg="del">
          <ac:chgData name="Minh Huynh" userId="01a137d4-0d81-46e0-aca6-c9185b391828" providerId="ADAL" clId="{88AB73D2-BEAC-49CB-B2E2-279547085BAB}" dt="2026-10-14T11:32:25.005" v="42" actId="478"/>
          <ac:picMkLst>
            <pc:docMk/>
            <pc:sldMk cId="6395444" sldId="4679"/>
            <ac:picMk id="294" creationId="{D2226242-CA2B-40AF-946E-A6EA9472BAA2}"/>
          </ac:picMkLst>
        </pc:picChg>
        <pc:picChg chg="del">
          <ac:chgData name="Minh Huynh" userId="01a137d4-0d81-46e0-aca6-c9185b391828" providerId="ADAL" clId="{88AB73D2-BEAC-49CB-B2E2-279547085BAB}" dt="2026-10-14T11:32:25.005" v="42" actId="478"/>
          <ac:picMkLst>
            <pc:docMk/>
            <pc:sldMk cId="6395444" sldId="4679"/>
            <ac:picMk id="295" creationId="{75B5F2E8-3FD8-4542-932D-0BD0838E3929}"/>
          </ac:picMkLst>
        </pc:picChg>
        <pc:picChg chg="del">
          <ac:chgData name="Minh Huynh" userId="01a137d4-0d81-46e0-aca6-c9185b391828" providerId="ADAL" clId="{88AB73D2-BEAC-49CB-B2E2-279547085BAB}" dt="2026-10-14T11:32:25.005" v="42" actId="478"/>
          <ac:picMkLst>
            <pc:docMk/>
            <pc:sldMk cId="6395444" sldId="4679"/>
            <ac:picMk id="296" creationId="{66F160B8-1A28-4686-8714-4E68BCAA8003}"/>
          </ac:picMkLst>
        </pc:picChg>
        <pc:picChg chg="del">
          <ac:chgData name="Minh Huynh" userId="01a137d4-0d81-46e0-aca6-c9185b391828" providerId="ADAL" clId="{88AB73D2-BEAC-49CB-B2E2-279547085BAB}" dt="2026-10-14T11:32:25.005" v="42" actId="478"/>
          <ac:picMkLst>
            <pc:docMk/>
            <pc:sldMk cId="6395444" sldId="4679"/>
            <ac:picMk id="297" creationId="{AF0EAA7D-A4F3-4CDD-90AB-EC1EC3EE880F}"/>
          </ac:picMkLst>
        </pc:picChg>
        <pc:picChg chg="del">
          <ac:chgData name="Minh Huynh" userId="01a137d4-0d81-46e0-aca6-c9185b391828" providerId="ADAL" clId="{88AB73D2-BEAC-49CB-B2E2-279547085BAB}" dt="2026-10-14T11:32:25.005" v="42" actId="478"/>
          <ac:picMkLst>
            <pc:docMk/>
            <pc:sldMk cId="6395444" sldId="4679"/>
            <ac:picMk id="298" creationId="{0451C325-EDCD-4951-B07E-28506C65ED9A}"/>
          </ac:picMkLst>
        </pc:picChg>
        <pc:picChg chg="del">
          <ac:chgData name="Minh Huynh" userId="01a137d4-0d81-46e0-aca6-c9185b391828" providerId="ADAL" clId="{88AB73D2-BEAC-49CB-B2E2-279547085BAB}" dt="2026-10-14T11:32:25.005" v="42" actId="478"/>
          <ac:picMkLst>
            <pc:docMk/>
            <pc:sldMk cId="6395444" sldId="4679"/>
            <ac:picMk id="299" creationId="{2D8739F2-1A25-4986-B20F-D0F072B73F24}"/>
          </ac:picMkLst>
        </pc:picChg>
        <pc:picChg chg="del">
          <ac:chgData name="Minh Huynh" userId="01a137d4-0d81-46e0-aca6-c9185b391828" providerId="ADAL" clId="{88AB73D2-BEAC-49CB-B2E2-279547085BAB}" dt="2026-10-14T11:32:25.005" v="42" actId="478"/>
          <ac:picMkLst>
            <pc:docMk/>
            <pc:sldMk cId="6395444" sldId="4679"/>
            <ac:picMk id="300" creationId="{C21B01AE-2104-4FCE-B891-7CDBE9B4008C}"/>
          </ac:picMkLst>
        </pc:picChg>
        <pc:picChg chg="del">
          <ac:chgData name="Minh Huynh" userId="01a137d4-0d81-46e0-aca6-c9185b391828" providerId="ADAL" clId="{88AB73D2-BEAC-49CB-B2E2-279547085BAB}" dt="2026-10-14T11:32:25.005" v="42" actId="478"/>
          <ac:picMkLst>
            <pc:docMk/>
            <pc:sldMk cId="6395444" sldId="4679"/>
            <ac:picMk id="301" creationId="{9F17E115-763B-4790-8810-BB1301770C03}"/>
          </ac:picMkLst>
        </pc:picChg>
        <pc:picChg chg="del">
          <ac:chgData name="Minh Huynh" userId="01a137d4-0d81-46e0-aca6-c9185b391828" providerId="ADAL" clId="{88AB73D2-BEAC-49CB-B2E2-279547085BAB}" dt="2026-10-14T11:32:25.005" v="42" actId="478"/>
          <ac:picMkLst>
            <pc:docMk/>
            <pc:sldMk cId="6395444" sldId="4679"/>
            <ac:picMk id="302" creationId="{C3AFD79B-45C3-40CB-82AA-AFC3F867942C}"/>
          </ac:picMkLst>
        </pc:picChg>
        <pc:picChg chg="del">
          <ac:chgData name="Minh Huynh" userId="01a137d4-0d81-46e0-aca6-c9185b391828" providerId="ADAL" clId="{88AB73D2-BEAC-49CB-B2E2-279547085BAB}" dt="2026-10-14T11:32:25.005" v="42" actId="478"/>
          <ac:picMkLst>
            <pc:docMk/>
            <pc:sldMk cId="6395444" sldId="4679"/>
            <ac:picMk id="303" creationId="{E4A329A9-2566-4469-ADD3-91E79D624B24}"/>
          </ac:picMkLst>
        </pc:picChg>
        <pc:picChg chg="del">
          <ac:chgData name="Minh Huynh" userId="01a137d4-0d81-46e0-aca6-c9185b391828" providerId="ADAL" clId="{88AB73D2-BEAC-49CB-B2E2-279547085BAB}" dt="2026-10-14T11:32:25.005" v="42" actId="478"/>
          <ac:picMkLst>
            <pc:docMk/>
            <pc:sldMk cId="6395444" sldId="4679"/>
            <ac:picMk id="304" creationId="{F1499BEF-874D-4F38-B5D3-EE9F16958A33}"/>
          </ac:picMkLst>
        </pc:picChg>
        <pc:picChg chg="del">
          <ac:chgData name="Minh Huynh" userId="01a137d4-0d81-46e0-aca6-c9185b391828" providerId="ADAL" clId="{88AB73D2-BEAC-49CB-B2E2-279547085BAB}" dt="2026-10-14T11:32:25.005" v="42" actId="478"/>
          <ac:picMkLst>
            <pc:docMk/>
            <pc:sldMk cId="6395444" sldId="4679"/>
            <ac:picMk id="305" creationId="{AE8CA8E4-850C-4032-92FE-B733CB97D5AA}"/>
          </ac:picMkLst>
        </pc:picChg>
        <pc:picChg chg="del">
          <ac:chgData name="Minh Huynh" userId="01a137d4-0d81-46e0-aca6-c9185b391828" providerId="ADAL" clId="{88AB73D2-BEAC-49CB-B2E2-279547085BAB}" dt="2026-10-14T11:32:25.005" v="42" actId="478"/>
          <ac:picMkLst>
            <pc:docMk/>
            <pc:sldMk cId="6395444" sldId="4679"/>
            <ac:picMk id="306" creationId="{D226CDA9-555A-4428-96D6-37E676D8D6E8}"/>
          </ac:picMkLst>
        </pc:picChg>
        <pc:picChg chg="del">
          <ac:chgData name="Minh Huynh" userId="01a137d4-0d81-46e0-aca6-c9185b391828" providerId="ADAL" clId="{88AB73D2-BEAC-49CB-B2E2-279547085BAB}" dt="2026-10-14T11:32:25.005" v="42" actId="478"/>
          <ac:picMkLst>
            <pc:docMk/>
            <pc:sldMk cId="6395444" sldId="4679"/>
            <ac:picMk id="307" creationId="{B90AC48F-48DB-4ED8-97B1-FDA5689894E6}"/>
          </ac:picMkLst>
        </pc:picChg>
        <pc:picChg chg="del">
          <ac:chgData name="Minh Huynh" userId="01a137d4-0d81-46e0-aca6-c9185b391828" providerId="ADAL" clId="{88AB73D2-BEAC-49CB-B2E2-279547085BAB}" dt="2026-10-14T11:32:25.005" v="42" actId="478"/>
          <ac:picMkLst>
            <pc:docMk/>
            <pc:sldMk cId="6395444" sldId="4679"/>
            <ac:picMk id="308" creationId="{330D7DB0-08B0-440B-ADA3-25372A213A85}"/>
          </ac:picMkLst>
        </pc:picChg>
        <pc:picChg chg="del">
          <ac:chgData name="Minh Huynh" userId="01a137d4-0d81-46e0-aca6-c9185b391828" providerId="ADAL" clId="{88AB73D2-BEAC-49CB-B2E2-279547085BAB}" dt="2026-10-14T11:32:25.005" v="42" actId="478"/>
          <ac:picMkLst>
            <pc:docMk/>
            <pc:sldMk cId="6395444" sldId="4679"/>
            <ac:picMk id="309" creationId="{23E8F6A9-A558-43A1-AFEA-C8F85581D98A}"/>
          </ac:picMkLst>
        </pc:picChg>
        <pc:picChg chg="del">
          <ac:chgData name="Minh Huynh" userId="01a137d4-0d81-46e0-aca6-c9185b391828" providerId="ADAL" clId="{88AB73D2-BEAC-49CB-B2E2-279547085BAB}" dt="2026-10-14T11:32:25.005" v="42" actId="478"/>
          <ac:picMkLst>
            <pc:docMk/>
            <pc:sldMk cId="6395444" sldId="4679"/>
            <ac:picMk id="310" creationId="{5BF0E09E-268C-4EE6-B8C2-5798B4775170}"/>
          </ac:picMkLst>
        </pc:picChg>
        <pc:picChg chg="del">
          <ac:chgData name="Minh Huynh" userId="01a137d4-0d81-46e0-aca6-c9185b391828" providerId="ADAL" clId="{88AB73D2-BEAC-49CB-B2E2-279547085BAB}" dt="2026-10-14T11:32:25.005" v="42" actId="478"/>
          <ac:picMkLst>
            <pc:docMk/>
            <pc:sldMk cId="6395444" sldId="4679"/>
            <ac:picMk id="311" creationId="{691FC23B-0946-4378-86A0-31E4296338C2}"/>
          </ac:picMkLst>
        </pc:picChg>
        <pc:picChg chg="del">
          <ac:chgData name="Minh Huynh" userId="01a137d4-0d81-46e0-aca6-c9185b391828" providerId="ADAL" clId="{88AB73D2-BEAC-49CB-B2E2-279547085BAB}" dt="2026-10-14T11:32:25.005" v="42" actId="478"/>
          <ac:picMkLst>
            <pc:docMk/>
            <pc:sldMk cId="6395444" sldId="4679"/>
            <ac:picMk id="312" creationId="{9D4547CC-BF39-453E-8942-6645A9D210E4}"/>
          </ac:picMkLst>
        </pc:picChg>
        <pc:picChg chg="del">
          <ac:chgData name="Minh Huynh" userId="01a137d4-0d81-46e0-aca6-c9185b391828" providerId="ADAL" clId="{88AB73D2-BEAC-49CB-B2E2-279547085BAB}" dt="2026-10-14T11:32:25.005" v="42" actId="478"/>
          <ac:picMkLst>
            <pc:docMk/>
            <pc:sldMk cId="6395444" sldId="4679"/>
            <ac:picMk id="313" creationId="{8F84F358-2DFD-4CB5-80CB-F12F1512DCEC}"/>
          </ac:picMkLst>
        </pc:picChg>
        <pc:picChg chg="del">
          <ac:chgData name="Minh Huynh" userId="01a137d4-0d81-46e0-aca6-c9185b391828" providerId="ADAL" clId="{88AB73D2-BEAC-49CB-B2E2-279547085BAB}" dt="2026-10-14T11:32:25.005" v="42" actId="478"/>
          <ac:picMkLst>
            <pc:docMk/>
            <pc:sldMk cId="6395444" sldId="4679"/>
            <ac:picMk id="314" creationId="{899E0586-7AE4-4B79-84DD-61953101DBCD}"/>
          </ac:picMkLst>
        </pc:picChg>
      </pc:sldChg>
      <pc:sldChg chg="addSp delSp modSp add mod">
        <pc:chgData name="Minh Huynh" userId="01a137d4-0d81-46e0-aca6-c9185b391828" providerId="ADAL" clId="{88AB73D2-BEAC-49CB-B2E2-279547085BAB}" dt="2026-10-14T11:41:02.124" v="946" actId="1076"/>
        <pc:sldMkLst>
          <pc:docMk/>
          <pc:sldMk cId="1460326707" sldId="4680"/>
        </pc:sldMkLst>
        <pc:spChg chg="mod">
          <ac:chgData name="Minh Huynh" userId="01a137d4-0d81-46e0-aca6-c9185b391828" providerId="ADAL" clId="{88AB73D2-BEAC-49CB-B2E2-279547085BAB}" dt="2026-10-14T11:39:40.303" v="933" actId="14100"/>
          <ac:spMkLst>
            <pc:docMk/>
            <pc:sldMk cId="1460326707" sldId="4680"/>
            <ac:spMk id="2" creationId="{680F6D8D-0922-4394-8A70-BDE808B8E5C3}"/>
          </ac:spMkLst>
        </pc:spChg>
        <pc:spChg chg="add del mod">
          <ac:chgData name="Minh Huynh" userId="01a137d4-0d81-46e0-aca6-c9185b391828" providerId="ADAL" clId="{88AB73D2-BEAC-49CB-B2E2-279547085BAB}" dt="2026-10-14T11:40:53.555" v="943" actId="478"/>
          <ac:spMkLst>
            <pc:docMk/>
            <pc:sldMk cId="1460326707" sldId="4680"/>
            <ac:spMk id="9" creationId="{F755E0A0-6447-4A87-90EB-997A74059B6F}"/>
          </ac:spMkLst>
        </pc:spChg>
        <pc:spChg chg="add del mod">
          <ac:chgData name="Minh Huynh" userId="01a137d4-0d81-46e0-aca6-c9185b391828" providerId="ADAL" clId="{88AB73D2-BEAC-49CB-B2E2-279547085BAB}" dt="2026-10-14T11:40:53.555" v="943" actId="478"/>
          <ac:spMkLst>
            <pc:docMk/>
            <pc:sldMk cId="1460326707" sldId="4680"/>
            <ac:spMk id="10" creationId="{A14C6606-B34B-42D4-9B40-A2FFABB49604}"/>
          </ac:spMkLst>
        </pc:spChg>
        <pc:picChg chg="add del mod">
          <ac:chgData name="Minh Huynh" userId="01a137d4-0d81-46e0-aca6-c9185b391828" providerId="ADAL" clId="{88AB73D2-BEAC-49CB-B2E2-279547085BAB}" dt="2026-10-14T11:39:50.864" v="935" actId="478"/>
          <ac:picMkLst>
            <pc:docMk/>
            <pc:sldMk cId="1460326707" sldId="4680"/>
            <ac:picMk id="4" creationId="{70131168-B56C-47A3-A6D5-4B238C0F69B0}"/>
          </ac:picMkLst>
        </pc:picChg>
        <pc:picChg chg="add del mod">
          <ac:chgData name="Minh Huynh" userId="01a137d4-0d81-46e0-aca6-c9185b391828" providerId="ADAL" clId="{88AB73D2-BEAC-49CB-B2E2-279547085BAB}" dt="2026-10-14T11:40:53.555" v="943" actId="478"/>
          <ac:picMkLst>
            <pc:docMk/>
            <pc:sldMk cId="1460326707" sldId="4680"/>
            <ac:picMk id="5" creationId="{CD3E6E83-D47E-49B4-B5D1-3C01EBE71C49}"/>
          </ac:picMkLst>
        </pc:picChg>
        <pc:picChg chg="add del mod">
          <ac:chgData name="Minh Huynh" userId="01a137d4-0d81-46e0-aca6-c9185b391828" providerId="ADAL" clId="{88AB73D2-BEAC-49CB-B2E2-279547085BAB}" dt="2026-10-14T11:40:53.555" v="943" actId="478"/>
          <ac:picMkLst>
            <pc:docMk/>
            <pc:sldMk cId="1460326707" sldId="4680"/>
            <ac:picMk id="6" creationId="{F8C146EC-714B-4227-BB75-9608A5A7F4C3}"/>
          </ac:picMkLst>
        </pc:picChg>
        <pc:picChg chg="add mod">
          <ac:chgData name="Minh Huynh" userId="01a137d4-0d81-46e0-aca6-c9185b391828" providerId="ADAL" clId="{88AB73D2-BEAC-49CB-B2E2-279547085BAB}" dt="2026-10-14T11:41:02.124" v="946" actId="1076"/>
          <ac:picMkLst>
            <pc:docMk/>
            <pc:sldMk cId="1460326707" sldId="4680"/>
            <ac:picMk id="11" creationId="{D49F8DB1-0B62-4E25-A7BB-85EDDC359CBE}"/>
          </ac:picMkLst>
        </pc:picChg>
        <pc:cxnChg chg="add del mod">
          <ac:chgData name="Minh Huynh" userId="01a137d4-0d81-46e0-aca6-c9185b391828" providerId="ADAL" clId="{88AB73D2-BEAC-49CB-B2E2-279547085BAB}" dt="2026-10-14T11:40:53.555" v="943" actId="478"/>
          <ac:cxnSpMkLst>
            <pc:docMk/>
            <pc:sldMk cId="1460326707" sldId="4680"/>
            <ac:cxnSpMk id="7" creationId="{56341878-51FF-4226-8001-53EF1179EEEF}"/>
          </ac:cxnSpMkLst>
        </pc:cxnChg>
        <pc:cxnChg chg="add del mod">
          <ac:chgData name="Minh Huynh" userId="01a137d4-0d81-46e0-aca6-c9185b391828" providerId="ADAL" clId="{88AB73D2-BEAC-49CB-B2E2-279547085BAB}" dt="2026-10-14T11:40:53.555" v="943" actId="478"/>
          <ac:cxnSpMkLst>
            <pc:docMk/>
            <pc:sldMk cId="1460326707" sldId="4680"/>
            <ac:cxnSpMk id="8" creationId="{7589351F-282A-4D50-9E6A-350ED8338BA3}"/>
          </ac:cxnSpMkLst>
        </pc:cxnChg>
      </pc:sldChg>
      <pc:sldChg chg="addSp delSp modSp add mod">
        <pc:chgData name="Minh Huynh" userId="01a137d4-0d81-46e0-aca6-c9185b391828" providerId="ADAL" clId="{88AB73D2-BEAC-49CB-B2E2-279547085BAB}" dt="2026-10-14T11:40:48.494" v="942"/>
        <pc:sldMkLst>
          <pc:docMk/>
          <pc:sldMk cId="2635318698" sldId="4681"/>
        </pc:sldMkLst>
        <pc:spChg chg="del">
          <ac:chgData name="Minh Huynh" userId="01a137d4-0d81-46e0-aca6-c9185b391828" providerId="ADAL" clId="{88AB73D2-BEAC-49CB-B2E2-279547085BAB}" dt="2026-10-14T11:40:34.092" v="939" actId="478"/>
          <ac:spMkLst>
            <pc:docMk/>
            <pc:sldMk cId="2635318698" sldId="4681"/>
            <ac:spMk id="2" creationId="{680F6D8D-0922-4394-8A70-BDE808B8E5C3}"/>
          </ac:spMkLst>
        </pc:spChg>
        <pc:spChg chg="del">
          <ac:chgData name="Minh Huynh" userId="01a137d4-0d81-46e0-aca6-c9185b391828" providerId="ADAL" clId="{88AB73D2-BEAC-49CB-B2E2-279547085BAB}" dt="2026-10-14T11:40:42.722" v="940" actId="478"/>
          <ac:spMkLst>
            <pc:docMk/>
            <pc:sldMk cId="2635318698" sldId="4681"/>
            <ac:spMk id="9" creationId="{F755E0A0-6447-4A87-90EB-997A74059B6F}"/>
          </ac:spMkLst>
        </pc:spChg>
        <pc:spChg chg="del">
          <ac:chgData name="Minh Huynh" userId="01a137d4-0d81-46e0-aca6-c9185b391828" providerId="ADAL" clId="{88AB73D2-BEAC-49CB-B2E2-279547085BAB}" dt="2026-10-14T11:40:42.722" v="940" actId="478"/>
          <ac:spMkLst>
            <pc:docMk/>
            <pc:sldMk cId="2635318698" sldId="4681"/>
            <ac:spMk id="10" creationId="{A14C6606-B34B-42D4-9B40-A2FFABB49604}"/>
          </ac:spMkLst>
        </pc:spChg>
        <pc:spChg chg="add mod">
          <ac:chgData name="Minh Huynh" userId="01a137d4-0d81-46e0-aca6-c9185b391828" providerId="ADAL" clId="{88AB73D2-BEAC-49CB-B2E2-279547085BAB}" dt="2026-10-14T11:40:43.484" v="941"/>
          <ac:spMkLst>
            <pc:docMk/>
            <pc:sldMk cId="2635318698" sldId="4681"/>
            <ac:spMk id="15" creationId="{42FA7167-F00B-4CAD-A79D-BA5D2E2C1D66}"/>
          </ac:spMkLst>
        </pc:spChg>
        <pc:spChg chg="add mod">
          <ac:chgData name="Minh Huynh" userId="01a137d4-0d81-46e0-aca6-c9185b391828" providerId="ADAL" clId="{88AB73D2-BEAC-49CB-B2E2-279547085BAB}" dt="2026-10-14T11:40:43.484" v="941"/>
          <ac:spMkLst>
            <pc:docMk/>
            <pc:sldMk cId="2635318698" sldId="4681"/>
            <ac:spMk id="16" creationId="{7C304F98-EB0E-42FB-92C7-A73A4B11DDF6}"/>
          </ac:spMkLst>
        </pc:spChg>
        <pc:spChg chg="add mod">
          <ac:chgData name="Minh Huynh" userId="01a137d4-0d81-46e0-aca6-c9185b391828" providerId="ADAL" clId="{88AB73D2-BEAC-49CB-B2E2-279547085BAB}" dt="2026-10-14T11:40:43.484" v="941"/>
          <ac:spMkLst>
            <pc:docMk/>
            <pc:sldMk cId="2635318698" sldId="4681"/>
            <ac:spMk id="17" creationId="{B9CF9D74-7E97-444C-B62D-99B95E68DE49}"/>
          </ac:spMkLst>
        </pc:spChg>
        <pc:spChg chg="add mod">
          <ac:chgData name="Minh Huynh" userId="01a137d4-0d81-46e0-aca6-c9185b391828" providerId="ADAL" clId="{88AB73D2-BEAC-49CB-B2E2-279547085BAB}" dt="2026-10-14T11:40:43.484" v="941"/>
          <ac:spMkLst>
            <pc:docMk/>
            <pc:sldMk cId="2635318698" sldId="4681"/>
            <ac:spMk id="18" creationId="{2DC5EE79-A71A-480E-AF96-5CF667EE0153}"/>
          </ac:spMkLst>
        </pc:spChg>
        <pc:spChg chg="add mod">
          <ac:chgData name="Minh Huynh" userId="01a137d4-0d81-46e0-aca6-c9185b391828" providerId="ADAL" clId="{88AB73D2-BEAC-49CB-B2E2-279547085BAB}" dt="2026-10-14T11:40:43.484" v="941"/>
          <ac:spMkLst>
            <pc:docMk/>
            <pc:sldMk cId="2635318698" sldId="4681"/>
            <ac:spMk id="19" creationId="{4451E776-E27C-45CF-89F0-1200C72B6E89}"/>
          </ac:spMkLst>
        </pc:spChg>
        <pc:spChg chg="add mod">
          <ac:chgData name="Minh Huynh" userId="01a137d4-0d81-46e0-aca6-c9185b391828" providerId="ADAL" clId="{88AB73D2-BEAC-49CB-B2E2-279547085BAB}" dt="2026-10-14T11:40:43.484" v="941"/>
          <ac:spMkLst>
            <pc:docMk/>
            <pc:sldMk cId="2635318698" sldId="4681"/>
            <ac:spMk id="20" creationId="{6364C66B-38E2-4005-B085-2091A529D245}"/>
          </ac:spMkLst>
        </pc:spChg>
        <pc:spChg chg="add mod">
          <ac:chgData name="Minh Huynh" userId="01a137d4-0d81-46e0-aca6-c9185b391828" providerId="ADAL" clId="{88AB73D2-BEAC-49CB-B2E2-279547085BAB}" dt="2026-10-14T11:40:43.484" v="941"/>
          <ac:spMkLst>
            <pc:docMk/>
            <pc:sldMk cId="2635318698" sldId="4681"/>
            <ac:spMk id="21" creationId="{785E0960-B618-4F8B-9349-2D1756FC8CDA}"/>
          </ac:spMkLst>
        </pc:spChg>
        <pc:picChg chg="del">
          <ac:chgData name="Minh Huynh" userId="01a137d4-0d81-46e0-aca6-c9185b391828" providerId="ADAL" clId="{88AB73D2-BEAC-49CB-B2E2-279547085BAB}" dt="2026-10-14T11:40:42.722" v="940" actId="478"/>
          <ac:picMkLst>
            <pc:docMk/>
            <pc:sldMk cId="2635318698" sldId="4681"/>
            <ac:picMk id="5" creationId="{CD3E6E83-D47E-49B4-B5D1-3C01EBE71C49}"/>
          </ac:picMkLst>
        </pc:picChg>
        <pc:picChg chg="del">
          <ac:chgData name="Minh Huynh" userId="01a137d4-0d81-46e0-aca6-c9185b391828" providerId="ADAL" clId="{88AB73D2-BEAC-49CB-B2E2-279547085BAB}" dt="2026-10-14T11:40:42.722" v="940" actId="478"/>
          <ac:picMkLst>
            <pc:docMk/>
            <pc:sldMk cId="2635318698" sldId="4681"/>
            <ac:picMk id="6" creationId="{F8C146EC-714B-4227-BB75-9608A5A7F4C3}"/>
          </ac:picMkLst>
        </pc:picChg>
        <pc:picChg chg="add mod">
          <ac:chgData name="Minh Huynh" userId="01a137d4-0d81-46e0-aca6-c9185b391828" providerId="ADAL" clId="{88AB73D2-BEAC-49CB-B2E2-279547085BAB}" dt="2026-10-14T11:40:43.484" v="941"/>
          <ac:picMkLst>
            <pc:docMk/>
            <pc:sldMk cId="2635318698" sldId="4681"/>
            <ac:picMk id="11" creationId="{712D8A0C-DBFC-4F4E-BED6-6C6D0C5BF65B}"/>
          </ac:picMkLst>
        </pc:picChg>
        <pc:picChg chg="add mod">
          <ac:chgData name="Minh Huynh" userId="01a137d4-0d81-46e0-aca6-c9185b391828" providerId="ADAL" clId="{88AB73D2-BEAC-49CB-B2E2-279547085BAB}" dt="2026-10-14T11:40:43.484" v="941"/>
          <ac:picMkLst>
            <pc:docMk/>
            <pc:sldMk cId="2635318698" sldId="4681"/>
            <ac:picMk id="12" creationId="{2B25E08B-18D3-4CAF-BBD6-C7FE96A4B10C}"/>
          </ac:picMkLst>
        </pc:picChg>
        <pc:cxnChg chg="del mod">
          <ac:chgData name="Minh Huynh" userId="01a137d4-0d81-46e0-aca6-c9185b391828" providerId="ADAL" clId="{88AB73D2-BEAC-49CB-B2E2-279547085BAB}" dt="2026-10-14T11:40:42.722" v="940" actId="478"/>
          <ac:cxnSpMkLst>
            <pc:docMk/>
            <pc:sldMk cId="2635318698" sldId="4681"/>
            <ac:cxnSpMk id="7" creationId="{56341878-51FF-4226-8001-53EF1179EEEF}"/>
          </ac:cxnSpMkLst>
        </pc:cxnChg>
        <pc:cxnChg chg="del mod">
          <ac:chgData name="Minh Huynh" userId="01a137d4-0d81-46e0-aca6-c9185b391828" providerId="ADAL" clId="{88AB73D2-BEAC-49CB-B2E2-279547085BAB}" dt="2026-10-14T11:40:42.722" v="940" actId="478"/>
          <ac:cxnSpMkLst>
            <pc:docMk/>
            <pc:sldMk cId="2635318698" sldId="4681"/>
            <ac:cxnSpMk id="8" creationId="{7589351F-282A-4D50-9E6A-350ED8338BA3}"/>
          </ac:cxnSpMkLst>
        </pc:cxnChg>
        <pc:cxnChg chg="add mod">
          <ac:chgData name="Minh Huynh" userId="01a137d4-0d81-46e0-aca6-c9185b391828" providerId="ADAL" clId="{88AB73D2-BEAC-49CB-B2E2-279547085BAB}" dt="2026-10-14T11:40:43.484" v="941"/>
          <ac:cxnSpMkLst>
            <pc:docMk/>
            <pc:sldMk cId="2635318698" sldId="4681"/>
            <ac:cxnSpMk id="13" creationId="{FBC43D6B-4B4D-4D76-A805-CFB629BEC13B}"/>
          </ac:cxnSpMkLst>
        </pc:cxnChg>
        <pc:cxnChg chg="add mod">
          <ac:chgData name="Minh Huynh" userId="01a137d4-0d81-46e0-aca6-c9185b391828" providerId="ADAL" clId="{88AB73D2-BEAC-49CB-B2E2-279547085BAB}" dt="2026-10-14T11:40:43.484" v="941"/>
          <ac:cxnSpMkLst>
            <pc:docMk/>
            <pc:sldMk cId="2635318698" sldId="4681"/>
            <ac:cxnSpMk id="14" creationId="{4EC7E5EC-9D8D-448C-9F7C-B1BFA8009681}"/>
          </ac:cxnSpMkLst>
        </pc:cxnChg>
        <pc:cxnChg chg="add mod">
          <ac:chgData name="Minh Huynh" userId="01a137d4-0d81-46e0-aca6-c9185b391828" providerId="ADAL" clId="{88AB73D2-BEAC-49CB-B2E2-279547085BAB}" dt="2026-10-14T11:40:48.494" v="942"/>
          <ac:cxnSpMkLst>
            <pc:docMk/>
            <pc:sldMk cId="2635318698" sldId="4681"/>
            <ac:cxnSpMk id="22" creationId="{F2EF4689-1478-4254-BCE1-ED5E1DF96FC2}"/>
          </ac:cxnSpMkLst>
        </pc:cxnChg>
      </pc:sldChg>
      <pc:sldChg chg="addSp delSp modSp add mod">
        <pc:chgData name="Minh Huynh" userId="01a137d4-0d81-46e0-aca6-c9185b391828" providerId="ADAL" clId="{88AB73D2-BEAC-49CB-B2E2-279547085BAB}" dt="2026-10-14T11:41:16.748" v="949"/>
        <pc:sldMkLst>
          <pc:docMk/>
          <pc:sldMk cId="3240262758" sldId="4682"/>
        </pc:sldMkLst>
        <pc:spChg chg="del">
          <ac:chgData name="Minh Huynh" userId="01a137d4-0d81-46e0-aca6-c9185b391828" providerId="ADAL" clId="{88AB73D2-BEAC-49CB-B2E2-279547085BAB}" dt="2026-10-14T11:41:15.966" v="948" actId="478"/>
          <ac:spMkLst>
            <pc:docMk/>
            <pc:sldMk cId="3240262758" sldId="4682"/>
            <ac:spMk id="15" creationId="{42FA7167-F00B-4CAD-A79D-BA5D2E2C1D66}"/>
          </ac:spMkLst>
        </pc:spChg>
        <pc:spChg chg="del">
          <ac:chgData name="Minh Huynh" userId="01a137d4-0d81-46e0-aca6-c9185b391828" providerId="ADAL" clId="{88AB73D2-BEAC-49CB-B2E2-279547085BAB}" dt="2026-10-14T11:41:15.966" v="948" actId="478"/>
          <ac:spMkLst>
            <pc:docMk/>
            <pc:sldMk cId="3240262758" sldId="4682"/>
            <ac:spMk id="16" creationId="{7C304F98-EB0E-42FB-92C7-A73A4B11DDF6}"/>
          </ac:spMkLst>
        </pc:spChg>
        <pc:spChg chg="del">
          <ac:chgData name="Minh Huynh" userId="01a137d4-0d81-46e0-aca6-c9185b391828" providerId="ADAL" clId="{88AB73D2-BEAC-49CB-B2E2-279547085BAB}" dt="2026-10-14T11:41:15.966" v="948" actId="478"/>
          <ac:spMkLst>
            <pc:docMk/>
            <pc:sldMk cId="3240262758" sldId="4682"/>
            <ac:spMk id="17" creationId="{B9CF9D74-7E97-444C-B62D-99B95E68DE49}"/>
          </ac:spMkLst>
        </pc:spChg>
        <pc:spChg chg="del">
          <ac:chgData name="Minh Huynh" userId="01a137d4-0d81-46e0-aca6-c9185b391828" providerId="ADAL" clId="{88AB73D2-BEAC-49CB-B2E2-279547085BAB}" dt="2026-10-14T11:41:15.966" v="948" actId="478"/>
          <ac:spMkLst>
            <pc:docMk/>
            <pc:sldMk cId="3240262758" sldId="4682"/>
            <ac:spMk id="18" creationId="{2DC5EE79-A71A-480E-AF96-5CF667EE0153}"/>
          </ac:spMkLst>
        </pc:spChg>
        <pc:spChg chg="del">
          <ac:chgData name="Minh Huynh" userId="01a137d4-0d81-46e0-aca6-c9185b391828" providerId="ADAL" clId="{88AB73D2-BEAC-49CB-B2E2-279547085BAB}" dt="2026-10-14T11:41:15.966" v="948" actId="478"/>
          <ac:spMkLst>
            <pc:docMk/>
            <pc:sldMk cId="3240262758" sldId="4682"/>
            <ac:spMk id="19" creationId="{4451E776-E27C-45CF-89F0-1200C72B6E89}"/>
          </ac:spMkLst>
        </pc:spChg>
        <pc:spChg chg="del">
          <ac:chgData name="Minh Huynh" userId="01a137d4-0d81-46e0-aca6-c9185b391828" providerId="ADAL" clId="{88AB73D2-BEAC-49CB-B2E2-279547085BAB}" dt="2026-10-14T11:41:15.966" v="948" actId="478"/>
          <ac:spMkLst>
            <pc:docMk/>
            <pc:sldMk cId="3240262758" sldId="4682"/>
            <ac:spMk id="20" creationId="{6364C66B-38E2-4005-B085-2091A529D245}"/>
          </ac:spMkLst>
        </pc:spChg>
        <pc:spChg chg="del">
          <ac:chgData name="Minh Huynh" userId="01a137d4-0d81-46e0-aca6-c9185b391828" providerId="ADAL" clId="{88AB73D2-BEAC-49CB-B2E2-279547085BAB}" dt="2026-10-14T11:41:15.966" v="948" actId="478"/>
          <ac:spMkLst>
            <pc:docMk/>
            <pc:sldMk cId="3240262758" sldId="4682"/>
            <ac:spMk id="21" creationId="{785E0960-B618-4F8B-9349-2D1756FC8CDA}"/>
          </ac:spMkLst>
        </pc:spChg>
        <pc:spChg chg="add mod">
          <ac:chgData name="Minh Huynh" userId="01a137d4-0d81-46e0-aca6-c9185b391828" providerId="ADAL" clId="{88AB73D2-BEAC-49CB-B2E2-279547085BAB}" dt="2026-10-14T11:41:16.748" v="949"/>
          <ac:spMkLst>
            <pc:docMk/>
            <pc:sldMk cId="3240262758" sldId="4682"/>
            <ac:spMk id="36" creationId="{3046F578-67F8-432F-8E3F-9C6D0A1E428C}"/>
          </ac:spMkLst>
        </pc:spChg>
        <pc:spChg chg="add mod">
          <ac:chgData name="Minh Huynh" userId="01a137d4-0d81-46e0-aca6-c9185b391828" providerId="ADAL" clId="{88AB73D2-BEAC-49CB-B2E2-279547085BAB}" dt="2026-10-14T11:41:16.748" v="949"/>
          <ac:spMkLst>
            <pc:docMk/>
            <pc:sldMk cId="3240262758" sldId="4682"/>
            <ac:spMk id="37" creationId="{D29D2052-D8C7-4F4A-85CE-955141427643}"/>
          </ac:spMkLst>
        </pc:spChg>
        <pc:spChg chg="add mod">
          <ac:chgData name="Minh Huynh" userId="01a137d4-0d81-46e0-aca6-c9185b391828" providerId="ADAL" clId="{88AB73D2-BEAC-49CB-B2E2-279547085BAB}" dt="2026-10-14T11:41:16.748" v="949"/>
          <ac:spMkLst>
            <pc:docMk/>
            <pc:sldMk cId="3240262758" sldId="4682"/>
            <ac:spMk id="38" creationId="{FBFB4328-B3C2-42C2-BD26-B9C958F4A78E}"/>
          </ac:spMkLst>
        </pc:spChg>
        <pc:spChg chg="add mod">
          <ac:chgData name="Minh Huynh" userId="01a137d4-0d81-46e0-aca6-c9185b391828" providerId="ADAL" clId="{88AB73D2-BEAC-49CB-B2E2-279547085BAB}" dt="2026-10-14T11:41:16.748" v="949"/>
          <ac:spMkLst>
            <pc:docMk/>
            <pc:sldMk cId="3240262758" sldId="4682"/>
            <ac:spMk id="39" creationId="{EA4E21FB-7361-4DAA-A203-6401E238B384}"/>
          </ac:spMkLst>
        </pc:spChg>
        <pc:spChg chg="add mod">
          <ac:chgData name="Minh Huynh" userId="01a137d4-0d81-46e0-aca6-c9185b391828" providerId="ADAL" clId="{88AB73D2-BEAC-49CB-B2E2-279547085BAB}" dt="2026-10-14T11:41:16.748" v="949"/>
          <ac:spMkLst>
            <pc:docMk/>
            <pc:sldMk cId="3240262758" sldId="4682"/>
            <ac:spMk id="40" creationId="{95A18134-79F9-48BB-915A-2403CC348A92}"/>
          </ac:spMkLst>
        </pc:spChg>
        <pc:picChg chg="del">
          <ac:chgData name="Minh Huynh" userId="01a137d4-0d81-46e0-aca6-c9185b391828" providerId="ADAL" clId="{88AB73D2-BEAC-49CB-B2E2-279547085BAB}" dt="2026-10-14T11:41:15.966" v="948" actId="478"/>
          <ac:picMkLst>
            <pc:docMk/>
            <pc:sldMk cId="3240262758" sldId="4682"/>
            <ac:picMk id="11" creationId="{712D8A0C-DBFC-4F4E-BED6-6C6D0C5BF65B}"/>
          </ac:picMkLst>
        </pc:picChg>
        <pc:picChg chg="del">
          <ac:chgData name="Minh Huynh" userId="01a137d4-0d81-46e0-aca6-c9185b391828" providerId="ADAL" clId="{88AB73D2-BEAC-49CB-B2E2-279547085BAB}" dt="2026-10-14T11:41:15.966" v="948" actId="478"/>
          <ac:picMkLst>
            <pc:docMk/>
            <pc:sldMk cId="3240262758" sldId="4682"/>
            <ac:picMk id="12" creationId="{2B25E08B-18D3-4CAF-BBD6-C7FE96A4B10C}"/>
          </ac:picMkLst>
        </pc:picChg>
        <pc:picChg chg="add mod">
          <ac:chgData name="Minh Huynh" userId="01a137d4-0d81-46e0-aca6-c9185b391828" providerId="ADAL" clId="{88AB73D2-BEAC-49CB-B2E2-279547085BAB}" dt="2026-10-14T11:41:16.748" v="949"/>
          <ac:picMkLst>
            <pc:docMk/>
            <pc:sldMk cId="3240262758" sldId="4682"/>
            <ac:picMk id="23" creationId="{7BCB683D-CFC2-4403-9A2D-CFF6060A474A}"/>
          </ac:picMkLst>
        </pc:picChg>
        <pc:picChg chg="add mod">
          <ac:chgData name="Minh Huynh" userId="01a137d4-0d81-46e0-aca6-c9185b391828" providerId="ADAL" clId="{88AB73D2-BEAC-49CB-B2E2-279547085BAB}" dt="2026-10-14T11:41:16.748" v="949"/>
          <ac:picMkLst>
            <pc:docMk/>
            <pc:sldMk cId="3240262758" sldId="4682"/>
            <ac:picMk id="24" creationId="{A54ECAB9-A417-40AC-8682-84A9C506CDFE}"/>
          </ac:picMkLst>
        </pc:picChg>
        <pc:picChg chg="add mod">
          <ac:chgData name="Minh Huynh" userId="01a137d4-0d81-46e0-aca6-c9185b391828" providerId="ADAL" clId="{88AB73D2-BEAC-49CB-B2E2-279547085BAB}" dt="2026-10-14T11:41:16.748" v="949"/>
          <ac:picMkLst>
            <pc:docMk/>
            <pc:sldMk cId="3240262758" sldId="4682"/>
            <ac:picMk id="28" creationId="{CC1F0C12-A54A-488A-9ABD-EAF41293B303}"/>
          </ac:picMkLst>
        </pc:picChg>
        <pc:picChg chg="add mod">
          <ac:chgData name="Minh Huynh" userId="01a137d4-0d81-46e0-aca6-c9185b391828" providerId="ADAL" clId="{88AB73D2-BEAC-49CB-B2E2-279547085BAB}" dt="2026-10-14T11:41:16.748" v="949"/>
          <ac:picMkLst>
            <pc:docMk/>
            <pc:sldMk cId="3240262758" sldId="4682"/>
            <ac:picMk id="29" creationId="{4EA016AC-F141-4F88-9951-3424C3833663}"/>
          </ac:picMkLst>
        </pc:picChg>
        <pc:picChg chg="add mod">
          <ac:chgData name="Minh Huynh" userId="01a137d4-0d81-46e0-aca6-c9185b391828" providerId="ADAL" clId="{88AB73D2-BEAC-49CB-B2E2-279547085BAB}" dt="2026-10-14T11:41:16.748" v="949"/>
          <ac:picMkLst>
            <pc:docMk/>
            <pc:sldMk cId="3240262758" sldId="4682"/>
            <ac:picMk id="32" creationId="{9A156950-207E-4F20-8150-1F68DD16C3D3}"/>
          </ac:picMkLst>
        </pc:picChg>
        <pc:picChg chg="add mod">
          <ac:chgData name="Minh Huynh" userId="01a137d4-0d81-46e0-aca6-c9185b391828" providerId="ADAL" clId="{88AB73D2-BEAC-49CB-B2E2-279547085BAB}" dt="2026-10-14T11:41:16.748" v="949"/>
          <ac:picMkLst>
            <pc:docMk/>
            <pc:sldMk cId="3240262758" sldId="4682"/>
            <ac:picMk id="33" creationId="{93A586F5-8CD1-4B12-A7FA-349B731F80B6}"/>
          </ac:picMkLst>
        </pc:picChg>
        <pc:cxnChg chg="del mod">
          <ac:chgData name="Minh Huynh" userId="01a137d4-0d81-46e0-aca6-c9185b391828" providerId="ADAL" clId="{88AB73D2-BEAC-49CB-B2E2-279547085BAB}" dt="2026-10-14T11:41:15.966" v="948" actId="478"/>
          <ac:cxnSpMkLst>
            <pc:docMk/>
            <pc:sldMk cId="3240262758" sldId="4682"/>
            <ac:cxnSpMk id="13" creationId="{FBC43D6B-4B4D-4D76-A805-CFB629BEC13B}"/>
          </ac:cxnSpMkLst>
        </pc:cxnChg>
        <pc:cxnChg chg="del mod">
          <ac:chgData name="Minh Huynh" userId="01a137d4-0d81-46e0-aca6-c9185b391828" providerId="ADAL" clId="{88AB73D2-BEAC-49CB-B2E2-279547085BAB}" dt="2026-10-14T11:41:15.966" v="948" actId="478"/>
          <ac:cxnSpMkLst>
            <pc:docMk/>
            <pc:sldMk cId="3240262758" sldId="4682"/>
            <ac:cxnSpMk id="14" creationId="{4EC7E5EC-9D8D-448C-9F7C-B1BFA8009681}"/>
          </ac:cxnSpMkLst>
        </pc:cxnChg>
        <pc:cxnChg chg="del">
          <ac:chgData name="Minh Huynh" userId="01a137d4-0d81-46e0-aca6-c9185b391828" providerId="ADAL" clId="{88AB73D2-BEAC-49CB-B2E2-279547085BAB}" dt="2026-10-14T11:41:15.966" v="948" actId="478"/>
          <ac:cxnSpMkLst>
            <pc:docMk/>
            <pc:sldMk cId="3240262758" sldId="4682"/>
            <ac:cxnSpMk id="22" creationId="{F2EF4689-1478-4254-BCE1-ED5E1DF96FC2}"/>
          </ac:cxnSpMkLst>
        </pc:cxnChg>
        <pc:cxnChg chg="add mod">
          <ac:chgData name="Minh Huynh" userId="01a137d4-0d81-46e0-aca6-c9185b391828" providerId="ADAL" clId="{88AB73D2-BEAC-49CB-B2E2-279547085BAB}" dt="2026-10-14T11:41:16.748" v="949"/>
          <ac:cxnSpMkLst>
            <pc:docMk/>
            <pc:sldMk cId="3240262758" sldId="4682"/>
            <ac:cxnSpMk id="25" creationId="{FB031DED-AACA-4999-B530-7561BD29D355}"/>
          </ac:cxnSpMkLst>
        </pc:cxnChg>
        <pc:cxnChg chg="add mod">
          <ac:chgData name="Minh Huynh" userId="01a137d4-0d81-46e0-aca6-c9185b391828" providerId="ADAL" clId="{88AB73D2-BEAC-49CB-B2E2-279547085BAB}" dt="2026-10-14T11:41:16.748" v="949"/>
          <ac:cxnSpMkLst>
            <pc:docMk/>
            <pc:sldMk cId="3240262758" sldId="4682"/>
            <ac:cxnSpMk id="26" creationId="{D2CD35A0-E8BC-4DA0-8997-B917A1BB379F}"/>
          </ac:cxnSpMkLst>
        </pc:cxnChg>
        <pc:cxnChg chg="add mod">
          <ac:chgData name="Minh Huynh" userId="01a137d4-0d81-46e0-aca6-c9185b391828" providerId="ADAL" clId="{88AB73D2-BEAC-49CB-B2E2-279547085BAB}" dt="2026-10-14T11:41:16.748" v="949"/>
          <ac:cxnSpMkLst>
            <pc:docMk/>
            <pc:sldMk cId="3240262758" sldId="4682"/>
            <ac:cxnSpMk id="27" creationId="{AF1A1C44-0A6F-4BF8-B566-95E91F03F25B}"/>
          </ac:cxnSpMkLst>
        </pc:cxnChg>
        <pc:cxnChg chg="add mod">
          <ac:chgData name="Minh Huynh" userId="01a137d4-0d81-46e0-aca6-c9185b391828" providerId="ADAL" clId="{88AB73D2-BEAC-49CB-B2E2-279547085BAB}" dt="2026-10-14T11:41:16.748" v="949"/>
          <ac:cxnSpMkLst>
            <pc:docMk/>
            <pc:sldMk cId="3240262758" sldId="4682"/>
            <ac:cxnSpMk id="30" creationId="{7CCFA244-C6BC-4330-AE44-D9A757B97A6F}"/>
          </ac:cxnSpMkLst>
        </pc:cxnChg>
        <pc:cxnChg chg="add mod">
          <ac:chgData name="Minh Huynh" userId="01a137d4-0d81-46e0-aca6-c9185b391828" providerId="ADAL" clId="{88AB73D2-BEAC-49CB-B2E2-279547085BAB}" dt="2026-10-14T11:41:16.748" v="949"/>
          <ac:cxnSpMkLst>
            <pc:docMk/>
            <pc:sldMk cId="3240262758" sldId="4682"/>
            <ac:cxnSpMk id="31" creationId="{2064B144-3B0E-4981-98CE-FB44605C90A7}"/>
          </ac:cxnSpMkLst>
        </pc:cxnChg>
        <pc:cxnChg chg="add mod">
          <ac:chgData name="Minh Huynh" userId="01a137d4-0d81-46e0-aca6-c9185b391828" providerId="ADAL" clId="{88AB73D2-BEAC-49CB-B2E2-279547085BAB}" dt="2026-10-14T11:41:16.748" v="949"/>
          <ac:cxnSpMkLst>
            <pc:docMk/>
            <pc:sldMk cId="3240262758" sldId="4682"/>
            <ac:cxnSpMk id="34" creationId="{36E78593-7092-44C2-90A2-E08C14C03745}"/>
          </ac:cxnSpMkLst>
        </pc:cxnChg>
        <pc:cxnChg chg="add mod">
          <ac:chgData name="Minh Huynh" userId="01a137d4-0d81-46e0-aca6-c9185b391828" providerId="ADAL" clId="{88AB73D2-BEAC-49CB-B2E2-279547085BAB}" dt="2026-10-14T11:41:16.748" v="949"/>
          <ac:cxnSpMkLst>
            <pc:docMk/>
            <pc:sldMk cId="3240262758" sldId="4682"/>
            <ac:cxnSpMk id="35" creationId="{2701B83A-63AC-4D49-AA88-5916E8728504}"/>
          </ac:cxnSpMkLst>
        </pc:cxnChg>
      </pc:sldChg>
      <pc:sldChg chg="addSp delSp modSp add mod">
        <pc:chgData name="Minh Huynh" userId="01a137d4-0d81-46e0-aca6-c9185b391828" providerId="ADAL" clId="{88AB73D2-BEAC-49CB-B2E2-279547085BAB}" dt="2026-10-14T11:41:30.708" v="952"/>
        <pc:sldMkLst>
          <pc:docMk/>
          <pc:sldMk cId="2462819518" sldId="4683"/>
        </pc:sldMkLst>
        <pc:spChg chg="del">
          <ac:chgData name="Minh Huynh" userId="01a137d4-0d81-46e0-aca6-c9185b391828" providerId="ADAL" clId="{88AB73D2-BEAC-49CB-B2E2-279547085BAB}" dt="2026-10-14T11:41:23.376" v="951" actId="478"/>
          <ac:spMkLst>
            <pc:docMk/>
            <pc:sldMk cId="2462819518" sldId="4683"/>
            <ac:spMk id="36" creationId="{3046F578-67F8-432F-8E3F-9C6D0A1E428C}"/>
          </ac:spMkLst>
        </pc:spChg>
        <pc:spChg chg="del">
          <ac:chgData name="Minh Huynh" userId="01a137d4-0d81-46e0-aca6-c9185b391828" providerId="ADAL" clId="{88AB73D2-BEAC-49CB-B2E2-279547085BAB}" dt="2026-10-14T11:41:23.376" v="951" actId="478"/>
          <ac:spMkLst>
            <pc:docMk/>
            <pc:sldMk cId="2462819518" sldId="4683"/>
            <ac:spMk id="37" creationId="{D29D2052-D8C7-4F4A-85CE-955141427643}"/>
          </ac:spMkLst>
        </pc:spChg>
        <pc:spChg chg="del">
          <ac:chgData name="Minh Huynh" userId="01a137d4-0d81-46e0-aca6-c9185b391828" providerId="ADAL" clId="{88AB73D2-BEAC-49CB-B2E2-279547085BAB}" dt="2026-10-14T11:41:23.376" v="951" actId="478"/>
          <ac:spMkLst>
            <pc:docMk/>
            <pc:sldMk cId="2462819518" sldId="4683"/>
            <ac:spMk id="38" creationId="{FBFB4328-B3C2-42C2-BD26-B9C958F4A78E}"/>
          </ac:spMkLst>
        </pc:spChg>
        <pc:spChg chg="del">
          <ac:chgData name="Minh Huynh" userId="01a137d4-0d81-46e0-aca6-c9185b391828" providerId="ADAL" clId="{88AB73D2-BEAC-49CB-B2E2-279547085BAB}" dt="2026-10-14T11:41:23.376" v="951" actId="478"/>
          <ac:spMkLst>
            <pc:docMk/>
            <pc:sldMk cId="2462819518" sldId="4683"/>
            <ac:spMk id="39" creationId="{EA4E21FB-7361-4DAA-A203-6401E238B384}"/>
          </ac:spMkLst>
        </pc:spChg>
        <pc:spChg chg="del">
          <ac:chgData name="Minh Huynh" userId="01a137d4-0d81-46e0-aca6-c9185b391828" providerId="ADAL" clId="{88AB73D2-BEAC-49CB-B2E2-279547085BAB}" dt="2026-10-14T11:41:23.376" v="951" actId="478"/>
          <ac:spMkLst>
            <pc:docMk/>
            <pc:sldMk cId="2462819518" sldId="4683"/>
            <ac:spMk id="40" creationId="{95A18134-79F9-48BB-915A-2403CC348A92}"/>
          </ac:spMkLst>
        </pc:spChg>
        <pc:spChg chg="add mod">
          <ac:chgData name="Minh Huynh" userId="01a137d4-0d81-46e0-aca6-c9185b391828" providerId="ADAL" clId="{88AB73D2-BEAC-49CB-B2E2-279547085BAB}" dt="2026-10-14T11:41:30.708" v="952"/>
          <ac:spMkLst>
            <pc:docMk/>
            <pc:sldMk cId="2462819518" sldId="4683"/>
            <ac:spMk id="68" creationId="{221CEECE-7E27-40E1-A880-05298832D75E}"/>
          </ac:spMkLst>
        </pc:spChg>
        <pc:spChg chg="add mod">
          <ac:chgData name="Minh Huynh" userId="01a137d4-0d81-46e0-aca6-c9185b391828" providerId="ADAL" clId="{88AB73D2-BEAC-49CB-B2E2-279547085BAB}" dt="2026-10-14T11:41:30.708" v="952"/>
          <ac:spMkLst>
            <pc:docMk/>
            <pc:sldMk cId="2462819518" sldId="4683"/>
            <ac:spMk id="69" creationId="{DC7F4C4E-05DC-42C9-B834-2D344E757A0C}"/>
          </ac:spMkLst>
        </pc:spChg>
        <pc:spChg chg="add mod">
          <ac:chgData name="Minh Huynh" userId="01a137d4-0d81-46e0-aca6-c9185b391828" providerId="ADAL" clId="{88AB73D2-BEAC-49CB-B2E2-279547085BAB}" dt="2026-10-14T11:41:30.708" v="952"/>
          <ac:spMkLst>
            <pc:docMk/>
            <pc:sldMk cId="2462819518" sldId="4683"/>
            <ac:spMk id="70" creationId="{96B0ECFB-7B8C-4BDF-8DC0-640CBA16704F}"/>
          </ac:spMkLst>
        </pc:spChg>
        <pc:spChg chg="add mod">
          <ac:chgData name="Minh Huynh" userId="01a137d4-0d81-46e0-aca6-c9185b391828" providerId="ADAL" clId="{88AB73D2-BEAC-49CB-B2E2-279547085BAB}" dt="2026-10-14T11:41:30.708" v="952"/>
          <ac:spMkLst>
            <pc:docMk/>
            <pc:sldMk cId="2462819518" sldId="4683"/>
            <ac:spMk id="71" creationId="{E062ADED-580B-4E6B-BA13-0149B1F21B98}"/>
          </ac:spMkLst>
        </pc:spChg>
        <pc:spChg chg="add mod">
          <ac:chgData name="Minh Huynh" userId="01a137d4-0d81-46e0-aca6-c9185b391828" providerId="ADAL" clId="{88AB73D2-BEAC-49CB-B2E2-279547085BAB}" dt="2026-10-14T11:41:30.708" v="952"/>
          <ac:spMkLst>
            <pc:docMk/>
            <pc:sldMk cId="2462819518" sldId="4683"/>
            <ac:spMk id="72" creationId="{3F399516-E6C4-446E-96A0-05D582FAA15B}"/>
          </ac:spMkLst>
        </pc:spChg>
        <pc:picChg chg="add mod">
          <ac:chgData name="Minh Huynh" userId="01a137d4-0d81-46e0-aca6-c9185b391828" providerId="ADAL" clId="{88AB73D2-BEAC-49CB-B2E2-279547085BAB}" dt="2026-10-14T11:41:30.708" v="952"/>
          <ac:picMkLst>
            <pc:docMk/>
            <pc:sldMk cId="2462819518" sldId="4683"/>
            <ac:picMk id="22" creationId="{218D3EA2-D41E-495B-9302-8F57DC5B6FDD}"/>
          </ac:picMkLst>
        </pc:picChg>
        <pc:picChg chg="del">
          <ac:chgData name="Minh Huynh" userId="01a137d4-0d81-46e0-aca6-c9185b391828" providerId="ADAL" clId="{88AB73D2-BEAC-49CB-B2E2-279547085BAB}" dt="2026-10-14T11:41:23.376" v="951" actId="478"/>
          <ac:picMkLst>
            <pc:docMk/>
            <pc:sldMk cId="2462819518" sldId="4683"/>
            <ac:picMk id="23" creationId="{7BCB683D-CFC2-4403-9A2D-CFF6060A474A}"/>
          </ac:picMkLst>
        </pc:picChg>
        <pc:picChg chg="del">
          <ac:chgData name="Minh Huynh" userId="01a137d4-0d81-46e0-aca6-c9185b391828" providerId="ADAL" clId="{88AB73D2-BEAC-49CB-B2E2-279547085BAB}" dt="2026-10-14T11:41:23.376" v="951" actId="478"/>
          <ac:picMkLst>
            <pc:docMk/>
            <pc:sldMk cId="2462819518" sldId="4683"/>
            <ac:picMk id="24" creationId="{A54ECAB9-A417-40AC-8682-84A9C506CDFE}"/>
          </ac:picMkLst>
        </pc:picChg>
        <pc:picChg chg="del">
          <ac:chgData name="Minh Huynh" userId="01a137d4-0d81-46e0-aca6-c9185b391828" providerId="ADAL" clId="{88AB73D2-BEAC-49CB-B2E2-279547085BAB}" dt="2026-10-14T11:41:23.376" v="951" actId="478"/>
          <ac:picMkLst>
            <pc:docMk/>
            <pc:sldMk cId="2462819518" sldId="4683"/>
            <ac:picMk id="28" creationId="{CC1F0C12-A54A-488A-9ABD-EAF41293B303}"/>
          </ac:picMkLst>
        </pc:picChg>
        <pc:picChg chg="del">
          <ac:chgData name="Minh Huynh" userId="01a137d4-0d81-46e0-aca6-c9185b391828" providerId="ADAL" clId="{88AB73D2-BEAC-49CB-B2E2-279547085BAB}" dt="2026-10-14T11:41:23.376" v="951" actId="478"/>
          <ac:picMkLst>
            <pc:docMk/>
            <pc:sldMk cId="2462819518" sldId="4683"/>
            <ac:picMk id="29" creationId="{4EA016AC-F141-4F88-9951-3424C3833663}"/>
          </ac:picMkLst>
        </pc:picChg>
        <pc:picChg chg="del">
          <ac:chgData name="Minh Huynh" userId="01a137d4-0d81-46e0-aca6-c9185b391828" providerId="ADAL" clId="{88AB73D2-BEAC-49CB-B2E2-279547085BAB}" dt="2026-10-14T11:41:23.376" v="951" actId="478"/>
          <ac:picMkLst>
            <pc:docMk/>
            <pc:sldMk cId="2462819518" sldId="4683"/>
            <ac:picMk id="32" creationId="{9A156950-207E-4F20-8150-1F68DD16C3D3}"/>
          </ac:picMkLst>
        </pc:picChg>
        <pc:picChg chg="del">
          <ac:chgData name="Minh Huynh" userId="01a137d4-0d81-46e0-aca6-c9185b391828" providerId="ADAL" clId="{88AB73D2-BEAC-49CB-B2E2-279547085BAB}" dt="2026-10-14T11:41:23.376" v="951" actId="478"/>
          <ac:picMkLst>
            <pc:docMk/>
            <pc:sldMk cId="2462819518" sldId="4683"/>
            <ac:picMk id="33" creationId="{93A586F5-8CD1-4B12-A7FA-349B731F80B6}"/>
          </ac:picMkLst>
        </pc:picChg>
        <pc:picChg chg="add mod">
          <ac:chgData name="Minh Huynh" userId="01a137d4-0d81-46e0-aca6-c9185b391828" providerId="ADAL" clId="{88AB73D2-BEAC-49CB-B2E2-279547085BAB}" dt="2026-10-14T11:41:30.708" v="952"/>
          <ac:picMkLst>
            <pc:docMk/>
            <pc:sldMk cId="2462819518" sldId="4683"/>
            <ac:picMk id="41" creationId="{153A2B69-A109-4EBE-AA6B-0C7725614EB3}"/>
          </ac:picMkLst>
        </pc:picChg>
        <pc:picChg chg="add mod">
          <ac:chgData name="Minh Huynh" userId="01a137d4-0d81-46e0-aca6-c9185b391828" providerId="ADAL" clId="{88AB73D2-BEAC-49CB-B2E2-279547085BAB}" dt="2026-10-14T11:41:30.708" v="952"/>
          <ac:picMkLst>
            <pc:docMk/>
            <pc:sldMk cId="2462819518" sldId="4683"/>
            <ac:picMk id="44" creationId="{808C75A8-5AC0-416D-A1D2-2297BF5C9717}"/>
          </ac:picMkLst>
        </pc:picChg>
        <pc:picChg chg="add mod">
          <ac:chgData name="Minh Huynh" userId="01a137d4-0d81-46e0-aca6-c9185b391828" providerId="ADAL" clId="{88AB73D2-BEAC-49CB-B2E2-279547085BAB}" dt="2026-10-14T11:41:30.708" v="952"/>
          <ac:picMkLst>
            <pc:docMk/>
            <pc:sldMk cId="2462819518" sldId="4683"/>
            <ac:picMk id="45" creationId="{EA4855CB-F0E6-478D-8CB4-A7553C2E79DA}"/>
          </ac:picMkLst>
        </pc:picChg>
        <pc:picChg chg="add mod">
          <ac:chgData name="Minh Huynh" userId="01a137d4-0d81-46e0-aca6-c9185b391828" providerId="ADAL" clId="{88AB73D2-BEAC-49CB-B2E2-279547085BAB}" dt="2026-10-14T11:41:30.708" v="952"/>
          <ac:picMkLst>
            <pc:docMk/>
            <pc:sldMk cId="2462819518" sldId="4683"/>
            <ac:picMk id="48" creationId="{88DB0C6E-1335-4DE1-BBDD-220F48C75FF1}"/>
          </ac:picMkLst>
        </pc:picChg>
        <pc:picChg chg="add mod">
          <ac:chgData name="Minh Huynh" userId="01a137d4-0d81-46e0-aca6-c9185b391828" providerId="ADAL" clId="{88AB73D2-BEAC-49CB-B2E2-279547085BAB}" dt="2026-10-14T11:41:30.708" v="952"/>
          <ac:picMkLst>
            <pc:docMk/>
            <pc:sldMk cId="2462819518" sldId="4683"/>
            <ac:picMk id="49" creationId="{A70F4EC0-B315-4A12-B6EC-5DB9154824E4}"/>
          </ac:picMkLst>
        </pc:picChg>
        <pc:picChg chg="add mod">
          <ac:chgData name="Minh Huynh" userId="01a137d4-0d81-46e0-aca6-c9185b391828" providerId="ADAL" clId="{88AB73D2-BEAC-49CB-B2E2-279547085BAB}" dt="2026-10-14T11:41:30.708" v="952"/>
          <ac:picMkLst>
            <pc:docMk/>
            <pc:sldMk cId="2462819518" sldId="4683"/>
            <ac:picMk id="52" creationId="{CF092673-3C36-424E-BA2D-D9BF96BFC1BE}"/>
          </ac:picMkLst>
        </pc:picChg>
        <pc:picChg chg="add mod">
          <ac:chgData name="Minh Huynh" userId="01a137d4-0d81-46e0-aca6-c9185b391828" providerId="ADAL" clId="{88AB73D2-BEAC-49CB-B2E2-279547085BAB}" dt="2026-10-14T11:41:30.708" v="952"/>
          <ac:picMkLst>
            <pc:docMk/>
            <pc:sldMk cId="2462819518" sldId="4683"/>
            <ac:picMk id="53" creationId="{CF0C75DE-72C6-47E7-961A-1ED3E902EA4E}"/>
          </ac:picMkLst>
        </pc:picChg>
        <pc:picChg chg="add mod">
          <ac:chgData name="Minh Huynh" userId="01a137d4-0d81-46e0-aca6-c9185b391828" providerId="ADAL" clId="{88AB73D2-BEAC-49CB-B2E2-279547085BAB}" dt="2026-10-14T11:41:30.708" v="952"/>
          <ac:picMkLst>
            <pc:docMk/>
            <pc:sldMk cId="2462819518" sldId="4683"/>
            <ac:picMk id="56" creationId="{5B89C81C-84D6-4C9F-B7A9-A122153A5F90}"/>
          </ac:picMkLst>
        </pc:picChg>
        <pc:picChg chg="add mod">
          <ac:chgData name="Minh Huynh" userId="01a137d4-0d81-46e0-aca6-c9185b391828" providerId="ADAL" clId="{88AB73D2-BEAC-49CB-B2E2-279547085BAB}" dt="2026-10-14T11:41:30.708" v="952"/>
          <ac:picMkLst>
            <pc:docMk/>
            <pc:sldMk cId="2462819518" sldId="4683"/>
            <ac:picMk id="57" creationId="{7CCD5730-43E2-434B-A814-CB4C63C64922}"/>
          </ac:picMkLst>
        </pc:picChg>
        <pc:picChg chg="add mod">
          <ac:chgData name="Minh Huynh" userId="01a137d4-0d81-46e0-aca6-c9185b391828" providerId="ADAL" clId="{88AB73D2-BEAC-49CB-B2E2-279547085BAB}" dt="2026-10-14T11:41:30.708" v="952"/>
          <ac:picMkLst>
            <pc:docMk/>
            <pc:sldMk cId="2462819518" sldId="4683"/>
            <ac:picMk id="58" creationId="{0C8A24E7-8EB8-479C-8ACD-E92A7CD86C15}"/>
          </ac:picMkLst>
        </pc:picChg>
        <pc:picChg chg="add mod">
          <ac:chgData name="Minh Huynh" userId="01a137d4-0d81-46e0-aca6-c9185b391828" providerId="ADAL" clId="{88AB73D2-BEAC-49CB-B2E2-279547085BAB}" dt="2026-10-14T11:41:30.708" v="952"/>
          <ac:picMkLst>
            <pc:docMk/>
            <pc:sldMk cId="2462819518" sldId="4683"/>
            <ac:picMk id="59" creationId="{0DB4D993-8BBD-4DEC-A2A8-B45744D5C34C}"/>
          </ac:picMkLst>
        </pc:picChg>
        <pc:picChg chg="add mod">
          <ac:chgData name="Minh Huynh" userId="01a137d4-0d81-46e0-aca6-c9185b391828" providerId="ADAL" clId="{88AB73D2-BEAC-49CB-B2E2-279547085BAB}" dt="2026-10-14T11:41:30.708" v="952"/>
          <ac:picMkLst>
            <pc:docMk/>
            <pc:sldMk cId="2462819518" sldId="4683"/>
            <ac:picMk id="64" creationId="{753411CB-7DD6-443E-8610-7CCD4D2FB6FF}"/>
          </ac:picMkLst>
        </pc:picChg>
        <pc:picChg chg="add mod">
          <ac:chgData name="Minh Huynh" userId="01a137d4-0d81-46e0-aca6-c9185b391828" providerId="ADAL" clId="{88AB73D2-BEAC-49CB-B2E2-279547085BAB}" dt="2026-10-14T11:41:30.708" v="952"/>
          <ac:picMkLst>
            <pc:docMk/>
            <pc:sldMk cId="2462819518" sldId="4683"/>
            <ac:picMk id="65" creationId="{3EBC6C21-7247-49D4-8AD8-20E550C9E67D}"/>
          </ac:picMkLst>
        </pc:picChg>
        <pc:cxnChg chg="add mod">
          <ac:chgData name="Minh Huynh" userId="01a137d4-0d81-46e0-aca6-c9185b391828" providerId="ADAL" clId="{88AB73D2-BEAC-49CB-B2E2-279547085BAB}" dt="2026-10-14T11:41:30.708" v="952"/>
          <ac:cxnSpMkLst>
            <pc:docMk/>
            <pc:sldMk cId="2462819518" sldId="4683"/>
            <ac:cxnSpMk id="21" creationId="{A283933A-79E2-4420-89F8-FA7ECB2251D9}"/>
          </ac:cxnSpMkLst>
        </pc:cxnChg>
        <pc:cxnChg chg="del mod">
          <ac:chgData name="Minh Huynh" userId="01a137d4-0d81-46e0-aca6-c9185b391828" providerId="ADAL" clId="{88AB73D2-BEAC-49CB-B2E2-279547085BAB}" dt="2026-10-14T11:41:23.376" v="951" actId="478"/>
          <ac:cxnSpMkLst>
            <pc:docMk/>
            <pc:sldMk cId="2462819518" sldId="4683"/>
            <ac:cxnSpMk id="25" creationId="{FB031DED-AACA-4999-B530-7561BD29D355}"/>
          </ac:cxnSpMkLst>
        </pc:cxnChg>
        <pc:cxnChg chg="del">
          <ac:chgData name="Minh Huynh" userId="01a137d4-0d81-46e0-aca6-c9185b391828" providerId="ADAL" clId="{88AB73D2-BEAC-49CB-B2E2-279547085BAB}" dt="2026-10-14T11:41:23.376" v="951" actId="478"/>
          <ac:cxnSpMkLst>
            <pc:docMk/>
            <pc:sldMk cId="2462819518" sldId="4683"/>
            <ac:cxnSpMk id="26" creationId="{D2CD35A0-E8BC-4DA0-8997-B917A1BB379F}"/>
          </ac:cxnSpMkLst>
        </pc:cxnChg>
        <pc:cxnChg chg="del">
          <ac:chgData name="Minh Huynh" userId="01a137d4-0d81-46e0-aca6-c9185b391828" providerId="ADAL" clId="{88AB73D2-BEAC-49CB-B2E2-279547085BAB}" dt="2026-10-14T11:41:23.376" v="951" actId="478"/>
          <ac:cxnSpMkLst>
            <pc:docMk/>
            <pc:sldMk cId="2462819518" sldId="4683"/>
            <ac:cxnSpMk id="27" creationId="{AF1A1C44-0A6F-4BF8-B566-95E91F03F25B}"/>
          </ac:cxnSpMkLst>
        </pc:cxnChg>
        <pc:cxnChg chg="del">
          <ac:chgData name="Minh Huynh" userId="01a137d4-0d81-46e0-aca6-c9185b391828" providerId="ADAL" clId="{88AB73D2-BEAC-49CB-B2E2-279547085BAB}" dt="2026-10-14T11:41:23.376" v="951" actId="478"/>
          <ac:cxnSpMkLst>
            <pc:docMk/>
            <pc:sldMk cId="2462819518" sldId="4683"/>
            <ac:cxnSpMk id="30" creationId="{7CCFA244-C6BC-4330-AE44-D9A757B97A6F}"/>
          </ac:cxnSpMkLst>
        </pc:cxnChg>
        <pc:cxnChg chg="del">
          <ac:chgData name="Minh Huynh" userId="01a137d4-0d81-46e0-aca6-c9185b391828" providerId="ADAL" clId="{88AB73D2-BEAC-49CB-B2E2-279547085BAB}" dt="2026-10-14T11:41:23.376" v="951" actId="478"/>
          <ac:cxnSpMkLst>
            <pc:docMk/>
            <pc:sldMk cId="2462819518" sldId="4683"/>
            <ac:cxnSpMk id="31" creationId="{2064B144-3B0E-4981-98CE-FB44605C90A7}"/>
          </ac:cxnSpMkLst>
        </pc:cxnChg>
        <pc:cxnChg chg="del">
          <ac:chgData name="Minh Huynh" userId="01a137d4-0d81-46e0-aca6-c9185b391828" providerId="ADAL" clId="{88AB73D2-BEAC-49CB-B2E2-279547085BAB}" dt="2026-10-14T11:41:23.376" v="951" actId="478"/>
          <ac:cxnSpMkLst>
            <pc:docMk/>
            <pc:sldMk cId="2462819518" sldId="4683"/>
            <ac:cxnSpMk id="34" creationId="{36E78593-7092-44C2-90A2-E08C14C03745}"/>
          </ac:cxnSpMkLst>
        </pc:cxnChg>
        <pc:cxnChg chg="del">
          <ac:chgData name="Minh Huynh" userId="01a137d4-0d81-46e0-aca6-c9185b391828" providerId="ADAL" clId="{88AB73D2-BEAC-49CB-B2E2-279547085BAB}" dt="2026-10-14T11:41:23.376" v="951" actId="478"/>
          <ac:cxnSpMkLst>
            <pc:docMk/>
            <pc:sldMk cId="2462819518" sldId="4683"/>
            <ac:cxnSpMk id="35" creationId="{2701B83A-63AC-4D49-AA88-5916E8728504}"/>
          </ac:cxnSpMkLst>
        </pc:cxnChg>
        <pc:cxnChg chg="add mod">
          <ac:chgData name="Minh Huynh" userId="01a137d4-0d81-46e0-aca6-c9185b391828" providerId="ADAL" clId="{88AB73D2-BEAC-49CB-B2E2-279547085BAB}" dt="2026-10-14T11:41:30.708" v="952"/>
          <ac:cxnSpMkLst>
            <pc:docMk/>
            <pc:sldMk cId="2462819518" sldId="4683"/>
            <ac:cxnSpMk id="42" creationId="{6902D13E-F002-474B-949C-1D37227E0208}"/>
          </ac:cxnSpMkLst>
        </pc:cxnChg>
        <pc:cxnChg chg="add mod">
          <ac:chgData name="Minh Huynh" userId="01a137d4-0d81-46e0-aca6-c9185b391828" providerId="ADAL" clId="{88AB73D2-BEAC-49CB-B2E2-279547085BAB}" dt="2026-10-14T11:41:30.708" v="952"/>
          <ac:cxnSpMkLst>
            <pc:docMk/>
            <pc:sldMk cId="2462819518" sldId="4683"/>
            <ac:cxnSpMk id="43" creationId="{08A1C57C-874F-4A9F-AA16-5E981D62E97C}"/>
          </ac:cxnSpMkLst>
        </pc:cxnChg>
        <pc:cxnChg chg="add mod">
          <ac:chgData name="Minh Huynh" userId="01a137d4-0d81-46e0-aca6-c9185b391828" providerId="ADAL" clId="{88AB73D2-BEAC-49CB-B2E2-279547085BAB}" dt="2026-10-14T11:41:30.708" v="952"/>
          <ac:cxnSpMkLst>
            <pc:docMk/>
            <pc:sldMk cId="2462819518" sldId="4683"/>
            <ac:cxnSpMk id="46" creationId="{7513384D-77D6-496D-93F3-6E955E183091}"/>
          </ac:cxnSpMkLst>
        </pc:cxnChg>
        <pc:cxnChg chg="add mod">
          <ac:chgData name="Minh Huynh" userId="01a137d4-0d81-46e0-aca6-c9185b391828" providerId="ADAL" clId="{88AB73D2-BEAC-49CB-B2E2-279547085BAB}" dt="2026-10-14T11:41:30.708" v="952"/>
          <ac:cxnSpMkLst>
            <pc:docMk/>
            <pc:sldMk cId="2462819518" sldId="4683"/>
            <ac:cxnSpMk id="47" creationId="{22673129-2A2B-49AC-B126-F686DF3C5DBE}"/>
          </ac:cxnSpMkLst>
        </pc:cxnChg>
        <pc:cxnChg chg="add mod">
          <ac:chgData name="Minh Huynh" userId="01a137d4-0d81-46e0-aca6-c9185b391828" providerId="ADAL" clId="{88AB73D2-BEAC-49CB-B2E2-279547085BAB}" dt="2026-10-14T11:41:30.708" v="952"/>
          <ac:cxnSpMkLst>
            <pc:docMk/>
            <pc:sldMk cId="2462819518" sldId="4683"/>
            <ac:cxnSpMk id="50" creationId="{CB13C815-5F00-44C0-A9E4-E201F08100CE}"/>
          </ac:cxnSpMkLst>
        </pc:cxnChg>
        <pc:cxnChg chg="add mod">
          <ac:chgData name="Minh Huynh" userId="01a137d4-0d81-46e0-aca6-c9185b391828" providerId="ADAL" clId="{88AB73D2-BEAC-49CB-B2E2-279547085BAB}" dt="2026-10-14T11:41:30.708" v="952"/>
          <ac:cxnSpMkLst>
            <pc:docMk/>
            <pc:sldMk cId="2462819518" sldId="4683"/>
            <ac:cxnSpMk id="51" creationId="{4E946A20-41B7-4B00-94E5-EFEDC6E201D8}"/>
          </ac:cxnSpMkLst>
        </pc:cxnChg>
        <pc:cxnChg chg="add mod">
          <ac:chgData name="Minh Huynh" userId="01a137d4-0d81-46e0-aca6-c9185b391828" providerId="ADAL" clId="{88AB73D2-BEAC-49CB-B2E2-279547085BAB}" dt="2026-10-14T11:41:30.708" v="952"/>
          <ac:cxnSpMkLst>
            <pc:docMk/>
            <pc:sldMk cId="2462819518" sldId="4683"/>
            <ac:cxnSpMk id="54" creationId="{874BCB37-6F17-4465-98BA-81A405EF2D71}"/>
          </ac:cxnSpMkLst>
        </pc:cxnChg>
        <pc:cxnChg chg="add mod">
          <ac:chgData name="Minh Huynh" userId="01a137d4-0d81-46e0-aca6-c9185b391828" providerId="ADAL" clId="{88AB73D2-BEAC-49CB-B2E2-279547085BAB}" dt="2026-10-14T11:41:30.708" v="952"/>
          <ac:cxnSpMkLst>
            <pc:docMk/>
            <pc:sldMk cId="2462819518" sldId="4683"/>
            <ac:cxnSpMk id="55" creationId="{DB0F7646-121A-48CB-80CA-9E80ADCA308E}"/>
          </ac:cxnSpMkLst>
        </pc:cxnChg>
        <pc:cxnChg chg="add mod">
          <ac:chgData name="Minh Huynh" userId="01a137d4-0d81-46e0-aca6-c9185b391828" providerId="ADAL" clId="{88AB73D2-BEAC-49CB-B2E2-279547085BAB}" dt="2026-10-14T11:41:30.708" v="952"/>
          <ac:cxnSpMkLst>
            <pc:docMk/>
            <pc:sldMk cId="2462819518" sldId="4683"/>
            <ac:cxnSpMk id="60" creationId="{AC5236FA-52C7-46FC-9DEA-252ADBCA835A}"/>
          </ac:cxnSpMkLst>
        </pc:cxnChg>
        <pc:cxnChg chg="add mod">
          <ac:chgData name="Minh Huynh" userId="01a137d4-0d81-46e0-aca6-c9185b391828" providerId="ADAL" clId="{88AB73D2-BEAC-49CB-B2E2-279547085BAB}" dt="2026-10-14T11:41:30.708" v="952"/>
          <ac:cxnSpMkLst>
            <pc:docMk/>
            <pc:sldMk cId="2462819518" sldId="4683"/>
            <ac:cxnSpMk id="61" creationId="{6A47C758-13AD-4E1C-AFEA-55F1EE69F498}"/>
          </ac:cxnSpMkLst>
        </pc:cxnChg>
        <pc:cxnChg chg="add mod">
          <ac:chgData name="Minh Huynh" userId="01a137d4-0d81-46e0-aca6-c9185b391828" providerId="ADAL" clId="{88AB73D2-BEAC-49CB-B2E2-279547085BAB}" dt="2026-10-14T11:41:30.708" v="952"/>
          <ac:cxnSpMkLst>
            <pc:docMk/>
            <pc:sldMk cId="2462819518" sldId="4683"/>
            <ac:cxnSpMk id="62" creationId="{BC90D1DC-F93B-45CB-A1C3-C06CB9E627E9}"/>
          </ac:cxnSpMkLst>
        </pc:cxnChg>
        <pc:cxnChg chg="add mod">
          <ac:chgData name="Minh Huynh" userId="01a137d4-0d81-46e0-aca6-c9185b391828" providerId="ADAL" clId="{88AB73D2-BEAC-49CB-B2E2-279547085BAB}" dt="2026-10-14T11:41:30.708" v="952"/>
          <ac:cxnSpMkLst>
            <pc:docMk/>
            <pc:sldMk cId="2462819518" sldId="4683"/>
            <ac:cxnSpMk id="63" creationId="{B5FC4946-3C82-4CDC-895D-406D88B4E69F}"/>
          </ac:cxnSpMkLst>
        </pc:cxnChg>
        <pc:cxnChg chg="add mod">
          <ac:chgData name="Minh Huynh" userId="01a137d4-0d81-46e0-aca6-c9185b391828" providerId="ADAL" clId="{88AB73D2-BEAC-49CB-B2E2-279547085BAB}" dt="2026-10-14T11:41:30.708" v="952"/>
          <ac:cxnSpMkLst>
            <pc:docMk/>
            <pc:sldMk cId="2462819518" sldId="4683"/>
            <ac:cxnSpMk id="66" creationId="{E45E3F96-2A3D-44BB-A010-01D61A3F377D}"/>
          </ac:cxnSpMkLst>
        </pc:cxnChg>
        <pc:cxnChg chg="add mod">
          <ac:chgData name="Minh Huynh" userId="01a137d4-0d81-46e0-aca6-c9185b391828" providerId="ADAL" clId="{88AB73D2-BEAC-49CB-B2E2-279547085BAB}" dt="2026-10-14T11:41:30.708" v="952"/>
          <ac:cxnSpMkLst>
            <pc:docMk/>
            <pc:sldMk cId="2462819518" sldId="4683"/>
            <ac:cxnSpMk id="67" creationId="{4DE73580-950A-4D91-8C18-DB57D03B6D80}"/>
          </ac:cxnSpMkLst>
        </pc:cxnChg>
      </pc:sldChg>
      <pc:sldChg chg="addSp delSp modSp add mod">
        <pc:chgData name="Minh Huynh" userId="01a137d4-0d81-46e0-aca6-c9185b391828" providerId="ADAL" clId="{88AB73D2-BEAC-49CB-B2E2-279547085BAB}" dt="2026-10-14T11:41:58.285" v="956" actId="2711"/>
        <pc:sldMkLst>
          <pc:docMk/>
          <pc:sldMk cId="505707640" sldId="4684"/>
        </pc:sldMkLst>
        <pc:spChg chg="add mod">
          <ac:chgData name="Minh Huynh" userId="01a137d4-0d81-46e0-aca6-c9185b391828" providerId="ADAL" clId="{88AB73D2-BEAC-49CB-B2E2-279547085BAB}" dt="2026-10-14T11:41:58.285" v="956" actId="2711"/>
          <ac:spMkLst>
            <pc:docMk/>
            <pc:sldMk cId="505707640" sldId="4684"/>
            <ac:spMk id="37" creationId="{03857635-9E0A-4631-93F1-9401CC5F842B}"/>
          </ac:spMkLst>
        </pc:spChg>
        <pc:spChg chg="del">
          <ac:chgData name="Minh Huynh" userId="01a137d4-0d81-46e0-aca6-c9185b391828" providerId="ADAL" clId="{88AB73D2-BEAC-49CB-B2E2-279547085BAB}" dt="2026-10-14T11:41:53.860" v="954" actId="478"/>
          <ac:spMkLst>
            <pc:docMk/>
            <pc:sldMk cId="505707640" sldId="4684"/>
            <ac:spMk id="68" creationId="{221CEECE-7E27-40E1-A880-05298832D75E}"/>
          </ac:spMkLst>
        </pc:spChg>
        <pc:spChg chg="del">
          <ac:chgData name="Minh Huynh" userId="01a137d4-0d81-46e0-aca6-c9185b391828" providerId="ADAL" clId="{88AB73D2-BEAC-49CB-B2E2-279547085BAB}" dt="2026-10-14T11:41:53.860" v="954" actId="478"/>
          <ac:spMkLst>
            <pc:docMk/>
            <pc:sldMk cId="505707640" sldId="4684"/>
            <ac:spMk id="69" creationId="{DC7F4C4E-05DC-42C9-B834-2D344E757A0C}"/>
          </ac:spMkLst>
        </pc:spChg>
        <pc:spChg chg="del">
          <ac:chgData name="Minh Huynh" userId="01a137d4-0d81-46e0-aca6-c9185b391828" providerId="ADAL" clId="{88AB73D2-BEAC-49CB-B2E2-279547085BAB}" dt="2026-10-14T11:41:53.860" v="954" actId="478"/>
          <ac:spMkLst>
            <pc:docMk/>
            <pc:sldMk cId="505707640" sldId="4684"/>
            <ac:spMk id="70" creationId="{96B0ECFB-7B8C-4BDF-8DC0-640CBA16704F}"/>
          </ac:spMkLst>
        </pc:spChg>
        <pc:spChg chg="del">
          <ac:chgData name="Minh Huynh" userId="01a137d4-0d81-46e0-aca6-c9185b391828" providerId="ADAL" clId="{88AB73D2-BEAC-49CB-B2E2-279547085BAB}" dt="2026-10-14T11:41:53.860" v="954" actId="478"/>
          <ac:spMkLst>
            <pc:docMk/>
            <pc:sldMk cId="505707640" sldId="4684"/>
            <ac:spMk id="71" creationId="{E062ADED-580B-4E6B-BA13-0149B1F21B98}"/>
          </ac:spMkLst>
        </pc:spChg>
        <pc:spChg chg="del">
          <ac:chgData name="Minh Huynh" userId="01a137d4-0d81-46e0-aca6-c9185b391828" providerId="ADAL" clId="{88AB73D2-BEAC-49CB-B2E2-279547085BAB}" dt="2026-10-14T11:41:53.860" v="954" actId="478"/>
          <ac:spMkLst>
            <pc:docMk/>
            <pc:sldMk cId="505707640" sldId="4684"/>
            <ac:spMk id="72" creationId="{3F399516-E6C4-446E-96A0-05D582FAA15B}"/>
          </ac:spMkLst>
        </pc:spChg>
        <pc:picChg chg="del">
          <ac:chgData name="Minh Huynh" userId="01a137d4-0d81-46e0-aca6-c9185b391828" providerId="ADAL" clId="{88AB73D2-BEAC-49CB-B2E2-279547085BAB}" dt="2026-10-14T11:41:53.860" v="954" actId="478"/>
          <ac:picMkLst>
            <pc:docMk/>
            <pc:sldMk cId="505707640" sldId="4684"/>
            <ac:picMk id="22" creationId="{218D3EA2-D41E-495B-9302-8F57DC5B6FDD}"/>
          </ac:picMkLst>
        </pc:picChg>
        <pc:picChg chg="del">
          <ac:chgData name="Minh Huynh" userId="01a137d4-0d81-46e0-aca6-c9185b391828" providerId="ADAL" clId="{88AB73D2-BEAC-49CB-B2E2-279547085BAB}" dt="2026-10-14T11:41:53.860" v="954" actId="478"/>
          <ac:picMkLst>
            <pc:docMk/>
            <pc:sldMk cId="505707640" sldId="4684"/>
            <ac:picMk id="41" creationId="{153A2B69-A109-4EBE-AA6B-0C7725614EB3}"/>
          </ac:picMkLst>
        </pc:picChg>
        <pc:picChg chg="del">
          <ac:chgData name="Minh Huynh" userId="01a137d4-0d81-46e0-aca6-c9185b391828" providerId="ADAL" clId="{88AB73D2-BEAC-49CB-B2E2-279547085BAB}" dt="2026-10-14T11:41:53.860" v="954" actId="478"/>
          <ac:picMkLst>
            <pc:docMk/>
            <pc:sldMk cId="505707640" sldId="4684"/>
            <ac:picMk id="44" creationId="{808C75A8-5AC0-416D-A1D2-2297BF5C9717}"/>
          </ac:picMkLst>
        </pc:picChg>
        <pc:picChg chg="del">
          <ac:chgData name="Minh Huynh" userId="01a137d4-0d81-46e0-aca6-c9185b391828" providerId="ADAL" clId="{88AB73D2-BEAC-49CB-B2E2-279547085BAB}" dt="2026-10-14T11:41:53.860" v="954" actId="478"/>
          <ac:picMkLst>
            <pc:docMk/>
            <pc:sldMk cId="505707640" sldId="4684"/>
            <ac:picMk id="45" creationId="{EA4855CB-F0E6-478D-8CB4-A7553C2E79DA}"/>
          </ac:picMkLst>
        </pc:picChg>
        <pc:picChg chg="del">
          <ac:chgData name="Minh Huynh" userId="01a137d4-0d81-46e0-aca6-c9185b391828" providerId="ADAL" clId="{88AB73D2-BEAC-49CB-B2E2-279547085BAB}" dt="2026-10-14T11:41:53.860" v="954" actId="478"/>
          <ac:picMkLst>
            <pc:docMk/>
            <pc:sldMk cId="505707640" sldId="4684"/>
            <ac:picMk id="48" creationId="{88DB0C6E-1335-4DE1-BBDD-220F48C75FF1}"/>
          </ac:picMkLst>
        </pc:picChg>
        <pc:picChg chg="del">
          <ac:chgData name="Minh Huynh" userId="01a137d4-0d81-46e0-aca6-c9185b391828" providerId="ADAL" clId="{88AB73D2-BEAC-49CB-B2E2-279547085BAB}" dt="2026-10-14T11:41:53.860" v="954" actId="478"/>
          <ac:picMkLst>
            <pc:docMk/>
            <pc:sldMk cId="505707640" sldId="4684"/>
            <ac:picMk id="49" creationId="{A70F4EC0-B315-4A12-B6EC-5DB9154824E4}"/>
          </ac:picMkLst>
        </pc:picChg>
        <pc:picChg chg="del">
          <ac:chgData name="Minh Huynh" userId="01a137d4-0d81-46e0-aca6-c9185b391828" providerId="ADAL" clId="{88AB73D2-BEAC-49CB-B2E2-279547085BAB}" dt="2026-10-14T11:41:53.860" v="954" actId="478"/>
          <ac:picMkLst>
            <pc:docMk/>
            <pc:sldMk cId="505707640" sldId="4684"/>
            <ac:picMk id="52" creationId="{CF092673-3C36-424E-BA2D-D9BF96BFC1BE}"/>
          </ac:picMkLst>
        </pc:picChg>
        <pc:picChg chg="del">
          <ac:chgData name="Minh Huynh" userId="01a137d4-0d81-46e0-aca6-c9185b391828" providerId="ADAL" clId="{88AB73D2-BEAC-49CB-B2E2-279547085BAB}" dt="2026-10-14T11:41:53.860" v="954" actId="478"/>
          <ac:picMkLst>
            <pc:docMk/>
            <pc:sldMk cId="505707640" sldId="4684"/>
            <ac:picMk id="53" creationId="{CF0C75DE-72C6-47E7-961A-1ED3E902EA4E}"/>
          </ac:picMkLst>
        </pc:picChg>
        <pc:picChg chg="del">
          <ac:chgData name="Minh Huynh" userId="01a137d4-0d81-46e0-aca6-c9185b391828" providerId="ADAL" clId="{88AB73D2-BEAC-49CB-B2E2-279547085BAB}" dt="2026-10-14T11:41:53.860" v="954" actId="478"/>
          <ac:picMkLst>
            <pc:docMk/>
            <pc:sldMk cId="505707640" sldId="4684"/>
            <ac:picMk id="56" creationId="{5B89C81C-84D6-4C9F-B7A9-A122153A5F90}"/>
          </ac:picMkLst>
        </pc:picChg>
        <pc:picChg chg="del">
          <ac:chgData name="Minh Huynh" userId="01a137d4-0d81-46e0-aca6-c9185b391828" providerId="ADAL" clId="{88AB73D2-BEAC-49CB-B2E2-279547085BAB}" dt="2026-10-14T11:41:53.860" v="954" actId="478"/>
          <ac:picMkLst>
            <pc:docMk/>
            <pc:sldMk cId="505707640" sldId="4684"/>
            <ac:picMk id="57" creationId="{7CCD5730-43E2-434B-A814-CB4C63C64922}"/>
          </ac:picMkLst>
        </pc:picChg>
        <pc:picChg chg="del">
          <ac:chgData name="Minh Huynh" userId="01a137d4-0d81-46e0-aca6-c9185b391828" providerId="ADAL" clId="{88AB73D2-BEAC-49CB-B2E2-279547085BAB}" dt="2026-10-14T11:41:53.860" v="954" actId="478"/>
          <ac:picMkLst>
            <pc:docMk/>
            <pc:sldMk cId="505707640" sldId="4684"/>
            <ac:picMk id="58" creationId="{0C8A24E7-8EB8-479C-8ACD-E92A7CD86C15}"/>
          </ac:picMkLst>
        </pc:picChg>
        <pc:picChg chg="del">
          <ac:chgData name="Minh Huynh" userId="01a137d4-0d81-46e0-aca6-c9185b391828" providerId="ADAL" clId="{88AB73D2-BEAC-49CB-B2E2-279547085BAB}" dt="2026-10-14T11:41:53.860" v="954" actId="478"/>
          <ac:picMkLst>
            <pc:docMk/>
            <pc:sldMk cId="505707640" sldId="4684"/>
            <ac:picMk id="59" creationId="{0DB4D993-8BBD-4DEC-A2A8-B45744D5C34C}"/>
          </ac:picMkLst>
        </pc:picChg>
        <pc:picChg chg="del">
          <ac:chgData name="Minh Huynh" userId="01a137d4-0d81-46e0-aca6-c9185b391828" providerId="ADAL" clId="{88AB73D2-BEAC-49CB-B2E2-279547085BAB}" dt="2026-10-14T11:41:53.860" v="954" actId="478"/>
          <ac:picMkLst>
            <pc:docMk/>
            <pc:sldMk cId="505707640" sldId="4684"/>
            <ac:picMk id="64" creationId="{753411CB-7DD6-443E-8610-7CCD4D2FB6FF}"/>
          </ac:picMkLst>
        </pc:picChg>
        <pc:picChg chg="del">
          <ac:chgData name="Minh Huynh" userId="01a137d4-0d81-46e0-aca6-c9185b391828" providerId="ADAL" clId="{88AB73D2-BEAC-49CB-B2E2-279547085BAB}" dt="2026-10-14T11:41:53.860" v="954" actId="478"/>
          <ac:picMkLst>
            <pc:docMk/>
            <pc:sldMk cId="505707640" sldId="4684"/>
            <ac:picMk id="65" creationId="{3EBC6C21-7247-49D4-8AD8-20E550C9E67D}"/>
          </ac:picMkLst>
        </pc:picChg>
        <pc:cxnChg chg="del">
          <ac:chgData name="Minh Huynh" userId="01a137d4-0d81-46e0-aca6-c9185b391828" providerId="ADAL" clId="{88AB73D2-BEAC-49CB-B2E2-279547085BAB}" dt="2026-10-14T11:41:53.860" v="954" actId="478"/>
          <ac:cxnSpMkLst>
            <pc:docMk/>
            <pc:sldMk cId="505707640" sldId="4684"/>
            <ac:cxnSpMk id="21" creationId="{A283933A-79E2-4420-89F8-FA7ECB2251D9}"/>
          </ac:cxnSpMkLst>
        </pc:cxnChg>
        <pc:cxnChg chg="del mod">
          <ac:chgData name="Minh Huynh" userId="01a137d4-0d81-46e0-aca6-c9185b391828" providerId="ADAL" clId="{88AB73D2-BEAC-49CB-B2E2-279547085BAB}" dt="2026-10-14T11:41:53.860" v="954" actId="478"/>
          <ac:cxnSpMkLst>
            <pc:docMk/>
            <pc:sldMk cId="505707640" sldId="4684"/>
            <ac:cxnSpMk id="42" creationId="{6902D13E-F002-474B-949C-1D37227E0208}"/>
          </ac:cxnSpMkLst>
        </pc:cxnChg>
        <pc:cxnChg chg="del mod">
          <ac:chgData name="Minh Huynh" userId="01a137d4-0d81-46e0-aca6-c9185b391828" providerId="ADAL" clId="{88AB73D2-BEAC-49CB-B2E2-279547085BAB}" dt="2026-10-14T11:41:53.860" v="954" actId="478"/>
          <ac:cxnSpMkLst>
            <pc:docMk/>
            <pc:sldMk cId="505707640" sldId="4684"/>
            <ac:cxnSpMk id="43" creationId="{08A1C57C-874F-4A9F-AA16-5E981D62E97C}"/>
          </ac:cxnSpMkLst>
        </pc:cxnChg>
        <pc:cxnChg chg="del mod">
          <ac:chgData name="Minh Huynh" userId="01a137d4-0d81-46e0-aca6-c9185b391828" providerId="ADAL" clId="{88AB73D2-BEAC-49CB-B2E2-279547085BAB}" dt="2026-10-14T11:41:53.860" v="954" actId="478"/>
          <ac:cxnSpMkLst>
            <pc:docMk/>
            <pc:sldMk cId="505707640" sldId="4684"/>
            <ac:cxnSpMk id="46" creationId="{7513384D-77D6-496D-93F3-6E955E183091}"/>
          </ac:cxnSpMkLst>
        </pc:cxnChg>
        <pc:cxnChg chg="del mod">
          <ac:chgData name="Minh Huynh" userId="01a137d4-0d81-46e0-aca6-c9185b391828" providerId="ADAL" clId="{88AB73D2-BEAC-49CB-B2E2-279547085BAB}" dt="2026-10-14T11:41:53.860" v="954" actId="478"/>
          <ac:cxnSpMkLst>
            <pc:docMk/>
            <pc:sldMk cId="505707640" sldId="4684"/>
            <ac:cxnSpMk id="47" creationId="{22673129-2A2B-49AC-B126-F686DF3C5DBE}"/>
          </ac:cxnSpMkLst>
        </pc:cxnChg>
        <pc:cxnChg chg="del mod">
          <ac:chgData name="Minh Huynh" userId="01a137d4-0d81-46e0-aca6-c9185b391828" providerId="ADAL" clId="{88AB73D2-BEAC-49CB-B2E2-279547085BAB}" dt="2026-10-14T11:41:53.860" v="954" actId="478"/>
          <ac:cxnSpMkLst>
            <pc:docMk/>
            <pc:sldMk cId="505707640" sldId="4684"/>
            <ac:cxnSpMk id="50" creationId="{CB13C815-5F00-44C0-A9E4-E201F08100CE}"/>
          </ac:cxnSpMkLst>
        </pc:cxnChg>
        <pc:cxnChg chg="del mod">
          <ac:chgData name="Minh Huynh" userId="01a137d4-0d81-46e0-aca6-c9185b391828" providerId="ADAL" clId="{88AB73D2-BEAC-49CB-B2E2-279547085BAB}" dt="2026-10-14T11:41:53.860" v="954" actId="478"/>
          <ac:cxnSpMkLst>
            <pc:docMk/>
            <pc:sldMk cId="505707640" sldId="4684"/>
            <ac:cxnSpMk id="51" creationId="{4E946A20-41B7-4B00-94E5-EFEDC6E201D8}"/>
          </ac:cxnSpMkLst>
        </pc:cxnChg>
        <pc:cxnChg chg="del mod">
          <ac:chgData name="Minh Huynh" userId="01a137d4-0d81-46e0-aca6-c9185b391828" providerId="ADAL" clId="{88AB73D2-BEAC-49CB-B2E2-279547085BAB}" dt="2026-10-14T11:41:53.860" v="954" actId="478"/>
          <ac:cxnSpMkLst>
            <pc:docMk/>
            <pc:sldMk cId="505707640" sldId="4684"/>
            <ac:cxnSpMk id="54" creationId="{874BCB37-6F17-4465-98BA-81A405EF2D71}"/>
          </ac:cxnSpMkLst>
        </pc:cxnChg>
        <pc:cxnChg chg="del mod">
          <ac:chgData name="Minh Huynh" userId="01a137d4-0d81-46e0-aca6-c9185b391828" providerId="ADAL" clId="{88AB73D2-BEAC-49CB-B2E2-279547085BAB}" dt="2026-10-14T11:41:53.860" v="954" actId="478"/>
          <ac:cxnSpMkLst>
            <pc:docMk/>
            <pc:sldMk cId="505707640" sldId="4684"/>
            <ac:cxnSpMk id="55" creationId="{DB0F7646-121A-48CB-80CA-9E80ADCA308E}"/>
          </ac:cxnSpMkLst>
        </pc:cxnChg>
        <pc:cxnChg chg="del mod">
          <ac:chgData name="Minh Huynh" userId="01a137d4-0d81-46e0-aca6-c9185b391828" providerId="ADAL" clId="{88AB73D2-BEAC-49CB-B2E2-279547085BAB}" dt="2026-10-14T11:41:53.860" v="954" actId="478"/>
          <ac:cxnSpMkLst>
            <pc:docMk/>
            <pc:sldMk cId="505707640" sldId="4684"/>
            <ac:cxnSpMk id="60" creationId="{AC5236FA-52C7-46FC-9DEA-252ADBCA835A}"/>
          </ac:cxnSpMkLst>
        </pc:cxnChg>
        <pc:cxnChg chg="del mod">
          <ac:chgData name="Minh Huynh" userId="01a137d4-0d81-46e0-aca6-c9185b391828" providerId="ADAL" clId="{88AB73D2-BEAC-49CB-B2E2-279547085BAB}" dt="2026-10-14T11:41:53.860" v="954" actId="478"/>
          <ac:cxnSpMkLst>
            <pc:docMk/>
            <pc:sldMk cId="505707640" sldId="4684"/>
            <ac:cxnSpMk id="61" creationId="{6A47C758-13AD-4E1C-AFEA-55F1EE69F498}"/>
          </ac:cxnSpMkLst>
        </pc:cxnChg>
        <pc:cxnChg chg="del">
          <ac:chgData name="Minh Huynh" userId="01a137d4-0d81-46e0-aca6-c9185b391828" providerId="ADAL" clId="{88AB73D2-BEAC-49CB-B2E2-279547085BAB}" dt="2026-10-14T11:41:53.860" v="954" actId="478"/>
          <ac:cxnSpMkLst>
            <pc:docMk/>
            <pc:sldMk cId="505707640" sldId="4684"/>
            <ac:cxnSpMk id="62" creationId="{BC90D1DC-F93B-45CB-A1C3-C06CB9E627E9}"/>
          </ac:cxnSpMkLst>
        </pc:cxnChg>
        <pc:cxnChg chg="del">
          <ac:chgData name="Minh Huynh" userId="01a137d4-0d81-46e0-aca6-c9185b391828" providerId="ADAL" clId="{88AB73D2-BEAC-49CB-B2E2-279547085BAB}" dt="2026-10-14T11:41:53.860" v="954" actId="478"/>
          <ac:cxnSpMkLst>
            <pc:docMk/>
            <pc:sldMk cId="505707640" sldId="4684"/>
            <ac:cxnSpMk id="63" creationId="{B5FC4946-3C82-4CDC-895D-406D88B4E69F}"/>
          </ac:cxnSpMkLst>
        </pc:cxnChg>
        <pc:cxnChg chg="del mod">
          <ac:chgData name="Minh Huynh" userId="01a137d4-0d81-46e0-aca6-c9185b391828" providerId="ADAL" clId="{88AB73D2-BEAC-49CB-B2E2-279547085BAB}" dt="2026-10-14T11:41:53.860" v="954" actId="478"/>
          <ac:cxnSpMkLst>
            <pc:docMk/>
            <pc:sldMk cId="505707640" sldId="4684"/>
            <ac:cxnSpMk id="66" creationId="{E45E3F96-2A3D-44BB-A010-01D61A3F377D}"/>
          </ac:cxnSpMkLst>
        </pc:cxnChg>
        <pc:cxnChg chg="del mod">
          <ac:chgData name="Minh Huynh" userId="01a137d4-0d81-46e0-aca6-c9185b391828" providerId="ADAL" clId="{88AB73D2-BEAC-49CB-B2E2-279547085BAB}" dt="2026-10-14T11:41:53.860" v="954" actId="478"/>
          <ac:cxnSpMkLst>
            <pc:docMk/>
            <pc:sldMk cId="505707640" sldId="4684"/>
            <ac:cxnSpMk id="67" creationId="{4DE73580-950A-4D91-8C18-DB57D03B6D80}"/>
          </ac:cxnSpMkLst>
        </pc:cxnChg>
      </pc:sldChg>
      <pc:sldChg chg="del">
        <pc:chgData name="Minh Huynh" userId="01a137d4-0d81-46e0-aca6-c9185b391828" providerId="ADAL" clId="{88AB73D2-BEAC-49CB-B2E2-279547085BAB}" dt="2026-10-14T11:31:55.274" v="0" actId="47"/>
        <pc:sldMkLst>
          <pc:docMk/>
          <pc:sldMk cId="1640958863" sldId="4684"/>
        </pc:sldMkLst>
      </pc:sldChg>
      <pc:sldChg chg="addSp delSp modSp add mod">
        <pc:chgData name="Minh Huynh" userId="01a137d4-0d81-46e0-aca6-c9185b391828" providerId="ADAL" clId="{88AB73D2-BEAC-49CB-B2E2-279547085BAB}" dt="2026-10-14T11:42:22.939" v="983"/>
        <pc:sldMkLst>
          <pc:docMk/>
          <pc:sldMk cId="560164108" sldId="4685"/>
        </pc:sldMkLst>
        <pc:spChg chg="add mod">
          <ac:chgData name="Minh Huynh" userId="01a137d4-0d81-46e0-aca6-c9185b391828" providerId="ADAL" clId="{88AB73D2-BEAC-49CB-B2E2-279547085BAB}" dt="2026-10-14T11:42:22.939" v="983"/>
          <ac:spMkLst>
            <pc:docMk/>
            <pc:sldMk cId="560164108" sldId="4685"/>
            <ac:spMk id="13" creationId="{740C3563-A9BC-4AEC-90D3-E167BFEE66A1}"/>
          </ac:spMkLst>
        </pc:spChg>
        <pc:spChg chg="add mod">
          <ac:chgData name="Minh Huynh" userId="01a137d4-0d81-46e0-aca6-c9185b391828" providerId="ADAL" clId="{88AB73D2-BEAC-49CB-B2E2-279547085BAB}" dt="2026-10-14T11:42:22.939" v="983"/>
          <ac:spMkLst>
            <pc:docMk/>
            <pc:sldMk cId="560164108" sldId="4685"/>
            <ac:spMk id="14" creationId="{5B7EB41A-92B4-4FE3-B4CB-10E2616A33D2}"/>
          </ac:spMkLst>
        </pc:spChg>
        <pc:spChg chg="add mod">
          <ac:chgData name="Minh Huynh" userId="01a137d4-0d81-46e0-aca6-c9185b391828" providerId="ADAL" clId="{88AB73D2-BEAC-49CB-B2E2-279547085BAB}" dt="2026-10-14T11:42:22.939" v="983"/>
          <ac:spMkLst>
            <pc:docMk/>
            <pc:sldMk cId="560164108" sldId="4685"/>
            <ac:spMk id="15" creationId="{C0A87144-37C3-4523-A0A0-01D80764E17B}"/>
          </ac:spMkLst>
        </pc:spChg>
        <pc:spChg chg="add mod">
          <ac:chgData name="Minh Huynh" userId="01a137d4-0d81-46e0-aca6-c9185b391828" providerId="ADAL" clId="{88AB73D2-BEAC-49CB-B2E2-279547085BAB}" dt="2026-10-14T11:42:22.939" v="983"/>
          <ac:spMkLst>
            <pc:docMk/>
            <pc:sldMk cId="560164108" sldId="4685"/>
            <ac:spMk id="16" creationId="{617C4A2E-DFB9-490E-B665-C4BB9F1D3CAE}"/>
          </ac:spMkLst>
        </pc:spChg>
        <pc:spChg chg="add mod">
          <ac:chgData name="Minh Huynh" userId="01a137d4-0d81-46e0-aca6-c9185b391828" providerId="ADAL" clId="{88AB73D2-BEAC-49CB-B2E2-279547085BAB}" dt="2026-10-14T11:42:22.939" v="983"/>
          <ac:spMkLst>
            <pc:docMk/>
            <pc:sldMk cId="560164108" sldId="4685"/>
            <ac:spMk id="17" creationId="{890C7E5E-20E8-4BC4-A472-DA5EB509D07D}"/>
          </ac:spMkLst>
        </pc:spChg>
        <pc:spChg chg="add mod">
          <ac:chgData name="Minh Huynh" userId="01a137d4-0d81-46e0-aca6-c9185b391828" providerId="ADAL" clId="{88AB73D2-BEAC-49CB-B2E2-279547085BAB}" dt="2026-10-14T11:42:22.939" v="983"/>
          <ac:spMkLst>
            <pc:docMk/>
            <pc:sldMk cId="560164108" sldId="4685"/>
            <ac:spMk id="18" creationId="{D2A8E951-FCB8-41AA-A543-D586BFCDF1A4}"/>
          </ac:spMkLst>
        </pc:spChg>
        <pc:spChg chg="add mod">
          <ac:chgData name="Minh Huynh" userId="01a137d4-0d81-46e0-aca6-c9185b391828" providerId="ADAL" clId="{88AB73D2-BEAC-49CB-B2E2-279547085BAB}" dt="2026-10-14T11:42:22.939" v="983"/>
          <ac:spMkLst>
            <pc:docMk/>
            <pc:sldMk cId="560164108" sldId="4685"/>
            <ac:spMk id="19" creationId="{C56422AB-4353-4407-910C-B30CEF0640B4}"/>
          </ac:spMkLst>
        </pc:spChg>
        <pc:spChg chg="add mod">
          <ac:chgData name="Minh Huynh" userId="01a137d4-0d81-46e0-aca6-c9185b391828" providerId="ADAL" clId="{88AB73D2-BEAC-49CB-B2E2-279547085BAB}" dt="2026-10-14T11:42:22.939" v="983"/>
          <ac:spMkLst>
            <pc:docMk/>
            <pc:sldMk cId="560164108" sldId="4685"/>
            <ac:spMk id="20" creationId="{2F19DA2E-E719-4C54-9C45-05209C34140F}"/>
          </ac:spMkLst>
        </pc:spChg>
        <pc:spChg chg="del">
          <ac:chgData name="Minh Huynh" userId="01a137d4-0d81-46e0-aca6-c9185b391828" providerId="ADAL" clId="{88AB73D2-BEAC-49CB-B2E2-279547085BAB}" dt="2026-10-14T11:42:22.177" v="982" actId="478"/>
          <ac:spMkLst>
            <pc:docMk/>
            <pc:sldMk cId="560164108" sldId="4685"/>
            <ac:spMk id="37" creationId="{03857635-9E0A-4631-93F1-9401CC5F842B}"/>
          </ac:spMkLst>
        </pc:spChg>
        <pc:spChg chg="mod">
          <ac:chgData name="Minh Huynh" userId="01a137d4-0d81-46e0-aca6-c9185b391828" providerId="ADAL" clId="{88AB73D2-BEAC-49CB-B2E2-279547085BAB}" dt="2026-10-14T11:42:15.954" v="981" actId="20577"/>
          <ac:spMkLst>
            <pc:docMk/>
            <pc:sldMk cId="560164108" sldId="4685"/>
            <ac:spMk id="129" creationId="{BAF0ED66-576B-47C3-8D44-7090A2F53881}"/>
          </ac:spMkLst>
        </pc:spChg>
        <pc:graphicFrameChg chg="add mod">
          <ac:chgData name="Minh Huynh" userId="01a137d4-0d81-46e0-aca6-c9185b391828" providerId="ADAL" clId="{88AB73D2-BEAC-49CB-B2E2-279547085BAB}" dt="2026-10-14T11:42:22.939" v="983"/>
          <ac:graphicFrameMkLst>
            <pc:docMk/>
            <pc:sldMk cId="560164108" sldId="4685"/>
            <ac:graphicFrameMk id="4" creationId="{AA79CA6D-35F6-49CD-870A-D14BF2BCE8DB}"/>
          </ac:graphicFrameMkLst>
        </pc:graphicFrameChg>
        <pc:picChg chg="add mod">
          <ac:chgData name="Minh Huynh" userId="01a137d4-0d81-46e0-aca6-c9185b391828" providerId="ADAL" clId="{88AB73D2-BEAC-49CB-B2E2-279547085BAB}" dt="2026-10-14T11:42:22.939" v="983"/>
          <ac:picMkLst>
            <pc:docMk/>
            <pc:sldMk cId="560164108" sldId="4685"/>
            <ac:picMk id="5" creationId="{647CE653-332E-4886-AABC-8E32E1BA0AF2}"/>
          </ac:picMkLst>
        </pc:picChg>
        <pc:picChg chg="add mod">
          <ac:chgData name="Minh Huynh" userId="01a137d4-0d81-46e0-aca6-c9185b391828" providerId="ADAL" clId="{88AB73D2-BEAC-49CB-B2E2-279547085BAB}" dt="2026-10-14T11:42:22.939" v="983"/>
          <ac:picMkLst>
            <pc:docMk/>
            <pc:sldMk cId="560164108" sldId="4685"/>
            <ac:picMk id="6" creationId="{016D9CA3-3541-4AE2-B25B-9F672557FB38}"/>
          </ac:picMkLst>
        </pc:picChg>
        <pc:picChg chg="add mod">
          <ac:chgData name="Minh Huynh" userId="01a137d4-0d81-46e0-aca6-c9185b391828" providerId="ADAL" clId="{88AB73D2-BEAC-49CB-B2E2-279547085BAB}" dt="2026-10-14T11:42:22.939" v="983"/>
          <ac:picMkLst>
            <pc:docMk/>
            <pc:sldMk cId="560164108" sldId="4685"/>
            <ac:picMk id="7" creationId="{4F835705-EBF3-4943-B80F-4D6B4AB369D4}"/>
          </ac:picMkLst>
        </pc:picChg>
        <pc:picChg chg="add mod">
          <ac:chgData name="Minh Huynh" userId="01a137d4-0d81-46e0-aca6-c9185b391828" providerId="ADAL" clId="{88AB73D2-BEAC-49CB-B2E2-279547085BAB}" dt="2026-10-14T11:42:22.939" v="983"/>
          <ac:picMkLst>
            <pc:docMk/>
            <pc:sldMk cId="560164108" sldId="4685"/>
            <ac:picMk id="8" creationId="{10953A13-5D60-4FA8-97E3-D65F5B701E5E}"/>
          </ac:picMkLst>
        </pc:picChg>
        <pc:picChg chg="add mod">
          <ac:chgData name="Minh Huynh" userId="01a137d4-0d81-46e0-aca6-c9185b391828" providerId="ADAL" clId="{88AB73D2-BEAC-49CB-B2E2-279547085BAB}" dt="2026-10-14T11:42:22.939" v="983"/>
          <ac:picMkLst>
            <pc:docMk/>
            <pc:sldMk cId="560164108" sldId="4685"/>
            <ac:picMk id="9" creationId="{66405835-C0AA-46C2-8846-458F3E1C6E5D}"/>
          </ac:picMkLst>
        </pc:picChg>
        <pc:picChg chg="add mod">
          <ac:chgData name="Minh Huynh" userId="01a137d4-0d81-46e0-aca6-c9185b391828" providerId="ADAL" clId="{88AB73D2-BEAC-49CB-B2E2-279547085BAB}" dt="2026-10-14T11:42:22.939" v="983"/>
          <ac:picMkLst>
            <pc:docMk/>
            <pc:sldMk cId="560164108" sldId="4685"/>
            <ac:picMk id="10" creationId="{46FD287D-7D60-4E73-B377-2AE2C6618444}"/>
          </ac:picMkLst>
        </pc:picChg>
        <pc:picChg chg="add mod">
          <ac:chgData name="Minh Huynh" userId="01a137d4-0d81-46e0-aca6-c9185b391828" providerId="ADAL" clId="{88AB73D2-BEAC-49CB-B2E2-279547085BAB}" dt="2026-10-14T11:42:22.939" v="983"/>
          <ac:picMkLst>
            <pc:docMk/>
            <pc:sldMk cId="560164108" sldId="4685"/>
            <ac:picMk id="11" creationId="{3F856F6C-06E1-4F99-93D3-28B08BD28D34}"/>
          </ac:picMkLst>
        </pc:picChg>
        <pc:picChg chg="add mod">
          <ac:chgData name="Minh Huynh" userId="01a137d4-0d81-46e0-aca6-c9185b391828" providerId="ADAL" clId="{88AB73D2-BEAC-49CB-B2E2-279547085BAB}" dt="2026-10-14T11:42:22.939" v="983"/>
          <ac:picMkLst>
            <pc:docMk/>
            <pc:sldMk cId="560164108" sldId="4685"/>
            <ac:picMk id="12" creationId="{2B504465-3DD8-4795-8CE4-33EF9111F317}"/>
          </ac:picMkLst>
        </pc:picChg>
      </pc:sldChg>
      <pc:sldChg chg="addSp delSp modSp add">
        <pc:chgData name="Minh Huynh" userId="01a137d4-0d81-46e0-aca6-c9185b391828" providerId="ADAL" clId="{88AB73D2-BEAC-49CB-B2E2-279547085BAB}" dt="2026-10-14T11:42:43.311" v="986"/>
        <pc:sldMkLst>
          <pc:docMk/>
          <pc:sldMk cId="612435742" sldId="4686"/>
        </pc:sldMkLst>
        <pc:spChg chg="del">
          <ac:chgData name="Minh Huynh" userId="01a137d4-0d81-46e0-aca6-c9185b391828" providerId="ADAL" clId="{88AB73D2-BEAC-49CB-B2E2-279547085BAB}" dt="2026-10-14T11:42:42.540" v="985" actId="478"/>
          <ac:spMkLst>
            <pc:docMk/>
            <pc:sldMk cId="612435742" sldId="4686"/>
            <ac:spMk id="13" creationId="{740C3563-A9BC-4AEC-90D3-E167BFEE66A1}"/>
          </ac:spMkLst>
        </pc:spChg>
        <pc:spChg chg="del">
          <ac:chgData name="Minh Huynh" userId="01a137d4-0d81-46e0-aca6-c9185b391828" providerId="ADAL" clId="{88AB73D2-BEAC-49CB-B2E2-279547085BAB}" dt="2026-10-14T11:42:42.540" v="985" actId="478"/>
          <ac:spMkLst>
            <pc:docMk/>
            <pc:sldMk cId="612435742" sldId="4686"/>
            <ac:spMk id="14" creationId="{5B7EB41A-92B4-4FE3-B4CB-10E2616A33D2}"/>
          </ac:spMkLst>
        </pc:spChg>
        <pc:spChg chg="del">
          <ac:chgData name="Minh Huynh" userId="01a137d4-0d81-46e0-aca6-c9185b391828" providerId="ADAL" clId="{88AB73D2-BEAC-49CB-B2E2-279547085BAB}" dt="2026-10-14T11:42:42.540" v="985" actId="478"/>
          <ac:spMkLst>
            <pc:docMk/>
            <pc:sldMk cId="612435742" sldId="4686"/>
            <ac:spMk id="15" creationId="{C0A87144-37C3-4523-A0A0-01D80764E17B}"/>
          </ac:spMkLst>
        </pc:spChg>
        <pc:spChg chg="del">
          <ac:chgData name="Minh Huynh" userId="01a137d4-0d81-46e0-aca6-c9185b391828" providerId="ADAL" clId="{88AB73D2-BEAC-49CB-B2E2-279547085BAB}" dt="2026-10-14T11:42:42.540" v="985" actId="478"/>
          <ac:spMkLst>
            <pc:docMk/>
            <pc:sldMk cId="612435742" sldId="4686"/>
            <ac:spMk id="16" creationId="{617C4A2E-DFB9-490E-B665-C4BB9F1D3CAE}"/>
          </ac:spMkLst>
        </pc:spChg>
        <pc:spChg chg="del">
          <ac:chgData name="Minh Huynh" userId="01a137d4-0d81-46e0-aca6-c9185b391828" providerId="ADAL" clId="{88AB73D2-BEAC-49CB-B2E2-279547085BAB}" dt="2026-10-14T11:42:42.540" v="985" actId="478"/>
          <ac:spMkLst>
            <pc:docMk/>
            <pc:sldMk cId="612435742" sldId="4686"/>
            <ac:spMk id="17" creationId="{890C7E5E-20E8-4BC4-A472-DA5EB509D07D}"/>
          </ac:spMkLst>
        </pc:spChg>
        <pc:spChg chg="del">
          <ac:chgData name="Minh Huynh" userId="01a137d4-0d81-46e0-aca6-c9185b391828" providerId="ADAL" clId="{88AB73D2-BEAC-49CB-B2E2-279547085BAB}" dt="2026-10-14T11:42:42.540" v="985" actId="478"/>
          <ac:spMkLst>
            <pc:docMk/>
            <pc:sldMk cId="612435742" sldId="4686"/>
            <ac:spMk id="18" creationId="{D2A8E951-FCB8-41AA-A543-D586BFCDF1A4}"/>
          </ac:spMkLst>
        </pc:spChg>
        <pc:spChg chg="del">
          <ac:chgData name="Minh Huynh" userId="01a137d4-0d81-46e0-aca6-c9185b391828" providerId="ADAL" clId="{88AB73D2-BEAC-49CB-B2E2-279547085BAB}" dt="2026-10-14T11:42:42.540" v="985" actId="478"/>
          <ac:spMkLst>
            <pc:docMk/>
            <pc:sldMk cId="612435742" sldId="4686"/>
            <ac:spMk id="19" creationId="{C56422AB-4353-4407-910C-B30CEF0640B4}"/>
          </ac:spMkLst>
        </pc:spChg>
        <pc:spChg chg="del">
          <ac:chgData name="Minh Huynh" userId="01a137d4-0d81-46e0-aca6-c9185b391828" providerId="ADAL" clId="{88AB73D2-BEAC-49CB-B2E2-279547085BAB}" dt="2026-10-14T11:42:42.540" v="985" actId="478"/>
          <ac:spMkLst>
            <pc:docMk/>
            <pc:sldMk cId="612435742" sldId="4686"/>
            <ac:spMk id="20" creationId="{2F19DA2E-E719-4C54-9C45-05209C34140F}"/>
          </ac:spMkLst>
        </pc:spChg>
        <pc:spChg chg="add mod">
          <ac:chgData name="Minh Huynh" userId="01a137d4-0d81-46e0-aca6-c9185b391828" providerId="ADAL" clId="{88AB73D2-BEAC-49CB-B2E2-279547085BAB}" dt="2026-10-14T11:42:43.311" v="986"/>
          <ac:spMkLst>
            <pc:docMk/>
            <pc:sldMk cId="612435742" sldId="4686"/>
            <ac:spMk id="22" creationId="{A010FEF0-EAE3-4AB1-A55C-24F7A121B792}"/>
          </ac:spMkLst>
        </pc:spChg>
        <pc:spChg chg="add mod">
          <ac:chgData name="Minh Huynh" userId="01a137d4-0d81-46e0-aca6-c9185b391828" providerId="ADAL" clId="{88AB73D2-BEAC-49CB-B2E2-279547085BAB}" dt="2026-10-14T11:42:43.311" v="986"/>
          <ac:spMkLst>
            <pc:docMk/>
            <pc:sldMk cId="612435742" sldId="4686"/>
            <ac:spMk id="23" creationId="{593E1223-456E-4E27-8AD8-996BBDCC7AF4}"/>
          </ac:spMkLst>
        </pc:spChg>
        <pc:graphicFrameChg chg="del">
          <ac:chgData name="Minh Huynh" userId="01a137d4-0d81-46e0-aca6-c9185b391828" providerId="ADAL" clId="{88AB73D2-BEAC-49CB-B2E2-279547085BAB}" dt="2026-10-14T11:42:42.540" v="985" actId="478"/>
          <ac:graphicFrameMkLst>
            <pc:docMk/>
            <pc:sldMk cId="612435742" sldId="4686"/>
            <ac:graphicFrameMk id="4" creationId="{AA79CA6D-35F6-49CD-870A-D14BF2BCE8DB}"/>
          </ac:graphicFrameMkLst>
        </pc:graphicFrameChg>
        <pc:graphicFrameChg chg="add mod">
          <ac:chgData name="Minh Huynh" userId="01a137d4-0d81-46e0-aca6-c9185b391828" providerId="ADAL" clId="{88AB73D2-BEAC-49CB-B2E2-279547085BAB}" dt="2026-10-14T11:42:43.311" v="986"/>
          <ac:graphicFrameMkLst>
            <pc:docMk/>
            <pc:sldMk cId="612435742" sldId="4686"/>
            <ac:graphicFrameMk id="21" creationId="{FEB90C0D-C699-49D8-B29C-8CB46079A35F}"/>
          </ac:graphicFrameMkLst>
        </pc:graphicFrameChg>
        <pc:picChg chg="del">
          <ac:chgData name="Minh Huynh" userId="01a137d4-0d81-46e0-aca6-c9185b391828" providerId="ADAL" clId="{88AB73D2-BEAC-49CB-B2E2-279547085BAB}" dt="2026-10-14T11:42:42.540" v="985" actId="478"/>
          <ac:picMkLst>
            <pc:docMk/>
            <pc:sldMk cId="612435742" sldId="4686"/>
            <ac:picMk id="5" creationId="{647CE653-332E-4886-AABC-8E32E1BA0AF2}"/>
          </ac:picMkLst>
        </pc:picChg>
        <pc:picChg chg="del">
          <ac:chgData name="Minh Huynh" userId="01a137d4-0d81-46e0-aca6-c9185b391828" providerId="ADAL" clId="{88AB73D2-BEAC-49CB-B2E2-279547085BAB}" dt="2026-10-14T11:42:42.540" v="985" actId="478"/>
          <ac:picMkLst>
            <pc:docMk/>
            <pc:sldMk cId="612435742" sldId="4686"/>
            <ac:picMk id="6" creationId="{016D9CA3-3541-4AE2-B25B-9F672557FB38}"/>
          </ac:picMkLst>
        </pc:picChg>
        <pc:picChg chg="del">
          <ac:chgData name="Minh Huynh" userId="01a137d4-0d81-46e0-aca6-c9185b391828" providerId="ADAL" clId="{88AB73D2-BEAC-49CB-B2E2-279547085BAB}" dt="2026-10-14T11:42:42.540" v="985" actId="478"/>
          <ac:picMkLst>
            <pc:docMk/>
            <pc:sldMk cId="612435742" sldId="4686"/>
            <ac:picMk id="7" creationId="{4F835705-EBF3-4943-B80F-4D6B4AB369D4}"/>
          </ac:picMkLst>
        </pc:picChg>
        <pc:picChg chg="del">
          <ac:chgData name="Minh Huynh" userId="01a137d4-0d81-46e0-aca6-c9185b391828" providerId="ADAL" clId="{88AB73D2-BEAC-49CB-B2E2-279547085BAB}" dt="2026-10-14T11:42:42.540" v="985" actId="478"/>
          <ac:picMkLst>
            <pc:docMk/>
            <pc:sldMk cId="612435742" sldId="4686"/>
            <ac:picMk id="8" creationId="{10953A13-5D60-4FA8-97E3-D65F5B701E5E}"/>
          </ac:picMkLst>
        </pc:picChg>
        <pc:picChg chg="del">
          <ac:chgData name="Minh Huynh" userId="01a137d4-0d81-46e0-aca6-c9185b391828" providerId="ADAL" clId="{88AB73D2-BEAC-49CB-B2E2-279547085BAB}" dt="2026-10-14T11:42:42.540" v="985" actId="478"/>
          <ac:picMkLst>
            <pc:docMk/>
            <pc:sldMk cId="612435742" sldId="4686"/>
            <ac:picMk id="9" creationId="{66405835-C0AA-46C2-8846-458F3E1C6E5D}"/>
          </ac:picMkLst>
        </pc:picChg>
        <pc:picChg chg="del">
          <ac:chgData name="Minh Huynh" userId="01a137d4-0d81-46e0-aca6-c9185b391828" providerId="ADAL" clId="{88AB73D2-BEAC-49CB-B2E2-279547085BAB}" dt="2026-10-14T11:42:42.540" v="985" actId="478"/>
          <ac:picMkLst>
            <pc:docMk/>
            <pc:sldMk cId="612435742" sldId="4686"/>
            <ac:picMk id="10" creationId="{46FD287D-7D60-4E73-B377-2AE2C6618444}"/>
          </ac:picMkLst>
        </pc:picChg>
        <pc:picChg chg="del">
          <ac:chgData name="Minh Huynh" userId="01a137d4-0d81-46e0-aca6-c9185b391828" providerId="ADAL" clId="{88AB73D2-BEAC-49CB-B2E2-279547085BAB}" dt="2026-10-14T11:42:42.540" v="985" actId="478"/>
          <ac:picMkLst>
            <pc:docMk/>
            <pc:sldMk cId="612435742" sldId="4686"/>
            <ac:picMk id="11" creationId="{3F856F6C-06E1-4F99-93D3-28B08BD28D34}"/>
          </ac:picMkLst>
        </pc:picChg>
        <pc:picChg chg="del">
          <ac:chgData name="Minh Huynh" userId="01a137d4-0d81-46e0-aca6-c9185b391828" providerId="ADAL" clId="{88AB73D2-BEAC-49CB-B2E2-279547085BAB}" dt="2026-10-14T11:42:42.540" v="985" actId="478"/>
          <ac:picMkLst>
            <pc:docMk/>
            <pc:sldMk cId="612435742" sldId="4686"/>
            <ac:picMk id="12" creationId="{2B504465-3DD8-4795-8CE4-33EF9111F317}"/>
          </ac:picMkLst>
        </pc:picChg>
      </pc:sldChg>
      <pc:sldChg chg="del">
        <pc:chgData name="Minh Huynh" userId="01a137d4-0d81-46e0-aca6-c9185b391828" providerId="ADAL" clId="{88AB73D2-BEAC-49CB-B2E2-279547085BAB}" dt="2026-10-14T11:31:55.274" v="0" actId="47"/>
        <pc:sldMkLst>
          <pc:docMk/>
          <pc:sldMk cId="18605224" sldId="4687"/>
        </pc:sldMkLst>
      </pc:sldChg>
      <pc:sldChg chg="addSp delSp modSp add mod">
        <pc:chgData name="Minh Huynh" userId="01a137d4-0d81-46e0-aca6-c9185b391828" providerId="ADAL" clId="{88AB73D2-BEAC-49CB-B2E2-279547085BAB}" dt="2026-10-14T11:43:07.123" v="1007" actId="20577"/>
        <pc:sldMkLst>
          <pc:docMk/>
          <pc:sldMk cId="683012423" sldId="4687"/>
        </pc:sldMkLst>
        <pc:spChg chg="add mod">
          <ac:chgData name="Minh Huynh" userId="01a137d4-0d81-46e0-aca6-c9185b391828" providerId="ADAL" clId="{88AB73D2-BEAC-49CB-B2E2-279547085BAB}" dt="2026-10-14T11:43:00.339" v="989"/>
          <ac:spMkLst>
            <pc:docMk/>
            <pc:sldMk cId="683012423" sldId="4687"/>
            <ac:spMk id="6" creationId="{4DB208CA-15A1-4BA9-8A41-B4DF21FE8DE8}"/>
          </ac:spMkLst>
        </pc:spChg>
        <pc:spChg chg="add mod">
          <ac:chgData name="Minh Huynh" userId="01a137d4-0d81-46e0-aca6-c9185b391828" providerId="ADAL" clId="{88AB73D2-BEAC-49CB-B2E2-279547085BAB}" dt="2026-10-14T11:43:00.339" v="989"/>
          <ac:spMkLst>
            <pc:docMk/>
            <pc:sldMk cId="683012423" sldId="4687"/>
            <ac:spMk id="7" creationId="{496B8A17-918B-4F39-9567-5E13C5284393}"/>
          </ac:spMkLst>
        </pc:spChg>
        <pc:spChg chg="add mod">
          <ac:chgData name="Minh Huynh" userId="01a137d4-0d81-46e0-aca6-c9185b391828" providerId="ADAL" clId="{88AB73D2-BEAC-49CB-B2E2-279547085BAB}" dt="2026-10-14T11:43:00.339" v="989"/>
          <ac:spMkLst>
            <pc:docMk/>
            <pc:sldMk cId="683012423" sldId="4687"/>
            <ac:spMk id="8" creationId="{0A02168B-DB73-435B-ABCD-5D46EA87BEE2}"/>
          </ac:spMkLst>
        </pc:spChg>
        <pc:spChg chg="del">
          <ac:chgData name="Minh Huynh" userId="01a137d4-0d81-46e0-aca6-c9185b391828" providerId="ADAL" clId="{88AB73D2-BEAC-49CB-B2E2-279547085BAB}" dt="2026-10-14T11:42:59.558" v="988" actId="478"/>
          <ac:spMkLst>
            <pc:docMk/>
            <pc:sldMk cId="683012423" sldId="4687"/>
            <ac:spMk id="22" creationId="{A010FEF0-EAE3-4AB1-A55C-24F7A121B792}"/>
          </ac:spMkLst>
        </pc:spChg>
        <pc:spChg chg="del">
          <ac:chgData name="Minh Huynh" userId="01a137d4-0d81-46e0-aca6-c9185b391828" providerId="ADAL" clId="{88AB73D2-BEAC-49CB-B2E2-279547085BAB}" dt="2026-10-14T11:42:59.558" v="988" actId="478"/>
          <ac:spMkLst>
            <pc:docMk/>
            <pc:sldMk cId="683012423" sldId="4687"/>
            <ac:spMk id="23" creationId="{593E1223-456E-4E27-8AD8-996BBDCC7AF4}"/>
          </ac:spMkLst>
        </pc:spChg>
        <pc:spChg chg="add mod">
          <ac:chgData name="Minh Huynh" userId="01a137d4-0d81-46e0-aca6-c9185b391828" providerId="ADAL" clId="{88AB73D2-BEAC-49CB-B2E2-279547085BAB}" dt="2026-10-14T11:43:00.339" v="989"/>
          <ac:spMkLst>
            <pc:docMk/>
            <pc:sldMk cId="683012423" sldId="4687"/>
            <ac:spMk id="112" creationId="{485FB04F-55DD-4491-8763-F0910043849B}"/>
          </ac:spMkLst>
        </pc:spChg>
        <pc:spChg chg="add mod">
          <ac:chgData name="Minh Huynh" userId="01a137d4-0d81-46e0-aca6-c9185b391828" providerId="ADAL" clId="{88AB73D2-BEAC-49CB-B2E2-279547085BAB}" dt="2026-10-14T11:43:00.339" v="989"/>
          <ac:spMkLst>
            <pc:docMk/>
            <pc:sldMk cId="683012423" sldId="4687"/>
            <ac:spMk id="113" creationId="{19A7078E-8F0A-431D-B1F9-C14BE71DE92C}"/>
          </ac:spMkLst>
        </pc:spChg>
        <pc:spChg chg="add mod">
          <ac:chgData name="Minh Huynh" userId="01a137d4-0d81-46e0-aca6-c9185b391828" providerId="ADAL" clId="{88AB73D2-BEAC-49CB-B2E2-279547085BAB}" dt="2026-10-14T11:43:00.339" v="989"/>
          <ac:spMkLst>
            <pc:docMk/>
            <pc:sldMk cId="683012423" sldId="4687"/>
            <ac:spMk id="114" creationId="{B65822C0-B918-435A-ABF1-4FDB21A7FBFA}"/>
          </ac:spMkLst>
        </pc:spChg>
        <pc:spChg chg="add mod">
          <ac:chgData name="Minh Huynh" userId="01a137d4-0d81-46e0-aca6-c9185b391828" providerId="ADAL" clId="{88AB73D2-BEAC-49CB-B2E2-279547085BAB}" dt="2026-10-14T11:43:00.339" v="989"/>
          <ac:spMkLst>
            <pc:docMk/>
            <pc:sldMk cId="683012423" sldId="4687"/>
            <ac:spMk id="115" creationId="{0DF8790A-C08A-4F4E-937E-87904198A54F}"/>
          </ac:spMkLst>
        </pc:spChg>
        <pc:spChg chg="add mod">
          <ac:chgData name="Minh Huynh" userId="01a137d4-0d81-46e0-aca6-c9185b391828" providerId="ADAL" clId="{88AB73D2-BEAC-49CB-B2E2-279547085BAB}" dt="2026-10-14T11:43:00.339" v="989"/>
          <ac:spMkLst>
            <pc:docMk/>
            <pc:sldMk cId="683012423" sldId="4687"/>
            <ac:spMk id="116" creationId="{1225E890-25F3-49F1-B67E-424C543C3168}"/>
          </ac:spMkLst>
        </pc:spChg>
        <pc:spChg chg="add mod">
          <ac:chgData name="Minh Huynh" userId="01a137d4-0d81-46e0-aca6-c9185b391828" providerId="ADAL" clId="{88AB73D2-BEAC-49CB-B2E2-279547085BAB}" dt="2026-10-14T11:43:00.339" v="989"/>
          <ac:spMkLst>
            <pc:docMk/>
            <pc:sldMk cId="683012423" sldId="4687"/>
            <ac:spMk id="117" creationId="{1F998DF1-DAFD-4C0C-8301-525B1D5D925E}"/>
          </ac:spMkLst>
        </pc:spChg>
        <pc:spChg chg="add mod">
          <ac:chgData name="Minh Huynh" userId="01a137d4-0d81-46e0-aca6-c9185b391828" providerId="ADAL" clId="{88AB73D2-BEAC-49CB-B2E2-279547085BAB}" dt="2026-10-14T11:43:00.339" v="989"/>
          <ac:spMkLst>
            <pc:docMk/>
            <pc:sldMk cId="683012423" sldId="4687"/>
            <ac:spMk id="118" creationId="{42D66472-D6E7-422A-BF2C-31A8B2A58ADD}"/>
          </ac:spMkLst>
        </pc:spChg>
        <pc:spChg chg="add mod">
          <ac:chgData name="Minh Huynh" userId="01a137d4-0d81-46e0-aca6-c9185b391828" providerId="ADAL" clId="{88AB73D2-BEAC-49CB-B2E2-279547085BAB}" dt="2026-10-14T11:43:00.339" v="989"/>
          <ac:spMkLst>
            <pc:docMk/>
            <pc:sldMk cId="683012423" sldId="4687"/>
            <ac:spMk id="119" creationId="{4D9CEFAD-3BB2-47B1-9E04-FEE7F67E65B6}"/>
          </ac:spMkLst>
        </pc:spChg>
        <pc:spChg chg="add mod">
          <ac:chgData name="Minh Huynh" userId="01a137d4-0d81-46e0-aca6-c9185b391828" providerId="ADAL" clId="{88AB73D2-BEAC-49CB-B2E2-279547085BAB}" dt="2026-10-14T11:43:00.339" v="989"/>
          <ac:spMkLst>
            <pc:docMk/>
            <pc:sldMk cId="683012423" sldId="4687"/>
            <ac:spMk id="120" creationId="{7702BC92-2B90-46F1-9D0A-57CD3DD75524}"/>
          </ac:spMkLst>
        </pc:spChg>
        <pc:spChg chg="add mod">
          <ac:chgData name="Minh Huynh" userId="01a137d4-0d81-46e0-aca6-c9185b391828" providerId="ADAL" clId="{88AB73D2-BEAC-49CB-B2E2-279547085BAB}" dt="2026-10-14T11:43:00.339" v="989"/>
          <ac:spMkLst>
            <pc:docMk/>
            <pc:sldMk cId="683012423" sldId="4687"/>
            <ac:spMk id="121" creationId="{4CBF7365-90BA-4286-BFE4-AB119523500A}"/>
          </ac:spMkLst>
        </pc:spChg>
        <pc:spChg chg="add mod">
          <ac:chgData name="Minh Huynh" userId="01a137d4-0d81-46e0-aca6-c9185b391828" providerId="ADAL" clId="{88AB73D2-BEAC-49CB-B2E2-279547085BAB}" dt="2026-10-14T11:43:00.339" v="989"/>
          <ac:spMkLst>
            <pc:docMk/>
            <pc:sldMk cId="683012423" sldId="4687"/>
            <ac:spMk id="122" creationId="{6B4BC24C-623B-499C-ADDC-C1AE202374FC}"/>
          </ac:spMkLst>
        </pc:spChg>
        <pc:spChg chg="add mod">
          <ac:chgData name="Minh Huynh" userId="01a137d4-0d81-46e0-aca6-c9185b391828" providerId="ADAL" clId="{88AB73D2-BEAC-49CB-B2E2-279547085BAB}" dt="2026-10-14T11:43:00.339" v="989"/>
          <ac:spMkLst>
            <pc:docMk/>
            <pc:sldMk cId="683012423" sldId="4687"/>
            <ac:spMk id="123" creationId="{3C9B6BE1-0F1A-48C8-A477-0F6D23402F44}"/>
          </ac:spMkLst>
        </pc:spChg>
        <pc:spChg chg="add mod">
          <ac:chgData name="Minh Huynh" userId="01a137d4-0d81-46e0-aca6-c9185b391828" providerId="ADAL" clId="{88AB73D2-BEAC-49CB-B2E2-279547085BAB}" dt="2026-10-14T11:43:00.339" v="989"/>
          <ac:spMkLst>
            <pc:docMk/>
            <pc:sldMk cId="683012423" sldId="4687"/>
            <ac:spMk id="124" creationId="{FE2A316C-C246-47EC-9249-ACE2FB71B585}"/>
          </ac:spMkLst>
        </pc:spChg>
        <pc:spChg chg="add mod">
          <ac:chgData name="Minh Huynh" userId="01a137d4-0d81-46e0-aca6-c9185b391828" providerId="ADAL" clId="{88AB73D2-BEAC-49CB-B2E2-279547085BAB}" dt="2026-10-14T11:43:00.339" v="989"/>
          <ac:spMkLst>
            <pc:docMk/>
            <pc:sldMk cId="683012423" sldId="4687"/>
            <ac:spMk id="125" creationId="{B25D86BB-6A23-47C6-8725-6948C001C575}"/>
          </ac:spMkLst>
        </pc:spChg>
        <pc:spChg chg="add mod">
          <ac:chgData name="Minh Huynh" userId="01a137d4-0d81-46e0-aca6-c9185b391828" providerId="ADAL" clId="{88AB73D2-BEAC-49CB-B2E2-279547085BAB}" dt="2026-10-14T11:43:00.339" v="989"/>
          <ac:spMkLst>
            <pc:docMk/>
            <pc:sldMk cId="683012423" sldId="4687"/>
            <ac:spMk id="126" creationId="{0406A976-1C0F-4EF6-9A84-8833ACC2876B}"/>
          </ac:spMkLst>
        </pc:spChg>
        <pc:spChg chg="mod">
          <ac:chgData name="Minh Huynh" userId="01a137d4-0d81-46e0-aca6-c9185b391828" providerId="ADAL" clId="{88AB73D2-BEAC-49CB-B2E2-279547085BAB}" dt="2026-10-14T11:43:07.123" v="1007" actId="20577"/>
          <ac:spMkLst>
            <pc:docMk/>
            <pc:sldMk cId="683012423" sldId="4687"/>
            <ac:spMk id="129" creationId="{BAF0ED66-576B-47C3-8D44-7090A2F53881}"/>
          </ac:spMkLst>
        </pc:spChg>
        <pc:graphicFrameChg chg="del">
          <ac:chgData name="Minh Huynh" userId="01a137d4-0d81-46e0-aca6-c9185b391828" providerId="ADAL" clId="{88AB73D2-BEAC-49CB-B2E2-279547085BAB}" dt="2026-10-14T11:42:59.558" v="988" actId="478"/>
          <ac:graphicFrameMkLst>
            <pc:docMk/>
            <pc:sldMk cId="683012423" sldId="4687"/>
            <ac:graphicFrameMk id="21" creationId="{FEB90C0D-C699-49D8-B29C-8CB46079A35F}"/>
          </ac:graphicFrameMkLst>
        </pc:graphicFrameChg>
        <pc:picChg chg="add mod">
          <ac:chgData name="Minh Huynh" userId="01a137d4-0d81-46e0-aca6-c9185b391828" providerId="ADAL" clId="{88AB73D2-BEAC-49CB-B2E2-279547085BAB}" dt="2026-10-14T11:43:00.339" v="989"/>
          <ac:picMkLst>
            <pc:docMk/>
            <pc:sldMk cId="683012423" sldId="4687"/>
            <ac:picMk id="9" creationId="{FBBF4A5D-6E5A-453C-9005-B17238C8BCC4}"/>
          </ac:picMkLst>
        </pc:picChg>
        <pc:picChg chg="add mod">
          <ac:chgData name="Minh Huynh" userId="01a137d4-0d81-46e0-aca6-c9185b391828" providerId="ADAL" clId="{88AB73D2-BEAC-49CB-B2E2-279547085BAB}" dt="2026-10-14T11:43:00.339" v="989"/>
          <ac:picMkLst>
            <pc:docMk/>
            <pc:sldMk cId="683012423" sldId="4687"/>
            <ac:picMk id="10" creationId="{1ECD4192-DE1E-43A8-9049-D67CE10B18AD}"/>
          </ac:picMkLst>
        </pc:picChg>
        <pc:picChg chg="add mod">
          <ac:chgData name="Minh Huynh" userId="01a137d4-0d81-46e0-aca6-c9185b391828" providerId="ADAL" clId="{88AB73D2-BEAC-49CB-B2E2-279547085BAB}" dt="2026-10-14T11:43:00.339" v="989"/>
          <ac:picMkLst>
            <pc:docMk/>
            <pc:sldMk cId="683012423" sldId="4687"/>
            <ac:picMk id="11" creationId="{3788DDCA-336B-4364-A07D-6A3ED4004454}"/>
          </ac:picMkLst>
        </pc:picChg>
        <pc:picChg chg="add mod">
          <ac:chgData name="Minh Huynh" userId="01a137d4-0d81-46e0-aca6-c9185b391828" providerId="ADAL" clId="{88AB73D2-BEAC-49CB-B2E2-279547085BAB}" dt="2026-10-14T11:43:00.339" v="989"/>
          <ac:picMkLst>
            <pc:docMk/>
            <pc:sldMk cId="683012423" sldId="4687"/>
            <ac:picMk id="12" creationId="{119CF94A-2B15-4638-ABC2-115AE368B120}"/>
          </ac:picMkLst>
        </pc:picChg>
        <pc:picChg chg="add mod">
          <ac:chgData name="Minh Huynh" userId="01a137d4-0d81-46e0-aca6-c9185b391828" providerId="ADAL" clId="{88AB73D2-BEAC-49CB-B2E2-279547085BAB}" dt="2026-10-14T11:43:00.339" v="989"/>
          <ac:picMkLst>
            <pc:docMk/>
            <pc:sldMk cId="683012423" sldId="4687"/>
            <ac:picMk id="13" creationId="{1966655C-FF75-47A3-BC6E-3C9D721DAFF0}"/>
          </ac:picMkLst>
        </pc:picChg>
        <pc:picChg chg="add mod">
          <ac:chgData name="Minh Huynh" userId="01a137d4-0d81-46e0-aca6-c9185b391828" providerId="ADAL" clId="{88AB73D2-BEAC-49CB-B2E2-279547085BAB}" dt="2026-10-14T11:43:00.339" v="989"/>
          <ac:picMkLst>
            <pc:docMk/>
            <pc:sldMk cId="683012423" sldId="4687"/>
            <ac:picMk id="14" creationId="{CBA9AD9A-028F-4510-A4B3-9B20109D9072}"/>
          </ac:picMkLst>
        </pc:picChg>
        <pc:picChg chg="add mod">
          <ac:chgData name="Minh Huynh" userId="01a137d4-0d81-46e0-aca6-c9185b391828" providerId="ADAL" clId="{88AB73D2-BEAC-49CB-B2E2-279547085BAB}" dt="2026-10-14T11:43:00.339" v="989"/>
          <ac:picMkLst>
            <pc:docMk/>
            <pc:sldMk cId="683012423" sldId="4687"/>
            <ac:picMk id="15" creationId="{4BFE6709-83BD-4484-86F9-9366349F1272}"/>
          </ac:picMkLst>
        </pc:picChg>
        <pc:picChg chg="add mod">
          <ac:chgData name="Minh Huynh" userId="01a137d4-0d81-46e0-aca6-c9185b391828" providerId="ADAL" clId="{88AB73D2-BEAC-49CB-B2E2-279547085BAB}" dt="2026-10-14T11:43:00.339" v="989"/>
          <ac:picMkLst>
            <pc:docMk/>
            <pc:sldMk cId="683012423" sldId="4687"/>
            <ac:picMk id="16" creationId="{53DC7EDE-3D9A-433C-A8ED-7C23E753BDC7}"/>
          </ac:picMkLst>
        </pc:picChg>
        <pc:picChg chg="add mod">
          <ac:chgData name="Minh Huynh" userId="01a137d4-0d81-46e0-aca6-c9185b391828" providerId="ADAL" clId="{88AB73D2-BEAC-49CB-B2E2-279547085BAB}" dt="2026-10-14T11:43:00.339" v="989"/>
          <ac:picMkLst>
            <pc:docMk/>
            <pc:sldMk cId="683012423" sldId="4687"/>
            <ac:picMk id="17" creationId="{3E0C759F-5977-4F1F-AF2F-EAB32D48561C}"/>
          </ac:picMkLst>
        </pc:picChg>
        <pc:picChg chg="add mod">
          <ac:chgData name="Minh Huynh" userId="01a137d4-0d81-46e0-aca6-c9185b391828" providerId="ADAL" clId="{88AB73D2-BEAC-49CB-B2E2-279547085BAB}" dt="2026-10-14T11:43:00.339" v="989"/>
          <ac:picMkLst>
            <pc:docMk/>
            <pc:sldMk cId="683012423" sldId="4687"/>
            <ac:picMk id="18" creationId="{686F968B-43D9-4098-89B2-F1BFCD3D839F}"/>
          </ac:picMkLst>
        </pc:picChg>
        <pc:picChg chg="add mod">
          <ac:chgData name="Minh Huynh" userId="01a137d4-0d81-46e0-aca6-c9185b391828" providerId="ADAL" clId="{88AB73D2-BEAC-49CB-B2E2-279547085BAB}" dt="2026-10-14T11:43:00.339" v="989"/>
          <ac:picMkLst>
            <pc:docMk/>
            <pc:sldMk cId="683012423" sldId="4687"/>
            <ac:picMk id="19" creationId="{3768C633-F2D4-43FD-B1F0-BF7437E0CE4E}"/>
          </ac:picMkLst>
        </pc:picChg>
        <pc:picChg chg="add mod">
          <ac:chgData name="Minh Huynh" userId="01a137d4-0d81-46e0-aca6-c9185b391828" providerId="ADAL" clId="{88AB73D2-BEAC-49CB-B2E2-279547085BAB}" dt="2026-10-14T11:43:00.339" v="989"/>
          <ac:picMkLst>
            <pc:docMk/>
            <pc:sldMk cId="683012423" sldId="4687"/>
            <ac:picMk id="20" creationId="{744B07D1-1E28-447D-9CA9-260C5BE43FB2}"/>
          </ac:picMkLst>
        </pc:picChg>
        <pc:picChg chg="add mod">
          <ac:chgData name="Minh Huynh" userId="01a137d4-0d81-46e0-aca6-c9185b391828" providerId="ADAL" clId="{88AB73D2-BEAC-49CB-B2E2-279547085BAB}" dt="2026-10-14T11:43:00.339" v="989"/>
          <ac:picMkLst>
            <pc:docMk/>
            <pc:sldMk cId="683012423" sldId="4687"/>
            <ac:picMk id="24" creationId="{9E7FAF65-4091-4983-8EA5-13D3F1AB6C47}"/>
          </ac:picMkLst>
        </pc:picChg>
        <pc:picChg chg="add mod">
          <ac:chgData name="Minh Huynh" userId="01a137d4-0d81-46e0-aca6-c9185b391828" providerId="ADAL" clId="{88AB73D2-BEAC-49CB-B2E2-279547085BAB}" dt="2026-10-14T11:43:00.339" v="989"/>
          <ac:picMkLst>
            <pc:docMk/>
            <pc:sldMk cId="683012423" sldId="4687"/>
            <ac:picMk id="25" creationId="{DA20B4B0-31D2-4272-B3AF-43F658B33B8A}"/>
          </ac:picMkLst>
        </pc:picChg>
        <pc:picChg chg="add mod">
          <ac:chgData name="Minh Huynh" userId="01a137d4-0d81-46e0-aca6-c9185b391828" providerId="ADAL" clId="{88AB73D2-BEAC-49CB-B2E2-279547085BAB}" dt="2026-10-14T11:43:00.339" v="989"/>
          <ac:picMkLst>
            <pc:docMk/>
            <pc:sldMk cId="683012423" sldId="4687"/>
            <ac:picMk id="26" creationId="{094E7242-2DBB-4748-BF9F-F418DF14E767}"/>
          </ac:picMkLst>
        </pc:picChg>
        <pc:picChg chg="add mod">
          <ac:chgData name="Minh Huynh" userId="01a137d4-0d81-46e0-aca6-c9185b391828" providerId="ADAL" clId="{88AB73D2-BEAC-49CB-B2E2-279547085BAB}" dt="2026-10-14T11:43:00.339" v="989"/>
          <ac:picMkLst>
            <pc:docMk/>
            <pc:sldMk cId="683012423" sldId="4687"/>
            <ac:picMk id="27" creationId="{48573E21-53EF-4216-AAB7-E0182FA9C6A4}"/>
          </ac:picMkLst>
        </pc:picChg>
        <pc:picChg chg="add mod">
          <ac:chgData name="Minh Huynh" userId="01a137d4-0d81-46e0-aca6-c9185b391828" providerId="ADAL" clId="{88AB73D2-BEAC-49CB-B2E2-279547085BAB}" dt="2026-10-14T11:43:00.339" v="989"/>
          <ac:picMkLst>
            <pc:docMk/>
            <pc:sldMk cId="683012423" sldId="4687"/>
            <ac:picMk id="28" creationId="{86503A75-EFF5-4E9B-94A0-2DCD11359DE7}"/>
          </ac:picMkLst>
        </pc:picChg>
        <pc:picChg chg="add mod">
          <ac:chgData name="Minh Huynh" userId="01a137d4-0d81-46e0-aca6-c9185b391828" providerId="ADAL" clId="{88AB73D2-BEAC-49CB-B2E2-279547085BAB}" dt="2026-10-14T11:43:00.339" v="989"/>
          <ac:picMkLst>
            <pc:docMk/>
            <pc:sldMk cId="683012423" sldId="4687"/>
            <ac:picMk id="29" creationId="{F2218526-B8C2-45B9-8DA4-07BD8A938C77}"/>
          </ac:picMkLst>
        </pc:picChg>
        <pc:picChg chg="add mod">
          <ac:chgData name="Minh Huynh" userId="01a137d4-0d81-46e0-aca6-c9185b391828" providerId="ADAL" clId="{88AB73D2-BEAC-49CB-B2E2-279547085BAB}" dt="2026-10-14T11:43:00.339" v="989"/>
          <ac:picMkLst>
            <pc:docMk/>
            <pc:sldMk cId="683012423" sldId="4687"/>
            <ac:picMk id="30" creationId="{A77C1DAB-1D6D-433C-8B91-9065C5173D6C}"/>
          </ac:picMkLst>
        </pc:picChg>
        <pc:picChg chg="add mod">
          <ac:chgData name="Minh Huynh" userId="01a137d4-0d81-46e0-aca6-c9185b391828" providerId="ADAL" clId="{88AB73D2-BEAC-49CB-B2E2-279547085BAB}" dt="2026-10-14T11:43:00.339" v="989"/>
          <ac:picMkLst>
            <pc:docMk/>
            <pc:sldMk cId="683012423" sldId="4687"/>
            <ac:picMk id="31" creationId="{31598307-FB04-4386-90FE-3AD78406C157}"/>
          </ac:picMkLst>
        </pc:picChg>
        <pc:picChg chg="add mod">
          <ac:chgData name="Minh Huynh" userId="01a137d4-0d81-46e0-aca6-c9185b391828" providerId="ADAL" clId="{88AB73D2-BEAC-49CB-B2E2-279547085BAB}" dt="2026-10-14T11:43:00.339" v="989"/>
          <ac:picMkLst>
            <pc:docMk/>
            <pc:sldMk cId="683012423" sldId="4687"/>
            <ac:picMk id="32" creationId="{F24A350B-AA0B-4854-8942-67571AC5981D}"/>
          </ac:picMkLst>
        </pc:picChg>
        <pc:picChg chg="add mod">
          <ac:chgData name="Minh Huynh" userId="01a137d4-0d81-46e0-aca6-c9185b391828" providerId="ADAL" clId="{88AB73D2-BEAC-49CB-B2E2-279547085BAB}" dt="2026-10-14T11:43:00.339" v="989"/>
          <ac:picMkLst>
            <pc:docMk/>
            <pc:sldMk cId="683012423" sldId="4687"/>
            <ac:picMk id="33" creationId="{A0E36141-6A57-4084-B3D5-4C388A1A3449}"/>
          </ac:picMkLst>
        </pc:picChg>
        <pc:picChg chg="add mod">
          <ac:chgData name="Minh Huynh" userId="01a137d4-0d81-46e0-aca6-c9185b391828" providerId="ADAL" clId="{88AB73D2-BEAC-49CB-B2E2-279547085BAB}" dt="2026-10-14T11:43:00.339" v="989"/>
          <ac:picMkLst>
            <pc:docMk/>
            <pc:sldMk cId="683012423" sldId="4687"/>
            <ac:picMk id="34" creationId="{094DED51-6225-4255-8355-EA808DADD814}"/>
          </ac:picMkLst>
        </pc:picChg>
        <pc:picChg chg="add mod">
          <ac:chgData name="Minh Huynh" userId="01a137d4-0d81-46e0-aca6-c9185b391828" providerId="ADAL" clId="{88AB73D2-BEAC-49CB-B2E2-279547085BAB}" dt="2026-10-14T11:43:00.339" v="989"/>
          <ac:picMkLst>
            <pc:docMk/>
            <pc:sldMk cId="683012423" sldId="4687"/>
            <ac:picMk id="35" creationId="{AB92FBCF-5687-4759-BDA5-3D95E2B5C478}"/>
          </ac:picMkLst>
        </pc:picChg>
        <pc:picChg chg="add mod">
          <ac:chgData name="Minh Huynh" userId="01a137d4-0d81-46e0-aca6-c9185b391828" providerId="ADAL" clId="{88AB73D2-BEAC-49CB-B2E2-279547085BAB}" dt="2026-10-14T11:43:00.339" v="989"/>
          <ac:picMkLst>
            <pc:docMk/>
            <pc:sldMk cId="683012423" sldId="4687"/>
            <ac:picMk id="36" creationId="{5625B79A-2337-4323-9B1E-AE28AB29541B}"/>
          </ac:picMkLst>
        </pc:picChg>
        <pc:picChg chg="add mod">
          <ac:chgData name="Minh Huynh" userId="01a137d4-0d81-46e0-aca6-c9185b391828" providerId="ADAL" clId="{88AB73D2-BEAC-49CB-B2E2-279547085BAB}" dt="2026-10-14T11:43:00.339" v="989"/>
          <ac:picMkLst>
            <pc:docMk/>
            <pc:sldMk cId="683012423" sldId="4687"/>
            <ac:picMk id="37" creationId="{8391A6F9-6C76-4260-9557-8250F6D4D7AE}"/>
          </ac:picMkLst>
        </pc:picChg>
        <pc:picChg chg="add mod">
          <ac:chgData name="Minh Huynh" userId="01a137d4-0d81-46e0-aca6-c9185b391828" providerId="ADAL" clId="{88AB73D2-BEAC-49CB-B2E2-279547085BAB}" dt="2026-10-14T11:43:00.339" v="989"/>
          <ac:picMkLst>
            <pc:docMk/>
            <pc:sldMk cId="683012423" sldId="4687"/>
            <ac:picMk id="38" creationId="{882708AF-C290-4275-AF1F-AC7C0DEDED69}"/>
          </ac:picMkLst>
        </pc:picChg>
        <pc:picChg chg="add mod">
          <ac:chgData name="Minh Huynh" userId="01a137d4-0d81-46e0-aca6-c9185b391828" providerId="ADAL" clId="{88AB73D2-BEAC-49CB-B2E2-279547085BAB}" dt="2026-10-14T11:43:00.339" v="989"/>
          <ac:picMkLst>
            <pc:docMk/>
            <pc:sldMk cId="683012423" sldId="4687"/>
            <ac:picMk id="39" creationId="{CA8A6565-6EE5-4E88-AA7F-C63F84B7B8EF}"/>
          </ac:picMkLst>
        </pc:picChg>
        <pc:picChg chg="add mod">
          <ac:chgData name="Minh Huynh" userId="01a137d4-0d81-46e0-aca6-c9185b391828" providerId="ADAL" clId="{88AB73D2-BEAC-49CB-B2E2-279547085BAB}" dt="2026-10-14T11:43:00.339" v="989"/>
          <ac:picMkLst>
            <pc:docMk/>
            <pc:sldMk cId="683012423" sldId="4687"/>
            <ac:picMk id="40" creationId="{B2644D31-AFBE-465F-845C-EED3B65413A1}"/>
          </ac:picMkLst>
        </pc:picChg>
        <pc:picChg chg="add mod">
          <ac:chgData name="Minh Huynh" userId="01a137d4-0d81-46e0-aca6-c9185b391828" providerId="ADAL" clId="{88AB73D2-BEAC-49CB-B2E2-279547085BAB}" dt="2026-10-14T11:43:00.339" v="989"/>
          <ac:picMkLst>
            <pc:docMk/>
            <pc:sldMk cId="683012423" sldId="4687"/>
            <ac:picMk id="41" creationId="{5340A0CA-ED91-4499-B8D9-8B71B4D84716}"/>
          </ac:picMkLst>
        </pc:picChg>
        <pc:picChg chg="add mod">
          <ac:chgData name="Minh Huynh" userId="01a137d4-0d81-46e0-aca6-c9185b391828" providerId="ADAL" clId="{88AB73D2-BEAC-49CB-B2E2-279547085BAB}" dt="2026-10-14T11:43:00.339" v="989"/>
          <ac:picMkLst>
            <pc:docMk/>
            <pc:sldMk cId="683012423" sldId="4687"/>
            <ac:picMk id="42" creationId="{486407DB-8AB1-4473-93CB-0AB1721C34DF}"/>
          </ac:picMkLst>
        </pc:picChg>
        <pc:picChg chg="add mod">
          <ac:chgData name="Minh Huynh" userId="01a137d4-0d81-46e0-aca6-c9185b391828" providerId="ADAL" clId="{88AB73D2-BEAC-49CB-B2E2-279547085BAB}" dt="2026-10-14T11:43:00.339" v="989"/>
          <ac:picMkLst>
            <pc:docMk/>
            <pc:sldMk cId="683012423" sldId="4687"/>
            <ac:picMk id="43" creationId="{250F93D3-E31B-465F-B16C-D98ECB046B95}"/>
          </ac:picMkLst>
        </pc:picChg>
        <pc:picChg chg="add mod">
          <ac:chgData name="Minh Huynh" userId="01a137d4-0d81-46e0-aca6-c9185b391828" providerId="ADAL" clId="{88AB73D2-BEAC-49CB-B2E2-279547085BAB}" dt="2026-10-14T11:43:00.339" v="989"/>
          <ac:picMkLst>
            <pc:docMk/>
            <pc:sldMk cId="683012423" sldId="4687"/>
            <ac:picMk id="44" creationId="{000C4C80-EA7B-4FE7-AF39-EB14733A99E7}"/>
          </ac:picMkLst>
        </pc:picChg>
        <pc:picChg chg="add mod">
          <ac:chgData name="Minh Huynh" userId="01a137d4-0d81-46e0-aca6-c9185b391828" providerId="ADAL" clId="{88AB73D2-BEAC-49CB-B2E2-279547085BAB}" dt="2026-10-14T11:43:00.339" v="989"/>
          <ac:picMkLst>
            <pc:docMk/>
            <pc:sldMk cId="683012423" sldId="4687"/>
            <ac:picMk id="45" creationId="{0D51187D-1E80-4BC0-A8E5-E228F8E67847}"/>
          </ac:picMkLst>
        </pc:picChg>
        <pc:picChg chg="add mod">
          <ac:chgData name="Minh Huynh" userId="01a137d4-0d81-46e0-aca6-c9185b391828" providerId="ADAL" clId="{88AB73D2-BEAC-49CB-B2E2-279547085BAB}" dt="2026-10-14T11:43:00.339" v="989"/>
          <ac:picMkLst>
            <pc:docMk/>
            <pc:sldMk cId="683012423" sldId="4687"/>
            <ac:picMk id="46" creationId="{DE80903A-4EE5-4D0A-ABE0-A4BAE0008098}"/>
          </ac:picMkLst>
        </pc:picChg>
        <pc:picChg chg="add mod">
          <ac:chgData name="Minh Huynh" userId="01a137d4-0d81-46e0-aca6-c9185b391828" providerId="ADAL" clId="{88AB73D2-BEAC-49CB-B2E2-279547085BAB}" dt="2026-10-14T11:43:00.339" v="989"/>
          <ac:picMkLst>
            <pc:docMk/>
            <pc:sldMk cId="683012423" sldId="4687"/>
            <ac:picMk id="47" creationId="{EE4857C8-F35B-4023-9C09-9BE47DCD4B5E}"/>
          </ac:picMkLst>
        </pc:picChg>
        <pc:picChg chg="add mod">
          <ac:chgData name="Minh Huynh" userId="01a137d4-0d81-46e0-aca6-c9185b391828" providerId="ADAL" clId="{88AB73D2-BEAC-49CB-B2E2-279547085BAB}" dt="2026-10-14T11:43:00.339" v="989"/>
          <ac:picMkLst>
            <pc:docMk/>
            <pc:sldMk cId="683012423" sldId="4687"/>
            <ac:picMk id="48" creationId="{D8E4FCED-2512-4405-B53A-C3FA52A2A0E7}"/>
          </ac:picMkLst>
        </pc:picChg>
        <pc:picChg chg="add mod">
          <ac:chgData name="Minh Huynh" userId="01a137d4-0d81-46e0-aca6-c9185b391828" providerId="ADAL" clId="{88AB73D2-BEAC-49CB-B2E2-279547085BAB}" dt="2026-10-14T11:43:00.339" v="989"/>
          <ac:picMkLst>
            <pc:docMk/>
            <pc:sldMk cId="683012423" sldId="4687"/>
            <ac:picMk id="49" creationId="{6B2E809C-2A91-4D14-8746-74366A710DB0}"/>
          </ac:picMkLst>
        </pc:picChg>
        <pc:picChg chg="add mod">
          <ac:chgData name="Minh Huynh" userId="01a137d4-0d81-46e0-aca6-c9185b391828" providerId="ADAL" clId="{88AB73D2-BEAC-49CB-B2E2-279547085BAB}" dt="2026-10-14T11:43:00.339" v="989"/>
          <ac:picMkLst>
            <pc:docMk/>
            <pc:sldMk cId="683012423" sldId="4687"/>
            <ac:picMk id="50" creationId="{3098B583-3751-4E6C-810B-AF3B1C0D764B}"/>
          </ac:picMkLst>
        </pc:picChg>
        <pc:picChg chg="add mod">
          <ac:chgData name="Minh Huynh" userId="01a137d4-0d81-46e0-aca6-c9185b391828" providerId="ADAL" clId="{88AB73D2-BEAC-49CB-B2E2-279547085BAB}" dt="2026-10-14T11:43:00.339" v="989"/>
          <ac:picMkLst>
            <pc:docMk/>
            <pc:sldMk cId="683012423" sldId="4687"/>
            <ac:picMk id="51" creationId="{E920B672-EE23-4409-8B13-B45F4223E00E}"/>
          </ac:picMkLst>
        </pc:picChg>
        <pc:picChg chg="add mod">
          <ac:chgData name="Minh Huynh" userId="01a137d4-0d81-46e0-aca6-c9185b391828" providerId="ADAL" clId="{88AB73D2-BEAC-49CB-B2E2-279547085BAB}" dt="2026-10-14T11:43:00.339" v="989"/>
          <ac:picMkLst>
            <pc:docMk/>
            <pc:sldMk cId="683012423" sldId="4687"/>
            <ac:picMk id="52" creationId="{64DC133B-DDD6-494C-A508-5B854946DEBB}"/>
          </ac:picMkLst>
        </pc:picChg>
        <pc:picChg chg="add mod">
          <ac:chgData name="Minh Huynh" userId="01a137d4-0d81-46e0-aca6-c9185b391828" providerId="ADAL" clId="{88AB73D2-BEAC-49CB-B2E2-279547085BAB}" dt="2026-10-14T11:43:00.339" v="989"/>
          <ac:picMkLst>
            <pc:docMk/>
            <pc:sldMk cId="683012423" sldId="4687"/>
            <ac:picMk id="53" creationId="{4FA780FB-97B1-41FF-B982-9D0795251159}"/>
          </ac:picMkLst>
        </pc:picChg>
        <pc:picChg chg="add mod">
          <ac:chgData name="Minh Huynh" userId="01a137d4-0d81-46e0-aca6-c9185b391828" providerId="ADAL" clId="{88AB73D2-BEAC-49CB-B2E2-279547085BAB}" dt="2026-10-14T11:43:00.339" v="989"/>
          <ac:picMkLst>
            <pc:docMk/>
            <pc:sldMk cId="683012423" sldId="4687"/>
            <ac:picMk id="54" creationId="{2EF59E76-F48F-4F3C-A765-271035E501C3}"/>
          </ac:picMkLst>
        </pc:picChg>
        <pc:picChg chg="add mod">
          <ac:chgData name="Minh Huynh" userId="01a137d4-0d81-46e0-aca6-c9185b391828" providerId="ADAL" clId="{88AB73D2-BEAC-49CB-B2E2-279547085BAB}" dt="2026-10-14T11:43:00.339" v="989"/>
          <ac:picMkLst>
            <pc:docMk/>
            <pc:sldMk cId="683012423" sldId="4687"/>
            <ac:picMk id="55" creationId="{145587F8-C829-4224-8398-53CA4B248125}"/>
          </ac:picMkLst>
        </pc:picChg>
        <pc:picChg chg="add mod">
          <ac:chgData name="Minh Huynh" userId="01a137d4-0d81-46e0-aca6-c9185b391828" providerId="ADAL" clId="{88AB73D2-BEAC-49CB-B2E2-279547085BAB}" dt="2026-10-14T11:43:00.339" v="989"/>
          <ac:picMkLst>
            <pc:docMk/>
            <pc:sldMk cId="683012423" sldId="4687"/>
            <ac:picMk id="56" creationId="{461F4E67-06D5-476D-848C-11EBC3BC25A0}"/>
          </ac:picMkLst>
        </pc:picChg>
        <pc:picChg chg="add mod">
          <ac:chgData name="Minh Huynh" userId="01a137d4-0d81-46e0-aca6-c9185b391828" providerId="ADAL" clId="{88AB73D2-BEAC-49CB-B2E2-279547085BAB}" dt="2026-10-14T11:43:00.339" v="989"/>
          <ac:picMkLst>
            <pc:docMk/>
            <pc:sldMk cId="683012423" sldId="4687"/>
            <ac:picMk id="57" creationId="{D57D769D-EC3E-471B-B06D-4B051C4CF71D}"/>
          </ac:picMkLst>
        </pc:picChg>
        <pc:picChg chg="add mod">
          <ac:chgData name="Minh Huynh" userId="01a137d4-0d81-46e0-aca6-c9185b391828" providerId="ADAL" clId="{88AB73D2-BEAC-49CB-B2E2-279547085BAB}" dt="2026-10-14T11:43:00.339" v="989"/>
          <ac:picMkLst>
            <pc:docMk/>
            <pc:sldMk cId="683012423" sldId="4687"/>
            <ac:picMk id="58" creationId="{766AC206-2013-4D4B-A92A-A297CB48D6C3}"/>
          </ac:picMkLst>
        </pc:picChg>
        <pc:picChg chg="add mod">
          <ac:chgData name="Minh Huynh" userId="01a137d4-0d81-46e0-aca6-c9185b391828" providerId="ADAL" clId="{88AB73D2-BEAC-49CB-B2E2-279547085BAB}" dt="2026-10-14T11:43:00.339" v="989"/>
          <ac:picMkLst>
            <pc:docMk/>
            <pc:sldMk cId="683012423" sldId="4687"/>
            <ac:picMk id="59" creationId="{4ECC0BE0-C4F0-4D94-B6FF-E2942B5A2518}"/>
          </ac:picMkLst>
        </pc:picChg>
        <pc:picChg chg="add mod">
          <ac:chgData name="Minh Huynh" userId="01a137d4-0d81-46e0-aca6-c9185b391828" providerId="ADAL" clId="{88AB73D2-BEAC-49CB-B2E2-279547085BAB}" dt="2026-10-14T11:43:00.339" v="989"/>
          <ac:picMkLst>
            <pc:docMk/>
            <pc:sldMk cId="683012423" sldId="4687"/>
            <ac:picMk id="60" creationId="{8EB1A803-75B8-4D6E-8E93-F5CDE07D935D}"/>
          </ac:picMkLst>
        </pc:picChg>
        <pc:picChg chg="add mod">
          <ac:chgData name="Minh Huynh" userId="01a137d4-0d81-46e0-aca6-c9185b391828" providerId="ADAL" clId="{88AB73D2-BEAC-49CB-B2E2-279547085BAB}" dt="2026-10-14T11:43:00.339" v="989"/>
          <ac:picMkLst>
            <pc:docMk/>
            <pc:sldMk cId="683012423" sldId="4687"/>
            <ac:picMk id="61" creationId="{52461E01-14C6-45A9-B225-A32A98B138DB}"/>
          </ac:picMkLst>
        </pc:picChg>
        <pc:picChg chg="add mod">
          <ac:chgData name="Minh Huynh" userId="01a137d4-0d81-46e0-aca6-c9185b391828" providerId="ADAL" clId="{88AB73D2-BEAC-49CB-B2E2-279547085BAB}" dt="2026-10-14T11:43:00.339" v="989"/>
          <ac:picMkLst>
            <pc:docMk/>
            <pc:sldMk cId="683012423" sldId="4687"/>
            <ac:picMk id="62" creationId="{ADFFB93D-4AF3-4CB7-AC8C-29082DDAFE68}"/>
          </ac:picMkLst>
        </pc:picChg>
        <pc:picChg chg="add mod">
          <ac:chgData name="Minh Huynh" userId="01a137d4-0d81-46e0-aca6-c9185b391828" providerId="ADAL" clId="{88AB73D2-BEAC-49CB-B2E2-279547085BAB}" dt="2026-10-14T11:43:00.339" v="989"/>
          <ac:picMkLst>
            <pc:docMk/>
            <pc:sldMk cId="683012423" sldId="4687"/>
            <ac:picMk id="63" creationId="{225F4E8E-C550-4C2B-893D-FFC83408738A}"/>
          </ac:picMkLst>
        </pc:picChg>
        <pc:picChg chg="add mod">
          <ac:chgData name="Minh Huynh" userId="01a137d4-0d81-46e0-aca6-c9185b391828" providerId="ADAL" clId="{88AB73D2-BEAC-49CB-B2E2-279547085BAB}" dt="2026-10-14T11:43:00.339" v="989"/>
          <ac:picMkLst>
            <pc:docMk/>
            <pc:sldMk cId="683012423" sldId="4687"/>
            <ac:picMk id="64" creationId="{095B8193-F91E-406B-A633-19716152571B}"/>
          </ac:picMkLst>
        </pc:picChg>
        <pc:picChg chg="add mod">
          <ac:chgData name="Minh Huynh" userId="01a137d4-0d81-46e0-aca6-c9185b391828" providerId="ADAL" clId="{88AB73D2-BEAC-49CB-B2E2-279547085BAB}" dt="2026-10-14T11:43:00.339" v="989"/>
          <ac:picMkLst>
            <pc:docMk/>
            <pc:sldMk cId="683012423" sldId="4687"/>
            <ac:picMk id="65" creationId="{35AFB85C-7E52-497A-AA14-F2B295BD0254}"/>
          </ac:picMkLst>
        </pc:picChg>
        <pc:picChg chg="add mod">
          <ac:chgData name="Minh Huynh" userId="01a137d4-0d81-46e0-aca6-c9185b391828" providerId="ADAL" clId="{88AB73D2-BEAC-49CB-B2E2-279547085BAB}" dt="2026-10-14T11:43:00.339" v="989"/>
          <ac:picMkLst>
            <pc:docMk/>
            <pc:sldMk cId="683012423" sldId="4687"/>
            <ac:picMk id="66" creationId="{C2BCC083-0938-4DD6-8B08-BDC2E30A504C}"/>
          </ac:picMkLst>
        </pc:picChg>
        <pc:picChg chg="add mod">
          <ac:chgData name="Minh Huynh" userId="01a137d4-0d81-46e0-aca6-c9185b391828" providerId="ADAL" clId="{88AB73D2-BEAC-49CB-B2E2-279547085BAB}" dt="2026-10-14T11:43:00.339" v="989"/>
          <ac:picMkLst>
            <pc:docMk/>
            <pc:sldMk cId="683012423" sldId="4687"/>
            <ac:picMk id="67" creationId="{F7385E38-83CC-46D5-A69E-A5F18C52F68C}"/>
          </ac:picMkLst>
        </pc:picChg>
        <pc:picChg chg="add mod">
          <ac:chgData name="Minh Huynh" userId="01a137d4-0d81-46e0-aca6-c9185b391828" providerId="ADAL" clId="{88AB73D2-BEAC-49CB-B2E2-279547085BAB}" dt="2026-10-14T11:43:00.339" v="989"/>
          <ac:picMkLst>
            <pc:docMk/>
            <pc:sldMk cId="683012423" sldId="4687"/>
            <ac:picMk id="68" creationId="{982B12C2-D380-424E-87A5-ACB9823353BE}"/>
          </ac:picMkLst>
        </pc:picChg>
        <pc:picChg chg="add mod">
          <ac:chgData name="Minh Huynh" userId="01a137d4-0d81-46e0-aca6-c9185b391828" providerId="ADAL" clId="{88AB73D2-BEAC-49CB-B2E2-279547085BAB}" dt="2026-10-14T11:43:00.339" v="989"/>
          <ac:picMkLst>
            <pc:docMk/>
            <pc:sldMk cId="683012423" sldId="4687"/>
            <ac:picMk id="69" creationId="{A6DCA545-495A-4021-A29B-0984248595F4}"/>
          </ac:picMkLst>
        </pc:picChg>
        <pc:picChg chg="add mod">
          <ac:chgData name="Minh Huynh" userId="01a137d4-0d81-46e0-aca6-c9185b391828" providerId="ADAL" clId="{88AB73D2-BEAC-49CB-B2E2-279547085BAB}" dt="2026-10-14T11:43:00.339" v="989"/>
          <ac:picMkLst>
            <pc:docMk/>
            <pc:sldMk cId="683012423" sldId="4687"/>
            <ac:picMk id="70" creationId="{67F06E66-9B01-4104-A7B2-EB0687391719}"/>
          </ac:picMkLst>
        </pc:picChg>
        <pc:picChg chg="add mod">
          <ac:chgData name="Minh Huynh" userId="01a137d4-0d81-46e0-aca6-c9185b391828" providerId="ADAL" clId="{88AB73D2-BEAC-49CB-B2E2-279547085BAB}" dt="2026-10-14T11:43:00.339" v="989"/>
          <ac:picMkLst>
            <pc:docMk/>
            <pc:sldMk cId="683012423" sldId="4687"/>
            <ac:picMk id="71" creationId="{D87D185D-9C1A-4D16-B83A-0022398B6787}"/>
          </ac:picMkLst>
        </pc:picChg>
        <pc:picChg chg="add mod">
          <ac:chgData name="Minh Huynh" userId="01a137d4-0d81-46e0-aca6-c9185b391828" providerId="ADAL" clId="{88AB73D2-BEAC-49CB-B2E2-279547085BAB}" dt="2026-10-14T11:43:00.339" v="989"/>
          <ac:picMkLst>
            <pc:docMk/>
            <pc:sldMk cId="683012423" sldId="4687"/>
            <ac:picMk id="72" creationId="{B602E015-55D8-4E5F-83C7-25C642290412}"/>
          </ac:picMkLst>
        </pc:picChg>
        <pc:picChg chg="add mod">
          <ac:chgData name="Minh Huynh" userId="01a137d4-0d81-46e0-aca6-c9185b391828" providerId="ADAL" clId="{88AB73D2-BEAC-49CB-B2E2-279547085BAB}" dt="2026-10-14T11:43:00.339" v="989"/>
          <ac:picMkLst>
            <pc:docMk/>
            <pc:sldMk cId="683012423" sldId="4687"/>
            <ac:picMk id="73" creationId="{910A9076-1AD5-413B-AE28-FDD8F628821C}"/>
          </ac:picMkLst>
        </pc:picChg>
        <pc:picChg chg="add mod">
          <ac:chgData name="Minh Huynh" userId="01a137d4-0d81-46e0-aca6-c9185b391828" providerId="ADAL" clId="{88AB73D2-BEAC-49CB-B2E2-279547085BAB}" dt="2026-10-14T11:43:00.339" v="989"/>
          <ac:picMkLst>
            <pc:docMk/>
            <pc:sldMk cId="683012423" sldId="4687"/>
            <ac:picMk id="74" creationId="{544C4BBB-7CE6-4CD5-B73C-C0B9878C2949}"/>
          </ac:picMkLst>
        </pc:picChg>
        <pc:picChg chg="add mod">
          <ac:chgData name="Minh Huynh" userId="01a137d4-0d81-46e0-aca6-c9185b391828" providerId="ADAL" clId="{88AB73D2-BEAC-49CB-B2E2-279547085BAB}" dt="2026-10-14T11:43:00.339" v="989"/>
          <ac:picMkLst>
            <pc:docMk/>
            <pc:sldMk cId="683012423" sldId="4687"/>
            <ac:picMk id="75" creationId="{CFE7DC76-CE59-4E1C-86AD-7C741B9AF7FD}"/>
          </ac:picMkLst>
        </pc:picChg>
        <pc:picChg chg="add mod">
          <ac:chgData name="Minh Huynh" userId="01a137d4-0d81-46e0-aca6-c9185b391828" providerId="ADAL" clId="{88AB73D2-BEAC-49CB-B2E2-279547085BAB}" dt="2026-10-14T11:43:00.339" v="989"/>
          <ac:picMkLst>
            <pc:docMk/>
            <pc:sldMk cId="683012423" sldId="4687"/>
            <ac:picMk id="76" creationId="{8C23AA1B-13E3-49CB-8984-2B389F99BF09}"/>
          </ac:picMkLst>
        </pc:picChg>
        <pc:picChg chg="add mod">
          <ac:chgData name="Minh Huynh" userId="01a137d4-0d81-46e0-aca6-c9185b391828" providerId="ADAL" clId="{88AB73D2-BEAC-49CB-B2E2-279547085BAB}" dt="2026-10-14T11:43:00.339" v="989"/>
          <ac:picMkLst>
            <pc:docMk/>
            <pc:sldMk cId="683012423" sldId="4687"/>
            <ac:picMk id="77" creationId="{2C52AF8A-5639-42B3-B4BB-48205EA6DE01}"/>
          </ac:picMkLst>
        </pc:picChg>
        <pc:picChg chg="add mod">
          <ac:chgData name="Minh Huynh" userId="01a137d4-0d81-46e0-aca6-c9185b391828" providerId="ADAL" clId="{88AB73D2-BEAC-49CB-B2E2-279547085BAB}" dt="2026-10-14T11:43:00.339" v="989"/>
          <ac:picMkLst>
            <pc:docMk/>
            <pc:sldMk cId="683012423" sldId="4687"/>
            <ac:picMk id="78" creationId="{2AE2F849-9D40-4408-9201-5A686E893F59}"/>
          </ac:picMkLst>
        </pc:picChg>
        <pc:picChg chg="add mod">
          <ac:chgData name="Minh Huynh" userId="01a137d4-0d81-46e0-aca6-c9185b391828" providerId="ADAL" clId="{88AB73D2-BEAC-49CB-B2E2-279547085BAB}" dt="2026-10-14T11:43:00.339" v="989"/>
          <ac:picMkLst>
            <pc:docMk/>
            <pc:sldMk cId="683012423" sldId="4687"/>
            <ac:picMk id="79" creationId="{7DF0627D-FC9A-44EE-8059-F4662651219C}"/>
          </ac:picMkLst>
        </pc:picChg>
        <pc:picChg chg="add mod">
          <ac:chgData name="Minh Huynh" userId="01a137d4-0d81-46e0-aca6-c9185b391828" providerId="ADAL" clId="{88AB73D2-BEAC-49CB-B2E2-279547085BAB}" dt="2026-10-14T11:43:00.339" v="989"/>
          <ac:picMkLst>
            <pc:docMk/>
            <pc:sldMk cId="683012423" sldId="4687"/>
            <ac:picMk id="80" creationId="{2124B006-276F-4237-9F76-E6B6ECB1652B}"/>
          </ac:picMkLst>
        </pc:picChg>
        <pc:picChg chg="add mod">
          <ac:chgData name="Minh Huynh" userId="01a137d4-0d81-46e0-aca6-c9185b391828" providerId="ADAL" clId="{88AB73D2-BEAC-49CB-B2E2-279547085BAB}" dt="2026-10-14T11:43:00.339" v="989"/>
          <ac:picMkLst>
            <pc:docMk/>
            <pc:sldMk cId="683012423" sldId="4687"/>
            <ac:picMk id="81" creationId="{5DA940A6-E0D2-4E64-A68A-7162980BD460}"/>
          </ac:picMkLst>
        </pc:picChg>
        <pc:picChg chg="add mod">
          <ac:chgData name="Minh Huynh" userId="01a137d4-0d81-46e0-aca6-c9185b391828" providerId="ADAL" clId="{88AB73D2-BEAC-49CB-B2E2-279547085BAB}" dt="2026-10-14T11:43:00.339" v="989"/>
          <ac:picMkLst>
            <pc:docMk/>
            <pc:sldMk cId="683012423" sldId="4687"/>
            <ac:picMk id="82" creationId="{CB461F62-269A-4CE9-8E26-55550E549F01}"/>
          </ac:picMkLst>
        </pc:picChg>
        <pc:picChg chg="add mod">
          <ac:chgData name="Minh Huynh" userId="01a137d4-0d81-46e0-aca6-c9185b391828" providerId="ADAL" clId="{88AB73D2-BEAC-49CB-B2E2-279547085BAB}" dt="2026-10-14T11:43:00.339" v="989"/>
          <ac:picMkLst>
            <pc:docMk/>
            <pc:sldMk cId="683012423" sldId="4687"/>
            <ac:picMk id="83" creationId="{D10C1B73-A152-4045-9245-588BCDBD97E1}"/>
          </ac:picMkLst>
        </pc:picChg>
        <pc:picChg chg="add mod">
          <ac:chgData name="Minh Huynh" userId="01a137d4-0d81-46e0-aca6-c9185b391828" providerId="ADAL" clId="{88AB73D2-BEAC-49CB-B2E2-279547085BAB}" dt="2026-10-14T11:43:00.339" v="989"/>
          <ac:picMkLst>
            <pc:docMk/>
            <pc:sldMk cId="683012423" sldId="4687"/>
            <ac:picMk id="84" creationId="{26BA5879-F6C3-4EE3-85B1-5147C032EFD0}"/>
          </ac:picMkLst>
        </pc:picChg>
        <pc:picChg chg="add mod">
          <ac:chgData name="Minh Huynh" userId="01a137d4-0d81-46e0-aca6-c9185b391828" providerId="ADAL" clId="{88AB73D2-BEAC-49CB-B2E2-279547085BAB}" dt="2026-10-14T11:43:00.339" v="989"/>
          <ac:picMkLst>
            <pc:docMk/>
            <pc:sldMk cId="683012423" sldId="4687"/>
            <ac:picMk id="85" creationId="{C60D8839-C987-4127-8CBA-B6C0C0F71460}"/>
          </ac:picMkLst>
        </pc:picChg>
        <pc:picChg chg="add mod">
          <ac:chgData name="Minh Huynh" userId="01a137d4-0d81-46e0-aca6-c9185b391828" providerId="ADAL" clId="{88AB73D2-BEAC-49CB-B2E2-279547085BAB}" dt="2026-10-14T11:43:00.339" v="989"/>
          <ac:picMkLst>
            <pc:docMk/>
            <pc:sldMk cId="683012423" sldId="4687"/>
            <ac:picMk id="86" creationId="{8654F54C-A5E4-4ED5-B3A4-BA1F8D66724D}"/>
          </ac:picMkLst>
        </pc:picChg>
        <pc:picChg chg="add mod">
          <ac:chgData name="Minh Huynh" userId="01a137d4-0d81-46e0-aca6-c9185b391828" providerId="ADAL" clId="{88AB73D2-BEAC-49CB-B2E2-279547085BAB}" dt="2026-10-14T11:43:00.339" v="989"/>
          <ac:picMkLst>
            <pc:docMk/>
            <pc:sldMk cId="683012423" sldId="4687"/>
            <ac:picMk id="87" creationId="{8D5F012F-8B12-4617-A37C-A45653A2DEB7}"/>
          </ac:picMkLst>
        </pc:picChg>
        <pc:picChg chg="add mod">
          <ac:chgData name="Minh Huynh" userId="01a137d4-0d81-46e0-aca6-c9185b391828" providerId="ADAL" clId="{88AB73D2-BEAC-49CB-B2E2-279547085BAB}" dt="2026-10-14T11:43:00.339" v="989"/>
          <ac:picMkLst>
            <pc:docMk/>
            <pc:sldMk cId="683012423" sldId="4687"/>
            <ac:picMk id="88" creationId="{0E7032E6-4B9D-403B-BE35-C3D94BE476EC}"/>
          </ac:picMkLst>
        </pc:picChg>
        <pc:picChg chg="add mod">
          <ac:chgData name="Minh Huynh" userId="01a137d4-0d81-46e0-aca6-c9185b391828" providerId="ADAL" clId="{88AB73D2-BEAC-49CB-B2E2-279547085BAB}" dt="2026-10-14T11:43:00.339" v="989"/>
          <ac:picMkLst>
            <pc:docMk/>
            <pc:sldMk cId="683012423" sldId="4687"/>
            <ac:picMk id="89" creationId="{253FFC1D-442A-454B-9C96-15B48BF6B874}"/>
          </ac:picMkLst>
        </pc:picChg>
        <pc:picChg chg="add mod">
          <ac:chgData name="Minh Huynh" userId="01a137d4-0d81-46e0-aca6-c9185b391828" providerId="ADAL" clId="{88AB73D2-BEAC-49CB-B2E2-279547085BAB}" dt="2026-10-14T11:43:00.339" v="989"/>
          <ac:picMkLst>
            <pc:docMk/>
            <pc:sldMk cId="683012423" sldId="4687"/>
            <ac:picMk id="90" creationId="{C61EDF9F-268F-44CF-AFAB-CEBA831ACA3E}"/>
          </ac:picMkLst>
        </pc:picChg>
        <pc:picChg chg="add mod">
          <ac:chgData name="Minh Huynh" userId="01a137d4-0d81-46e0-aca6-c9185b391828" providerId="ADAL" clId="{88AB73D2-BEAC-49CB-B2E2-279547085BAB}" dt="2026-10-14T11:43:00.339" v="989"/>
          <ac:picMkLst>
            <pc:docMk/>
            <pc:sldMk cId="683012423" sldId="4687"/>
            <ac:picMk id="91" creationId="{D349B6F2-B6E8-46B9-A279-D4A5A771F0E4}"/>
          </ac:picMkLst>
        </pc:picChg>
        <pc:picChg chg="add mod">
          <ac:chgData name="Minh Huynh" userId="01a137d4-0d81-46e0-aca6-c9185b391828" providerId="ADAL" clId="{88AB73D2-BEAC-49CB-B2E2-279547085BAB}" dt="2026-10-14T11:43:00.339" v="989"/>
          <ac:picMkLst>
            <pc:docMk/>
            <pc:sldMk cId="683012423" sldId="4687"/>
            <ac:picMk id="92" creationId="{29B282DE-BB8D-4F09-BB65-FD70765CD119}"/>
          </ac:picMkLst>
        </pc:picChg>
        <pc:picChg chg="add mod">
          <ac:chgData name="Minh Huynh" userId="01a137d4-0d81-46e0-aca6-c9185b391828" providerId="ADAL" clId="{88AB73D2-BEAC-49CB-B2E2-279547085BAB}" dt="2026-10-14T11:43:00.339" v="989"/>
          <ac:picMkLst>
            <pc:docMk/>
            <pc:sldMk cId="683012423" sldId="4687"/>
            <ac:picMk id="93" creationId="{C0D73ADC-EE26-4C32-ACBC-A84BBEA31979}"/>
          </ac:picMkLst>
        </pc:picChg>
        <pc:picChg chg="add mod">
          <ac:chgData name="Minh Huynh" userId="01a137d4-0d81-46e0-aca6-c9185b391828" providerId="ADAL" clId="{88AB73D2-BEAC-49CB-B2E2-279547085BAB}" dt="2026-10-14T11:43:00.339" v="989"/>
          <ac:picMkLst>
            <pc:docMk/>
            <pc:sldMk cId="683012423" sldId="4687"/>
            <ac:picMk id="94" creationId="{30A5A17E-8159-4D1F-A021-77C71850D1A2}"/>
          </ac:picMkLst>
        </pc:picChg>
        <pc:picChg chg="add mod">
          <ac:chgData name="Minh Huynh" userId="01a137d4-0d81-46e0-aca6-c9185b391828" providerId="ADAL" clId="{88AB73D2-BEAC-49CB-B2E2-279547085BAB}" dt="2026-10-14T11:43:00.339" v="989"/>
          <ac:picMkLst>
            <pc:docMk/>
            <pc:sldMk cId="683012423" sldId="4687"/>
            <ac:picMk id="95" creationId="{564C37E0-C956-4FA6-B708-1E2537327D1E}"/>
          </ac:picMkLst>
        </pc:picChg>
        <pc:picChg chg="add mod">
          <ac:chgData name="Minh Huynh" userId="01a137d4-0d81-46e0-aca6-c9185b391828" providerId="ADAL" clId="{88AB73D2-BEAC-49CB-B2E2-279547085BAB}" dt="2026-10-14T11:43:00.339" v="989"/>
          <ac:picMkLst>
            <pc:docMk/>
            <pc:sldMk cId="683012423" sldId="4687"/>
            <ac:picMk id="96" creationId="{08A09CD6-B1B6-44F1-91AF-CCCE5C1A7773}"/>
          </ac:picMkLst>
        </pc:picChg>
        <pc:picChg chg="add mod">
          <ac:chgData name="Minh Huynh" userId="01a137d4-0d81-46e0-aca6-c9185b391828" providerId="ADAL" clId="{88AB73D2-BEAC-49CB-B2E2-279547085BAB}" dt="2026-10-14T11:43:00.339" v="989"/>
          <ac:picMkLst>
            <pc:docMk/>
            <pc:sldMk cId="683012423" sldId="4687"/>
            <ac:picMk id="97" creationId="{F4744966-DE12-4DFB-888D-C8A49D49F9BD}"/>
          </ac:picMkLst>
        </pc:picChg>
        <pc:picChg chg="add mod">
          <ac:chgData name="Minh Huynh" userId="01a137d4-0d81-46e0-aca6-c9185b391828" providerId="ADAL" clId="{88AB73D2-BEAC-49CB-B2E2-279547085BAB}" dt="2026-10-14T11:43:00.339" v="989"/>
          <ac:picMkLst>
            <pc:docMk/>
            <pc:sldMk cId="683012423" sldId="4687"/>
            <ac:picMk id="98" creationId="{7E059EAE-3CB5-4845-BD71-2CABBC90DDBF}"/>
          </ac:picMkLst>
        </pc:picChg>
        <pc:picChg chg="add mod">
          <ac:chgData name="Minh Huynh" userId="01a137d4-0d81-46e0-aca6-c9185b391828" providerId="ADAL" clId="{88AB73D2-BEAC-49CB-B2E2-279547085BAB}" dt="2026-10-14T11:43:00.339" v="989"/>
          <ac:picMkLst>
            <pc:docMk/>
            <pc:sldMk cId="683012423" sldId="4687"/>
            <ac:picMk id="99" creationId="{6FC2E570-386F-4F31-8852-638B40B0AD9A}"/>
          </ac:picMkLst>
        </pc:picChg>
        <pc:picChg chg="add mod">
          <ac:chgData name="Minh Huynh" userId="01a137d4-0d81-46e0-aca6-c9185b391828" providerId="ADAL" clId="{88AB73D2-BEAC-49CB-B2E2-279547085BAB}" dt="2026-10-14T11:43:00.339" v="989"/>
          <ac:picMkLst>
            <pc:docMk/>
            <pc:sldMk cId="683012423" sldId="4687"/>
            <ac:picMk id="100" creationId="{8C2A1571-730F-47CA-8824-E6AE25D46021}"/>
          </ac:picMkLst>
        </pc:picChg>
        <pc:picChg chg="add mod">
          <ac:chgData name="Minh Huynh" userId="01a137d4-0d81-46e0-aca6-c9185b391828" providerId="ADAL" clId="{88AB73D2-BEAC-49CB-B2E2-279547085BAB}" dt="2026-10-14T11:43:00.339" v="989"/>
          <ac:picMkLst>
            <pc:docMk/>
            <pc:sldMk cId="683012423" sldId="4687"/>
            <ac:picMk id="101" creationId="{02DAD022-EE49-4D86-AF0D-CD7108094252}"/>
          </ac:picMkLst>
        </pc:picChg>
        <pc:picChg chg="add mod">
          <ac:chgData name="Minh Huynh" userId="01a137d4-0d81-46e0-aca6-c9185b391828" providerId="ADAL" clId="{88AB73D2-BEAC-49CB-B2E2-279547085BAB}" dt="2026-10-14T11:43:00.339" v="989"/>
          <ac:picMkLst>
            <pc:docMk/>
            <pc:sldMk cId="683012423" sldId="4687"/>
            <ac:picMk id="102" creationId="{2B71FFD0-45C6-4CD3-8CBF-586484E29A59}"/>
          </ac:picMkLst>
        </pc:picChg>
        <pc:picChg chg="add mod">
          <ac:chgData name="Minh Huynh" userId="01a137d4-0d81-46e0-aca6-c9185b391828" providerId="ADAL" clId="{88AB73D2-BEAC-49CB-B2E2-279547085BAB}" dt="2026-10-14T11:43:00.339" v="989"/>
          <ac:picMkLst>
            <pc:docMk/>
            <pc:sldMk cId="683012423" sldId="4687"/>
            <ac:picMk id="103" creationId="{6FF67A5A-E88C-4C4F-B1A9-776E6AB3A37A}"/>
          </ac:picMkLst>
        </pc:picChg>
        <pc:picChg chg="add mod">
          <ac:chgData name="Minh Huynh" userId="01a137d4-0d81-46e0-aca6-c9185b391828" providerId="ADAL" clId="{88AB73D2-BEAC-49CB-B2E2-279547085BAB}" dt="2026-10-14T11:43:00.339" v="989"/>
          <ac:picMkLst>
            <pc:docMk/>
            <pc:sldMk cId="683012423" sldId="4687"/>
            <ac:picMk id="104" creationId="{8C838165-B9EC-4F0B-9170-17957ADECAE4}"/>
          </ac:picMkLst>
        </pc:picChg>
        <pc:picChg chg="add mod">
          <ac:chgData name="Minh Huynh" userId="01a137d4-0d81-46e0-aca6-c9185b391828" providerId="ADAL" clId="{88AB73D2-BEAC-49CB-B2E2-279547085BAB}" dt="2026-10-14T11:43:00.339" v="989"/>
          <ac:picMkLst>
            <pc:docMk/>
            <pc:sldMk cId="683012423" sldId="4687"/>
            <ac:picMk id="105" creationId="{4006D07D-00EB-4A28-9D58-40E287A93457}"/>
          </ac:picMkLst>
        </pc:picChg>
        <pc:picChg chg="add mod">
          <ac:chgData name="Minh Huynh" userId="01a137d4-0d81-46e0-aca6-c9185b391828" providerId="ADAL" clId="{88AB73D2-BEAC-49CB-B2E2-279547085BAB}" dt="2026-10-14T11:43:00.339" v="989"/>
          <ac:picMkLst>
            <pc:docMk/>
            <pc:sldMk cId="683012423" sldId="4687"/>
            <ac:picMk id="106" creationId="{E31DD229-C293-43F8-976B-614DDF3C7A17}"/>
          </ac:picMkLst>
        </pc:picChg>
        <pc:picChg chg="add mod">
          <ac:chgData name="Minh Huynh" userId="01a137d4-0d81-46e0-aca6-c9185b391828" providerId="ADAL" clId="{88AB73D2-BEAC-49CB-B2E2-279547085BAB}" dt="2026-10-14T11:43:00.339" v="989"/>
          <ac:picMkLst>
            <pc:docMk/>
            <pc:sldMk cId="683012423" sldId="4687"/>
            <ac:picMk id="107" creationId="{7EB6D794-7DC2-432D-8917-32C85E2DB186}"/>
          </ac:picMkLst>
        </pc:picChg>
        <pc:picChg chg="add mod">
          <ac:chgData name="Minh Huynh" userId="01a137d4-0d81-46e0-aca6-c9185b391828" providerId="ADAL" clId="{88AB73D2-BEAC-49CB-B2E2-279547085BAB}" dt="2026-10-14T11:43:00.339" v="989"/>
          <ac:picMkLst>
            <pc:docMk/>
            <pc:sldMk cId="683012423" sldId="4687"/>
            <ac:picMk id="108" creationId="{D0A2A26B-757B-419D-9965-D3FCACE2D627}"/>
          </ac:picMkLst>
        </pc:picChg>
        <pc:picChg chg="add mod">
          <ac:chgData name="Minh Huynh" userId="01a137d4-0d81-46e0-aca6-c9185b391828" providerId="ADAL" clId="{88AB73D2-BEAC-49CB-B2E2-279547085BAB}" dt="2026-10-14T11:43:00.339" v="989"/>
          <ac:picMkLst>
            <pc:docMk/>
            <pc:sldMk cId="683012423" sldId="4687"/>
            <ac:picMk id="109" creationId="{587F69BD-9B20-4C63-9C8F-C74FC86D57B5}"/>
          </ac:picMkLst>
        </pc:picChg>
        <pc:picChg chg="add mod">
          <ac:chgData name="Minh Huynh" userId="01a137d4-0d81-46e0-aca6-c9185b391828" providerId="ADAL" clId="{88AB73D2-BEAC-49CB-B2E2-279547085BAB}" dt="2026-10-14T11:43:00.339" v="989"/>
          <ac:picMkLst>
            <pc:docMk/>
            <pc:sldMk cId="683012423" sldId="4687"/>
            <ac:picMk id="110" creationId="{7598574F-3456-4B74-9B18-FFA054A6ED06}"/>
          </ac:picMkLst>
        </pc:picChg>
        <pc:picChg chg="add mod">
          <ac:chgData name="Minh Huynh" userId="01a137d4-0d81-46e0-aca6-c9185b391828" providerId="ADAL" clId="{88AB73D2-BEAC-49CB-B2E2-279547085BAB}" dt="2026-10-14T11:43:00.339" v="989"/>
          <ac:picMkLst>
            <pc:docMk/>
            <pc:sldMk cId="683012423" sldId="4687"/>
            <ac:picMk id="111" creationId="{6AE840AC-BE7B-45E5-9256-AED090BC3875}"/>
          </ac:picMkLst>
        </pc:picChg>
      </pc:sldChg>
      <pc:sldChg chg="del">
        <pc:chgData name="Minh Huynh" userId="01a137d4-0d81-46e0-aca6-c9185b391828" providerId="ADAL" clId="{88AB73D2-BEAC-49CB-B2E2-279547085BAB}" dt="2026-10-14T11:31:55.274" v="0" actId="47"/>
        <pc:sldMkLst>
          <pc:docMk/>
          <pc:sldMk cId="4041757128" sldId="4698"/>
        </pc:sldMkLst>
      </pc:sldChg>
      <pc:sldChg chg="del">
        <pc:chgData name="Minh Huynh" userId="01a137d4-0d81-46e0-aca6-c9185b391828" providerId="ADAL" clId="{88AB73D2-BEAC-49CB-B2E2-279547085BAB}" dt="2026-10-14T11:31:55.274" v="0" actId="47"/>
        <pc:sldMkLst>
          <pc:docMk/>
          <pc:sldMk cId="3354271723" sldId="4701"/>
        </pc:sldMkLst>
      </pc:sldChg>
      <pc:sldChg chg="del">
        <pc:chgData name="Minh Huynh" userId="01a137d4-0d81-46e0-aca6-c9185b391828" providerId="ADAL" clId="{88AB73D2-BEAC-49CB-B2E2-279547085BAB}" dt="2026-10-14T11:31:55.274" v="0" actId="47"/>
        <pc:sldMkLst>
          <pc:docMk/>
          <pc:sldMk cId="3316471389" sldId="4709"/>
        </pc:sldMkLst>
      </pc:sldChg>
      <pc:sldChg chg="del">
        <pc:chgData name="Minh Huynh" userId="01a137d4-0d81-46e0-aca6-c9185b391828" providerId="ADAL" clId="{88AB73D2-BEAC-49CB-B2E2-279547085BAB}" dt="2026-10-14T11:31:55.274" v="0" actId="47"/>
        <pc:sldMkLst>
          <pc:docMk/>
          <pc:sldMk cId="3631795223" sldId="4710"/>
        </pc:sldMkLst>
      </pc:sldChg>
      <pc:sldChg chg="del">
        <pc:chgData name="Minh Huynh" userId="01a137d4-0d81-46e0-aca6-c9185b391828" providerId="ADAL" clId="{88AB73D2-BEAC-49CB-B2E2-279547085BAB}" dt="2026-10-14T11:31:55.274" v="0" actId="47"/>
        <pc:sldMkLst>
          <pc:docMk/>
          <pc:sldMk cId="2529583106" sldId="4719"/>
        </pc:sldMkLst>
      </pc:sldChg>
      <pc:sldChg chg="del">
        <pc:chgData name="Minh Huynh" userId="01a137d4-0d81-46e0-aca6-c9185b391828" providerId="ADAL" clId="{88AB73D2-BEAC-49CB-B2E2-279547085BAB}" dt="2026-10-14T11:31:55.274" v="0" actId="47"/>
        <pc:sldMkLst>
          <pc:docMk/>
          <pc:sldMk cId="3165192111" sldId="4744"/>
        </pc:sldMkLst>
      </pc:sldChg>
      <pc:sldChg chg="del">
        <pc:chgData name="Minh Huynh" userId="01a137d4-0d81-46e0-aca6-c9185b391828" providerId="ADAL" clId="{88AB73D2-BEAC-49CB-B2E2-279547085BAB}" dt="2026-10-14T11:31:55.274" v="0" actId="47"/>
        <pc:sldMkLst>
          <pc:docMk/>
          <pc:sldMk cId="1725421263" sldId="4748"/>
        </pc:sldMkLst>
      </pc:sldChg>
      <pc:sldChg chg="del">
        <pc:chgData name="Minh Huynh" userId="01a137d4-0d81-46e0-aca6-c9185b391828" providerId="ADAL" clId="{88AB73D2-BEAC-49CB-B2E2-279547085BAB}" dt="2026-10-14T11:31:55.274" v="0" actId="47"/>
        <pc:sldMkLst>
          <pc:docMk/>
          <pc:sldMk cId="245211579" sldId="4753"/>
        </pc:sldMkLst>
      </pc:sldChg>
      <pc:sldChg chg="del">
        <pc:chgData name="Minh Huynh" userId="01a137d4-0d81-46e0-aca6-c9185b391828" providerId="ADAL" clId="{88AB73D2-BEAC-49CB-B2E2-279547085BAB}" dt="2026-10-14T11:31:55.274" v="0" actId="47"/>
        <pc:sldMkLst>
          <pc:docMk/>
          <pc:sldMk cId="2913342039" sldId="4758"/>
        </pc:sldMkLst>
      </pc:sldChg>
      <pc:sldChg chg="del">
        <pc:chgData name="Minh Huynh" userId="01a137d4-0d81-46e0-aca6-c9185b391828" providerId="ADAL" clId="{88AB73D2-BEAC-49CB-B2E2-279547085BAB}" dt="2026-10-14T11:31:55.274" v="0" actId="47"/>
        <pc:sldMkLst>
          <pc:docMk/>
          <pc:sldMk cId="3998043843" sldId="4759"/>
        </pc:sldMkLst>
      </pc:sldChg>
      <pc:sldChg chg="del">
        <pc:chgData name="Minh Huynh" userId="01a137d4-0d81-46e0-aca6-c9185b391828" providerId="ADAL" clId="{88AB73D2-BEAC-49CB-B2E2-279547085BAB}" dt="2026-10-14T11:31:55.274" v="0" actId="47"/>
        <pc:sldMkLst>
          <pc:docMk/>
          <pc:sldMk cId="770848168" sldId="4767"/>
        </pc:sldMkLst>
      </pc:sldChg>
      <pc:sldChg chg="del">
        <pc:chgData name="Minh Huynh" userId="01a137d4-0d81-46e0-aca6-c9185b391828" providerId="ADAL" clId="{88AB73D2-BEAC-49CB-B2E2-279547085BAB}" dt="2026-10-14T11:31:55.274" v="0" actId="47"/>
        <pc:sldMkLst>
          <pc:docMk/>
          <pc:sldMk cId="886846188" sldId="4768"/>
        </pc:sldMkLst>
      </pc:sldChg>
      <pc:sldChg chg="del">
        <pc:chgData name="Minh Huynh" userId="01a137d4-0d81-46e0-aca6-c9185b391828" providerId="ADAL" clId="{88AB73D2-BEAC-49CB-B2E2-279547085BAB}" dt="2026-10-14T11:31:55.274" v="0" actId="47"/>
        <pc:sldMkLst>
          <pc:docMk/>
          <pc:sldMk cId="1950456884" sldId="4769"/>
        </pc:sldMkLst>
      </pc:sldChg>
      <pc:sldChg chg="del">
        <pc:chgData name="Minh Huynh" userId="01a137d4-0d81-46e0-aca6-c9185b391828" providerId="ADAL" clId="{88AB73D2-BEAC-49CB-B2E2-279547085BAB}" dt="2026-10-14T11:31:55.274" v="0" actId="47"/>
        <pc:sldMkLst>
          <pc:docMk/>
          <pc:sldMk cId="1420647700" sldId="4774"/>
        </pc:sldMkLst>
      </pc:sldChg>
      <pc:sldChg chg="del">
        <pc:chgData name="Minh Huynh" userId="01a137d4-0d81-46e0-aca6-c9185b391828" providerId="ADAL" clId="{88AB73D2-BEAC-49CB-B2E2-279547085BAB}" dt="2026-10-14T11:31:55.274" v="0" actId="47"/>
        <pc:sldMkLst>
          <pc:docMk/>
          <pc:sldMk cId="3451213382" sldId="4775"/>
        </pc:sldMkLst>
      </pc:sldChg>
      <pc:sldChg chg="del">
        <pc:chgData name="Minh Huynh" userId="01a137d4-0d81-46e0-aca6-c9185b391828" providerId="ADAL" clId="{88AB73D2-BEAC-49CB-B2E2-279547085BAB}" dt="2026-10-14T11:31:55.274" v="0" actId="47"/>
        <pc:sldMkLst>
          <pc:docMk/>
          <pc:sldMk cId="1533414274" sldId="4780"/>
        </pc:sldMkLst>
      </pc:sldChg>
      <pc:sldChg chg="del">
        <pc:chgData name="Minh Huynh" userId="01a137d4-0d81-46e0-aca6-c9185b391828" providerId="ADAL" clId="{88AB73D2-BEAC-49CB-B2E2-279547085BAB}" dt="2026-10-14T11:31:55.274" v="0" actId="47"/>
        <pc:sldMkLst>
          <pc:docMk/>
          <pc:sldMk cId="563493262" sldId="4786"/>
        </pc:sldMkLst>
      </pc:sldChg>
      <pc:sldChg chg="del">
        <pc:chgData name="Minh Huynh" userId="01a137d4-0d81-46e0-aca6-c9185b391828" providerId="ADAL" clId="{88AB73D2-BEAC-49CB-B2E2-279547085BAB}" dt="2026-10-14T11:31:55.274" v="0" actId="47"/>
        <pc:sldMkLst>
          <pc:docMk/>
          <pc:sldMk cId="1490207672" sldId="4787"/>
        </pc:sldMkLst>
      </pc:sldChg>
      <pc:sldChg chg="del">
        <pc:chgData name="Minh Huynh" userId="01a137d4-0d81-46e0-aca6-c9185b391828" providerId="ADAL" clId="{88AB73D2-BEAC-49CB-B2E2-279547085BAB}" dt="2026-10-14T11:31:55.274" v="0" actId="47"/>
        <pc:sldMkLst>
          <pc:docMk/>
          <pc:sldMk cId="1043102066" sldId="4793"/>
        </pc:sldMkLst>
      </pc:sldChg>
      <pc:sldChg chg="del">
        <pc:chgData name="Minh Huynh" userId="01a137d4-0d81-46e0-aca6-c9185b391828" providerId="ADAL" clId="{88AB73D2-BEAC-49CB-B2E2-279547085BAB}" dt="2026-10-14T11:31:55.274" v="0" actId="47"/>
        <pc:sldMkLst>
          <pc:docMk/>
          <pc:sldMk cId="2556514774" sldId="4801"/>
        </pc:sldMkLst>
      </pc:sldChg>
      <pc:sldChg chg="del">
        <pc:chgData name="Minh Huynh" userId="01a137d4-0d81-46e0-aca6-c9185b391828" providerId="ADAL" clId="{88AB73D2-BEAC-49CB-B2E2-279547085BAB}" dt="2026-10-14T11:31:55.274" v="0" actId="47"/>
        <pc:sldMkLst>
          <pc:docMk/>
          <pc:sldMk cId="3706069344" sldId="4802"/>
        </pc:sldMkLst>
      </pc:sldChg>
      <pc:sldChg chg="del">
        <pc:chgData name="Minh Huynh" userId="01a137d4-0d81-46e0-aca6-c9185b391828" providerId="ADAL" clId="{88AB73D2-BEAC-49CB-B2E2-279547085BAB}" dt="2026-10-14T11:31:55.274" v="0" actId="47"/>
        <pc:sldMkLst>
          <pc:docMk/>
          <pc:sldMk cId="3961048316" sldId="4813"/>
        </pc:sldMkLst>
      </pc:sldChg>
      <pc:sldChg chg="del">
        <pc:chgData name="Minh Huynh" userId="01a137d4-0d81-46e0-aca6-c9185b391828" providerId="ADAL" clId="{88AB73D2-BEAC-49CB-B2E2-279547085BAB}" dt="2026-10-14T11:31:55.274" v="0" actId="47"/>
        <pc:sldMkLst>
          <pc:docMk/>
          <pc:sldMk cId="993633514" sldId="4814"/>
        </pc:sldMkLst>
      </pc:sldChg>
      <pc:sldChg chg="del">
        <pc:chgData name="Minh Huynh" userId="01a137d4-0d81-46e0-aca6-c9185b391828" providerId="ADAL" clId="{88AB73D2-BEAC-49CB-B2E2-279547085BAB}" dt="2026-10-14T11:31:55.274" v="0" actId="47"/>
        <pc:sldMkLst>
          <pc:docMk/>
          <pc:sldMk cId="2679720689" sldId="4815"/>
        </pc:sldMkLst>
      </pc:sldChg>
      <pc:sldChg chg="del">
        <pc:chgData name="Minh Huynh" userId="01a137d4-0d81-46e0-aca6-c9185b391828" providerId="ADAL" clId="{88AB73D2-BEAC-49CB-B2E2-279547085BAB}" dt="2026-10-14T11:31:55.274" v="0" actId="47"/>
        <pc:sldMkLst>
          <pc:docMk/>
          <pc:sldMk cId="1252230520" sldId="4833"/>
        </pc:sldMkLst>
      </pc:sldChg>
      <pc:sldChg chg="del">
        <pc:chgData name="Minh Huynh" userId="01a137d4-0d81-46e0-aca6-c9185b391828" providerId="ADAL" clId="{88AB73D2-BEAC-49CB-B2E2-279547085BAB}" dt="2026-10-14T11:31:55.274" v="0" actId="47"/>
        <pc:sldMkLst>
          <pc:docMk/>
          <pc:sldMk cId="122048148" sldId="4834"/>
        </pc:sldMkLst>
      </pc:sldChg>
      <pc:sldChg chg="del">
        <pc:chgData name="Minh Huynh" userId="01a137d4-0d81-46e0-aca6-c9185b391828" providerId="ADAL" clId="{88AB73D2-BEAC-49CB-B2E2-279547085BAB}" dt="2026-10-14T11:31:55.274" v="0" actId="47"/>
        <pc:sldMkLst>
          <pc:docMk/>
          <pc:sldMk cId="3447723014" sldId="4835"/>
        </pc:sldMkLst>
      </pc:sldChg>
      <pc:sldChg chg="del">
        <pc:chgData name="Minh Huynh" userId="01a137d4-0d81-46e0-aca6-c9185b391828" providerId="ADAL" clId="{88AB73D2-BEAC-49CB-B2E2-279547085BAB}" dt="2026-10-14T11:31:55.274" v="0" actId="47"/>
        <pc:sldMkLst>
          <pc:docMk/>
          <pc:sldMk cId="895587130" sldId="4836"/>
        </pc:sldMkLst>
      </pc:sldChg>
      <pc:sldChg chg="del">
        <pc:chgData name="Minh Huynh" userId="01a137d4-0d81-46e0-aca6-c9185b391828" providerId="ADAL" clId="{88AB73D2-BEAC-49CB-B2E2-279547085BAB}" dt="2026-10-14T11:31:55.274" v="0" actId="47"/>
        <pc:sldMkLst>
          <pc:docMk/>
          <pc:sldMk cId="3201508605" sldId="4837"/>
        </pc:sldMkLst>
      </pc:sldChg>
      <pc:sldChg chg="addSp delSp modSp add mod">
        <pc:chgData name="Minh Huynh" userId="01a137d4-0d81-46e0-aca6-c9185b391828" providerId="ADAL" clId="{88AB73D2-BEAC-49CB-B2E2-279547085BAB}" dt="2026-10-14T11:45:01.340" v="1034" actId="1076"/>
        <pc:sldMkLst>
          <pc:docMk/>
          <pc:sldMk cId="4263398601" sldId="4917"/>
        </pc:sldMkLst>
        <pc:spChg chg="mod">
          <ac:chgData name="Minh Huynh" userId="01a137d4-0d81-46e0-aca6-c9185b391828" providerId="ADAL" clId="{88AB73D2-BEAC-49CB-B2E2-279547085BAB}" dt="2026-10-14T11:45:01.340" v="1034" actId="1076"/>
          <ac:spMkLst>
            <pc:docMk/>
            <pc:sldMk cId="4263398601" sldId="4917"/>
            <ac:spMk id="6" creationId="{E722B6A7-A6DC-4B77-A927-33891BAB5CF3}"/>
          </ac:spMkLst>
        </pc:spChg>
        <pc:spChg chg="del">
          <ac:chgData name="Minh Huynh" userId="01a137d4-0d81-46e0-aca6-c9185b391828" providerId="ADAL" clId="{88AB73D2-BEAC-49CB-B2E2-279547085BAB}" dt="2026-10-14T11:43:52.840" v="1014" actId="478"/>
          <ac:spMkLst>
            <pc:docMk/>
            <pc:sldMk cId="4263398601" sldId="4917"/>
            <ac:spMk id="7" creationId="{C957D796-D11D-4F2C-AC76-FBC7839C1EB8}"/>
          </ac:spMkLst>
        </pc:spChg>
        <pc:spChg chg="del">
          <ac:chgData name="Minh Huynh" userId="01a137d4-0d81-46e0-aca6-c9185b391828" providerId="ADAL" clId="{88AB73D2-BEAC-49CB-B2E2-279547085BAB}" dt="2026-10-14T11:43:52.840" v="1014" actId="478"/>
          <ac:spMkLst>
            <pc:docMk/>
            <pc:sldMk cId="4263398601" sldId="4917"/>
            <ac:spMk id="8" creationId="{12E7E382-2199-4D60-AC7D-34361B8FEB2C}"/>
          </ac:spMkLst>
        </pc:spChg>
        <pc:spChg chg="del">
          <ac:chgData name="Minh Huynh" userId="01a137d4-0d81-46e0-aca6-c9185b391828" providerId="ADAL" clId="{88AB73D2-BEAC-49CB-B2E2-279547085BAB}" dt="2026-10-14T11:43:54.131" v="1015" actId="478"/>
          <ac:spMkLst>
            <pc:docMk/>
            <pc:sldMk cId="4263398601" sldId="4917"/>
            <ac:spMk id="9" creationId="{DB3F3C9A-F48F-4944-93B9-B7CA2F27D71B}"/>
          </ac:spMkLst>
        </pc:spChg>
        <pc:spChg chg="del">
          <ac:chgData name="Minh Huynh" userId="01a137d4-0d81-46e0-aca6-c9185b391828" providerId="ADAL" clId="{88AB73D2-BEAC-49CB-B2E2-279547085BAB}" dt="2026-10-14T11:43:54.131" v="1015" actId="478"/>
          <ac:spMkLst>
            <pc:docMk/>
            <pc:sldMk cId="4263398601" sldId="4917"/>
            <ac:spMk id="10" creationId="{86218941-BC54-4EF9-90F1-A4C1FC3A0C00}"/>
          </ac:spMkLst>
        </pc:spChg>
        <pc:spChg chg="del">
          <ac:chgData name="Minh Huynh" userId="01a137d4-0d81-46e0-aca6-c9185b391828" providerId="ADAL" clId="{88AB73D2-BEAC-49CB-B2E2-279547085BAB}" dt="2026-10-14T11:43:54.131" v="1015" actId="478"/>
          <ac:spMkLst>
            <pc:docMk/>
            <pc:sldMk cId="4263398601" sldId="4917"/>
            <ac:spMk id="11" creationId="{F3E76C09-215F-4BE8-BB75-6D7DEE328445}"/>
          </ac:spMkLst>
        </pc:spChg>
        <pc:spChg chg="del">
          <ac:chgData name="Minh Huynh" userId="01a137d4-0d81-46e0-aca6-c9185b391828" providerId="ADAL" clId="{88AB73D2-BEAC-49CB-B2E2-279547085BAB}" dt="2026-10-14T11:43:52.840" v="1014" actId="478"/>
          <ac:spMkLst>
            <pc:docMk/>
            <pc:sldMk cId="4263398601" sldId="4917"/>
            <ac:spMk id="12" creationId="{DD1BEF69-788E-47F7-AF43-BF2B68DFD300}"/>
          </ac:spMkLst>
        </pc:spChg>
        <pc:spChg chg="add mod">
          <ac:chgData name="Minh Huynh" userId="01a137d4-0d81-46e0-aca6-c9185b391828" providerId="ADAL" clId="{88AB73D2-BEAC-49CB-B2E2-279547085BAB}" dt="2026-10-14T11:44:40.995" v="1030" actId="255"/>
          <ac:spMkLst>
            <pc:docMk/>
            <pc:sldMk cId="4263398601" sldId="4917"/>
            <ac:spMk id="17" creationId="{F284B13D-C141-435D-B26B-ADCB613121C8}"/>
          </ac:spMkLst>
        </pc:spChg>
        <pc:spChg chg="del">
          <ac:chgData name="Minh Huynh" userId="01a137d4-0d81-46e0-aca6-c9185b391828" providerId="ADAL" clId="{88AB73D2-BEAC-49CB-B2E2-279547085BAB}" dt="2026-10-14T11:43:57.041" v="1016" actId="478"/>
          <ac:spMkLst>
            <pc:docMk/>
            <pc:sldMk cId="4263398601" sldId="4917"/>
            <ac:spMk id="18" creationId="{5D2DEC8E-111B-4BF4-865F-356038D551D5}"/>
          </ac:spMkLst>
        </pc:spChg>
        <pc:spChg chg="del">
          <ac:chgData name="Minh Huynh" userId="01a137d4-0d81-46e0-aca6-c9185b391828" providerId="ADAL" clId="{88AB73D2-BEAC-49CB-B2E2-279547085BAB}" dt="2026-10-14T11:43:50.981" v="1013" actId="478"/>
          <ac:spMkLst>
            <pc:docMk/>
            <pc:sldMk cId="4263398601" sldId="4917"/>
            <ac:spMk id="19" creationId="{283455D0-1794-4567-953E-640D3416FDCE}"/>
          </ac:spMkLst>
        </pc:spChg>
        <pc:spChg chg="del">
          <ac:chgData name="Minh Huynh" userId="01a137d4-0d81-46e0-aca6-c9185b391828" providerId="ADAL" clId="{88AB73D2-BEAC-49CB-B2E2-279547085BAB}" dt="2026-10-14T11:43:50.981" v="1013" actId="478"/>
          <ac:spMkLst>
            <pc:docMk/>
            <pc:sldMk cId="4263398601" sldId="4917"/>
            <ac:spMk id="20" creationId="{6F634BBE-8B94-4ECE-8B49-75F8045376B6}"/>
          </ac:spMkLst>
        </pc:spChg>
        <pc:spChg chg="del">
          <ac:chgData name="Minh Huynh" userId="01a137d4-0d81-46e0-aca6-c9185b391828" providerId="ADAL" clId="{88AB73D2-BEAC-49CB-B2E2-279547085BAB}" dt="2026-10-14T11:43:50.981" v="1013" actId="478"/>
          <ac:spMkLst>
            <pc:docMk/>
            <pc:sldMk cId="4263398601" sldId="4917"/>
            <ac:spMk id="21" creationId="{D8753033-AD13-4322-89C1-6A75FE083940}"/>
          </ac:spMkLst>
        </pc:spChg>
        <pc:spChg chg="del">
          <ac:chgData name="Minh Huynh" userId="01a137d4-0d81-46e0-aca6-c9185b391828" providerId="ADAL" clId="{88AB73D2-BEAC-49CB-B2E2-279547085BAB}" dt="2026-10-14T11:43:57.041" v="1016" actId="478"/>
          <ac:spMkLst>
            <pc:docMk/>
            <pc:sldMk cId="4263398601" sldId="4917"/>
            <ac:spMk id="22" creationId="{BB529D16-FF87-4946-9DB8-583E4CCD8ADE}"/>
          </ac:spMkLst>
        </pc:spChg>
        <pc:spChg chg="del">
          <ac:chgData name="Minh Huynh" userId="01a137d4-0d81-46e0-aca6-c9185b391828" providerId="ADAL" clId="{88AB73D2-BEAC-49CB-B2E2-279547085BAB}" dt="2026-10-14T11:43:57.041" v="1016" actId="478"/>
          <ac:spMkLst>
            <pc:docMk/>
            <pc:sldMk cId="4263398601" sldId="4917"/>
            <ac:spMk id="23" creationId="{7BFD03B5-C3C7-4FC0-BA7A-00209AA2EA52}"/>
          </ac:spMkLst>
        </pc:spChg>
        <pc:spChg chg="add mod">
          <ac:chgData name="Minh Huynh" userId="01a137d4-0d81-46e0-aca6-c9185b391828" providerId="ADAL" clId="{88AB73D2-BEAC-49CB-B2E2-279547085BAB}" dt="2026-10-14T11:44:55.926" v="1033" actId="1076"/>
          <ac:spMkLst>
            <pc:docMk/>
            <pc:sldMk cId="4263398601" sldId="4917"/>
            <ac:spMk id="24" creationId="{14DF8C5F-0BDD-474D-B95B-E5AFB2C2E11E}"/>
          </ac:spMkLst>
        </pc:spChg>
        <pc:spChg chg="add mod">
          <ac:chgData name="Minh Huynh" userId="01a137d4-0d81-46e0-aca6-c9185b391828" providerId="ADAL" clId="{88AB73D2-BEAC-49CB-B2E2-279547085BAB}" dt="2026-10-14T11:44:49.253" v="1032" actId="1076"/>
          <ac:spMkLst>
            <pc:docMk/>
            <pc:sldMk cId="4263398601" sldId="4917"/>
            <ac:spMk id="25" creationId="{9FE66593-6BD8-422E-AC33-F63B5DFF25AC}"/>
          </ac:spMkLst>
        </pc:spChg>
        <pc:spChg chg="add mod">
          <ac:chgData name="Minh Huynh" userId="01a137d4-0d81-46e0-aca6-c9185b391828" providerId="ADAL" clId="{88AB73D2-BEAC-49CB-B2E2-279547085BAB}" dt="2026-10-14T11:44:55.926" v="1033" actId="1076"/>
          <ac:spMkLst>
            <pc:docMk/>
            <pc:sldMk cId="4263398601" sldId="4917"/>
            <ac:spMk id="27" creationId="{E0A8950D-7427-49F8-BE0C-164F1A16EFD7}"/>
          </ac:spMkLst>
        </pc:spChg>
        <pc:spChg chg="add mod">
          <ac:chgData name="Minh Huynh" userId="01a137d4-0d81-46e0-aca6-c9185b391828" providerId="ADAL" clId="{88AB73D2-BEAC-49CB-B2E2-279547085BAB}" dt="2026-10-14T11:44:49.253" v="1032" actId="1076"/>
          <ac:spMkLst>
            <pc:docMk/>
            <pc:sldMk cId="4263398601" sldId="4917"/>
            <ac:spMk id="28" creationId="{6B2DBFE1-0F8F-47EE-9D8D-788C7C92616C}"/>
          </ac:spMkLst>
        </pc:spChg>
        <pc:spChg chg="del">
          <ac:chgData name="Minh Huynh" userId="01a137d4-0d81-46e0-aca6-c9185b391828" providerId="ADAL" clId="{88AB73D2-BEAC-49CB-B2E2-279547085BAB}" dt="2026-10-14T11:44:08.747" v="1021" actId="478"/>
          <ac:spMkLst>
            <pc:docMk/>
            <pc:sldMk cId="4263398601" sldId="4917"/>
            <ac:spMk id="301" creationId="{1647B96B-B739-4793-85B9-4DC6A33504BD}"/>
          </ac:spMkLst>
        </pc:spChg>
        <pc:cxnChg chg="del">
          <ac:chgData name="Minh Huynh" userId="01a137d4-0d81-46e0-aca6-c9185b391828" providerId="ADAL" clId="{88AB73D2-BEAC-49CB-B2E2-279547085BAB}" dt="2026-10-14T11:44:09.570" v="1022" actId="478"/>
          <ac:cxnSpMkLst>
            <pc:docMk/>
            <pc:sldMk cId="4263398601" sldId="4917"/>
            <ac:cxnSpMk id="3" creationId="{03692E62-FA82-4575-A54F-2424767A108C}"/>
          </ac:cxnSpMkLst>
        </pc:cxnChg>
        <pc:cxnChg chg="add mod">
          <ac:chgData name="Minh Huynh" userId="01a137d4-0d81-46e0-aca6-c9185b391828" providerId="ADAL" clId="{88AB73D2-BEAC-49CB-B2E2-279547085BAB}" dt="2026-10-14T11:44:30.318" v="1027" actId="1076"/>
          <ac:cxnSpMkLst>
            <pc:docMk/>
            <pc:sldMk cId="4263398601" sldId="4917"/>
            <ac:cxnSpMk id="26" creationId="{759BD6DA-2D48-4E78-82C2-24CB74D5F094}"/>
          </ac:cxnSpMkLst>
        </pc:cxnChg>
        <pc:cxnChg chg="add mod">
          <ac:chgData name="Minh Huynh" userId="01a137d4-0d81-46e0-aca6-c9185b391828" providerId="ADAL" clId="{88AB73D2-BEAC-49CB-B2E2-279547085BAB}" dt="2026-10-14T11:44:30.318" v="1027" actId="1076"/>
          <ac:cxnSpMkLst>
            <pc:docMk/>
            <pc:sldMk cId="4263398601" sldId="4917"/>
            <ac:cxnSpMk id="29" creationId="{DC6E7499-286F-4423-8476-91C06847B510}"/>
          </ac:cxnSpMkLst>
        </pc:cxnChg>
      </pc:sldChg>
      <pc:sldChg chg="addSp delSp modSp add mod">
        <pc:chgData name="Minh Huynh" userId="01a137d4-0d81-46e0-aca6-c9185b391828" providerId="ADAL" clId="{88AB73D2-BEAC-49CB-B2E2-279547085BAB}" dt="2026-10-14T11:43:28.159" v="1011"/>
        <pc:sldMkLst>
          <pc:docMk/>
          <pc:sldMk cId="3609326107" sldId="4924"/>
        </pc:sldMkLst>
        <pc:spChg chg="del">
          <ac:chgData name="Minh Huynh" userId="01a137d4-0d81-46e0-aca6-c9185b391828" providerId="ADAL" clId="{88AB73D2-BEAC-49CB-B2E2-279547085BAB}" dt="2026-10-14T11:43:24.758" v="1010" actId="478"/>
          <ac:spMkLst>
            <pc:docMk/>
            <pc:sldMk cId="3609326107" sldId="4924"/>
            <ac:spMk id="10" creationId="{86218941-BC54-4EF9-90F1-A4C1FC3A0C00}"/>
          </ac:spMkLst>
        </pc:spChg>
        <pc:spChg chg="del">
          <ac:chgData name="Minh Huynh" userId="01a137d4-0d81-46e0-aca6-c9185b391828" providerId="ADAL" clId="{88AB73D2-BEAC-49CB-B2E2-279547085BAB}" dt="2026-10-14T11:43:24.758" v="1010" actId="478"/>
          <ac:spMkLst>
            <pc:docMk/>
            <pc:sldMk cId="3609326107" sldId="4924"/>
            <ac:spMk id="18" creationId="{A09F2C54-1AAE-4AE6-9379-420EEC055AD2}"/>
          </ac:spMkLst>
        </pc:spChg>
        <pc:spChg chg="del">
          <ac:chgData name="Minh Huynh" userId="01a137d4-0d81-46e0-aca6-c9185b391828" providerId="ADAL" clId="{88AB73D2-BEAC-49CB-B2E2-279547085BAB}" dt="2026-10-14T11:43:24.758" v="1010" actId="478"/>
          <ac:spMkLst>
            <pc:docMk/>
            <pc:sldMk cId="3609326107" sldId="4924"/>
            <ac:spMk id="21" creationId="{42463FEA-D5E1-42CB-AFD7-6618599BF183}"/>
          </ac:spMkLst>
        </pc:spChg>
        <pc:spChg chg="del">
          <ac:chgData name="Minh Huynh" userId="01a137d4-0d81-46e0-aca6-c9185b391828" providerId="ADAL" clId="{88AB73D2-BEAC-49CB-B2E2-279547085BAB}" dt="2026-10-14T11:43:24.758" v="1010" actId="478"/>
          <ac:spMkLst>
            <pc:docMk/>
            <pc:sldMk cId="3609326107" sldId="4924"/>
            <ac:spMk id="22" creationId="{78D5A3A0-D2AF-4780-86AB-F26316171D8D}"/>
          </ac:spMkLst>
        </pc:spChg>
        <pc:spChg chg="del">
          <ac:chgData name="Minh Huynh" userId="01a137d4-0d81-46e0-aca6-c9185b391828" providerId="ADAL" clId="{88AB73D2-BEAC-49CB-B2E2-279547085BAB}" dt="2026-10-14T11:43:24.758" v="1010" actId="478"/>
          <ac:spMkLst>
            <pc:docMk/>
            <pc:sldMk cId="3609326107" sldId="4924"/>
            <ac:spMk id="25" creationId="{F7CDD6D7-CC04-4DC3-8F0E-2A60601DFC41}"/>
          </ac:spMkLst>
        </pc:spChg>
        <pc:spChg chg="del">
          <ac:chgData name="Minh Huynh" userId="01a137d4-0d81-46e0-aca6-c9185b391828" providerId="ADAL" clId="{88AB73D2-BEAC-49CB-B2E2-279547085BAB}" dt="2026-10-14T11:43:24.758" v="1010" actId="478"/>
          <ac:spMkLst>
            <pc:docMk/>
            <pc:sldMk cId="3609326107" sldId="4924"/>
            <ac:spMk id="26" creationId="{D4F16FE8-6E39-4868-B2C4-1389771526DD}"/>
          </ac:spMkLst>
        </pc:spChg>
        <pc:spChg chg="add mod">
          <ac:chgData name="Minh Huynh" userId="01a137d4-0d81-46e0-aca6-c9185b391828" providerId="ADAL" clId="{88AB73D2-BEAC-49CB-B2E2-279547085BAB}" dt="2026-10-14T11:43:28.159" v="1011"/>
          <ac:spMkLst>
            <pc:docMk/>
            <pc:sldMk cId="3609326107" sldId="4924"/>
            <ac:spMk id="27" creationId="{029246C6-1D3E-49D6-9651-744FAEA74AC9}"/>
          </ac:spMkLst>
        </pc:spChg>
        <pc:spChg chg="del">
          <ac:chgData name="Minh Huynh" userId="01a137d4-0d81-46e0-aca6-c9185b391828" providerId="ADAL" clId="{88AB73D2-BEAC-49CB-B2E2-279547085BAB}" dt="2026-10-14T11:43:23.198" v="1009" actId="478"/>
          <ac:spMkLst>
            <pc:docMk/>
            <pc:sldMk cId="3609326107" sldId="4924"/>
            <ac:spMk id="55" creationId="{E6DD635F-B0AB-4992-9D48-A80579C242E8}"/>
          </ac:spMkLst>
        </pc:spChg>
      </pc:sldChg>
      <pc:sldChg chg="addSp modSp add mod">
        <pc:chgData name="Minh Huynh" userId="01a137d4-0d81-46e0-aca6-c9185b391828" providerId="ADAL" clId="{88AB73D2-BEAC-49CB-B2E2-279547085BAB}" dt="2026-10-14T11:47:21.509" v="1098" actId="1076"/>
        <pc:sldMkLst>
          <pc:docMk/>
          <pc:sldMk cId="1881668844" sldId="4925"/>
        </pc:sldMkLst>
        <pc:spChg chg="mod">
          <ac:chgData name="Minh Huynh" userId="01a137d4-0d81-46e0-aca6-c9185b391828" providerId="ADAL" clId="{88AB73D2-BEAC-49CB-B2E2-279547085BAB}" dt="2026-10-14T11:46:27.757" v="1082" actId="1076"/>
          <ac:spMkLst>
            <pc:docMk/>
            <pc:sldMk cId="1881668844" sldId="4925"/>
            <ac:spMk id="2" creationId="{2A5E670A-2BDA-454A-BEDA-D91BE75442E9}"/>
          </ac:spMkLst>
        </pc:spChg>
        <pc:spChg chg="mod">
          <ac:chgData name="Minh Huynh" userId="01a137d4-0d81-46e0-aca6-c9185b391828" providerId="ADAL" clId="{88AB73D2-BEAC-49CB-B2E2-279547085BAB}" dt="2026-10-14T11:45:54.608" v="1070" actId="1076"/>
          <ac:spMkLst>
            <pc:docMk/>
            <pc:sldMk cId="1881668844" sldId="4925"/>
            <ac:spMk id="6" creationId="{0236B21C-4F36-4CCF-87E0-1832ACEEAB7F}"/>
          </ac:spMkLst>
        </pc:spChg>
        <pc:spChg chg="mod">
          <ac:chgData name="Minh Huynh" userId="01a137d4-0d81-46e0-aca6-c9185b391828" providerId="ADAL" clId="{88AB73D2-BEAC-49CB-B2E2-279547085BAB}" dt="2026-10-14T11:45:54.608" v="1070" actId="1076"/>
          <ac:spMkLst>
            <pc:docMk/>
            <pc:sldMk cId="1881668844" sldId="4925"/>
            <ac:spMk id="7" creationId="{7D00A491-E502-4943-80B3-A4990EAE08CF}"/>
          </ac:spMkLst>
        </pc:spChg>
        <pc:spChg chg="mod">
          <ac:chgData name="Minh Huynh" userId="01a137d4-0d81-46e0-aca6-c9185b391828" providerId="ADAL" clId="{88AB73D2-BEAC-49CB-B2E2-279547085BAB}" dt="2026-10-14T11:45:54.608" v="1070" actId="1076"/>
          <ac:spMkLst>
            <pc:docMk/>
            <pc:sldMk cId="1881668844" sldId="4925"/>
            <ac:spMk id="8" creationId="{807D34A3-6870-417B-BB4F-763D4540F9D3}"/>
          </ac:spMkLst>
        </pc:spChg>
        <pc:spChg chg="mod">
          <ac:chgData name="Minh Huynh" userId="01a137d4-0d81-46e0-aca6-c9185b391828" providerId="ADAL" clId="{88AB73D2-BEAC-49CB-B2E2-279547085BAB}" dt="2026-10-14T11:46:36.435" v="1085" actId="1076"/>
          <ac:spMkLst>
            <pc:docMk/>
            <pc:sldMk cId="1881668844" sldId="4925"/>
            <ac:spMk id="9" creationId="{3E5E7A0E-E4F3-4F16-8C27-15268F173B84}"/>
          </ac:spMkLst>
        </pc:spChg>
        <pc:spChg chg="mod">
          <ac:chgData name="Minh Huynh" userId="01a137d4-0d81-46e0-aca6-c9185b391828" providerId="ADAL" clId="{88AB73D2-BEAC-49CB-B2E2-279547085BAB}" dt="2026-10-14T11:46:17.673" v="1077" actId="1076"/>
          <ac:spMkLst>
            <pc:docMk/>
            <pc:sldMk cId="1881668844" sldId="4925"/>
            <ac:spMk id="11" creationId="{17A370CC-67C8-492E-BD67-7B6CCE7B7229}"/>
          </ac:spMkLst>
        </pc:spChg>
        <pc:spChg chg="mod">
          <ac:chgData name="Minh Huynh" userId="01a137d4-0d81-46e0-aca6-c9185b391828" providerId="ADAL" clId="{88AB73D2-BEAC-49CB-B2E2-279547085BAB}" dt="2026-10-14T11:46:17.673" v="1077" actId="1076"/>
          <ac:spMkLst>
            <pc:docMk/>
            <pc:sldMk cId="1881668844" sldId="4925"/>
            <ac:spMk id="12" creationId="{5C8CE0E1-27E7-4F3F-9AD8-B5AEA9067B6C}"/>
          </ac:spMkLst>
        </pc:spChg>
        <pc:spChg chg="mod">
          <ac:chgData name="Minh Huynh" userId="01a137d4-0d81-46e0-aca6-c9185b391828" providerId="ADAL" clId="{88AB73D2-BEAC-49CB-B2E2-279547085BAB}" dt="2026-10-14T11:46:17.673" v="1077" actId="1076"/>
          <ac:spMkLst>
            <pc:docMk/>
            <pc:sldMk cId="1881668844" sldId="4925"/>
            <ac:spMk id="13" creationId="{648AFA4C-35B5-4A37-98F2-88226F6E4521}"/>
          </ac:spMkLst>
        </pc:spChg>
        <pc:spChg chg="mod">
          <ac:chgData name="Minh Huynh" userId="01a137d4-0d81-46e0-aca6-c9185b391828" providerId="ADAL" clId="{88AB73D2-BEAC-49CB-B2E2-279547085BAB}" dt="2026-10-14T11:45:38.557" v="1067" actId="2711"/>
          <ac:spMkLst>
            <pc:docMk/>
            <pc:sldMk cId="1881668844" sldId="4925"/>
            <ac:spMk id="27" creationId="{029246C6-1D3E-49D6-9651-744FAEA74AC9}"/>
          </ac:spMkLst>
        </pc:spChg>
        <pc:spChg chg="add mod">
          <ac:chgData name="Minh Huynh" userId="01a137d4-0d81-46e0-aca6-c9185b391828" providerId="ADAL" clId="{88AB73D2-BEAC-49CB-B2E2-279547085BAB}" dt="2026-10-14T11:47:11.019" v="1095" actId="1076"/>
          <ac:spMkLst>
            <pc:docMk/>
            <pc:sldMk cId="1881668844" sldId="4925"/>
            <ac:spMk id="29" creationId="{6CA2065A-BF88-4BD3-A901-2AB97CA14D5B}"/>
          </ac:spMkLst>
        </pc:spChg>
        <pc:spChg chg="add mod">
          <ac:chgData name="Minh Huynh" userId="01a137d4-0d81-46e0-aca6-c9185b391828" providerId="ADAL" clId="{88AB73D2-BEAC-49CB-B2E2-279547085BAB}" dt="2026-10-14T11:47:21.509" v="1098" actId="1076"/>
          <ac:spMkLst>
            <pc:docMk/>
            <pc:sldMk cId="1881668844" sldId="4925"/>
            <ac:spMk id="31" creationId="{51F05A91-566D-40F6-A87A-6FBA7D7740C9}"/>
          </ac:spMkLst>
        </pc:spChg>
        <pc:spChg chg="add mod">
          <ac:chgData name="Minh Huynh" userId="01a137d4-0d81-46e0-aca6-c9185b391828" providerId="ADAL" clId="{88AB73D2-BEAC-49CB-B2E2-279547085BAB}" dt="2026-10-14T11:47:18.893" v="1097" actId="1076"/>
          <ac:spMkLst>
            <pc:docMk/>
            <pc:sldMk cId="1881668844" sldId="4925"/>
            <ac:spMk id="32" creationId="{2F68CB1D-B58C-4022-AB4F-C99DE1201A27}"/>
          </ac:spMkLst>
        </pc:spChg>
        <pc:spChg chg="add mod">
          <ac:chgData name="Minh Huynh" userId="01a137d4-0d81-46e0-aca6-c9185b391828" providerId="ADAL" clId="{88AB73D2-BEAC-49CB-B2E2-279547085BAB}" dt="2026-10-14T11:47:14.556" v="1096" actId="1076"/>
          <ac:spMkLst>
            <pc:docMk/>
            <pc:sldMk cId="1881668844" sldId="4925"/>
            <ac:spMk id="33" creationId="{2FC9E211-C45A-4DD0-9405-120076C162FF}"/>
          </ac:spMkLst>
        </pc:spChg>
        <pc:spChg chg="add mod">
          <ac:chgData name="Minh Huynh" userId="01a137d4-0d81-46e0-aca6-c9185b391828" providerId="ADAL" clId="{88AB73D2-BEAC-49CB-B2E2-279547085BAB}" dt="2026-10-14T11:47:21.509" v="1098" actId="1076"/>
          <ac:spMkLst>
            <pc:docMk/>
            <pc:sldMk cId="1881668844" sldId="4925"/>
            <ac:spMk id="34" creationId="{B4543C07-64B9-4D53-A2B4-32E26ABF5180}"/>
          </ac:spMkLst>
        </pc:spChg>
        <pc:spChg chg="add mod">
          <ac:chgData name="Minh Huynh" userId="01a137d4-0d81-46e0-aca6-c9185b391828" providerId="ADAL" clId="{88AB73D2-BEAC-49CB-B2E2-279547085BAB}" dt="2026-10-14T11:47:18.893" v="1097" actId="1076"/>
          <ac:spMkLst>
            <pc:docMk/>
            <pc:sldMk cId="1881668844" sldId="4925"/>
            <ac:spMk id="35" creationId="{B12168B1-A87A-47AD-88DD-FB2099E2E5D2}"/>
          </ac:spMkLst>
        </pc:spChg>
        <pc:spChg chg="add mod">
          <ac:chgData name="Minh Huynh" userId="01a137d4-0d81-46e0-aca6-c9185b391828" providerId="ADAL" clId="{88AB73D2-BEAC-49CB-B2E2-279547085BAB}" dt="2026-10-14T11:47:14.556" v="1096" actId="1076"/>
          <ac:spMkLst>
            <pc:docMk/>
            <pc:sldMk cId="1881668844" sldId="4925"/>
            <ac:spMk id="36" creationId="{A0FC89C8-17BA-4078-840C-C783D99DAC8D}"/>
          </ac:spMkLst>
        </pc:spChg>
        <pc:cxnChg chg="mod">
          <ac:chgData name="Minh Huynh" userId="01a137d4-0d81-46e0-aca6-c9185b391828" providerId="ADAL" clId="{88AB73D2-BEAC-49CB-B2E2-279547085BAB}" dt="2026-10-14T11:46:21.957" v="1079" actId="14100"/>
          <ac:cxnSpMkLst>
            <pc:docMk/>
            <pc:sldMk cId="1881668844" sldId="4925"/>
            <ac:cxnSpMk id="17" creationId="{C59D8C90-FF15-411C-A67C-5CF707B453F7}"/>
          </ac:cxnSpMkLst>
        </pc:cxnChg>
        <pc:cxnChg chg="mod">
          <ac:chgData name="Minh Huynh" userId="01a137d4-0d81-46e0-aca6-c9185b391828" providerId="ADAL" clId="{88AB73D2-BEAC-49CB-B2E2-279547085BAB}" dt="2026-10-14T11:46:50.209" v="1089" actId="14100"/>
          <ac:cxnSpMkLst>
            <pc:docMk/>
            <pc:sldMk cId="1881668844" sldId="4925"/>
            <ac:cxnSpMk id="19" creationId="{3566B904-523E-48FE-9110-896D20FAE986}"/>
          </ac:cxnSpMkLst>
        </pc:cxnChg>
        <pc:cxnChg chg="mod">
          <ac:chgData name="Minh Huynh" userId="01a137d4-0d81-46e0-aca6-c9185b391828" providerId="ADAL" clId="{88AB73D2-BEAC-49CB-B2E2-279547085BAB}" dt="2026-10-14T11:46:08.106" v="1076" actId="14100"/>
          <ac:cxnSpMkLst>
            <pc:docMk/>
            <pc:sldMk cId="1881668844" sldId="4925"/>
            <ac:cxnSpMk id="20" creationId="{F8789D46-5982-4821-971C-31CDDFB9C3AA}"/>
          </ac:cxnSpMkLst>
        </pc:cxnChg>
        <pc:cxnChg chg="mod">
          <ac:chgData name="Minh Huynh" userId="01a137d4-0d81-46e0-aca6-c9185b391828" providerId="ADAL" clId="{88AB73D2-BEAC-49CB-B2E2-279547085BAB}" dt="2026-10-14T11:46:05.411" v="1075" actId="14100"/>
          <ac:cxnSpMkLst>
            <pc:docMk/>
            <pc:sldMk cId="1881668844" sldId="4925"/>
            <ac:cxnSpMk id="23" creationId="{C8EE81F4-7091-438A-A96D-01C1C87E2C15}"/>
          </ac:cxnSpMkLst>
        </pc:cxnChg>
        <pc:cxnChg chg="mod">
          <ac:chgData name="Minh Huynh" userId="01a137d4-0d81-46e0-aca6-c9185b391828" providerId="ADAL" clId="{88AB73D2-BEAC-49CB-B2E2-279547085BAB}" dt="2026-10-14T11:46:03.350" v="1074" actId="14100"/>
          <ac:cxnSpMkLst>
            <pc:docMk/>
            <pc:sldMk cId="1881668844" sldId="4925"/>
            <ac:cxnSpMk id="24" creationId="{2F27238F-5A03-4164-B154-6BD273AE5DD9}"/>
          </ac:cxnSpMkLst>
        </pc:cxnChg>
        <pc:cxnChg chg="add mod">
          <ac:chgData name="Minh Huynh" userId="01a137d4-0d81-46e0-aca6-c9185b391828" providerId="ADAL" clId="{88AB73D2-BEAC-49CB-B2E2-279547085BAB}" dt="2026-10-14T11:46:47.824" v="1088" actId="1076"/>
          <ac:cxnSpMkLst>
            <pc:docMk/>
            <pc:sldMk cId="1881668844" sldId="4925"/>
            <ac:cxnSpMk id="25" creationId="{E27C8D24-F655-4E40-B593-0AD33E5DAA95}"/>
          </ac:cxnSpMkLst>
        </pc:cxnChg>
        <pc:cxnChg chg="add mod">
          <ac:chgData name="Minh Huynh" userId="01a137d4-0d81-46e0-aca6-c9185b391828" providerId="ADAL" clId="{88AB73D2-BEAC-49CB-B2E2-279547085BAB}" dt="2026-10-14T11:46:47.824" v="1088" actId="1076"/>
          <ac:cxnSpMkLst>
            <pc:docMk/>
            <pc:sldMk cId="1881668844" sldId="4925"/>
            <ac:cxnSpMk id="26" creationId="{63CA39EB-D42C-47DB-8E51-57AC5BEF13FD}"/>
          </ac:cxnSpMkLst>
        </pc:cxnChg>
        <pc:cxnChg chg="add mod">
          <ac:chgData name="Minh Huynh" userId="01a137d4-0d81-46e0-aca6-c9185b391828" providerId="ADAL" clId="{88AB73D2-BEAC-49CB-B2E2-279547085BAB}" dt="2026-10-14T11:46:47.824" v="1088" actId="1076"/>
          <ac:cxnSpMkLst>
            <pc:docMk/>
            <pc:sldMk cId="1881668844" sldId="4925"/>
            <ac:cxnSpMk id="28" creationId="{DDFFC0EE-54DE-4A4B-9400-ED127ABF2CA7}"/>
          </ac:cxnSpMkLst>
        </pc:cxnChg>
        <pc:cxnChg chg="add mod">
          <ac:chgData name="Minh Huynh" userId="01a137d4-0d81-46e0-aca6-c9185b391828" providerId="ADAL" clId="{88AB73D2-BEAC-49CB-B2E2-279547085BAB}" dt="2026-10-14T11:46:55.583" v="1090"/>
          <ac:cxnSpMkLst>
            <pc:docMk/>
            <pc:sldMk cId="1881668844" sldId="4925"/>
            <ac:cxnSpMk id="30" creationId="{5B27620A-7231-4AFB-ABD3-F7AB50020DB3}"/>
          </ac:cxnSpMkLst>
        </pc:cxnChg>
      </pc:sldChg>
      <pc:sldChg chg="addSp delSp modSp add mod">
        <pc:chgData name="Minh Huynh" userId="01a137d4-0d81-46e0-aca6-c9185b391828" providerId="ADAL" clId="{88AB73D2-BEAC-49CB-B2E2-279547085BAB}" dt="2026-10-14T11:47:44.500" v="1101"/>
        <pc:sldMkLst>
          <pc:docMk/>
          <pc:sldMk cId="4048538831" sldId="4937"/>
        </pc:sldMkLst>
        <pc:spChg chg="del">
          <ac:chgData name="Minh Huynh" userId="01a137d4-0d81-46e0-aca6-c9185b391828" providerId="ADAL" clId="{88AB73D2-BEAC-49CB-B2E2-279547085BAB}" dt="2026-10-14T11:47:41.748" v="1100" actId="478"/>
          <ac:spMkLst>
            <pc:docMk/>
            <pc:sldMk cId="4048538831" sldId="4937"/>
            <ac:spMk id="6" creationId="{95233608-33AB-4936-AF27-B5DC4F66AC3E}"/>
          </ac:spMkLst>
        </pc:spChg>
        <pc:spChg chg="del">
          <ac:chgData name="Minh Huynh" userId="01a137d4-0d81-46e0-aca6-c9185b391828" providerId="ADAL" clId="{88AB73D2-BEAC-49CB-B2E2-279547085BAB}" dt="2026-10-14T11:47:41.748" v="1100" actId="478"/>
          <ac:spMkLst>
            <pc:docMk/>
            <pc:sldMk cId="4048538831" sldId="4937"/>
            <ac:spMk id="7" creationId="{682E9848-5633-41C9-9DFD-2DD72FDEF8FB}"/>
          </ac:spMkLst>
        </pc:spChg>
        <pc:spChg chg="del">
          <ac:chgData name="Minh Huynh" userId="01a137d4-0d81-46e0-aca6-c9185b391828" providerId="ADAL" clId="{88AB73D2-BEAC-49CB-B2E2-279547085BAB}" dt="2026-10-14T11:47:41.748" v="1100" actId="478"/>
          <ac:spMkLst>
            <pc:docMk/>
            <pc:sldMk cId="4048538831" sldId="4937"/>
            <ac:spMk id="8" creationId="{66FE3580-D4C6-4A49-A66D-7F76F8BB5AF2}"/>
          </ac:spMkLst>
        </pc:spChg>
        <pc:spChg chg="del">
          <ac:chgData name="Minh Huynh" userId="01a137d4-0d81-46e0-aca6-c9185b391828" providerId="ADAL" clId="{88AB73D2-BEAC-49CB-B2E2-279547085BAB}" dt="2026-10-14T11:47:41.748" v="1100" actId="478"/>
          <ac:spMkLst>
            <pc:docMk/>
            <pc:sldMk cId="4048538831" sldId="4937"/>
            <ac:spMk id="9" creationId="{F04931C9-56DD-453C-9E39-B114D58DC3A4}"/>
          </ac:spMkLst>
        </pc:spChg>
        <pc:spChg chg="del">
          <ac:chgData name="Minh Huynh" userId="01a137d4-0d81-46e0-aca6-c9185b391828" providerId="ADAL" clId="{88AB73D2-BEAC-49CB-B2E2-279547085BAB}" dt="2026-10-14T11:47:41.748" v="1100" actId="478"/>
          <ac:spMkLst>
            <pc:docMk/>
            <pc:sldMk cId="4048538831" sldId="4937"/>
            <ac:spMk id="10" creationId="{86218941-BC54-4EF9-90F1-A4C1FC3A0C00}"/>
          </ac:spMkLst>
        </pc:spChg>
        <pc:spChg chg="del">
          <ac:chgData name="Minh Huynh" userId="01a137d4-0d81-46e0-aca6-c9185b391828" providerId="ADAL" clId="{88AB73D2-BEAC-49CB-B2E2-279547085BAB}" dt="2026-10-14T11:47:41.748" v="1100" actId="478"/>
          <ac:spMkLst>
            <pc:docMk/>
            <pc:sldMk cId="4048538831" sldId="4937"/>
            <ac:spMk id="11" creationId="{47C01B74-C33C-49A3-BCE9-7572BAB32F45}"/>
          </ac:spMkLst>
        </pc:spChg>
        <pc:spChg chg="del">
          <ac:chgData name="Minh Huynh" userId="01a137d4-0d81-46e0-aca6-c9185b391828" providerId="ADAL" clId="{88AB73D2-BEAC-49CB-B2E2-279547085BAB}" dt="2026-10-14T11:47:41.748" v="1100" actId="478"/>
          <ac:spMkLst>
            <pc:docMk/>
            <pc:sldMk cId="4048538831" sldId="4937"/>
            <ac:spMk id="12" creationId="{89AD89E7-CE01-48B9-91D6-BDE817148B10}"/>
          </ac:spMkLst>
        </pc:spChg>
        <pc:spChg chg="add mod">
          <ac:chgData name="Minh Huynh" userId="01a137d4-0d81-46e0-aca6-c9185b391828" providerId="ADAL" clId="{88AB73D2-BEAC-49CB-B2E2-279547085BAB}" dt="2026-10-14T11:47:44.500" v="1101"/>
          <ac:spMkLst>
            <pc:docMk/>
            <pc:sldMk cId="4048538831" sldId="4937"/>
            <ac:spMk id="18" creationId="{AE530B0E-5D74-4664-B2C6-5A8B0E8E9C26}"/>
          </ac:spMkLst>
        </pc:spChg>
        <pc:spChg chg="del">
          <ac:chgData name="Minh Huynh" userId="01a137d4-0d81-46e0-aca6-c9185b391828" providerId="ADAL" clId="{88AB73D2-BEAC-49CB-B2E2-279547085BAB}" dt="2026-10-14T11:47:41.748" v="1100" actId="478"/>
          <ac:spMkLst>
            <pc:docMk/>
            <pc:sldMk cId="4048538831" sldId="4937"/>
            <ac:spMk id="25" creationId="{F45F9167-50D0-4540-82E3-C8F2AADBF72F}"/>
          </ac:spMkLst>
        </pc:spChg>
        <pc:spChg chg="del">
          <ac:chgData name="Minh Huynh" userId="01a137d4-0d81-46e0-aca6-c9185b391828" providerId="ADAL" clId="{88AB73D2-BEAC-49CB-B2E2-279547085BAB}" dt="2026-10-14T11:47:41.748" v="1100" actId="478"/>
          <ac:spMkLst>
            <pc:docMk/>
            <pc:sldMk cId="4048538831" sldId="4937"/>
            <ac:spMk id="26" creationId="{4278E1CB-FECE-48D9-A38B-97A274AEA813}"/>
          </ac:spMkLst>
        </pc:spChg>
        <pc:spChg chg="del">
          <ac:chgData name="Minh Huynh" userId="01a137d4-0d81-46e0-aca6-c9185b391828" providerId="ADAL" clId="{88AB73D2-BEAC-49CB-B2E2-279547085BAB}" dt="2026-10-14T11:47:41.748" v="1100" actId="478"/>
          <ac:spMkLst>
            <pc:docMk/>
            <pc:sldMk cId="4048538831" sldId="4937"/>
            <ac:spMk id="27" creationId="{7CA099DC-C0D1-4F95-8622-C07B8A16703E}"/>
          </ac:spMkLst>
        </pc:spChg>
        <pc:spChg chg="del">
          <ac:chgData name="Minh Huynh" userId="01a137d4-0d81-46e0-aca6-c9185b391828" providerId="ADAL" clId="{88AB73D2-BEAC-49CB-B2E2-279547085BAB}" dt="2026-10-14T11:47:41.748" v="1100" actId="478"/>
          <ac:spMkLst>
            <pc:docMk/>
            <pc:sldMk cId="4048538831" sldId="4937"/>
            <ac:spMk id="28" creationId="{EFFE4165-F9B8-463C-848B-E33D649779CE}"/>
          </ac:spMkLst>
        </pc:spChg>
        <pc:spChg chg="del">
          <ac:chgData name="Minh Huynh" userId="01a137d4-0d81-46e0-aca6-c9185b391828" providerId="ADAL" clId="{88AB73D2-BEAC-49CB-B2E2-279547085BAB}" dt="2026-10-14T11:47:41.748" v="1100" actId="478"/>
          <ac:spMkLst>
            <pc:docMk/>
            <pc:sldMk cId="4048538831" sldId="4937"/>
            <ac:spMk id="29" creationId="{AC9FC5EF-98F9-4488-B480-4F4D96B0A74C}"/>
          </ac:spMkLst>
        </pc:spChg>
        <pc:spChg chg="del">
          <ac:chgData name="Minh Huynh" userId="01a137d4-0d81-46e0-aca6-c9185b391828" providerId="ADAL" clId="{88AB73D2-BEAC-49CB-B2E2-279547085BAB}" dt="2026-10-14T11:47:41.748" v="1100" actId="478"/>
          <ac:spMkLst>
            <pc:docMk/>
            <pc:sldMk cId="4048538831" sldId="4937"/>
            <ac:spMk id="30" creationId="{04849483-195C-4622-8063-8EDDBE6695D0}"/>
          </ac:spMkLst>
        </pc:spChg>
      </pc:sldChg>
      <pc:sldChg chg="addSp delSp modSp add mod">
        <pc:chgData name="Minh Huynh" userId="01a137d4-0d81-46e0-aca6-c9185b391828" providerId="ADAL" clId="{88AB73D2-BEAC-49CB-B2E2-279547085BAB}" dt="2026-10-14T11:48:06.451" v="1104"/>
        <pc:sldMkLst>
          <pc:docMk/>
          <pc:sldMk cId="3586957674" sldId="4948"/>
        </pc:sldMkLst>
        <pc:spChg chg="del">
          <ac:chgData name="Minh Huynh" userId="01a137d4-0d81-46e0-aca6-c9185b391828" providerId="ADAL" clId="{88AB73D2-BEAC-49CB-B2E2-279547085BAB}" dt="2026-10-14T11:48:03.630" v="1103" actId="478"/>
          <ac:spMkLst>
            <pc:docMk/>
            <pc:sldMk cId="3586957674" sldId="4948"/>
            <ac:spMk id="26" creationId="{06412E64-9BD4-4B6A-AEDB-3DCCA4669EB1}"/>
          </ac:spMkLst>
        </pc:spChg>
        <pc:spChg chg="del">
          <ac:chgData name="Minh Huynh" userId="01a137d4-0d81-46e0-aca6-c9185b391828" providerId="ADAL" clId="{88AB73D2-BEAC-49CB-B2E2-279547085BAB}" dt="2026-10-14T11:48:03.630" v="1103" actId="478"/>
          <ac:spMkLst>
            <pc:docMk/>
            <pc:sldMk cId="3586957674" sldId="4948"/>
            <ac:spMk id="27" creationId="{543AC0F9-4583-4863-AB9B-114CB9A91B20}"/>
          </ac:spMkLst>
        </pc:spChg>
        <pc:spChg chg="del">
          <ac:chgData name="Minh Huynh" userId="01a137d4-0d81-46e0-aca6-c9185b391828" providerId="ADAL" clId="{88AB73D2-BEAC-49CB-B2E2-279547085BAB}" dt="2026-10-14T11:48:03.630" v="1103" actId="478"/>
          <ac:spMkLst>
            <pc:docMk/>
            <pc:sldMk cId="3586957674" sldId="4948"/>
            <ac:spMk id="28" creationId="{314A8EFA-4E09-4FA3-BD6A-9C4E9D72DCC9}"/>
          </ac:spMkLst>
        </pc:spChg>
        <pc:spChg chg="del">
          <ac:chgData name="Minh Huynh" userId="01a137d4-0d81-46e0-aca6-c9185b391828" providerId="ADAL" clId="{88AB73D2-BEAC-49CB-B2E2-279547085BAB}" dt="2026-10-14T11:48:03.630" v="1103" actId="478"/>
          <ac:spMkLst>
            <pc:docMk/>
            <pc:sldMk cId="3586957674" sldId="4948"/>
            <ac:spMk id="29" creationId="{9E57231E-1F52-48AD-B5C3-13EFBB23F519}"/>
          </ac:spMkLst>
        </pc:spChg>
        <pc:spChg chg="del">
          <ac:chgData name="Minh Huynh" userId="01a137d4-0d81-46e0-aca6-c9185b391828" providerId="ADAL" clId="{88AB73D2-BEAC-49CB-B2E2-279547085BAB}" dt="2026-10-14T11:48:03.630" v="1103" actId="478"/>
          <ac:spMkLst>
            <pc:docMk/>
            <pc:sldMk cId="3586957674" sldId="4948"/>
            <ac:spMk id="30" creationId="{C7319F4D-F61B-4142-A8CC-31D268EB2814}"/>
          </ac:spMkLst>
        </pc:spChg>
        <pc:spChg chg="del">
          <ac:chgData name="Minh Huynh" userId="01a137d4-0d81-46e0-aca6-c9185b391828" providerId="ADAL" clId="{88AB73D2-BEAC-49CB-B2E2-279547085BAB}" dt="2026-10-14T11:48:03.630" v="1103" actId="478"/>
          <ac:spMkLst>
            <pc:docMk/>
            <pc:sldMk cId="3586957674" sldId="4948"/>
            <ac:spMk id="31" creationId="{F8AC1F8E-46F2-4592-89B5-12EE3F84D4C5}"/>
          </ac:spMkLst>
        </pc:spChg>
        <pc:spChg chg="add mod">
          <ac:chgData name="Minh Huynh" userId="01a137d4-0d81-46e0-aca6-c9185b391828" providerId="ADAL" clId="{88AB73D2-BEAC-49CB-B2E2-279547085BAB}" dt="2026-10-14T11:48:06.451" v="1104"/>
          <ac:spMkLst>
            <pc:docMk/>
            <pc:sldMk cId="3586957674" sldId="4948"/>
            <ac:spMk id="35" creationId="{0ADD52C3-0B7B-4B6C-BC70-D625A8433727}"/>
          </ac:spMkLst>
        </pc:spChg>
        <pc:spChg chg="del">
          <ac:chgData name="Minh Huynh" userId="01a137d4-0d81-46e0-aca6-c9185b391828" providerId="ADAL" clId="{88AB73D2-BEAC-49CB-B2E2-279547085BAB}" dt="2026-10-14T11:48:03.630" v="1103" actId="478"/>
          <ac:spMkLst>
            <pc:docMk/>
            <pc:sldMk cId="3586957674" sldId="4948"/>
            <ac:spMk id="37" creationId="{851EDE64-9CAE-4837-B4B6-55CCB5FE899D}"/>
          </ac:spMkLst>
        </pc:spChg>
        <pc:spChg chg="del">
          <ac:chgData name="Minh Huynh" userId="01a137d4-0d81-46e0-aca6-c9185b391828" providerId="ADAL" clId="{88AB73D2-BEAC-49CB-B2E2-279547085BAB}" dt="2026-10-14T11:48:03.630" v="1103" actId="478"/>
          <ac:spMkLst>
            <pc:docMk/>
            <pc:sldMk cId="3586957674" sldId="4948"/>
            <ac:spMk id="38" creationId="{3A950A4D-D18B-4B64-9F1C-3C48011944CE}"/>
          </ac:spMkLst>
        </pc:spChg>
        <pc:spChg chg="del">
          <ac:chgData name="Minh Huynh" userId="01a137d4-0d81-46e0-aca6-c9185b391828" providerId="ADAL" clId="{88AB73D2-BEAC-49CB-B2E2-279547085BAB}" dt="2026-10-14T11:48:03.630" v="1103" actId="478"/>
          <ac:spMkLst>
            <pc:docMk/>
            <pc:sldMk cId="3586957674" sldId="4948"/>
            <ac:spMk id="39" creationId="{8CC81B68-1EF0-496D-872C-3E8D23DE72F2}"/>
          </ac:spMkLst>
        </pc:spChg>
        <pc:spChg chg="del">
          <ac:chgData name="Minh Huynh" userId="01a137d4-0d81-46e0-aca6-c9185b391828" providerId="ADAL" clId="{88AB73D2-BEAC-49CB-B2E2-279547085BAB}" dt="2026-10-14T11:48:03.630" v="1103" actId="478"/>
          <ac:spMkLst>
            <pc:docMk/>
            <pc:sldMk cId="3586957674" sldId="4948"/>
            <ac:spMk id="40" creationId="{3B11D962-4C7C-4356-9387-06DA585DF277}"/>
          </ac:spMkLst>
        </pc:spChg>
        <pc:spChg chg="del">
          <ac:chgData name="Minh Huynh" userId="01a137d4-0d81-46e0-aca6-c9185b391828" providerId="ADAL" clId="{88AB73D2-BEAC-49CB-B2E2-279547085BAB}" dt="2026-10-14T11:48:03.630" v="1103" actId="478"/>
          <ac:spMkLst>
            <pc:docMk/>
            <pc:sldMk cId="3586957674" sldId="4948"/>
            <ac:spMk id="41" creationId="{DD3A8A60-8CA7-4131-B91F-67D61D3646CC}"/>
          </ac:spMkLst>
        </pc:spChg>
        <pc:spChg chg="del">
          <ac:chgData name="Minh Huynh" userId="01a137d4-0d81-46e0-aca6-c9185b391828" providerId="ADAL" clId="{88AB73D2-BEAC-49CB-B2E2-279547085BAB}" dt="2026-10-14T11:48:03.630" v="1103" actId="478"/>
          <ac:spMkLst>
            <pc:docMk/>
            <pc:sldMk cId="3586957674" sldId="4948"/>
            <ac:spMk id="42" creationId="{4CBA59B0-5BA7-4275-BF1E-53A54B684548}"/>
          </ac:spMkLst>
        </pc:spChg>
      </pc:sldChg>
      <pc:sldChg chg="addSp delSp modSp add mod">
        <pc:chgData name="Minh Huynh" userId="01a137d4-0d81-46e0-aca6-c9185b391828" providerId="ADAL" clId="{88AB73D2-BEAC-49CB-B2E2-279547085BAB}" dt="2026-10-14T11:48:41.283" v="1129"/>
        <pc:sldMkLst>
          <pc:docMk/>
          <pc:sldMk cId="3205467194" sldId="4949"/>
        </pc:sldMkLst>
        <pc:spChg chg="del">
          <ac:chgData name="Minh Huynh" userId="01a137d4-0d81-46e0-aca6-c9185b391828" providerId="ADAL" clId="{88AB73D2-BEAC-49CB-B2E2-279547085BAB}" dt="2026-10-14T11:48:33.997" v="1128" actId="478"/>
          <ac:spMkLst>
            <pc:docMk/>
            <pc:sldMk cId="3205467194" sldId="4949"/>
            <ac:spMk id="2" creationId="{3BA5E62A-AB7C-4FEC-B224-7E1B7C4D72D6}"/>
          </ac:spMkLst>
        </pc:spChg>
        <pc:spChg chg="del">
          <ac:chgData name="Minh Huynh" userId="01a137d4-0d81-46e0-aca6-c9185b391828" providerId="ADAL" clId="{88AB73D2-BEAC-49CB-B2E2-279547085BAB}" dt="2026-10-14T11:48:33.997" v="1128" actId="478"/>
          <ac:spMkLst>
            <pc:docMk/>
            <pc:sldMk cId="3205467194" sldId="4949"/>
            <ac:spMk id="3" creationId="{5F6EB4E4-D656-4D71-B881-4CC4399822E8}"/>
          </ac:spMkLst>
        </pc:spChg>
        <pc:spChg chg="del">
          <ac:chgData name="Minh Huynh" userId="01a137d4-0d81-46e0-aca6-c9185b391828" providerId="ADAL" clId="{88AB73D2-BEAC-49CB-B2E2-279547085BAB}" dt="2026-10-14T11:48:33.997" v="1128" actId="478"/>
          <ac:spMkLst>
            <pc:docMk/>
            <pc:sldMk cId="3205467194" sldId="4949"/>
            <ac:spMk id="4" creationId="{CEAEFCD9-5F15-4155-9FAB-3FD4497F765D}"/>
          </ac:spMkLst>
        </pc:spChg>
        <pc:spChg chg="del">
          <ac:chgData name="Minh Huynh" userId="01a137d4-0d81-46e0-aca6-c9185b391828" providerId="ADAL" clId="{88AB73D2-BEAC-49CB-B2E2-279547085BAB}" dt="2026-10-14T11:48:33.997" v="1128" actId="478"/>
          <ac:spMkLst>
            <pc:docMk/>
            <pc:sldMk cId="3205467194" sldId="4949"/>
            <ac:spMk id="5" creationId="{7DC6B3C1-D274-475B-B368-EF59CA267045}"/>
          </ac:spMkLst>
        </pc:spChg>
        <pc:spChg chg="del">
          <ac:chgData name="Minh Huynh" userId="01a137d4-0d81-46e0-aca6-c9185b391828" providerId="ADAL" clId="{88AB73D2-BEAC-49CB-B2E2-279547085BAB}" dt="2026-10-14T11:48:33.997" v="1128" actId="478"/>
          <ac:spMkLst>
            <pc:docMk/>
            <pc:sldMk cId="3205467194" sldId="4949"/>
            <ac:spMk id="7" creationId="{5C3B4234-12C5-46D8-98BE-92E06932E5B2}"/>
          </ac:spMkLst>
        </pc:spChg>
        <pc:spChg chg="del">
          <ac:chgData name="Minh Huynh" userId="01a137d4-0d81-46e0-aca6-c9185b391828" providerId="ADAL" clId="{88AB73D2-BEAC-49CB-B2E2-279547085BAB}" dt="2026-10-14T11:48:33.997" v="1128" actId="478"/>
          <ac:spMkLst>
            <pc:docMk/>
            <pc:sldMk cId="3205467194" sldId="4949"/>
            <ac:spMk id="9" creationId="{AE855CFC-F65D-4B71-997D-470818560A1A}"/>
          </ac:spMkLst>
        </pc:spChg>
        <pc:spChg chg="del">
          <ac:chgData name="Minh Huynh" userId="01a137d4-0d81-46e0-aca6-c9185b391828" providerId="ADAL" clId="{88AB73D2-BEAC-49CB-B2E2-279547085BAB}" dt="2026-10-14T11:48:33.997" v="1128" actId="478"/>
          <ac:spMkLst>
            <pc:docMk/>
            <pc:sldMk cId="3205467194" sldId="4949"/>
            <ac:spMk id="10" creationId="{ED8C3971-BE29-4EE0-8B8F-7769F1A35E50}"/>
          </ac:spMkLst>
        </pc:spChg>
        <pc:spChg chg="del">
          <ac:chgData name="Minh Huynh" userId="01a137d4-0d81-46e0-aca6-c9185b391828" providerId="ADAL" clId="{88AB73D2-BEAC-49CB-B2E2-279547085BAB}" dt="2026-10-14T11:48:33.997" v="1128" actId="478"/>
          <ac:spMkLst>
            <pc:docMk/>
            <pc:sldMk cId="3205467194" sldId="4949"/>
            <ac:spMk id="11" creationId="{A8A7F203-47FD-467B-A0C4-E959F776E530}"/>
          </ac:spMkLst>
        </pc:spChg>
        <pc:spChg chg="del">
          <ac:chgData name="Minh Huynh" userId="01a137d4-0d81-46e0-aca6-c9185b391828" providerId="ADAL" clId="{88AB73D2-BEAC-49CB-B2E2-279547085BAB}" dt="2026-10-14T11:48:33.997" v="1128" actId="478"/>
          <ac:spMkLst>
            <pc:docMk/>
            <pc:sldMk cId="3205467194" sldId="4949"/>
            <ac:spMk id="12" creationId="{A0F74E0A-F8E6-4243-806F-C914B157BE2A}"/>
          </ac:spMkLst>
        </pc:spChg>
        <pc:spChg chg="del">
          <ac:chgData name="Minh Huynh" userId="01a137d4-0d81-46e0-aca6-c9185b391828" providerId="ADAL" clId="{88AB73D2-BEAC-49CB-B2E2-279547085BAB}" dt="2026-10-14T11:48:33.997" v="1128" actId="478"/>
          <ac:spMkLst>
            <pc:docMk/>
            <pc:sldMk cId="3205467194" sldId="4949"/>
            <ac:spMk id="13" creationId="{68644227-DF7B-4CAA-83F1-BBCDA5025F69}"/>
          </ac:spMkLst>
        </pc:spChg>
        <pc:spChg chg="del">
          <ac:chgData name="Minh Huynh" userId="01a137d4-0d81-46e0-aca6-c9185b391828" providerId="ADAL" clId="{88AB73D2-BEAC-49CB-B2E2-279547085BAB}" dt="2026-10-14T11:48:33.997" v="1128" actId="478"/>
          <ac:spMkLst>
            <pc:docMk/>
            <pc:sldMk cId="3205467194" sldId="4949"/>
            <ac:spMk id="14" creationId="{2F419C7B-881B-421A-BAF5-2882C6AD789A}"/>
          </ac:spMkLst>
        </pc:spChg>
        <pc:spChg chg="del">
          <ac:chgData name="Minh Huynh" userId="01a137d4-0d81-46e0-aca6-c9185b391828" providerId="ADAL" clId="{88AB73D2-BEAC-49CB-B2E2-279547085BAB}" dt="2026-10-14T11:48:33.997" v="1128" actId="478"/>
          <ac:spMkLst>
            <pc:docMk/>
            <pc:sldMk cId="3205467194" sldId="4949"/>
            <ac:spMk id="15" creationId="{6F121590-5A2A-4ED2-A72F-32EC143EE739}"/>
          </ac:spMkLst>
        </pc:spChg>
        <pc:spChg chg="del">
          <ac:chgData name="Minh Huynh" userId="01a137d4-0d81-46e0-aca6-c9185b391828" providerId="ADAL" clId="{88AB73D2-BEAC-49CB-B2E2-279547085BAB}" dt="2026-10-14T11:48:33.997" v="1128" actId="478"/>
          <ac:spMkLst>
            <pc:docMk/>
            <pc:sldMk cId="3205467194" sldId="4949"/>
            <ac:spMk id="19" creationId="{12989C1B-EC4D-403C-9A54-1DBE1CE2FB95}"/>
          </ac:spMkLst>
        </pc:spChg>
        <pc:spChg chg="del">
          <ac:chgData name="Minh Huynh" userId="01a137d4-0d81-46e0-aca6-c9185b391828" providerId="ADAL" clId="{88AB73D2-BEAC-49CB-B2E2-279547085BAB}" dt="2026-10-14T11:48:33.997" v="1128" actId="478"/>
          <ac:spMkLst>
            <pc:docMk/>
            <pc:sldMk cId="3205467194" sldId="4949"/>
            <ac:spMk id="21" creationId="{4D4CC4AD-F54A-4EC3-ADBA-A812803FFA1C}"/>
          </ac:spMkLst>
        </pc:spChg>
        <pc:spChg chg="del">
          <ac:chgData name="Minh Huynh" userId="01a137d4-0d81-46e0-aca6-c9185b391828" providerId="ADAL" clId="{88AB73D2-BEAC-49CB-B2E2-279547085BAB}" dt="2026-10-14T11:48:33.997" v="1128" actId="478"/>
          <ac:spMkLst>
            <pc:docMk/>
            <pc:sldMk cId="3205467194" sldId="4949"/>
            <ac:spMk id="22" creationId="{3C7A78BE-6A1E-4B9A-8E94-BA9CE5D7BE5D}"/>
          </ac:spMkLst>
        </pc:spChg>
        <pc:spChg chg="del">
          <ac:chgData name="Minh Huynh" userId="01a137d4-0d81-46e0-aca6-c9185b391828" providerId="ADAL" clId="{88AB73D2-BEAC-49CB-B2E2-279547085BAB}" dt="2026-10-14T11:48:33.997" v="1128" actId="478"/>
          <ac:spMkLst>
            <pc:docMk/>
            <pc:sldMk cId="3205467194" sldId="4949"/>
            <ac:spMk id="23" creationId="{F8A05F54-0C68-4F06-9910-1D940B47D508}"/>
          </ac:spMkLst>
        </pc:spChg>
        <pc:spChg chg="del">
          <ac:chgData name="Minh Huynh" userId="01a137d4-0d81-46e0-aca6-c9185b391828" providerId="ADAL" clId="{88AB73D2-BEAC-49CB-B2E2-279547085BAB}" dt="2026-10-14T11:48:33.997" v="1128" actId="478"/>
          <ac:spMkLst>
            <pc:docMk/>
            <pc:sldMk cId="3205467194" sldId="4949"/>
            <ac:spMk id="24" creationId="{034293DC-50A3-45FC-9709-7228DDF174B4}"/>
          </ac:spMkLst>
        </pc:spChg>
        <pc:spChg chg="del">
          <ac:chgData name="Minh Huynh" userId="01a137d4-0d81-46e0-aca6-c9185b391828" providerId="ADAL" clId="{88AB73D2-BEAC-49CB-B2E2-279547085BAB}" dt="2026-10-14T11:48:33.997" v="1128" actId="478"/>
          <ac:spMkLst>
            <pc:docMk/>
            <pc:sldMk cId="3205467194" sldId="4949"/>
            <ac:spMk id="25" creationId="{55969843-3DD3-4BF5-A385-E6714A2335AA}"/>
          </ac:spMkLst>
        </pc:spChg>
        <pc:spChg chg="add mod">
          <ac:chgData name="Minh Huynh" userId="01a137d4-0d81-46e0-aca6-c9185b391828" providerId="ADAL" clId="{88AB73D2-BEAC-49CB-B2E2-279547085BAB}" dt="2026-10-14T11:48:41.283" v="1129"/>
          <ac:spMkLst>
            <pc:docMk/>
            <pc:sldMk cId="3205467194" sldId="4949"/>
            <ac:spMk id="27" creationId="{6179327D-142B-45F9-BE61-D6BF9E3F1118}"/>
          </ac:spMkLst>
        </pc:spChg>
        <pc:spChg chg="add mod">
          <ac:chgData name="Minh Huynh" userId="01a137d4-0d81-46e0-aca6-c9185b391828" providerId="ADAL" clId="{88AB73D2-BEAC-49CB-B2E2-279547085BAB}" dt="2026-10-14T11:48:41.283" v="1129"/>
          <ac:spMkLst>
            <pc:docMk/>
            <pc:sldMk cId="3205467194" sldId="4949"/>
            <ac:spMk id="28" creationId="{E8048134-FA48-4647-A976-5C450763DD85}"/>
          </ac:spMkLst>
        </pc:spChg>
        <pc:spChg chg="add mod">
          <ac:chgData name="Minh Huynh" userId="01a137d4-0d81-46e0-aca6-c9185b391828" providerId="ADAL" clId="{88AB73D2-BEAC-49CB-B2E2-279547085BAB}" dt="2026-10-14T11:48:41.283" v="1129"/>
          <ac:spMkLst>
            <pc:docMk/>
            <pc:sldMk cId="3205467194" sldId="4949"/>
            <ac:spMk id="29" creationId="{F64D3B63-7DEB-4537-9589-B577F926196C}"/>
          </ac:spMkLst>
        </pc:spChg>
        <pc:spChg chg="mod">
          <ac:chgData name="Minh Huynh" userId="01a137d4-0d81-46e0-aca6-c9185b391828" providerId="ADAL" clId="{88AB73D2-BEAC-49CB-B2E2-279547085BAB}" dt="2026-10-14T11:48:32.131" v="1127" actId="20577"/>
          <ac:spMkLst>
            <pc:docMk/>
            <pc:sldMk cId="3205467194" sldId="4949"/>
            <ac:spMk id="35" creationId="{0ADD52C3-0B7B-4B6C-BC70-D625A8433727}"/>
          </ac:spMkLst>
        </pc:spChg>
        <pc:picChg chg="add mod">
          <ac:chgData name="Minh Huynh" userId="01a137d4-0d81-46e0-aca6-c9185b391828" providerId="ADAL" clId="{88AB73D2-BEAC-49CB-B2E2-279547085BAB}" dt="2026-10-14T11:48:41.283" v="1129"/>
          <ac:picMkLst>
            <pc:docMk/>
            <pc:sldMk cId="3205467194" sldId="4949"/>
            <ac:picMk id="26" creationId="{03DCD7B4-4257-4028-8A4E-A0EF92941184}"/>
          </ac:picMkLst>
        </pc:picChg>
        <pc:cxnChg chg="del">
          <ac:chgData name="Minh Huynh" userId="01a137d4-0d81-46e0-aca6-c9185b391828" providerId="ADAL" clId="{88AB73D2-BEAC-49CB-B2E2-279547085BAB}" dt="2026-10-14T11:48:33.997" v="1128" actId="478"/>
          <ac:cxnSpMkLst>
            <pc:docMk/>
            <pc:sldMk cId="3205467194" sldId="4949"/>
            <ac:cxnSpMk id="6" creationId="{EE1DB5E9-816A-4538-91DC-165FF64C0666}"/>
          </ac:cxnSpMkLst>
        </pc:cxnChg>
        <pc:cxnChg chg="del">
          <ac:chgData name="Minh Huynh" userId="01a137d4-0d81-46e0-aca6-c9185b391828" providerId="ADAL" clId="{88AB73D2-BEAC-49CB-B2E2-279547085BAB}" dt="2026-10-14T11:48:33.997" v="1128" actId="478"/>
          <ac:cxnSpMkLst>
            <pc:docMk/>
            <pc:sldMk cId="3205467194" sldId="4949"/>
            <ac:cxnSpMk id="8" creationId="{D0CAF3A9-91FA-4455-8849-85109C8FB37F}"/>
          </ac:cxnSpMkLst>
        </pc:cxnChg>
        <pc:cxnChg chg="del">
          <ac:chgData name="Minh Huynh" userId="01a137d4-0d81-46e0-aca6-c9185b391828" providerId="ADAL" clId="{88AB73D2-BEAC-49CB-B2E2-279547085BAB}" dt="2026-10-14T11:48:33.997" v="1128" actId="478"/>
          <ac:cxnSpMkLst>
            <pc:docMk/>
            <pc:sldMk cId="3205467194" sldId="4949"/>
            <ac:cxnSpMk id="20" creationId="{E81F3967-4FBC-4849-B48A-FDDEBC776F20}"/>
          </ac:cxnSpMkLst>
        </pc:cxnChg>
      </pc:sldChg>
      <pc:sldChg chg="delSp add del mod">
        <pc:chgData name="Minh Huynh" userId="01a137d4-0d81-46e0-aca6-c9185b391828" providerId="ADAL" clId="{88AB73D2-BEAC-49CB-B2E2-279547085BAB}" dt="2026-10-14T11:49:05.140" v="1135" actId="47"/>
        <pc:sldMkLst>
          <pc:docMk/>
          <pc:sldMk cId="2492923298" sldId="4950"/>
        </pc:sldMkLst>
        <pc:spChg chg="del">
          <ac:chgData name="Minh Huynh" userId="01a137d4-0d81-46e0-aca6-c9185b391828" providerId="ADAL" clId="{88AB73D2-BEAC-49CB-B2E2-279547085BAB}" dt="2026-10-14T11:48:56.153" v="1131" actId="478"/>
          <ac:spMkLst>
            <pc:docMk/>
            <pc:sldMk cId="2492923298" sldId="4950"/>
            <ac:spMk id="27" creationId="{6179327D-142B-45F9-BE61-D6BF9E3F1118}"/>
          </ac:spMkLst>
        </pc:spChg>
        <pc:spChg chg="del">
          <ac:chgData name="Minh Huynh" userId="01a137d4-0d81-46e0-aca6-c9185b391828" providerId="ADAL" clId="{88AB73D2-BEAC-49CB-B2E2-279547085BAB}" dt="2026-10-14T11:48:56.153" v="1131" actId="478"/>
          <ac:spMkLst>
            <pc:docMk/>
            <pc:sldMk cId="2492923298" sldId="4950"/>
            <ac:spMk id="28" creationId="{E8048134-FA48-4647-A976-5C450763DD85}"/>
          </ac:spMkLst>
        </pc:spChg>
        <pc:spChg chg="del">
          <ac:chgData name="Minh Huynh" userId="01a137d4-0d81-46e0-aca6-c9185b391828" providerId="ADAL" clId="{88AB73D2-BEAC-49CB-B2E2-279547085BAB}" dt="2026-10-14T11:48:56.153" v="1131" actId="478"/>
          <ac:spMkLst>
            <pc:docMk/>
            <pc:sldMk cId="2492923298" sldId="4950"/>
            <ac:spMk id="29" creationId="{F64D3B63-7DEB-4537-9589-B577F926196C}"/>
          </ac:spMkLst>
        </pc:spChg>
        <pc:picChg chg="del">
          <ac:chgData name="Minh Huynh" userId="01a137d4-0d81-46e0-aca6-c9185b391828" providerId="ADAL" clId="{88AB73D2-BEAC-49CB-B2E2-279547085BAB}" dt="2026-10-14T11:48:56.153" v="1131" actId="478"/>
          <ac:picMkLst>
            <pc:docMk/>
            <pc:sldMk cId="2492923298" sldId="4950"/>
            <ac:picMk id="26" creationId="{03DCD7B4-4257-4028-8A4E-A0EF92941184}"/>
          </ac:picMkLst>
        </pc:picChg>
      </pc:sldChg>
      <pc:sldChg chg="addSp delSp modSp add mod">
        <pc:chgData name="Minh Huynh" userId="01a137d4-0d81-46e0-aca6-c9185b391828" providerId="ADAL" clId="{88AB73D2-BEAC-49CB-B2E2-279547085BAB}" dt="2026-10-14T11:49:13.359" v="1149" actId="20577"/>
        <pc:sldMkLst>
          <pc:docMk/>
          <pc:sldMk cId="511627920" sldId="5012"/>
        </pc:sldMkLst>
        <pc:spChg chg="del">
          <ac:chgData name="Minh Huynh" userId="01a137d4-0d81-46e0-aca6-c9185b391828" providerId="ADAL" clId="{88AB73D2-BEAC-49CB-B2E2-279547085BAB}" dt="2026-10-14T11:49:01.039" v="1133" actId="478"/>
          <ac:spMkLst>
            <pc:docMk/>
            <pc:sldMk cId="511627920" sldId="5012"/>
            <ac:spMk id="112" creationId="{72EB3B1C-9363-4FD3-95F9-DB36BA9C014E}"/>
          </ac:spMkLst>
        </pc:spChg>
        <pc:spChg chg="del">
          <ac:chgData name="Minh Huynh" userId="01a137d4-0d81-46e0-aca6-c9185b391828" providerId="ADAL" clId="{88AB73D2-BEAC-49CB-B2E2-279547085BAB}" dt="2026-10-14T11:49:01.039" v="1133" actId="478"/>
          <ac:spMkLst>
            <pc:docMk/>
            <pc:sldMk cId="511627920" sldId="5012"/>
            <ac:spMk id="118" creationId="{A9902133-656D-43C8-81A4-9C246CFD774C}"/>
          </ac:spMkLst>
        </pc:spChg>
        <pc:spChg chg="del">
          <ac:chgData name="Minh Huynh" userId="01a137d4-0d81-46e0-aca6-c9185b391828" providerId="ADAL" clId="{88AB73D2-BEAC-49CB-B2E2-279547085BAB}" dt="2026-10-14T11:49:01.039" v="1133" actId="478"/>
          <ac:spMkLst>
            <pc:docMk/>
            <pc:sldMk cId="511627920" sldId="5012"/>
            <ac:spMk id="120" creationId="{E1C3D2BB-26A4-4766-874C-7F6B05079E38}"/>
          </ac:spMkLst>
        </pc:spChg>
        <pc:spChg chg="del">
          <ac:chgData name="Minh Huynh" userId="01a137d4-0d81-46e0-aca6-c9185b391828" providerId="ADAL" clId="{88AB73D2-BEAC-49CB-B2E2-279547085BAB}" dt="2026-10-14T11:49:01.039" v="1133" actId="478"/>
          <ac:spMkLst>
            <pc:docMk/>
            <pc:sldMk cId="511627920" sldId="5012"/>
            <ac:spMk id="121" creationId="{1F103D01-5052-4ED2-9DE9-CB7AE3423C02}"/>
          </ac:spMkLst>
        </pc:spChg>
        <pc:spChg chg="del">
          <ac:chgData name="Minh Huynh" userId="01a137d4-0d81-46e0-aca6-c9185b391828" providerId="ADAL" clId="{88AB73D2-BEAC-49CB-B2E2-279547085BAB}" dt="2026-10-14T11:49:01.039" v="1133" actId="478"/>
          <ac:spMkLst>
            <pc:docMk/>
            <pc:sldMk cId="511627920" sldId="5012"/>
            <ac:spMk id="128" creationId="{68952361-AD45-419D-849D-06EB5F36AD17}"/>
          </ac:spMkLst>
        </pc:spChg>
        <pc:spChg chg="del">
          <ac:chgData name="Minh Huynh" userId="01a137d4-0d81-46e0-aca6-c9185b391828" providerId="ADAL" clId="{88AB73D2-BEAC-49CB-B2E2-279547085BAB}" dt="2026-10-14T11:49:01.039" v="1133" actId="478"/>
          <ac:spMkLst>
            <pc:docMk/>
            <pc:sldMk cId="511627920" sldId="5012"/>
            <ac:spMk id="129" creationId="{3FE4B89F-0E65-4B10-B74E-ABE54468BFE9}"/>
          </ac:spMkLst>
        </pc:spChg>
        <pc:spChg chg="del">
          <ac:chgData name="Minh Huynh" userId="01a137d4-0d81-46e0-aca6-c9185b391828" providerId="ADAL" clId="{88AB73D2-BEAC-49CB-B2E2-279547085BAB}" dt="2026-10-14T11:49:01.039" v="1133" actId="478"/>
          <ac:spMkLst>
            <pc:docMk/>
            <pc:sldMk cId="511627920" sldId="5012"/>
            <ac:spMk id="130" creationId="{8F6AB142-E95F-42C4-BE70-A581E297533B}"/>
          </ac:spMkLst>
        </pc:spChg>
        <pc:spChg chg="del">
          <ac:chgData name="Minh Huynh" userId="01a137d4-0d81-46e0-aca6-c9185b391828" providerId="ADAL" clId="{88AB73D2-BEAC-49CB-B2E2-279547085BAB}" dt="2026-10-14T11:49:01.039" v="1133" actId="478"/>
          <ac:spMkLst>
            <pc:docMk/>
            <pc:sldMk cId="511627920" sldId="5012"/>
            <ac:spMk id="131" creationId="{934876E4-1225-415E-A828-7FE600284548}"/>
          </ac:spMkLst>
        </pc:spChg>
        <pc:spChg chg="del">
          <ac:chgData name="Minh Huynh" userId="01a137d4-0d81-46e0-aca6-c9185b391828" providerId="ADAL" clId="{88AB73D2-BEAC-49CB-B2E2-279547085BAB}" dt="2026-10-14T11:49:01.039" v="1133" actId="478"/>
          <ac:spMkLst>
            <pc:docMk/>
            <pc:sldMk cId="511627920" sldId="5012"/>
            <ac:spMk id="132" creationId="{38DCC9B7-1826-4B04-AC20-2344D83BA178}"/>
          </ac:spMkLst>
        </pc:spChg>
        <pc:spChg chg="del">
          <ac:chgData name="Minh Huynh" userId="01a137d4-0d81-46e0-aca6-c9185b391828" providerId="ADAL" clId="{88AB73D2-BEAC-49CB-B2E2-279547085BAB}" dt="2026-10-14T11:49:01.039" v="1133" actId="478"/>
          <ac:spMkLst>
            <pc:docMk/>
            <pc:sldMk cId="511627920" sldId="5012"/>
            <ac:spMk id="133" creationId="{82849AB4-5669-44D2-BBBF-C381CB77864C}"/>
          </ac:spMkLst>
        </pc:spChg>
        <pc:spChg chg="del">
          <ac:chgData name="Minh Huynh" userId="01a137d4-0d81-46e0-aca6-c9185b391828" providerId="ADAL" clId="{88AB73D2-BEAC-49CB-B2E2-279547085BAB}" dt="2026-10-14T11:49:01.039" v="1133" actId="478"/>
          <ac:spMkLst>
            <pc:docMk/>
            <pc:sldMk cId="511627920" sldId="5012"/>
            <ac:spMk id="134" creationId="{F7A8B848-2560-472A-A179-549D5DCD7B2B}"/>
          </ac:spMkLst>
        </pc:spChg>
        <pc:spChg chg="del">
          <ac:chgData name="Minh Huynh" userId="01a137d4-0d81-46e0-aca6-c9185b391828" providerId="ADAL" clId="{88AB73D2-BEAC-49CB-B2E2-279547085BAB}" dt="2026-10-14T11:49:01.039" v="1133" actId="478"/>
          <ac:spMkLst>
            <pc:docMk/>
            <pc:sldMk cId="511627920" sldId="5012"/>
            <ac:spMk id="135" creationId="{75476621-C45F-4E02-BA20-29CFAEFB19EB}"/>
          </ac:spMkLst>
        </pc:spChg>
        <pc:spChg chg="del">
          <ac:chgData name="Minh Huynh" userId="01a137d4-0d81-46e0-aca6-c9185b391828" providerId="ADAL" clId="{88AB73D2-BEAC-49CB-B2E2-279547085BAB}" dt="2026-10-14T11:49:01.039" v="1133" actId="478"/>
          <ac:spMkLst>
            <pc:docMk/>
            <pc:sldMk cId="511627920" sldId="5012"/>
            <ac:spMk id="136" creationId="{C0F663B4-4AFC-486A-A336-F68FD35DF78C}"/>
          </ac:spMkLst>
        </pc:spChg>
        <pc:spChg chg="add mod">
          <ac:chgData name="Minh Huynh" userId="01a137d4-0d81-46e0-aca6-c9185b391828" providerId="ADAL" clId="{88AB73D2-BEAC-49CB-B2E2-279547085BAB}" dt="2026-10-14T11:49:13.359" v="1149" actId="20577"/>
          <ac:spMkLst>
            <pc:docMk/>
            <pc:sldMk cId="511627920" sldId="5012"/>
            <ac:spMk id="137" creationId="{21CF2DF7-E617-4469-9697-2F9B53F11A15}"/>
          </ac:spMkLst>
        </pc:spChg>
      </pc:sldChg>
      <pc:sldChg chg="addSp delSp modSp add mod">
        <pc:chgData name="Minh Huynh" userId="01a137d4-0d81-46e0-aca6-c9185b391828" providerId="ADAL" clId="{88AB73D2-BEAC-49CB-B2E2-279547085BAB}" dt="2026-10-14T11:50:20.225" v="1176" actId="20577"/>
        <pc:sldMkLst>
          <pc:docMk/>
          <pc:sldMk cId="1732695391" sldId="5033"/>
        </pc:sldMkLst>
        <pc:spChg chg="del">
          <ac:chgData name="Minh Huynh" userId="01a137d4-0d81-46e0-aca6-c9185b391828" providerId="ADAL" clId="{88AB73D2-BEAC-49CB-B2E2-279547085BAB}" dt="2026-10-14T11:50:05.456" v="1152" actId="478"/>
          <ac:spMkLst>
            <pc:docMk/>
            <pc:sldMk cId="1732695391" sldId="5033"/>
            <ac:spMk id="3" creationId="{8FAD3593-3BC6-489B-BCC8-D4607432CFCE}"/>
          </ac:spMkLst>
        </pc:spChg>
        <pc:spChg chg="del">
          <ac:chgData name="Minh Huynh" userId="01a137d4-0d81-46e0-aca6-c9185b391828" providerId="ADAL" clId="{88AB73D2-BEAC-49CB-B2E2-279547085BAB}" dt="2026-10-14T11:50:05.456" v="1152" actId="478"/>
          <ac:spMkLst>
            <pc:docMk/>
            <pc:sldMk cId="1732695391" sldId="5033"/>
            <ac:spMk id="6" creationId="{81466C38-E287-423D-A6A1-8BB908DB58CA}"/>
          </ac:spMkLst>
        </pc:spChg>
        <pc:spChg chg="del">
          <ac:chgData name="Minh Huynh" userId="01a137d4-0d81-46e0-aca6-c9185b391828" providerId="ADAL" clId="{88AB73D2-BEAC-49CB-B2E2-279547085BAB}" dt="2026-10-14T11:50:05.456" v="1152" actId="478"/>
          <ac:spMkLst>
            <pc:docMk/>
            <pc:sldMk cId="1732695391" sldId="5033"/>
            <ac:spMk id="7" creationId="{912EB275-09DA-4766-8B0F-C2CC3C691BDE}"/>
          </ac:spMkLst>
        </pc:spChg>
        <pc:spChg chg="del">
          <ac:chgData name="Minh Huynh" userId="01a137d4-0d81-46e0-aca6-c9185b391828" providerId="ADAL" clId="{88AB73D2-BEAC-49CB-B2E2-279547085BAB}" dt="2026-10-14T11:50:05.456" v="1152" actId="478"/>
          <ac:spMkLst>
            <pc:docMk/>
            <pc:sldMk cId="1732695391" sldId="5033"/>
            <ac:spMk id="8" creationId="{CA2D12FA-1D6D-4CB2-A6D5-9BA79C27A727}"/>
          </ac:spMkLst>
        </pc:spChg>
        <pc:spChg chg="del">
          <ac:chgData name="Minh Huynh" userId="01a137d4-0d81-46e0-aca6-c9185b391828" providerId="ADAL" clId="{88AB73D2-BEAC-49CB-B2E2-279547085BAB}" dt="2026-10-14T11:50:05.456" v="1152" actId="478"/>
          <ac:spMkLst>
            <pc:docMk/>
            <pc:sldMk cId="1732695391" sldId="5033"/>
            <ac:spMk id="9" creationId="{2DA725D8-59A9-4005-8DAF-2EBA9D280279}"/>
          </ac:spMkLst>
        </pc:spChg>
        <pc:spChg chg="del">
          <ac:chgData name="Minh Huynh" userId="01a137d4-0d81-46e0-aca6-c9185b391828" providerId="ADAL" clId="{88AB73D2-BEAC-49CB-B2E2-279547085BAB}" dt="2026-10-14T11:50:05.456" v="1152" actId="478"/>
          <ac:spMkLst>
            <pc:docMk/>
            <pc:sldMk cId="1732695391" sldId="5033"/>
            <ac:spMk id="10" creationId="{6F6CC913-0937-4CB8-97D1-02F31BD2B0DF}"/>
          </ac:spMkLst>
        </pc:spChg>
        <pc:spChg chg="del">
          <ac:chgData name="Minh Huynh" userId="01a137d4-0d81-46e0-aca6-c9185b391828" providerId="ADAL" clId="{88AB73D2-BEAC-49CB-B2E2-279547085BAB}" dt="2026-10-14T11:50:05.456" v="1152" actId="478"/>
          <ac:spMkLst>
            <pc:docMk/>
            <pc:sldMk cId="1732695391" sldId="5033"/>
            <ac:spMk id="11" creationId="{3D171E14-D659-4F35-A300-6DC07A54963C}"/>
          </ac:spMkLst>
        </pc:spChg>
        <pc:spChg chg="del">
          <ac:chgData name="Minh Huynh" userId="01a137d4-0d81-46e0-aca6-c9185b391828" providerId="ADAL" clId="{88AB73D2-BEAC-49CB-B2E2-279547085BAB}" dt="2026-10-14T11:50:05.456" v="1152" actId="478"/>
          <ac:spMkLst>
            <pc:docMk/>
            <pc:sldMk cId="1732695391" sldId="5033"/>
            <ac:spMk id="12" creationId="{3A5855D7-6E43-49AA-85E0-D5F92CCB3DB0}"/>
          </ac:spMkLst>
        </pc:spChg>
        <pc:spChg chg="del">
          <ac:chgData name="Minh Huynh" userId="01a137d4-0d81-46e0-aca6-c9185b391828" providerId="ADAL" clId="{88AB73D2-BEAC-49CB-B2E2-279547085BAB}" dt="2026-10-14T11:50:05.456" v="1152" actId="478"/>
          <ac:spMkLst>
            <pc:docMk/>
            <pc:sldMk cId="1732695391" sldId="5033"/>
            <ac:spMk id="13" creationId="{500ADFCA-ED10-4D0E-B2B5-ABA0F9E7BD3B}"/>
          </ac:spMkLst>
        </pc:spChg>
        <pc:spChg chg="del">
          <ac:chgData name="Minh Huynh" userId="01a137d4-0d81-46e0-aca6-c9185b391828" providerId="ADAL" clId="{88AB73D2-BEAC-49CB-B2E2-279547085BAB}" dt="2026-10-14T11:50:05.456" v="1152" actId="478"/>
          <ac:spMkLst>
            <pc:docMk/>
            <pc:sldMk cId="1732695391" sldId="5033"/>
            <ac:spMk id="14" creationId="{2FA3E89F-A9E9-40ED-A799-0B485C635C99}"/>
          </ac:spMkLst>
        </pc:spChg>
        <pc:spChg chg="del">
          <ac:chgData name="Minh Huynh" userId="01a137d4-0d81-46e0-aca6-c9185b391828" providerId="ADAL" clId="{88AB73D2-BEAC-49CB-B2E2-279547085BAB}" dt="2026-10-14T11:50:05.456" v="1152" actId="478"/>
          <ac:spMkLst>
            <pc:docMk/>
            <pc:sldMk cId="1732695391" sldId="5033"/>
            <ac:spMk id="15" creationId="{C6B0E896-FDF3-42B3-9019-B8E17CB3275E}"/>
          </ac:spMkLst>
        </pc:spChg>
        <pc:spChg chg="del">
          <ac:chgData name="Minh Huynh" userId="01a137d4-0d81-46e0-aca6-c9185b391828" providerId="ADAL" clId="{88AB73D2-BEAC-49CB-B2E2-279547085BAB}" dt="2026-10-14T11:50:05.456" v="1152" actId="478"/>
          <ac:spMkLst>
            <pc:docMk/>
            <pc:sldMk cId="1732695391" sldId="5033"/>
            <ac:spMk id="16" creationId="{287B9272-F6FC-468C-BA01-E938EEE48A95}"/>
          </ac:spMkLst>
        </pc:spChg>
        <pc:spChg chg="mod">
          <ac:chgData name="Minh Huynh" userId="01a137d4-0d81-46e0-aca6-c9185b391828" providerId="ADAL" clId="{88AB73D2-BEAC-49CB-B2E2-279547085BAB}" dt="2026-10-14T11:50:10.332" v="1154" actId="207"/>
          <ac:spMkLst>
            <pc:docMk/>
            <pc:sldMk cId="1732695391" sldId="5033"/>
            <ac:spMk id="33" creationId="{D3B8A420-18E1-4E70-94FA-2E66B1AF3C60}"/>
          </ac:spMkLst>
        </pc:spChg>
        <pc:spChg chg="add mod">
          <ac:chgData name="Minh Huynh" userId="01a137d4-0d81-46e0-aca6-c9185b391828" providerId="ADAL" clId="{88AB73D2-BEAC-49CB-B2E2-279547085BAB}" dt="2026-10-14T11:50:20.225" v="1176" actId="20577"/>
          <ac:spMkLst>
            <pc:docMk/>
            <pc:sldMk cId="1732695391" sldId="5033"/>
            <ac:spMk id="34" creationId="{1E8F8070-3E58-49E3-A87A-22C2723B49E2}"/>
          </ac:spMkLst>
        </pc:spChg>
        <pc:grpChg chg="del">
          <ac:chgData name="Minh Huynh" userId="01a137d4-0d81-46e0-aca6-c9185b391828" providerId="ADAL" clId="{88AB73D2-BEAC-49CB-B2E2-279547085BAB}" dt="2026-10-14T11:50:06.866" v="1153" actId="478"/>
          <ac:grpSpMkLst>
            <pc:docMk/>
            <pc:sldMk cId="1732695391" sldId="5033"/>
            <ac:grpSpMk id="17" creationId="{4191BC01-42A1-4532-84A6-8E3C25A8738F}"/>
          </ac:grpSpMkLst>
        </pc:grpChg>
      </pc:sldChg>
      <pc:sldChg chg="addSp delSp modSp add mod">
        <pc:chgData name="Minh Huynh" userId="01a137d4-0d81-46e0-aca6-c9185b391828" providerId="ADAL" clId="{88AB73D2-BEAC-49CB-B2E2-279547085BAB}" dt="2026-10-14T11:50:45.958" v="1187" actId="20577"/>
        <pc:sldMkLst>
          <pc:docMk/>
          <pc:sldMk cId="3732838123" sldId="5042"/>
        </pc:sldMkLst>
        <pc:spChg chg="del">
          <ac:chgData name="Minh Huynh" userId="01a137d4-0d81-46e0-aca6-c9185b391828" providerId="ADAL" clId="{88AB73D2-BEAC-49CB-B2E2-279547085BAB}" dt="2026-10-14T11:50:39.706" v="1178" actId="478"/>
          <ac:spMkLst>
            <pc:docMk/>
            <pc:sldMk cId="3732838123" sldId="5042"/>
            <ac:spMk id="3" creationId="{8FAD3593-3BC6-489B-BCC8-D4607432CFCE}"/>
          </ac:spMkLst>
        </pc:spChg>
        <pc:spChg chg="del">
          <ac:chgData name="Minh Huynh" userId="01a137d4-0d81-46e0-aca6-c9185b391828" providerId="ADAL" clId="{88AB73D2-BEAC-49CB-B2E2-279547085BAB}" dt="2026-10-14T11:50:39.706" v="1178" actId="478"/>
          <ac:spMkLst>
            <pc:docMk/>
            <pc:sldMk cId="3732838123" sldId="5042"/>
            <ac:spMk id="6" creationId="{81466C38-E287-423D-A6A1-8BB908DB58CA}"/>
          </ac:spMkLst>
        </pc:spChg>
        <pc:spChg chg="del">
          <ac:chgData name="Minh Huynh" userId="01a137d4-0d81-46e0-aca6-c9185b391828" providerId="ADAL" clId="{88AB73D2-BEAC-49CB-B2E2-279547085BAB}" dt="2026-10-14T11:50:39.706" v="1178" actId="478"/>
          <ac:spMkLst>
            <pc:docMk/>
            <pc:sldMk cId="3732838123" sldId="5042"/>
            <ac:spMk id="7" creationId="{912EB275-09DA-4766-8B0F-C2CC3C691BDE}"/>
          </ac:spMkLst>
        </pc:spChg>
        <pc:spChg chg="del">
          <ac:chgData name="Minh Huynh" userId="01a137d4-0d81-46e0-aca6-c9185b391828" providerId="ADAL" clId="{88AB73D2-BEAC-49CB-B2E2-279547085BAB}" dt="2026-10-14T11:50:39.706" v="1178" actId="478"/>
          <ac:spMkLst>
            <pc:docMk/>
            <pc:sldMk cId="3732838123" sldId="5042"/>
            <ac:spMk id="8" creationId="{CA2D12FA-1D6D-4CB2-A6D5-9BA79C27A727}"/>
          </ac:spMkLst>
        </pc:spChg>
        <pc:spChg chg="del">
          <ac:chgData name="Minh Huynh" userId="01a137d4-0d81-46e0-aca6-c9185b391828" providerId="ADAL" clId="{88AB73D2-BEAC-49CB-B2E2-279547085BAB}" dt="2026-10-14T11:50:39.706" v="1178" actId="478"/>
          <ac:spMkLst>
            <pc:docMk/>
            <pc:sldMk cId="3732838123" sldId="5042"/>
            <ac:spMk id="9" creationId="{2DA725D8-59A9-4005-8DAF-2EBA9D280279}"/>
          </ac:spMkLst>
        </pc:spChg>
        <pc:spChg chg="del">
          <ac:chgData name="Minh Huynh" userId="01a137d4-0d81-46e0-aca6-c9185b391828" providerId="ADAL" clId="{88AB73D2-BEAC-49CB-B2E2-279547085BAB}" dt="2026-10-14T11:50:39.706" v="1178" actId="478"/>
          <ac:spMkLst>
            <pc:docMk/>
            <pc:sldMk cId="3732838123" sldId="5042"/>
            <ac:spMk id="10" creationId="{6F6CC913-0937-4CB8-97D1-02F31BD2B0DF}"/>
          </ac:spMkLst>
        </pc:spChg>
        <pc:spChg chg="del">
          <ac:chgData name="Minh Huynh" userId="01a137d4-0d81-46e0-aca6-c9185b391828" providerId="ADAL" clId="{88AB73D2-BEAC-49CB-B2E2-279547085BAB}" dt="2026-10-14T11:50:39.706" v="1178" actId="478"/>
          <ac:spMkLst>
            <pc:docMk/>
            <pc:sldMk cId="3732838123" sldId="5042"/>
            <ac:spMk id="11" creationId="{3D171E14-D659-4F35-A300-6DC07A54963C}"/>
          </ac:spMkLst>
        </pc:spChg>
        <pc:spChg chg="del">
          <ac:chgData name="Minh Huynh" userId="01a137d4-0d81-46e0-aca6-c9185b391828" providerId="ADAL" clId="{88AB73D2-BEAC-49CB-B2E2-279547085BAB}" dt="2026-10-14T11:50:39.706" v="1178" actId="478"/>
          <ac:spMkLst>
            <pc:docMk/>
            <pc:sldMk cId="3732838123" sldId="5042"/>
            <ac:spMk id="12" creationId="{3A5855D7-6E43-49AA-85E0-D5F92CCB3DB0}"/>
          </ac:spMkLst>
        </pc:spChg>
        <pc:spChg chg="del">
          <ac:chgData name="Minh Huynh" userId="01a137d4-0d81-46e0-aca6-c9185b391828" providerId="ADAL" clId="{88AB73D2-BEAC-49CB-B2E2-279547085BAB}" dt="2026-10-14T11:50:39.706" v="1178" actId="478"/>
          <ac:spMkLst>
            <pc:docMk/>
            <pc:sldMk cId="3732838123" sldId="5042"/>
            <ac:spMk id="13" creationId="{500ADFCA-ED10-4D0E-B2B5-ABA0F9E7BD3B}"/>
          </ac:spMkLst>
        </pc:spChg>
        <pc:spChg chg="del">
          <ac:chgData name="Minh Huynh" userId="01a137d4-0d81-46e0-aca6-c9185b391828" providerId="ADAL" clId="{88AB73D2-BEAC-49CB-B2E2-279547085BAB}" dt="2026-10-14T11:50:39.706" v="1178" actId="478"/>
          <ac:spMkLst>
            <pc:docMk/>
            <pc:sldMk cId="3732838123" sldId="5042"/>
            <ac:spMk id="14" creationId="{2FA3E89F-A9E9-40ED-A799-0B485C635C99}"/>
          </ac:spMkLst>
        </pc:spChg>
        <pc:spChg chg="del">
          <ac:chgData name="Minh Huynh" userId="01a137d4-0d81-46e0-aca6-c9185b391828" providerId="ADAL" clId="{88AB73D2-BEAC-49CB-B2E2-279547085BAB}" dt="2026-10-14T11:50:39.706" v="1178" actId="478"/>
          <ac:spMkLst>
            <pc:docMk/>
            <pc:sldMk cId="3732838123" sldId="5042"/>
            <ac:spMk id="15" creationId="{C6B0E896-FDF3-42B3-9019-B8E17CB3275E}"/>
          </ac:spMkLst>
        </pc:spChg>
        <pc:spChg chg="del">
          <ac:chgData name="Minh Huynh" userId="01a137d4-0d81-46e0-aca6-c9185b391828" providerId="ADAL" clId="{88AB73D2-BEAC-49CB-B2E2-279547085BAB}" dt="2026-10-14T11:50:39.706" v="1178" actId="478"/>
          <ac:spMkLst>
            <pc:docMk/>
            <pc:sldMk cId="3732838123" sldId="5042"/>
            <ac:spMk id="16" creationId="{287B9272-F6FC-468C-BA01-E938EEE48A95}"/>
          </ac:spMkLst>
        </pc:spChg>
        <pc:spChg chg="add mod">
          <ac:chgData name="Minh Huynh" userId="01a137d4-0d81-46e0-aca6-c9185b391828" providerId="ADAL" clId="{88AB73D2-BEAC-49CB-B2E2-279547085BAB}" dt="2026-10-14T11:50:45.958" v="1187" actId="20577"/>
          <ac:spMkLst>
            <pc:docMk/>
            <pc:sldMk cId="3732838123" sldId="5042"/>
            <ac:spMk id="30" creationId="{AD1C144F-B3C0-4227-9F8E-79C68347D147}"/>
          </ac:spMkLst>
        </pc:spChg>
      </pc:sldChg>
      <pc:sldChg chg="add">
        <pc:chgData name="Minh Huynh" userId="01a137d4-0d81-46e0-aca6-c9185b391828" providerId="ADAL" clId="{88AB73D2-BEAC-49CB-B2E2-279547085BAB}" dt="2026-10-14T11:49:33.134" v="1150"/>
        <pc:sldMkLst>
          <pc:docMk/>
          <pc:sldMk cId="2637387746" sldId="5044"/>
        </pc:sldMkLst>
      </pc:sldChg>
      <pc:sldChg chg="addSp delSp modSp add mod">
        <pc:chgData name="Minh Huynh" userId="01a137d4-0d81-46e0-aca6-c9185b391828" providerId="ADAL" clId="{88AB73D2-BEAC-49CB-B2E2-279547085BAB}" dt="2026-10-14T11:51:13.204" v="1209" actId="20577"/>
        <pc:sldMkLst>
          <pc:docMk/>
          <pc:sldMk cId="88343320" sldId="5060"/>
        </pc:sldMkLst>
        <pc:spChg chg="del">
          <ac:chgData name="Minh Huynh" userId="01a137d4-0d81-46e0-aca6-c9185b391828" providerId="ADAL" clId="{88AB73D2-BEAC-49CB-B2E2-279547085BAB}" dt="2026-10-14T11:51:04.239" v="1189" actId="478"/>
          <ac:spMkLst>
            <pc:docMk/>
            <pc:sldMk cId="88343320" sldId="5060"/>
            <ac:spMk id="3" creationId="{8FAD3593-3BC6-489B-BCC8-D4607432CFCE}"/>
          </ac:spMkLst>
        </pc:spChg>
        <pc:spChg chg="del">
          <ac:chgData name="Minh Huynh" userId="01a137d4-0d81-46e0-aca6-c9185b391828" providerId="ADAL" clId="{88AB73D2-BEAC-49CB-B2E2-279547085BAB}" dt="2026-10-14T11:51:04.239" v="1189" actId="478"/>
          <ac:spMkLst>
            <pc:docMk/>
            <pc:sldMk cId="88343320" sldId="5060"/>
            <ac:spMk id="6" creationId="{81466C38-E287-423D-A6A1-8BB908DB58CA}"/>
          </ac:spMkLst>
        </pc:spChg>
        <pc:spChg chg="del">
          <ac:chgData name="Minh Huynh" userId="01a137d4-0d81-46e0-aca6-c9185b391828" providerId="ADAL" clId="{88AB73D2-BEAC-49CB-B2E2-279547085BAB}" dt="2026-10-14T11:51:04.239" v="1189" actId="478"/>
          <ac:spMkLst>
            <pc:docMk/>
            <pc:sldMk cId="88343320" sldId="5060"/>
            <ac:spMk id="7" creationId="{912EB275-09DA-4766-8B0F-C2CC3C691BDE}"/>
          </ac:spMkLst>
        </pc:spChg>
        <pc:spChg chg="del">
          <ac:chgData name="Minh Huynh" userId="01a137d4-0d81-46e0-aca6-c9185b391828" providerId="ADAL" clId="{88AB73D2-BEAC-49CB-B2E2-279547085BAB}" dt="2026-10-14T11:51:04.239" v="1189" actId="478"/>
          <ac:spMkLst>
            <pc:docMk/>
            <pc:sldMk cId="88343320" sldId="5060"/>
            <ac:spMk id="8" creationId="{CA2D12FA-1D6D-4CB2-A6D5-9BA79C27A727}"/>
          </ac:spMkLst>
        </pc:spChg>
        <pc:spChg chg="del">
          <ac:chgData name="Minh Huynh" userId="01a137d4-0d81-46e0-aca6-c9185b391828" providerId="ADAL" clId="{88AB73D2-BEAC-49CB-B2E2-279547085BAB}" dt="2026-10-14T11:51:04.239" v="1189" actId="478"/>
          <ac:spMkLst>
            <pc:docMk/>
            <pc:sldMk cId="88343320" sldId="5060"/>
            <ac:spMk id="9" creationId="{2DA725D8-59A9-4005-8DAF-2EBA9D280279}"/>
          </ac:spMkLst>
        </pc:spChg>
        <pc:spChg chg="del">
          <ac:chgData name="Minh Huynh" userId="01a137d4-0d81-46e0-aca6-c9185b391828" providerId="ADAL" clId="{88AB73D2-BEAC-49CB-B2E2-279547085BAB}" dt="2026-10-14T11:51:04.239" v="1189" actId="478"/>
          <ac:spMkLst>
            <pc:docMk/>
            <pc:sldMk cId="88343320" sldId="5060"/>
            <ac:spMk id="10" creationId="{6F6CC913-0937-4CB8-97D1-02F31BD2B0DF}"/>
          </ac:spMkLst>
        </pc:spChg>
        <pc:spChg chg="del">
          <ac:chgData name="Minh Huynh" userId="01a137d4-0d81-46e0-aca6-c9185b391828" providerId="ADAL" clId="{88AB73D2-BEAC-49CB-B2E2-279547085BAB}" dt="2026-10-14T11:51:04.239" v="1189" actId="478"/>
          <ac:spMkLst>
            <pc:docMk/>
            <pc:sldMk cId="88343320" sldId="5060"/>
            <ac:spMk id="11" creationId="{3D171E14-D659-4F35-A300-6DC07A54963C}"/>
          </ac:spMkLst>
        </pc:spChg>
        <pc:spChg chg="del">
          <ac:chgData name="Minh Huynh" userId="01a137d4-0d81-46e0-aca6-c9185b391828" providerId="ADAL" clId="{88AB73D2-BEAC-49CB-B2E2-279547085BAB}" dt="2026-10-14T11:51:04.239" v="1189" actId="478"/>
          <ac:spMkLst>
            <pc:docMk/>
            <pc:sldMk cId="88343320" sldId="5060"/>
            <ac:spMk id="12" creationId="{3A5855D7-6E43-49AA-85E0-D5F92CCB3DB0}"/>
          </ac:spMkLst>
        </pc:spChg>
        <pc:spChg chg="del">
          <ac:chgData name="Minh Huynh" userId="01a137d4-0d81-46e0-aca6-c9185b391828" providerId="ADAL" clId="{88AB73D2-BEAC-49CB-B2E2-279547085BAB}" dt="2026-10-14T11:51:04.239" v="1189" actId="478"/>
          <ac:spMkLst>
            <pc:docMk/>
            <pc:sldMk cId="88343320" sldId="5060"/>
            <ac:spMk id="13" creationId="{500ADFCA-ED10-4D0E-B2B5-ABA0F9E7BD3B}"/>
          </ac:spMkLst>
        </pc:spChg>
        <pc:spChg chg="del">
          <ac:chgData name="Minh Huynh" userId="01a137d4-0d81-46e0-aca6-c9185b391828" providerId="ADAL" clId="{88AB73D2-BEAC-49CB-B2E2-279547085BAB}" dt="2026-10-14T11:51:04.239" v="1189" actId="478"/>
          <ac:spMkLst>
            <pc:docMk/>
            <pc:sldMk cId="88343320" sldId="5060"/>
            <ac:spMk id="14" creationId="{2FA3E89F-A9E9-40ED-A799-0B485C635C99}"/>
          </ac:spMkLst>
        </pc:spChg>
        <pc:spChg chg="del">
          <ac:chgData name="Minh Huynh" userId="01a137d4-0d81-46e0-aca6-c9185b391828" providerId="ADAL" clId="{88AB73D2-BEAC-49CB-B2E2-279547085BAB}" dt="2026-10-14T11:51:04.239" v="1189" actId="478"/>
          <ac:spMkLst>
            <pc:docMk/>
            <pc:sldMk cId="88343320" sldId="5060"/>
            <ac:spMk id="15" creationId="{C6B0E896-FDF3-42B3-9019-B8E17CB3275E}"/>
          </ac:spMkLst>
        </pc:spChg>
        <pc:spChg chg="del">
          <ac:chgData name="Minh Huynh" userId="01a137d4-0d81-46e0-aca6-c9185b391828" providerId="ADAL" clId="{88AB73D2-BEAC-49CB-B2E2-279547085BAB}" dt="2026-10-14T11:51:04.239" v="1189" actId="478"/>
          <ac:spMkLst>
            <pc:docMk/>
            <pc:sldMk cId="88343320" sldId="5060"/>
            <ac:spMk id="16" creationId="{287B9272-F6FC-468C-BA01-E938EEE48A95}"/>
          </ac:spMkLst>
        </pc:spChg>
        <pc:spChg chg="add mod">
          <ac:chgData name="Minh Huynh" userId="01a137d4-0d81-46e0-aca6-c9185b391828" providerId="ADAL" clId="{88AB73D2-BEAC-49CB-B2E2-279547085BAB}" dt="2026-10-14T11:51:13.204" v="1209" actId="20577"/>
          <ac:spMkLst>
            <pc:docMk/>
            <pc:sldMk cId="88343320" sldId="5060"/>
            <ac:spMk id="70" creationId="{21E70044-268C-4BE7-B16B-8E14426271E9}"/>
          </ac:spMkLst>
        </pc:spChg>
      </pc:sldChg>
      <pc:sldChg chg="add">
        <pc:chgData name="Minh Huynh" userId="01a137d4-0d81-46e0-aca6-c9185b391828" providerId="ADAL" clId="{88AB73D2-BEAC-49CB-B2E2-279547085BAB}" dt="2026-10-14T11:52:24.556" v="1210"/>
        <pc:sldMkLst>
          <pc:docMk/>
          <pc:sldMk cId="1032328716" sldId="5123"/>
        </pc:sldMkLst>
      </pc:sldChg>
      <pc:sldChg chg="addSp delSp modSp add mod">
        <pc:chgData name="Minh Huynh" userId="01a137d4-0d81-46e0-aca6-c9185b391828" providerId="ADAL" clId="{88AB73D2-BEAC-49CB-B2E2-279547085BAB}" dt="2026-10-14T11:56:34.052" v="1245" actId="478"/>
        <pc:sldMkLst>
          <pc:docMk/>
          <pc:sldMk cId="3053731873" sldId="5139"/>
        </pc:sldMkLst>
        <pc:spChg chg="del">
          <ac:chgData name="Minh Huynh" userId="01a137d4-0d81-46e0-aca6-c9185b391828" providerId="ADAL" clId="{88AB73D2-BEAC-49CB-B2E2-279547085BAB}" dt="2026-10-14T11:56:34.052" v="1245" actId="478"/>
          <ac:spMkLst>
            <pc:docMk/>
            <pc:sldMk cId="3053731873" sldId="5139"/>
            <ac:spMk id="31" creationId="{98A7A72D-CDBD-408C-8C62-68364214414D}"/>
          </ac:spMkLst>
        </pc:spChg>
        <pc:spChg chg="del">
          <ac:chgData name="Minh Huynh" userId="01a137d4-0d81-46e0-aca6-c9185b391828" providerId="ADAL" clId="{88AB73D2-BEAC-49CB-B2E2-279547085BAB}" dt="2026-10-14T11:53:18.011" v="1233" actId="478"/>
          <ac:spMkLst>
            <pc:docMk/>
            <pc:sldMk cId="3053731873" sldId="5139"/>
            <ac:spMk id="115" creationId="{334555E8-3720-4068-B779-264F8C4633F2}"/>
          </ac:spMkLst>
        </pc:spChg>
        <pc:spChg chg="del">
          <ac:chgData name="Minh Huynh" userId="01a137d4-0d81-46e0-aca6-c9185b391828" providerId="ADAL" clId="{88AB73D2-BEAC-49CB-B2E2-279547085BAB}" dt="2026-10-14T11:53:18.011" v="1233" actId="478"/>
          <ac:spMkLst>
            <pc:docMk/>
            <pc:sldMk cId="3053731873" sldId="5139"/>
            <ac:spMk id="117" creationId="{FCCE30CF-F742-4737-A1DB-F09CD6EDD4E3}"/>
          </ac:spMkLst>
        </pc:spChg>
        <pc:spChg chg="del">
          <ac:chgData name="Minh Huynh" userId="01a137d4-0d81-46e0-aca6-c9185b391828" providerId="ADAL" clId="{88AB73D2-BEAC-49CB-B2E2-279547085BAB}" dt="2026-10-14T11:53:18.011" v="1233" actId="478"/>
          <ac:spMkLst>
            <pc:docMk/>
            <pc:sldMk cId="3053731873" sldId="5139"/>
            <ac:spMk id="118" creationId="{A1062329-B559-4817-81B1-158649C29213}"/>
          </ac:spMkLst>
        </pc:spChg>
        <pc:spChg chg="del">
          <ac:chgData name="Minh Huynh" userId="01a137d4-0d81-46e0-aca6-c9185b391828" providerId="ADAL" clId="{88AB73D2-BEAC-49CB-B2E2-279547085BAB}" dt="2026-10-14T11:53:18.011" v="1233" actId="478"/>
          <ac:spMkLst>
            <pc:docMk/>
            <pc:sldMk cId="3053731873" sldId="5139"/>
            <ac:spMk id="119" creationId="{DD6A7DE6-BF13-4CD5-90C5-C129F3EB7654}"/>
          </ac:spMkLst>
        </pc:spChg>
        <pc:spChg chg="del">
          <ac:chgData name="Minh Huynh" userId="01a137d4-0d81-46e0-aca6-c9185b391828" providerId="ADAL" clId="{88AB73D2-BEAC-49CB-B2E2-279547085BAB}" dt="2026-10-14T11:53:18.011" v="1233" actId="478"/>
          <ac:spMkLst>
            <pc:docMk/>
            <pc:sldMk cId="3053731873" sldId="5139"/>
            <ac:spMk id="120" creationId="{8BEAEA02-3621-4FF1-A54F-9D8474F58026}"/>
          </ac:spMkLst>
        </pc:spChg>
        <pc:spChg chg="del">
          <ac:chgData name="Minh Huynh" userId="01a137d4-0d81-46e0-aca6-c9185b391828" providerId="ADAL" clId="{88AB73D2-BEAC-49CB-B2E2-279547085BAB}" dt="2026-10-14T11:53:18.011" v="1233" actId="478"/>
          <ac:spMkLst>
            <pc:docMk/>
            <pc:sldMk cId="3053731873" sldId="5139"/>
            <ac:spMk id="121" creationId="{32432F97-0242-446C-BDA0-CC6BBCDE407F}"/>
          </ac:spMkLst>
        </pc:spChg>
        <pc:spChg chg="del">
          <ac:chgData name="Minh Huynh" userId="01a137d4-0d81-46e0-aca6-c9185b391828" providerId="ADAL" clId="{88AB73D2-BEAC-49CB-B2E2-279547085BAB}" dt="2026-10-14T11:53:18.011" v="1233" actId="478"/>
          <ac:spMkLst>
            <pc:docMk/>
            <pc:sldMk cId="3053731873" sldId="5139"/>
            <ac:spMk id="122" creationId="{EEFA374D-79A6-4F76-B64E-D58A223C2318}"/>
          </ac:spMkLst>
        </pc:spChg>
        <pc:spChg chg="del">
          <ac:chgData name="Minh Huynh" userId="01a137d4-0d81-46e0-aca6-c9185b391828" providerId="ADAL" clId="{88AB73D2-BEAC-49CB-B2E2-279547085BAB}" dt="2026-10-14T11:53:18.011" v="1233" actId="478"/>
          <ac:spMkLst>
            <pc:docMk/>
            <pc:sldMk cId="3053731873" sldId="5139"/>
            <ac:spMk id="124" creationId="{A9A8E3EB-F774-4121-852B-04A5463992BD}"/>
          </ac:spMkLst>
        </pc:spChg>
        <pc:spChg chg="del">
          <ac:chgData name="Minh Huynh" userId="01a137d4-0d81-46e0-aca6-c9185b391828" providerId="ADAL" clId="{88AB73D2-BEAC-49CB-B2E2-279547085BAB}" dt="2026-10-14T11:53:18.011" v="1233" actId="478"/>
          <ac:spMkLst>
            <pc:docMk/>
            <pc:sldMk cId="3053731873" sldId="5139"/>
            <ac:spMk id="125" creationId="{25A9A18D-2EAB-4C0B-9B9F-8E353FA4E7AE}"/>
          </ac:spMkLst>
        </pc:spChg>
        <pc:spChg chg="del">
          <ac:chgData name="Minh Huynh" userId="01a137d4-0d81-46e0-aca6-c9185b391828" providerId="ADAL" clId="{88AB73D2-BEAC-49CB-B2E2-279547085BAB}" dt="2026-10-14T11:53:18.011" v="1233" actId="478"/>
          <ac:spMkLst>
            <pc:docMk/>
            <pc:sldMk cId="3053731873" sldId="5139"/>
            <ac:spMk id="126" creationId="{AC0A153F-1918-4AD3-83E7-25826DEC8239}"/>
          </ac:spMkLst>
        </pc:spChg>
        <pc:spChg chg="add mod">
          <ac:chgData name="Minh Huynh" userId="01a137d4-0d81-46e0-aca6-c9185b391828" providerId="ADAL" clId="{88AB73D2-BEAC-49CB-B2E2-279547085BAB}" dt="2026-10-14T11:53:27.044" v="1243" actId="20577"/>
          <ac:spMkLst>
            <pc:docMk/>
            <pc:sldMk cId="3053731873" sldId="5139"/>
            <ac:spMk id="164" creationId="{A5AD6619-7FAB-4DE5-AFF9-A14862F8A353}"/>
          </ac:spMkLst>
        </pc:spChg>
      </pc:sldChg>
      <pc:sldChg chg="addSp delSp modSp add mod">
        <pc:chgData name="Minh Huynh" userId="01a137d4-0d81-46e0-aca6-c9185b391828" providerId="ADAL" clId="{88AB73D2-BEAC-49CB-B2E2-279547085BAB}" dt="2026-10-14T11:57:05.578" v="1277" actId="20577"/>
        <pc:sldMkLst>
          <pc:docMk/>
          <pc:sldMk cId="1342646836" sldId="5140"/>
        </pc:sldMkLst>
        <pc:spChg chg="del">
          <ac:chgData name="Minh Huynh" userId="01a137d4-0d81-46e0-aca6-c9185b391828" providerId="ADAL" clId="{88AB73D2-BEAC-49CB-B2E2-279547085BAB}" dt="2026-10-14T11:56:42.275" v="1247" actId="478"/>
          <ac:spMkLst>
            <pc:docMk/>
            <pc:sldMk cId="1342646836" sldId="5140"/>
            <ac:spMk id="2" creationId="{A3450CA7-6104-43C7-98C2-0A6D4C967B9F}"/>
          </ac:spMkLst>
        </pc:spChg>
        <pc:spChg chg="del">
          <ac:chgData name="Minh Huynh" userId="01a137d4-0d81-46e0-aca6-c9185b391828" providerId="ADAL" clId="{88AB73D2-BEAC-49CB-B2E2-279547085BAB}" dt="2026-10-14T11:56:42.275" v="1247" actId="478"/>
          <ac:spMkLst>
            <pc:docMk/>
            <pc:sldMk cId="1342646836" sldId="5140"/>
            <ac:spMk id="3" creationId="{C3011B0B-446C-4566-8F16-67F5E4C41FB4}"/>
          </ac:spMkLst>
        </pc:spChg>
        <pc:spChg chg="del">
          <ac:chgData name="Minh Huynh" userId="01a137d4-0d81-46e0-aca6-c9185b391828" providerId="ADAL" clId="{88AB73D2-BEAC-49CB-B2E2-279547085BAB}" dt="2026-10-14T11:56:42.275" v="1247" actId="478"/>
          <ac:spMkLst>
            <pc:docMk/>
            <pc:sldMk cId="1342646836" sldId="5140"/>
            <ac:spMk id="14" creationId="{C138306A-B5EC-489E-92E2-ED04600B86C4}"/>
          </ac:spMkLst>
        </pc:spChg>
        <pc:spChg chg="del">
          <ac:chgData name="Minh Huynh" userId="01a137d4-0d81-46e0-aca6-c9185b391828" providerId="ADAL" clId="{88AB73D2-BEAC-49CB-B2E2-279547085BAB}" dt="2026-10-14T11:56:42.275" v="1247" actId="478"/>
          <ac:spMkLst>
            <pc:docMk/>
            <pc:sldMk cId="1342646836" sldId="5140"/>
            <ac:spMk id="15" creationId="{542F8BE5-21D2-42EA-8841-B7ED7102773A}"/>
          </ac:spMkLst>
        </pc:spChg>
        <pc:spChg chg="del">
          <ac:chgData name="Minh Huynh" userId="01a137d4-0d81-46e0-aca6-c9185b391828" providerId="ADAL" clId="{88AB73D2-BEAC-49CB-B2E2-279547085BAB}" dt="2026-10-14T11:56:42.275" v="1247" actId="478"/>
          <ac:spMkLst>
            <pc:docMk/>
            <pc:sldMk cId="1342646836" sldId="5140"/>
            <ac:spMk id="16" creationId="{FEF39692-6B51-485E-B0E9-3ED39EE97BFE}"/>
          </ac:spMkLst>
        </pc:spChg>
        <pc:spChg chg="del">
          <ac:chgData name="Minh Huynh" userId="01a137d4-0d81-46e0-aca6-c9185b391828" providerId="ADAL" clId="{88AB73D2-BEAC-49CB-B2E2-279547085BAB}" dt="2026-10-14T11:56:40.823" v="1246" actId="478"/>
          <ac:spMkLst>
            <pc:docMk/>
            <pc:sldMk cId="1342646836" sldId="5140"/>
            <ac:spMk id="31" creationId="{98A7A72D-CDBD-408C-8C62-68364214414D}"/>
          </ac:spMkLst>
        </pc:spChg>
        <pc:spChg chg="del">
          <ac:chgData name="Minh Huynh" userId="01a137d4-0d81-46e0-aca6-c9185b391828" providerId="ADAL" clId="{88AB73D2-BEAC-49CB-B2E2-279547085BAB}" dt="2026-10-14T11:56:42.275" v="1247" actId="478"/>
          <ac:spMkLst>
            <pc:docMk/>
            <pc:sldMk cId="1342646836" sldId="5140"/>
            <ac:spMk id="79" creationId="{E35EDC8A-478D-4C52-89D1-E56922D5E6AC}"/>
          </ac:spMkLst>
        </pc:spChg>
        <pc:spChg chg="del">
          <ac:chgData name="Minh Huynh" userId="01a137d4-0d81-46e0-aca6-c9185b391828" providerId="ADAL" clId="{88AB73D2-BEAC-49CB-B2E2-279547085BAB}" dt="2026-10-14T11:56:42.275" v="1247" actId="478"/>
          <ac:spMkLst>
            <pc:docMk/>
            <pc:sldMk cId="1342646836" sldId="5140"/>
            <ac:spMk id="80" creationId="{647368F3-9D5B-475E-9B41-AE64F474951F}"/>
          </ac:spMkLst>
        </pc:spChg>
        <pc:spChg chg="del">
          <ac:chgData name="Minh Huynh" userId="01a137d4-0d81-46e0-aca6-c9185b391828" providerId="ADAL" clId="{88AB73D2-BEAC-49CB-B2E2-279547085BAB}" dt="2026-10-14T11:56:42.275" v="1247" actId="478"/>
          <ac:spMkLst>
            <pc:docMk/>
            <pc:sldMk cId="1342646836" sldId="5140"/>
            <ac:spMk id="131" creationId="{BE9CA5F6-1833-4D88-8592-4A6BAC4DE29A}"/>
          </ac:spMkLst>
        </pc:spChg>
        <pc:spChg chg="del">
          <ac:chgData name="Minh Huynh" userId="01a137d4-0d81-46e0-aca6-c9185b391828" providerId="ADAL" clId="{88AB73D2-BEAC-49CB-B2E2-279547085BAB}" dt="2026-10-14T11:56:42.275" v="1247" actId="478"/>
          <ac:spMkLst>
            <pc:docMk/>
            <pc:sldMk cId="1342646836" sldId="5140"/>
            <ac:spMk id="132" creationId="{59804CF4-BA7B-4C6C-8D5A-468CB5B6B461}"/>
          </ac:spMkLst>
        </pc:spChg>
        <pc:spChg chg="del">
          <ac:chgData name="Minh Huynh" userId="01a137d4-0d81-46e0-aca6-c9185b391828" providerId="ADAL" clId="{88AB73D2-BEAC-49CB-B2E2-279547085BAB}" dt="2026-10-14T11:56:42.275" v="1247" actId="478"/>
          <ac:spMkLst>
            <pc:docMk/>
            <pc:sldMk cId="1342646836" sldId="5140"/>
            <ac:spMk id="133" creationId="{31583E57-735E-4C74-A320-2E41AD22DF49}"/>
          </ac:spMkLst>
        </pc:spChg>
        <pc:spChg chg="del">
          <ac:chgData name="Minh Huynh" userId="01a137d4-0d81-46e0-aca6-c9185b391828" providerId="ADAL" clId="{88AB73D2-BEAC-49CB-B2E2-279547085BAB}" dt="2026-10-14T11:56:42.275" v="1247" actId="478"/>
          <ac:spMkLst>
            <pc:docMk/>
            <pc:sldMk cId="1342646836" sldId="5140"/>
            <ac:spMk id="134" creationId="{9BC3B86F-D25B-4B5F-80D2-96A3DD675D60}"/>
          </ac:spMkLst>
        </pc:spChg>
        <pc:spChg chg="del">
          <ac:chgData name="Minh Huynh" userId="01a137d4-0d81-46e0-aca6-c9185b391828" providerId="ADAL" clId="{88AB73D2-BEAC-49CB-B2E2-279547085BAB}" dt="2026-10-14T11:56:42.275" v="1247" actId="478"/>
          <ac:spMkLst>
            <pc:docMk/>
            <pc:sldMk cId="1342646836" sldId="5140"/>
            <ac:spMk id="135" creationId="{6CAEEF93-4596-4AAE-B849-B435E5D78EDE}"/>
          </ac:spMkLst>
        </pc:spChg>
        <pc:spChg chg="del">
          <ac:chgData name="Minh Huynh" userId="01a137d4-0d81-46e0-aca6-c9185b391828" providerId="ADAL" clId="{88AB73D2-BEAC-49CB-B2E2-279547085BAB}" dt="2026-10-14T11:56:42.275" v="1247" actId="478"/>
          <ac:spMkLst>
            <pc:docMk/>
            <pc:sldMk cId="1342646836" sldId="5140"/>
            <ac:spMk id="136" creationId="{276A5A40-B6E8-490C-AEB8-08128D56AB55}"/>
          </ac:spMkLst>
        </pc:spChg>
        <pc:spChg chg="del">
          <ac:chgData name="Minh Huynh" userId="01a137d4-0d81-46e0-aca6-c9185b391828" providerId="ADAL" clId="{88AB73D2-BEAC-49CB-B2E2-279547085BAB}" dt="2026-10-14T11:56:42.275" v="1247" actId="478"/>
          <ac:spMkLst>
            <pc:docMk/>
            <pc:sldMk cId="1342646836" sldId="5140"/>
            <ac:spMk id="137" creationId="{B5441DBF-80CA-4BFD-8F10-BE99986B06F8}"/>
          </ac:spMkLst>
        </pc:spChg>
        <pc:spChg chg="del">
          <ac:chgData name="Minh Huynh" userId="01a137d4-0d81-46e0-aca6-c9185b391828" providerId="ADAL" clId="{88AB73D2-BEAC-49CB-B2E2-279547085BAB}" dt="2026-10-14T11:56:42.275" v="1247" actId="478"/>
          <ac:spMkLst>
            <pc:docMk/>
            <pc:sldMk cId="1342646836" sldId="5140"/>
            <ac:spMk id="138" creationId="{355B4742-8CBA-487B-A790-35A05E1A41BB}"/>
          </ac:spMkLst>
        </pc:spChg>
        <pc:spChg chg="del">
          <ac:chgData name="Minh Huynh" userId="01a137d4-0d81-46e0-aca6-c9185b391828" providerId="ADAL" clId="{88AB73D2-BEAC-49CB-B2E2-279547085BAB}" dt="2026-10-14T11:56:42.275" v="1247" actId="478"/>
          <ac:spMkLst>
            <pc:docMk/>
            <pc:sldMk cId="1342646836" sldId="5140"/>
            <ac:spMk id="139" creationId="{6EBD33BD-D55B-418E-BA2F-F7D4582E7A7E}"/>
          </ac:spMkLst>
        </pc:spChg>
        <pc:spChg chg="del">
          <ac:chgData name="Minh Huynh" userId="01a137d4-0d81-46e0-aca6-c9185b391828" providerId="ADAL" clId="{88AB73D2-BEAC-49CB-B2E2-279547085BAB}" dt="2026-10-14T11:56:42.275" v="1247" actId="478"/>
          <ac:spMkLst>
            <pc:docMk/>
            <pc:sldMk cId="1342646836" sldId="5140"/>
            <ac:spMk id="140" creationId="{BEF9B775-8137-44FC-8D9D-77255BE3C45E}"/>
          </ac:spMkLst>
        </pc:spChg>
        <pc:spChg chg="del">
          <ac:chgData name="Minh Huynh" userId="01a137d4-0d81-46e0-aca6-c9185b391828" providerId="ADAL" clId="{88AB73D2-BEAC-49CB-B2E2-279547085BAB}" dt="2026-10-14T11:56:42.275" v="1247" actId="478"/>
          <ac:spMkLst>
            <pc:docMk/>
            <pc:sldMk cId="1342646836" sldId="5140"/>
            <ac:spMk id="141" creationId="{F7DA5A8C-C787-45CB-AAA5-BA546CD14CEC}"/>
          </ac:spMkLst>
        </pc:spChg>
        <pc:spChg chg="del">
          <ac:chgData name="Minh Huynh" userId="01a137d4-0d81-46e0-aca6-c9185b391828" providerId="ADAL" clId="{88AB73D2-BEAC-49CB-B2E2-279547085BAB}" dt="2026-10-14T11:56:42.275" v="1247" actId="478"/>
          <ac:spMkLst>
            <pc:docMk/>
            <pc:sldMk cId="1342646836" sldId="5140"/>
            <ac:spMk id="142" creationId="{B6C532C1-69B9-4DCC-A72F-9A7F10A94ED0}"/>
          </ac:spMkLst>
        </pc:spChg>
        <pc:spChg chg="del">
          <ac:chgData name="Minh Huynh" userId="01a137d4-0d81-46e0-aca6-c9185b391828" providerId="ADAL" clId="{88AB73D2-BEAC-49CB-B2E2-279547085BAB}" dt="2026-10-14T11:56:42.275" v="1247" actId="478"/>
          <ac:spMkLst>
            <pc:docMk/>
            <pc:sldMk cId="1342646836" sldId="5140"/>
            <ac:spMk id="153" creationId="{795E1D52-7D8C-4969-AEDE-B5D447352C23}"/>
          </ac:spMkLst>
        </pc:spChg>
        <pc:spChg chg="del">
          <ac:chgData name="Minh Huynh" userId="01a137d4-0d81-46e0-aca6-c9185b391828" providerId="ADAL" clId="{88AB73D2-BEAC-49CB-B2E2-279547085BAB}" dt="2026-10-14T11:56:42.275" v="1247" actId="478"/>
          <ac:spMkLst>
            <pc:docMk/>
            <pc:sldMk cId="1342646836" sldId="5140"/>
            <ac:spMk id="154" creationId="{88BA6FBC-5981-40BA-87AE-47BD0D0DD8D0}"/>
          </ac:spMkLst>
        </pc:spChg>
        <pc:spChg chg="del">
          <ac:chgData name="Minh Huynh" userId="01a137d4-0d81-46e0-aca6-c9185b391828" providerId="ADAL" clId="{88AB73D2-BEAC-49CB-B2E2-279547085BAB}" dt="2026-10-14T11:56:42.275" v="1247" actId="478"/>
          <ac:spMkLst>
            <pc:docMk/>
            <pc:sldMk cId="1342646836" sldId="5140"/>
            <ac:spMk id="155" creationId="{93542286-25CD-4545-9755-6A747172CF64}"/>
          </ac:spMkLst>
        </pc:spChg>
        <pc:spChg chg="del">
          <ac:chgData name="Minh Huynh" userId="01a137d4-0d81-46e0-aca6-c9185b391828" providerId="ADAL" clId="{88AB73D2-BEAC-49CB-B2E2-279547085BAB}" dt="2026-10-14T11:56:42.275" v="1247" actId="478"/>
          <ac:spMkLst>
            <pc:docMk/>
            <pc:sldMk cId="1342646836" sldId="5140"/>
            <ac:spMk id="156" creationId="{AA7BFA5C-9DF0-4C1B-A537-601A42C0ADD4}"/>
          </ac:spMkLst>
        </pc:spChg>
        <pc:spChg chg="del">
          <ac:chgData name="Minh Huynh" userId="01a137d4-0d81-46e0-aca6-c9185b391828" providerId="ADAL" clId="{88AB73D2-BEAC-49CB-B2E2-279547085BAB}" dt="2026-10-14T11:56:42.275" v="1247" actId="478"/>
          <ac:spMkLst>
            <pc:docMk/>
            <pc:sldMk cId="1342646836" sldId="5140"/>
            <ac:spMk id="157" creationId="{5895713A-8FDE-488A-99B4-7DEA1FE4EE8B}"/>
          </ac:spMkLst>
        </pc:spChg>
        <pc:spChg chg="del">
          <ac:chgData name="Minh Huynh" userId="01a137d4-0d81-46e0-aca6-c9185b391828" providerId="ADAL" clId="{88AB73D2-BEAC-49CB-B2E2-279547085BAB}" dt="2026-10-14T11:56:42.275" v="1247" actId="478"/>
          <ac:spMkLst>
            <pc:docMk/>
            <pc:sldMk cId="1342646836" sldId="5140"/>
            <ac:spMk id="158" creationId="{1B237C25-3BBC-4504-A923-F5CD3CE3960F}"/>
          </ac:spMkLst>
        </pc:spChg>
        <pc:spChg chg="del">
          <ac:chgData name="Minh Huynh" userId="01a137d4-0d81-46e0-aca6-c9185b391828" providerId="ADAL" clId="{88AB73D2-BEAC-49CB-B2E2-279547085BAB}" dt="2026-10-14T11:56:42.275" v="1247" actId="478"/>
          <ac:spMkLst>
            <pc:docMk/>
            <pc:sldMk cId="1342646836" sldId="5140"/>
            <ac:spMk id="159" creationId="{8D8CAD30-B32B-447C-8E43-D272D663C59F}"/>
          </ac:spMkLst>
        </pc:spChg>
        <pc:spChg chg="del">
          <ac:chgData name="Minh Huynh" userId="01a137d4-0d81-46e0-aca6-c9185b391828" providerId="ADAL" clId="{88AB73D2-BEAC-49CB-B2E2-279547085BAB}" dt="2026-10-14T11:56:42.275" v="1247" actId="478"/>
          <ac:spMkLst>
            <pc:docMk/>
            <pc:sldMk cId="1342646836" sldId="5140"/>
            <ac:spMk id="160" creationId="{8EF8EB3A-5440-4C6C-BE31-03BA09B3958E}"/>
          </ac:spMkLst>
        </pc:spChg>
        <pc:spChg chg="del">
          <ac:chgData name="Minh Huynh" userId="01a137d4-0d81-46e0-aca6-c9185b391828" providerId="ADAL" clId="{88AB73D2-BEAC-49CB-B2E2-279547085BAB}" dt="2026-10-14T11:56:42.275" v="1247" actId="478"/>
          <ac:spMkLst>
            <pc:docMk/>
            <pc:sldMk cId="1342646836" sldId="5140"/>
            <ac:spMk id="161" creationId="{A180495B-81E2-495C-8DE5-B71DAAAA9136}"/>
          </ac:spMkLst>
        </pc:spChg>
        <pc:spChg chg="del">
          <ac:chgData name="Minh Huynh" userId="01a137d4-0d81-46e0-aca6-c9185b391828" providerId="ADAL" clId="{88AB73D2-BEAC-49CB-B2E2-279547085BAB}" dt="2026-10-14T11:56:42.275" v="1247" actId="478"/>
          <ac:spMkLst>
            <pc:docMk/>
            <pc:sldMk cId="1342646836" sldId="5140"/>
            <ac:spMk id="162" creationId="{5170BD27-3A3F-486C-BA51-9671EF0E5993}"/>
          </ac:spMkLst>
        </pc:spChg>
        <pc:spChg chg="del">
          <ac:chgData name="Minh Huynh" userId="01a137d4-0d81-46e0-aca6-c9185b391828" providerId="ADAL" clId="{88AB73D2-BEAC-49CB-B2E2-279547085BAB}" dt="2026-10-14T11:56:42.275" v="1247" actId="478"/>
          <ac:spMkLst>
            <pc:docMk/>
            <pc:sldMk cId="1342646836" sldId="5140"/>
            <ac:spMk id="163" creationId="{DFDE2CCB-BA40-4668-A8EC-EE7E1698DAF8}"/>
          </ac:spMkLst>
        </pc:spChg>
        <pc:spChg chg="mod">
          <ac:chgData name="Minh Huynh" userId="01a137d4-0d81-46e0-aca6-c9185b391828" providerId="ADAL" clId="{88AB73D2-BEAC-49CB-B2E2-279547085BAB}" dt="2026-10-14T11:57:05.578" v="1277" actId="20577"/>
          <ac:spMkLst>
            <pc:docMk/>
            <pc:sldMk cId="1342646836" sldId="5140"/>
            <ac:spMk id="164" creationId="{A5AD6619-7FAB-4DE5-AFF9-A14862F8A353}"/>
          </ac:spMkLst>
        </pc:spChg>
        <pc:spChg chg="add mod">
          <ac:chgData name="Minh Huynh" userId="01a137d4-0d81-46e0-aca6-c9185b391828" providerId="ADAL" clId="{88AB73D2-BEAC-49CB-B2E2-279547085BAB}" dt="2026-10-14T11:56:55.148" v="1251"/>
          <ac:spMkLst>
            <pc:docMk/>
            <pc:sldMk cId="1342646836" sldId="5140"/>
            <ac:spMk id="165" creationId="{CED1AD3C-64C4-492A-952C-B242FD27557B}"/>
          </ac:spMkLst>
        </pc:spChg>
        <pc:spChg chg="add mod">
          <ac:chgData name="Minh Huynh" userId="01a137d4-0d81-46e0-aca6-c9185b391828" providerId="ADAL" clId="{88AB73D2-BEAC-49CB-B2E2-279547085BAB}" dt="2026-10-14T11:56:55.148" v="1251"/>
          <ac:spMkLst>
            <pc:docMk/>
            <pc:sldMk cId="1342646836" sldId="5140"/>
            <ac:spMk id="166" creationId="{565A679C-051F-454E-AE2A-B1341A768BBE}"/>
          </ac:spMkLst>
        </pc:spChg>
        <pc:spChg chg="add mod">
          <ac:chgData name="Minh Huynh" userId="01a137d4-0d81-46e0-aca6-c9185b391828" providerId="ADAL" clId="{88AB73D2-BEAC-49CB-B2E2-279547085BAB}" dt="2026-10-14T11:56:55.148" v="1251"/>
          <ac:spMkLst>
            <pc:docMk/>
            <pc:sldMk cId="1342646836" sldId="5140"/>
            <ac:spMk id="167" creationId="{AAE3D768-3B41-472F-BC8A-5188996E9310}"/>
          </ac:spMkLst>
        </pc:spChg>
        <pc:spChg chg="add mod">
          <ac:chgData name="Minh Huynh" userId="01a137d4-0d81-46e0-aca6-c9185b391828" providerId="ADAL" clId="{88AB73D2-BEAC-49CB-B2E2-279547085BAB}" dt="2026-10-14T11:56:55.148" v="1251"/>
          <ac:spMkLst>
            <pc:docMk/>
            <pc:sldMk cId="1342646836" sldId="5140"/>
            <ac:spMk id="168" creationId="{55AADB30-7E61-4623-AD2F-A3AA058AA7AD}"/>
          </ac:spMkLst>
        </pc:spChg>
        <pc:spChg chg="add mod">
          <ac:chgData name="Minh Huynh" userId="01a137d4-0d81-46e0-aca6-c9185b391828" providerId="ADAL" clId="{88AB73D2-BEAC-49CB-B2E2-279547085BAB}" dt="2026-10-14T11:56:55.148" v="1251"/>
          <ac:spMkLst>
            <pc:docMk/>
            <pc:sldMk cId="1342646836" sldId="5140"/>
            <ac:spMk id="169" creationId="{88186B8E-115D-4065-9161-25CDE5D77EA6}"/>
          </ac:spMkLst>
        </pc:spChg>
        <pc:spChg chg="add mod">
          <ac:chgData name="Minh Huynh" userId="01a137d4-0d81-46e0-aca6-c9185b391828" providerId="ADAL" clId="{88AB73D2-BEAC-49CB-B2E2-279547085BAB}" dt="2026-10-14T11:56:55.148" v="1251"/>
          <ac:spMkLst>
            <pc:docMk/>
            <pc:sldMk cId="1342646836" sldId="5140"/>
            <ac:spMk id="170" creationId="{0DE0B430-8ADA-443A-A758-7DFAED83ACBD}"/>
          </ac:spMkLst>
        </pc:spChg>
        <pc:spChg chg="add mod">
          <ac:chgData name="Minh Huynh" userId="01a137d4-0d81-46e0-aca6-c9185b391828" providerId="ADAL" clId="{88AB73D2-BEAC-49CB-B2E2-279547085BAB}" dt="2026-10-14T11:56:55.148" v="1251"/>
          <ac:spMkLst>
            <pc:docMk/>
            <pc:sldMk cId="1342646836" sldId="5140"/>
            <ac:spMk id="171" creationId="{6C8303E3-F844-4592-9A8B-E24CB3E5F64B}"/>
          </ac:spMkLst>
        </pc:spChg>
        <pc:spChg chg="add mod">
          <ac:chgData name="Minh Huynh" userId="01a137d4-0d81-46e0-aca6-c9185b391828" providerId="ADAL" clId="{88AB73D2-BEAC-49CB-B2E2-279547085BAB}" dt="2026-10-14T11:56:55.148" v="1251"/>
          <ac:spMkLst>
            <pc:docMk/>
            <pc:sldMk cId="1342646836" sldId="5140"/>
            <ac:spMk id="172" creationId="{DB9A8D35-012A-485F-A9BB-C2CD2ECAF6A1}"/>
          </ac:spMkLst>
        </pc:spChg>
        <pc:spChg chg="add mod">
          <ac:chgData name="Minh Huynh" userId="01a137d4-0d81-46e0-aca6-c9185b391828" providerId="ADAL" clId="{88AB73D2-BEAC-49CB-B2E2-279547085BAB}" dt="2026-10-14T11:56:55.148" v="1251"/>
          <ac:spMkLst>
            <pc:docMk/>
            <pc:sldMk cId="1342646836" sldId="5140"/>
            <ac:spMk id="173" creationId="{8A0FA689-CC3F-464D-9ABD-A5610FB1060B}"/>
          </ac:spMkLst>
        </pc:spChg>
        <pc:spChg chg="add mod">
          <ac:chgData name="Minh Huynh" userId="01a137d4-0d81-46e0-aca6-c9185b391828" providerId="ADAL" clId="{88AB73D2-BEAC-49CB-B2E2-279547085BAB}" dt="2026-10-14T11:56:55.148" v="1251"/>
          <ac:spMkLst>
            <pc:docMk/>
            <pc:sldMk cId="1342646836" sldId="5140"/>
            <ac:spMk id="174" creationId="{4F4DE155-BC93-457C-B272-451893392886}"/>
          </ac:spMkLst>
        </pc:spChg>
        <pc:spChg chg="add mod">
          <ac:chgData name="Minh Huynh" userId="01a137d4-0d81-46e0-aca6-c9185b391828" providerId="ADAL" clId="{88AB73D2-BEAC-49CB-B2E2-279547085BAB}" dt="2026-10-14T11:56:55.148" v="1251"/>
          <ac:spMkLst>
            <pc:docMk/>
            <pc:sldMk cId="1342646836" sldId="5140"/>
            <ac:spMk id="175" creationId="{D5E0DAD1-9C70-41E0-97F5-6DAE775A7DF4}"/>
          </ac:spMkLst>
        </pc:spChg>
        <pc:spChg chg="add mod">
          <ac:chgData name="Minh Huynh" userId="01a137d4-0d81-46e0-aca6-c9185b391828" providerId="ADAL" clId="{88AB73D2-BEAC-49CB-B2E2-279547085BAB}" dt="2026-10-14T11:56:55.148" v="1251"/>
          <ac:spMkLst>
            <pc:docMk/>
            <pc:sldMk cId="1342646836" sldId="5140"/>
            <ac:spMk id="176" creationId="{4B616AD9-662F-4F86-9967-B956ED107238}"/>
          </ac:spMkLst>
        </pc:spChg>
        <pc:spChg chg="add mod">
          <ac:chgData name="Minh Huynh" userId="01a137d4-0d81-46e0-aca6-c9185b391828" providerId="ADAL" clId="{88AB73D2-BEAC-49CB-B2E2-279547085BAB}" dt="2026-10-14T11:56:55.148" v="1251"/>
          <ac:spMkLst>
            <pc:docMk/>
            <pc:sldMk cId="1342646836" sldId="5140"/>
            <ac:spMk id="177" creationId="{95355562-694F-41EA-A9A5-3BAA0A7A5660}"/>
          </ac:spMkLst>
        </pc:spChg>
        <pc:spChg chg="add mod">
          <ac:chgData name="Minh Huynh" userId="01a137d4-0d81-46e0-aca6-c9185b391828" providerId="ADAL" clId="{88AB73D2-BEAC-49CB-B2E2-279547085BAB}" dt="2026-10-14T11:56:55.148" v="1251"/>
          <ac:spMkLst>
            <pc:docMk/>
            <pc:sldMk cId="1342646836" sldId="5140"/>
            <ac:spMk id="181" creationId="{D892EE61-76B7-4556-A38B-F610745DE9C3}"/>
          </ac:spMkLst>
        </pc:spChg>
        <pc:spChg chg="del">
          <ac:chgData name="Minh Huynh" userId="01a137d4-0d81-46e0-aca6-c9185b391828" providerId="ADAL" clId="{88AB73D2-BEAC-49CB-B2E2-279547085BAB}" dt="2026-10-14T11:56:42.275" v="1247" actId="478"/>
          <ac:spMkLst>
            <pc:docMk/>
            <pc:sldMk cId="1342646836" sldId="5140"/>
            <ac:spMk id="197" creationId="{EBA32395-6521-43A8-8B0C-BD72FE54A14D}"/>
          </ac:spMkLst>
        </pc:spChg>
        <pc:spChg chg="del">
          <ac:chgData name="Minh Huynh" userId="01a137d4-0d81-46e0-aca6-c9185b391828" providerId="ADAL" clId="{88AB73D2-BEAC-49CB-B2E2-279547085BAB}" dt="2026-10-14T11:56:42.275" v="1247" actId="478"/>
          <ac:spMkLst>
            <pc:docMk/>
            <pc:sldMk cId="1342646836" sldId="5140"/>
            <ac:spMk id="198" creationId="{0AE81C77-3660-45B0-A0D1-B2B573DF5C32}"/>
          </ac:spMkLst>
        </pc:spChg>
        <pc:spChg chg="del">
          <ac:chgData name="Minh Huynh" userId="01a137d4-0d81-46e0-aca6-c9185b391828" providerId="ADAL" clId="{88AB73D2-BEAC-49CB-B2E2-279547085BAB}" dt="2026-10-14T11:56:42.275" v="1247" actId="478"/>
          <ac:spMkLst>
            <pc:docMk/>
            <pc:sldMk cId="1342646836" sldId="5140"/>
            <ac:spMk id="199" creationId="{AE8CF4A8-D628-466E-92D3-2E3EE503D6CF}"/>
          </ac:spMkLst>
        </pc:spChg>
        <pc:spChg chg="del">
          <ac:chgData name="Minh Huynh" userId="01a137d4-0d81-46e0-aca6-c9185b391828" providerId="ADAL" clId="{88AB73D2-BEAC-49CB-B2E2-279547085BAB}" dt="2026-10-14T11:56:42.275" v="1247" actId="478"/>
          <ac:spMkLst>
            <pc:docMk/>
            <pc:sldMk cId="1342646836" sldId="5140"/>
            <ac:spMk id="200" creationId="{1558FC4A-93D6-463C-937D-98E4A57CC193}"/>
          </ac:spMkLst>
        </pc:spChg>
        <pc:spChg chg="del">
          <ac:chgData name="Minh Huynh" userId="01a137d4-0d81-46e0-aca6-c9185b391828" providerId="ADAL" clId="{88AB73D2-BEAC-49CB-B2E2-279547085BAB}" dt="2026-10-14T11:56:42.275" v="1247" actId="478"/>
          <ac:spMkLst>
            <pc:docMk/>
            <pc:sldMk cId="1342646836" sldId="5140"/>
            <ac:spMk id="201" creationId="{8FB40D3C-A370-444A-BFFE-4C1223C12E45}"/>
          </ac:spMkLst>
        </pc:spChg>
        <pc:spChg chg="del">
          <ac:chgData name="Minh Huynh" userId="01a137d4-0d81-46e0-aca6-c9185b391828" providerId="ADAL" clId="{88AB73D2-BEAC-49CB-B2E2-279547085BAB}" dt="2026-10-14T11:56:42.275" v="1247" actId="478"/>
          <ac:spMkLst>
            <pc:docMk/>
            <pc:sldMk cId="1342646836" sldId="5140"/>
            <ac:spMk id="202" creationId="{F974259A-8DFE-4943-B10B-4C7AFB30880C}"/>
          </ac:spMkLst>
        </pc:spChg>
        <pc:spChg chg="del">
          <ac:chgData name="Minh Huynh" userId="01a137d4-0d81-46e0-aca6-c9185b391828" providerId="ADAL" clId="{88AB73D2-BEAC-49CB-B2E2-279547085BAB}" dt="2026-10-14T11:56:42.275" v="1247" actId="478"/>
          <ac:spMkLst>
            <pc:docMk/>
            <pc:sldMk cId="1342646836" sldId="5140"/>
            <ac:spMk id="203" creationId="{ED7568FC-C99F-4B53-8E23-7AC036A85589}"/>
          </ac:spMkLst>
        </pc:spChg>
        <pc:spChg chg="del">
          <ac:chgData name="Minh Huynh" userId="01a137d4-0d81-46e0-aca6-c9185b391828" providerId="ADAL" clId="{88AB73D2-BEAC-49CB-B2E2-279547085BAB}" dt="2026-10-14T11:56:42.275" v="1247" actId="478"/>
          <ac:spMkLst>
            <pc:docMk/>
            <pc:sldMk cId="1342646836" sldId="5140"/>
            <ac:spMk id="204" creationId="{41EA5637-8A4A-4F31-A438-F2CEBC31E8DB}"/>
          </ac:spMkLst>
        </pc:spChg>
        <pc:spChg chg="del">
          <ac:chgData name="Minh Huynh" userId="01a137d4-0d81-46e0-aca6-c9185b391828" providerId="ADAL" clId="{88AB73D2-BEAC-49CB-B2E2-279547085BAB}" dt="2026-10-14T11:56:42.275" v="1247" actId="478"/>
          <ac:spMkLst>
            <pc:docMk/>
            <pc:sldMk cId="1342646836" sldId="5140"/>
            <ac:spMk id="205" creationId="{9DA2D1FC-CED7-4594-AEAF-880A7A0BBEF0}"/>
          </ac:spMkLst>
        </pc:spChg>
        <pc:grpChg chg="add mod">
          <ac:chgData name="Minh Huynh" userId="01a137d4-0d81-46e0-aca6-c9185b391828" providerId="ADAL" clId="{88AB73D2-BEAC-49CB-B2E2-279547085BAB}" dt="2026-10-14T11:56:55.148" v="1251"/>
          <ac:grpSpMkLst>
            <pc:docMk/>
            <pc:sldMk cId="1342646836" sldId="5140"/>
            <ac:grpSpMk id="178" creationId="{9A40A136-0CB4-484F-96CB-0D46134AC7B1}"/>
          </ac:grpSpMkLst>
        </pc:grpChg>
        <pc:picChg chg="del">
          <ac:chgData name="Minh Huynh" userId="01a137d4-0d81-46e0-aca6-c9185b391828" providerId="ADAL" clId="{88AB73D2-BEAC-49CB-B2E2-279547085BAB}" dt="2026-10-14T11:56:42.275" v="1247" actId="478"/>
          <ac:picMkLst>
            <pc:docMk/>
            <pc:sldMk cId="1342646836" sldId="5140"/>
            <ac:picMk id="17" creationId="{B94C8ABD-9A1C-4E29-A400-DD52D6416FFC}"/>
          </ac:picMkLst>
        </pc:picChg>
        <pc:picChg chg="del">
          <ac:chgData name="Minh Huynh" userId="01a137d4-0d81-46e0-aca6-c9185b391828" providerId="ADAL" clId="{88AB73D2-BEAC-49CB-B2E2-279547085BAB}" dt="2026-10-14T11:56:42.275" v="1247" actId="478"/>
          <ac:picMkLst>
            <pc:docMk/>
            <pc:sldMk cId="1342646836" sldId="5140"/>
            <ac:picMk id="18" creationId="{036AFCA3-286B-40E7-AC84-367783D95FD7}"/>
          </ac:picMkLst>
        </pc:picChg>
        <pc:picChg chg="del">
          <ac:chgData name="Minh Huynh" userId="01a137d4-0d81-46e0-aca6-c9185b391828" providerId="ADAL" clId="{88AB73D2-BEAC-49CB-B2E2-279547085BAB}" dt="2026-10-14T11:56:42.275" v="1247" actId="478"/>
          <ac:picMkLst>
            <pc:docMk/>
            <pc:sldMk cId="1342646836" sldId="5140"/>
            <ac:picMk id="19" creationId="{84CEA432-1738-47CF-BCBA-4E616EF533FF}"/>
          </ac:picMkLst>
        </pc:picChg>
        <pc:picChg chg="del">
          <ac:chgData name="Minh Huynh" userId="01a137d4-0d81-46e0-aca6-c9185b391828" providerId="ADAL" clId="{88AB73D2-BEAC-49CB-B2E2-279547085BAB}" dt="2026-10-14T11:56:42.275" v="1247" actId="478"/>
          <ac:picMkLst>
            <pc:docMk/>
            <pc:sldMk cId="1342646836" sldId="5140"/>
            <ac:picMk id="20" creationId="{D39A3FA7-F21A-4025-BAF4-BE041731F09B}"/>
          </ac:picMkLst>
        </pc:picChg>
        <pc:picChg chg="del">
          <ac:chgData name="Minh Huynh" userId="01a137d4-0d81-46e0-aca6-c9185b391828" providerId="ADAL" clId="{88AB73D2-BEAC-49CB-B2E2-279547085BAB}" dt="2026-10-14T11:56:42.275" v="1247" actId="478"/>
          <ac:picMkLst>
            <pc:docMk/>
            <pc:sldMk cId="1342646836" sldId="5140"/>
            <ac:picMk id="21" creationId="{9373DDED-6D99-4876-BCA2-FE316499ACD1}"/>
          </ac:picMkLst>
        </pc:picChg>
        <pc:picChg chg="del">
          <ac:chgData name="Minh Huynh" userId="01a137d4-0d81-46e0-aca6-c9185b391828" providerId="ADAL" clId="{88AB73D2-BEAC-49CB-B2E2-279547085BAB}" dt="2026-10-14T11:56:42.275" v="1247" actId="478"/>
          <ac:picMkLst>
            <pc:docMk/>
            <pc:sldMk cId="1342646836" sldId="5140"/>
            <ac:picMk id="22" creationId="{9671366B-BEC8-4FDA-8C11-621BAEBF1B39}"/>
          </ac:picMkLst>
        </pc:picChg>
        <pc:picChg chg="del">
          <ac:chgData name="Minh Huynh" userId="01a137d4-0d81-46e0-aca6-c9185b391828" providerId="ADAL" clId="{88AB73D2-BEAC-49CB-B2E2-279547085BAB}" dt="2026-10-14T11:56:42.275" v="1247" actId="478"/>
          <ac:picMkLst>
            <pc:docMk/>
            <pc:sldMk cId="1342646836" sldId="5140"/>
            <ac:picMk id="23" creationId="{F5D52A32-2CCF-4C6E-BD0C-04A399DFF644}"/>
          </ac:picMkLst>
        </pc:picChg>
        <pc:picChg chg="del">
          <ac:chgData name="Minh Huynh" userId="01a137d4-0d81-46e0-aca6-c9185b391828" providerId="ADAL" clId="{88AB73D2-BEAC-49CB-B2E2-279547085BAB}" dt="2026-10-14T11:56:42.275" v="1247" actId="478"/>
          <ac:picMkLst>
            <pc:docMk/>
            <pc:sldMk cId="1342646836" sldId="5140"/>
            <ac:picMk id="24" creationId="{264F88B3-40F8-43EB-B733-BE6910CAFDF5}"/>
          </ac:picMkLst>
        </pc:picChg>
        <pc:picChg chg="del">
          <ac:chgData name="Minh Huynh" userId="01a137d4-0d81-46e0-aca6-c9185b391828" providerId="ADAL" clId="{88AB73D2-BEAC-49CB-B2E2-279547085BAB}" dt="2026-10-14T11:56:42.275" v="1247" actId="478"/>
          <ac:picMkLst>
            <pc:docMk/>
            <pc:sldMk cId="1342646836" sldId="5140"/>
            <ac:picMk id="25" creationId="{46511898-259E-4F37-AF61-802F961FC75F}"/>
          </ac:picMkLst>
        </pc:picChg>
        <pc:picChg chg="del">
          <ac:chgData name="Minh Huynh" userId="01a137d4-0d81-46e0-aca6-c9185b391828" providerId="ADAL" clId="{88AB73D2-BEAC-49CB-B2E2-279547085BAB}" dt="2026-10-14T11:56:42.275" v="1247" actId="478"/>
          <ac:picMkLst>
            <pc:docMk/>
            <pc:sldMk cId="1342646836" sldId="5140"/>
            <ac:picMk id="26" creationId="{D356B2CA-BFFF-4B6F-8474-F6F6103CC72B}"/>
          </ac:picMkLst>
        </pc:picChg>
        <pc:picChg chg="del">
          <ac:chgData name="Minh Huynh" userId="01a137d4-0d81-46e0-aca6-c9185b391828" providerId="ADAL" clId="{88AB73D2-BEAC-49CB-B2E2-279547085BAB}" dt="2026-10-14T11:56:42.275" v="1247" actId="478"/>
          <ac:picMkLst>
            <pc:docMk/>
            <pc:sldMk cId="1342646836" sldId="5140"/>
            <ac:picMk id="27" creationId="{E0E45690-15EF-4D97-98F6-9DF914C42E3A}"/>
          </ac:picMkLst>
        </pc:picChg>
        <pc:picChg chg="del">
          <ac:chgData name="Minh Huynh" userId="01a137d4-0d81-46e0-aca6-c9185b391828" providerId="ADAL" clId="{88AB73D2-BEAC-49CB-B2E2-279547085BAB}" dt="2026-10-14T11:56:42.275" v="1247" actId="478"/>
          <ac:picMkLst>
            <pc:docMk/>
            <pc:sldMk cId="1342646836" sldId="5140"/>
            <ac:picMk id="28" creationId="{97EF56E6-ADF2-4AB3-8110-896CAE2D8ED8}"/>
          </ac:picMkLst>
        </pc:picChg>
        <pc:picChg chg="del">
          <ac:chgData name="Minh Huynh" userId="01a137d4-0d81-46e0-aca6-c9185b391828" providerId="ADAL" clId="{88AB73D2-BEAC-49CB-B2E2-279547085BAB}" dt="2026-10-14T11:56:42.275" v="1247" actId="478"/>
          <ac:picMkLst>
            <pc:docMk/>
            <pc:sldMk cId="1342646836" sldId="5140"/>
            <ac:picMk id="29" creationId="{D4550247-D9C9-42CB-A233-B25AB39158AA}"/>
          </ac:picMkLst>
        </pc:picChg>
        <pc:picChg chg="del">
          <ac:chgData name="Minh Huynh" userId="01a137d4-0d81-46e0-aca6-c9185b391828" providerId="ADAL" clId="{88AB73D2-BEAC-49CB-B2E2-279547085BAB}" dt="2026-10-14T11:56:42.275" v="1247" actId="478"/>
          <ac:picMkLst>
            <pc:docMk/>
            <pc:sldMk cId="1342646836" sldId="5140"/>
            <ac:picMk id="30" creationId="{78D70442-3D1A-46DC-AEC8-AFA4B9BDC910}"/>
          </ac:picMkLst>
        </pc:picChg>
        <pc:picChg chg="del">
          <ac:chgData name="Minh Huynh" userId="01a137d4-0d81-46e0-aca6-c9185b391828" providerId="ADAL" clId="{88AB73D2-BEAC-49CB-B2E2-279547085BAB}" dt="2026-10-14T11:56:42.275" v="1247" actId="478"/>
          <ac:picMkLst>
            <pc:docMk/>
            <pc:sldMk cId="1342646836" sldId="5140"/>
            <ac:picMk id="32" creationId="{0F9C92A5-DD99-4227-9954-E696A37869FB}"/>
          </ac:picMkLst>
        </pc:picChg>
        <pc:picChg chg="del">
          <ac:chgData name="Minh Huynh" userId="01a137d4-0d81-46e0-aca6-c9185b391828" providerId="ADAL" clId="{88AB73D2-BEAC-49CB-B2E2-279547085BAB}" dt="2026-10-14T11:56:42.275" v="1247" actId="478"/>
          <ac:picMkLst>
            <pc:docMk/>
            <pc:sldMk cId="1342646836" sldId="5140"/>
            <ac:picMk id="33" creationId="{31B8036B-7969-4EEB-902A-FE89DCAAEF5D}"/>
          </ac:picMkLst>
        </pc:picChg>
        <pc:picChg chg="del">
          <ac:chgData name="Minh Huynh" userId="01a137d4-0d81-46e0-aca6-c9185b391828" providerId="ADAL" clId="{88AB73D2-BEAC-49CB-B2E2-279547085BAB}" dt="2026-10-14T11:56:42.275" v="1247" actId="478"/>
          <ac:picMkLst>
            <pc:docMk/>
            <pc:sldMk cId="1342646836" sldId="5140"/>
            <ac:picMk id="34" creationId="{4F27119C-0333-4C8C-B9D2-E925B4579E84}"/>
          </ac:picMkLst>
        </pc:picChg>
        <pc:picChg chg="del">
          <ac:chgData name="Minh Huynh" userId="01a137d4-0d81-46e0-aca6-c9185b391828" providerId="ADAL" clId="{88AB73D2-BEAC-49CB-B2E2-279547085BAB}" dt="2026-10-14T11:56:42.275" v="1247" actId="478"/>
          <ac:picMkLst>
            <pc:docMk/>
            <pc:sldMk cId="1342646836" sldId="5140"/>
            <ac:picMk id="35" creationId="{99832710-A4ED-4921-B64E-B4E04E643D3B}"/>
          </ac:picMkLst>
        </pc:picChg>
        <pc:picChg chg="del">
          <ac:chgData name="Minh Huynh" userId="01a137d4-0d81-46e0-aca6-c9185b391828" providerId="ADAL" clId="{88AB73D2-BEAC-49CB-B2E2-279547085BAB}" dt="2026-10-14T11:56:42.275" v="1247" actId="478"/>
          <ac:picMkLst>
            <pc:docMk/>
            <pc:sldMk cId="1342646836" sldId="5140"/>
            <ac:picMk id="36" creationId="{06A68CB9-4A2F-417F-BE73-7D4CDA97066B}"/>
          </ac:picMkLst>
        </pc:picChg>
        <pc:picChg chg="del">
          <ac:chgData name="Minh Huynh" userId="01a137d4-0d81-46e0-aca6-c9185b391828" providerId="ADAL" clId="{88AB73D2-BEAC-49CB-B2E2-279547085BAB}" dt="2026-10-14T11:56:42.275" v="1247" actId="478"/>
          <ac:picMkLst>
            <pc:docMk/>
            <pc:sldMk cId="1342646836" sldId="5140"/>
            <ac:picMk id="37" creationId="{D769D53B-94B2-4CEE-90B4-693F85DC3860}"/>
          </ac:picMkLst>
        </pc:picChg>
        <pc:picChg chg="del">
          <ac:chgData name="Minh Huynh" userId="01a137d4-0d81-46e0-aca6-c9185b391828" providerId="ADAL" clId="{88AB73D2-BEAC-49CB-B2E2-279547085BAB}" dt="2026-10-14T11:56:42.275" v="1247" actId="478"/>
          <ac:picMkLst>
            <pc:docMk/>
            <pc:sldMk cId="1342646836" sldId="5140"/>
            <ac:picMk id="38" creationId="{4DA503EA-FD2D-4A78-9872-5A755C53C39C}"/>
          </ac:picMkLst>
        </pc:picChg>
        <pc:picChg chg="del">
          <ac:chgData name="Minh Huynh" userId="01a137d4-0d81-46e0-aca6-c9185b391828" providerId="ADAL" clId="{88AB73D2-BEAC-49CB-B2E2-279547085BAB}" dt="2026-10-14T11:56:42.275" v="1247" actId="478"/>
          <ac:picMkLst>
            <pc:docMk/>
            <pc:sldMk cId="1342646836" sldId="5140"/>
            <ac:picMk id="39" creationId="{4F4406F8-45C9-44B1-99F3-3DE9871ACFA9}"/>
          </ac:picMkLst>
        </pc:picChg>
        <pc:picChg chg="del">
          <ac:chgData name="Minh Huynh" userId="01a137d4-0d81-46e0-aca6-c9185b391828" providerId="ADAL" clId="{88AB73D2-BEAC-49CB-B2E2-279547085BAB}" dt="2026-10-14T11:56:42.275" v="1247" actId="478"/>
          <ac:picMkLst>
            <pc:docMk/>
            <pc:sldMk cId="1342646836" sldId="5140"/>
            <ac:picMk id="40" creationId="{473ECF5B-466A-4AC8-AD2C-39F827FE0CCA}"/>
          </ac:picMkLst>
        </pc:picChg>
        <pc:picChg chg="del">
          <ac:chgData name="Minh Huynh" userId="01a137d4-0d81-46e0-aca6-c9185b391828" providerId="ADAL" clId="{88AB73D2-BEAC-49CB-B2E2-279547085BAB}" dt="2026-10-14T11:56:42.275" v="1247" actId="478"/>
          <ac:picMkLst>
            <pc:docMk/>
            <pc:sldMk cId="1342646836" sldId="5140"/>
            <ac:picMk id="41" creationId="{F74F7345-0232-48FB-A59F-6B692AB22862}"/>
          </ac:picMkLst>
        </pc:picChg>
        <pc:picChg chg="del">
          <ac:chgData name="Minh Huynh" userId="01a137d4-0d81-46e0-aca6-c9185b391828" providerId="ADAL" clId="{88AB73D2-BEAC-49CB-B2E2-279547085BAB}" dt="2026-10-14T11:56:42.275" v="1247" actId="478"/>
          <ac:picMkLst>
            <pc:docMk/>
            <pc:sldMk cId="1342646836" sldId="5140"/>
            <ac:picMk id="42" creationId="{6CDDBB71-130E-4D31-A011-48DA6F82DA38}"/>
          </ac:picMkLst>
        </pc:picChg>
        <pc:picChg chg="del">
          <ac:chgData name="Minh Huynh" userId="01a137d4-0d81-46e0-aca6-c9185b391828" providerId="ADAL" clId="{88AB73D2-BEAC-49CB-B2E2-279547085BAB}" dt="2026-10-14T11:56:42.275" v="1247" actId="478"/>
          <ac:picMkLst>
            <pc:docMk/>
            <pc:sldMk cId="1342646836" sldId="5140"/>
            <ac:picMk id="43" creationId="{71BD0B9D-FFF0-4EEC-A8BE-83CC8464BABB}"/>
          </ac:picMkLst>
        </pc:picChg>
        <pc:picChg chg="del">
          <ac:chgData name="Minh Huynh" userId="01a137d4-0d81-46e0-aca6-c9185b391828" providerId="ADAL" clId="{88AB73D2-BEAC-49CB-B2E2-279547085BAB}" dt="2026-10-14T11:56:42.275" v="1247" actId="478"/>
          <ac:picMkLst>
            <pc:docMk/>
            <pc:sldMk cId="1342646836" sldId="5140"/>
            <ac:picMk id="44" creationId="{86621D3C-A0E7-431A-9526-2ECE933AE288}"/>
          </ac:picMkLst>
        </pc:picChg>
        <pc:picChg chg="del">
          <ac:chgData name="Minh Huynh" userId="01a137d4-0d81-46e0-aca6-c9185b391828" providerId="ADAL" clId="{88AB73D2-BEAC-49CB-B2E2-279547085BAB}" dt="2026-10-14T11:56:42.275" v="1247" actId="478"/>
          <ac:picMkLst>
            <pc:docMk/>
            <pc:sldMk cId="1342646836" sldId="5140"/>
            <ac:picMk id="45" creationId="{9557D7A5-3461-41A7-9030-620864C1D1DC}"/>
          </ac:picMkLst>
        </pc:picChg>
        <pc:picChg chg="del">
          <ac:chgData name="Minh Huynh" userId="01a137d4-0d81-46e0-aca6-c9185b391828" providerId="ADAL" clId="{88AB73D2-BEAC-49CB-B2E2-279547085BAB}" dt="2026-10-14T11:56:42.275" v="1247" actId="478"/>
          <ac:picMkLst>
            <pc:docMk/>
            <pc:sldMk cId="1342646836" sldId="5140"/>
            <ac:picMk id="46" creationId="{C60C5183-F0B2-4B19-8158-E5AE3D89C581}"/>
          </ac:picMkLst>
        </pc:picChg>
        <pc:picChg chg="del">
          <ac:chgData name="Minh Huynh" userId="01a137d4-0d81-46e0-aca6-c9185b391828" providerId="ADAL" clId="{88AB73D2-BEAC-49CB-B2E2-279547085BAB}" dt="2026-10-14T11:56:42.275" v="1247" actId="478"/>
          <ac:picMkLst>
            <pc:docMk/>
            <pc:sldMk cId="1342646836" sldId="5140"/>
            <ac:picMk id="47" creationId="{335AD2F1-8E5A-41F3-8D61-27E49A1E2FBC}"/>
          </ac:picMkLst>
        </pc:picChg>
        <pc:picChg chg="del">
          <ac:chgData name="Minh Huynh" userId="01a137d4-0d81-46e0-aca6-c9185b391828" providerId="ADAL" clId="{88AB73D2-BEAC-49CB-B2E2-279547085BAB}" dt="2026-10-14T11:56:42.275" v="1247" actId="478"/>
          <ac:picMkLst>
            <pc:docMk/>
            <pc:sldMk cId="1342646836" sldId="5140"/>
            <ac:picMk id="48" creationId="{2F7BCC03-9500-4C72-84D4-1B9423BE29A1}"/>
          </ac:picMkLst>
        </pc:picChg>
        <pc:picChg chg="del">
          <ac:chgData name="Minh Huynh" userId="01a137d4-0d81-46e0-aca6-c9185b391828" providerId="ADAL" clId="{88AB73D2-BEAC-49CB-B2E2-279547085BAB}" dt="2026-10-14T11:56:42.275" v="1247" actId="478"/>
          <ac:picMkLst>
            <pc:docMk/>
            <pc:sldMk cId="1342646836" sldId="5140"/>
            <ac:picMk id="49" creationId="{40CF0741-2654-44D4-A040-794DEFE890A2}"/>
          </ac:picMkLst>
        </pc:picChg>
        <pc:picChg chg="del">
          <ac:chgData name="Minh Huynh" userId="01a137d4-0d81-46e0-aca6-c9185b391828" providerId="ADAL" clId="{88AB73D2-BEAC-49CB-B2E2-279547085BAB}" dt="2026-10-14T11:56:42.275" v="1247" actId="478"/>
          <ac:picMkLst>
            <pc:docMk/>
            <pc:sldMk cId="1342646836" sldId="5140"/>
            <ac:picMk id="50" creationId="{D1E53735-06D1-43FA-B63F-500E88F46BB3}"/>
          </ac:picMkLst>
        </pc:picChg>
        <pc:picChg chg="del">
          <ac:chgData name="Minh Huynh" userId="01a137d4-0d81-46e0-aca6-c9185b391828" providerId="ADAL" clId="{88AB73D2-BEAC-49CB-B2E2-279547085BAB}" dt="2026-10-14T11:56:42.275" v="1247" actId="478"/>
          <ac:picMkLst>
            <pc:docMk/>
            <pc:sldMk cId="1342646836" sldId="5140"/>
            <ac:picMk id="51" creationId="{B254CF09-8552-4BDD-B519-B1D48A61B823}"/>
          </ac:picMkLst>
        </pc:picChg>
        <pc:picChg chg="del">
          <ac:chgData name="Minh Huynh" userId="01a137d4-0d81-46e0-aca6-c9185b391828" providerId="ADAL" clId="{88AB73D2-BEAC-49CB-B2E2-279547085BAB}" dt="2026-10-14T11:56:42.275" v="1247" actId="478"/>
          <ac:picMkLst>
            <pc:docMk/>
            <pc:sldMk cId="1342646836" sldId="5140"/>
            <ac:picMk id="52" creationId="{0893F063-98E1-4C05-A362-ECF2F0E8EE28}"/>
          </ac:picMkLst>
        </pc:picChg>
        <pc:picChg chg="del">
          <ac:chgData name="Minh Huynh" userId="01a137d4-0d81-46e0-aca6-c9185b391828" providerId="ADAL" clId="{88AB73D2-BEAC-49CB-B2E2-279547085BAB}" dt="2026-10-14T11:56:42.275" v="1247" actId="478"/>
          <ac:picMkLst>
            <pc:docMk/>
            <pc:sldMk cId="1342646836" sldId="5140"/>
            <ac:picMk id="53" creationId="{77B128FC-6535-4375-AFCE-E27BC0E9DF5A}"/>
          </ac:picMkLst>
        </pc:picChg>
        <pc:picChg chg="del">
          <ac:chgData name="Minh Huynh" userId="01a137d4-0d81-46e0-aca6-c9185b391828" providerId="ADAL" clId="{88AB73D2-BEAC-49CB-B2E2-279547085BAB}" dt="2026-10-14T11:56:42.275" v="1247" actId="478"/>
          <ac:picMkLst>
            <pc:docMk/>
            <pc:sldMk cId="1342646836" sldId="5140"/>
            <ac:picMk id="54" creationId="{02F0F64E-65ED-4C43-ADF8-0C151842E612}"/>
          </ac:picMkLst>
        </pc:picChg>
        <pc:picChg chg="del">
          <ac:chgData name="Minh Huynh" userId="01a137d4-0d81-46e0-aca6-c9185b391828" providerId="ADAL" clId="{88AB73D2-BEAC-49CB-B2E2-279547085BAB}" dt="2026-10-14T11:56:42.275" v="1247" actId="478"/>
          <ac:picMkLst>
            <pc:docMk/>
            <pc:sldMk cId="1342646836" sldId="5140"/>
            <ac:picMk id="55" creationId="{0B95AAAF-3024-447E-A10F-044AA82CDB1F}"/>
          </ac:picMkLst>
        </pc:picChg>
        <pc:picChg chg="del">
          <ac:chgData name="Minh Huynh" userId="01a137d4-0d81-46e0-aca6-c9185b391828" providerId="ADAL" clId="{88AB73D2-BEAC-49CB-B2E2-279547085BAB}" dt="2026-10-14T11:56:42.275" v="1247" actId="478"/>
          <ac:picMkLst>
            <pc:docMk/>
            <pc:sldMk cId="1342646836" sldId="5140"/>
            <ac:picMk id="56" creationId="{C94AB924-941A-432A-9663-28ABC71686A8}"/>
          </ac:picMkLst>
        </pc:picChg>
        <pc:picChg chg="del">
          <ac:chgData name="Minh Huynh" userId="01a137d4-0d81-46e0-aca6-c9185b391828" providerId="ADAL" clId="{88AB73D2-BEAC-49CB-B2E2-279547085BAB}" dt="2026-10-14T11:56:42.275" v="1247" actId="478"/>
          <ac:picMkLst>
            <pc:docMk/>
            <pc:sldMk cId="1342646836" sldId="5140"/>
            <ac:picMk id="57" creationId="{5C2B1902-02AE-4754-85E5-56C0F4834CF5}"/>
          </ac:picMkLst>
        </pc:picChg>
        <pc:picChg chg="del">
          <ac:chgData name="Minh Huynh" userId="01a137d4-0d81-46e0-aca6-c9185b391828" providerId="ADAL" clId="{88AB73D2-BEAC-49CB-B2E2-279547085BAB}" dt="2026-10-14T11:56:42.275" v="1247" actId="478"/>
          <ac:picMkLst>
            <pc:docMk/>
            <pc:sldMk cId="1342646836" sldId="5140"/>
            <ac:picMk id="58" creationId="{07FBC401-D08F-4662-B2E5-278374B85E69}"/>
          </ac:picMkLst>
        </pc:picChg>
        <pc:picChg chg="del">
          <ac:chgData name="Minh Huynh" userId="01a137d4-0d81-46e0-aca6-c9185b391828" providerId="ADAL" clId="{88AB73D2-BEAC-49CB-B2E2-279547085BAB}" dt="2026-10-14T11:56:42.275" v="1247" actId="478"/>
          <ac:picMkLst>
            <pc:docMk/>
            <pc:sldMk cId="1342646836" sldId="5140"/>
            <ac:picMk id="59" creationId="{A69A6404-F2C2-448A-A372-0E292ED0DF7C}"/>
          </ac:picMkLst>
        </pc:picChg>
        <pc:picChg chg="del">
          <ac:chgData name="Minh Huynh" userId="01a137d4-0d81-46e0-aca6-c9185b391828" providerId="ADAL" clId="{88AB73D2-BEAC-49CB-B2E2-279547085BAB}" dt="2026-10-14T11:56:42.275" v="1247" actId="478"/>
          <ac:picMkLst>
            <pc:docMk/>
            <pc:sldMk cId="1342646836" sldId="5140"/>
            <ac:picMk id="60" creationId="{5950A98E-AED1-43DA-9D8D-D419BB6AF818}"/>
          </ac:picMkLst>
        </pc:picChg>
        <pc:picChg chg="del">
          <ac:chgData name="Minh Huynh" userId="01a137d4-0d81-46e0-aca6-c9185b391828" providerId="ADAL" clId="{88AB73D2-BEAC-49CB-B2E2-279547085BAB}" dt="2026-10-14T11:56:42.275" v="1247" actId="478"/>
          <ac:picMkLst>
            <pc:docMk/>
            <pc:sldMk cId="1342646836" sldId="5140"/>
            <ac:picMk id="61" creationId="{BD8F3E25-4A72-4A39-A63C-91A0E4E7B7F2}"/>
          </ac:picMkLst>
        </pc:picChg>
        <pc:picChg chg="del">
          <ac:chgData name="Minh Huynh" userId="01a137d4-0d81-46e0-aca6-c9185b391828" providerId="ADAL" clId="{88AB73D2-BEAC-49CB-B2E2-279547085BAB}" dt="2026-10-14T11:56:42.275" v="1247" actId="478"/>
          <ac:picMkLst>
            <pc:docMk/>
            <pc:sldMk cId="1342646836" sldId="5140"/>
            <ac:picMk id="62" creationId="{F05C14D7-3C17-4DD2-9FDD-12ED60CEC008}"/>
          </ac:picMkLst>
        </pc:picChg>
        <pc:picChg chg="del">
          <ac:chgData name="Minh Huynh" userId="01a137d4-0d81-46e0-aca6-c9185b391828" providerId="ADAL" clId="{88AB73D2-BEAC-49CB-B2E2-279547085BAB}" dt="2026-10-14T11:56:42.275" v="1247" actId="478"/>
          <ac:picMkLst>
            <pc:docMk/>
            <pc:sldMk cId="1342646836" sldId="5140"/>
            <ac:picMk id="63" creationId="{9754481D-90E1-448E-BEAC-D1A19246938D}"/>
          </ac:picMkLst>
        </pc:picChg>
        <pc:picChg chg="del">
          <ac:chgData name="Minh Huynh" userId="01a137d4-0d81-46e0-aca6-c9185b391828" providerId="ADAL" clId="{88AB73D2-BEAC-49CB-B2E2-279547085BAB}" dt="2026-10-14T11:56:42.275" v="1247" actId="478"/>
          <ac:picMkLst>
            <pc:docMk/>
            <pc:sldMk cId="1342646836" sldId="5140"/>
            <ac:picMk id="64" creationId="{6477E4F4-E12E-45E8-84CC-A6CC5909AE2C}"/>
          </ac:picMkLst>
        </pc:picChg>
        <pc:picChg chg="del">
          <ac:chgData name="Minh Huynh" userId="01a137d4-0d81-46e0-aca6-c9185b391828" providerId="ADAL" clId="{88AB73D2-BEAC-49CB-B2E2-279547085BAB}" dt="2026-10-14T11:56:42.275" v="1247" actId="478"/>
          <ac:picMkLst>
            <pc:docMk/>
            <pc:sldMk cId="1342646836" sldId="5140"/>
            <ac:picMk id="65" creationId="{D8F350EA-E337-46B0-B347-B920F597162B}"/>
          </ac:picMkLst>
        </pc:picChg>
        <pc:picChg chg="del">
          <ac:chgData name="Minh Huynh" userId="01a137d4-0d81-46e0-aca6-c9185b391828" providerId="ADAL" clId="{88AB73D2-BEAC-49CB-B2E2-279547085BAB}" dt="2026-10-14T11:56:42.275" v="1247" actId="478"/>
          <ac:picMkLst>
            <pc:docMk/>
            <pc:sldMk cId="1342646836" sldId="5140"/>
            <ac:picMk id="66" creationId="{4295AC91-0737-4017-98C7-E5CC6D843C68}"/>
          </ac:picMkLst>
        </pc:picChg>
        <pc:picChg chg="del">
          <ac:chgData name="Minh Huynh" userId="01a137d4-0d81-46e0-aca6-c9185b391828" providerId="ADAL" clId="{88AB73D2-BEAC-49CB-B2E2-279547085BAB}" dt="2026-10-14T11:56:42.275" v="1247" actId="478"/>
          <ac:picMkLst>
            <pc:docMk/>
            <pc:sldMk cId="1342646836" sldId="5140"/>
            <ac:picMk id="67" creationId="{3FC84B9D-2DD5-491B-BE66-70AAE71F8C04}"/>
          </ac:picMkLst>
        </pc:picChg>
        <pc:picChg chg="del">
          <ac:chgData name="Minh Huynh" userId="01a137d4-0d81-46e0-aca6-c9185b391828" providerId="ADAL" clId="{88AB73D2-BEAC-49CB-B2E2-279547085BAB}" dt="2026-10-14T11:56:42.275" v="1247" actId="478"/>
          <ac:picMkLst>
            <pc:docMk/>
            <pc:sldMk cId="1342646836" sldId="5140"/>
            <ac:picMk id="68" creationId="{D57E7E43-69D4-476D-A310-D365020BCC1D}"/>
          </ac:picMkLst>
        </pc:picChg>
        <pc:picChg chg="del">
          <ac:chgData name="Minh Huynh" userId="01a137d4-0d81-46e0-aca6-c9185b391828" providerId="ADAL" clId="{88AB73D2-BEAC-49CB-B2E2-279547085BAB}" dt="2026-10-14T11:56:42.275" v="1247" actId="478"/>
          <ac:picMkLst>
            <pc:docMk/>
            <pc:sldMk cId="1342646836" sldId="5140"/>
            <ac:picMk id="69" creationId="{B970D602-E02E-4F8A-BD63-1E63CCE5E46C}"/>
          </ac:picMkLst>
        </pc:picChg>
        <pc:picChg chg="del">
          <ac:chgData name="Minh Huynh" userId="01a137d4-0d81-46e0-aca6-c9185b391828" providerId="ADAL" clId="{88AB73D2-BEAC-49CB-B2E2-279547085BAB}" dt="2026-10-14T11:56:42.275" v="1247" actId="478"/>
          <ac:picMkLst>
            <pc:docMk/>
            <pc:sldMk cId="1342646836" sldId="5140"/>
            <ac:picMk id="70" creationId="{5734779E-1682-44A9-960C-1C5EB7D32C00}"/>
          </ac:picMkLst>
        </pc:picChg>
        <pc:picChg chg="del">
          <ac:chgData name="Minh Huynh" userId="01a137d4-0d81-46e0-aca6-c9185b391828" providerId="ADAL" clId="{88AB73D2-BEAC-49CB-B2E2-279547085BAB}" dt="2026-10-14T11:56:42.275" v="1247" actId="478"/>
          <ac:picMkLst>
            <pc:docMk/>
            <pc:sldMk cId="1342646836" sldId="5140"/>
            <ac:picMk id="71" creationId="{8604C67A-F928-453F-9D98-5E90CBF5ED15}"/>
          </ac:picMkLst>
        </pc:picChg>
        <pc:picChg chg="del">
          <ac:chgData name="Minh Huynh" userId="01a137d4-0d81-46e0-aca6-c9185b391828" providerId="ADAL" clId="{88AB73D2-BEAC-49CB-B2E2-279547085BAB}" dt="2026-10-14T11:56:42.275" v="1247" actId="478"/>
          <ac:picMkLst>
            <pc:docMk/>
            <pc:sldMk cId="1342646836" sldId="5140"/>
            <ac:picMk id="72" creationId="{61085E21-E5C7-4F60-ACF2-CC19BAFFB092}"/>
          </ac:picMkLst>
        </pc:picChg>
        <pc:picChg chg="del">
          <ac:chgData name="Minh Huynh" userId="01a137d4-0d81-46e0-aca6-c9185b391828" providerId="ADAL" clId="{88AB73D2-BEAC-49CB-B2E2-279547085BAB}" dt="2026-10-14T11:56:42.275" v="1247" actId="478"/>
          <ac:picMkLst>
            <pc:docMk/>
            <pc:sldMk cId="1342646836" sldId="5140"/>
            <ac:picMk id="73" creationId="{8BFE1CFF-0AA1-4873-A184-6CBD7646032A}"/>
          </ac:picMkLst>
        </pc:picChg>
        <pc:picChg chg="del">
          <ac:chgData name="Minh Huynh" userId="01a137d4-0d81-46e0-aca6-c9185b391828" providerId="ADAL" clId="{88AB73D2-BEAC-49CB-B2E2-279547085BAB}" dt="2026-10-14T11:56:42.275" v="1247" actId="478"/>
          <ac:picMkLst>
            <pc:docMk/>
            <pc:sldMk cId="1342646836" sldId="5140"/>
            <ac:picMk id="74" creationId="{F0E57DB7-B454-42E0-B3CF-E60DA74FE5C7}"/>
          </ac:picMkLst>
        </pc:picChg>
        <pc:picChg chg="del">
          <ac:chgData name="Minh Huynh" userId="01a137d4-0d81-46e0-aca6-c9185b391828" providerId="ADAL" clId="{88AB73D2-BEAC-49CB-B2E2-279547085BAB}" dt="2026-10-14T11:56:42.275" v="1247" actId="478"/>
          <ac:picMkLst>
            <pc:docMk/>
            <pc:sldMk cId="1342646836" sldId="5140"/>
            <ac:picMk id="75" creationId="{3389D841-E318-47C3-BEFD-1526EEF7CFD6}"/>
          </ac:picMkLst>
        </pc:picChg>
        <pc:picChg chg="del">
          <ac:chgData name="Minh Huynh" userId="01a137d4-0d81-46e0-aca6-c9185b391828" providerId="ADAL" clId="{88AB73D2-BEAC-49CB-B2E2-279547085BAB}" dt="2026-10-14T11:56:42.275" v="1247" actId="478"/>
          <ac:picMkLst>
            <pc:docMk/>
            <pc:sldMk cId="1342646836" sldId="5140"/>
            <ac:picMk id="76" creationId="{201840D7-E7DF-48BE-BE1B-3BB0AB1D6A2D}"/>
          </ac:picMkLst>
        </pc:picChg>
        <pc:picChg chg="del">
          <ac:chgData name="Minh Huynh" userId="01a137d4-0d81-46e0-aca6-c9185b391828" providerId="ADAL" clId="{88AB73D2-BEAC-49CB-B2E2-279547085BAB}" dt="2026-10-14T11:56:42.275" v="1247" actId="478"/>
          <ac:picMkLst>
            <pc:docMk/>
            <pc:sldMk cId="1342646836" sldId="5140"/>
            <ac:picMk id="77" creationId="{379E6D76-2F6B-4B0C-B1BE-8DEF5DFD6F3C}"/>
          </ac:picMkLst>
        </pc:picChg>
        <pc:picChg chg="del">
          <ac:chgData name="Minh Huynh" userId="01a137d4-0d81-46e0-aca6-c9185b391828" providerId="ADAL" clId="{88AB73D2-BEAC-49CB-B2E2-279547085BAB}" dt="2026-10-14T11:56:42.275" v="1247" actId="478"/>
          <ac:picMkLst>
            <pc:docMk/>
            <pc:sldMk cId="1342646836" sldId="5140"/>
            <ac:picMk id="78" creationId="{F80AFBA3-8160-45ED-9714-0EC8AE46E7F2}"/>
          </ac:picMkLst>
        </pc:picChg>
        <pc:picChg chg="del">
          <ac:chgData name="Minh Huynh" userId="01a137d4-0d81-46e0-aca6-c9185b391828" providerId="ADAL" clId="{88AB73D2-BEAC-49CB-B2E2-279547085BAB}" dt="2026-10-14T11:56:42.275" v="1247" actId="478"/>
          <ac:picMkLst>
            <pc:docMk/>
            <pc:sldMk cId="1342646836" sldId="5140"/>
            <ac:picMk id="81" creationId="{FB2DB5AA-B389-42ED-9CE3-3D2A847E02F8}"/>
          </ac:picMkLst>
        </pc:picChg>
        <pc:picChg chg="del">
          <ac:chgData name="Minh Huynh" userId="01a137d4-0d81-46e0-aca6-c9185b391828" providerId="ADAL" clId="{88AB73D2-BEAC-49CB-B2E2-279547085BAB}" dt="2026-10-14T11:56:42.275" v="1247" actId="478"/>
          <ac:picMkLst>
            <pc:docMk/>
            <pc:sldMk cId="1342646836" sldId="5140"/>
            <ac:picMk id="82" creationId="{F64E0E9E-BE90-454D-9B31-5BE79B9AA56A}"/>
          </ac:picMkLst>
        </pc:picChg>
        <pc:picChg chg="del">
          <ac:chgData name="Minh Huynh" userId="01a137d4-0d81-46e0-aca6-c9185b391828" providerId="ADAL" clId="{88AB73D2-BEAC-49CB-B2E2-279547085BAB}" dt="2026-10-14T11:56:42.275" v="1247" actId="478"/>
          <ac:picMkLst>
            <pc:docMk/>
            <pc:sldMk cId="1342646836" sldId="5140"/>
            <ac:picMk id="83" creationId="{7E77B30A-5E2A-4F4C-A8C3-4BFB188254E7}"/>
          </ac:picMkLst>
        </pc:picChg>
        <pc:picChg chg="del">
          <ac:chgData name="Minh Huynh" userId="01a137d4-0d81-46e0-aca6-c9185b391828" providerId="ADAL" clId="{88AB73D2-BEAC-49CB-B2E2-279547085BAB}" dt="2026-10-14T11:56:42.275" v="1247" actId="478"/>
          <ac:picMkLst>
            <pc:docMk/>
            <pc:sldMk cId="1342646836" sldId="5140"/>
            <ac:picMk id="84" creationId="{B4D997B8-2241-4FBC-B31B-2D350A235489}"/>
          </ac:picMkLst>
        </pc:picChg>
        <pc:picChg chg="del">
          <ac:chgData name="Minh Huynh" userId="01a137d4-0d81-46e0-aca6-c9185b391828" providerId="ADAL" clId="{88AB73D2-BEAC-49CB-B2E2-279547085BAB}" dt="2026-10-14T11:56:42.275" v="1247" actId="478"/>
          <ac:picMkLst>
            <pc:docMk/>
            <pc:sldMk cId="1342646836" sldId="5140"/>
            <ac:picMk id="85" creationId="{45CD227F-9B5A-4FE8-A2CB-243A7DA1A829}"/>
          </ac:picMkLst>
        </pc:picChg>
        <pc:picChg chg="del">
          <ac:chgData name="Minh Huynh" userId="01a137d4-0d81-46e0-aca6-c9185b391828" providerId="ADAL" clId="{88AB73D2-BEAC-49CB-B2E2-279547085BAB}" dt="2026-10-14T11:56:42.275" v="1247" actId="478"/>
          <ac:picMkLst>
            <pc:docMk/>
            <pc:sldMk cId="1342646836" sldId="5140"/>
            <ac:picMk id="86" creationId="{5E2CAD7D-25A0-42A1-9F45-12991834AC21}"/>
          </ac:picMkLst>
        </pc:picChg>
        <pc:picChg chg="del">
          <ac:chgData name="Minh Huynh" userId="01a137d4-0d81-46e0-aca6-c9185b391828" providerId="ADAL" clId="{88AB73D2-BEAC-49CB-B2E2-279547085BAB}" dt="2026-10-14T11:56:42.275" v="1247" actId="478"/>
          <ac:picMkLst>
            <pc:docMk/>
            <pc:sldMk cId="1342646836" sldId="5140"/>
            <ac:picMk id="87" creationId="{EAFB9609-5C9B-49DB-9A60-27D27301DFE8}"/>
          </ac:picMkLst>
        </pc:picChg>
        <pc:picChg chg="del">
          <ac:chgData name="Minh Huynh" userId="01a137d4-0d81-46e0-aca6-c9185b391828" providerId="ADAL" clId="{88AB73D2-BEAC-49CB-B2E2-279547085BAB}" dt="2026-10-14T11:56:42.275" v="1247" actId="478"/>
          <ac:picMkLst>
            <pc:docMk/>
            <pc:sldMk cId="1342646836" sldId="5140"/>
            <ac:picMk id="88" creationId="{AFB40C71-FEED-4090-8A9A-3FEA861E89AF}"/>
          </ac:picMkLst>
        </pc:picChg>
        <pc:picChg chg="del">
          <ac:chgData name="Minh Huynh" userId="01a137d4-0d81-46e0-aca6-c9185b391828" providerId="ADAL" clId="{88AB73D2-BEAC-49CB-B2E2-279547085BAB}" dt="2026-10-14T11:56:42.275" v="1247" actId="478"/>
          <ac:picMkLst>
            <pc:docMk/>
            <pc:sldMk cId="1342646836" sldId="5140"/>
            <ac:picMk id="89" creationId="{CB0BA1B4-225A-4517-8AA7-0B951DDD6927}"/>
          </ac:picMkLst>
        </pc:picChg>
        <pc:picChg chg="del">
          <ac:chgData name="Minh Huynh" userId="01a137d4-0d81-46e0-aca6-c9185b391828" providerId="ADAL" clId="{88AB73D2-BEAC-49CB-B2E2-279547085BAB}" dt="2026-10-14T11:56:42.275" v="1247" actId="478"/>
          <ac:picMkLst>
            <pc:docMk/>
            <pc:sldMk cId="1342646836" sldId="5140"/>
            <ac:picMk id="90" creationId="{27728E7A-7CB8-43EA-AEA6-0759A2EB8529}"/>
          </ac:picMkLst>
        </pc:picChg>
        <pc:picChg chg="del">
          <ac:chgData name="Minh Huynh" userId="01a137d4-0d81-46e0-aca6-c9185b391828" providerId="ADAL" clId="{88AB73D2-BEAC-49CB-B2E2-279547085BAB}" dt="2026-10-14T11:56:42.275" v="1247" actId="478"/>
          <ac:picMkLst>
            <pc:docMk/>
            <pc:sldMk cId="1342646836" sldId="5140"/>
            <ac:picMk id="91" creationId="{56B56B31-F30C-4D91-AFD5-8111E5B1B5EA}"/>
          </ac:picMkLst>
        </pc:picChg>
        <pc:picChg chg="del">
          <ac:chgData name="Minh Huynh" userId="01a137d4-0d81-46e0-aca6-c9185b391828" providerId="ADAL" clId="{88AB73D2-BEAC-49CB-B2E2-279547085BAB}" dt="2026-10-14T11:56:42.275" v="1247" actId="478"/>
          <ac:picMkLst>
            <pc:docMk/>
            <pc:sldMk cId="1342646836" sldId="5140"/>
            <ac:picMk id="92" creationId="{76AFD761-B532-4928-8862-CA215E99C697}"/>
          </ac:picMkLst>
        </pc:picChg>
        <pc:picChg chg="del">
          <ac:chgData name="Minh Huynh" userId="01a137d4-0d81-46e0-aca6-c9185b391828" providerId="ADAL" clId="{88AB73D2-BEAC-49CB-B2E2-279547085BAB}" dt="2026-10-14T11:56:42.275" v="1247" actId="478"/>
          <ac:picMkLst>
            <pc:docMk/>
            <pc:sldMk cId="1342646836" sldId="5140"/>
            <ac:picMk id="93" creationId="{D37BDFCC-04D4-40DF-B9FB-6F33A0E1C45D}"/>
          </ac:picMkLst>
        </pc:picChg>
        <pc:picChg chg="del">
          <ac:chgData name="Minh Huynh" userId="01a137d4-0d81-46e0-aca6-c9185b391828" providerId="ADAL" clId="{88AB73D2-BEAC-49CB-B2E2-279547085BAB}" dt="2026-10-14T11:56:42.275" v="1247" actId="478"/>
          <ac:picMkLst>
            <pc:docMk/>
            <pc:sldMk cId="1342646836" sldId="5140"/>
            <ac:picMk id="94" creationId="{60A1E44F-25B6-4CA5-B887-F6C68AD5DAEA}"/>
          </ac:picMkLst>
        </pc:picChg>
        <pc:picChg chg="del">
          <ac:chgData name="Minh Huynh" userId="01a137d4-0d81-46e0-aca6-c9185b391828" providerId="ADAL" clId="{88AB73D2-BEAC-49CB-B2E2-279547085BAB}" dt="2026-10-14T11:56:42.275" v="1247" actId="478"/>
          <ac:picMkLst>
            <pc:docMk/>
            <pc:sldMk cId="1342646836" sldId="5140"/>
            <ac:picMk id="95" creationId="{6C9CA440-C3DA-49F9-ABDE-D31D725D0E02}"/>
          </ac:picMkLst>
        </pc:picChg>
        <pc:picChg chg="del">
          <ac:chgData name="Minh Huynh" userId="01a137d4-0d81-46e0-aca6-c9185b391828" providerId="ADAL" clId="{88AB73D2-BEAC-49CB-B2E2-279547085BAB}" dt="2026-10-14T11:56:42.275" v="1247" actId="478"/>
          <ac:picMkLst>
            <pc:docMk/>
            <pc:sldMk cId="1342646836" sldId="5140"/>
            <ac:picMk id="96" creationId="{8B412B8C-886A-462A-B6A0-3CDCED33B0AF}"/>
          </ac:picMkLst>
        </pc:picChg>
        <pc:picChg chg="del">
          <ac:chgData name="Minh Huynh" userId="01a137d4-0d81-46e0-aca6-c9185b391828" providerId="ADAL" clId="{88AB73D2-BEAC-49CB-B2E2-279547085BAB}" dt="2026-10-14T11:56:42.275" v="1247" actId="478"/>
          <ac:picMkLst>
            <pc:docMk/>
            <pc:sldMk cId="1342646836" sldId="5140"/>
            <ac:picMk id="97" creationId="{A3146DDE-FAF8-42CF-BCED-8DA808D0DD65}"/>
          </ac:picMkLst>
        </pc:picChg>
        <pc:picChg chg="del">
          <ac:chgData name="Minh Huynh" userId="01a137d4-0d81-46e0-aca6-c9185b391828" providerId="ADAL" clId="{88AB73D2-BEAC-49CB-B2E2-279547085BAB}" dt="2026-10-14T11:56:42.275" v="1247" actId="478"/>
          <ac:picMkLst>
            <pc:docMk/>
            <pc:sldMk cId="1342646836" sldId="5140"/>
            <ac:picMk id="98" creationId="{2A659D6F-12A7-4317-AE7E-9E4B3D9D1ADB}"/>
          </ac:picMkLst>
        </pc:picChg>
        <pc:picChg chg="del">
          <ac:chgData name="Minh Huynh" userId="01a137d4-0d81-46e0-aca6-c9185b391828" providerId="ADAL" clId="{88AB73D2-BEAC-49CB-B2E2-279547085BAB}" dt="2026-10-14T11:56:42.275" v="1247" actId="478"/>
          <ac:picMkLst>
            <pc:docMk/>
            <pc:sldMk cId="1342646836" sldId="5140"/>
            <ac:picMk id="99" creationId="{04E5A6B5-954A-4BB5-ADDC-3D0EDECF437A}"/>
          </ac:picMkLst>
        </pc:picChg>
        <pc:picChg chg="del">
          <ac:chgData name="Minh Huynh" userId="01a137d4-0d81-46e0-aca6-c9185b391828" providerId="ADAL" clId="{88AB73D2-BEAC-49CB-B2E2-279547085BAB}" dt="2026-10-14T11:56:42.275" v="1247" actId="478"/>
          <ac:picMkLst>
            <pc:docMk/>
            <pc:sldMk cId="1342646836" sldId="5140"/>
            <ac:picMk id="100" creationId="{AB0E03DD-293C-4F13-9956-190D2A3D56E8}"/>
          </ac:picMkLst>
        </pc:picChg>
        <pc:picChg chg="del">
          <ac:chgData name="Minh Huynh" userId="01a137d4-0d81-46e0-aca6-c9185b391828" providerId="ADAL" clId="{88AB73D2-BEAC-49CB-B2E2-279547085BAB}" dt="2026-10-14T11:56:42.275" v="1247" actId="478"/>
          <ac:picMkLst>
            <pc:docMk/>
            <pc:sldMk cId="1342646836" sldId="5140"/>
            <ac:picMk id="101" creationId="{DD66A99A-E911-4933-8AEF-8AD4FA435807}"/>
          </ac:picMkLst>
        </pc:picChg>
        <pc:picChg chg="del">
          <ac:chgData name="Minh Huynh" userId="01a137d4-0d81-46e0-aca6-c9185b391828" providerId="ADAL" clId="{88AB73D2-BEAC-49CB-B2E2-279547085BAB}" dt="2026-10-14T11:56:42.275" v="1247" actId="478"/>
          <ac:picMkLst>
            <pc:docMk/>
            <pc:sldMk cId="1342646836" sldId="5140"/>
            <ac:picMk id="102" creationId="{A2062022-0148-4B8D-8631-1C6075A0089B}"/>
          </ac:picMkLst>
        </pc:picChg>
        <pc:picChg chg="del">
          <ac:chgData name="Minh Huynh" userId="01a137d4-0d81-46e0-aca6-c9185b391828" providerId="ADAL" clId="{88AB73D2-BEAC-49CB-B2E2-279547085BAB}" dt="2026-10-14T11:56:42.275" v="1247" actId="478"/>
          <ac:picMkLst>
            <pc:docMk/>
            <pc:sldMk cId="1342646836" sldId="5140"/>
            <ac:picMk id="103" creationId="{C2714094-4CCC-443D-A6A9-9F38C6940837}"/>
          </ac:picMkLst>
        </pc:picChg>
        <pc:picChg chg="del">
          <ac:chgData name="Minh Huynh" userId="01a137d4-0d81-46e0-aca6-c9185b391828" providerId="ADAL" clId="{88AB73D2-BEAC-49CB-B2E2-279547085BAB}" dt="2026-10-14T11:56:42.275" v="1247" actId="478"/>
          <ac:picMkLst>
            <pc:docMk/>
            <pc:sldMk cId="1342646836" sldId="5140"/>
            <ac:picMk id="104" creationId="{F95A1908-7337-4671-AEBC-5BD7DB84576C}"/>
          </ac:picMkLst>
        </pc:picChg>
        <pc:picChg chg="del">
          <ac:chgData name="Minh Huynh" userId="01a137d4-0d81-46e0-aca6-c9185b391828" providerId="ADAL" clId="{88AB73D2-BEAC-49CB-B2E2-279547085BAB}" dt="2026-10-14T11:56:42.275" v="1247" actId="478"/>
          <ac:picMkLst>
            <pc:docMk/>
            <pc:sldMk cId="1342646836" sldId="5140"/>
            <ac:picMk id="105" creationId="{BFBE05F7-4423-41C3-90C6-F659C5B79AE9}"/>
          </ac:picMkLst>
        </pc:picChg>
        <pc:picChg chg="del">
          <ac:chgData name="Minh Huynh" userId="01a137d4-0d81-46e0-aca6-c9185b391828" providerId="ADAL" clId="{88AB73D2-BEAC-49CB-B2E2-279547085BAB}" dt="2026-10-14T11:56:42.275" v="1247" actId="478"/>
          <ac:picMkLst>
            <pc:docMk/>
            <pc:sldMk cId="1342646836" sldId="5140"/>
            <ac:picMk id="106" creationId="{3817A654-0C96-4E63-B5EE-F9F252566A1A}"/>
          </ac:picMkLst>
        </pc:picChg>
        <pc:picChg chg="del">
          <ac:chgData name="Minh Huynh" userId="01a137d4-0d81-46e0-aca6-c9185b391828" providerId="ADAL" clId="{88AB73D2-BEAC-49CB-B2E2-279547085BAB}" dt="2026-10-14T11:56:42.275" v="1247" actId="478"/>
          <ac:picMkLst>
            <pc:docMk/>
            <pc:sldMk cId="1342646836" sldId="5140"/>
            <ac:picMk id="107" creationId="{D4710DD5-3F36-439E-82F4-28AFD5AB35B9}"/>
          </ac:picMkLst>
        </pc:picChg>
        <pc:picChg chg="del">
          <ac:chgData name="Minh Huynh" userId="01a137d4-0d81-46e0-aca6-c9185b391828" providerId="ADAL" clId="{88AB73D2-BEAC-49CB-B2E2-279547085BAB}" dt="2026-10-14T11:56:42.275" v="1247" actId="478"/>
          <ac:picMkLst>
            <pc:docMk/>
            <pc:sldMk cId="1342646836" sldId="5140"/>
            <ac:picMk id="108" creationId="{CEA749E9-E1AE-43A4-AF57-676FC7F98C1D}"/>
          </ac:picMkLst>
        </pc:picChg>
        <pc:picChg chg="del">
          <ac:chgData name="Minh Huynh" userId="01a137d4-0d81-46e0-aca6-c9185b391828" providerId="ADAL" clId="{88AB73D2-BEAC-49CB-B2E2-279547085BAB}" dt="2026-10-14T11:56:42.275" v="1247" actId="478"/>
          <ac:picMkLst>
            <pc:docMk/>
            <pc:sldMk cId="1342646836" sldId="5140"/>
            <ac:picMk id="109" creationId="{C14ADBED-5279-47B6-B51D-9389F3DA8FCF}"/>
          </ac:picMkLst>
        </pc:picChg>
        <pc:picChg chg="del">
          <ac:chgData name="Minh Huynh" userId="01a137d4-0d81-46e0-aca6-c9185b391828" providerId="ADAL" clId="{88AB73D2-BEAC-49CB-B2E2-279547085BAB}" dt="2026-10-14T11:56:42.275" v="1247" actId="478"/>
          <ac:picMkLst>
            <pc:docMk/>
            <pc:sldMk cId="1342646836" sldId="5140"/>
            <ac:picMk id="110" creationId="{9ACC82BC-1D9D-42E7-8E5E-76AE58844694}"/>
          </ac:picMkLst>
        </pc:picChg>
        <pc:picChg chg="del">
          <ac:chgData name="Minh Huynh" userId="01a137d4-0d81-46e0-aca6-c9185b391828" providerId="ADAL" clId="{88AB73D2-BEAC-49CB-B2E2-279547085BAB}" dt="2026-10-14T11:56:42.275" v="1247" actId="478"/>
          <ac:picMkLst>
            <pc:docMk/>
            <pc:sldMk cId="1342646836" sldId="5140"/>
            <ac:picMk id="111" creationId="{16B59883-5426-4055-A0EB-E278D8766FE1}"/>
          </ac:picMkLst>
        </pc:picChg>
        <pc:picChg chg="del">
          <ac:chgData name="Minh Huynh" userId="01a137d4-0d81-46e0-aca6-c9185b391828" providerId="ADAL" clId="{88AB73D2-BEAC-49CB-B2E2-279547085BAB}" dt="2026-10-14T11:56:42.275" v="1247" actId="478"/>
          <ac:picMkLst>
            <pc:docMk/>
            <pc:sldMk cId="1342646836" sldId="5140"/>
            <ac:picMk id="112" creationId="{0E565EC0-45BB-4576-8417-2BEF9C5D3052}"/>
          </ac:picMkLst>
        </pc:picChg>
        <pc:picChg chg="del">
          <ac:chgData name="Minh Huynh" userId="01a137d4-0d81-46e0-aca6-c9185b391828" providerId="ADAL" clId="{88AB73D2-BEAC-49CB-B2E2-279547085BAB}" dt="2026-10-14T11:56:42.275" v="1247" actId="478"/>
          <ac:picMkLst>
            <pc:docMk/>
            <pc:sldMk cId="1342646836" sldId="5140"/>
            <ac:picMk id="113" creationId="{721F3045-022E-4122-8629-662EEA4EAA67}"/>
          </ac:picMkLst>
        </pc:picChg>
        <pc:picChg chg="del">
          <ac:chgData name="Minh Huynh" userId="01a137d4-0d81-46e0-aca6-c9185b391828" providerId="ADAL" clId="{88AB73D2-BEAC-49CB-B2E2-279547085BAB}" dt="2026-10-14T11:56:42.275" v="1247" actId="478"/>
          <ac:picMkLst>
            <pc:docMk/>
            <pc:sldMk cId="1342646836" sldId="5140"/>
            <ac:picMk id="114" creationId="{8D4D55A1-318A-493F-8B1D-F3CAAC65C559}"/>
          </ac:picMkLst>
        </pc:picChg>
        <pc:picChg chg="del">
          <ac:chgData name="Minh Huynh" userId="01a137d4-0d81-46e0-aca6-c9185b391828" providerId="ADAL" clId="{88AB73D2-BEAC-49CB-B2E2-279547085BAB}" dt="2026-10-14T11:56:42.275" v="1247" actId="478"/>
          <ac:picMkLst>
            <pc:docMk/>
            <pc:sldMk cId="1342646836" sldId="5140"/>
            <ac:picMk id="116" creationId="{84A54B75-4D7E-4A27-AD4D-794EF9C9AC8A}"/>
          </ac:picMkLst>
        </pc:picChg>
        <pc:picChg chg="del">
          <ac:chgData name="Minh Huynh" userId="01a137d4-0d81-46e0-aca6-c9185b391828" providerId="ADAL" clId="{88AB73D2-BEAC-49CB-B2E2-279547085BAB}" dt="2026-10-14T11:56:42.275" v="1247" actId="478"/>
          <ac:picMkLst>
            <pc:docMk/>
            <pc:sldMk cId="1342646836" sldId="5140"/>
            <ac:picMk id="123" creationId="{4F5E7F6D-910F-4FAE-BFC4-D9A5D0D825E5}"/>
          </ac:picMkLst>
        </pc:picChg>
        <pc:picChg chg="del">
          <ac:chgData name="Minh Huynh" userId="01a137d4-0d81-46e0-aca6-c9185b391828" providerId="ADAL" clId="{88AB73D2-BEAC-49CB-B2E2-279547085BAB}" dt="2026-10-14T11:56:42.275" v="1247" actId="478"/>
          <ac:picMkLst>
            <pc:docMk/>
            <pc:sldMk cId="1342646836" sldId="5140"/>
            <ac:picMk id="127" creationId="{73B72AA4-FEE3-4229-8285-8B2F5D3B562C}"/>
          </ac:picMkLst>
        </pc:picChg>
        <pc:picChg chg="del">
          <ac:chgData name="Minh Huynh" userId="01a137d4-0d81-46e0-aca6-c9185b391828" providerId="ADAL" clId="{88AB73D2-BEAC-49CB-B2E2-279547085BAB}" dt="2026-10-14T11:56:42.275" v="1247" actId="478"/>
          <ac:picMkLst>
            <pc:docMk/>
            <pc:sldMk cId="1342646836" sldId="5140"/>
            <ac:picMk id="128" creationId="{0DD3A79B-540E-4D53-9A3B-575CEC1E9CD9}"/>
          </ac:picMkLst>
        </pc:picChg>
        <pc:picChg chg="del">
          <ac:chgData name="Minh Huynh" userId="01a137d4-0d81-46e0-aca6-c9185b391828" providerId="ADAL" clId="{88AB73D2-BEAC-49CB-B2E2-279547085BAB}" dt="2026-10-14T11:56:42.275" v="1247" actId="478"/>
          <ac:picMkLst>
            <pc:docMk/>
            <pc:sldMk cId="1342646836" sldId="5140"/>
            <ac:picMk id="129" creationId="{EA2EF069-5A3E-45C6-BDA8-F3293892F686}"/>
          </ac:picMkLst>
        </pc:picChg>
        <pc:picChg chg="del">
          <ac:chgData name="Minh Huynh" userId="01a137d4-0d81-46e0-aca6-c9185b391828" providerId="ADAL" clId="{88AB73D2-BEAC-49CB-B2E2-279547085BAB}" dt="2026-10-14T11:56:42.275" v="1247" actId="478"/>
          <ac:picMkLst>
            <pc:docMk/>
            <pc:sldMk cId="1342646836" sldId="5140"/>
            <ac:picMk id="143" creationId="{AD0D1B70-41A3-4580-9743-2A19B4EE6BC8}"/>
          </ac:picMkLst>
        </pc:picChg>
        <pc:picChg chg="del">
          <ac:chgData name="Minh Huynh" userId="01a137d4-0d81-46e0-aca6-c9185b391828" providerId="ADAL" clId="{88AB73D2-BEAC-49CB-B2E2-279547085BAB}" dt="2026-10-14T11:56:42.275" v="1247" actId="478"/>
          <ac:picMkLst>
            <pc:docMk/>
            <pc:sldMk cId="1342646836" sldId="5140"/>
            <ac:picMk id="144" creationId="{C347580A-0A49-427F-9D29-0C86BB315EC2}"/>
          </ac:picMkLst>
        </pc:picChg>
        <pc:picChg chg="del">
          <ac:chgData name="Minh Huynh" userId="01a137d4-0d81-46e0-aca6-c9185b391828" providerId="ADAL" clId="{88AB73D2-BEAC-49CB-B2E2-279547085BAB}" dt="2026-10-14T11:56:42.275" v="1247" actId="478"/>
          <ac:picMkLst>
            <pc:docMk/>
            <pc:sldMk cId="1342646836" sldId="5140"/>
            <ac:picMk id="145" creationId="{51F15E6A-DEA8-4DB8-B514-E0E969782A5D}"/>
          </ac:picMkLst>
        </pc:picChg>
        <pc:picChg chg="del">
          <ac:chgData name="Minh Huynh" userId="01a137d4-0d81-46e0-aca6-c9185b391828" providerId="ADAL" clId="{88AB73D2-BEAC-49CB-B2E2-279547085BAB}" dt="2026-10-14T11:56:42.275" v="1247" actId="478"/>
          <ac:picMkLst>
            <pc:docMk/>
            <pc:sldMk cId="1342646836" sldId="5140"/>
            <ac:picMk id="146" creationId="{3B35B022-489E-4FEE-B19F-AA59C1CFD1C9}"/>
          </ac:picMkLst>
        </pc:picChg>
        <pc:picChg chg="del">
          <ac:chgData name="Minh Huynh" userId="01a137d4-0d81-46e0-aca6-c9185b391828" providerId="ADAL" clId="{88AB73D2-BEAC-49CB-B2E2-279547085BAB}" dt="2026-10-14T11:56:42.275" v="1247" actId="478"/>
          <ac:picMkLst>
            <pc:docMk/>
            <pc:sldMk cId="1342646836" sldId="5140"/>
            <ac:picMk id="147" creationId="{3B40A574-5EF0-4A42-ADFD-0B2E9C814F76}"/>
          </ac:picMkLst>
        </pc:picChg>
        <pc:picChg chg="del">
          <ac:chgData name="Minh Huynh" userId="01a137d4-0d81-46e0-aca6-c9185b391828" providerId="ADAL" clId="{88AB73D2-BEAC-49CB-B2E2-279547085BAB}" dt="2026-10-14T11:56:42.275" v="1247" actId="478"/>
          <ac:picMkLst>
            <pc:docMk/>
            <pc:sldMk cId="1342646836" sldId="5140"/>
            <ac:picMk id="148" creationId="{874BBF72-22A7-40DC-8D59-5AD86B3A3905}"/>
          </ac:picMkLst>
        </pc:picChg>
        <pc:picChg chg="del">
          <ac:chgData name="Minh Huynh" userId="01a137d4-0d81-46e0-aca6-c9185b391828" providerId="ADAL" clId="{88AB73D2-BEAC-49CB-B2E2-279547085BAB}" dt="2026-10-14T11:56:42.275" v="1247" actId="478"/>
          <ac:picMkLst>
            <pc:docMk/>
            <pc:sldMk cId="1342646836" sldId="5140"/>
            <ac:picMk id="149" creationId="{726B8544-E607-44F3-B51E-0684C1DE9227}"/>
          </ac:picMkLst>
        </pc:picChg>
        <pc:picChg chg="del">
          <ac:chgData name="Minh Huynh" userId="01a137d4-0d81-46e0-aca6-c9185b391828" providerId="ADAL" clId="{88AB73D2-BEAC-49CB-B2E2-279547085BAB}" dt="2026-10-14T11:56:42.275" v="1247" actId="478"/>
          <ac:picMkLst>
            <pc:docMk/>
            <pc:sldMk cId="1342646836" sldId="5140"/>
            <ac:picMk id="150" creationId="{F27D68AD-737F-4A81-A354-BF750BFEC509}"/>
          </ac:picMkLst>
        </pc:picChg>
        <pc:picChg chg="del">
          <ac:chgData name="Minh Huynh" userId="01a137d4-0d81-46e0-aca6-c9185b391828" providerId="ADAL" clId="{88AB73D2-BEAC-49CB-B2E2-279547085BAB}" dt="2026-10-14T11:56:42.275" v="1247" actId="478"/>
          <ac:picMkLst>
            <pc:docMk/>
            <pc:sldMk cId="1342646836" sldId="5140"/>
            <ac:picMk id="151" creationId="{BBC7065E-2250-4DBE-A784-FB8492057DF9}"/>
          </ac:picMkLst>
        </pc:picChg>
        <pc:picChg chg="del">
          <ac:chgData name="Minh Huynh" userId="01a137d4-0d81-46e0-aca6-c9185b391828" providerId="ADAL" clId="{88AB73D2-BEAC-49CB-B2E2-279547085BAB}" dt="2026-10-14T11:56:42.275" v="1247" actId="478"/>
          <ac:picMkLst>
            <pc:docMk/>
            <pc:sldMk cId="1342646836" sldId="5140"/>
            <ac:picMk id="152" creationId="{38F244B8-1A6D-456A-98C3-3AA6396CDF2B}"/>
          </ac:picMkLst>
        </pc:picChg>
        <pc:inkChg chg="mod">
          <ac:chgData name="Minh Huynh" userId="01a137d4-0d81-46e0-aca6-c9185b391828" providerId="ADAL" clId="{88AB73D2-BEAC-49CB-B2E2-279547085BAB}" dt="2026-10-14T11:56:55.148" v="1251"/>
          <ac:inkMkLst>
            <pc:docMk/>
            <pc:sldMk cId="1342646836" sldId="5140"/>
            <ac:inkMk id="179" creationId="{5A406A65-9761-4110-9988-4FF239029C82}"/>
          </ac:inkMkLst>
        </pc:inkChg>
        <pc:inkChg chg="mod">
          <ac:chgData name="Minh Huynh" userId="01a137d4-0d81-46e0-aca6-c9185b391828" providerId="ADAL" clId="{88AB73D2-BEAC-49CB-B2E2-279547085BAB}" dt="2026-10-14T11:56:55.148" v="1251"/>
          <ac:inkMkLst>
            <pc:docMk/>
            <pc:sldMk cId="1342646836" sldId="5140"/>
            <ac:inkMk id="180" creationId="{D9626E0C-433F-4989-B151-3F6F6AD974E5}"/>
          </ac:inkMkLst>
        </pc:inkChg>
        <pc:inkChg chg="add mod">
          <ac:chgData name="Minh Huynh" userId="01a137d4-0d81-46e0-aca6-c9185b391828" providerId="ADAL" clId="{88AB73D2-BEAC-49CB-B2E2-279547085BAB}" dt="2026-10-14T11:56:55.148" v="1251"/>
          <ac:inkMkLst>
            <pc:docMk/>
            <pc:sldMk cId="1342646836" sldId="5140"/>
            <ac:inkMk id="182" creationId="{68594915-F0D5-4D88-9182-0CB908CA4A98}"/>
          </ac:inkMkLst>
        </pc:inkChg>
        <pc:inkChg chg="add mod">
          <ac:chgData name="Minh Huynh" userId="01a137d4-0d81-46e0-aca6-c9185b391828" providerId="ADAL" clId="{88AB73D2-BEAC-49CB-B2E2-279547085BAB}" dt="2026-10-14T11:56:55.148" v="1251"/>
          <ac:inkMkLst>
            <pc:docMk/>
            <pc:sldMk cId="1342646836" sldId="5140"/>
            <ac:inkMk id="183" creationId="{058D1C42-1A21-488D-ADC3-9EB46E797327}"/>
          </ac:inkMkLst>
        </pc:inkChg>
      </pc:sldChg>
      <pc:sldChg chg="delSp add del mod">
        <pc:chgData name="Minh Huynh" userId="01a137d4-0d81-46e0-aca6-c9185b391828" providerId="ADAL" clId="{88AB73D2-BEAC-49CB-B2E2-279547085BAB}" dt="2026-10-14T11:56:56.500" v="1252" actId="47"/>
        <pc:sldMkLst>
          <pc:docMk/>
          <pc:sldMk cId="2850801908" sldId="5177"/>
        </pc:sldMkLst>
        <pc:spChg chg="del">
          <ac:chgData name="Minh Huynh" userId="01a137d4-0d81-46e0-aca6-c9185b391828" providerId="ADAL" clId="{88AB73D2-BEAC-49CB-B2E2-279547085BAB}" dt="2026-10-14T11:56:46.766" v="1250" actId="478"/>
          <ac:spMkLst>
            <pc:docMk/>
            <pc:sldMk cId="2850801908" sldId="5177"/>
            <ac:spMk id="8" creationId="{E0BC13A5-8959-022E-163F-C3E94D783900}"/>
          </ac:spMkLst>
        </pc:spChg>
        <pc:spChg chg="del">
          <ac:chgData name="Minh Huynh" userId="01a137d4-0d81-46e0-aca6-c9185b391828" providerId="ADAL" clId="{88AB73D2-BEAC-49CB-B2E2-279547085BAB}" dt="2026-10-14T11:56:45.476" v="1249" actId="478"/>
          <ac:spMkLst>
            <pc:docMk/>
            <pc:sldMk cId="2850801908" sldId="5177"/>
            <ac:spMk id="29" creationId="{842EFC0D-01FA-4C78-A888-D3B862F51797}"/>
          </ac:spMkLst>
        </pc:spChg>
        <pc:spChg chg="del">
          <ac:chgData name="Minh Huynh" userId="01a137d4-0d81-46e0-aca6-c9185b391828" providerId="ADAL" clId="{88AB73D2-BEAC-49CB-B2E2-279547085BAB}" dt="2026-10-14T11:56:45.476" v="1249" actId="478"/>
          <ac:spMkLst>
            <pc:docMk/>
            <pc:sldMk cId="2850801908" sldId="5177"/>
            <ac:spMk id="30" creationId="{604DD276-86C0-49C2-861F-EB8DC2521F6C}"/>
          </ac:spMkLst>
        </pc:spChg>
        <pc:spChg chg="del">
          <ac:chgData name="Minh Huynh" userId="01a137d4-0d81-46e0-aca6-c9185b391828" providerId="ADAL" clId="{88AB73D2-BEAC-49CB-B2E2-279547085BAB}" dt="2026-10-14T11:56:45.476" v="1249" actId="478"/>
          <ac:spMkLst>
            <pc:docMk/>
            <pc:sldMk cId="2850801908" sldId="5177"/>
            <ac:spMk id="31" creationId="{B4FC8E08-AE3A-4EF0-A161-B67D97568029}"/>
          </ac:spMkLst>
        </pc:spChg>
        <pc:spChg chg="del">
          <ac:chgData name="Minh Huynh" userId="01a137d4-0d81-46e0-aca6-c9185b391828" providerId="ADAL" clId="{88AB73D2-BEAC-49CB-B2E2-279547085BAB}" dt="2026-10-14T11:56:45.476" v="1249" actId="478"/>
          <ac:spMkLst>
            <pc:docMk/>
            <pc:sldMk cId="2850801908" sldId="5177"/>
            <ac:spMk id="32" creationId="{B6C027D0-6CF9-41F9-8CF2-0FC53C81438B}"/>
          </ac:spMkLst>
        </pc:spChg>
        <pc:spChg chg="del">
          <ac:chgData name="Minh Huynh" userId="01a137d4-0d81-46e0-aca6-c9185b391828" providerId="ADAL" clId="{88AB73D2-BEAC-49CB-B2E2-279547085BAB}" dt="2026-10-14T11:56:45.476" v="1249" actId="478"/>
          <ac:spMkLst>
            <pc:docMk/>
            <pc:sldMk cId="2850801908" sldId="5177"/>
            <ac:spMk id="33" creationId="{0FBAEEBB-6C48-4670-B34C-FEB2DE9F9D1D}"/>
          </ac:spMkLst>
        </pc:spChg>
        <pc:spChg chg="del">
          <ac:chgData name="Minh Huynh" userId="01a137d4-0d81-46e0-aca6-c9185b391828" providerId="ADAL" clId="{88AB73D2-BEAC-49CB-B2E2-279547085BAB}" dt="2026-10-14T11:56:45.476" v="1249" actId="478"/>
          <ac:spMkLst>
            <pc:docMk/>
            <pc:sldMk cId="2850801908" sldId="5177"/>
            <ac:spMk id="34" creationId="{396BD48E-A322-4AE6-AAC6-76ACB0EDE4BA}"/>
          </ac:spMkLst>
        </pc:spChg>
      </pc:sldChg>
    </pc:docChg>
  </pc:docChgLst>
  <pc:docChgLst>
    <pc:chgData name="Minh Huynh" userId="01a137d4-0d81-46e0-aca6-c9185b391828" providerId="ADAL" clId="{228DCBF7-2D91-4473-9F7E-959AF134A5D6}"/>
    <pc:docChg chg="undo custSel addSld delSld modSld">
      <pc:chgData name="Minh Huynh" userId="01a137d4-0d81-46e0-aca6-c9185b391828" providerId="ADAL" clId="{228DCBF7-2D91-4473-9F7E-959AF134A5D6}" dt="2026-10-14T12:29:00.023" v="757"/>
      <pc:docMkLst>
        <pc:docMk/>
      </pc:docMkLst>
      <pc:sldChg chg="modSp mod">
        <pc:chgData name="Minh Huynh" userId="01a137d4-0d81-46e0-aca6-c9185b391828" providerId="ADAL" clId="{228DCBF7-2D91-4473-9F7E-959AF134A5D6}" dt="2026-10-14T11:59:45.764" v="29" actId="20577"/>
        <pc:sldMkLst>
          <pc:docMk/>
          <pc:sldMk cId="1972624584" sldId="257"/>
        </pc:sldMkLst>
        <pc:spChg chg="mod">
          <ac:chgData name="Minh Huynh" userId="01a137d4-0d81-46e0-aca6-c9185b391828" providerId="ADAL" clId="{228DCBF7-2D91-4473-9F7E-959AF134A5D6}" dt="2026-10-14T11:59:45.764" v="29" actId="20577"/>
          <ac:spMkLst>
            <pc:docMk/>
            <pc:sldMk cId="1972624584" sldId="257"/>
            <ac:spMk id="13" creationId="{F11B6F01-F247-4E5E-AC9E-2D11F2681474}"/>
          </ac:spMkLst>
        </pc:spChg>
      </pc:sldChg>
      <pc:sldChg chg="addSp delSp modSp add mod">
        <pc:chgData name="Minh Huynh" userId="01a137d4-0d81-46e0-aca6-c9185b391828" providerId="ADAL" clId="{228DCBF7-2D91-4473-9F7E-959AF134A5D6}" dt="2026-10-14T12:08:49.566" v="225" actId="20577"/>
        <pc:sldMkLst>
          <pc:docMk/>
          <pc:sldMk cId="1407107820" sldId="606"/>
        </pc:sldMkLst>
        <pc:spChg chg="del">
          <ac:chgData name="Minh Huynh" userId="01a137d4-0d81-46e0-aca6-c9185b391828" providerId="ADAL" clId="{228DCBF7-2D91-4473-9F7E-959AF134A5D6}" dt="2026-10-14T12:08:42.513" v="207" actId="478"/>
          <ac:spMkLst>
            <pc:docMk/>
            <pc:sldMk cId="1407107820" sldId="606"/>
            <ac:spMk id="2" creationId="{4490ED02-AFB9-A1F1-656C-100BB8FBC21C}"/>
          </ac:spMkLst>
        </pc:spChg>
        <pc:spChg chg="del">
          <ac:chgData name="Minh Huynh" userId="01a137d4-0d81-46e0-aca6-c9185b391828" providerId="ADAL" clId="{228DCBF7-2D91-4473-9F7E-959AF134A5D6}" dt="2026-10-14T12:08:42.513" v="207" actId="478"/>
          <ac:spMkLst>
            <pc:docMk/>
            <pc:sldMk cId="1407107820" sldId="606"/>
            <ac:spMk id="3" creationId="{0F993B70-3EDE-709D-83F4-9D6C05EF7D9B}"/>
          </ac:spMkLst>
        </pc:spChg>
        <pc:spChg chg="del">
          <ac:chgData name="Minh Huynh" userId="01a137d4-0d81-46e0-aca6-c9185b391828" providerId="ADAL" clId="{228DCBF7-2D91-4473-9F7E-959AF134A5D6}" dt="2026-10-14T12:08:42.513" v="207" actId="478"/>
          <ac:spMkLst>
            <pc:docMk/>
            <pc:sldMk cId="1407107820" sldId="606"/>
            <ac:spMk id="4" creationId="{7885E8AD-D806-4B31-5383-3DC6652FB3BD}"/>
          </ac:spMkLst>
        </pc:spChg>
        <pc:spChg chg="del">
          <ac:chgData name="Minh Huynh" userId="01a137d4-0d81-46e0-aca6-c9185b391828" providerId="ADAL" clId="{228DCBF7-2D91-4473-9F7E-959AF134A5D6}" dt="2026-10-14T12:08:42.513" v="207" actId="478"/>
          <ac:spMkLst>
            <pc:docMk/>
            <pc:sldMk cId="1407107820" sldId="606"/>
            <ac:spMk id="5" creationId="{A7ED532E-E70D-B797-3DB4-3A5B20FBD21F}"/>
          </ac:spMkLst>
        </pc:spChg>
        <pc:spChg chg="del">
          <ac:chgData name="Minh Huynh" userId="01a137d4-0d81-46e0-aca6-c9185b391828" providerId="ADAL" clId="{228DCBF7-2D91-4473-9F7E-959AF134A5D6}" dt="2026-10-14T12:08:42.513" v="207" actId="478"/>
          <ac:spMkLst>
            <pc:docMk/>
            <pc:sldMk cId="1407107820" sldId="606"/>
            <ac:spMk id="6" creationId="{D141985C-47E9-7C8F-3A6B-424D60540793}"/>
          </ac:spMkLst>
        </pc:spChg>
        <pc:spChg chg="del">
          <ac:chgData name="Minh Huynh" userId="01a137d4-0d81-46e0-aca6-c9185b391828" providerId="ADAL" clId="{228DCBF7-2D91-4473-9F7E-959AF134A5D6}" dt="2026-10-14T12:08:42.513" v="207" actId="478"/>
          <ac:spMkLst>
            <pc:docMk/>
            <pc:sldMk cId="1407107820" sldId="606"/>
            <ac:spMk id="7" creationId="{62EE9A8D-6684-C50C-A695-3C97D784A33D}"/>
          </ac:spMkLst>
        </pc:spChg>
        <pc:spChg chg="del">
          <ac:chgData name="Minh Huynh" userId="01a137d4-0d81-46e0-aca6-c9185b391828" providerId="ADAL" clId="{228DCBF7-2D91-4473-9F7E-959AF134A5D6}" dt="2026-10-14T12:08:42.513" v="207" actId="478"/>
          <ac:spMkLst>
            <pc:docMk/>
            <pc:sldMk cId="1407107820" sldId="606"/>
            <ac:spMk id="8" creationId="{E38C5D63-DB68-78E3-B90C-6CA172A899E7}"/>
          </ac:spMkLst>
        </pc:spChg>
        <pc:spChg chg="add mod">
          <ac:chgData name="Minh Huynh" userId="01a137d4-0d81-46e0-aca6-c9185b391828" providerId="ADAL" clId="{228DCBF7-2D91-4473-9F7E-959AF134A5D6}" dt="2026-10-14T12:08:49.566" v="225" actId="20577"/>
          <ac:spMkLst>
            <pc:docMk/>
            <pc:sldMk cId="1407107820" sldId="606"/>
            <ac:spMk id="22" creationId="{01BBBA6E-2A32-48EA-891A-C5CA7ED78B7B}"/>
          </ac:spMkLst>
        </pc:spChg>
      </pc:sldChg>
      <pc:sldChg chg="addSp delSp modSp add mod">
        <pc:chgData name="Minh Huynh" userId="01a137d4-0d81-46e0-aca6-c9185b391828" providerId="ADAL" clId="{228DCBF7-2D91-4473-9F7E-959AF134A5D6}" dt="2026-10-14T12:01:03.201" v="55" actId="20577"/>
        <pc:sldMkLst>
          <pc:docMk/>
          <pc:sldMk cId="3520238144" sldId="1154"/>
        </pc:sldMkLst>
        <pc:spChg chg="del">
          <ac:chgData name="Minh Huynh" userId="01a137d4-0d81-46e0-aca6-c9185b391828" providerId="ADAL" clId="{228DCBF7-2D91-4473-9F7E-959AF134A5D6}" dt="2026-10-14T12:00:48.741" v="31" actId="478"/>
          <ac:spMkLst>
            <pc:docMk/>
            <pc:sldMk cId="3520238144" sldId="1154"/>
            <ac:spMk id="74" creationId="{9E669D42-F9D2-4078-99A9-1C50EBAE7177}"/>
          </ac:spMkLst>
        </pc:spChg>
        <pc:spChg chg="add mod">
          <ac:chgData name="Minh Huynh" userId="01a137d4-0d81-46e0-aca6-c9185b391828" providerId="ADAL" clId="{228DCBF7-2D91-4473-9F7E-959AF134A5D6}" dt="2026-10-14T12:01:03.201" v="55" actId="20577"/>
          <ac:spMkLst>
            <pc:docMk/>
            <pc:sldMk cId="3520238144" sldId="1154"/>
            <ac:spMk id="75" creationId="{F5BA484B-D995-4BA5-8B36-69BBAA9114DE}"/>
          </ac:spMkLst>
        </pc:spChg>
        <pc:spChg chg="del">
          <ac:chgData name="Minh Huynh" userId="01a137d4-0d81-46e0-aca6-c9185b391828" providerId="ADAL" clId="{228DCBF7-2D91-4473-9F7E-959AF134A5D6}" dt="2026-10-14T12:00:50.343" v="32" actId="478"/>
          <ac:spMkLst>
            <pc:docMk/>
            <pc:sldMk cId="3520238144" sldId="1154"/>
            <ac:spMk id="83" creationId="{20A8F3A4-6405-4196-8C86-D5BFFCF5E52B}"/>
          </ac:spMkLst>
        </pc:spChg>
        <pc:spChg chg="del">
          <ac:chgData name="Minh Huynh" userId="01a137d4-0d81-46e0-aca6-c9185b391828" providerId="ADAL" clId="{228DCBF7-2D91-4473-9F7E-959AF134A5D6}" dt="2026-10-14T12:00:50.343" v="32" actId="478"/>
          <ac:spMkLst>
            <pc:docMk/>
            <pc:sldMk cId="3520238144" sldId="1154"/>
            <ac:spMk id="84" creationId="{E8E2D363-894F-44C4-87E9-E046CC90C6DA}"/>
          </ac:spMkLst>
        </pc:spChg>
        <pc:spChg chg="del">
          <ac:chgData name="Minh Huynh" userId="01a137d4-0d81-46e0-aca6-c9185b391828" providerId="ADAL" clId="{228DCBF7-2D91-4473-9F7E-959AF134A5D6}" dt="2026-10-14T12:00:50.343" v="32" actId="478"/>
          <ac:spMkLst>
            <pc:docMk/>
            <pc:sldMk cId="3520238144" sldId="1154"/>
            <ac:spMk id="85" creationId="{C7B5E122-C51F-421A-8E28-0BC336CD1FDC}"/>
          </ac:spMkLst>
        </pc:spChg>
        <pc:spChg chg="del">
          <ac:chgData name="Minh Huynh" userId="01a137d4-0d81-46e0-aca6-c9185b391828" providerId="ADAL" clId="{228DCBF7-2D91-4473-9F7E-959AF134A5D6}" dt="2026-10-14T12:00:50.343" v="32" actId="478"/>
          <ac:spMkLst>
            <pc:docMk/>
            <pc:sldMk cId="3520238144" sldId="1154"/>
            <ac:spMk id="86" creationId="{724E4CD2-ED2C-418C-9B87-5EB44B850B35}"/>
          </ac:spMkLst>
        </pc:spChg>
        <pc:spChg chg="del">
          <ac:chgData name="Minh Huynh" userId="01a137d4-0d81-46e0-aca6-c9185b391828" providerId="ADAL" clId="{228DCBF7-2D91-4473-9F7E-959AF134A5D6}" dt="2026-10-14T12:00:50.343" v="32" actId="478"/>
          <ac:spMkLst>
            <pc:docMk/>
            <pc:sldMk cId="3520238144" sldId="1154"/>
            <ac:spMk id="87" creationId="{44CCCED5-9296-4527-B3C8-5D04FB856DA4}"/>
          </ac:spMkLst>
        </pc:spChg>
        <pc:spChg chg="del">
          <ac:chgData name="Minh Huynh" userId="01a137d4-0d81-46e0-aca6-c9185b391828" providerId="ADAL" clId="{228DCBF7-2D91-4473-9F7E-959AF134A5D6}" dt="2026-10-14T12:00:50.343" v="32" actId="478"/>
          <ac:spMkLst>
            <pc:docMk/>
            <pc:sldMk cId="3520238144" sldId="1154"/>
            <ac:spMk id="88" creationId="{6E25578A-CFC4-4E44-ADE2-B2635B4F8919}"/>
          </ac:spMkLst>
        </pc:spChg>
        <pc:spChg chg="del">
          <ac:chgData name="Minh Huynh" userId="01a137d4-0d81-46e0-aca6-c9185b391828" providerId="ADAL" clId="{228DCBF7-2D91-4473-9F7E-959AF134A5D6}" dt="2026-10-14T12:00:50.343" v="32" actId="478"/>
          <ac:spMkLst>
            <pc:docMk/>
            <pc:sldMk cId="3520238144" sldId="1154"/>
            <ac:spMk id="89" creationId="{7017CE11-95A4-4C76-9FB8-A02CC152CF7A}"/>
          </ac:spMkLst>
        </pc:spChg>
      </pc:sldChg>
      <pc:sldChg chg="addSp delSp modSp add mod">
        <pc:chgData name="Minh Huynh" userId="01a137d4-0d81-46e0-aca6-c9185b391828" providerId="ADAL" clId="{228DCBF7-2D91-4473-9F7E-959AF134A5D6}" dt="2026-10-14T12:01:29.790" v="81"/>
        <pc:sldMkLst>
          <pc:docMk/>
          <pc:sldMk cId="711070875" sldId="1155"/>
        </pc:sldMkLst>
        <pc:spChg chg="del">
          <ac:chgData name="Minh Huynh" userId="01a137d4-0d81-46e0-aca6-c9185b391828" providerId="ADAL" clId="{228DCBF7-2D91-4473-9F7E-959AF134A5D6}" dt="2026-10-14T12:01:26.996" v="77" actId="478"/>
          <ac:spMkLst>
            <pc:docMk/>
            <pc:sldMk cId="711070875" sldId="1155"/>
            <ac:spMk id="34" creationId="{60219D00-7501-4546-97EC-893D55ED097B}"/>
          </ac:spMkLst>
        </pc:spChg>
        <pc:spChg chg="del">
          <ac:chgData name="Minh Huynh" userId="01a137d4-0d81-46e0-aca6-c9185b391828" providerId="ADAL" clId="{228DCBF7-2D91-4473-9F7E-959AF134A5D6}" dt="2026-10-14T12:01:27.755" v="78" actId="478"/>
          <ac:spMkLst>
            <pc:docMk/>
            <pc:sldMk cId="711070875" sldId="1155"/>
            <ac:spMk id="35" creationId="{B12F1C17-A761-4110-98C3-E4EEBE561E22}"/>
          </ac:spMkLst>
        </pc:spChg>
        <pc:spChg chg="del">
          <ac:chgData name="Minh Huynh" userId="01a137d4-0d81-46e0-aca6-c9185b391828" providerId="ADAL" clId="{228DCBF7-2D91-4473-9F7E-959AF134A5D6}" dt="2026-10-14T12:01:25.260" v="76" actId="478"/>
          <ac:spMkLst>
            <pc:docMk/>
            <pc:sldMk cId="711070875" sldId="1155"/>
            <ac:spMk id="36" creationId="{D0D365C6-1FD6-421D-8406-DABE9F7861FD}"/>
          </ac:spMkLst>
        </pc:spChg>
        <pc:spChg chg="del">
          <ac:chgData name="Minh Huynh" userId="01a137d4-0d81-46e0-aca6-c9185b391828" providerId="ADAL" clId="{228DCBF7-2D91-4473-9F7E-959AF134A5D6}" dt="2026-10-14T12:01:29.033" v="80" actId="478"/>
          <ac:spMkLst>
            <pc:docMk/>
            <pc:sldMk cId="711070875" sldId="1155"/>
            <ac:spMk id="37" creationId="{DFA41DC4-2014-4116-A76C-29BD1542D73A}"/>
          </ac:spMkLst>
        </pc:spChg>
        <pc:spChg chg="del">
          <ac:chgData name="Minh Huynh" userId="01a137d4-0d81-46e0-aca6-c9185b391828" providerId="ADAL" clId="{228DCBF7-2D91-4473-9F7E-959AF134A5D6}" dt="2026-10-14T12:01:28.355" v="79" actId="478"/>
          <ac:spMkLst>
            <pc:docMk/>
            <pc:sldMk cId="711070875" sldId="1155"/>
            <ac:spMk id="38" creationId="{B2BA9961-6798-4168-AD53-1829B0018353}"/>
          </ac:spMkLst>
        </pc:spChg>
        <pc:spChg chg="del">
          <ac:chgData name="Minh Huynh" userId="01a137d4-0d81-46e0-aca6-c9185b391828" providerId="ADAL" clId="{228DCBF7-2D91-4473-9F7E-959AF134A5D6}" dt="2026-10-14T12:01:25.260" v="76" actId="478"/>
          <ac:spMkLst>
            <pc:docMk/>
            <pc:sldMk cId="711070875" sldId="1155"/>
            <ac:spMk id="39" creationId="{CB923013-60B3-4EB8-A8D1-5B1107AC28BC}"/>
          </ac:spMkLst>
        </pc:spChg>
        <pc:spChg chg="del">
          <ac:chgData name="Minh Huynh" userId="01a137d4-0d81-46e0-aca6-c9185b391828" providerId="ADAL" clId="{228DCBF7-2D91-4473-9F7E-959AF134A5D6}" dt="2026-10-14T12:01:25.260" v="76" actId="478"/>
          <ac:spMkLst>
            <pc:docMk/>
            <pc:sldMk cId="711070875" sldId="1155"/>
            <ac:spMk id="40" creationId="{EE2C6F11-EBA3-47B7-BE07-6BDFFB5B620A}"/>
          </ac:spMkLst>
        </pc:spChg>
        <pc:spChg chg="del">
          <ac:chgData name="Minh Huynh" userId="01a137d4-0d81-46e0-aca6-c9185b391828" providerId="ADAL" clId="{228DCBF7-2D91-4473-9F7E-959AF134A5D6}" dt="2026-10-14T12:01:25.260" v="76" actId="478"/>
          <ac:spMkLst>
            <pc:docMk/>
            <pc:sldMk cId="711070875" sldId="1155"/>
            <ac:spMk id="41" creationId="{F4AC76C8-BC02-48A2-A054-D3D497CEA2FC}"/>
          </ac:spMkLst>
        </pc:spChg>
        <pc:spChg chg="del">
          <ac:chgData name="Minh Huynh" userId="01a137d4-0d81-46e0-aca6-c9185b391828" providerId="ADAL" clId="{228DCBF7-2D91-4473-9F7E-959AF134A5D6}" dt="2026-10-14T12:01:25.260" v="76" actId="478"/>
          <ac:spMkLst>
            <pc:docMk/>
            <pc:sldMk cId="711070875" sldId="1155"/>
            <ac:spMk id="42" creationId="{5E2E3658-AE8E-45FC-8D58-4CBD83E42F71}"/>
          </ac:spMkLst>
        </pc:spChg>
        <pc:spChg chg="del">
          <ac:chgData name="Minh Huynh" userId="01a137d4-0d81-46e0-aca6-c9185b391828" providerId="ADAL" clId="{228DCBF7-2D91-4473-9F7E-959AF134A5D6}" dt="2026-10-14T12:01:25.260" v="76" actId="478"/>
          <ac:spMkLst>
            <pc:docMk/>
            <pc:sldMk cId="711070875" sldId="1155"/>
            <ac:spMk id="43" creationId="{2F97B32A-5AE5-43E4-8ACC-DFD21FC2AFF4}"/>
          </ac:spMkLst>
        </pc:spChg>
        <pc:spChg chg="del">
          <ac:chgData name="Minh Huynh" userId="01a137d4-0d81-46e0-aca6-c9185b391828" providerId="ADAL" clId="{228DCBF7-2D91-4473-9F7E-959AF134A5D6}" dt="2026-10-14T12:01:25.260" v="76" actId="478"/>
          <ac:spMkLst>
            <pc:docMk/>
            <pc:sldMk cId="711070875" sldId="1155"/>
            <ac:spMk id="44" creationId="{3DB2E73D-0B5C-439A-B0EA-B22B7F9F6A63}"/>
          </ac:spMkLst>
        </pc:spChg>
        <pc:spChg chg="del">
          <ac:chgData name="Minh Huynh" userId="01a137d4-0d81-46e0-aca6-c9185b391828" providerId="ADAL" clId="{228DCBF7-2D91-4473-9F7E-959AF134A5D6}" dt="2026-10-14T12:01:25.260" v="76" actId="478"/>
          <ac:spMkLst>
            <pc:docMk/>
            <pc:sldMk cId="711070875" sldId="1155"/>
            <ac:spMk id="45" creationId="{25DDF90C-1D17-4BD1-9817-195C5AB714F8}"/>
          </ac:spMkLst>
        </pc:spChg>
        <pc:spChg chg="del">
          <ac:chgData name="Minh Huynh" userId="01a137d4-0d81-46e0-aca6-c9185b391828" providerId="ADAL" clId="{228DCBF7-2D91-4473-9F7E-959AF134A5D6}" dt="2026-10-14T12:01:25.260" v="76" actId="478"/>
          <ac:spMkLst>
            <pc:docMk/>
            <pc:sldMk cId="711070875" sldId="1155"/>
            <ac:spMk id="46" creationId="{18226E12-0B15-4AEB-B62E-63676823982D}"/>
          </ac:spMkLst>
        </pc:spChg>
        <pc:spChg chg="del">
          <ac:chgData name="Minh Huynh" userId="01a137d4-0d81-46e0-aca6-c9185b391828" providerId="ADAL" clId="{228DCBF7-2D91-4473-9F7E-959AF134A5D6}" dt="2026-10-14T12:01:25.260" v="76" actId="478"/>
          <ac:spMkLst>
            <pc:docMk/>
            <pc:sldMk cId="711070875" sldId="1155"/>
            <ac:spMk id="47" creationId="{70C08DD3-DDC2-4AAD-B042-5691F5D3F73D}"/>
          </ac:spMkLst>
        </pc:spChg>
        <pc:spChg chg="del">
          <ac:chgData name="Minh Huynh" userId="01a137d4-0d81-46e0-aca6-c9185b391828" providerId="ADAL" clId="{228DCBF7-2D91-4473-9F7E-959AF134A5D6}" dt="2026-10-14T12:01:25.260" v="76" actId="478"/>
          <ac:spMkLst>
            <pc:docMk/>
            <pc:sldMk cId="711070875" sldId="1155"/>
            <ac:spMk id="48" creationId="{824B4D2F-0FCE-4C4A-AF01-4AADAD740A3B}"/>
          </ac:spMkLst>
        </pc:spChg>
        <pc:spChg chg="del">
          <ac:chgData name="Minh Huynh" userId="01a137d4-0d81-46e0-aca6-c9185b391828" providerId="ADAL" clId="{228DCBF7-2D91-4473-9F7E-959AF134A5D6}" dt="2026-10-14T12:01:25.260" v="76" actId="478"/>
          <ac:spMkLst>
            <pc:docMk/>
            <pc:sldMk cId="711070875" sldId="1155"/>
            <ac:spMk id="49" creationId="{2B489B30-D222-424F-93F4-7A354CF439A2}"/>
          </ac:spMkLst>
        </pc:spChg>
        <pc:spChg chg="del">
          <ac:chgData name="Minh Huynh" userId="01a137d4-0d81-46e0-aca6-c9185b391828" providerId="ADAL" clId="{228DCBF7-2D91-4473-9F7E-959AF134A5D6}" dt="2026-10-14T12:01:25.260" v="76" actId="478"/>
          <ac:spMkLst>
            <pc:docMk/>
            <pc:sldMk cId="711070875" sldId="1155"/>
            <ac:spMk id="50" creationId="{B7509C2F-C4C9-422A-9273-5B2608D6E5A2}"/>
          </ac:spMkLst>
        </pc:spChg>
        <pc:spChg chg="del">
          <ac:chgData name="Minh Huynh" userId="01a137d4-0d81-46e0-aca6-c9185b391828" providerId="ADAL" clId="{228DCBF7-2D91-4473-9F7E-959AF134A5D6}" dt="2026-10-14T12:01:25.260" v="76" actId="478"/>
          <ac:spMkLst>
            <pc:docMk/>
            <pc:sldMk cId="711070875" sldId="1155"/>
            <ac:spMk id="51" creationId="{138CBCA6-1AC9-4C82-AEBB-8BA2EEA79898}"/>
          </ac:spMkLst>
        </pc:spChg>
        <pc:spChg chg="del">
          <ac:chgData name="Minh Huynh" userId="01a137d4-0d81-46e0-aca6-c9185b391828" providerId="ADAL" clId="{228DCBF7-2D91-4473-9F7E-959AF134A5D6}" dt="2026-10-14T12:01:25.260" v="76" actId="478"/>
          <ac:spMkLst>
            <pc:docMk/>
            <pc:sldMk cId="711070875" sldId="1155"/>
            <ac:spMk id="52" creationId="{C4581C7D-C4D3-400F-B54C-003EDBDD3DCD}"/>
          </ac:spMkLst>
        </pc:spChg>
        <pc:spChg chg="del">
          <ac:chgData name="Minh Huynh" userId="01a137d4-0d81-46e0-aca6-c9185b391828" providerId="ADAL" clId="{228DCBF7-2D91-4473-9F7E-959AF134A5D6}" dt="2026-10-14T12:01:25.260" v="76" actId="478"/>
          <ac:spMkLst>
            <pc:docMk/>
            <pc:sldMk cId="711070875" sldId="1155"/>
            <ac:spMk id="53" creationId="{C47F9904-BD5B-4A88-A8BB-FFDE261DF0DB}"/>
          </ac:spMkLst>
        </pc:spChg>
        <pc:spChg chg="del">
          <ac:chgData name="Minh Huynh" userId="01a137d4-0d81-46e0-aca6-c9185b391828" providerId="ADAL" clId="{228DCBF7-2D91-4473-9F7E-959AF134A5D6}" dt="2026-10-14T12:01:25.260" v="76" actId="478"/>
          <ac:spMkLst>
            <pc:docMk/>
            <pc:sldMk cId="711070875" sldId="1155"/>
            <ac:spMk id="54" creationId="{6ACE0239-A4B4-45DB-8EEC-B36576318053}"/>
          </ac:spMkLst>
        </pc:spChg>
        <pc:spChg chg="del">
          <ac:chgData name="Minh Huynh" userId="01a137d4-0d81-46e0-aca6-c9185b391828" providerId="ADAL" clId="{228DCBF7-2D91-4473-9F7E-959AF134A5D6}" dt="2026-10-14T12:01:25.260" v="76" actId="478"/>
          <ac:spMkLst>
            <pc:docMk/>
            <pc:sldMk cId="711070875" sldId="1155"/>
            <ac:spMk id="55" creationId="{25DEC2AD-1918-4368-8835-C32FE05F515B}"/>
          </ac:spMkLst>
        </pc:spChg>
        <pc:spChg chg="del">
          <ac:chgData name="Minh Huynh" userId="01a137d4-0d81-46e0-aca6-c9185b391828" providerId="ADAL" clId="{228DCBF7-2D91-4473-9F7E-959AF134A5D6}" dt="2026-10-14T12:01:25.260" v="76" actId="478"/>
          <ac:spMkLst>
            <pc:docMk/>
            <pc:sldMk cId="711070875" sldId="1155"/>
            <ac:spMk id="56" creationId="{F87274DD-9FBA-4CBF-AA95-00E3CAA3C41A}"/>
          </ac:spMkLst>
        </pc:spChg>
        <pc:spChg chg="del">
          <ac:chgData name="Minh Huynh" userId="01a137d4-0d81-46e0-aca6-c9185b391828" providerId="ADAL" clId="{228DCBF7-2D91-4473-9F7E-959AF134A5D6}" dt="2026-10-14T12:01:25.260" v="76" actId="478"/>
          <ac:spMkLst>
            <pc:docMk/>
            <pc:sldMk cId="711070875" sldId="1155"/>
            <ac:spMk id="57" creationId="{23A7BA01-75AC-4E72-B16F-2CDCF447A1B3}"/>
          </ac:spMkLst>
        </pc:spChg>
        <pc:spChg chg="del">
          <ac:chgData name="Minh Huynh" userId="01a137d4-0d81-46e0-aca6-c9185b391828" providerId="ADAL" clId="{228DCBF7-2D91-4473-9F7E-959AF134A5D6}" dt="2026-10-14T12:01:25.260" v="76" actId="478"/>
          <ac:spMkLst>
            <pc:docMk/>
            <pc:sldMk cId="711070875" sldId="1155"/>
            <ac:spMk id="58" creationId="{4FA88A04-26AF-439A-859D-5D929C1A7FC4}"/>
          </ac:spMkLst>
        </pc:spChg>
        <pc:spChg chg="del">
          <ac:chgData name="Minh Huynh" userId="01a137d4-0d81-46e0-aca6-c9185b391828" providerId="ADAL" clId="{228DCBF7-2D91-4473-9F7E-959AF134A5D6}" dt="2026-10-14T12:01:25.260" v="76" actId="478"/>
          <ac:spMkLst>
            <pc:docMk/>
            <pc:sldMk cId="711070875" sldId="1155"/>
            <ac:spMk id="59" creationId="{A9A1EF69-5CC9-44DC-81FF-BD4369451698}"/>
          </ac:spMkLst>
        </pc:spChg>
        <pc:spChg chg="del">
          <ac:chgData name="Minh Huynh" userId="01a137d4-0d81-46e0-aca6-c9185b391828" providerId="ADAL" clId="{228DCBF7-2D91-4473-9F7E-959AF134A5D6}" dt="2026-10-14T12:01:25.260" v="76" actId="478"/>
          <ac:spMkLst>
            <pc:docMk/>
            <pc:sldMk cId="711070875" sldId="1155"/>
            <ac:spMk id="60" creationId="{2037D199-1C50-45EB-8862-78F3C3C2D5B7}"/>
          </ac:spMkLst>
        </pc:spChg>
        <pc:spChg chg="del">
          <ac:chgData name="Minh Huynh" userId="01a137d4-0d81-46e0-aca6-c9185b391828" providerId="ADAL" clId="{228DCBF7-2D91-4473-9F7E-959AF134A5D6}" dt="2026-10-14T12:01:25.260" v="76" actId="478"/>
          <ac:spMkLst>
            <pc:docMk/>
            <pc:sldMk cId="711070875" sldId="1155"/>
            <ac:spMk id="61" creationId="{12A7ED14-9969-4475-BB1D-567C992A7C39}"/>
          </ac:spMkLst>
        </pc:spChg>
        <pc:spChg chg="del">
          <ac:chgData name="Minh Huynh" userId="01a137d4-0d81-46e0-aca6-c9185b391828" providerId="ADAL" clId="{228DCBF7-2D91-4473-9F7E-959AF134A5D6}" dt="2026-10-14T12:01:25.260" v="76" actId="478"/>
          <ac:spMkLst>
            <pc:docMk/>
            <pc:sldMk cId="711070875" sldId="1155"/>
            <ac:spMk id="62" creationId="{7B0E3372-0C80-4C1B-A0FB-43835B1E74A9}"/>
          </ac:spMkLst>
        </pc:spChg>
        <pc:spChg chg="del">
          <ac:chgData name="Minh Huynh" userId="01a137d4-0d81-46e0-aca6-c9185b391828" providerId="ADAL" clId="{228DCBF7-2D91-4473-9F7E-959AF134A5D6}" dt="2026-10-14T12:01:25.260" v="76" actId="478"/>
          <ac:spMkLst>
            <pc:docMk/>
            <pc:sldMk cId="711070875" sldId="1155"/>
            <ac:spMk id="63" creationId="{94C49CDC-65F9-417B-BA59-4E4A6B0754F7}"/>
          </ac:spMkLst>
        </pc:spChg>
        <pc:spChg chg="del">
          <ac:chgData name="Minh Huynh" userId="01a137d4-0d81-46e0-aca6-c9185b391828" providerId="ADAL" clId="{228DCBF7-2D91-4473-9F7E-959AF134A5D6}" dt="2026-10-14T12:01:25.260" v="76" actId="478"/>
          <ac:spMkLst>
            <pc:docMk/>
            <pc:sldMk cId="711070875" sldId="1155"/>
            <ac:spMk id="64" creationId="{2BBF7091-A324-469F-B2FA-72C3B8A76189}"/>
          </ac:spMkLst>
        </pc:spChg>
        <pc:spChg chg="del">
          <ac:chgData name="Minh Huynh" userId="01a137d4-0d81-46e0-aca6-c9185b391828" providerId="ADAL" clId="{228DCBF7-2D91-4473-9F7E-959AF134A5D6}" dt="2026-10-14T12:01:25.260" v="76" actId="478"/>
          <ac:spMkLst>
            <pc:docMk/>
            <pc:sldMk cId="711070875" sldId="1155"/>
            <ac:spMk id="65" creationId="{E5FE08D1-F958-4557-A290-AEE821769E58}"/>
          </ac:spMkLst>
        </pc:spChg>
        <pc:spChg chg="del">
          <ac:chgData name="Minh Huynh" userId="01a137d4-0d81-46e0-aca6-c9185b391828" providerId="ADAL" clId="{228DCBF7-2D91-4473-9F7E-959AF134A5D6}" dt="2026-10-14T12:01:25.260" v="76" actId="478"/>
          <ac:spMkLst>
            <pc:docMk/>
            <pc:sldMk cId="711070875" sldId="1155"/>
            <ac:spMk id="66" creationId="{48F29F5F-5279-46E8-AF74-C8B3977014BC}"/>
          </ac:spMkLst>
        </pc:spChg>
        <pc:spChg chg="del">
          <ac:chgData name="Minh Huynh" userId="01a137d4-0d81-46e0-aca6-c9185b391828" providerId="ADAL" clId="{228DCBF7-2D91-4473-9F7E-959AF134A5D6}" dt="2026-10-14T12:01:25.260" v="76" actId="478"/>
          <ac:spMkLst>
            <pc:docMk/>
            <pc:sldMk cId="711070875" sldId="1155"/>
            <ac:spMk id="67" creationId="{C98E14C1-63E2-40B8-B32F-5A65E4A69A77}"/>
          </ac:spMkLst>
        </pc:spChg>
        <pc:spChg chg="del">
          <ac:chgData name="Minh Huynh" userId="01a137d4-0d81-46e0-aca6-c9185b391828" providerId="ADAL" clId="{228DCBF7-2D91-4473-9F7E-959AF134A5D6}" dt="2026-10-14T12:01:25.260" v="76" actId="478"/>
          <ac:spMkLst>
            <pc:docMk/>
            <pc:sldMk cId="711070875" sldId="1155"/>
            <ac:spMk id="69" creationId="{2208E2F1-3C85-408A-BFDC-10F3619E5617}"/>
          </ac:spMkLst>
        </pc:spChg>
        <pc:spChg chg="del">
          <ac:chgData name="Minh Huynh" userId="01a137d4-0d81-46e0-aca6-c9185b391828" providerId="ADAL" clId="{228DCBF7-2D91-4473-9F7E-959AF134A5D6}" dt="2026-10-14T12:01:25.260" v="76" actId="478"/>
          <ac:spMkLst>
            <pc:docMk/>
            <pc:sldMk cId="711070875" sldId="1155"/>
            <ac:spMk id="71" creationId="{932C38DB-CCD9-406D-8FEA-87F8FB656F4F}"/>
          </ac:spMkLst>
        </pc:spChg>
        <pc:spChg chg="del">
          <ac:chgData name="Minh Huynh" userId="01a137d4-0d81-46e0-aca6-c9185b391828" providerId="ADAL" clId="{228DCBF7-2D91-4473-9F7E-959AF134A5D6}" dt="2026-10-14T12:01:25.260" v="76" actId="478"/>
          <ac:spMkLst>
            <pc:docMk/>
            <pc:sldMk cId="711070875" sldId="1155"/>
            <ac:spMk id="72" creationId="{6FD4E279-17ED-450C-9B79-A5CFB4919B0A}"/>
          </ac:spMkLst>
        </pc:spChg>
        <pc:spChg chg="add mod">
          <ac:chgData name="Minh Huynh" userId="01a137d4-0d81-46e0-aca6-c9185b391828" providerId="ADAL" clId="{228DCBF7-2D91-4473-9F7E-959AF134A5D6}" dt="2026-10-14T12:01:29.790" v="81"/>
          <ac:spMkLst>
            <pc:docMk/>
            <pc:sldMk cId="711070875" sldId="1155"/>
            <ac:spMk id="74" creationId="{C1F754D5-F838-48EA-BA52-F30B04A59CAA}"/>
          </ac:spMkLst>
        </pc:spChg>
        <pc:spChg chg="mod">
          <ac:chgData name="Minh Huynh" userId="01a137d4-0d81-46e0-aca6-c9185b391828" providerId="ADAL" clId="{228DCBF7-2D91-4473-9F7E-959AF134A5D6}" dt="2026-10-14T12:01:15.276" v="75" actId="20577"/>
          <ac:spMkLst>
            <pc:docMk/>
            <pc:sldMk cId="711070875" sldId="1155"/>
            <ac:spMk id="75" creationId="{F5BA484B-D995-4BA5-8B36-69BBAA9114DE}"/>
          </ac:spMkLst>
        </pc:spChg>
        <pc:spChg chg="add mod">
          <ac:chgData name="Minh Huynh" userId="01a137d4-0d81-46e0-aca6-c9185b391828" providerId="ADAL" clId="{228DCBF7-2D91-4473-9F7E-959AF134A5D6}" dt="2026-10-14T12:01:29.790" v="81"/>
          <ac:spMkLst>
            <pc:docMk/>
            <pc:sldMk cId="711070875" sldId="1155"/>
            <ac:spMk id="76" creationId="{AEA60B8D-50EE-44F1-A205-1AD9E67438EF}"/>
          </ac:spMkLst>
        </pc:spChg>
        <pc:spChg chg="add mod">
          <ac:chgData name="Minh Huynh" userId="01a137d4-0d81-46e0-aca6-c9185b391828" providerId="ADAL" clId="{228DCBF7-2D91-4473-9F7E-959AF134A5D6}" dt="2026-10-14T12:01:29.790" v="81"/>
          <ac:spMkLst>
            <pc:docMk/>
            <pc:sldMk cId="711070875" sldId="1155"/>
            <ac:spMk id="77" creationId="{7C593BB5-D8D2-46C6-92A5-54CB21FE86E9}"/>
          </ac:spMkLst>
        </pc:spChg>
        <pc:spChg chg="add mod">
          <ac:chgData name="Minh Huynh" userId="01a137d4-0d81-46e0-aca6-c9185b391828" providerId="ADAL" clId="{228DCBF7-2D91-4473-9F7E-959AF134A5D6}" dt="2026-10-14T12:01:29.790" v="81"/>
          <ac:spMkLst>
            <pc:docMk/>
            <pc:sldMk cId="711070875" sldId="1155"/>
            <ac:spMk id="78" creationId="{20E67DEE-C449-4401-BEB2-829BB4643ACF}"/>
          </ac:spMkLst>
        </pc:spChg>
        <pc:spChg chg="add mod">
          <ac:chgData name="Minh Huynh" userId="01a137d4-0d81-46e0-aca6-c9185b391828" providerId="ADAL" clId="{228DCBF7-2D91-4473-9F7E-959AF134A5D6}" dt="2026-10-14T12:01:29.790" v="81"/>
          <ac:spMkLst>
            <pc:docMk/>
            <pc:sldMk cId="711070875" sldId="1155"/>
            <ac:spMk id="79" creationId="{65FD0AE8-85FA-4F83-AAAD-1548E991A3A4}"/>
          </ac:spMkLst>
        </pc:spChg>
        <pc:spChg chg="add mod">
          <ac:chgData name="Minh Huynh" userId="01a137d4-0d81-46e0-aca6-c9185b391828" providerId="ADAL" clId="{228DCBF7-2D91-4473-9F7E-959AF134A5D6}" dt="2026-10-14T12:01:29.790" v="81"/>
          <ac:spMkLst>
            <pc:docMk/>
            <pc:sldMk cId="711070875" sldId="1155"/>
            <ac:spMk id="80" creationId="{1B16D93B-C3AF-450A-9414-E03FF5391C75}"/>
          </ac:spMkLst>
        </pc:spChg>
        <pc:spChg chg="add mod">
          <ac:chgData name="Minh Huynh" userId="01a137d4-0d81-46e0-aca6-c9185b391828" providerId="ADAL" clId="{228DCBF7-2D91-4473-9F7E-959AF134A5D6}" dt="2026-10-14T12:01:29.790" v="81"/>
          <ac:spMkLst>
            <pc:docMk/>
            <pc:sldMk cId="711070875" sldId="1155"/>
            <ac:spMk id="81" creationId="{E14A1883-67D8-41E4-B3B5-FA3A6C9EA568}"/>
          </ac:spMkLst>
        </pc:spChg>
        <pc:graphicFrameChg chg="add mod">
          <ac:chgData name="Minh Huynh" userId="01a137d4-0d81-46e0-aca6-c9185b391828" providerId="ADAL" clId="{228DCBF7-2D91-4473-9F7E-959AF134A5D6}" dt="2026-10-14T12:01:29.790" v="81"/>
          <ac:graphicFrameMkLst>
            <pc:docMk/>
            <pc:sldMk cId="711070875" sldId="1155"/>
            <ac:graphicFrameMk id="85" creationId="{AE945B46-7FB1-4A68-BBAE-9EE8BD094C6F}"/>
          </ac:graphicFrameMkLst>
        </pc:graphicFrameChg>
        <pc:graphicFrameChg chg="add mod">
          <ac:chgData name="Minh Huynh" userId="01a137d4-0d81-46e0-aca6-c9185b391828" providerId="ADAL" clId="{228DCBF7-2D91-4473-9F7E-959AF134A5D6}" dt="2026-10-14T12:01:29.790" v="81"/>
          <ac:graphicFrameMkLst>
            <pc:docMk/>
            <pc:sldMk cId="711070875" sldId="1155"/>
            <ac:graphicFrameMk id="87" creationId="{F1ED9524-1282-4AFF-8E5E-8DB9CB7D4605}"/>
          </ac:graphicFrameMkLst>
        </pc:graphicFrameChg>
        <pc:graphicFrameChg chg="add mod">
          <ac:chgData name="Minh Huynh" userId="01a137d4-0d81-46e0-aca6-c9185b391828" providerId="ADAL" clId="{228DCBF7-2D91-4473-9F7E-959AF134A5D6}" dt="2026-10-14T12:01:29.790" v="81"/>
          <ac:graphicFrameMkLst>
            <pc:docMk/>
            <pc:sldMk cId="711070875" sldId="1155"/>
            <ac:graphicFrameMk id="89" creationId="{6BD77BE3-3D1A-4122-8CC1-62665E009282}"/>
          </ac:graphicFrameMkLst>
        </pc:graphicFrameChg>
        <pc:graphicFrameChg chg="add mod">
          <ac:chgData name="Minh Huynh" userId="01a137d4-0d81-46e0-aca6-c9185b391828" providerId="ADAL" clId="{228DCBF7-2D91-4473-9F7E-959AF134A5D6}" dt="2026-10-14T12:01:29.790" v="81"/>
          <ac:graphicFrameMkLst>
            <pc:docMk/>
            <pc:sldMk cId="711070875" sldId="1155"/>
            <ac:graphicFrameMk id="94" creationId="{CFC3BC59-4737-4E4D-91A1-130B79199B4C}"/>
          </ac:graphicFrameMkLst>
        </pc:graphicFrameChg>
        <pc:cxnChg chg="del">
          <ac:chgData name="Minh Huynh" userId="01a137d4-0d81-46e0-aca6-c9185b391828" providerId="ADAL" clId="{228DCBF7-2D91-4473-9F7E-959AF134A5D6}" dt="2026-10-14T12:01:25.260" v="76" actId="478"/>
          <ac:cxnSpMkLst>
            <pc:docMk/>
            <pc:sldMk cId="711070875" sldId="1155"/>
            <ac:cxnSpMk id="68" creationId="{32C08D4E-EFCA-4D0E-956F-A2432B6579FF}"/>
          </ac:cxnSpMkLst>
        </pc:cxnChg>
        <pc:cxnChg chg="del">
          <ac:chgData name="Minh Huynh" userId="01a137d4-0d81-46e0-aca6-c9185b391828" providerId="ADAL" clId="{228DCBF7-2D91-4473-9F7E-959AF134A5D6}" dt="2026-10-14T12:01:25.260" v="76" actId="478"/>
          <ac:cxnSpMkLst>
            <pc:docMk/>
            <pc:sldMk cId="711070875" sldId="1155"/>
            <ac:cxnSpMk id="70" creationId="{81F5973F-7203-4ABF-832E-E5463A1333EB}"/>
          </ac:cxnSpMkLst>
        </pc:cxnChg>
        <pc:cxnChg chg="del">
          <ac:chgData name="Minh Huynh" userId="01a137d4-0d81-46e0-aca6-c9185b391828" providerId="ADAL" clId="{228DCBF7-2D91-4473-9F7E-959AF134A5D6}" dt="2026-10-14T12:01:25.260" v="76" actId="478"/>
          <ac:cxnSpMkLst>
            <pc:docMk/>
            <pc:sldMk cId="711070875" sldId="1155"/>
            <ac:cxnSpMk id="73" creationId="{63ACDDA9-C0B0-4984-BBFF-A7438FA390C2}"/>
          </ac:cxnSpMkLst>
        </pc:cxnChg>
        <pc:cxnChg chg="add mod">
          <ac:chgData name="Minh Huynh" userId="01a137d4-0d81-46e0-aca6-c9185b391828" providerId="ADAL" clId="{228DCBF7-2D91-4473-9F7E-959AF134A5D6}" dt="2026-10-14T12:01:29.790" v="81"/>
          <ac:cxnSpMkLst>
            <pc:docMk/>
            <pc:sldMk cId="711070875" sldId="1155"/>
            <ac:cxnSpMk id="82" creationId="{9062A202-92E6-4CFA-929B-363B1D75303E}"/>
          </ac:cxnSpMkLst>
        </pc:cxnChg>
        <pc:cxnChg chg="add mod">
          <ac:chgData name="Minh Huynh" userId="01a137d4-0d81-46e0-aca6-c9185b391828" providerId="ADAL" clId="{228DCBF7-2D91-4473-9F7E-959AF134A5D6}" dt="2026-10-14T12:01:29.790" v="81"/>
          <ac:cxnSpMkLst>
            <pc:docMk/>
            <pc:sldMk cId="711070875" sldId="1155"/>
            <ac:cxnSpMk id="83" creationId="{8CD3C966-CB07-4531-A5AD-1D2129B67AA2}"/>
          </ac:cxnSpMkLst>
        </pc:cxnChg>
        <pc:cxnChg chg="add mod">
          <ac:chgData name="Minh Huynh" userId="01a137d4-0d81-46e0-aca6-c9185b391828" providerId="ADAL" clId="{228DCBF7-2D91-4473-9F7E-959AF134A5D6}" dt="2026-10-14T12:01:29.790" v="81"/>
          <ac:cxnSpMkLst>
            <pc:docMk/>
            <pc:sldMk cId="711070875" sldId="1155"/>
            <ac:cxnSpMk id="84" creationId="{61BD772A-45D3-4CC3-912D-4004572D9A6F}"/>
          </ac:cxnSpMkLst>
        </pc:cxnChg>
        <pc:cxnChg chg="add mod">
          <ac:chgData name="Minh Huynh" userId="01a137d4-0d81-46e0-aca6-c9185b391828" providerId="ADAL" clId="{228DCBF7-2D91-4473-9F7E-959AF134A5D6}" dt="2026-10-14T12:01:29.790" v="81"/>
          <ac:cxnSpMkLst>
            <pc:docMk/>
            <pc:sldMk cId="711070875" sldId="1155"/>
            <ac:cxnSpMk id="86" creationId="{62872E2D-08DB-41AE-87A0-6B31CCF863AF}"/>
          </ac:cxnSpMkLst>
        </pc:cxnChg>
        <pc:cxnChg chg="add mod">
          <ac:chgData name="Minh Huynh" userId="01a137d4-0d81-46e0-aca6-c9185b391828" providerId="ADAL" clId="{228DCBF7-2D91-4473-9F7E-959AF134A5D6}" dt="2026-10-14T12:01:29.790" v="81"/>
          <ac:cxnSpMkLst>
            <pc:docMk/>
            <pc:sldMk cId="711070875" sldId="1155"/>
            <ac:cxnSpMk id="88" creationId="{634388A8-251E-40A4-9189-54F6D984DE4F}"/>
          </ac:cxnSpMkLst>
        </pc:cxnChg>
        <pc:cxnChg chg="add mod">
          <ac:chgData name="Minh Huynh" userId="01a137d4-0d81-46e0-aca6-c9185b391828" providerId="ADAL" clId="{228DCBF7-2D91-4473-9F7E-959AF134A5D6}" dt="2026-10-14T12:01:29.790" v="81"/>
          <ac:cxnSpMkLst>
            <pc:docMk/>
            <pc:sldMk cId="711070875" sldId="1155"/>
            <ac:cxnSpMk id="90" creationId="{4C0036D5-34DB-4CED-A812-4D498A3C5F58}"/>
          </ac:cxnSpMkLst>
        </pc:cxnChg>
        <pc:cxnChg chg="add mod">
          <ac:chgData name="Minh Huynh" userId="01a137d4-0d81-46e0-aca6-c9185b391828" providerId="ADAL" clId="{228DCBF7-2D91-4473-9F7E-959AF134A5D6}" dt="2026-10-14T12:01:29.790" v="81"/>
          <ac:cxnSpMkLst>
            <pc:docMk/>
            <pc:sldMk cId="711070875" sldId="1155"/>
            <ac:cxnSpMk id="91" creationId="{ED942188-3485-4A2C-99B0-407EDB5C7E13}"/>
          </ac:cxnSpMkLst>
        </pc:cxnChg>
        <pc:cxnChg chg="add mod">
          <ac:chgData name="Minh Huynh" userId="01a137d4-0d81-46e0-aca6-c9185b391828" providerId="ADAL" clId="{228DCBF7-2D91-4473-9F7E-959AF134A5D6}" dt="2026-10-14T12:01:29.790" v="81"/>
          <ac:cxnSpMkLst>
            <pc:docMk/>
            <pc:sldMk cId="711070875" sldId="1155"/>
            <ac:cxnSpMk id="92" creationId="{02AC1DE1-51C9-4318-81C3-1B8096051D19}"/>
          </ac:cxnSpMkLst>
        </pc:cxnChg>
        <pc:cxnChg chg="add mod">
          <ac:chgData name="Minh Huynh" userId="01a137d4-0d81-46e0-aca6-c9185b391828" providerId="ADAL" clId="{228DCBF7-2D91-4473-9F7E-959AF134A5D6}" dt="2026-10-14T12:01:29.790" v="81"/>
          <ac:cxnSpMkLst>
            <pc:docMk/>
            <pc:sldMk cId="711070875" sldId="1155"/>
            <ac:cxnSpMk id="93" creationId="{84211C0B-144B-4E8A-9E09-8BD3BE2387AB}"/>
          </ac:cxnSpMkLst>
        </pc:cxnChg>
        <pc:cxnChg chg="add mod">
          <ac:chgData name="Minh Huynh" userId="01a137d4-0d81-46e0-aca6-c9185b391828" providerId="ADAL" clId="{228DCBF7-2D91-4473-9F7E-959AF134A5D6}" dt="2026-10-14T12:01:29.790" v="81"/>
          <ac:cxnSpMkLst>
            <pc:docMk/>
            <pc:sldMk cId="711070875" sldId="1155"/>
            <ac:cxnSpMk id="95" creationId="{0CA15FCC-30FF-45FD-9EC1-4A7B5B1A5ED2}"/>
          </ac:cxnSpMkLst>
        </pc:cxnChg>
        <pc:cxnChg chg="add mod">
          <ac:chgData name="Minh Huynh" userId="01a137d4-0d81-46e0-aca6-c9185b391828" providerId="ADAL" clId="{228DCBF7-2D91-4473-9F7E-959AF134A5D6}" dt="2026-10-14T12:01:29.790" v="81"/>
          <ac:cxnSpMkLst>
            <pc:docMk/>
            <pc:sldMk cId="711070875" sldId="1155"/>
            <ac:cxnSpMk id="96" creationId="{277CC341-2CF6-49CB-B2FA-4551D35A19E9}"/>
          </ac:cxnSpMkLst>
        </pc:cxnChg>
        <pc:cxnChg chg="add mod">
          <ac:chgData name="Minh Huynh" userId="01a137d4-0d81-46e0-aca6-c9185b391828" providerId="ADAL" clId="{228DCBF7-2D91-4473-9F7E-959AF134A5D6}" dt="2026-10-14T12:01:29.790" v="81"/>
          <ac:cxnSpMkLst>
            <pc:docMk/>
            <pc:sldMk cId="711070875" sldId="1155"/>
            <ac:cxnSpMk id="97" creationId="{5407892F-EAF1-4510-9D84-844731F4F64C}"/>
          </ac:cxnSpMkLst>
        </pc:cxnChg>
        <pc:cxnChg chg="add mod">
          <ac:chgData name="Minh Huynh" userId="01a137d4-0d81-46e0-aca6-c9185b391828" providerId="ADAL" clId="{228DCBF7-2D91-4473-9F7E-959AF134A5D6}" dt="2026-10-14T12:01:29.790" v="81"/>
          <ac:cxnSpMkLst>
            <pc:docMk/>
            <pc:sldMk cId="711070875" sldId="1155"/>
            <ac:cxnSpMk id="98" creationId="{E0A8A771-42E8-4923-8834-27BFB16AACB2}"/>
          </ac:cxnSpMkLst>
        </pc:cxnChg>
        <pc:cxnChg chg="add mod">
          <ac:chgData name="Minh Huynh" userId="01a137d4-0d81-46e0-aca6-c9185b391828" providerId="ADAL" clId="{228DCBF7-2D91-4473-9F7E-959AF134A5D6}" dt="2026-10-14T12:01:29.790" v="81"/>
          <ac:cxnSpMkLst>
            <pc:docMk/>
            <pc:sldMk cId="711070875" sldId="1155"/>
            <ac:cxnSpMk id="99" creationId="{9469EAB3-3ED1-4139-863D-87767016E6AE}"/>
          </ac:cxnSpMkLst>
        </pc:cxnChg>
        <pc:cxnChg chg="add mod">
          <ac:chgData name="Minh Huynh" userId="01a137d4-0d81-46e0-aca6-c9185b391828" providerId="ADAL" clId="{228DCBF7-2D91-4473-9F7E-959AF134A5D6}" dt="2026-10-14T12:01:29.790" v="81"/>
          <ac:cxnSpMkLst>
            <pc:docMk/>
            <pc:sldMk cId="711070875" sldId="1155"/>
            <ac:cxnSpMk id="100" creationId="{045FA021-F0E6-43C6-9205-8231C5BE66DB}"/>
          </ac:cxnSpMkLst>
        </pc:cxnChg>
        <pc:cxnChg chg="add mod">
          <ac:chgData name="Minh Huynh" userId="01a137d4-0d81-46e0-aca6-c9185b391828" providerId="ADAL" clId="{228DCBF7-2D91-4473-9F7E-959AF134A5D6}" dt="2026-10-14T12:01:29.790" v="81"/>
          <ac:cxnSpMkLst>
            <pc:docMk/>
            <pc:sldMk cId="711070875" sldId="1155"/>
            <ac:cxnSpMk id="101" creationId="{9A9C2B08-897F-4753-9F33-3579B576F4D8}"/>
          </ac:cxnSpMkLst>
        </pc:cxnChg>
        <pc:cxnChg chg="add mod">
          <ac:chgData name="Minh Huynh" userId="01a137d4-0d81-46e0-aca6-c9185b391828" providerId="ADAL" clId="{228DCBF7-2D91-4473-9F7E-959AF134A5D6}" dt="2026-10-14T12:01:29.790" v="81"/>
          <ac:cxnSpMkLst>
            <pc:docMk/>
            <pc:sldMk cId="711070875" sldId="1155"/>
            <ac:cxnSpMk id="102" creationId="{008CD7BB-978F-4693-9588-D7505A621DA1}"/>
          </ac:cxnSpMkLst>
        </pc:cxnChg>
        <pc:cxnChg chg="add mod">
          <ac:chgData name="Minh Huynh" userId="01a137d4-0d81-46e0-aca6-c9185b391828" providerId="ADAL" clId="{228DCBF7-2D91-4473-9F7E-959AF134A5D6}" dt="2026-10-14T12:01:29.790" v="81"/>
          <ac:cxnSpMkLst>
            <pc:docMk/>
            <pc:sldMk cId="711070875" sldId="1155"/>
            <ac:cxnSpMk id="103" creationId="{9FD60688-5F6B-4477-ADD3-4AC4AD2B8518}"/>
          </ac:cxnSpMkLst>
        </pc:cxnChg>
        <pc:cxnChg chg="add mod">
          <ac:chgData name="Minh Huynh" userId="01a137d4-0d81-46e0-aca6-c9185b391828" providerId="ADAL" clId="{228DCBF7-2D91-4473-9F7E-959AF134A5D6}" dt="2026-10-14T12:01:29.790" v="81"/>
          <ac:cxnSpMkLst>
            <pc:docMk/>
            <pc:sldMk cId="711070875" sldId="1155"/>
            <ac:cxnSpMk id="104" creationId="{07EFC91B-1AD7-4B27-9105-0271FE81B710}"/>
          </ac:cxnSpMkLst>
        </pc:cxnChg>
        <pc:cxnChg chg="add mod">
          <ac:chgData name="Minh Huynh" userId="01a137d4-0d81-46e0-aca6-c9185b391828" providerId="ADAL" clId="{228DCBF7-2D91-4473-9F7E-959AF134A5D6}" dt="2026-10-14T12:01:29.790" v="81"/>
          <ac:cxnSpMkLst>
            <pc:docMk/>
            <pc:sldMk cId="711070875" sldId="1155"/>
            <ac:cxnSpMk id="105" creationId="{3656C44F-723E-40E4-A486-5B055AC1F18B}"/>
          </ac:cxnSpMkLst>
        </pc:cxnChg>
        <pc:cxnChg chg="add mod">
          <ac:chgData name="Minh Huynh" userId="01a137d4-0d81-46e0-aca6-c9185b391828" providerId="ADAL" clId="{228DCBF7-2D91-4473-9F7E-959AF134A5D6}" dt="2026-10-14T12:01:29.790" v="81"/>
          <ac:cxnSpMkLst>
            <pc:docMk/>
            <pc:sldMk cId="711070875" sldId="1155"/>
            <ac:cxnSpMk id="106" creationId="{1CAF82F7-C23E-4809-90F1-2EADBAA7DCDF}"/>
          </ac:cxnSpMkLst>
        </pc:cxnChg>
        <pc:cxnChg chg="add mod">
          <ac:chgData name="Minh Huynh" userId="01a137d4-0d81-46e0-aca6-c9185b391828" providerId="ADAL" clId="{228DCBF7-2D91-4473-9F7E-959AF134A5D6}" dt="2026-10-14T12:01:29.790" v="81"/>
          <ac:cxnSpMkLst>
            <pc:docMk/>
            <pc:sldMk cId="711070875" sldId="1155"/>
            <ac:cxnSpMk id="107" creationId="{437B9860-9C6E-418D-BB0E-23102C39AD82}"/>
          </ac:cxnSpMkLst>
        </pc:cxnChg>
        <pc:cxnChg chg="add mod">
          <ac:chgData name="Minh Huynh" userId="01a137d4-0d81-46e0-aca6-c9185b391828" providerId="ADAL" clId="{228DCBF7-2D91-4473-9F7E-959AF134A5D6}" dt="2026-10-14T12:01:29.790" v="81"/>
          <ac:cxnSpMkLst>
            <pc:docMk/>
            <pc:sldMk cId="711070875" sldId="1155"/>
            <ac:cxnSpMk id="108" creationId="{03B250BE-880C-4FB3-B82C-5643ACC5C7F6}"/>
          </ac:cxnSpMkLst>
        </pc:cxnChg>
      </pc:sldChg>
      <pc:sldChg chg="addSp delSp modSp add mod modAnim">
        <pc:chgData name="Minh Huynh" userId="01a137d4-0d81-46e0-aca6-c9185b391828" providerId="ADAL" clId="{228DCBF7-2D91-4473-9F7E-959AF134A5D6}" dt="2026-10-14T12:03:17.927" v="120" actId="14100"/>
        <pc:sldMkLst>
          <pc:docMk/>
          <pc:sldMk cId="3249847693" sldId="1156"/>
        </pc:sldMkLst>
        <pc:spChg chg="add mod">
          <ac:chgData name="Minh Huynh" userId="01a137d4-0d81-46e0-aca6-c9185b391828" providerId="ADAL" clId="{228DCBF7-2D91-4473-9F7E-959AF134A5D6}" dt="2026-10-14T12:03:12.932" v="119" actId="14100"/>
          <ac:spMkLst>
            <pc:docMk/>
            <pc:sldMk cId="3249847693" sldId="1156"/>
            <ac:spMk id="3" creationId="{5C57431D-630D-4F04-9906-A02B65B2F06B}"/>
          </ac:spMkLst>
        </pc:spChg>
        <pc:spChg chg="add del mod">
          <ac:chgData name="Minh Huynh" userId="01a137d4-0d81-46e0-aca6-c9185b391828" providerId="ADAL" clId="{228DCBF7-2D91-4473-9F7E-959AF134A5D6}" dt="2026-10-14T12:02:43.351" v="110"/>
          <ac:spMkLst>
            <pc:docMk/>
            <pc:sldMk cId="3249847693" sldId="1156"/>
            <ac:spMk id="42" creationId="{09B848EF-CE24-4D8B-8C60-9D7DC0A897E5}"/>
          </ac:spMkLst>
        </pc:spChg>
        <pc:spChg chg="add del mod">
          <ac:chgData name="Minh Huynh" userId="01a137d4-0d81-46e0-aca6-c9185b391828" providerId="ADAL" clId="{228DCBF7-2D91-4473-9F7E-959AF134A5D6}" dt="2026-10-14T12:02:43.351" v="110"/>
          <ac:spMkLst>
            <pc:docMk/>
            <pc:sldMk cId="3249847693" sldId="1156"/>
            <ac:spMk id="43" creationId="{57C7AC63-C602-4802-92FA-FF2E643D5548}"/>
          </ac:spMkLst>
        </pc:spChg>
        <pc:spChg chg="add del mod">
          <ac:chgData name="Minh Huynh" userId="01a137d4-0d81-46e0-aca6-c9185b391828" providerId="ADAL" clId="{228DCBF7-2D91-4473-9F7E-959AF134A5D6}" dt="2026-10-14T12:02:43.351" v="110"/>
          <ac:spMkLst>
            <pc:docMk/>
            <pc:sldMk cId="3249847693" sldId="1156"/>
            <ac:spMk id="44" creationId="{BEB052D4-742F-48D5-87A8-2C1245B73053}"/>
          </ac:spMkLst>
        </pc:spChg>
        <pc:spChg chg="add del mod">
          <ac:chgData name="Minh Huynh" userId="01a137d4-0d81-46e0-aca6-c9185b391828" providerId="ADAL" clId="{228DCBF7-2D91-4473-9F7E-959AF134A5D6}" dt="2026-10-14T12:02:43.351" v="110"/>
          <ac:spMkLst>
            <pc:docMk/>
            <pc:sldMk cId="3249847693" sldId="1156"/>
            <ac:spMk id="45" creationId="{BE0312AC-543B-4371-AAA2-4DE1B0749527}"/>
          </ac:spMkLst>
        </pc:spChg>
        <pc:spChg chg="del">
          <ac:chgData name="Minh Huynh" userId="01a137d4-0d81-46e0-aca6-c9185b391828" providerId="ADAL" clId="{228DCBF7-2D91-4473-9F7E-959AF134A5D6}" dt="2026-10-14T12:01:46.041" v="83" actId="478"/>
          <ac:spMkLst>
            <pc:docMk/>
            <pc:sldMk cId="3249847693" sldId="1156"/>
            <ac:spMk id="74" creationId="{C1F754D5-F838-48EA-BA52-F30B04A59CAA}"/>
          </ac:spMkLst>
        </pc:spChg>
        <pc:spChg chg="mod">
          <ac:chgData name="Minh Huynh" userId="01a137d4-0d81-46e0-aca6-c9185b391828" providerId="ADAL" clId="{228DCBF7-2D91-4473-9F7E-959AF134A5D6}" dt="2026-10-14T12:01:48.744" v="95" actId="20577"/>
          <ac:spMkLst>
            <pc:docMk/>
            <pc:sldMk cId="3249847693" sldId="1156"/>
            <ac:spMk id="75" creationId="{F5BA484B-D995-4BA5-8B36-69BBAA9114DE}"/>
          </ac:spMkLst>
        </pc:spChg>
        <pc:spChg chg="del">
          <ac:chgData name="Minh Huynh" userId="01a137d4-0d81-46e0-aca6-c9185b391828" providerId="ADAL" clId="{228DCBF7-2D91-4473-9F7E-959AF134A5D6}" dt="2026-10-14T12:01:46.041" v="83" actId="478"/>
          <ac:spMkLst>
            <pc:docMk/>
            <pc:sldMk cId="3249847693" sldId="1156"/>
            <ac:spMk id="76" creationId="{AEA60B8D-50EE-44F1-A205-1AD9E67438EF}"/>
          </ac:spMkLst>
        </pc:spChg>
        <pc:spChg chg="del">
          <ac:chgData name="Minh Huynh" userId="01a137d4-0d81-46e0-aca6-c9185b391828" providerId="ADAL" clId="{228DCBF7-2D91-4473-9F7E-959AF134A5D6}" dt="2026-10-14T12:01:46.041" v="83" actId="478"/>
          <ac:spMkLst>
            <pc:docMk/>
            <pc:sldMk cId="3249847693" sldId="1156"/>
            <ac:spMk id="77" creationId="{7C593BB5-D8D2-46C6-92A5-54CB21FE86E9}"/>
          </ac:spMkLst>
        </pc:spChg>
        <pc:spChg chg="del">
          <ac:chgData name="Minh Huynh" userId="01a137d4-0d81-46e0-aca6-c9185b391828" providerId="ADAL" clId="{228DCBF7-2D91-4473-9F7E-959AF134A5D6}" dt="2026-10-14T12:01:46.041" v="83" actId="478"/>
          <ac:spMkLst>
            <pc:docMk/>
            <pc:sldMk cId="3249847693" sldId="1156"/>
            <ac:spMk id="78" creationId="{20E67DEE-C449-4401-BEB2-829BB4643ACF}"/>
          </ac:spMkLst>
        </pc:spChg>
        <pc:spChg chg="del">
          <ac:chgData name="Minh Huynh" userId="01a137d4-0d81-46e0-aca6-c9185b391828" providerId="ADAL" clId="{228DCBF7-2D91-4473-9F7E-959AF134A5D6}" dt="2026-10-14T12:01:46.041" v="83" actId="478"/>
          <ac:spMkLst>
            <pc:docMk/>
            <pc:sldMk cId="3249847693" sldId="1156"/>
            <ac:spMk id="79" creationId="{65FD0AE8-85FA-4F83-AAAD-1548E991A3A4}"/>
          </ac:spMkLst>
        </pc:spChg>
        <pc:spChg chg="del">
          <ac:chgData name="Minh Huynh" userId="01a137d4-0d81-46e0-aca6-c9185b391828" providerId="ADAL" clId="{228DCBF7-2D91-4473-9F7E-959AF134A5D6}" dt="2026-10-14T12:01:46.041" v="83" actId="478"/>
          <ac:spMkLst>
            <pc:docMk/>
            <pc:sldMk cId="3249847693" sldId="1156"/>
            <ac:spMk id="80" creationId="{1B16D93B-C3AF-450A-9414-E03FF5391C75}"/>
          </ac:spMkLst>
        </pc:spChg>
        <pc:spChg chg="del">
          <ac:chgData name="Minh Huynh" userId="01a137d4-0d81-46e0-aca6-c9185b391828" providerId="ADAL" clId="{228DCBF7-2D91-4473-9F7E-959AF134A5D6}" dt="2026-10-14T12:01:46.041" v="83" actId="478"/>
          <ac:spMkLst>
            <pc:docMk/>
            <pc:sldMk cId="3249847693" sldId="1156"/>
            <ac:spMk id="81" creationId="{E14A1883-67D8-41E4-B3B5-FA3A6C9EA568}"/>
          </ac:spMkLst>
        </pc:spChg>
        <pc:graphicFrameChg chg="add del mod">
          <ac:chgData name="Minh Huynh" userId="01a137d4-0d81-46e0-aca6-c9185b391828" providerId="ADAL" clId="{228DCBF7-2D91-4473-9F7E-959AF134A5D6}" dt="2026-10-14T12:01:58.942" v="97" actId="478"/>
          <ac:graphicFrameMkLst>
            <pc:docMk/>
            <pc:sldMk cId="3249847693" sldId="1156"/>
            <ac:graphicFrameMk id="2" creationId="{68C603CA-3225-4CBD-8D3C-460A6F19F73C}"/>
          </ac:graphicFrameMkLst>
        </pc:graphicFrameChg>
        <pc:graphicFrameChg chg="add del mod">
          <ac:chgData name="Minh Huynh" userId="01a137d4-0d81-46e0-aca6-c9185b391828" providerId="ADAL" clId="{228DCBF7-2D91-4473-9F7E-959AF134A5D6}" dt="2026-10-14T12:02:11.872" v="102" actId="478"/>
          <ac:graphicFrameMkLst>
            <pc:docMk/>
            <pc:sldMk cId="3249847693" sldId="1156"/>
            <ac:graphicFrameMk id="4" creationId="{1CB1B201-789F-4FE2-BA2F-B6E5C804D2AC}"/>
          </ac:graphicFrameMkLst>
        </pc:graphicFrameChg>
        <pc:graphicFrameChg chg="add del mod">
          <ac:chgData name="Minh Huynh" userId="01a137d4-0d81-46e0-aca6-c9185b391828" providerId="ADAL" clId="{228DCBF7-2D91-4473-9F7E-959AF134A5D6}" dt="2026-10-14T12:02:43.351" v="110"/>
          <ac:graphicFrameMkLst>
            <pc:docMk/>
            <pc:sldMk cId="3249847693" sldId="1156"/>
            <ac:graphicFrameMk id="40" creationId="{71713435-82FF-4AC8-93F9-DE7B7CCDCF2F}"/>
          </ac:graphicFrameMkLst>
        </pc:graphicFrameChg>
        <pc:graphicFrameChg chg="add del mod">
          <ac:chgData name="Minh Huynh" userId="01a137d4-0d81-46e0-aca6-c9185b391828" providerId="ADAL" clId="{228DCBF7-2D91-4473-9F7E-959AF134A5D6}" dt="2026-10-14T12:02:43.351" v="110"/>
          <ac:graphicFrameMkLst>
            <pc:docMk/>
            <pc:sldMk cId="3249847693" sldId="1156"/>
            <ac:graphicFrameMk id="41" creationId="{69DBF242-6F52-402B-905D-79C19CC8371E}"/>
          </ac:graphicFrameMkLst>
        </pc:graphicFrameChg>
        <pc:graphicFrameChg chg="del">
          <ac:chgData name="Minh Huynh" userId="01a137d4-0d81-46e0-aca6-c9185b391828" providerId="ADAL" clId="{228DCBF7-2D91-4473-9F7E-959AF134A5D6}" dt="2026-10-14T12:01:46.041" v="83" actId="478"/>
          <ac:graphicFrameMkLst>
            <pc:docMk/>
            <pc:sldMk cId="3249847693" sldId="1156"/>
            <ac:graphicFrameMk id="85" creationId="{AE945B46-7FB1-4A68-BBAE-9EE8BD094C6F}"/>
          </ac:graphicFrameMkLst>
        </pc:graphicFrameChg>
        <pc:graphicFrameChg chg="del">
          <ac:chgData name="Minh Huynh" userId="01a137d4-0d81-46e0-aca6-c9185b391828" providerId="ADAL" clId="{228DCBF7-2D91-4473-9F7E-959AF134A5D6}" dt="2026-10-14T12:01:46.041" v="83" actId="478"/>
          <ac:graphicFrameMkLst>
            <pc:docMk/>
            <pc:sldMk cId="3249847693" sldId="1156"/>
            <ac:graphicFrameMk id="87" creationId="{F1ED9524-1282-4AFF-8E5E-8DB9CB7D4605}"/>
          </ac:graphicFrameMkLst>
        </pc:graphicFrameChg>
        <pc:graphicFrameChg chg="del">
          <ac:chgData name="Minh Huynh" userId="01a137d4-0d81-46e0-aca6-c9185b391828" providerId="ADAL" clId="{228DCBF7-2D91-4473-9F7E-959AF134A5D6}" dt="2026-10-14T12:01:46.041" v="83" actId="478"/>
          <ac:graphicFrameMkLst>
            <pc:docMk/>
            <pc:sldMk cId="3249847693" sldId="1156"/>
            <ac:graphicFrameMk id="89" creationId="{6BD77BE3-3D1A-4122-8CC1-62665E009282}"/>
          </ac:graphicFrameMkLst>
        </pc:graphicFrameChg>
        <pc:graphicFrameChg chg="del">
          <ac:chgData name="Minh Huynh" userId="01a137d4-0d81-46e0-aca6-c9185b391828" providerId="ADAL" clId="{228DCBF7-2D91-4473-9F7E-959AF134A5D6}" dt="2026-10-14T12:01:46.041" v="83" actId="478"/>
          <ac:graphicFrameMkLst>
            <pc:docMk/>
            <pc:sldMk cId="3249847693" sldId="1156"/>
            <ac:graphicFrameMk id="94" creationId="{CFC3BC59-4737-4E4D-91A1-130B79199B4C}"/>
          </ac:graphicFrameMkLst>
        </pc:graphicFrameChg>
        <pc:picChg chg="add del">
          <ac:chgData name="Minh Huynh" userId="01a137d4-0d81-46e0-aca6-c9185b391828" providerId="ADAL" clId="{228DCBF7-2D91-4473-9F7E-959AF134A5D6}" dt="2026-10-14T12:02:47.009" v="112"/>
          <ac:picMkLst>
            <pc:docMk/>
            <pc:sldMk cId="3249847693" sldId="1156"/>
            <ac:picMk id="5" creationId="{657ECA50-77FF-401C-8FFE-D655211C2200}"/>
          </ac:picMkLst>
        </pc:picChg>
        <pc:picChg chg="add mod modCrop">
          <ac:chgData name="Minh Huynh" userId="01a137d4-0d81-46e0-aca6-c9185b391828" providerId="ADAL" clId="{228DCBF7-2D91-4473-9F7E-959AF134A5D6}" dt="2026-10-14T12:03:17.927" v="120" actId="14100"/>
          <ac:picMkLst>
            <pc:docMk/>
            <pc:sldMk cId="3249847693" sldId="1156"/>
            <ac:picMk id="7" creationId="{E58C4A65-F09E-4E43-BBEB-A3D531A33622}"/>
          </ac:picMkLst>
        </pc:picChg>
        <pc:cxnChg chg="del">
          <ac:chgData name="Minh Huynh" userId="01a137d4-0d81-46e0-aca6-c9185b391828" providerId="ADAL" clId="{228DCBF7-2D91-4473-9F7E-959AF134A5D6}" dt="2026-10-14T12:01:46.041" v="83" actId="478"/>
          <ac:cxnSpMkLst>
            <pc:docMk/>
            <pc:sldMk cId="3249847693" sldId="1156"/>
            <ac:cxnSpMk id="82" creationId="{9062A202-92E6-4CFA-929B-363B1D75303E}"/>
          </ac:cxnSpMkLst>
        </pc:cxnChg>
        <pc:cxnChg chg="del">
          <ac:chgData name="Minh Huynh" userId="01a137d4-0d81-46e0-aca6-c9185b391828" providerId="ADAL" clId="{228DCBF7-2D91-4473-9F7E-959AF134A5D6}" dt="2026-10-14T12:01:46.041" v="83" actId="478"/>
          <ac:cxnSpMkLst>
            <pc:docMk/>
            <pc:sldMk cId="3249847693" sldId="1156"/>
            <ac:cxnSpMk id="83" creationId="{8CD3C966-CB07-4531-A5AD-1D2129B67AA2}"/>
          </ac:cxnSpMkLst>
        </pc:cxnChg>
        <pc:cxnChg chg="del">
          <ac:chgData name="Minh Huynh" userId="01a137d4-0d81-46e0-aca6-c9185b391828" providerId="ADAL" clId="{228DCBF7-2D91-4473-9F7E-959AF134A5D6}" dt="2026-10-14T12:01:46.041" v="83" actId="478"/>
          <ac:cxnSpMkLst>
            <pc:docMk/>
            <pc:sldMk cId="3249847693" sldId="1156"/>
            <ac:cxnSpMk id="84" creationId="{61BD772A-45D3-4CC3-912D-4004572D9A6F}"/>
          </ac:cxnSpMkLst>
        </pc:cxnChg>
        <pc:cxnChg chg="del">
          <ac:chgData name="Minh Huynh" userId="01a137d4-0d81-46e0-aca6-c9185b391828" providerId="ADAL" clId="{228DCBF7-2D91-4473-9F7E-959AF134A5D6}" dt="2026-10-14T12:01:46.041" v="83" actId="478"/>
          <ac:cxnSpMkLst>
            <pc:docMk/>
            <pc:sldMk cId="3249847693" sldId="1156"/>
            <ac:cxnSpMk id="86" creationId="{62872E2D-08DB-41AE-87A0-6B31CCF863AF}"/>
          </ac:cxnSpMkLst>
        </pc:cxnChg>
        <pc:cxnChg chg="del">
          <ac:chgData name="Minh Huynh" userId="01a137d4-0d81-46e0-aca6-c9185b391828" providerId="ADAL" clId="{228DCBF7-2D91-4473-9F7E-959AF134A5D6}" dt="2026-10-14T12:01:46.041" v="83" actId="478"/>
          <ac:cxnSpMkLst>
            <pc:docMk/>
            <pc:sldMk cId="3249847693" sldId="1156"/>
            <ac:cxnSpMk id="88" creationId="{634388A8-251E-40A4-9189-54F6D984DE4F}"/>
          </ac:cxnSpMkLst>
        </pc:cxnChg>
        <pc:cxnChg chg="del">
          <ac:chgData name="Minh Huynh" userId="01a137d4-0d81-46e0-aca6-c9185b391828" providerId="ADAL" clId="{228DCBF7-2D91-4473-9F7E-959AF134A5D6}" dt="2026-10-14T12:01:46.041" v="83" actId="478"/>
          <ac:cxnSpMkLst>
            <pc:docMk/>
            <pc:sldMk cId="3249847693" sldId="1156"/>
            <ac:cxnSpMk id="90" creationId="{4C0036D5-34DB-4CED-A812-4D498A3C5F58}"/>
          </ac:cxnSpMkLst>
        </pc:cxnChg>
        <pc:cxnChg chg="del">
          <ac:chgData name="Minh Huynh" userId="01a137d4-0d81-46e0-aca6-c9185b391828" providerId="ADAL" clId="{228DCBF7-2D91-4473-9F7E-959AF134A5D6}" dt="2026-10-14T12:01:46.041" v="83" actId="478"/>
          <ac:cxnSpMkLst>
            <pc:docMk/>
            <pc:sldMk cId="3249847693" sldId="1156"/>
            <ac:cxnSpMk id="91" creationId="{ED942188-3485-4A2C-99B0-407EDB5C7E13}"/>
          </ac:cxnSpMkLst>
        </pc:cxnChg>
        <pc:cxnChg chg="del">
          <ac:chgData name="Minh Huynh" userId="01a137d4-0d81-46e0-aca6-c9185b391828" providerId="ADAL" clId="{228DCBF7-2D91-4473-9F7E-959AF134A5D6}" dt="2026-10-14T12:01:46.041" v="83" actId="478"/>
          <ac:cxnSpMkLst>
            <pc:docMk/>
            <pc:sldMk cId="3249847693" sldId="1156"/>
            <ac:cxnSpMk id="92" creationId="{02AC1DE1-51C9-4318-81C3-1B8096051D19}"/>
          </ac:cxnSpMkLst>
        </pc:cxnChg>
        <pc:cxnChg chg="del">
          <ac:chgData name="Minh Huynh" userId="01a137d4-0d81-46e0-aca6-c9185b391828" providerId="ADAL" clId="{228DCBF7-2D91-4473-9F7E-959AF134A5D6}" dt="2026-10-14T12:01:46.041" v="83" actId="478"/>
          <ac:cxnSpMkLst>
            <pc:docMk/>
            <pc:sldMk cId="3249847693" sldId="1156"/>
            <ac:cxnSpMk id="93" creationId="{84211C0B-144B-4E8A-9E09-8BD3BE2387AB}"/>
          </ac:cxnSpMkLst>
        </pc:cxnChg>
        <pc:cxnChg chg="del">
          <ac:chgData name="Minh Huynh" userId="01a137d4-0d81-46e0-aca6-c9185b391828" providerId="ADAL" clId="{228DCBF7-2D91-4473-9F7E-959AF134A5D6}" dt="2026-10-14T12:01:46.041" v="83" actId="478"/>
          <ac:cxnSpMkLst>
            <pc:docMk/>
            <pc:sldMk cId="3249847693" sldId="1156"/>
            <ac:cxnSpMk id="95" creationId="{0CA15FCC-30FF-45FD-9EC1-4A7B5B1A5ED2}"/>
          </ac:cxnSpMkLst>
        </pc:cxnChg>
        <pc:cxnChg chg="del">
          <ac:chgData name="Minh Huynh" userId="01a137d4-0d81-46e0-aca6-c9185b391828" providerId="ADAL" clId="{228DCBF7-2D91-4473-9F7E-959AF134A5D6}" dt="2026-10-14T12:01:46.041" v="83" actId="478"/>
          <ac:cxnSpMkLst>
            <pc:docMk/>
            <pc:sldMk cId="3249847693" sldId="1156"/>
            <ac:cxnSpMk id="96" creationId="{277CC341-2CF6-49CB-B2FA-4551D35A19E9}"/>
          </ac:cxnSpMkLst>
        </pc:cxnChg>
        <pc:cxnChg chg="del">
          <ac:chgData name="Minh Huynh" userId="01a137d4-0d81-46e0-aca6-c9185b391828" providerId="ADAL" clId="{228DCBF7-2D91-4473-9F7E-959AF134A5D6}" dt="2026-10-14T12:01:46.041" v="83" actId="478"/>
          <ac:cxnSpMkLst>
            <pc:docMk/>
            <pc:sldMk cId="3249847693" sldId="1156"/>
            <ac:cxnSpMk id="97" creationId="{5407892F-EAF1-4510-9D84-844731F4F64C}"/>
          </ac:cxnSpMkLst>
        </pc:cxnChg>
        <pc:cxnChg chg="del">
          <ac:chgData name="Minh Huynh" userId="01a137d4-0d81-46e0-aca6-c9185b391828" providerId="ADAL" clId="{228DCBF7-2D91-4473-9F7E-959AF134A5D6}" dt="2026-10-14T12:01:46.041" v="83" actId="478"/>
          <ac:cxnSpMkLst>
            <pc:docMk/>
            <pc:sldMk cId="3249847693" sldId="1156"/>
            <ac:cxnSpMk id="98" creationId="{E0A8A771-42E8-4923-8834-27BFB16AACB2}"/>
          </ac:cxnSpMkLst>
        </pc:cxnChg>
        <pc:cxnChg chg="del">
          <ac:chgData name="Minh Huynh" userId="01a137d4-0d81-46e0-aca6-c9185b391828" providerId="ADAL" clId="{228DCBF7-2D91-4473-9F7E-959AF134A5D6}" dt="2026-10-14T12:01:46.041" v="83" actId="478"/>
          <ac:cxnSpMkLst>
            <pc:docMk/>
            <pc:sldMk cId="3249847693" sldId="1156"/>
            <ac:cxnSpMk id="99" creationId="{9469EAB3-3ED1-4139-863D-87767016E6AE}"/>
          </ac:cxnSpMkLst>
        </pc:cxnChg>
        <pc:cxnChg chg="del">
          <ac:chgData name="Minh Huynh" userId="01a137d4-0d81-46e0-aca6-c9185b391828" providerId="ADAL" clId="{228DCBF7-2D91-4473-9F7E-959AF134A5D6}" dt="2026-10-14T12:01:46.041" v="83" actId="478"/>
          <ac:cxnSpMkLst>
            <pc:docMk/>
            <pc:sldMk cId="3249847693" sldId="1156"/>
            <ac:cxnSpMk id="100" creationId="{045FA021-F0E6-43C6-9205-8231C5BE66DB}"/>
          </ac:cxnSpMkLst>
        </pc:cxnChg>
        <pc:cxnChg chg="del">
          <ac:chgData name="Minh Huynh" userId="01a137d4-0d81-46e0-aca6-c9185b391828" providerId="ADAL" clId="{228DCBF7-2D91-4473-9F7E-959AF134A5D6}" dt="2026-10-14T12:01:46.041" v="83" actId="478"/>
          <ac:cxnSpMkLst>
            <pc:docMk/>
            <pc:sldMk cId="3249847693" sldId="1156"/>
            <ac:cxnSpMk id="101" creationId="{9A9C2B08-897F-4753-9F33-3579B576F4D8}"/>
          </ac:cxnSpMkLst>
        </pc:cxnChg>
        <pc:cxnChg chg="del">
          <ac:chgData name="Minh Huynh" userId="01a137d4-0d81-46e0-aca6-c9185b391828" providerId="ADAL" clId="{228DCBF7-2D91-4473-9F7E-959AF134A5D6}" dt="2026-10-14T12:01:46.041" v="83" actId="478"/>
          <ac:cxnSpMkLst>
            <pc:docMk/>
            <pc:sldMk cId="3249847693" sldId="1156"/>
            <ac:cxnSpMk id="102" creationId="{008CD7BB-978F-4693-9588-D7505A621DA1}"/>
          </ac:cxnSpMkLst>
        </pc:cxnChg>
        <pc:cxnChg chg="del">
          <ac:chgData name="Minh Huynh" userId="01a137d4-0d81-46e0-aca6-c9185b391828" providerId="ADAL" clId="{228DCBF7-2D91-4473-9F7E-959AF134A5D6}" dt="2026-10-14T12:01:46.041" v="83" actId="478"/>
          <ac:cxnSpMkLst>
            <pc:docMk/>
            <pc:sldMk cId="3249847693" sldId="1156"/>
            <ac:cxnSpMk id="103" creationId="{9FD60688-5F6B-4477-ADD3-4AC4AD2B8518}"/>
          </ac:cxnSpMkLst>
        </pc:cxnChg>
        <pc:cxnChg chg="del">
          <ac:chgData name="Minh Huynh" userId="01a137d4-0d81-46e0-aca6-c9185b391828" providerId="ADAL" clId="{228DCBF7-2D91-4473-9F7E-959AF134A5D6}" dt="2026-10-14T12:01:46.041" v="83" actId="478"/>
          <ac:cxnSpMkLst>
            <pc:docMk/>
            <pc:sldMk cId="3249847693" sldId="1156"/>
            <ac:cxnSpMk id="104" creationId="{07EFC91B-1AD7-4B27-9105-0271FE81B710}"/>
          </ac:cxnSpMkLst>
        </pc:cxnChg>
        <pc:cxnChg chg="del">
          <ac:chgData name="Minh Huynh" userId="01a137d4-0d81-46e0-aca6-c9185b391828" providerId="ADAL" clId="{228DCBF7-2D91-4473-9F7E-959AF134A5D6}" dt="2026-10-14T12:01:46.041" v="83" actId="478"/>
          <ac:cxnSpMkLst>
            <pc:docMk/>
            <pc:sldMk cId="3249847693" sldId="1156"/>
            <ac:cxnSpMk id="105" creationId="{3656C44F-723E-40E4-A486-5B055AC1F18B}"/>
          </ac:cxnSpMkLst>
        </pc:cxnChg>
        <pc:cxnChg chg="del">
          <ac:chgData name="Minh Huynh" userId="01a137d4-0d81-46e0-aca6-c9185b391828" providerId="ADAL" clId="{228DCBF7-2D91-4473-9F7E-959AF134A5D6}" dt="2026-10-14T12:01:46.041" v="83" actId="478"/>
          <ac:cxnSpMkLst>
            <pc:docMk/>
            <pc:sldMk cId="3249847693" sldId="1156"/>
            <ac:cxnSpMk id="106" creationId="{1CAF82F7-C23E-4809-90F1-2EADBAA7DCDF}"/>
          </ac:cxnSpMkLst>
        </pc:cxnChg>
        <pc:cxnChg chg="del">
          <ac:chgData name="Minh Huynh" userId="01a137d4-0d81-46e0-aca6-c9185b391828" providerId="ADAL" clId="{228DCBF7-2D91-4473-9F7E-959AF134A5D6}" dt="2026-10-14T12:01:46.041" v="83" actId="478"/>
          <ac:cxnSpMkLst>
            <pc:docMk/>
            <pc:sldMk cId="3249847693" sldId="1156"/>
            <ac:cxnSpMk id="107" creationId="{437B9860-9C6E-418D-BB0E-23102C39AD82}"/>
          </ac:cxnSpMkLst>
        </pc:cxnChg>
        <pc:cxnChg chg="del">
          <ac:chgData name="Minh Huynh" userId="01a137d4-0d81-46e0-aca6-c9185b391828" providerId="ADAL" clId="{228DCBF7-2D91-4473-9F7E-959AF134A5D6}" dt="2026-10-14T12:01:46.041" v="83" actId="478"/>
          <ac:cxnSpMkLst>
            <pc:docMk/>
            <pc:sldMk cId="3249847693" sldId="1156"/>
            <ac:cxnSpMk id="108" creationId="{03B250BE-880C-4FB3-B82C-5643ACC5C7F6}"/>
          </ac:cxnSpMkLst>
        </pc:cxnChg>
      </pc:sldChg>
      <pc:sldChg chg="addSp delSp modSp add mod">
        <pc:chgData name="Minh Huynh" userId="01a137d4-0d81-46e0-aca6-c9185b391828" providerId="ADAL" clId="{228DCBF7-2D91-4473-9F7E-959AF134A5D6}" dt="2026-10-14T12:03:43.861" v="123"/>
        <pc:sldMkLst>
          <pc:docMk/>
          <pc:sldMk cId="3714263250" sldId="1180"/>
        </pc:sldMkLst>
        <pc:spChg chg="del">
          <ac:chgData name="Minh Huynh" userId="01a137d4-0d81-46e0-aca6-c9185b391828" providerId="ADAL" clId="{228DCBF7-2D91-4473-9F7E-959AF134A5D6}" dt="2026-10-14T12:03:41.577" v="122" actId="478"/>
          <ac:spMkLst>
            <pc:docMk/>
            <pc:sldMk cId="3714263250" sldId="1180"/>
            <ac:spMk id="10" creationId="{A40D1B22-8B5D-49C0-B830-836EB64C2AFF}"/>
          </ac:spMkLst>
        </pc:spChg>
        <pc:spChg chg="add mod">
          <ac:chgData name="Minh Huynh" userId="01a137d4-0d81-46e0-aca6-c9185b391828" providerId="ADAL" clId="{228DCBF7-2D91-4473-9F7E-959AF134A5D6}" dt="2026-10-14T12:03:43.861" v="123"/>
          <ac:spMkLst>
            <pc:docMk/>
            <pc:sldMk cId="3714263250" sldId="1180"/>
            <ac:spMk id="17" creationId="{85419950-8AA6-428F-99CF-14E41BA58153}"/>
          </ac:spMkLst>
        </pc:spChg>
        <pc:spChg chg="del">
          <ac:chgData name="Minh Huynh" userId="01a137d4-0d81-46e0-aca6-c9185b391828" providerId="ADAL" clId="{228DCBF7-2D91-4473-9F7E-959AF134A5D6}" dt="2026-10-14T12:03:41.577" v="122" actId="478"/>
          <ac:spMkLst>
            <pc:docMk/>
            <pc:sldMk cId="3714263250" sldId="1180"/>
            <ac:spMk id="44" creationId="{93462B6D-5CCE-43C4-A612-36DD560D7DAA}"/>
          </ac:spMkLst>
        </pc:spChg>
        <pc:spChg chg="del">
          <ac:chgData name="Minh Huynh" userId="01a137d4-0d81-46e0-aca6-c9185b391828" providerId="ADAL" clId="{228DCBF7-2D91-4473-9F7E-959AF134A5D6}" dt="2026-10-14T12:03:41.577" v="122" actId="478"/>
          <ac:spMkLst>
            <pc:docMk/>
            <pc:sldMk cId="3714263250" sldId="1180"/>
            <ac:spMk id="45" creationId="{9AB274A7-E554-4CC9-B3BB-7F51F29C5740}"/>
          </ac:spMkLst>
        </pc:spChg>
        <pc:spChg chg="del">
          <ac:chgData name="Minh Huynh" userId="01a137d4-0d81-46e0-aca6-c9185b391828" providerId="ADAL" clId="{228DCBF7-2D91-4473-9F7E-959AF134A5D6}" dt="2026-10-14T12:03:41.577" v="122" actId="478"/>
          <ac:spMkLst>
            <pc:docMk/>
            <pc:sldMk cId="3714263250" sldId="1180"/>
            <ac:spMk id="74" creationId="{B61C5065-8524-4D2E-8D78-CC4C0124D503}"/>
          </ac:spMkLst>
        </pc:spChg>
        <pc:spChg chg="del">
          <ac:chgData name="Minh Huynh" userId="01a137d4-0d81-46e0-aca6-c9185b391828" providerId="ADAL" clId="{228DCBF7-2D91-4473-9F7E-959AF134A5D6}" dt="2026-10-14T12:03:41.577" v="122" actId="478"/>
          <ac:spMkLst>
            <pc:docMk/>
            <pc:sldMk cId="3714263250" sldId="1180"/>
            <ac:spMk id="78" creationId="{465BEECE-3250-4A6F-B8E4-307DFBE333D5}"/>
          </ac:spMkLst>
        </pc:spChg>
        <pc:spChg chg="del">
          <ac:chgData name="Minh Huynh" userId="01a137d4-0d81-46e0-aca6-c9185b391828" providerId="ADAL" clId="{228DCBF7-2D91-4473-9F7E-959AF134A5D6}" dt="2026-10-14T12:03:41.577" v="122" actId="478"/>
          <ac:spMkLst>
            <pc:docMk/>
            <pc:sldMk cId="3714263250" sldId="1180"/>
            <ac:spMk id="79" creationId="{D9AE7961-AA66-4F66-B087-2315232759BF}"/>
          </ac:spMkLst>
        </pc:spChg>
        <pc:spChg chg="del">
          <ac:chgData name="Minh Huynh" userId="01a137d4-0d81-46e0-aca6-c9185b391828" providerId="ADAL" clId="{228DCBF7-2D91-4473-9F7E-959AF134A5D6}" dt="2026-10-14T12:03:41.577" v="122" actId="478"/>
          <ac:spMkLst>
            <pc:docMk/>
            <pc:sldMk cId="3714263250" sldId="1180"/>
            <ac:spMk id="80" creationId="{C5329594-FF0E-4100-B694-BB44119769C2}"/>
          </ac:spMkLst>
        </pc:spChg>
      </pc:sldChg>
      <pc:sldChg chg="addSp delSp modSp add mod">
        <pc:chgData name="Minh Huynh" userId="01a137d4-0d81-46e0-aca6-c9185b391828" providerId="ADAL" clId="{228DCBF7-2D91-4473-9F7E-959AF134A5D6}" dt="2026-10-14T12:04:06.592" v="126"/>
        <pc:sldMkLst>
          <pc:docMk/>
          <pc:sldMk cId="3734423914" sldId="1187"/>
        </pc:sldMkLst>
        <pc:spChg chg="del">
          <ac:chgData name="Minh Huynh" userId="01a137d4-0d81-46e0-aca6-c9185b391828" providerId="ADAL" clId="{228DCBF7-2D91-4473-9F7E-959AF134A5D6}" dt="2026-10-14T12:04:03.508" v="125" actId="478"/>
          <ac:spMkLst>
            <pc:docMk/>
            <pc:sldMk cId="3734423914" sldId="1187"/>
            <ac:spMk id="10" creationId="{A40D1B22-8B5D-49C0-B830-836EB64C2AFF}"/>
          </ac:spMkLst>
        </pc:spChg>
        <pc:spChg chg="add mod">
          <ac:chgData name="Minh Huynh" userId="01a137d4-0d81-46e0-aca6-c9185b391828" providerId="ADAL" clId="{228DCBF7-2D91-4473-9F7E-959AF134A5D6}" dt="2026-10-14T12:04:06.592" v="126"/>
          <ac:spMkLst>
            <pc:docMk/>
            <pc:sldMk cId="3734423914" sldId="1187"/>
            <ac:spMk id="11" creationId="{9281227D-7E10-42DE-80BC-A4BFDCD301BB}"/>
          </ac:spMkLst>
        </pc:spChg>
        <pc:spChg chg="del">
          <ac:chgData name="Minh Huynh" userId="01a137d4-0d81-46e0-aca6-c9185b391828" providerId="ADAL" clId="{228DCBF7-2D91-4473-9F7E-959AF134A5D6}" dt="2026-10-14T12:04:03.508" v="125" actId="478"/>
          <ac:spMkLst>
            <pc:docMk/>
            <pc:sldMk cId="3734423914" sldId="1187"/>
            <ac:spMk id="44" creationId="{93462B6D-5CCE-43C4-A612-36DD560D7DAA}"/>
          </ac:spMkLst>
        </pc:spChg>
        <pc:spChg chg="del">
          <ac:chgData name="Minh Huynh" userId="01a137d4-0d81-46e0-aca6-c9185b391828" providerId="ADAL" clId="{228DCBF7-2D91-4473-9F7E-959AF134A5D6}" dt="2026-10-14T12:04:03.508" v="125" actId="478"/>
          <ac:spMkLst>
            <pc:docMk/>
            <pc:sldMk cId="3734423914" sldId="1187"/>
            <ac:spMk id="45" creationId="{9AB274A7-E554-4CC9-B3BB-7F51F29C5740}"/>
          </ac:spMkLst>
        </pc:spChg>
        <pc:spChg chg="del">
          <ac:chgData name="Minh Huynh" userId="01a137d4-0d81-46e0-aca6-c9185b391828" providerId="ADAL" clId="{228DCBF7-2D91-4473-9F7E-959AF134A5D6}" dt="2026-10-14T12:04:03.508" v="125" actId="478"/>
          <ac:spMkLst>
            <pc:docMk/>
            <pc:sldMk cId="3734423914" sldId="1187"/>
            <ac:spMk id="74" creationId="{B61C5065-8524-4D2E-8D78-CC4C0124D503}"/>
          </ac:spMkLst>
        </pc:spChg>
        <pc:spChg chg="del">
          <ac:chgData name="Minh Huynh" userId="01a137d4-0d81-46e0-aca6-c9185b391828" providerId="ADAL" clId="{228DCBF7-2D91-4473-9F7E-959AF134A5D6}" dt="2026-10-14T12:04:03.508" v="125" actId="478"/>
          <ac:spMkLst>
            <pc:docMk/>
            <pc:sldMk cId="3734423914" sldId="1187"/>
            <ac:spMk id="78" creationId="{465BEECE-3250-4A6F-B8E4-307DFBE333D5}"/>
          </ac:spMkLst>
        </pc:spChg>
        <pc:spChg chg="del">
          <ac:chgData name="Minh Huynh" userId="01a137d4-0d81-46e0-aca6-c9185b391828" providerId="ADAL" clId="{228DCBF7-2D91-4473-9F7E-959AF134A5D6}" dt="2026-10-14T12:04:03.508" v="125" actId="478"/>
          <ac:spMkLst>
            <pc:docMk/>
            <pc:sldMk cId="3734423914" sldId="1187"/>
            <ac:spMk id="79" creationId="{D9AE7961-AA66-4F66-B087-2315232759BF}"/>
          </ac:spMkLst>
        </pc:spChg>
        <pc:spChg chg="del">
          <ac:chgData name="Minh Huynh" userId="01a137d4-0d81-46e0-aca6-c9185b391828" providerId="ADAL" clId="{228DCBF7-2D91-4473-9F7E-959AF134A5D6}" dt="2026-10-14T12:04:03.508" v="125" actId="478"/>
          <ac:spMkLst>
            <pc:docMk/>
            <pc:sldMk cId="3734423914" sldId="1187"/>
            <ac:spMk id="80" creationId="{C5329594-FF0E-4100-B694-BB44119769C2}"/>
          </ac:spMkLst>
        </pc:spChg>
      </pc:sldChg>
      <pc:sldChg chg="addSp delSp modSp add mod">
        <pc:chgData name="Minh Huynh" userId="01a137d4-0d81-46e0-aca6-c9185b391828" providerId="ADAL" clId="{228DCBF7-2D91-4473-9F7E-959AF134A5D6}" dt="2026-10-14T12:05:36.038" v="141" actId="1076"/>
        <pc:sldMkLst>
          <pc:docMk/>
          <pc:sldMk cId="3411983463" sldId="1208"/>
        </pc:sldMkLst>
        <pc:spChg chg="del">
          <ac:chgData name="Minh Huynh" userId="01a137d4-0d81-46e0-aca6-c9185b391828" providerId="ADAL" clId="{228DCBF7-2D91-4473-9F7E-959AF134A5D6}" dt="2026-10-14T12:04:45.287" v="128" actId="478"/>
          <ac:spMkLst>
            <pc:docMk/>
            <pc:sldMk cId="3411983463" sldId="1208"/>
            <ac:spMk id="2" creationId="{6176F820-31BE-6C84-F04D-A8EBE3E4D139}"/>
          </ac:spMkLst>
        </pc:spChg>
        <pc:spChg chg="del mod">
          <ac:chgData name="Minh Huynh" userId="01a137d4-0d81-46e0-aca6-c9185b391828" providerId="ADAL" clId="{228DCBF7-2D91-4473-9F7E-959AF134A5D6}" dt="2026-10-14T12:05:01.288" v="131" actId="478"/>
          <ac:spMkLst>
            <pc:docMk/>
            <pc:sldMk cId="3411983463" sldId="1208"/>
            <ac:spMk id="4" creationId="{079784E2-9262-4104-9D65-152323B9B71D}"/>
          </ac:spMkLst>
        </pc:spChg>
        <pc:spChg chg="del mod">
          <ac:chgData name="Minh Huynh" userId="01a137d4-0d81-46e0-aca6-c9185b391828" providerId="ADAL" clId="{228DCBF7-2D91-4473-9F7E-959AF134A5D6}" dt="2026-10-14T12:05:02.478" v="132" actId="478"/>
          <ac:spMkLst>
            <pc:docMk/>
            <pc:sldMk cId="3411983463" sldId="1208"/>
            <ac:spMk id="5" creationId="{451B9B5F-4F4E-4AB4-88E4-70934BFC302F}"/>
          </ac:spMkLst>
        </pc:spChg>
        <pc:spChg chg="mod">
          <ac:chgData name="Minh Huynh" userId="01a137d4-0d81-46e0-aca6-c9185b391828" providerId="ADAL" clId="{228DCBF7-2D91-4473-9F7E-959AF134A5D6}" dt="2026-10-14T12:05:36.038" v="141" actId="1076"/>
          <ac:spMkLst>
            <pc:docMk/>
            <pc:sldMk cId="3411983463" sldId="1208"/>
            <ac:spMk id="17" creationId="{400F35EC-2F76-4B4E-9A31-BC0B4A31ADB6}"/>
          </ac:spMkLst>
        </pc:spChg>
        <pc:spChg chg="mod">
          <ac:chgData name="Minh Huynh" userId="01a137d4-0d81-46e0-aca6-c9185b391828" providerId="ADAL" clId="{228DCBF7-2D91-4473-9F7E-959AF134A5D6}" dt="2026-10-14T12:05:36.038" v="141" actId="1076"/>
          <ac:spMkLst>
            <pc:docMk/>
            <pc:sldMk cId="3411983463" sldId="1208"/>
            <ac:spMk id="18" creationId="{FC7F326A-7643-4338-8706-2E0BCF088701}"/>
          </ac:spMkLst>
        </pc:spChg>
        <pc:spChg chg="mod">
          <ac:chgData name="Minh Huynh" userId="01a137d4-0d81-46e0-aca6-c9185b391828" providerId="ADAL" clId="{228DCBF7-2D91-4473-9F7E-959AF134A5D6}" dt="2026-10-14T12:05:36.038" v="141" actId="1076"/>
          <ac:spMkLst>
            <pc:docMk/>
            <pc:sldMk cId="3411983463" sldId="1208"/>
            <ac:spMk id="19" creationId="{5ECC0AF2-AF56-4ED8-98D8-4B56D7060E0E}"/>
          </ac:spMkLst>
        </pc:spChg>
        <pc:spChg chg="mod">
          <ac:chgData name="Minh Huynh" userId="01a137d4-0d81-46e0-aca6-c9185b391828" providerId="ADAL" clId="{228DCBF7-2D91-4473-9F7E-959AF134A5D6}" dt="2026-10-14T12:05:36.038" v="141" actId="1076"/>
          <ac:spMkLst>
            <pc:docMk/>
            <pc:sldMk cId="3411983463" sldId="1208"/>
            <ac:spMk id="20" creationId="{1214ECEA-860C-405D-AC00-26B5B8A0D0DA}"/>
          </ac:spMkLst>
        </pc:spChg>
        <pc:spChg chg="mod">
          <ac:chgData name="Minh Huynh" userId="01a137d4-0d81-46e0-aca6-c9185b391828" providerId="ADAL" clId="{228DCBF7-2D91-4473-9F7E-959AF134A5D6}" dt="2026-10-14T12:05:36.038" v="141" actId="1076"/>
          <ac:spMkLst>
            <pc:docMk/>
            <pc:sldMk cId="3411983463" sldId="1208"/>
            <ac:spMk id="21" creationId="{1D3B77DE-EBA6-4E30-8196-D1EE415163BC}"/>
          </ac:spMkLst>
        </pc:spChg>
        <pc:spChg chg="mod">
          <ac:chgData name="Minh Huynh" userId="01a137d4-0d81-46e0-aca6-c9185b391828" providerId="ADAL" clId="{228DCBF7-2D91-4473-9F7E-959AF134A5D6}" dt="2026-10-14T12:05:36.038" v="141" actId="1076"/>
          <ac:spMkLst>
            <pc:docMk/>
            <pc:sldMk cId="3411983463" sldId="1208"/>
            <ac:spMk id="22" creationId="{CC551DAC-1ABD-4DAB-9F49-B25D68BC364C}"/>
          </ac:spMkLst>
        </pc:spChg>
        <pc:spChg chg="mod">
          <ac:chgData name="Minh Huynh" userId="01a137d4-0d81-46e0-aca6-c9185b391828" providerId="ADAL" clId="{228DCBF7-2D91-4473-9F7E-959AF134A5D6}" dt="2026-10-14T12:05:36.038" v="141" actId="1076"/>
          <ac:spMkLst>
            <pc:docMk/>
            <pc:sldMk cId="3411983463" sldId="1208"/>
            <ac:spMk id="23" creationId="{66800006-5CA1-41CC-B0D6-ED3CC38941B3}"/>
          </ac:spMkLst>
        </pc:spChg>
        <pc:spChg chg="mod">
          <ac:chgData name="Minh Huynh" userId="01a137d4-0d81-46e0-aca6-c9185b391828" providerId="ADAL" clId="{228DCBF7-2D91-4473-9F7E-959AF134A5D6}" dt="2026-10-14T12:05:36.038" v="141" actId="1076"/>
          <ac:spMkLst>
            <pc:docMk/>
            <pc:sldMk cId="3411983463" sldId="1208"/>
            <ac:spMk id="24" creationId="{58625785-9406-4812-B295-A7BBE28E0899}"/>
          </ac:spMkLst>
        </pc:spChg>
        <pc:spChg chg="mod">
          <ac:chgData name="Minh Huynh" userId="01a137d4-0d81-46e0-aca6-c9185b391828" providerId="ADAL" clId="{228DCBF7-2D91-4473-9F7E-959AF134A5D6}" dt="2026-10-14T12:05:36.038" v="141" actId="1076"/>
          <ac:spMkLst>
            <pc:docMk/>
            <pc:sldMk cId="3411983463" sldId="1208"/>
            <ac:spMk id="25" creationId="{021CE0D1-64D8-49E8-BB55-A9C260BB7DA2}"/>
          </ac:spMkLst>
        </pc:spChg>
        <pc:spChg chg="mod">
          <ac:chgData name="Minh Huynh" userId="01a137d4-0d81-46e0-aca6-c9185b391828" providerId="ADAL" clId="{228DCBF7-2D91-4473-9F7E-959AF134A5D6}" dt="2026-10-14T12:05:36.038" v="141" actId="1076"/>
          <ac:spMkLst>
            <pc:docMk/>
            <pc:sldMk cId="3411983463" sldId="1208"/>
            <ac:spMk id="26" creationId="{DBB9A1DF-F389-463E-8BC3-BB2E0C9B7AAD}"/>
          </ac:spMkLst>
        </pc:spChg>
        <pc:spChg chg="mod">
          <ac:chgData name="Minh Huynh" userId="01a137d4-0d81-46e0-aca6-c9185b391828" providerId="ADAL" clId="{228DCBF7-2D91-4473-9F7E-959AF134A5D6}" dt="2026-10-14T12:05:36.038" v="141" actId="1076"/>
          <ac:spMkLst>
            <pc:docMk/>
            <pc:sldMk cId="3411983463" sldId="1208"/>
            <ac:spMk id="28" creationId="{D803A5A2-2490-41C5-A643-D913A8AA7481}"/>
          </ac:spMkLst>
        </pc:spChg>
        <pc:spChg chg="mod">
          <ac:chgData name="Minh Huynh" userId="01a137d4-0d81-46e0-aca6-c9185b391828" providerId="ADAL" clId="{228DCBF7-2D91-4473-9F7E-959AF134A5D6}" dt="2026-10-14T12:05:36.038" v="141" actId="1076"/>
          <ac:spMkLst>
            <pc:docMk/>
            <pc:sldMk cId="3411983463" sldId="1208"/>
            <ac:spMk id="34" creationId="{F06E300B-8454-4C17-8BEA-CD7A4E31F7DE}"/>
          </ac:spMkLst>
        </pc:spChg>
        <pc:spChg chg="mod">
          <ac:chgData name="Minh Huynh" userId="01a137d4-0d81-46e0-aca6-c9185b391828" providerId="ADAL" clId="{228DCBF7-2D91-4473-9F7E-959AF134A5D6}" dt="2026-10-14T12:05:36.038" v="141" actId="1076"/>
          <ac:spMkLst>
            <pc:docMk/>
            <pc:sldMk cId="3411983463" sldId="1208"/>
            <ac:spMk id="35" creationId="{7BF2501B-58B0-46A6-8415-4527009BA5C5}"/>
          </ac:spMkLst>
        </pc:spChg>
        <pc:spChg chg="mod">
          <ac:chgData name="Minh Huynh" userId="01a137d4-0d81-46e0-aca6-c9185b391828" providerId="ADAL" clId="{228DCBF7-2D91-4473-9F7E-959AF134A5D6}" dt="2026-10-14T12:05:36.038" v="141" actId="1076"/>
          <ac:spMkLst>
            <pc:docMk/>
            <pc:sldMk cId="3411983463" sldId="1208"/>
            <ac:spMk id="36" creationId="{7D18EA7F-E85F-437D-BBAC-CC79963291AE}"/>
          </ac:spMkLst>
        </pc:spChg>
        <pc:spChg chg="mod">
          <ac:chgData name="Minh Huynh" userId="01a137d4-0d81-46e0-aca6-c9185b391828" providerId="ADAL" clId="{228DCBF7-2D91-4473-9F7E-959AF134A5D6}" dt="2026-10-14T12:05:36.038" v="141" actId="1076"/>
          <ac:spMkLst>
            <pc:docMk/>
            <pc:sldMk cId="3411983463" sldId="1208"/>
            <ac:spMk id="37" creationId="{308E791B-CA9F-4D6C-8502-A9C56E7BF322}"/>
          </ac:spMkLst>
        </pc:spChg>
        <pc:spChg chg="mod">
          <ac:chgData name="Minh Huynh" userId="01a137d4-0d81-46e0-aca6-c9185b391828" providerId="ADAL" clId="{228DCBF7-2D91-4473-9F7E-959AF134A5D6}" dt="2026-10-14T12:05:36.038" v="141" actId="1076"/>
          <ac:spMkLst>
            <pc:docMk/>
            <pc:sldMk cId="3411983463" sldId="1208"/>
            <ac:spMk id="38" creationId="{4E72471D-D16D-4757-A88E-A65417764746}"/>
          </ac:spMkLst>
        </pc:spChg>
        <pc:spChg chg="mod">
          <ac:chgData name="Minh Huynh" userId="01a137d4-0d81-46e0-aca6-c9185b391828" providerId="ADAL" clId="{228DCBF7-2D91-4473-9F7E-959AF134A5D6}" dt="2026-10-14T12:05:36.038" v="141" actId="1076"/>
          <ac:spMkLst>
            <pc:docMk/>
            <pc:sldMk cId="3411983463" sldId="1208"/>
            <ac:spMk id="40" creationId="{DA9A5D9F-B4CE-46E8-9AAF-9A256058425C}"/>
          </ac:spMkLst>
        </pc:spChg>
        <pc:spChg chg="mod">
          <ac:chgData name="Minh Huynh" userId="01a137d4-0d81-46e0-aca6-c9185b391828" providerId="ADAL" clId="{228DCBF7-2D91-4473-9F7E-959AF134A5D6}" dt="2026-10-14T12:04:50.740" v="129" actId="1076"/>
          <ac:spMkLst>
            <pc:docMk/>
            <pc:sldMk cId="3411983463" sldId="1208"/>
            <ac:spMk id="50" creationId="{73063647-97F7-4F64-A521-C187802755FD}"/>
          </ac:spMkLst>
        </pc:spChg>
        <pc:spChg chg="mod">
          <ac:chgData name="Minh Huynh" userId="01a137d4-0d81-46e0-aca6-c9185b391828" providerId="ADAL" clId="{228DCBF7-2D91-4473-9F7E-959AF134A5D6}" dt="2026-10-14T12:04:50.740" v="129" actId="1076"/>
          <ac:spMkLst>
            <pc:docMk/>
            <pc:sldMk cId="3411983463" sldId="1208"/>
            <ac:spMk id="51" creationId="{80B02D45-6CF9-4F9C-B98C-3C72DC5162CB}"/>
          </ac:spMkLst>
        </pc:spChg>
        <pc:spChg chg="mod">
          <ac:chgData name="Minh Huynh" userId="01a137d4-0d81-46e0-aca6-c9185b391828" providerId="ADAL" clId="{228DCBF7-2D91-4473-9F7E-959AF134A5D6}" dt="2026-10-14T12:04:50.740" v="129" actId="1076"/>
          <ac:spMkLst>
            <pc:docMk/>
            <pc:sldMk cId="3411983463" sldId="1208"/>
            <ac:spMk id="52" creationId="{503FF3DC-5126-41FE-9BAC-1D279305C1EB}"/>
          </ac:spMkLst>
        </pc:spChg>
        <pc:spChg chg="mod">
          <ac:chgData name="Minh Huynh" userId="01a137d4-0d81-46e0-aca6-c9185b391828" providerId="ADAL" clId="{228DCBF7-2D91-4473-9F7E-959AF134A5D6}" dt="2026-10-14T12:05:36.038" v="141" actId="1076"/>
          <ac:spMkLst>
            <pc:docMk/>
            <pc:sldMk cId="3411983463" sldId="1208"/>
            <ac:spMk id="53" creationId="{DB9C427A-4F23-46DB-B6D4-4C44B2D9AAC8}"/>
          </ac:spMkLst>
        </pc:spChg>
        <pc:spChg chg="mod">
          <ac:chgData name="Minh Huynh" userId="01a137d4-0d81-46e0-aca6-c9185b391828" providerId="ADAL" clId="{228DCBF7-2D91-4473-9F7E-959AF134A5D6}" dt="2026-10-14T12:05:36.038" v="141" actId="1076"/>
          <ac:spMkLst>
            <pc:docMk/>
            <pc:sldMk cId="3411983463" sldId="1208"/>
            <ac:spMk id="54" creationId="{64BE59A1-FB3B-4B7E-B5CA-5300E802FD9D}"/>
          </ac:spMkLst>
        </pc:spChg>
        <pc:spChg chg="mod">
          <ac:chgData name="Minh Huynh" userId="01a137d4-0d81-46e0-aca6-c9185b391828" providerId="ADAL" clId="{228DCBF7-2D91-4473-9F7E-959AF134A5D6}" dt="2026-10-14T12:05:36.038" v="141" actId="1076"/>
          <ac:spMkLst>
            <pc:docMk/>
            <pc:sldMk cId="3411983463" sldId="1208"/>
            <ac:spMk id="55" creationId="{6AD70799-27E3-4FF7-84E8-A9F9BCBBC037}"/>
          </ac:spMkLst>
        </pc:spChg>
        <pc:spChg chg="mod">
          <ac:chgData name="Minh Huynh" userId="01a137d4-0d81-46e0-aca6-c9185b391828" providerId="ADAL" clId="{228DCBF7-2D91-4473-9F7E-959AF134A5D6}" dt="2026-10-14T12:05:36.038" v="141" actId="1076"/>
          <ac:spMkLst>
            <pc:docMk/>
            <pc:sldMk cId="3411983463" sldId="1208"/>
            <ac:spMk id="56" creationId="{AF8A9FC3-C722-4250-B255-2D038AAF678E}"/>
          </ac:spMkLst>
        </pc:spChg>
        <pc:spChg chg="mod">
          <ac:chgData name="Minh Huynh" userId="01a137d4-0d81-46e0-aca6-c9185b391828" providerId="ADAL" clId="{228DCBF7-2D91-4473-9F7E-959AF134A5D6}" dt="2026-10-14T12:05:36.038" v="141" actId="1076"/>
          <ac:spMkLst>
            <pc:docMk/>
            <pc:sldMk cId="3411983463" sldId="1208"/>
            <ac:spMk id="57" creationId="{B7882347-9B19-4B91-8CF2-537420D99D6B}"/>
          </ac:spMkLst>
        </pc:spChg>
        <pc:spChg chg="mod">
          <ac:chgData name="Minh Huynh" userId="01a137d4-0d81-46e0-aca6-c9185b391828" providerId="ADAL" clId="{228DCBF7-2D91-4473-9F7E-959AF134A5D6}" dt="2026-10-14T12:04:50.740" v="129" actId="1076"/>
          <ac:spMkLst>
            <pc:docMk/>
            <pc:sldMk cId="3411983463" sldId="1208"/>
            <ac:spMk id="58" creationId="{711A3B62-EEE3-4DF7-B2A8-27B6A0819F13}"/>
          </ac:spMkLst>
        </pc:spChg>
        <pc:spChg chg="mod">
          <ac:chgData name="Minh Huynh" userId="01a137d4-0d81-46e0-aca6-c9185b391828" providerId="ADAL" clId="{228DCBF7-2D91-4473-9F7E-959AF134A5D6}" dt="2026-10-14T12:04:50.740" v="129" actId="1076"/>
          <ac:spMkLst>
            <pc:docMk/>
            <pc:sldMk cId="3411983463" sldId="1208"/>
            <ac:spMk id="59" creationId="{C0373A3C-9D85-4BA9-A7BD-5537DC2F808A}"/>
          </ac:spMkLst>
        </pc:spChg>
        <pc:spChg chg="add mod">
          <ac:chgData name="Minh Huynh" userId="01a137d4-0d81-46e0-aca6-c9185b391828" providerId="ADAL" clId="{228DCBF7-2D91-4473-9F7E-959AF134A5D6}" dt="2026-10-14T12:04:53.611" v="130"/>
          <ac:spMkLst>
            <pc:docMk/>
            <pc:sldMk cId="3411983463" sldId="1208"/>
            <ac:spMk id="61" creationId="{58DEFE96-E63D-4C1A-BE9A-F8C233C6BC20}"/>
          </ac:spMkLst>
        </pc:spChg>
        <pc:graphicFrameChg chg="mod">
          <ac:chgData name="Minh Huynh" userId="01a137d4-0d81-46e0-aca6-c9185b391828" providerId="ADAL" clId="{228DCBF7-2D91-4473-9F7E-959AF134A5D6}" dt="2026-10-14T12:05:36.038" v="141" actId="1076"/>
          <ac:graphicFrameMkLst>
            <pc:docMk/>
            <pc:sldMk cId="3411983463" sldId="1208"/>
            <ac:graphicFrameMk id="11" creationId="{15AF1A29-AD60-406F-B8A3-EC93904438F3}"/>
          </ac:graphicFrameMkLst>
        </pc:graphicFrameChg>
        <pc:graphicFrameChg chg="mod modGraphic">
          <ac:chgData name="Minh Huynh" userId="01a137d4-0d81-46e0-aca6-c9185b391828" providerId="ADAL" clId="{228DCBF7-2D91-4473-9F7E-959AF134A5D6}" dt="2026-10-14T12:05:36.038" v="141" actId="1076"/>
          <ac:graphicFrameMkLst>
            <pc:docMk/>
            <pc:sldMk cId="3411983463" sldId="1208"/>
            <ac:graphicFrameMk id="60" creationId="{1C2FA7FF-5C3E-48ED-9B88-4CAA8368A2CC}"/>
          </ac:graphicFrameMkLst>
        </pc:graphicFrameChg>
        <pc:cxnChg chg="mod">
          <ac:chgData name="Minh Huynh" userId="01a137d4-0d81-46e0-aca6-c9185b391828" providerId="ADAL" clId="{228DCBF7-2D91-4473-9F7E-959AF134A5D6}" dt="2026-10-14T12:05:36.038" v="141" actId="1076"/>
          <ac:cxnSpMkLst>
            <pc:docMk/>
            <pc:sldMk cId="3411983463" sldId="1208"/>
            <ac:cxnSpMk id="27" creationId="{12FF40FD-8DC0-448B-A3DA-61F76BDAE882}"/>
          </ac:cxnSpMkLst>
        </pc:cxnChg>
        <pc:cxnChg chg="mod">
          <ac:chgData name="Minh Huynh" userId="01a137d4-0d81-46e0-aca6-c9185b391828" providerId="ADAL" clId="{228DCBF7-2D91-4473-9F7E-959AF134A5D6}" dt="2026-10-14T12:05:36.038" v="141" actId="1076"/>
          <ac:cxnSpMkLst>
            <pc:docMk/>
            <pc:sldMk cId="3411983463" sldId="1208"/>
            <ac:cxnSpMk id="29" creationId="{A5D774AE-D33C-4608-A0DF-A7E8027218D3}"/>
          </ac:cxnSpMkLst>
        </pc:cxnChg>
        <pc:cxnChg chg="mod">
          <ac:chgData name="Minh Huynh" userId="01a137d4-0d81-46e0-aca6-c9185b391828" providerId="ADAL" clId="{228DCBF7-2D91-4473-9F7E-959AF134A5D6}" dt="2026-10-14T12:05:36.038" v="141" actId="1076"/>
          <ac:cxnSpMkLst>
            <pc:docMk/>
            <pc:sldMk cId="3411983463" sldId="1208"/>
            <ac:cxnSpMk id="30" creationId="{E8704087-047D-4274-BFB7-FFB0C6EB9BA2}"/>
          </ac:cxnSpMkLst>
        </pc:cxnChg>
        <pc:cxnChg chg="mod">
          <ac:chgData name="Minh Huynh" userId="01a137d4-0d81-46e0-aca6-c9185b391828" providerId="ADAL" clId="{228DCBF7-2D91-4473-9F7E-959AF134A5D6}" dt="2026-10-14T12:05:36.038" v="141" actId="1076"/>
          <ac:cxnSpMkLst>
            <pc:docMk/>
            <pc:sldMk cId="3411983463" sldId="1208"/>
            <ac:cxnSpMk id="31" creationId="{844EBA2C-0F5E-41A8-AAC4-CC67417C8639}"/>
          </ac:cxnSpMkLst>
        </pc:cxnChg>
        <pc:cxnChg chg="mod">
          <ac:chgData name="Minh Huynh" userId="01a137d4-0d81-46e0-aca6-c9185b391828" providerId="ADAL" clId="{228DCBF7-2D91-4473-9F7E-959AF134A5D6}" dt="2026-10-14T12:05:36.038" v="141" actId="1076"/>
          <ac:cxnSpMkLst>
            <pc:docMk/>
            <pc:sldMk cId="3411983463" sldId="1208"/>
            <ac:cxnSpMk id="32" creationId="{FEA9BADB-6A0E-421F-9CB8-72B3ABFBFFE9}"/>
          </ac:cxnSpMkLst>
        </pc:cxnChg>
        <pc:cxnChg chg="mod">
          <ac:chgData name="Minh Huynh" userId="01a137d4-0d81-46e0-aca6-c9185b391828" providerId="ADAL" clId="{228DCBF7-2D91-4473-9F7E-959AF134A5D6}" dt="2026-10-14T12:05:36.038" v="141" actId="1076"/>
          <ac:cxnSpMkLst>
            <pc:docMk/>
            <pc:sldMk cId="3411983463" sldId="1208"/>
            <ac:cxnSpMk id="33" creationId="{102B2D8C-9A23-4D5F-98DF-1B086799F817}"/>
          </ac:cxnSpMkLst>
        </pc:cxnChg>
        <pc:cxnChg chg="mod">
          <ac:chgData name="Minh Huynh" userId="01a137d4-0d81-46e0-aca6-c9185b391828" providerId="ADAL" clId="{228DCBF7-2D91-4473-9F7E-959AF134A5D6}" dt="2026-10-14T12:05:36.038" v="141" actId="1076"/>
          <ac:cxnSpMkLst>
            <pc:docMk/>
            <pc:sldMk cId="3411983463" sldId="1208"/>
            <ac:cxnSpMk id="39" creationId="{DD793A5E-E3F5-40D5-BAB8-488BA5D5EC27}"/>
          </ac:cxnSpMkLst>
        </pc:cxnChg>
        <pc:cxnChg chg="mod">
          <ac:chgData name="Minh Huynh" userId="01a137d4-0d81-46e0-aca6-c9185b391828" providerId="ADAL" clId="{228DCBF7-2D91-4473-9F7E-959AF134A5D6}" dt="2026-10-14T12:05:36.038" v="141" actId="1076"/>
          <ac:cxnSpMkLst>
            <pc:docMk/>
            <pc:sldMk cId="3411983463" sldId="1208"/>
            <ac:cxnSpMk id="42" creationId="{BFC4AF7B-6936-4036-8219-B734AFB73D34}"/>
          </ac:cxnSpMkLst>
        </pc:cxnChg>
        <pc:cxnChg chg="mod">
          <ac:chgData name="Minh Huynh" userId="01a137d4-0d81-46e0-aca6-c9185b391828" providerId="ADAL" clId="{228DCBF7-2D91-4473-9F7E-959AF134A5D6}" dt="2026-10-14T12:05:36.038" v="141" actId="1076"/>
          <ac:cxnSpMkLst>
            <pc:docMk/>
            <pc:sldMk cId="3411983463" sldId="1208"/>
            <ac:cxnSpMk id="46" creationId="{ED4D4045-5E55-44D7-BB5E-21DE2FE669DC}"/>
          </ac:cxnSpMkLst>
        </pc:cxnChg>
        <pc:cxnChg chg="mod">
          <ac:chgData name="Minh Huynh" userId="01a137d4-0d81-46e0-aca6-c9185b391828" providerId="ADAL" clId="{228DCBF7-2D91-4473-9F7E-959AF134A5D6}" dt="2026-10-14T12:05:36.038" v="141" actId="1076"/>
          <ac:cxnSpMkLst>
            <pc:docMk/>
            <pc:sldMk cId="3411983463" sldId="1208"/>
            <ac:cxnSpMk id="47" creationId="{D62B2DCE-7E03-4BA8-8705-96CA6D27A8E1}"/>
          </ac:cxnSpMkLst>
        </pc:cxnChg>
        <pc:cxnChg chg="mod">
          <ac:chgData name="Minh Huynh" userId="01a137d4-0d81-46e0-aca6-c9185b391828" providerId="ADAL" clId="{228DCBF7-2D91-4473-9F7E-959AF134A5D6}" dt="2026-10-14T12:05:36.038" v="141" actId="1076"/>
          <ac:cxnSpMkLst>
            <pc:docMk/>
            <pc:sldMk cId="3411983463" sldId="1208"/>
            <ac:cxnSpMk id="48" creationId="{322FF903-96D6-4C44-9222-FF8308F21B6B}"/>
          </ac:cxnSpMkLst>
        </pc:cxnChg>
        <pc:cxnChg chg="mod">
          <ac:chgData name="Minh Huynh" userId="01a137d4-0d81-46e0-aca6-c9185b391828" providerId="ADAL" clId="{228DCBF7-2D91-4473-9F7E-959AF134A5D6}" dt="2026-10-14T12:05:36.038" v="141" actId="1076"/>
          <ac:cxnSpMkLst>
            <pc:docMk/>
            <pc:sldMk cId="3411983463" sldId="1208"/>
            <ac:cxnSpMk id="49" creationId="{227785BB-4D05-4668-ACCC-0EF0D97EA22F}"/>
          </ac:cxnSpMkLst>
        </pc:cxnChg>
      </pc:sldChg>
      <pc:sldChg chg="add del">
        <pc:chgData name="Minh Huynh" userId="01a137d4-0d81-46e0-aca6-c9185b391828" providerId="ADAL" clId="{228DCBF7-2D91-4473-9F7E-959AF134A5D6}" dt="2026-10-14T12:05:10.696" v="134" actId="2890"/>
        <pc:sldMkLst>
          <pc:docMk/>
          <pc:sldMk cId="2988711958" sldId="1209"/>
        </pc:sldMkLst>
      </pc:sldChg>
      <pc:sldChg chg="addSp delSp modSp add mod">
        <pc:chgData name="Minh Huynh" userId="01a137d4-0d81-46e0-aca6-c9185b391828" providerId="ADAL" clId="{228DCBF7-2D91-4473-9F7E-959AF134A5D6}" dt="2026-10-14T12:05:55.646" v="148" actId="1076"/>
        <pc:sldMkLst>
          <pc:docMk/>
          <pc:sldMk cId="1669648814" sldId="1211"/>
        </pc:sldMkLst>
        <pc:spChg chg="del">
          <ac:chgData name="Minh Huynh" userId="01a137d4-0d81-46e0-aca6-c9185b391828" providerId="ADAL" clId="{228DCBF7-2D91-4473-9F7E-959AF134A5D6}" dt="2026-10-14T12:05:19.636" v="136" actId="478"/>
          <ac:spMkLst>
            <pc:docMk/>
            <pc:sldMk cId="1669648814" sldId="1211"/>
            <ac:spMk id="2" creationId="{D8D2E592-F587-57DF-E802-F618DAD78AEA}"/>
          </ac:spMkLst>
        </pc:spChg>
        <pc:spChg chg="del mod">
          <ac:chgData name="Minh Huynh" userId="01a137d4-0d81-46e0-aca6-c9185b391828" providerId="ADAL" clId="{228DCBF7-2D91-4473-9F7E-959AF134A5D6}" dt="2026-10-14T12:05:51.084" v="146" actId="478"/>
          <ac:spMkLst>
            <pc:docMk/>
            <pc:sldMk cId="1669648814" sldId="1211"/>
            <ac:spMk id="46" creationId="{D65C4476-FD04-4AFF-B96D-F14B90C7D250}"/>
          </ac:spMkLst>
        </pc:spChg>
        <pc:spChg chg="del mod">
          <ac:chgData name="Minh Huynh" userId="01a137d4-0d81-46e0-aca6-c9185b391828" providerId="ADAL" clId="{228DCBF7-2D91-4473-9F7E-959AF134A5D6}" dt="2026-10-14T12:05:51.084" v="146" actId="478"/>
          <ac:spMkLst>
            <pc:docMk/>
            <pc:sldMk cId="1669648814" sldId="1211"/>
            <ac:spMk id="47" creationId="{8E84FE38-8C86-4383-A0BA-7D42C57CCFAC}"/>
          </ac:spMkLst>
        </pc:spChg>
        <pc:spChg chg="mod">
          <ac:chgData name="Minh Huynh" userId="01a137d4-0d81-46e0-aca6-c9185b391828" providerId="ADAL" clId="{228DCBF7-2D91-4473-9F7E-959AF134A5D6}" dt="2026-10-14T12:05:23.102" v="137" actId="1076"/>
          <ac:spMkLst>
            <pc:docMk/>
            <pc:sldMk cId="1669648814" sldId="1211"/>
            <ac:spMk id="48" creationId="{6002143E-5228-4A82-80BC-622C3D8C3FC5}"/>
          </ac:spMkLst>
        </pc:spChg>
        <pc:spChg chg="add mod">
          <ac:chgData name="Minh Huynh" userId="01a137d4-0d81-46e0-aca6-c9185b391828" providerId="ADAL" clId="{228DCBF7-2D91-4473-9F7E-959AF134A5D6}" dt="2026-10-14T12:05:25.558" v="138"/>
          <ac:spMkLst>
            <pc:docMk/>
            <pc:sldMk cId="1669648814" sldId="1211"/>
            <ac:spMk id="49" creationId="{481BB63F-BB9C-4CE5-811E-166FBA385086}"/>
          </ac:spMkLst>
        </pc:spChg>
        <pc:spChg chg="mod">
          <ac:chgData name="Minh Huynh" userId="01a137d4-0d81-46e0-aca6-c9185b391828" providerId="ADAL" clId="{228DCBF7-2D91-4473-9F7E-959AF134A5D6}" dt="2026-10-14T12:05:23.102" v="137" actId="1076"/>
          <ac:spMkLst>
            <pc:docMk/>
            <pc:sldMk cId="1669648814" sldId="1211"/>
            <ac:spMk id="50" creationId="{1BE0A41A-CCB7-4045-84FF-CD57F56FE8B5}"/>
          </ac:spMkLst>
        </pc:spChg>
        <pc:spChg chg="del mod">
          <ac:chgData name="Minh Huynh" userId="01a137d4-0d81-46e0-aca6-c9185b391828" providerId="ADAL" clId="{228DCBF7-2D91-4473-9F7E-959AF134A5D6}" dt="2026-10-14T12:05:39.747" v="142" actId="478"/>
          <ac:spMkLst>
            <pc:docMk/>
            <pc:sldMk cId="1669648814" sldId="1211"/>
            <ac:spMk id="51" creationId="{60807ECE-D60A-4044-B8F8-1743A06D164F}"/>
          </ac:spMkLst>
        </pc:spChg>
        <pc:spChg chg="mod">
          <ac:chgData name="Minh Huynh" userId="01a137d4-0d81-46e0-aca6-c9185b391828" providerId="ADAL" clId="{228DCBF7-2D91-4473-9F7E-959AF134A5D6}" dt="2026-10-14T12:05:23.102" v="137" actId="1076"/>
          <ac:spMkLst>
            <pc:docMk/>
            <pc:sldMk cId="1669648814" sldId="1211"/>
            <ac:spMk id="53" creationId="{74A6A6B5-17AE-4A2C-B652-0F715DEDAAF8}"/>
          </ac:spMkLst>
        </pc:spChg>
        <pc:spChg chg="del mod">
          <ac:chgData name="Minh Huynh" userId="01a137d4-0d81-46e0-aca6-c9185b391828" providerId="ADAL" clId="{228DCBF7-2D91-4473-9F7E-959AF134A5D6}" dt="2026-10-14T12:05:43.879" v="145" actId="478"/>
          <ac:spMkLst>
            <pc:docMk/>
            <pc:sldMk cId="1669648814" sldId="1211"/>
            <ac:spMk id="54" creationId="{E264438D-4554-4868-A0BB-3F7EF300C660}"/>
          </ac:spMkLst>
        </pc:spChg>
        <pc:spChg chg="add mod">
          <ac:chgData name="Minh Huynh" userId="01a137d4-0d81-46e0-aca6-c9185b391828" providerId="ADAL" clId="{228DCBF7-2D91-4473-9F7E-959AF134A5D6}" dt="2026-10-14T12:05:55.646" v="148" actId="1076"/>
          <ac:spMkLst>
            <pc:docMk/>
            <pc:sldMk cId="1669648814" sldId="1211"/>
            <ac:spMk id="56" creationId="{F6875FEC-5DDA-4EF7-99D1-9CB8CDD8DF7F}"/>
          </ac:spMkLst>
        </pc:spChg>
        <pc:spChg chg="add mod">
          <ac:chgData name="Minh Huynh" userId="01a137d4-0d81-46e0-aca6-c9185b391828" providerId="ADAL" clId="{228DCBF7-2D91-4473-9F7E-959AF134A5D6}" dt="2026-10-14T12:05:55.646" v="148" actId="1076"/>
          <ac:spMkLst>
            <pc:docMk/>
            <pc:sldMk cId="1669648814" sldId="1211"/>
            <ac:spMk id="57" creationId="{1332C59E-3134-45FA-ABF5-06872BA70517}"/>
          </ac:spMkLst>
        </pc:spChg>
        <pc:spChg chg="mod">
          <ac:chgData name="Minh Huynh" userId="01a137d4-0d81-46e0-aca6-c9185b391828" providerId="ADAL" clId="{228DCBF7-2D91-4473-9F7E-959AF134A5D6}" dt="2026-10-14T12:05:23.102" v="137" actId="1076"/>
          <ac:spMkLst>
            <pc:docMk/>
            <pc:sldMk cId="1669648814" sldId="1211"/>
            <ac:spMk id="58" creationId="{2EC9106F-2471-4CB1-B2AD-98F5E397765A}"/>
          </ac:spMkLst>
        </pc:spChg>
        <pc:spChg chg="mod">
          <ac:chgData name="Minh Huynh" userId="01a137d4-0d81-46e0-aca6-c9185b391828" providerId="ADAL" clId="{228DCBF7-2D91-4473-9F7E-959AF134A5D6}" dt="2026-10-14T12:05:23.102" v="137" actId="1076"/>
          <ac:spMkLst>
            <pc:docMk/>
            <pc:sldMk cId="1669648814" sldId="1211"/>
            <ac:spMk id="59" creationId="{817912C1-EF93-43D1-A0D4-238AC822E4E4}"/>
          </ac:spMkLst>
        </pc:spChg>
        <pc:spChg chg="mod">
          <ac:chgData name="Minh Huynh" userId="01a137d4-0d81-46e0-aca6-c9185b391828" providerId="ADAL" clId="{228DCBF7-2D91-4473-9F7E-959AF134A5D6}" dt="2026-10-14T12:05:23.102" v="137" actId="1076"/>
          <ac:spMkLst>
            <pc:docMk/>
            <pc:sldMk cId="1669648814" sldId="1211"/>
            <ac:spMk id="60" creationId="{BE067DBF-E3E4-4E9A-BC9C-C493401C1A8E}"/>
          </ac:spMkLst>
        </pc:spChg>
        <pc:spChg chg="mod">
          <ac:chgData name="Minh Huynh" userId="01a137d4-0d81-46e0-aca6-c9185b391828" providerId="ADAL" clId="{228DCBF7-2D91-4473-9F7E-959AF134A5D6}" dt="2026-10-14T12:05:23.102" v="137" actId="1076"/>
          <ac:spMkLst>
            <pc:docMk/>
            <pc:sldMk cId="1669648814" sldId="1211"/>
            <ac:spMk id="61" creationId="{4C40AAE2-EEC8-4C7E-8CAC-33E12EECB09C}"/>
          </ac:spMkLst>
        </pc:spChg>
        <pc:spChg chg="mod">
          <ac:chgData name="Minh Huynh" userId="01a137d4-0d81-46e0-aca6-c9185b391828" providerId="ADAL" clId="{228DCBF7-2D91-4473-9F7E-959AF134A5D6}" dt="2026-10-14T12:05:23.102" v="137" actId="1076"/>
          <ac:spMkLst>
            <pc:docMk/>
            <pc:sldMk cId="1669648814" sldId="1211"/>
            <ac:spMk id="62" creationId="{20336B49-D133-4432-91CA-C462BDE3BEDE}"/>
          </ac:spMkLst>
        </pc:spChg>
        <pc:spChg chg="mod">
          <ac:chgData name="Minh Huynh" userId="01a137d4-0d81-46e0-aca6-c9185b391828" providerId="ADAL" clId="{228DCBF7-2D91-4473-9F7E-959AF134A5D6}" dt="2026-10-14T12:05:23.102" v="137" actId="1076"/>
          <ac:spMkLst>
            <pc:docMk/>
            <pc:sldMk cId="1669648814" sldId="1211"/>
            <ac:spMk id="63" creationId="{9EBA2A10-0918-42D3-87C1-E9171B45625A}"/>
          </ac:spMkLst>
        </pc:spChg>
        <pc:spChg chg="mod">
          <ac:chgData name="Minh Huynh" userId="01a137d4-0d81-46e0-aca6-c9185b391828" providerId="ADAL" clId="{228DCBF7-2D91-4473-9F7E-959AF134A5D6}" dt="2026-10-14T12:05:23.102" v="137" actId="1076"/>
          <ac:spMkLst>
            <pc:docMk/>
            <pc:sldMk cId="1669648814" sldId="1211"/>
            <ac:spMk id="64" creationId="{AADD523F-66FF-4110-949A-9DA104663ABC}"/>
          </ac:spMkLst>
        </pc:spChg>
        <pc:spChg chg="mod">
          <ac:chgData name="Minh Huynh" userId="01a137d4-0d81-46e0-aca6-c9185b391828" providerId="ADAL" clId="{228DCBF7-2D91-4473-9F7E-959AF134A5D6}" dt="2026-10-14T12:05:23.102" v="137" actId="1076"/>
          <ac:spMkLst>
            <pc:docMk/>
            <pc:sldMk cId="1669648814" sldId="1211"/>
            <ac:spMk id="65" creationId="{69D40F16-B6E3-488F-B2DB-23A7991B5A63}"/>
          </ac:spMkLst>
        </pc:spChg>
        <pc:spChg chg="mod">
          <ac:chgData name="Minh Huynh" userId="01a137d4-0d81-46e0-aca6-c9185b391828" providerId="ADAL" clId="{228DCBF7-2D91-4473-9F7E-959AF134A5D6}" dt="2026-10-14T12:05:23.102" v="137" actId="1076"/>
          <ac:spMkLst>
            <pc:docMk/>
            <pc:sldMk cId="1669648814" sldId="1211"/>
            <ac:spMk id="66" creationId="{A1C89A6A-D9E1-49C5-BA4D-72B9EEF188DC}"/>
          </ac:spMkLst>
        </pc:spChg>
        <pc:spChg chg="mod">
          <ac:chgData name="Minh Huynh" userId="01a137d4-0d81-46e0-aca6-c9185b391828" providerId="ADAL" clId="{228DCBF7-2D91-4473-9F7E-959AF134A5D6}" dt="2026-10-14T12:05:23.102" v="137" actId="1076"/>
          <ac:spMkLst>
            <pc:docMk/>
            <pc:sldMk cId="1669648814" sldId="1211"/>
            <ac:spMk id="67" creationId="{FB98BE07-F2BE-4A09-A8D7-D8985CE8EEA9}"/>
          </ac:spMkLst>
        </pc:spChg>
        <pc:spChg chg="mod">
          <ac:chgData name="Minh Huynh" userId="01a137d4-0d81-46e0-aca6-c9185b391828" providerId="ADAL" clId="{228DCBF7-2D91-4473-9F7E-959AF134A5D6}" dt="2026-10-14T12:05:23.102" v="137" actId="1076"/>
          <ac:spMkLst>
            <pc:docMk/>
            <pc:sldMk cId="1669648814" sldId="1211"/>
            <ac:spMk id="69" creationId="{08BA5DD9-97A8-4BBC-9BDB-E0731D19CC1A}"/>
          </ac:spMkLst>
        </pc:spChg>
        <pc:spChg chg="mod">
          <ac:chgData name="Minh Huynh" userId="01a137d4-0d81-46e0-aca6-c9185b391828" providerId="ADAL" clId="{228DCBF7-2D91-4473-9F7E-959AF134A5D6}" dt="2026-10-14T12:05:23.102" v="137" actId="1076"/>
          <ac:spMkLst>
            <pc:docMk/>
            <pc:sldMk cId="1669648814" sldId="1211"/>
            <ac:spMk id="76" creationId="{819F9B0E-D42F-49EE-ACE6-7D6F67F0B37C}"/>
          </ac:spMkLst>
        </pc:spChg>
        <pc:spChg chg="mod">
          <ac:chgData name="Minh Huynh" userId="01a137d4-0d81-46e0-aca6-c9185b391828" providerId="ADAL" clId="{228DCBF7-2D91-4473-9F7E-959AF134A5D6}" dt="2026-10-14T12:05:23.102" v="137" actId="1076"/>
          <ac:spMkLst>
            <pc:docMk/>
            <pc:sldMk cId="1669648814" sldId="1211"/>
            <ac:spMk id="77" creationId="{65B8815F-9EAB-4764-8CCD-9BAC96A801D1}"/>
          </ac:spMkLst>
        </pc:spChg>
        <pc:spChg chg="mod">
          <ac:chgData name="Minh Huynh" userId="01a137d4-0d81-46e0-aca6-c9185b391828" providerId="ADAL" clId="{228DCBF7-2D91-4473-9F7E-959AF134A5D6}" dt="2026-10-14T12:05:23.102" v="137" actId="1076"/>
          <ac:spMkLst>
            <pc:docMk/>
            <pc:sldMk cId="1669648814" sldId="1211"/>
            <ac:spMk id="81" creationId="{1ED23316-3171-4E90-B77B-4A43335895A5}"/>
          </ac:spMkLst>
        </pc:spChg>
        <pc:spChg chg="mod">
          <ac:chgData name="Minh Huynh" userId="01a137d4-0d81-46e0-aca6-c9185b391828" providerId="ADAL" clId="{228DCBF7-2D91-4473-9F7E-959AF134A5D6}" dt="2026-10-14T12:05:23.102" v="137" actId="1076"/>
          <ac:spMkLst>
            <pc:docMk/>
            <pc:sldMk cId="1669648814" sldId="1211"/>
            <ac:spMk id="82" creationId="{AE8B5CD6-60B5-4513-94A7-1FB5ED509C4D}"/>
          </ac:spMkLst>
        </pc:spChg>
        <pc:spChg chg="mod">
          <ac:chgData name="Minh Huynh" userId="01a137d4-0d81-46e0-aca6-c9185b391828" providerId="ADAL" clId="{228DCBF7-2D91-4473-9F7E-959AF134A5D6}" dt="2026-10-14T12:05:23.102" v="137" actId="1076"/>
          <ac:spMkLst>
            <pc:docMk/>
            <pc:sldMk cId="1669648814" sldId="1211"/>
            <ac:spMk id="83" creationId="{C8BA2B8C-6E01-4EB3-84E7-C787317DB75B}"/>
          </ac:spMkLst>
        </pc:spChg>
        <pc:spChg chg="mod">
          <ac:chgData name="Minh Huynh" userId="01a137d4-0d81-46e0-aca6-c9185b391828" providerId="ADAL" clId="{228DCBF7-2D91-4473-9F7E-959AF134A5D6}" dt="2026-10-14T12:05:23.102" v="137" actId="1076"/>
          <ac:spMkLst>
            <pc:docMk/>
            <pc:sldMk cId="1669648814" sldId="1211"/>
            <ac:spMk id="85" creationId="{2BD65B1B-D5FE-4F38-93AB-3B813621AFDD}"/>
          </ac:spMkLst>
        </pc:spChg>
        <pc:spChg chg="mod">
          <ac:chgData name="Minh Huynh" userId="01a137d4-0d81-46e0-aca6-c9185b391828" providerId="ADAL" clId="{228DCBF7-2D91-4473-9F7E-959AF134A5D6}" dt="2026-10-14T12:05:23.102" v="137" actId="1076"/>
          <ac:spMkLst>
            <pc:docMk/>
            <pc:sldMk cId="1669648814" sldId="1211"/>
            <ac:spMk id="91" creationId="{E9EF2404-11F8-4FF7-844C-A9A421C9AC88}"/>
          </ac:spMkLst>
        </pc:spChg>
        <pc:spChg chg="mod">
          <ac:chgData name="Minh Huynh" userId="01a137d4-0d81-46e0-aca6-c9185b391828" providerId="ADAL" clId="{228DCBF7-2D91-4473-9F7E-959AF134A5D6}" dt="2026-10-14T12:05:23.102" v="137" actId="1076"/>
          <ac:spMkLst>
            <pc:docMk/>
            <pc:sldMk cId="1669648814" sldId="1211"/>
            <ac:spMk id="92" creationId="{30EFF907-89C0-4DF4-BFE7-C409BE7CC5E8}"/>
          </ac:spMkLst>
        </pc:spChg>
        <pc:spChg chg="mod">
          <ac:chgData name="Minh Huynh" userId="01a137d4-0d81-46e0-aca6-c9185b391828" providerId="ADAL" clId="{228DCBF7-2D91-4473-9F7E-959AF134A5D6}" dt="2026-10-14T12:05:23.102" v="137" actId="1076"/>
          <ac:spMkLst>
            <pc:docMk/>
            <pc:sldMk cId="1669648814" sldId="1211"/>
            <ac:spMk id="93" creationId="{B191668C-B03A-43A0-A540-9BF3D109607F}"/>
          </ac:spMkLst>
        </pc:spChg>
        <pc:spChg chg="mod">
          <ac:chgData name="Minh Huynh" userId="01a137d4-0d81-46e0-aca6-c9185b391828" providerId="ADAL" clId="{228DCBF7-2D91-4473-9F7E-959AF134A5D6}" dt="2026-10-14T12:05:23.102" v="137" actId="1076"/>
          <ac:spMkLst>
            <pc:docMk/>
            <pc:sldMk cId="1669648814" sldId="1211"/>
            <ac:spMk id="94" creationId="{B06C7F3E-6A5B-4D77-A8D1-821C275D5230}"/>
          </ac:spMkLst>
        </pc:spChg>
        <pc:spChg chg="mod">
          <ac:chgData name="Minh Huynh" userId="01a137d4-0d81-46e0-aca6-c9185b391828" providerId="ADAL" clId="{228DCBF7-2D91-4473-9F7E-959AF134A5D6}" dt="2026-10-14T12:05:23.102" v="137" actId="1076"/>
          <ac:spMkLst>
            <pc:docMk/>
            <pc:sldMk cId="1669648814" sldId="1211"/>
            <ac:spMk id="95" creationId="{0487484A-4FCC-4ECD-A500-1358C491C640}"/>
          </ac:spMkLst>
        </pc:spChg>
        <pc:graphicFrameChg chg="add del mod">
          <ac:chgData name="Minh Huynh" userId="01a137d4-0d81-46e0-aca6-c9185b391828" providerId="ADAL" clId="{228DCBF7-2D91-4473-9F7E-959AF134A5D6}" dt="2026-10-14T12:05:41.873" v="144" actId="478"/>
          <ac:graphicFrameMkLst>
            <pc:docMk/>
            <pc:sldMk cId="1669648814" sldId="1211"/>
            <ac:graphicFrameMk id="52" creationId="{AF09E7E8-8CDE-48BC-AA5D-C629697613F3}"/>
          </ac:graphicFrameMkLst>
        </pc:graphicFrameChg>
        <pc:graphicFrameChg chg="mod">
          <ac:chgData name="Minh Huynh" userId="01a137d4-0d81-46e0-aca6-c9185b391828" providerId="ADAL" clId="{228DCBF7-2D91-4473-9F7E-959AF134A5D6}" dt="2026-10-14T12:05:23.102" v="137" actId="1076"/>
          <ac:graphicFrameMkLst>
            <pc:docMk/>
            <pc:sldMk cId="1669648814" sldId="1211"/>
            <ac:graphicFrameMk id="55" creationId="{ED98AFA9-F1E1-4EE7-AAE2-40FF98A5B55A}"/>
          </ac:graphicFrameMkLst>
        </pc:graphicFrameChg>
        <pc:cxnChg chg="mod">
          <ac:chgData name="Minh Huynh" userId="01a137d4-0d81-46e0-aca6-c9185b391828" providerId="ADAL" clId="{228DCBF7-2D91-4473-9F7E-959AF134A5D6}" dt="2026-10-14T12:05:23.102" v="137" actId="1076"/>
          <ac:cxnSpMkLst>
            <pc:docMk/>
            <pc:sldMk cId="1669648814" sldId="1211"/>
            <ac:cxnSpMk id="68" creationId="{5FB80A5D-81C1-4B88-9F12-66E49423FBA4}"/>
          </ac:cxnSpMkLst>
        </pc:cxnChg>
        <pc:cxnChg chg="mod">
          <ac:chgData name="Minh Huynh" userId="01a137d4-0d81-46e0-aca6-c9185b391828" providerId="ADAL" clId="{228DCBF7-2D91-4473-9F7E-959AF134A5D6}" dt="2026-10-14T12:05:23.102" v="137" actId="1076"/>
          <ac:cxnSpMkLst>
            <pc:docMk/>
            <pc:sldMk cId="1669648814" sldId="1211"/>
            <ac:cxnSpMk id="70" creationId="{EACDEB0A-B779-4827-A074-0154CEB9E74E}"/>
          </ac:cxnSpMkLst>
        </pc:cxnChg>
        <pc:cxnChg chg="mod">
          <ac:chgData name="Minh Huynh" userId="01a137d4-0d81-46e0-aca6-c9185b391828" providerId="ADAL" clId="{228DCBF7-2D91-4473-9F7E-959AF134A5D6}" dt="2026-10-14T12:05:23.102" v="137" actId="1076"/>
          <ac:cxnSpMkLst>
            <pc:docMk/>
            <pc:sldMk cId="1669648814" sldId="1211"/>
            <ac:cxnSpMk id="71" creationId="{CA08FC52-4E01-472E-940A-E86E81E2B512}"/>
          </ac:cxnSpMkLst>
        </pc:cxnChg>
        <pc:cxnChg chg="mod">
          <ac:chgData name="Minh Huynh" userId="01a137d4-0d81-46e0-aca6-c9185b391828" providerId="ADAL" clId="{228DCBF7-2D91-4473-9F7E-959AF134A5D6}" dt="2026-10-14T12:05:23.102" v="137" actId="1076"/>
          <ac:cxnSpMkLst>
            <pc:docMk/>
            <pc:sldMk cId="1669648814" sldId="1211"/>
            <ac:cxnSpMk id="72" creationId="{D8D80500-68B9-43E8-B0DF-66962A1D3C75}"/>
          </ac:cxnSpMkLst>
        </pc:cxnChg>
        <pc:cxnChg chg="mod">
          <ac:chgData name="Minh Huynh" userId="01a137d4-0d81-46e0-aca6-c9185b391828" providerId="ADAL" clId="{228DCBF7-2D91-4473-9F7E-959AF134A5D6}" dt="2026-10-14T12:05:23.102" v="137" actId="1076"/>
          <ac:cxnSpMkLst>
            <pc:docMk/>
            <pc:sldMk cId="1669648814" sldId="1211"/>
            <ac:cxnSpMk id="73" creationId="{EF3C7EE4-20B7-4483-A2C1-36166AE706F7}"/>
          </ac:cxnSpMkLst>
        </pc:cxnChg>
        <pc:cxnChg chg="mod">
          <ac:chgData name="Minh Huynh" userId="01a137d4-0d81-46e0-aca6-c9185b391828" providerId="ADAL" clId="{228DCBF7-2D91-4473-9F7E-959AF134A5D6}" dt="2026-10-14T12:05:23.102" v="137" actId="1076"/>
          <ac:cxnSpMkLst>
            <pc:docMk/>
            <pc:sldMk cId="1669648814" sldId="1211"/>
            <ac:cxnSpMk id="75" creationId="{09007DBA-E34B-4E64-A0A6-CF303B4A0A22}"/>
          </ac:cxnSpMkLst>
        </pc:cxnChg>
        <pc:cxnChg chg="mod">
          <ac:chgData name="Minh Huynh" userId="01a137d4-0d81-46e0-aca6-c9185b391828" providerId="ADAL" clId="{228DCBF7-2D91-4473-9F7E-959AF134A5D6}" dt="2026-10-14T12:05:23.102" v="137" actId="1076"/>
          <ac:cxnSpMkLst>
            <pc:docMk/>
            <pc:sldMk cId="1669648814" sldId="1211"/>
            <ac:cxnSpMk id="84" creationId="{53CBFAD8-4E27-4D47-BFB8-1201AD8F8161}"/>
          </ac:cxnSpMkLst>
        </pc:cxnChg>
        <pc:cxnChg chg="mod">
          <ac:chgData name="Minh Huynh" userId="01a137d4-0d81-46e0-aca6-c9185b391828" providerId="ADAL" clId="{228DCBF7-2D91-4473-9F7E-959AF134A5D6}" dt="2026-10-14T12:05:23.102" v="137" actId="1076"/>
          <ac:cxnSpMkLst>
            <pc:docMk/>
            <pc:sldMk cId="1669648814" sldId="1211"/>
            <ac:cxnSpMk id="86" creationId="{35D24651-D95D-4C6F-8387-ECB2F4D63176}"/>
          </ac:cxnSpMkLst>
        </pc:cxnChg>
        <pc:cxnChg chg="mod">
          <ac:chgData name="Minh Huynh" userId="01a137d4-0d81-46e0-aca6-c9185b391828" providerId="ADAL" clId="{228DCBF7-2D91-4473-9F7E-959AF134A5D6}" dt="2026-10-14T12:05:23.102" v="137" actId="1076"/>
          <ac:cxnSpMkLst>
            <pc:docMk/>
            <pc:sldMk cId="1669648814" sldId="1211"/>
            <ac:cxnSpMk id="87" creationId="{C37FB18C-BAF2-4FCD-821D-13712EE70D71}"/>
          </ac:cxnSpMkLst>
        </pc:cxnChg>
        <pc:cxnChg chg="mod">
          <ac:chgData name="Minh Huynh" userId="01a137d4-0d81-46e0-aca6-c9185b391828" providerId="ADAL" clId="{228DCBF7-2D91-4473-9F7E-959AF134A5D6}" dt="2026-10-14T12:05:23.102" v="137" actId="1076"/>
          <ac:cxnSpMkLst>
            <pc:docMk/>
            <pc:sldMk cId="1669648814" sldId="1211"/>
            <ac:cxnSpMk id="88" creationId="{861461AF-15C9-4755-8B71-D7D02889973E}"/>
          </ac:cxnSpMkLst>
        </pc:cxnChg>
        <pc:cxnChg chg="mod">
          <ac:chgData name="Minh Huynh" userId="01a137d4-0d81-46e0-aca6-c9185b391828" providerId="ADAL" clId="{228DCBF7-2D91-4473-9F7E-959AF134A5D6}" dt="2026-10-14T12:05:23.102" v="137" actId="1076"/>
          <ac:cxnSpMkLst>
            <pc:docMk/>
            <pc:sldMk cId="1669648814" sldId="1211"/>
            <ac:cxnSpMk id="89" creationId="{9E61F1CE-44B5-4A01-9339-5FE6B4D10C2E}"/>
          </ac:cxnSpMkLst>
        </pc:cxnChg>
        <pc:cxnChg chg="mod">
          <ac:chgData name="Minh Huynh" userId="01a137d4-0d81-46e0-aca6-c9185b391828" providerId="ADAL" clId="{228DCBF7-2D91-4473-9F7E-959AF134A5D6}" dt="2026-10-14T12:05:23.102" v="137" actId="1076"/>
          <ac:cxnSpMkLst>
            <pc:docMk/>
            <pc:sldMk cId="1669648814" sldId="1211"/>
            <ac:cxnSpMk id="90" creationId="{8F20994F-031A-4230-81EA-5C21DDBBD848}"/>
          </ac:cxnSpMkLst>
        </pc:cxnChg>
      </pc:sldChg>
      <pc:sldChg chg="addSp delSp modSp add mod">
        <pc:chgData name="Minh Huynh" userId="01a137d4-0d81-46e0-aca6-c9185b391828" providerId="ADAL" clId="{228DCBF7-2D91-4473-9F7E-959AF134A5D6}" dt="2026-10-14T12:06:21.642" v="152"/>
        <pc:sldMkLst>
          <pc:docMk/>
          <pc:sldMk cId="2324839387" sldId="1215"/>
        </pc:sldMkLst>
        <pc:spChg chg="del">
          <ac:chgData name="Minh Huynh" userId="01a137d4-0d81-46e0-aca6-c9185b391828" providerId="ADAL" clId="{228DCBF7-2D91-4473-9F7E-959AF134A5D6}" dt="2026-10-14T12:06:17.825" v="151" actId="478"/>
          <ac:spMkLst>
            <pc:docMk/>
            <pc:sldMk cId="2324839387" sldId="1215"/>
            <ac:spMk id="10" creationId="{9E09BD55-B602-2570-F147-719200FA783D}"/>
          </ac:spMkLst>
        </pc:spChg>
        <pc:spChg chg="add mod">
          <ac:chgData name="Minh Huynh" userId="01a137d4-0d81-46e0-aca6-c9185b391828" providerId="ADAL" clId="{228DCBF7-2D91-4473-9F7E-959AF134A5D6}" dt="2026-10-14T12:06:21.642" v="152"/>
          <ac:spMkLst>
            <pc:docMk/>
            <pc:sldMk cId="2324839387" sldId="1215"/>
            <ac:spMk id="12" creationId="{8C3B17C5-E703-4237-8DF2-11F016F9503B}"/>
          </ac:spMkLst>
        </pc:spChg>
        <pc:spChg chg="del">
          <ac:chgData name="Minh Huynh" userId="01a137d4-0d81-46e0-aca6-c9185b391828" providerId="ADAL" clId="{228DCBF7-2D91-4473-9F7E-959AF134A5D6}" dt="2026-10-14T12:06:17.825" v="151" actId="478"/>
          <ac:spMkLst>
            <pc:docMk/>
            <pc:sldMk cId="2324839387" sldId="1215"/>
            <ac:spMk id="44" creationId="{64DF72B5-9663-169E-137A-2D46C28554FA}"/>
          </ac:spMkLst>
        </pc:spChg>
        <pc:spChg chg="del">
          <ac:chgData name="Minh Huynh" userId="01a137d4-0d81-46e0-aca6-c9185b391828" providerId="ADAL" clId="{228DCBF7-2D91-4473-9F7E-959AF134A5D6}" dt="2026-10-14T12:06:17.825" v="151" actId="478"/>
          <ac:spMkLst>
            <pc:docMk/>
            <pc:sldMk cId="2324839387" sldId="1215"/>
            <ac:spMk id="45" creationId="{D4A720A5-98E0-870C-DCD5-8E25609F5B0C}"/>
          </ac:spMkLst>
        </pc:spChg>
        <pc:spChg chg="del">
          <ac:chgData name="Minh Huynh" userId="01a137d4-0d81-46e0-aca6-c9185b391828" providerId="ADAL" clId="{228DCBF7-2D91-4473-9F7E-959AF134A5D6}" dt="2026-10-14T12:06:17.825" v="151" actId="478"/>
          <ac:spMkLst>
            <pc:docMk/>
            <pc:sldMk cId="2324839387" sldId="1215"/>
            <ac:spMk id="74" creationId="{A305FA21-C11D-64C6-C427-2B4F45720EB8}"/>
          </ac:spMkLst>
        </pc:spChg>
        <pc:spChg chg="del">
          <ac:chgData name="Minh Huynh" userId="01a137d4-0d81-46e0-aca6-c9185b391828" providerId="ADAL" clId="{228DCBF7-2D91-4473-9F7E-959AF134A5D6}" dt="2026-10-14T12:06:17.825" v="151" actId="478"/>
          <ac:spMkLst>
            <pc:docMk/>
            <pc:sldMk cId="2324839387" sldId="1215"/>
            <ac:spMk id="78" creationId="{029214D1-1368-BECF-C932-41E4D3391946}"/>
          </ac:spMkLst>
        </pc:spChg>
        <pc:spChg chg="del">
          <ac:chgData name="Minh Huynh" userId="01a137d4-0d81-46e0-aca6-c9185b391828" providerId="ADAL" clId="{228DCBF7-2D91-4473-9F7E-959AF134A5D6}" dt="2026-10-14T12:06:17.825" v="151" actId="478"/>
          <ac:spMkLst>
            <pc:docMk/>
            <pc:sldMk cId="2324839387" sldId="1215"/>
            <ac:spMk id="79" creationId="{BCBACF18-C268-79A7-E53B-79BE99A2AE07}"/>
          </ac:spMkLst>
        </pc:spChg>
        <pc:spChg chg="del">
          <ac:chgData name="Minh Huynh" userId="01a137d4-0d81-46e0-aca6-c9185b391828" providerId="ADAL" clId="{228DCBF7-2D91-4473-9F7E-959AF134A5D6}" dt="2026-10-14T12:06:17.825" v="151" actId="478"/>
          <ac:spMkLst>
            <pc:docMk/>
            <pc:sldMk cId="2324839387" sldId="1215"/>
            <ac:spMk id="80" creationId="{7AD76E6A-85C1-6CCC-4D49-ABF402FFC472}"/>
          </ac:spMkLst>
        </pc:spChg>
        <pc:spChg chg="del">
          <ac:chgData name="Minh Huynh" userId="01a137d4-0d81-46e0-aca6-c9185b391828" providerId="ADAL" clId="{228DCBF7-2D91-4473-9F7E-959AF134A5D6}" dt="2026-10-14T12:06:15.791" v="150" actId="478"/>
          <ac:spMkLst>
            <pc:docMk/>
            <pc:sldMk cId="2324839387" sldId="1215"/>
            <ac:spMk id="86" creationId="{2E098417-366D-EEA8-D32C-0559F9580201}"/>
          </ac:spMkLst>
        </pc:spChg>
      </pc:sldChg>
      <pc:sldChg chg="addSp delSp modSp add mod">
        <pc:chgData name="Minh Huynh" userId="01a137d4-0d81-46e0-aca6-c9185b391828" providerId="ADAL" clId="{228DCBF7-2D91-4473-9F7E-959AF134A5D6}" dt="2026-10-14T12:07:05.153" v="173" actId="20577"/>
        <pc:sldMkLst>
          <pc:docMk/>
          <pc:sldMk cId="2206776845" sldId="1220"/>
        </pc:sldMkLst>
        <pc:spChg chg="mod">
          <ac:chgData name="Minh Huynh" userId="01a137d4-0d81-46e0-aca6-c9185b391828" providerId="ADAL" clId="{228DCBF7-2D91-4473-9F7E-959AF134A5D6}" dt="2026-10-14T12:06:54.520" v="159" actId="2085"/>
          <ac:spMkLst>
            <pc:docMk/>
            <pc:sldMk cId="2206776845" sldId="1220"/>
            <ac:spMk id="2" creationId="{0016B261-74E1-B890-5D1C-80FAC57A6070}"/>
          </ac:spMkLst>
        </pc:spChg>
        <pc:spChg chg="mod">
          <ac:chgData name="Minh Huynh" userId="01a137d4-0d81-46e0-aca6-c9185b391828" providerId="ADAL" clId="{228DCBF7-2D91-4473-9F7E-959AF134A5D6}" dt="2026-10-14T12:06:38.945" v="154" actId="1076"/>
          <ac:spMkLst>
            <pc:docMk/>
            <pc:sldMk cId="2206776845" sldId="1220"/>
            <ac:spMk id="5" creationId="{0CC515C4-9C0D-9F0E-AD72-AFE0841C64F7}"/>
          </ac:spMkLst>
        </pc:spChg>
        <pc:spChg chg="mod">
          <ac:chgData name="Minh Huynh" userId="01a137d4-0d81-46e0-aca6-c9185b391828" providerId="ADAL" clId="{228DCBF7-2D91-4473-9F7E-959AF134A5D6}" dt="2026-10-14T12:06:38.945" v="154" actId="1076"/>
          <ac:spMkLst>
            <pc:docMk/>
            <pc:sldMk cId="2206776845" sldId="1220"/>
            <ac:spMk id="6" creationId="{C1894501-9995-8FD8-79BB-9BC370C84D3A}"/>
          </ac:spMkLst>
        </pc:spChg>
        <pc:spChg chg="mod">
          <ac:chgData name="Minh Huynh" userId="01a137d4-0d81-46e0-aca6-c9185b391828" providerId="ADAL" clId="{228DCBF7-2D91-4473-9F7E-959AF134A5D6}" dt="2026-10-14T12:06:38.945" v="154" actId="1076"/>
          <ac:spMkLst>
            <pc:docMk/>
            <pc:sldMk cId="2206776845" sldId="1220"/>
            <ac:spMk id="7" creationId="{E7B29EB7-18CB-7B9E-479D-F5909D72338A}"/>
          </ac:spMkLst>
        </pc:spChg>
        <pc:spChg chg="mod">
          <ac:chgData name="Minh Huynh" userId="01a137d4-0d81-46e0-aca6-c9185b391828" providerId="ADAL" clId="{228DCBF7-2D91-4473-9F7E-959AF134A5D6}" dt="2026-10-14T12:06:38.945" v="154" actId="1076"/>
          <ac:spMkLst>
            <pc:docMk/>
            <pc:sldMk cId="2206776845" sldId="1220"/>
            <ac:spMk id="8" creationId="{ED1CDCD0-AD66-28A8-8917-185D80BC401C}"/>
          </ac:spMkLst>
        </pc:spChg>
        <pc:spChg chg="del">
          <ac:chgData name="Minh Huynh" userId="01a137d4-0d81-46e0-aca6-c9185b391828" providerId="ADAL" clId="{228DCBF7-2D91-4473-9F7E-959AF134A5D6}" dt="2026-10-14T12:06:59.372" v="161" actId="478"/>
          <ac:spMkLst>
            <pc:docMk/>
            <pc:sldMk cId="2206776845" sldId="1220"/>
            <ac:spMk id="10" creationId="{830E2DE8-AE3E-9268-D4C1-530E623BFF48}"/>
          </ac:spMkLst>
        </pc:spChg>
        <pc:spChg chg="mod">
          <ac:chgData name="Minh Huynh" userId="01a137d4-0d81-46e0-aca6-c9185b391828" providerId="ADAL" clId="{228DCBF7-2D91-4473-9F7E-959AF134A5D6}" dt="2026-10-14T12:06:38.945" v="154" actId="1076"/>
          <ac:spMkLst>
            <pc:docMk/>
            <pc:sldMk cId="2206776845" sldId="1220"/>
            <ac:spMk id="11" creationId="{4825D848-731F-5814-FAF1-154EE57B8076}"/>
          </ac:spMkLst>
        </pc:spChg>
        <pc:spChg chg="mod">
          <ac:chgData name="Minh Huynh" userId="01a137d4-0d81-46e0-aca6-c9185b391828" providerId="ADAL" clId="{228DCBF7-2D91-4473-9F7E-959AF134A5D6}" dt="2026-10-14T12:06:38.945" v="154" actId="1076"/>
          <ac:spMkLst>
            <pc:docMk/>
            <pc:sldMk cId="2206776845" sldId="1220"/>
            <ac:spMk id="12" creationId="{514430B5-6FC1-4A37-1485-F691E85E663D}"/>
          </ac:spMkLst>
        </pc:spChg>
        <pc:spChg chg="mod">
          <ac:chgData name="Minh Huynh" userId="01a137d4-0d81-46e0-aca6-c9185b391828" providerId="ADAL" clId="{228DCBF7-2D91-4473-9F7E-959AF134A5D6}" dt="2026-10-14T12:06:38.945" v="154" actId="1076"/>
          <ac:spMkLst>
            <pc:docMk/>
            <pc:sldMk cId="2206776845" sldId="1220"/>
            <ac:spMk id="13" creationId="{56D9D4DD-4685-2CF2-2A55-420E530B47EE}"/>
          </ac:spMkLst>
        </pc:spChg>
        <pc:spChg chg="mod">
          <ac:chgData name="Minh Huynh" userId="01a137d4-0d81-46e0-aca6-c9185b391828" providerId="ADAL" clId="{228DCBF7-2D91-4473-9F7E-959AF134A5D6}" dt="2026-10-14T12:06:38.945" v="154" actId="1076"/>
          <ac:spMkLst>
            <pc:docMk/>
            <pc:sldMk cId="2206776845" sldId="1220"/>
            <ac:spMk id="14" creationId="{1383DF36-00F5-BB07-B67E-26337EA54205}"/>
          </ac:spMkLst>
        </pc:spChg>
        <pc:spChg chg="add mod">
          <ac:chgData name="Minh Huynh" userId="01a137d4-0d81-46e0-aca6-c9185b391828" providerId="ADAL" clId="{228DCBF7-2D91-4473-9F7E-959AF134A5D6}" dt="2026-10-14T12:07:05.153" v="173" actId="20577"/>
          <ac:spMkLst>
            <pc:docMk/>
            <pc:sldMk cId="2206776845" sldId="1220"/>
            <ac:spMk id="18" creationId="{C87EF551-8965-4A95-9C8D-040F2A29E68F}"/>
          </ac:spMkLst>
        </pc:spChg>
        <pc:spChg chg="del">
          <ac:chgData name="Minh Huynh" userId="01a137d4-0d81-46e0-aca6-c9185b391828" providerId="ADAL" clId="{228DCBF7-2D91-4473-9F7E-959AF134A5D6}" dt="2026-10-14T12:06:59.372" v="161" actId="478"/>
          <ac:spMkLst>
            <pc:docMk/>
            <pc:sldMk cId="2206776845" sldId="1220"/>
            <ac:spMk id="44" creationId="{295701D2-8FB2-41CA-E010-81C2A33B8CB5}"/>
          </ac:spMkLst>
        </pc:spChg>
        <pc:spChg chg="del">
          <ac:chgData name="Minh Huynh" userId="01a137d4-0d81-46e0-aca6-c9185b391828" providerId="ADAL" clId="{228DCBF7-2D91-4473-9F7E-959AF134A5D6}" dt="2026-10-14T12:06:59.372" v="161" actId="478"/>
          <ac:spMkLst>
            <pc:docMk/>
            <pc:sldMk cId="2206776845" sldId="1220"/>
            <ac:spMk id="45" creationId="{B3BA2723-282C-3888-C6FA-C9534268291E}"/>
          </ac:spMkLst>
        </pc:spChg>
        <pc:spChg chg="del">
          <ac:chgData name="Minh Huynh" userId="01a137d4-0d81-46e0-aca6-c9185b391828" providerId="ADAL" clId="{228DCBF7-2D91-4473-9F7E-959AF134A5D6}" dt="2026-10-14T12:06:57.245" v="160" actId="478"/>
          <ac:spMkLst>
            <pc:docMk/>
            <pc:sldMk cId="2206776845" sldId="1220"/>
            <ac:spMk id="74" creationId="{09F358E9-2E42-D7F6-F1AD-B3ADA43EF64B}"/>
          </ac:spMkLst>
        </pc:spChg>
        <pc:spChg chg="del">
          <ac:chgData name="Minh Huynh" userId="01a137d4-0d81-46e0-aca6-c9185b391828" providerId="ADAL" clId="{228DCBF7-2D91-4473-9F7E-959AF134A5D6}" dt="2026-10-14T12:06:59.372" v="161" actId="478"/>
          <ac:spMkLst>
            <pc:docMk/>
            <pc:sldMk cId="2206776845" sldId="1220"/>
            <ac:spMk id="78" creationId="{01EA472D-2142-81FF-6B0D-B2177BA347D7}"/>
          </ac:spMkLst>
        </pc:spChg>
        <pc:spChg chg="del">
          <ac:chgData name="Minh Huynh" userId="01a137d4-0d81-46e0-aca6-c9185b391828" providerId="ADAL" clId="{228DCBF7-2D91-4473-9F7E-959AF134A5D6}" dt="2026-10-14T12:06:59.372" v="161" actId="478"/>
          <ac:spMkLst>
            <pc:docMk/>
            <pc:sldMk cId="2206776845" sldId="1220"/>
            <ac:spMk id="79" creationId="{CA048CF3-F12E-9C60-7D77-FFB4E17B9254}"/>
          </ac:spMkLst>
        </pc:spChg>
        <pc:spChg chg="del">
          <ac:chgData name="Minh Huynh" userId="01a137d4-0d81-46e0-aca6-c9185b391828" providerId="ADAL" clId="{228DCBF7-2D91-4473-9F7E-959AF134A5D6}" dt="2026-10-14T12:06:59.372" v="161" actId="478"/>
          <ac:spMkLst>
            <pc:docMk/>
            <pc:sldMk cId="2206776845" sldId="1220"/>
            <ac:spMk id="80" creationId="{5FD4788C-0896-10F5-6461-B56D630F877D}"/>
          </ac:spMkLst>
        </pc:spChg>
      </pc:sldChg>
      <pc:sldChg chg="addSp delSp modSp add mod">
        <pc:chgData name="Minh Huynh" userId="01a137d4-0d81-46e0-aca6-c9185b391828" providerId="ADAL" clId="{228DCBF7-2D91-4473-9F7E-959AF134A5D6}" dt="2026-10-14T12:07:26.199" v="176"/>
        <pc:sldMkLst>
          <pc:docMk/>
          <pc:sldMk cId="2094585128" sldId="1226"/>
        </pc:sldMkLst>
        <pc:spChg chg="del">
          <ac:chgData name="Minh Huynh" userId="01a137d4-0d81-46e0-aca6-c9185b391828" providerId="ADAL" clId="{228DCBF7-2D91-4473-9F7E-959AF134A5D6}" dt="2026-10-14T12:07:23.167" v="175" actId="478"/>
          <ac:spMkLst>
            <pc:docMk/>
            <pc:sldMk cId="2094585128" sldId="1226"/>
            <ac:spMk id="10" creationId="{946905A2-E590-AD58-4CC7-CFF75E3611A4}"/>
          </ac:spMkLst>
        </pc:spChg>
        <pc:spChg chg="add mod">
          <ac:chgData name="Minh Huynh" userId="01a137d4-0d81-46e0-aca6-c9185b391828" providerId="ADAL" clId="{228DCBF7-2D91-4473-9F7E-959AF134A5D6}" dt="2026-10-14T12:07:26.199" v="176"/>
          <ac:spMkLst>
            <pc:docMk/>
            <pc:sldMk cId="2094585128" sldId="1226"/>
            <ac:spMk id="41" creationId="{9200354C-D864-4AB9-B35E-8B41E0B1F042}"/>
          </ac:spMkLst>
        </pc:spChg>
        <pc:spChg chg="del">
          <ac:chgData name="Minh Huynh" userId="01a137d4-0d81-46e0-aca6-c9185b391828" providerId="ADAL" clId="{228DCBF7-2D91-4473-9F7E-959AF134A5D6}" dt="2026-10-14T12:07:23.167" v="175" actId="478"/>
          <ac:spMkLst>
            <pc:docMk/>
            <pc:sldMk cId="2094585128" sldId="1226"/>
            <ac:spMk id="44" creationId="{96975218-EF51-1E8E-90C3-0A5218AE00CA}"/>
          </ac:spMkLst>
        </pc:spChg>
        <pc:spChg chg="del">
          <ac:chgData name="Minh Huynh" userId="01a137d4-0d81-46e0-aca6-c9185b391828" providerId="ADAL" clId="{228DCBF7-2D91-4473-9F7E-959AF134A5D6}" dt="2026-10-14T12:07:23.167" v="175" actId="478"/>
          <ac:spMkLst>
            <pc:docMk/>
            <pc:sldMk cId="2094585128" sldId="1226"/>
            <ac:spMk id="45" creationId="{0E93318E-87C9-C014-2625-5347A1F78FB0}"/>
          </ac:spMkLst>
        </pc:spChg>
        <pc:spChg chg="del">
          <ac:chgData name="Minh Huynh" userId="01a137d4-0d81-46e0-aca6-c9185b391828" providerId="ADAL" clId="{228DCBF7-2D91-4473-9F7E-959AF134A5D6}" dt="2026-10-14T12:07:23.167" v="175" actId="478"/>
          <ac:spMkLst>
            <pc:docMk/>
            <pc:sldMk cId="2094585128" sldId="1226"/>
            <ac:spMk id="74" creationId="{A7864950-23FC-B1F8-8DFF-778658E13DF5}"/>
          </ac:spMkLst>
        </pc:spChg>
        <pc:spChg chg="del">
          <ac:chgData name="Minh Huynh" userId="01a137d4-0d81-46e0-aca6-c9185b391828" providerId="ADAL" clId="{228DCBF7-2D91-4473-9F7E-959AF134A5D6}" dt="2026-10-14T12:07:23.167" v="175" actId="478"/>
          <ac:spMkLst>
            <pc:docMk/>
            <pc:sldMk cId="2094585128" sldId="1226"/>
            <ac:spMk id="78" creationId="{91D9975D-FB44-D87F-218B-2037FC0B65F9}"/>
          </ac:spMkLst>
        </pc:spChg>
        <pc:spChg chg="del">
          <ac:chgData name="Minh Huynh" userId="01a137d4-0d81-46e0-aca6-c9185b391828" providerId="ADAL" clId="{228DCBF7-2D91-4473-9F7E-959AF134A5D6}" dt="2026-10-14T12:07:23.167" v="175" actId="478"/>
          <ac:spMkLst>
            <pc:docMk/>
            <pc:sldMk cId="2094585128" sldId="1226"/>
            <ac:spMk id="79" creationId="{B27E0498-2A84-1161-033A-2CCCA5B55654}"/>
          </ac:spMkLst>
        </pc:spChg>
        <pc:spChg chg="del">
          <ac:chgData name="Minh Huynh" userId="01a137d4-0d81-46e0-aca6-c9185b391828" providerId="ADAL" clId="{228DCBF7-2D91-4473-9F7E-959AF134A5D6}" dt="2026-10-14T12:07:23.167" v="175" actId="478"/>
          <ac:spMkLst>
            <pc:docMk/>
            <pc:sldMk cId="2094585128" sldId="1226"/>
            <ac:spMk id="80" creationId="{4373640F-9819-4D65-BA93-607B957D0696}"/>
          </ac:spMkLst>
        </pc:spChg>
      </pc:sldChg>
      <pc:sldChg chg="addSp delSp modSp add mod">
        <pc:chgData name="Minh Huynh" userId="01a137d4-0d81-46e0-aca6-c9185b391828" providerId="ADAL" clId="{228DCBF7-2D91-4473-9F7E-959AF134A5D6}" dt="2026-10-14T12:08:16.969" v="203" actId="478"/>
        <pc:sldMkLst>
          <pc:docMk/>
          <pc:sldMk cId="25399426" sldId="1240"/>
        </pc:sldMkLst>
        <pc:spChg chg="del">
          <ac:chgData name="Minh Huynh" userId="01a137d4-0d81-46e0-aca6-c9185b391828" providerId="ADAL" clId="{228DCBF7-2D91-4473-9F7E-959AF134A5D6}" dt="2026-10-14T12:07:55.510" v="181" actId="478"/>
          <ac:spMkLst>
            <pc:docMk/>
            <pc:sldMk cId="25399426" sldId="1240"/>
            <ac:spMk id="2" creationId="{EA18AE1B-BCFF-C3EF-428B-0779F283BC12}"/>
          </ac:spMkLst>
        </pc:spChg>
        <pc:spChg chg="del">
          <ac:chgData name="Minh Huynh" userId="01a137d4-0d81-46e0-aca6-c9185b391828" providerId="ADAL" clId="{228DCBF7-2D91-4473-9F7E-959AF134A5D6}" dt="2026-10-14T12:08:16.969" v="203" actId="478"/>
          <ac:spMkLst>
            <pc:docMk/>
            <pc:sldMk cId="25399426" sldId="1240"/>
            <ac:spMk id="4" creationId="{AAC0E1F2-7673-BFA6-3CAB-40A9487549FB}"/>
          </ac:spMkLst>
        </pc:spChg>
        <pc:spChg chg="del">
          <ac:chgData name="Minh Huynh" userId="01a137d4-0d81-46e0-aca6-c9185b391828" providerId="ADAL" clId="{228DCBF7-2D91-4473-9F7E-959AF134A5D6}" dt="2026-10-14T12:07:55.510" v="181" actId="478"/>
          <ac:spMkLst>
            <pc:docMk/>
            <pc:sldMk cId="25399426" sldId="1240"/>
            <ac:spMk id="10" creationId="{038948E9-2F0E-EA1B-7365-79AE34EB907E}"/>
          </ac:spMkLst>
        </pc:spChg>
        <pc:spChg chg="add mod">
          <ac:chgData name="Minh Huynh" userId="01a137d4-0d81-46e0-aca6-c9185b391828" providerId="ADAL" clId="{228DCBF7-2D91-4473-9F7E-959AF134A5D6}" dt="2026-10-14T12:08:03.036" v="199" actId="20577"/>
          <ac:spMkLst>
            <pc:docMk/>
            <pc:sldMk cId="25399426" sldId="1240"/>
            <ac:spMk id="13" creationId="{4EACE79B-B5E9-44AD-B18C-D9DEFE0E65EC}"/>
          </ac:spMkLst>
        </pc:spChg>
        <pc:spChg chg="del">
          <ac:chgData name="Minh Huynh" userId="01a137d4-0d81-46e0-aca6-c9185b391828" providerId="ADAL" clId="{228DCBF7-2D91-4473-9F7E-959AF134A5D6}" dt="2026-10-14T12:07:55.510" v="181" actId="478"/>
          <ac:spMkLst>
            <pc:docMk/>
            <pc:sldMk cId="25399426" sldId="1240"/>
            <ac:spMk id="44" creationId="{7D7D92D6-07DC-931C-9387-61B2DA7DFABF}"/>
          </ac:spMkLst>
        </pc:spChg>
        <pc:spChg chg="del">
          <ac:chgData name="Minh Huynh" userId="01a137d4-0d81-46e0-aca6-c9185b391828" providerId="ADAL" clId="{228DCBF7-2D91-4473-9F7E-959AF134A5D6}" dt="2026-10-14T12:07:55.510" v="181" actId="478"/>
          <ac:spMkLst>
            <pc:docMk/>
            <pc:sldMk cId="25399426" sldId="1240"/>
            <ac:spMk id="45" creationId="{06C9CF6B-CC06-3CBC-51BE-26214E234C67}"/>
          </ac:spMkLst>
        </pc:spChg>
        <pc:spChg chg="del">
          <ac:chgData name="Minh Huynh" userId="01a137d4-0d81-46e0-aca6-c9185b391828" providerId="ADAL" clId="{228DCBF7-2D91-4473-9F7E-959AF134A5D6}" dt="2026-10-14T12:07:55.510" v="181" actId="478"/>
          <ac:spMkLst>
            <pc:docMk/>
            <pc:sldMk cId="25399426" sldId="1240"/>
            <ac:spMk id="74" creationId="{3B226DCE-D4A2-F468-AA0E-F4BBD5F64C62}"/>
          </ac:spMkLst>
        </pc:spChg>
        <pc:spChg chg="del">
          <ac:chgData name="Minh Huynh" userId="01a137d4-0d81-46e0-aca6-c9185b391828" providerId="ADAL" clId="{228DCBF7-2D91-4473-9F7E-959AF134A5D6}" dt="2026-10-14T12:07:55.510" v="181" actId="478"/>
          <ac:spMkLst>
            <pc:docMk/>
            <pc:sldMk cId="25399426" sldId="1240"/>
            <ac:spMk id="78" creationId="{787645EA-F05E-9B00-96AE-5A44531A64A7}"/>
          </ac:spMkLst>
        </pc:spChg>
        <pc:spChg chg="del">
          <ac:chgData name="Minh Huynh" userId="01a137d4-0d81-46e0-aca6-c9185b391828" providerId="ADAL" clId="{228DCBF7-2D91-4473-9F7E-959AF134A5D6}" dt="2026-10-14T12:07:55.510" v="181" actId="478"/>
          <ac:spMkLst>
            <pc:docMk/>
            <pc:sldMk cId="25399426" sldId="1240"/>
            <ac:spMk id="79" creationId="{68BD8ED0-E4AB-1D2B-0D0C-F1DFFFBC69FA}"/>
          </ac:spMkLst>
        </pc:spChg>
        <pc:spChg chg="del">
          <ac:chgData name="Minh Huynh" userId="01a137d4-0d81-46e0-aca6-c9185b391828" providerId="ADAL" clId="{228DCBF7-2D91-4473-9F7E-959AF134A5D6}" dt="2026-10-14T12:07:55.510" v="181" actId="478"/>
          <ac:spMkLst>
            <pc:docMk/>
            <pc:sldMk cId="25399426" sldId="1240"/>
            <ac:spMk id="80" creationId="{18ACD014-F828-CE50-F691-1F98FE1EF628}"/>
          </ac:spMkLst>
        </pc:spChg>
      </pc:sldChg>
      <pc:sldChg chg="addSp delSp modSp add mod">
        <pc:chgData name="Minh Huynh" userId="01a137d4-0d81-46e0-aca6-c9185b391828" providerId="ADAL" clId="{228DCBF7-2D91-4473-9F7E-959AF134A5D6}" dt="2026-10-14T12:07:43.295" v="179"/>
        <pc:sldMkLst>
          <pc:docMk/>
          <pc:sldMk cId="2132408675" sldId="1244"/>
        </pc:sldMkLst>
        <pc:spChg chg="del">
          <ac:chgData name="Minh Huynh" userId="01a137d4-0d81-46e0-aca6-c9185b391828" providerId="ADAL" clId="{228DCBF7-2D91-4473-9F7E-959AF134A5D6}" dt="2026-10-14T12:07:40.554" v="178" actId="478"/>
          <ac:spMkLst>
            <pc:docMk/>
            <pc:sldMk cId="2132408675" sldId="1244"/>
            <ac:spMk id="10" creationId="{E31F2C90-DC6A-B00E-1EB4-F8F99B4F593A}"/>
          </ac:spMkLst>
        </pc:spChg>
        <pc:spChg chg="add mod">
          <ac:chgData name="Minh Huynh" userId="01a137d4-0d81-46e0-aca6-c9185b391828" providerId="ADAL" clId="{228DCBF7-2D91-4473-9F7E-959AF134A5D6}" dt="2026-10-14T12:07:43.295" v="179"/>
          <ac:spMkLst>
            <pc:docMk/>
            <pc:sldMk cId="2132408675" sldId="1244"/>
            <ac:spMk id="14" creationId="{FBA8CBBF-07C0-453C-B812-C6E1E8AD8FE0}"/>
          </ac:spMkLst>
        </pc:spChg>
        <pc:spChg chg="del">
          <ac:chgData name="Minh Huynh" userId="01a137d4-0d81-46e0-aca6-c9185b391828" providerId="ADAL" clId="{228DCBF7-2D91-4473-9F7E-959AF134A5D6}" dt="2026-10-14T12:07:40.554" v="178" actId="478"/>
          <ac:spMkLst>
            <pc:docMk/>
            <pc:sldMk cId="2132408675" sldId="1244"/>
            <ac:spMk id="44" creationId="{3A9DB58D-D355-0840-E163-0A477E02F212}"/>
          </ac:spMkLst>
        </pc:spChg>
        <pc:spChg chg="del">
          <ac:chgData name="Minh Huynh" userId="01a137d4-0d81-46e0-aca6-c9185b391828" providerId="ADAL" clId="{228DCBF7-2D91-4473-9F7E-959AF134A5D6}" dt="2026-10-14T12:07:40.554" v="178" actId="478"/>
          <ac:spMkLst>
            <pc:docMk/>
            <pc:sldMk cId="2132408675" sldId="1244"/>
            <ac:spMk id="45" creationId="{1C176049-83FF-0A7E-09A6-9697F5119A88}"/>
          </ac:spMkLst>
        </pc:spChg>
        <pc:spChg chg="del">
          <ac:chgData name="Minh Huynh" userId="01a137d4-0d81-46e0-aca6-c9185b391828" providerId="ADAL" clId="{228DCBF7-2D91-4473-9F7E-959AF134A5D6}" dt="2026-10-14T12:07:40.554" v="178" actId="478"/>
          <ac:spMkLst>
            <pc:docMk/>
            <pc:sldMk cId="2132408675" sldId="1244"/>
            <ac:spMk id="74" creationId="{5CFD2237-628E-90B5-CDE0-E35F1B048F33}"/>
          </ac:spMkLst>
        </pc:spChg>
        <pc:spChg chg="del">
          <ac:chgData name="Minh Huynh" userId="01a137d4-0d81-46e0-aca6-c9185b391828" providerId="ADAL" clId="{228DCBF7-2D91-4473-9F7E-959AF134A5D6}" dt="2026-10-14T12:07:40.554" v="178" actId="478"/>
          <ac:spMkLst>
            <pc:docMk/>
            <pc:sldMk cId="2132408675" sldId="1244"/>
            <ac:spMk id="78" creationId="{994FBC65-E5B9-1AA5-4DEA-4E434D4CCED3}"/>
          </ac:spMkLst>
        </pc:spChg>
        <pc:spChg chg="del">
          <ac:chgData name="Minh Huynh" userId="01a137d4-0d81-46e0-aca6-c9185b391828" providerId="ADAL" clId="{228DCBF7-2D91-4473-9F7E-959AF134A5D6}" dt="2026-10-14T12:07:40.554" v="178" actId="478"/>
          <ac:spMkLst>
            <pc:docMk/>
            <pc:sldMk cId="2132408675" sldId="1244"/>
            <ac:spMk id="79" creationId="{FD8D90F0-149A-62FB-7DAD-2A1994F2EF3E}"/>
          </ac:spMkLst>
        </pc:spChg>
        <pc:spChg chg="del">
          <ac:chgData name="Minh Huynh" userId="01a137d4-0d81-46e0-aca6-c9185b391828" providerId="ADAL" clId="{228DCBF7-2D91-4473-9F7E-959AF134A5D6}" dt="2026-10-14T12:07:40.554" v="178" actId="478"/>
          <ac:spMkLst>
            <pc:docMk/>
            <pc:sldMk cId="2132408675" sldId="1244"/>
            <ac:spMk id="80" creationId="{9207A3BF-082E-625C-DEBB-8E1A87CED4FD}"/>
          </ac:spMkLst>
        </pc:spChg>
      </pc:sldChg>
      <pc:sldChg chg="addSp delSp modSp add mod">
        <pc:chgData name="Minh Huynh" userId="01a137d4-0d81-46e0-aca6-c9185b391828" providerId="ADAL" clId="{228DCBF7-2D91-4473-9F7E-959AF134A5D6}" dt="2026-10-14T12:08:35.793" v="205"/>
        <pc:sldMkLst>
          <pc:docMk/>
          <pc:sldMk cId="952664020" sldId="1252"/>
        </pc:sldMkLst>
        <pc:spChg chg="del">
          <ac:chgData name="Minh Huynh" userId="01a137d4-0d81-46e0-aca6-c9185b391828" providerId="ADAL" clId="{228DCBF7-2D91-4473-9F7E-959AF134A5D6}" dt="2026-10-14T12:08:11.828" v="201" actId="478"/>
          <ac:spMkLst>
            <pc:docMk/>
            <pc:sldMk cId="952664020" sldId="1252"/>
            <ac:spMk id="2" creationId="{14DD9924-7C39-0A6D-B555-260FA653BB41}"/>
          </ac:spMkLst>
        </pc:spChg>
        <pc:spChg chg="del">
          <ac:chgData name="Minh Huynh" userId="01a137d4-0d81-46e0-aca6-c9185b391828" providerId="ADAL" clId="{228DCBF7-2D91-4473-9F7E-959AF134A5D6}" dt="2026-10-14T12:08:11.828" v="201" actId="478"/>
          <ac:spMkLst>
            <pc:docMk/>
            <pc:sldMk cId="952664020" sldId="1252"/>
            <ac:spMk id="10" creationId="{67FD360C-773E-B08B-CB8C-2EB9FC25F854}"/>
          </ac:spMkLst>
        </pc:spChg>
        <pc:spChg chg="add mod">
          <ac:chgData name="Minh Huynh" userId="01a137d4-0d81-46e0-aca6-c9185b391828" providerId="ADAL" clId="{228DCBF7-2D91-4473-9F7E-959AF134A5D6}" dt="2026-10-14T12:08:14.876" v="202"/>
          <ac:spMkLst>
            <pc:docMk/>
            <pc:sldMk cId="952664020" sldId="1252"/>
            <ac:spMk id="25" creationId="{5E38BB17-13DF-4FA7-97AD-12865079144B}"/>
          </ac:spMkLst>
        </pc:spChg>
        <pc:spChg chg="add del mod">
          <ac:chgData name="Minh Huynh" userId="01a137d4-0d81-46e0-aca6-c9185b391828" providerId="ADAL" clId="{228DCBF7-2D91-4473-9F7E-959AF134A5D6}" dt="2026-10-14T12:08:35.793" v="205"/>
          <ac:spMkLst>
            <pc:docMk/>
            <pc:sldMk cId="952664020" sldId="1252"/>
            <ac:spMk id="26" creationId="{31268A95-D6B4-4364-8035-E1B54F486766}"/>
          </ac:spMkLst>
        </pc:spChg>
        <pc:spChg chg="del">
          <ac:chgData name="Minh Huynh" userId="01a137d4-0d81-46e0-aca6-c9185b391828" providerId="ADAL" clId="{228DCBF7-2D91-4473-9F7E-959AF134A5D6}" dt="2026-10-14T12:08:11.828" v="201" actId="478"/>
          <ac:spMkLst>
            <pc:docMk/>
            <pc:sldMk cId="952664020" sldId="1252"/>
            <ac:spMk id="44" creationId="{6C8305B3-9D9D-9550-2FE7-B132D3F88BCF}"/>
          </ac:spMkLst>
        </pc:spChg>
        <pc:spChg chg="del">
          <ac:chgData name="Minh Huynh" userId="01a137d4-0d81-46e0-aca6-c9185b391828" providerId="ADAL" clId="{228DCBF7-2D91-4473-9F7E-959AF134A5D6}" dt="2026-10-14T12:08:11.828" v="201" actId="478"/>
          <ac:spMkLst>
            <pc:docMk/>
            <pc:sldMk cId="952664020" sldId="1252"/>
            <ac:spMk id="45" creationId="{44E73675-EB90-14D8-85BE-AEC8A7ABD1E4}"/>
          </ac:spMkLst>
        </pc:spChg>
        <pc:spChg chg="del">
          <ac:chgData name="Minh Huynh" userId="01a137d4-0d81-46e0-aca6-c9185b391828" providerId="ADAL" clId="{228DCBF7-2D91-4473-9F7E-959AF134A5D6}" dt="2026-10-14T12:08:11.828" v="201" actId="478"/>
          <ac:spMkLst>
            <pc:docMk/>
            <pc:sldMk cId="952664020" sldId="1252"/>
            <ac:spMk id="74" creationId="{1E5F3390-D085-03A3-62E0-740FDAD37483}"/>
          </ac:spMkLst>
        </pc:spChg>
        <pc:spChg chg="del">
          <ac:chgData name="Minh Huynh" userId="01a137d4-0d81-46e0-aca6-c9185b391828" providerId="ADAL" clId="{228DCBF7-2D91-4473-9F7E-959AF134A5D6}" dt="2026-10-14T12:08:11.828" v="201" actId="478"/>
          <ac:spMkLst>
            <pc:docMk/>
            <pc:sldMk cId="952664020" sldId="1252"/>
            <ac:spMk id="78" creationId="{1FDA3661-C020-79C6-9D9B-43B6F97E2916}"/>
          </ac:spMkLst>
        </pc:spChg>
        <pc:spChg chg="del">
          <ac:chgData name="Minh Huynh" userId="01a137d4-0d81-46e0-aca6-c9185b391828" providerId="ADAL" clId="{228DCBF7-2D91-4473-9F7E-959AF134A5D6}" dt="2026-10-14T12:08:11.828" v="201" actId="478"/>
          <ac:spMkLst>
            <pc:docMk/>
            <pc:sldMk cId="952664020" sldId="1252"/>
            <ac:spMk id="79" creationId="{BD5B83AB-1D9E-E42C-4A12-AAC5E5480B5A}"/>
          </ac:spMkLst>
        </pc:spChg>
        <pc:spChg chg="del">
          <ac:chgData name="Minh Huynh" userId="01a137d4-0d81-46e0-aca6-c9185b391828" providerId="ADAL" clId="{228DCBF7-2D91-4473-9F7E-959AF134A5D6}" dt="2026-10-14T12:08:11.828" v="201" actId="478"/>
          <ac:spMkLst>
            <pc:docMk/>
            <pc:sldMk cId="952664020" sldId="1252"/>
            <ac:spMk id="80" creationId="{631903E9-A277-73F8-968D-BC0113C4128D}"/>
          </ac:spMkLst>
        </pc:spChg>
      </pc:sldChg>
      <pc:sldChg chg="addSp delSp modSp add mod">
        <pc:chgData name="Minh Huynh" userId="01a137d4-0d81-46e0-aca6-c9185b391828" providerId="ADAL" clId="{228DCBF7-2D91-4473-9F7E-959AF134A5D6}" dt="2026-10-14T12:09:10.259" v="229"/>
        <pc:sldMkLst>
          <pc:docMk/>
          <pc:sldMk cId="60795347" sldId="1261"/>
        </pc:sldMkLst>
        <pc:spChg chg="del">
          <ac:chgData name="Minh Huynh" userId="01a137d4-0d81-46e0-aca6-c9185b391828" providerId="ADAL" clId="{228DCBF7-2D91-4473-9F7E-959AF134A5D6}" dt="2026-10-14T12:09:04.530" v="227" actId="478"/>
          <ac:spMkLst>
            <pc:docMk/>
            <pc:sldMk cId="60795347" sldId="1261"/>
            <ac:spMk id="2" creationId="{5F64DD71-DED3-2F0F-5D0F-9B6F22796E60}"/>
          </ac:spMkLst>
        </pc:spChg>
        <pc:spChg chg="del">
          <ac:chgData name="Minh Huynh" userId="01a137d4-0d81-46e0-aca6-c9185b391828" providerId="ADAL" clId="{228DCBF7-2D91-4473-9F7E-959AF134A5D6}" dt="2026-10-14T12:09:04.530" v="227" actId="478"/>
          <ac:spMkLst>
            <pc:docMk/>
            <pc:sldMk cId="60795347" sldId="1261"/>
            <ac:spMk id="3" creationId="{FDB0B870-F6FE-0C08-C6A2-620F5BF8BF6E}"/>
          </ac:spMkLst>
        </pc:spChg>
        <pc:spChg chg="del">
          <ac:chgData name="Minh Huynh" userId="01a137d4-0d81-46e0-aca6-c9185b391828" providerId="ADAL" clId="{228DCBF7-2D91-4473-9F7E-959AF134A5D6}" dt="2026-10-14T12:09:04.530" v="227" actId="478"/>
          <ac:spMkLst>
            <pc:docMk/>
            <pc:sldMk cId="60795347" sldId="1261"/>
            <ac:spMk id="4" creationId="{C67B6236-0C32-5A13-1A9B-8B01D542647C}"/>
          </ac:spMkLst>
        </pc:spChg>
        <pc:spChg chg="del">
          <ac:chgData name="Minh Huynh" userId="01a137d4-0d81-46e0-aca6-c9185b391828" providerId="ADAL" clId="{228DCBF7-2D91-4473-9F7E-959AF134A5D6}" dt="2026-10-14T12:09:04.530" v="227" actId="478"/>
          <ac:spMkLst>
            <pc:docMk/>
            <pc:sldMk cId="60795347" sldId="1261"/>
            <ac:spMk id="5" creationId="{5F30AE6C-E948-EEE5-D949-3444ED1BB72C}"/>
          </ac:spMkLst>
        </pc:spChg>
        <pc:spChg chg="del">
          <ac:chgData name="Minh Huynh" userId="01a137d4-0d81-46e0-aca6-c9185b391828" providerId="ADAL" clId="{228DCBF7-2D91-4473-9F7E-959AF134A5D6}" dt="2026-10-14T12:09:04.530" v="227" actId="478"/>
          <ac:spMkLst>
            <pc:docMk/>
            <pc:sldMk cId="60795347" sldId="1261"/>
            <ac:spMk id="6" creationId="{0C440723-3424-F9DE-0939-196E76D0E8D9}"/>
          </ac:spMkLst>
        </pc:spChg>
        <pc:spChg chg="del">
          <ac:chgData name="Minh Huynh" userId="01a137d4-0d81-46e0-aca6-c9185b391828" providerId="ADAL" clId="{228DCBF7-2D91-4473-9F7E-959AF134A5D6}" dt="2026-10-14T12:09:04.530" v="227" actId="478"/>
          <ac:spMkLst>
            <pc:docMk/>
            <pc:sldMk cId="60795347" sldId="1261"/>
            <ac:spMk id="7" creationId="{ADE25162-A80C-808C-C1FC-84E5716C330F}"/>
          </ac:spMkLst>
        </pc:spChg>
        <pc:spChg chg="del">
          <ac:chgData name="Minh Huynh" userId="01a137d4-0d81-46e0-aca6-c9185b391828" providerId="ADAL" clId="{228DCBF7-2D91-4473-9F7E-959AF134A5D6}" dt="2026-10-14T12:09:04.530" v="227" actId="478"/>
          <ac:spMkLst>
            <pc:docMk/>
            <pc:sldMk cId="60795347" sldId="1261"/>
            <ac:spMk id="8" creationId="{5C53EAC0-4ACE-F631-2943-492F3208220B}"/>
          </ac:spMkLst>
        </pc:spChg>
        <pc:spChg chg="add mod">
          <ac:chgData name="Minh Huynh" userId="01a137d4-0d81-46e0-aca6-c9185b391828" providerId="ADAL" clId="{228DCBF7-2D91-4473-9F7E-959AF134A5D6}" dt="2026-10-14T12:09:10.259" v="229"/>
          <ac:spMkLst>
            <pc:docMk/>
            <pc:sldMk cId="60795347" sldId="1261"/>
            <ac:spMk id="26" creationId="{E4441832-A349-4811-B60C-48F409577DB5}"/>
          </ac:spMkLst>
        </pc:spChg>
      </pc:sldChg>
      <pc:sldChg chg="addSp delSp modSp add mod">
        <pc:chgData name="Minh Huynh" userId="01a137d4-0d81-46e0-aca6-c9185b391828" providerId="ADAL" clId="{228DCBF7-2D91-4473-9F7E-959AF134A5D6}" dt="2026-10-14T12:09:11.434" v="230"/>
        <pc:sldMkLst>
          <pc:docMk/>
          <pc:sldMk cId="2185986839" sldId="1262"/>
        </pc:sldMkLst>
        <pc:spChg chg="del">
          <ac:chgData name="Minh Huynh" userId="01a137d4-0d81-46e0-aca6-c9185b391828" providerId="ADAL" clId="{228DCBF7-2D91-4473-9F7E-959AF134A5D6}" dt="2026-10-14T12:09:07.308" v="228" actId="478"/>
          <ac:spMkLst>
            <pc:docMk/>
            <pc:sldMk cId="2185986839" sldId="1262"/>
            <ac:spMk id="2" creationId="{B0D34A95-1325-A312-452B-950D72AB247D}"/>
          </ac:spMkLst>
        </pc:spChg>
        <pc:spChg chg="del">
          <ac:chgData name="Minh Huynh" userId="01a137d4-0d81-46e0-aca6-c9185b391828" providerId="ADAL" clId="{228DCBF7-2D91-4473-9F7E-959AF134A5D6}" dt="2026-10-14T12:09:07.308" v="228" actId="478"/>
          <ac:spMkLst>
            <pc:docMk/>
            <pc:sldMk cId="2185986839" sldId="1262"/>
            <ac:spMk id="3" creationId="{F7245ABC-4F33-CDE2-E84A-83E076479276}"/>
          </ac:spMkLst>
        </pc:spChg>
        <pc:spChg chg="del">
          <ac:chgData name="Minh Huynh" userId="01a137d4-0d81-46e0-aca6-c9185b391828" providerId="ADAL" clId="{228DCBF7-2D91-4473-9F7E-959AF134A5D6}" dt="2026-10-14T12:09:07.308" v="228" actId="478"/>
          <ac:spMkLst>
            <pc:docMk/>
            <pc:sldMk cId="2185986839" sldId="1262"/>
            <ac:spMk id="4" creationId="{88B6F699-968C-1EB0-E4CD-0A693E9E06B4}"/>
          </ac:spMkLst>
        </pc:spChg>
        <pc:spChg chg="del">
          <ac:chgData name="Minh Huynh" userId="01a137d4-0d81-46e0-aca6-c9185b391828" providerId="ADAL" clId="{228DCBF7-2D91-4473-9F7E-959AF134A5D6}" dt="2026-10-14T12:09:07.308" v="228" actId="478"/>
          <ac:spMkLst>
            <pc:docMk/>
            <pc:sldMk cId="2185986839" sldId="1262"/>
            <ac:spMk id="5" creationId="{037A660E-1CE2-D572-F874-6176C5351D82}"/>
          </ac:spMkLst>
        </pc:spChg>
        <pc:spChg chg="del">
          <ac:chgData name="Minh Huynh" userId="01a137d4-0d81-46e0-aca6-c9185b391828" providerId="ADAL" clId="{228DCBF7-2D91-4473-9F7E-959AF134A5D6}" dt="2026-10-14T12:09:07.308" v="228" actId="478"/>
          <ac:spMkLst>
            <pc:docMk/>
            <pc:sldMk cId="2185986839" sldId="1262"/>
            <ac:spMk id="6" creationId="{322BC2D7-886F-3F84-A17E-A9718120B77A}"/>
          </ac:spMkLst>
        </pc:spChg>
        <pc:spChg chg="del">
          <ac:chgData name="Minh Huynh" userId="01a137d4-0d81-46e0-aca6-c9185b391828" providerId="ADAL" clId="{228DCBF7-2D91-4473-9F7E-959AF134A5D6}" dt="2026-10-14T12:09:07.308" v="228" actId="478"/>
          <ac:spMkLst>
            <pc:docMk/>
            <pc:sldMk cId="2185986839" sldId="1262"/>
            <ac:spMk id="7" creationId="{00AA204D-C5CD-E3FF-1C2F-68FF7E9CCBE5}"/>
          </ac:spMkLst>
        </pc:spChg>
        <pc:spChg chg="del">
          <ac:chgData name="Minh Huynh" userId="01a137d4-0d81-46e0-aca6-c9185b391828" providerId="ADAL" clId="{228DCBF7-2D91-4473-9F7E-959AF134A5D6}" dt="2026-10-14T12:09:07.308" v="228" actId="478"/>
          <ac:spMkLst>
            <pc:docMk/>
            <pc:sldMk cId="2185986839" sldId="1262"/>
            <ac:spMk id="8" creationId="{52DE8210-7D02-78A3-6A9D-0888DE393890}"/>
          </ac:spMkLst>
        </pc:spChg>
        <pc:spChg chg="add mod">
          <ac:chgData name="Minh Huynh" userId="01a137d4-0d81-46e0-aca6-c9185b391828" providerId="ADAL" clId="{228DCBF7-2D91-4473-9F7E-959AF134A5D6}" dt="2026-10-14T12:09:11.434" v="230"/>
          <ac:spMkLst>
            <pc:docMk/>
            <pc:sldMk cId="2185986839" sldId="1262"/>
            <ac:spMk id="21" creationId="{875DF2AF-56A3-4CB7-AE5C-689781D94583}"/>
          </ac:spMkLst>
        </pc:spChg>
      </pc:sldChg>
      <pc:sldChg chg="addSp delSp modSp add mod">
        <pc:chgData name="Minh Huynh" userId="01a137d4-0d81-46e0-aca6-c9185b391828" providerId="ADAL" clId="{228DCBF7-2D91-4473-9F7E-959AF134A5D6}" dt="2026-10-14T12:09:44.641" v="267" actId="20577"/>
        <pc:sldMkLst>
          <pc:docMk/>
          <pc:sldMk cId="1518683026" sldId="1267"/>
        </pc:sldMkLst>
        <pc:spChg chg="del">
          <ac:chgData name="Minh Huynh" userId="01a137d4-0d81-46e0-aca6-c9185b391828" providerId="ADAL" clId="{228DCBF7-2D91-4473-9F7E-959AF134A5D6}" dt="2026-10-14T12:09:32.145" v="232" actId="478"/>
          <ac:spMkLst>
            <pc:docMk/>
            <pc:sldMk cId="1518683026" sldId="1267"/>
            <ac:spMk id="7" creationId="{128B828E-A4EC-6F98-FD4B-3808499D7F41}"/>
          </ac:spMkLst>
        </pc:spChg>
        <pc:spChg chg="del">
          <ac:chgData name="Minh Huynh" userId="01a137d4-0d81-46e0-aca6-c9185b391828" providerId="ADAL" clId="{228DCBF7-2D91-4473-9F7E-959AF134A5D6}" dt="2026-10-14T12:09:32.145" v="232" actId="478"/>
          <ac:spMkLst>
            <pc:docMk/>
            <pc:sldMk cId="1518683026" sldId="1267"/>
            <ac:spMk id="8" creationId="{BF232048-345A-212A-C2DE-DEC4919EEEBC}"/>
          </ac:spMkLst>
        </pc:spChg>
        <pc:spChg chg="del">
          <ac:chgData name="Minh Huynh" userId="01a137d4-0d81-46e0-aca6-c9185b391828" providerId="ADAL" clId="{228DCBF7-2D91-4473-9F7E-959AF134A5D6}" dt="2026-10-14T12:09:32.145" v="232" actId="478"/>
          <ac:spMkLst>
            <pc:docMk/>
            <pc:sldMk cId="1518683026" sldId="1267"/>
            <ac:spMk id="9" creationId="{D24DAB31-3B64-FF3C-356C-07E557683DD6}"/>
          </ac:spMkLst>
        </pc:spChg>
        <pc:spChg chg="del">
          <ac:chgData name="Minh Huynh" userId="01a137d4-0d81-46e0-aca6-c9185b391828" providerId="ADAL" clId="{228DCBF7-2D91-4473-9F7E-959AF134A5D6}" dt="2026-10-14T12:09:32.145" v="232" actId="478"/>
          <ac:spMkLst>
            <pc:docMk/>
            <pc:sldMk cId="1518683026" sldId="1267"/>
            <ac:spMk id="10" creationId="{EADFA30F-22C7-81BC-2D91-CF90BB2FABEC}"/>
          </ac:spMkLst>
        </pc:spChg>
        <pc:spChg chg="del">
          <ac:chgData name="Minh Huynh" userId="01a137d4-0d81-46e0-aca6-c9185b391828" providerId="ADAL" clId="{228DCBF7-2D91-4473-9F7E-959AF134A5D6}" dt="2026-10-14T12:09:32.145" v="232" actId="478"/>
          <ac:spMkLst>
            <pc:docMk/>
            <pc:sldMk cId="1518683026" sldId="1267"/>
            <ac:spMk id="11" creationId="{29793E9C-3E69-89E2-4466-F71C56CB2CC0}"/>
          </ac:spMkLst>
        </pc:spChg>
        <pc:spChg chg="del">
          <ac:chgData name="Minh Huynh" userId="01a137d4-0d81-46e0-aca6-c9185b391828" providerId="ADAL" clId="{228DCBF7-2D91-4473-9F7E-959AF134A5D6}" dt="2026-10-14T12:09:32.145" v="232" actId="478"/>
          <ac:spMkLst>
            <pc:docMk/>
            <pc:sldMk cId="1518683026" sldId="1267"/>
            <ac:spMk id="12" creationId="{EA808FF7-708E-365C-A27E-E006E9848B35}"/>
          </ac:spMkLst>
        </pc:spChg>
        <pc:spChg chg="del">
          <ac:chgData name="Minh Huynh" userId="01a137d4-0d81-46e0-aca6-c9185b391828" providerId="ADAL" clId="{228DCBF7-2D91-4473-9F7E-959AF134A5D6}" dt="2026-10-14T12:09:32.145" v="232" actId="478"/>
          <ac:spMkLst>
            <pc:docMk/>
            <pc:sldMk cId="1518683026" sldId="1267"/>
            <ac:spMk id="13" creationId="{D381083E-3160-C0F8-84F9-0FFC8169FA46}"/>
          </ac:spMkLst>
        </pc:spChg>
        <pc:spChg chg="add mod">
          <ac:chgData name="Minh Huynh" userId="01a137d4-0d81-46e0-aca6-c9185b391828" providerId="ADAL" clId="{228DCBF7-2D91-4473-9F7E-959AF134A5D6}" dt="2026-10-14T12:09:44.641" v="267" actId="20577"/>
          <ac:spMkLst>
            <pc:docMk/>
            <pc:sldMk cId="1518683026" sldId="1267"/>
            <ac:spMk id="24" creationId="{4148B79A-D587-4F86-A4D3-D67493E74AD8}"/>
          </ac:spMkLst>
        </pc:spChg>
      </pc:sldChg>
      <pc:sldChg chg="addSp delSp modSp add mod">
        <pc:chgData name="Minh Huynh" userId="01a137d4-0d81-46e0-aca6-c9185b391828" providerId="ADAL" clId="{228DCBF7-2D91-4473-9F7E-959AF134A5D6}" dt="2026-10-14T12:10:00.938" v="270"/>
        <pc:sldMkLst>
          <pc:docMk/>
          <pc:sldMk cId="1894680212" sldId="1271"/>
        </pc:sldMkLst>
        <pc:spChg chg="del">
          <ac:chgData name="Minh Huynh" userId="01a137d4-0d81-46e0-aca6-c9185b391828" providerId="ADAL" clId="{228DCBF7-2D91-4473-9F7E-959AF134A5D6}" dt="2026-10-14T12:09:57.806" v="269" actId="478"/>
          <ac:spMkLst>
            <pc:docMk/>
            <pc:sldMk cId="1894680212" sldId="1271"/>
            <ac:spMk id="2" creationId="{2503FF94-2090-F99A-69E3-F16BEBF6BB6E}"/>
          </ac:spMkLst>
        </pc:spChg>
        <pc:spChg chg="del">
          <ac:chgData name="Minh Huynh" userId="01a137d4-0d81-46e0-aca6-c9185b391828" providerId="ADAL" clId="{228DCBF7-2D91-4473-9F7E-959AF134A5D6}" dt="2026-10-14T12:09:57.806" v="269" actId="478"/>
          <ac:spMkLst>
            <pc:docMk/>
            <pc:sldMk cId="1894680212" sldId="1271"/>
            <ac:spMk id="3" creationId="{31868835-22F4-87B2-55D3-83EBE46BA166}"/>
          </ac:spMkLst>
        </pc:spChg>
        <pc:spChg chg="del">
          <ac:chgData name="Minh Huynh" userId="01a137d4-0d81-46e0-aca6-c9185b391828" providerId="ADAL" clId="{228DCBF7-2D91-4473-9F7E-959AF134A5D6}" dt="2026-10-14T12:09:57.806" v="269" actId="478"/>
          <ac:spMkLst>
            <pc:docMk/>
            <pc:sldMk cId="1894680212" sldId="1271"/>
            <ac:spMk id="4" creationId="{FE95B4E7-EB93-29BD-36F3-D9A32B175A98}"/>
          </ac:spMkLst>
        </pc:spChg>
        <pc:spChg chg="del">
          <ac:chgData name="Minh Huynh" userId="01a137d4-0d81-46e0-aca6-c9185b391828" providerId="ADAL" clId="{228DCBF7-2D91-4473-9F7E-959AF134A5D6}" dt="2026-10-14T12:09:57.806" v="269" actId="478"/>
          <ac:spMkLst>
            <pc:docMk/>
            <pc:sldMk cId="1894680212" sldId="1271"/>
            <ac:spMk id="5" creationId="{3544EFE9-F577-01DD-4B3F-8FC9C32859A7}"/>
          </ac:spMkLst>
        </pc:spChg>
        <pc:spChg chg="del">
          <ac:chgData name="Minh Huynh" userId="01a137d4-0d81-46e0-aca6-c9185b391828" providerId="ADAL" clId="{228DCBF7-2D91-4473-9F7E-959AF134A5D6}" dt="2026-10-14T12:09:57.806" v="269" actId="478"/>
          <ac:spMkLst>
            <pc:docMk/>
            <pc:sldMk cId="1894680212" sldId="1271"/>
            <ac:spMk id="6" creationId="{AD38908C-6D42-278E-6F4A-432E914A1E36}"/>
          </ac:spMkLst>
        </pc:spChg>
        <pc:spChg chg="del">
          <ac:chgData name="Minh Huynh" userId="01a137d4-0d81-46e0-aca6-c9185b391828" providerId="ADAL" clId="{228DCBF7-2D91-4473-9F7E-959AF134A5D6}" dt="2026-10-14T12:09:57.806" v="269" actId="478"/>
          <ac:spMkLst>
            <pc:docMk/>
            <pc:sldMk cId="1894680212" sldId="1271"/>
            <ac:spMk id="7" creationId="{A1586173-D89E-FC3C-A26A-E6C982E245F0}"/>
          </ac:spMkLst>
        </pc:spChg>
        <pc:spChg chg="del">
          <ac:chgData name="Minh Huynh" userId="01a137d4-0d81-46e0-aca6-c9185b391828" providerId="ADAL" clId="{228DCBF7-2D91-4473-9F7E-959AF134A5D6}" dt="2026-10-14T12:09:57.806" v="269" actId="478"/>
          <ac:spMkLst>
            <pc:docMk/>
            <pc:sldMk cId="1894680212" sldId="1271"/>
            <ac:spMk id="8" creationId="{B90BBD37-5C8D-FDEC-7062-7A4831FBC5A5}"/>
          </ac:spMkLst>
        </pc:spChg>
        <pc:spChg chg="add mod">
          <ac:chgData name="Minh Huynh" userId="01a137d4-0d81-46e0-aca6-c9185b391828" providerId="ADAL" clId="{228DCBF7-2D91-4473-9F7E-959AF134A5D6}" dt="2026-10-14T12:10:00.938" v="270"/>
          <ac:spMkLst>
            <pc:docMk/>
            <pc:sldMk cId="1894680212" sldId="1271"/>
            <ac:spMk id="86" creationId="{A4D5F821-AE42-4608-B4BB-DC25EA7E4D90}"/>
          </ac:spMkLst>
        </pc:spChg>
      </pc:sldChg>
      <pc:sldChg chg="addSp delSp modSp add mod">
        <pc:chgData name="Minh Huynh" userId="01a137d4-0d81-46e0-aca6-c9185b391828" providerId="ADAL" clId="{228DCBF7-2D91-4473-9F7E-959AF134A5D6}" dt="2026-10-14T12:10:23.149" v="293" actId="20577"/>
        <pc:sldMkLst>
          <pc:docMk/>
          <pc:sldMk cId="2293101966" sldId="1276"/>
        </pc:sldMkLst>
        <pc:spChg chg="del">
          <ac:chgData name="Minh Huynh" userId="01a137d4-0d81-46e0-aca6-c9185b391828" providerId="ADAL" clId="{228DCBF7-2D91-4473-9F7E-959AF134A5D6}" dt="2026-10-14T12:10:14.956" v="272" actId="478"/>
          <ac:spMkLst>
            <pc:docMk/>
            <pc:sldMk cId="2293101966" sldId="1276"/>
            <ac:spMk id="3" creationId="{03E37439-BB7D-D19A-0BE8-E4E7DC616359}"/>
          </ac:spMkLst>
        </pc:spChg>
        <pc:spChg chg="del">
          <ac:chgData name="Minh Huynh" userId="01a137d4-0d81-46e0-aca6-c9185b391828" providerId="ADAL" clId="{228DCBF7-2D91-4473-9F7E-959AF134A5D6}" dt="2026-10-14T12:10:16.493" v="273" actId="478"/>
          <ac:spMkLst>
            <pc:docMk/>
            <pc:sldMk cId="2293101966" sldId="1276"/>
            <ac:spMk id="10" creationId="{93090F60-A45F-A7E1-105F-21BBCC785B2F}"/>
          </ac:spMkLst>
        </pc:spChg>
        <pc:spChg chg="add mod">
          <ac:chgData name="Minh Huynh" userId="01a137d4-0d81-46e0-aca6-c9185b391828" providerId="ADAL" clId="{228DCBF7-2D91-4473-9F7E-959AF134A5D6}" dt="2026-10-14T12:10:23.149" v="293" actId="20577"/>
          <ac:spMkLst>
            <pc:docMk/>
            <pc:sldMk cId="2293101966" sldId="1276"/>
            <ac:spMk id="15" creationId="{EE8E3D33-F091-420E-8C6E-C6A2CD1E2A4A}"/>
          </ac:spMkLst>
        </pc:spChg>
        <pc:spChg chg="del">
          <ac:chgData name="Minh Huynh" userId="01a137d4-0d81-46e0-aca6-c9185b391828" providerId="ADAL" clId="{228DCBF7-2D91-4473-9F7E-959AF134A5D6}" dt="2026-10-14T12:10:16.493" v="273" actId="478"/>
          <ac:spMkLst>
            <pc:docMk/>
            <pc:sldMk cId="2293101966" sldId="1276"/>
            <ac:spMk id="44" creationId="{486DD7B7-B035-3E9A-2D2E-9D454E46C41E}"/>
          </ac:spMkLst>
        </pc:spChg>
        <pc:spChg chg="del">
          <ac:chgData name="Minh Huynh" userId="01a137d4-0d81-46e0-aca6-c9185b391828" providerId="ADAL" clId="{228DCBF7-2D91-4473-9F7E-959AF134A5D6}" dt="2026-10-14T12:10:16.493" v="273" actId="478"/>
          <ac:spMkLst>
            <pc:docMk/>
            <pc:sldMk cId="2293101966" sldId="1276"/>
            <ac:spMk id="45" creationId="{B2C2A7B0-C8F4-6C95-7373-DE806479C89D}"/>
          </ac:spMkLst>
        </pc:spChg>
        <pc:spChg chg="del">
          <ac:chgData name="Minh Huynh" userId="01a137d4-0d81-46e0-aca6-c9185b391828" providerId="ADAL" clId="{228DCBF7-2D91-4473-9F7E-959AF134A5D6}" dt="2026-10-14T12:10:16.493" v="273" actId="478"/>
          <ac:spMkLst>
            <pc:docMk/>
            <pc:sldMk cId="2293101966" sldId="1276"/>
            <ac:spMk id="74" creationId="{78078893-13B1-BB2A-1C4D-6FF0037AC663}"/>
          </ac:spMkLst>
        </pc:spChg>
        <pc:spChg chg="del">
          <ac:chgData name="Minh Huynh" userId="01a137d4-0d81-46e0-aca6-c9185b391828" providerId="ADAL" clId="{228DCBF7-2D91-4473-9F7E-959AF134A5D6}" dt="2026-10-14T12:10:16.493" v="273" actId="478"/>
          <ac:spMkLst>
            <pc:docMk/>
            <pc:sldMk cId="2293101966" sldId="1276"/>
            <ac:spMk id="78" creationId="{BE8CB6C8-0BC2-8635-02F9-FA015AAFB68D}"/>
          </ac:spMkLst>
        </pc:spChg>
        <pc:spChg chg="del">
          <ac:chgData name="Minh Huynh" userId="01a137d4-0d81-46e0-aca6-c9185b391828" providerId="ADAL" clId="{228DCBF7-2D91-4473-9F7E-959AF134A5D6}" dt="2026-10-14T12:10:16.493" v="273" actId="478"/>
          <ac:spMkLst>
            <pc:docMk/>
            <pc:sldMk cId="2293101966" sldId="1276"/>
            <ac:spMk id="79" creationId="{DF6A8924-80B2-283F-6711-0939654986E7}"/>
          </ac:spMkLst>
        </pc:spChg>
        <pc:spChg chg="del">
          <ac:chgData name="Minh Huynh" userId="01a137d4-0d81-46e0-aca6-c9185b391828" providerId="ADAL" clId="{228DCBF7-2D91-4473-9F7E-959AF134A5D6}" dt="2026-10-14T12:10:16.493" v="273" actId="478"/>
          <ac:spMkLst>
            <pc:docMk/>
            <pc:sldMk cId="2293101966" sldId="1276"/>
            <ac:spMk id="80" creationId="{13F6663A-92FC-9C74-16D5-89ABB30687A6}"/>
          </ac:spMkLst>
        </pc:spChg>
      </pc:sldChg>
      <pc:sldChg chg="addSp modSp add mod">
        <pc:chgData name="Minh Huynh" userId="01a137d4-0d81-46e0-aca6-c9185b391828" providerId="ADAL" clId="{228DCBF7-2D91-4473-9F7E-959AF134A5D6}" dt="2026-10-14T12:10:41.919" v="296"/>
        <pc:sldMkLst>
          <pc:docMk/>
          <pc:sldMk cId="4230569743" sldId="1282"/>
        </pc:sldMkLst>
        <pc:spChg chg="mod">
          <ac:chgData name="Minh Huynh" userId="01a137d4-0d81-46e0-aca6-c9185b391828" providerId="ADAL" clId="{228DCBF7-2D91-4473-9F7E-959AF134A5D6}" dt="2026-10-14T12:10:39.485" v="295" actId="1076"/>
          <ac:spMkLst>
            <pc:docMk/>
            <pc:sldMk cId="4230569743" sldId="1282"/>
            <ac:spMk id="2" creationId="{486E7B67-4683-4355-BE95-33F3EC5AE3F5}"/>
          </ac:spMkLst>
        </pc:spChg>
        <pc:spChg chg="mod">
          <ac:chgData name="Minh Huynh" userId="01a137d4-0d81-46e0-aca6-c9185b391828" providerId="ADAL" clId="{228DCBF7-2D91-4473-9F7E-959AF134A5D6}" dt="2026-10-14T12:10:39.485" v="295" actId="1076"/>
          <ac:spMkLst>
            <pc:docMk/>
            <pc:sldMk cId="4230569743" sldId="1282"/>
            <ac:spMk id="6" creationId="{45D72098-05C6-C818-3BFD-E04A5B1764FF}"/>
          </ac:spMkLst>
        </pc:spChg>
        <pc:spChg chg="add mod">
          <ac:chgData name="Minh Huynh" userId="01a137d4-0d81-46e0-aca6-c9185b391828" providerId="ADAL" clId="{228DCBF7-2D91-4473-9F7E-959AF134A5D6}" dt="2026-10-14T12:10:41.919" v="296"/>
          <ac:spMkLst>
            <pc:docMk/>
            <pc:sldMk cId="4230569743" sldId="1282"/>
            <ac:spMk id="8" creationId="{5DE0E2EB-3E67-4E7A-9077-F17B1743C481}"/>
          </ac:spMkLst>
        </pc:spChg>
        <pc:spChg chg="mod">
          <ac:chgData name="Minh Huynh" userId="01a137d4-0d81-46e0-aca6-c9185b391828" providerId="ADAL" clId="{228DCBF7-2D91-4473-9F7E-959AF134A5D6}" dt="2026-10-14T12:10:39.485" v="295" actId="1076"/>
          <ac:spMkLst>
            <pc:docMk/>
            <pc:sldMk cId="4230569743" sldId="1282"/>
            <ac:spMk id="11" creationId="{097076AF-2CA6-42F4-A20C-F3013E87DEB3}"/>
          </ac:spMkLst>
        </pc:spChg>
        <pc:spChg chg="mod">
          <ac:chgData name="Minh Huynh" userId="01a137d4-0d81-46e0-aca6-c9185b391828" providerId="ADAL" clId="{228DCBF7-2D91-4473-9F7E-959AF134A5D6}" dt="2026-10-14T12:10:39.485" v="295" actId="1076"/>
          <ac:spMkLst>
            <pc:docMk/>
            <pc:sldMk cId="4230569743" sldId="1282"/>
            <ac:spMk id="13" creationId="{A9FCBD1A-2908-488D-8AFE-B570107DEA06}"/>
          </ac:spMkLst>
        </pc:spChg>
        <pc:cxnChg chg="mod">
          <ac:chgData name="Minh Huynh" userId="01a137d4-0d81-46e0-aca6-c9185b391828" providerId="ADAL" clId="{228DCBF7-2D91-4473-9F7E-959AF134A5D6}" dt="2026-10-14T12:10:39.485" v="295" actId="1076"/>
          <ac:cxnSpMkLst>
            <pc:docMk/>
            <pc:sldMk cId="4230569743" sldId="1282"/>
            <ac:cxnSpMk id="7" creationId="{0BC70B05-36A2-4E8B-801E-24E7D55DDB66}"/>
          </ac:cxnSpMkLst>
        </pc:cxnChg>
        <pc:cxnChg chg="mod">
          <ac:chgData name="Minh Huynh" userId="01a137d4-0d81-46e0-aca6-c9185b391828" providerId="ADAL" clId="{228DCBF7-2D91-4473-9F7E-959AF134A5D6}" dt="2026-10-14T12:10:39.485" v="295" actId="1076"/>
          <ac:cxnSpMkLst>
            <pc:docMk/>
            <pc:sldMk cId="4230569743" sldId="1282"/>
            <ac:cxnSpMk id="17" creationId="{730550F3-74E4-42A8-AF00-E28F936397EF}"/>
          </ac:cxnSpMkLst>
        </pc:cxnChg>
      </pc:sldChg>
      <pc:sldChg chg="addSp delSp modSp add mod modAnim">
        <pc:chgData name="Minh Huynh" userId="01a137d4-0d81-46e0-aca6-c9185b391828" providerId="ADAL" clId="{228DCBF7-2D91-4473-9F7E-959AF134A5D6}" dt="2026-10-14T12:11:35.945" v="306" actId="14100"/>
        <pc:sldMkLst>
          <pc:docMk/>
          <pc:sldMk cId="877037721" sldId="1286"/>
        </pc:sldMkLst>
        <pc:spChg chg="del">
          <ac:chgData name="Minh Huynh" userId="01a137d4-0d81-46e0-aca6-c9185b391828" providerId="ADAL" clId="{228DCBF7-2D91-4473-9F7E-959AF134A5D6}" dt="2026-10-14T12:10:59.249" v="298" actId="478"/>
          <ac:spMkLst>
            <pc:docMk/>
            <pc:sldMk cId="877037721" sldId="1286"/>
            <ac:spMk id="3" creationId="{3F7B90F9-043D-A246-A3D8-23FD1761B25F}"/>
          </ac:spMkLst>
        </pc:spChg>
        <pc:spChg chg="mod">
          <ac:chgData name="Minh Huynh" userId="01a137d4-0d81-46e0-aca6-c9185b391828" providerId="ADAL" clId="{228DCBF7-2D91-4473-9F7E-959AF134A5D6}" dt="2026-10-14T12:11:30.339" v="304" actId="1076"/>
          <ac:spMkLst>
            <pc:docMk/>
            <pc:sldMk cId="877037721" sldId="1286"/>
            <ac:spMk id="4" creationId="{189C9251-3E66-D53E-6E41-F7E36FD3BBD3}"/>
          </ac:spMkLst>
        </pc:spChg>
        <pc:spChg chg="mod">
          <ac:chgData name="Minh Huynh" userId="01a137d4-0d81-46e0-aca6-c9185b391828" providerId="ADAL" clId="{228DCBF7-2D91-4473-9F7E-959AF134A5D6}" dt="2026-10-14T12:11:30.339" v="304" actId="1076"/>
          <ac:spMkLst>
            <pc:docMk/>
            <pc:sldMk cId="877037721" sldId="1286"/>
            <ac:spMk id="6" creationId="{32B67F7E-6F67-A7DA-4F69-37E368CF5254}"/>
          </ac:spMkLst>
        </pc:spChg>
        <pc:spChg chg="mod">
          <ac:chgData name="Minh Huynh" userId="01a137d4-0d81-46e0-aca6-c9185b391828" providerId="ADAL" clId="{228DCBF7-2D91-4473-9F7E-959AF134A5D6}" dt="2026-10-14T12:11:30.339" v="304" actId="1076"/>
          <ac:spMkLst>
            <pc:docMk/>
            <pc:sldMk cId="877037721" sldId="1286"/>
            <ac:spMk id="7" creationId="{D548AA79-D13B-31D9-4EEA-232D9CD746F2}"/>
          </ac:spMkLst>
        </pc:spChg>
        <pc:spChg chg="mod">
          <ac:chgData name="Minh Huynh" userId="01a137d4-0d81-46e0-aca6-c9185b391828" providerId="ADAL" clId="{228DCBF7-2D91-4473-9F7E-959AF134A5D6}" dt="2026-10-14T12:11:30.339" v="304" actId="1076"/>
          <ac:spMkLst>
            <pc:docMk/>
            <pc:sldMk cId="877037721" sldId="1286"/>
            <ac:spMk id="8" creationId="{41F1776C-CC83-D8D7-4EBC-E293B98BB27D}"/>
          </ac:spMkLst>
        </pc:spChg>
        <pc:spChg chg="mod">
          <ac:chgData name="Minh Huynh" userId="01a137d4-0d81-46e0-aca6-c9185b391828" providerId="ADAL" clId="{228DCBF7-2D91-4473-9F7E-959AF134A5D6}" dt="2026-10-14T12:11:30.339" v="304" actId="1076"/>
          <ac:spMkLst>
            <pc:docMk/>
            <pc:sldMk cId="877037721" sldId="1286"/>
            <ac:spMk id="9" creationId="{E67CDC39-A2E7-EB5D-933F-C2A9447546F1}"/>
          </ac:spMkLst>
        </pc:spChg>
        <pc:spChg chg="mod">
          <ac:chgData name="Minh Huynh" userId="01a137d4-0d81-46e0-aca6-c9185b391828" providerId="ADAL" clId="{228DCBF7-2D91-4473-9F7E-959AF134A5D6}" dt="2026-10-14T12:11:30.339" v="304" actId="1076"/>
          <ac:spMkLst>
            <pc:docMk/>
            <pc:sldMk cId="877037721" sldId="1286"/>
            <ac:spMk id="11" creationId="{D2C0F65E-A22D-E24D-98A0-5CDF97D5AA3D}"/>
          </ac:spMkLst>
        </pc:spChg>
        <pc:spChg chg="mod">
          <ac:chgData name="Minh Huynh" userId="01a137d4-0d81-46e0-aca6-c9185b391828" providerId="ADAL" clId="{228DCBF7-2D91-4473-9F7E-959AF134A5D6}" dt="2026-10-14T12:11:30.339" v="304" actId="1076"/>
          <ac:spMkLst>
            <pc:docMk/>
            <pc:sldMk cId="877037721" sldId="1286"/>
            <ac:spMk id="12" creationId="{5C12D236-BE50-69DD-7C0A-7A295AF0A526}"/>
          </ac:spMkLst>
        </pc:spChg>
        <pc:spChg chg="mod">
          <ac:chgData name="Minh Huynh" userId="01a137d4-0d81-46e0-aca6-c9185b391828" providerId="ADAL" clId="{228DCBF7-2D91-4473-9F7E-959AF134A5D6}" dt="2026-10-14T12:11:30.339" v="304" actId="1076"/>
          <ac:spMkLst>
            <pc:docMk/>
            <pc:sldMk cId="877037721" sldId="1286"/>
            <ac:spMk id="13" creationId="{8423C11F-48D2-BE12-B835-40B72114D33C}"/>
          </ac:spMkLst>
        </pc:spChg>
        <pc:spChg chg="mod">
          <ac:chgData name="Minh Huynh" userId="01a137d4-0d81-46e0-aca6-c9185b391828" providerId="ADAL" clId="{228DCBF7-2D91-4473-9F7E-959AF134A5D6}" dt="2026-10-14T12:11:30.339" v="304" actId="1076"/>
          <ac:spMkLst>
            <pc:docMk/>
            <pc:sldMk cId="877037721" sldId="1286"/>
            <ac:spMk id="14" creationId="{B8C8D6FC-9D35-66CF-47F4-A997E27360DF}"/>
          </ac:spMkLst>
        </pc:spChg>
        <pc:spChg chg="mod">
          <ac:chgData name="Minh Huynh" userId="01a137d4-0d81-46e0-aca6-c9185b391828" providerId="ADAL" clId="{228DCBF7-2D91-4473-9F7E-959AF134A5D6}" dt="2026-10-14T12:11:30.339" v="304" actId="1076"/>
          <ac:spMkLst>
            <pc:docMk/>
            <pc:sldMk cId="877037721" sldId="1286"/>
            <ac:spMk id="15" creationId="{2A9D81CB-7FD3-5EB2-4C25-0773EB46C90E}"/>
          </ac:spMkLst>
        </pc:spChg>
        <pc:spChg chg="mod">
          <ac:chgData name="Minh Huynh" userId="01a137d4-0d81-46e0-aca6-c9185b391828" providerId="ADAL" clId="{228DCBF7-2D91-4473-9F7E-959AF134A5D6}" dt="2026-10-14T12:11:30.339" v="304" actId="1076"/>
          <ac:spMkLst>
            <pc:docMk/>
            <pc:sldMk cId="877037721" sldId="1286"/>
            <ac:spMk id="16" creationId="{752D7CD8-60E7-D263-F34B-4900A711DC23}"/>
          </ac:spMkLst>
        </pc:spChg>
        <pc:spChg chg="mod">
          <ac:chgData name="Minh Huynh" userId="01a137d4-0d81-46e0-aca6-c9185b391828" providerId="ADAL" clId="{228DCBF7-2D91-4473-9F7E-959AF134A5D6}" dt="2026-10-14T12:11:30.339" v="304" actId="1076"/>
          <ac:spMkLst>
            <pc:docMk/>
            <pc:sldMk cId="877037721" sldId="1286"/>
            <ac:spMk id="18" creationId="{89AFB470-CF4E-E21F-66DC-23E4CAFFE799}"/>
          </ac:spMkLst>
        </pc:spChg>
        <pc:spChg chg="mod">
          <ac:chgData name="Minh Huynh" userId="01a137d4-0d81-46e0-aca6-c9185b391828" providerId="ADAL" clId="{228DCBF7-2D91-4473-9F7E-959AF134A5D6}" dt="2026-10-14T12:11:30.339" v="304" actId="1076"/>
          <ac:spMkLst>
            <pc:docMk/>
            <pc:sldMk cId="877037721" sldId="1286"/>
            <ac:spMk id="19" creationId="{B7627509-82A8-8669-380F-2BDA4E3B5F4B}"/>
          </ac:spMkLst>
        </pc:spChg>
        <pc:spChg chg="mod">
          <ac:chgData name="Minh Huynh" userId="01a137d4-0d81-46e0-aca6-c9185b391828" providerId="ADAL" clId="{228DCBF7-2D91-4473-9F7E-959AF134A5D6}" dt="2026-10-14T12:11:30.339" v="304" actId="1076"/>
          <ac:spMkLst>
            <pc:docMk/>
            <pc:sldMk cId="877037721" sldId="1286"/>
            <ac:spMk id="20" creationId="{0BB6A90B-A03A-B207-C4FB-975B55DC5C96}"/>
          </ac:spMkLst>
        </pc:spChg>
        <pc:spChg chg="mod">
          <ac:chgData name="Minh Huynh" userId="01a137d4-0d81-46e0-aca6-c9185b391828" providerId="ADAL" clId="{228DCBF7-2D91-4473-9F7E-959AF134A5D6}" dt="2026-10-14T12:11:30.339" v="304" actId="1076"/>
          <ac:spMkLst>
            <pc:docMk/>
            <pc:sldMk cId="877037721" sldId="1286"/>
            <ac:spMk id="22" creationId="{ADE43C2D-EB6C-4F8E-0EE0-E331A8AE2A6E}"/>
          </ac:spMkLst>
        </pc:spChg>
        <pc:spChg chg="mod">
          <ac:chgData name="Minh Huynh" userId="01a137d4-0d81-46e0-aca6-c9185b391828" providerId="ADAL" clId="{228DCBF7-2D91-4473-9F7E-959AF134A5D6}" dt="2026-10-14T12:11:30.339" v="304" actId="1076"/>
          <ac:spMkLst>
            <pc:docMk/>
            <pc:sldMk cId="877037721" sldId="1286"/>
            <ac:spMk id="23" creationId="{09A4F59B-97A5-63FD-8FBB-00363A3118C1}"/>
          </ac:spMkLst>
        </pc:spChg>
        <pc:spChg chg="add mod">
          <ac:chgData name="Minh Huynh" userId="01a137d4-0d81-46e0-aca6-c9185b391828" providerId="ADAL" clId="{228DCBF7-2D91-4473-9F7E-959AF134A5D6}" dt="2026-10-14T12:11:04.633" v="300"/>
          <ac:spMkLst>
            <pc:docMk/>
            <pc:sldMk cId="877037721" sldId="1286"/>
            <ac:spMk id="24" creationId="{4EF67EB8-11D2-4BAF-A08A-03858DF00300}"/>
          </ac:spMkLst>
        </pc:spChg>
        <pc:spChg chg="add mod">
          <ac:chgData name="Minh Huynh" userId="01a137d4-0d81-46e0-aca6-c9185b391828" providerId="ADAL" clId="{228DCBF7-2D91-4473-9F7E-959AF134A5D6}" dt="2026-10-14T12:11:35.945" v="306" actId="14100"/>
          <ac:spMkLst>
            <pc:docMk/>
            <pc:sldMk cId="877037721" sldId="1286"/>
            <ac:spMk id="25" creationId="{2B3677F5-F5DC-4A15-B139-C143BE38BA46}"/>
          </ac:spMkLst>
        </pc:spChg>
        <pc:spChg chg="del">
          <ac:chgData name="Minh Huynh" userId="01a137d4-0d81-46e0-aca6-c9185b391828" providerId="ADAL" clId="{228DCBF7-2D91-4473-9F7E-959AF134A5D6}" dt="2026-10-14T12:11:00.386" v="299" actId="478"/>
          <ac:spMkLst>
            <pc:docMk/>
            <pc:sldMk cId="877037721" sldId="1286"/>
            <ac:spMk id="29" creationId="{DD5507EC-4063-4ABF-8032-DE1D34E359E9}"/>
          </ac:spMkLst>
        </pc:spChg>
        <pc:picChg chg="mod">
          <ac:chgData name="Minh Huynh" userId="01a137d4-0d81-46e0-aca6-c9185b391828" providerId="ADAL" clId="{228DCBF7-2D91-4473-9F7E-959AF134A5D6}" dt="2026-10-14T12:11:30.339" v="304" actId="1076"/>
          <ac:picMkLst>
            <pc:docMk/>
            <pc:sldMk cId="877037721" sldId="1286"/>
            <ac:picMk id="5" creationId="{F4068632-C50E-FBBC-A338-4F1CE701576F}"/>
          </ac:picMkLst>
        </pc:picChg>
        <pc:picChg chg="mod">
          <ac:chgData name="Minh Huynh" userId="01a137d4-0d81-46e0-aca6-c9185b391828" providerId="ADAL" clId="{228DCBF7-2D91-4473-9F7E-959AF134A5D6}" dt="2026-10-14T12:11:30.339" v="304" actId="1076"/>
          <ac:picMkLst>
            <pc:docMk/>
            <pc:sldMk cId="877037721" sldId="1286"/>
            <ac:picMk id="17" creationId="{06E076CE-30FE-CD06-16C1-3CBA38141F1A}"/>
          </ac:picMkLst>
        </pc:picChg>
      </pc:sldChg>
      <pc:sldChg chg="modSp add mod">
        <pc:chgData name="Minh Huynh" userId="01a137d4-0d81-46e0-aca6-c9185b391828" providerId="ADAL" clId="{228DCBF7-2D91-4473-9F7E-959AF134A5D6}" dt="2026-10-14T12:12:47.818" v="319" actId="207"/>
        <pc:sldMkLst>
          <pc:docMk/>
          <pc:sldMk cId="2568664019" sldId="1287"/>
        </pc:sldMkLst>
        <pc:spChg chg="mod">
          <ac:chgData name="Minh Huynh" userId="01a137d4-0d81-46e0-aca6-c9185b391828" providerId="ADAL" clId="{228DCBF7-2D91-4473-9F7E-959AF134A5D6}" dt="2026-10-14T12:11:50.925" v="308" actId="207"/>
          <ac:spMkLst>
            <pc:docMk/>
            <pc:sldMk cId="2568664019" sldId="1287"/>
            <ac:spMk id="6" creationId="{32B67F7E-6F67-A7DA-4F69-37E368CF5254}"/>
          </ac:spMkLst>
        </pc:spChg>
        <pc:spChg chg="mod">
          <ac:chgData name="Minh Huynh" userId="01a137d4-0d81-46e0-aca6-c9185b391828" providerId="ADAL" clId="{228DCBF7-2D91-4473-9F7E-959AF134A5D6}" dt="2026-10-14T12:12:38.078" v="316" actId="207"/>
          <ac:spMkLst>
            <pc:docMk/>
            <pc:sldMk cId="2568664019" sldId="1287"/>
            <ac:spMk id="7" creationId="{D548AA79-D13B-31D9-4EEA-232D9CD746F2}"/>
          </ac:spMkLst>
        </pc:spChg>
        <pc:spChg chg="mod">
          <ac:chgData name="Minh Huynh" userId="01a137d4-0d81-46e0-aca6-c9185b391828" providerId="ADAL" clId="{228DCBF7-2D91-4473-9F7E-959AF134A5D6}" dt="2026-10-14T12:12:45.199" v="318" actId="207"/>
          <ac:spMkLst>
            <pc:docMk/>
            <pc:sldMk cId="2568664019" sldId="1287"/>
            <ac:spMk id="8" creationId="{41F1776C-CC83-D8D7-4EBC-E293B98BB27D}"/>
          </ac:spMkLst>
        </pc:spChg>
        <pc:spChg chg="mod">
          <ac:chgData name="Minh Huynh" userId="01a137d4-0d81-46e0-aca6-c9185b391828" providerId="ADAL" clId="{228DCBF7-2D91-4473-9F7E-959AF134A5D6}" dt="2026-10-14T12:12:00.007" v="309" actId="207"/>
          <ac:spMkLst>
            <pc:docMk/>
            <pc:sldMk cId="2568664019" sldId="1287"/>
            <ac:spMk id="12" creationId="{5C12D236-BE50-69DD-7C0A-7A295AF0A526}"/>
          </ac:spMkLst>
        </pc:spChg>
        <pc:spChg chg="mod">
          <ac:chgData name="Minh Huynh" userId="01a137d4-0d81-46e0-aca6-c9185b391828" providerId="ADAL" clId="{228DCBF7-2D91-4473-9F7E-959AF134A5D6}" dt="2026-10-14T12:12:41.689" v="317" actId="207"/>
          <ac:spMkLst>
            <pc:docMk/>
            <pc:sldMk cId="2568664019" sldId="1287"/>
            <ac:spMk id="13" creationId="{8423C11F-48D2-BE12-B835-40B72114D33C}"/>
          </ac:spMkLst>
        </pc:spChg>
        <pc:spChg chg="mod">
          <ac:chgData name="Minh Huynh" userId="01a137d4-0d81-46e0-aca6-c9185b391828" providerId="ADAL" clId="{228DCBF7-2D91-4473-9F7E-959AF134A5D6}" dt="2026-10-14T12:12:47.818" v="319" actId="207"/>
          <ac:spMkLst>
            <pc:docMk/>
            <pc:sldMk cId="2568664019" sldId="1287"/>
            <ac:spMk id="14" creationId="{B8C8D6FC-9D35-66CF-47F4-A997E27360DF}"/>
          </ac:spMkLst>
        </pc:spChg>
        <pc:spChg chg="mod">
          <ac:chgData name="Minh Huynh" userId="01a137d4-0d81-46e0-aca6-c9185b391828" providerId="ADAL" clId="{228DCBF7-2D91-4473-9F7E-959AF134A5D6}" dt="2026-10-14T12:11:50.925" v="308" actId="207"/>
          <ac:spMkLst>
            <pc:docMk/>
            <pc:sldMk cId="2568664019" sldId="1287"/>
            <ac:spMk id="16" creationId="{752D7CD8-60E7-D263-F34B-4900A711DC23}"/>
          </ac:spMkLst>
        </pc:spChg>
        <pc:spChg chg="mod">
          <ac:chgData name="Minh Huynh" userId="01a137d4-0d81-46e0-aca6-c9185b391828" providerId="ADAL" clId="{228DCBF7-2D91-4473-9F7E-959AF134A5D6}" dt="2026-10-14T12:11:50.925" v="308" actId="207"/>
          <ac:spMkLst>
            <pc:docMk/>
            <pc:sldMk cId="2568664019" sldId="1287"/>
            <ac:spMk id="18" creationId="{89AFB470-CF4E-E21F-66DC-23E4CAFFE799}"/>
          </ac:spMkLst>
        </pc:spChg>
        <pc:spChg chg="mod">
          <ac:chgData name="Minh Huynh" userId="01a137d4-0d81-46e0-aca6-c9185b391828" providerId="ADAL" clId="{228DCBF7-2D91-4473-9F7E-959AF134A5D6}" dt="2026-10-14T12:11:50.925" v="308" actId="207"/>
          <ac:spMkLst>
            <pc:docMk/>
            <pc:sldMk cId="2568664019" sldId="1287"/>
            <ac:spMk id="19" creationId="{B7627509-82A8-8669-380F-2BDA4E3B5F4B}"/>
          </ac:spMkLst>
        </pc:spChg>
        <pc:spChg chg="mod">
          <ac:chgData name="Minh Huynh" userId="01a137d4-0d81-46e0-aca6-c9185b391828" providerId="ADAL" clId="{228DCBF7-2D91-4473-9F7E-959AF134A5D6}" dt="2026-10-14T12:12:03.049" v="310" actId="207"/>
          <ac:spMkLst>
            <pc:docMk/>
            <pc:sldMk cId="2568664019" sldId="1287"/>
            <ac:spMk id="20" creationId="{0BB6A90B-A03A-B207-C4FB-975B55DC5C96}"/>
          </ac:spMkLst>
        </pc:spChg>
        <pc:spChg chg="mod">
          <ac:chgData name="Minh Huynh" userId="01a137d4-0d81-46e0-aca6-c9185b391828" providerId="ADAL" clId="{228DCBF7-2D91-4473-9F7E-959AF134A5D6}" dt="2026-10-14T12:11:50.925" v="308" actId="207"/>
          <ac:spMkLst>
            <pc:docMk/>
            <pc:sldMk cId="2568664019" sldId="1287"/>
            <ac:spMk id="22" creationId="{ADE43C2D-EB6C-4F8E-0EE0-E331A8AE2A6E}"/>
          </ac:spMkLst>
        </pc:spChg>
        <pc:spChg chg="mod">
          <ac:chgData name="Minh Huynh" userId="01a137d4-0d81-46e0-aca6-c9185b391828" providerId="ADAL" clId="{228DCBF7-2D91-4473-9F7E-959AF134A5D6}" dt="2026-10-14T12:11:50.925" v="308" actId="207"/>
          <ac:spMkLst>
            <pc:docMk/>
            <pc:sldMk cId="2568664019" sldId="1287"/>
            <ac:spMk id="23" creationId="{09A4F59B-97A5-63FD-8FBB-00363A3118C1}"/>
          </ac:spMkLst>
        </pc:spChg>
        <pc:spChg chg="mod">
          <ac:chgData name="Minh Huynh" userId="01a137d4-0d81-46e0-aca6-c9185b391828" providerId="ADAL" clId="{228DCBF7-2D91-4473-9F7E-959AF134A5D6}" dt="2026-10-14T12:12:22.733" v="313" actId="207"/>
          <ac:spMkLst>
            <pc:docMk/>
            <pc:sldMk cId="2568664019" sldId="1287"/>
            <ac:spMk id="25" creationId="{2B3677F5-F5DC-4A15-B139-C143BE38BA46}"/>
          </ac:spMkLst>
        </pc:spChg>
      </pc:sldChg>
      <pc:sldChg chg="del">
        <pc:chgData name="Minh Huynh" userId="01a137d4-0d81-46e0-aca6-c9185b391828" providerId="ADAL" clId="{228DCBF7-2D91-4473-9F7E-959AF134A5D6}" dt="2026-10-14T11:59:32.030" v="0" actId="47"/>
        <pc:sldMkLst>
          <pc:docMk/>
          <pc:sldMk cId="3861503697" sldId="1334"/>
        </pc:sldMkLst>
      </pc:sldChg>
      <pc:sldChg chg="addSp delSp modSp add mod">
        <pc:chgData name="Minh Huynh" userId="01a137d4-0d81-46e0-aca6-c9185b391828" providerId="ADAL" clId="{228DCBF7-2D91-4473-9F7E-959AF134A5D6}" dt="2026-10-14T12:16:39.624" v="345" actId="57"/>
        <pc:sldMkLst>
          <pc:docMk/>
          <pc:sldMk cId="219068167" sldId="1465"/>
        </pc:sldMkLst>
        <pc:spChg chg="del">
          <ac:chgData name="Minh Huynh" userId="01a137d4-0d81-46e0-aca6-c9185b391828" providerId="ADAL" clId="{228DCBF7-2D91-4473-9F7E-959AF134A5D6}" dt="2026-10-14T12:16:28.733" v="321" actId="478"/>
          <ac:spMkLst>
            <pc:docMk/>
            <pc:sldMk cId="219068167" sldId="1465"/>
            <ac:spMk id="3" creationId="{06A4675E-B24E-077B-FB79-C0880C0F9C5E}"/>
          </ac:spMkLst>
        </pc:spChg>
        <pc:spChg chg="del">
          <ac:chgData name="Minh Huynh" userId="01a137d4-0d81-46e0-aca6-c9185b391828" providerId="ADAL" clId="{228DCBF7-2D91-4473-9F7E-959AF134A5D6}" dt="2026-10-14T12:16:28.733" v="321" actId="478"/>
          <ac:spMkLst>
            <pc:docMk/>
            <pc:sldMk cId="219068167" sldId="1465"/>
            <ac:spMk id="4" creationId="{982288D1-27CF-3E8D-8CAB-F6A183D3D925}"/>
          </ac:spMkLst>
        </pc:spChg>
        <pc:spChg chg="del">
          <ac:chgData name="Minh Huynh" userId="01a137d4-0d81-46e0-aca6-c9185b391828" providerId="ADAL" clId="{228DCBF7-2D91-4473-9F7E-959AF134A5D6}" dt="2026-10-14T12:16:28.733" v="321" actId="478"/>
          <ac:spMkLst>
            <pc:docMk/>
            <pc:sldMk cId="219068167" sldId="1465"/>
            <ac:spMk id="5" creationId="{3CEC455B-DEAF-EDAC-8D99-D620CEA9D0EA}"/>
          </ac:spMkLst>
        </pc:spChg>
        <pc:spChg chg="del">
          <ac:chgData name="Minh Huynh" userId="01a137d4-0d81-46e0-aca6-c9185b391828" providerId="ADAL" clId="{228DCBF7-2D91-4473-9F7E-959AF134A5D6}" dt="2026-10-14T12:16:28.733" v="321" actId="478"/>
          <ac:spMkLst>
            <pc:docMk/>
            <pc:sldMk cId="219068167" sldId="1465"/>
            <ac:spMk id="6" creationId="{12196DDE-DA3A-DB39-92BB-2F60F566038F}"/>
          </ac:spMkLst>
        </pc:spChg>
        <pc:spChg chg="del">
          <ac:chgData name="Minh Huynh" userId="01a137d4-0d81-46e0-aca6-c9185b391828" providerId="ADAL" clId="{228DCBF7-2D91-4473-9F7E-959AF134A5D6}" dt="2026-10-14T12:16:28.733" v="321" actId="478"/>
          <ac:spMkLst>
            <pc:docMk/>
            <pc:sldMk cId="219068167" sldId="1465"/>
            <ac:spMk id="7" creationId="{8C467462-FA59-BB1D-F34C-53EFA854476B}"/>
          </ac:spMkLst>
        </pc:spChg>
        <pc:spChg chg="del">
          <ac:chgData name="Minh Huynh" userId="01a137d4-0d81-46e0-aca6-c9185b391828" providerId="ADAL" clId="{228DCBF7-2D91-4473-9F7E-959AF134A5D6}" dt="2026-10-14T12:16:28.733" v="321" actId="478"/>
          <ac:spMkLst>
            <pc:docMk/>
            <pc:sldMk cId="219068167" sldId="1465"/>
            <ac:spMk id="12" creationId="{0B9CB8C8-8F61-4114-A012-987509C904A9}"/>
          </ac:spMkLst>
        </pc:spChg>
        <pc:spChg chg="del">
          <ac:chgData name="Minh Huynh" userId="01a137d4-0d81-46e0-aca6-c9185b391828" providerId="ADAL" clId="{228DCBF7-2D91-4473-9F7E-959AF134A5D6}" dt="2026-10-14T12:16:28.733" v="321" actId="478"/>
          <ac:spMkLst>
            <pc:docMk/>
            <pc:sldMk cId="219068167" sldId="1465"/>
            <ac:spMk id="15" creationId="{032D3645-7D36-432E-BD30-C21CBE0DC656}"/>
          </ac:spMkLst>
        </pc:spChg>
        <pc:spChg chg="del">
          <ac:chgData name="Minh Huynh" userId="01a137d4-0d81-46e0-aca6-c9185b391828" providerId="ADAL" clId="{228DCBF7-2D91-4473-9F7E-959AF134A5D6}" dt="2026-10-14T12:16:28.733" v="321" actId="478"/>
          <ac:spMkLst>
            <pc:docMk/>
            <pc:sldMk cId="219068167" sldId="1465"/>
            <ac:spMk id="16" creationId="{E1488939-6622-4BA6-B3D2-A6AEF9634580}"/>
          </ac:spMkLst>
        </pc:spChg>
        <pc:spChg chg="del">
          <ac:chgData name="Minh Huynh" userId="01a137d4-0d81-46e0-aca6-c9185b391828" providerId="ADAL" clId="{228DCBF7-2D91-4473-9F7E-959AF134A5D6}" dt="2026-10-14T12:16:28.733" v="321" actId="478"/>
          <ac:spMkLst>
            <pc:docMk/>
            <pc:sldMk cId="219068167" sldId="1465"/>
            <ac:spMk id="17" creationId="{A361DB6A-EA54-4C08-8AB3-EA507D296698}"/>
          </ac:spMkLst>
        </pc:spChg>
        <pc:spChg chg="add mod">
          <ac:chgData name="Minh Huynh" userId="01a137d4-0d81-46e0-aca6-c9185b391828" providerId="ADAL" clId="{228DCBF7-2D91-4473-9F7E-959AF134A5D6}" dt="2026-10-14T12:16:39.624" v="345" actId="57"/>
          <ac:spMkLst>
            <pc:docMk/>
            <pc:sldMk cId="219068167" sldId="1465"/>
            <ac:spMk id="18" creationId="{ECC51F00-4141-47FD-843F-7A262899DE23}"/>
          </ac:spMkLst>
        </pc:spChg>
      </pc:sldChg>
      <pc:sldChg chg="add del">
        <pc:chgData name="Minh Huynh" userId="01a137d4-0d81-46e0-aca6-c9185b391828" providerId="ADAL" clId="{228DCBF7-2D91-4473-9F7E-959AF134A5D6}" dt="2026-10-14T12:19:00.264" v="393"/>
        <pc:sldMkLst>
          <pc:docMk/>
          <pc:sldMk cId="2694347321" sldId="1480"/>
        </pc:sldMkLst>
      </pc:sldChg>
      <pc:sldChg chg="addSp delSp modSp add mod">
        <pc:chgData name="Minh Huynh" userId="01a137d4-0d81-46e0-aca6-c9185b391828" providerId="ADAL" clId="{228DCBF7-2D91-4473-9F7E-959AF134A5D6}" dt="2026-10-14T12:19:47.083" v="421" actId="20577"/>
        <pc:sldMkLst>
          <pc:docMk/>
          <pc:sldMk cId="398301853" sldId="1491"/>
        </pc:sldMkLst>
        <pc:spChg chg="add mod">
          <ac:chgData name="Minh Huynh" userId="01a137d4-0d81-46e0-aca6-c9185b391828" providerId="ADAL" clId="{228DCBF7-2D91-4473-9F7E-959AF134A5D6}" dt="2026-10-14T12:19:47.083" v="421" actId="20577"/>
          <ac:spMkLst>
            <pc:docMk/>
            <pc:sldMk cId="398301853" sldId="1491"/>
            <ac:spMk id="15" creationId="{91F3ECFD-F2C6-4D77-B4E5-A9529F4EBC86}"/>
          </ac:spMkLst>
        </pc:spChg>
        <pc:spChg chg="del">
          <ac:chgData name="Minh Huynh" userId="01a137d4-0d81-46e0-aca6-c9185b391828" providerId="ADAL" clId="{228DCBF7-2D91-4473-9F7E-959AF134A5D6}" dt="2026-10-14T12:19:35.410" v="395" actId="478"/>
          <ac:spMkLst>
            <pc:docMk/>
            <pc:sldMk cId="398301853" sldId="1491"/>
            <ac:spMk id="18" creationId="{675C8D40-C48D-4EA7-9880-31F766A480EA}"/>
          </ac:spMkLst>
        </pc:spChg>
        <pc:spChg chg="del">
          <ac:chgData name="Minh Huynh" userId="01a137d4-0d81-46e0-aca6-c9185b391828" providerId="ADAL" clId="{228DCBF7-2D91-4473-9F7E-959AF134A5D6}" dt="2026-10-14T12:19:35.410" v="395" actId="478"/>
          <ac:spMkLst>
            <pc:docMk/>
            <pc:sldMk cId="398301853" sldId="1491"/>
            <ac:spMk id="19" creationId="{1A2D4EE2-CB81-4657-95A2-F125F03EB44F}"/>
          </ac:spMkLst>
        </pc:spChg>
        <pc:spChg chg="del">
          <ac:chgData name="Minh Huynh" userId="01a137d4-0d81-46e0-aca6-c9185b391828" providerId="ADAL" clId="{228DCBF7-2D91-4473-9F7E-959AF134A5D6}" dt="2026-10-14T12:19:35.410" v="395" actId="478"/>
          <ac:spMkLst>
            <pc:docMk/>
            <pc:sldMk cId="398301853" sldId="1491"/>
            <ac:spMk id="20" creationId="{9A4CE909-8399-4409-A8EA-63FB45A62F88}"/>
          </ac:spMkLst>
        </pc:spChg>
        <pc:spChg chg="del">
          <ac:chgData name="Minh Huynh" userId="01a137d4-0d81-46e0-aca6-c9185b391828" providerId="ADAL" clId="{228DCBF7-2D91-4473-9F7E-959AF134A5D6}" dt="2026-10-14T12:19:35.410" v="395" actId="478"/>
          <ac:spMkLst>
            <pc:docMk/>
            <pc:sldMk cId="398301853" sldId="1491"/>
            <ac:spMk id="21" creationId="{E67CF83B-ED65-49F6-9B1A-A17F1FA61254}"/>
          </ac:spMkLst>
        </pc:spChg>
        <pc:spChg chg="del">
          <ac:chgData name="Minh Huynh" userId="01a137d4-0d81-46e0-aca6-c9185b391828" providerId="ADAL" clId="{228DCBF7-2D91-4473-9F7E-959AF134A5D6}" dt="2026-10-14T12:19:35.410" v="395" actId="478"/>
          <ac:spMkLst>
            <pc:docMk/>
            <pc:sldMk cId="398301853" sldId="1491"/>
            <ac:spMk id="22" creationId="{C833E474-6604-4DB5-9EE5-994300A52EC4}"/>
          </ac:spMkLst>
        </pc:spChg>
        <pc:spChg chg="del">
          <ac:chgData name="Minh Huynh" userId="01a137d4-0d81-46e0-aca6-c9185b391828" providerId="ADAL" clId="{228DCBF7-2D91-4473-9F7E-959AF134A5D6}" dt="2026-10-14T12:19:35.410" v="395" actId="478"/>
          <ac:spMkLst>
            <pc:docMk/>
            <pc:sldMk cId="398301853" sldId="1491"/>
            <ac:spMk id="23" creationId="{FE626086-0C62-4195-A307-31D98387F1A4}"/>
          </ac:spMkLst>
        </pc:spChg>
        <pc:spChg chg="del">
          <ac:chgData name="Minh Huynh" userId="01a137d4-0d81-46e0-aca6-c9185b391828" providerId="ADAL" clId="{228DCBF7-2D91-4473-9F7E-959AF134A5D6}" dt="2026-10-14T12:19:35.410" v="395" actId="478"/>
          <ac:spMkLst>
            <pc:docMk/>
            <pc:sldMk cId="398301853" sldId="1491"/>
            <ac:spMk id="24" creationId="{5ECC90A9-8D83-402E-B1DE-F8B990C2F9F1}"/>
          </ac:spMkLst>
        </pc:spChg>
        <pc:spChg chg="del">
          <ac:chgData name="Minh Huynh" userId="01a137d4-0d81-46e0-aca6-c9185b391828" providerId="ADAL" clId="{228DCBF7-2D91-4473-9F7E-959AF134A5D6}" dt="2026-10-14T12:19:35.410" v="395" actId="478"/>
          <ac:spMkLst>
            <pc:docMk/>
            <pc:sldMk cId="398301853" sldId="1491"/>
            <ac:spMk id="25" creationId="{8FF0724A-84C2-4B20-A92E-53E7A2533728}"/>
          </ac:spMkLst>
        </pc:spChg>
        <pc:spChg chg="del">
          <ac:chgData name="Minh Huynh" userId="01a137d4-0d81-46e0-aca6-c9185b391828" providerId="ADAL" clId="{228DCBF7-2D91-4473-9F7E-959AF134A5D6}" dt="2026-10-14T12:19:35.410" v="395" actId="478"/>
          <ac:spMkLst>
            <pc:docMk/>
            <pc:sldMk cId="398301853" sldId="1491"/>
            <ac:spMk id="26" creationId="{1D5654A9-64DD-4E57-B07C-585628403D2A}"/>
          </ac:spMkLst>
        </pc:spChg>
      </pc:sldChg>
      <pc:sldChg chg="addSp delSp modSp add mod">
        <pc:chgData name="Minh Huynh" userId="01a137d4-0d81-46e0-aca6-c9185b391828" providerId="ADAL" clId="{228DCBF7-2D91-4473-9F7E-959AF134A5D6}" dt="2026-10-14T12:20:11.186" v="425"/>
        <pc:sldMkLst>
          <pc:docMk/>
          <pc:sldMk cId="547753794" sldId="1492"/>
        </pc:sldMkLst>
        <pc:spChg chg="del">
          <ac:chgData name="Minh Huynh" userId="01a137d4-0d81-46e0-aca6-c9185b391828" providerId="ADAL" clId="{228DCBF7-2D91-4473-9F7E-959AF134A5D6}" dt="2026-10-14T12:20:05.316" v="423" actId="478"/>
          <ac:spMkLst>
            <pc:docMk/>
            <pc:sldMk cId="547753794" sldId="1492"/>
            <ac:spMk id="18" creationId="{675C8D40-C48D-4EA7-9880-31F766A480EA}"/>
          </ac:spMkLst>
        </pc:spChg>
        <pc:spChg chg="del">
          <ac:chgData name="Minh Huynh" userId="01a137d4-0d81-46e0-aca6-c9185b391828" providerId="ADAL" clId="{228DCBF7-2D91-4473-9F7E-959AF134A5D6}" dt="2026-10-14T12:20:05.316" v="423" actId="478"/>
          <ac:spMkLst>
            <pc:docMk/>
            <pc:sldMk cId="547753794" sldId="1492"/>
            <ac:spMk id="19" creationId="{1A2D4EE2-CB81-4657-95A2-F125F03EB44F}"/>
          </ac:spMkLst>
        </pc:spChg>
        <pc:spChg chg="del">
          <ac:chgData name="Minh Huynh" userId="01a137d4-0d81-46e0-aca6-c9185b391828" providerId="ADAL" clId="{228DCBF7-2D91-4473-9F7E-959AF134A5D6}" dt="2026-10-14T12:20:05.316" v="423" actId="478"/>
          <ac:spMkLst>
            <pc:docMk/>
            <pc:sldMk cId="547753794" sldId="1492"/>
            <ac:spMk id="20" creationId="{9A4CE909-8399-4409-A8EA-63FB45A62F88}"/>
          </ac:spMkLst>
        </pc:spChg>
        <pc:spChg chg="del">
          <ac:chgData name="Minh Huynh" userId="01a137d4-0d81-46e0-aca6-c9185b391828" providerId="ADAL" clId="{228DCBF7-2D91-4473-9F7E-959AF134A5D6}" dt="2026-10-14T12:20:05.316" v="423" actId="478"/>
          <ac:spMkLst>
            <pc:docMk/>
            <pc:sldMk cId="547753794" sldId="1492"/>
            <ac:spMk id="21" creationId="{E67CF83B-ED65-49F6-9B1A-A17F1FA61254}"/>
          </ac:spMkLst>
        </pc:spChg>
        <pc:spChg chg="del">
          <ac:chgData name="Minh Huynh" userId="01a137d4-0d81-46e0-aca6-c9185b391828" providerId="ADAL" clId="{228DCBF7-2D91-4473-9F7E-959AF134A5D6}" dt="2026-10-14T12:20:05.316" v="423" actId="478"/>
          <ac:spMkLst>
            <pc:docMk/>
            <pc:sldMk cId="547753794" sldId="1492"/>
            <ac:spMk id="22" creationId="{C833E474-6604-4DB5-9EE5-994300A52EC4}"/>
          </ac:spMkLst>
        </pc:spChg>
        <pc:spChg chg="del">
          <ac:chgData name="Minh Huynh" userId="01a137d4-0d81-46e0-aca6-c9185b391828" providerId="ADAL" clId="{228DCBF7-2D91-4473-9F7E-959AF134A5D6}" dt="2026-10-14T12:20:05.316" v="423" actId="478"/>
          <ac:spMkLst>
            <pc:docMk/>
            <pc:sldMk cId="547753794" sldId="1492"/>
            <ac:spMk id="23" creationId="{FE626086-0C62-4195-A307-31D98387F1A4}"/>
          </ac:spMkLst>
        </pc:spChg>
        <pc:spChg chg="del">
          <ac:chgData name="Minh Huynh" userId="01a137d4-0d81-46e0-aca6-c9185b391828" providerId="ADAL" clId="{228DCBF7-2D91-4473-9F7E-959AF134A5D6}" dt="2026-10-14T12:20:05.316" v="423" actId="478"/>
          <ac:spMkLst>
            <pc:docMk/>
            <pc:sldMk cId="547753794" sldId="1492"/>
            <ac:spMk id="24" creationId="{5ECC90A9-8D83-402E-B1DE-F8B990C2F9F1}"/>
          </ac:spMkLst>
        </pc:spChg>
        <pc:spChg chg="del">
          <ac:chgData name="Minh Huynh" userId="01a137d4-0d81-46e0-aca6-c9185b391828" providerId="ADAL" clId="{228DCBF7-2D91-4473-9F7E-959AF134A5D6}" dt="2026-10-14T12:20:05.316" v="423" actId="478"/>
          <ac:spMkLst>
            <pc:docMk/>
            <pc:sldMk cId="547753794" sldId="1492"/>
            <ac:spMk id="25" creationId="{8FF0724A-84C2-4B20-A92E-53E7A2533728}"/>
          </ac:spMkLst>
        </pc:spChg>
        <pc:spChg chg="del">
          <ac:chgData name="Minh Huynh" userId="01a137d4-0d81-46e0-aca6-c9185b391828" providerId="ADAL" clId="{228DCBF7-2D91-4473-9F7E-959AF134A5D6}" dt="2026-10-14T12:20:05.316" v="423" actId="478"/>
          <ac:spMkLst>
            <pc:docMk/>
            <pc:sldMk cId="547753794" sldId="1492"/>
            <ac:spMk id="26" creationId="{1D5654A9-64DD-4E57-B07C-585628403D2A}"/>
          </ac:spMkLst>
        </pc:spChg>
        <pc:spChg chg="del">
          <ac:chgData name="Minh Huynh" userId="01a137d4-0d81-46e0-aca6-c9185b391828" providerId="ADAL" clId="{228DCBF7-2D91-4473-9F7E-959AF134A5D6}" dt="2026-10-14T12:20:07.890" v="424" actId="478"/>
          <ac:spMkLst>
            <pc:docMk/>
            <pc:sldMk cId="547753794" sldId="1492"/>
            <ac:spMk id="38" creationId="{1E813C35-A2DC-436A-816A-BC60444DE52B}"/>
          </ac:spMkLst>
        </pc:spChg>
        <pc:spChg chg="add mod">
          <ac:chgData name="Minh Huynh" userId="01a137d4-0d81-46e0-aca6-c9185b391828" providerId="ADAL" clId="{228DCBF7-2D91-4473-9F7E-959AF134A5D6}" dt="2026-10-14T12:20:11.186" v="425"/>
          <ac:spMkLst>
            <pc:docMk/>
            <pc:sldMk cId="547753794" sldId="1492"/>
            <ac:spMk id="40" creationId="{D0D76A08-5EEF-4DB0-B45F-FF77BCDFD465}"/>
          </ac:spMkLst>
        </pc:spChg>
      </pc:sldChg>
      <pc:sldChg chg="addSp delSp modSp add mod">
        <pc:chgData name="Minh Huynh" userId="01a137d4-0d81-46e0-aca6-c9185b391828" providerId="ADAL" clId="{228DCBF7-2D91-4473-9F7E-959AF134A5D6}" dt="2026-10-14T12:24:54.616" v="678" actId="20577"/>
        <pc:sldMkLst>
          <pc:docMk/>
          <pc:sldMk cId="2838252243" sldId="1495"/>
        </pc:sldMkLst>
        <pc:spChg chg="add mod">
          <ac:chgData name="Minh Huynh" userId="01a137d4-0d81-46e0-aca6-c9185b391828" providerId="ADAL" clId="{228DCBF7-2D91-4473-9F7E-959AF134A5D6}" dt="2026-10-14T12:22:54.201" v="459" actId="1582"/>
          <ac:spMkLst>
            <pc:docMk/>
            <pc:sldMk cId="2838252243" sldId="1495"/>
            <ac:spMk id="2" creationId="{32A8A31C-64EC-4E60-A2FD-206DDC965D51}"/>
          </ac:spMkLst>
        </pc:spChg>
        <pc:spChg chg="add mod">
          <ac:chgData name="Minh Huynh" userId="01a137d4-0d81-46e0-aca6-c9185b391828" providerId="ADAL" clId="{228DCBF7-2D91-4473-9F7E-959AF134A5D6}" dt="2026-10-14T12:23:13.921" v="465" actId="1076"/>
          <ac:spMkLst>
            <pc:docMk/>
            <pc:sldMk cId="2838252243" sldId="1495"/>
            <ac:spMk id="3" creationId="{9D73F781-2C5D-45A8-9E38-176FF2BD02EA}"/>
          </ac:spMkLst>
        </pc:spChg>
        <pc:spChg chg="add mod">
          <ac:chgData name="Minh Huynh" userId="01a137d4-0d81-46e0-aca6-c9185b391828" providerId="ADAL" clId="{228DCBF7-2D91-4473-9F7E-959AF134A5D6}" dt="2026-10-14T12:24:54.616" v="678" actId="20577"/>
          <ac:spMkLst>
            <pc:docMk/>
            <pc:sldMk cId="2838252243" sldId="1495"/>
            <ac:spMk id="4" creationId="{6FC5C04C-628C-4BC7-AA65-2699818325FD}"/>
          </ac:spMkLst>
        </pc:spChg>
        <pc:spChg chg="add mod">
          <ac:chgData name="Minh Huynh" userId="01a137d4-0d81-46e0-aca6-c9185b391828" providerId="ADAL" clId="{228DCBF7-2D91-4473-9F7E-959AF134A5D6}" dt="2026-10-14T12:21:57.019" v="448" actId="20577"/>
          <ac:spMkLst>
            <pc:docMk/>
            <pc:sldMk cId="2838252243" sldId="1495"/>
            <ac:spMk id="13" creationId="{7F8DFABD-9945-4F0F-BA18-47BF69FECA93}"/>
          </ac:spMkLst>
        </pc:spChg>
        <pc:spChg chg="del">
          <ac:chgData name="Minh Huynh" userId="01a137d4-0d81-46e0-aca6-c9185b391828" providerId="ADAL" clId="{228DCBF7-2D91-4473-9F7E-959AF134A5D6}" dt="2026-10-14T12:21:43.401" v="427" actId="478"/>
          <ac:spMkLst>
            <pc:docMk/>
            <pc:sldMk cId="2838252243" sldId="1495"/>
            <ac:spMk id="15" creationId="{A6EFC55A-5A5E-4B74-A017-EED08C94247F}"/>
          </ac:spMkLst>
        </pc:spChg>
        <pc:spChg chg="add mod">
          <ac:chgData name="Minh Huynh" userId="01a137d4-0d81-46e0-aca6-c9185b391828" providerId="ADAL" clId="{228DCBF7-2D91-4473-9F7E-959AF134A5D6}" dt="2026-10-14T12:23:02.507" v="463" actId="14100"/>
          <ac:spMkLst>
            <pc:docMk/>
            <pc:sldMk cId="2838252243" sldId="1495"/>
            <ac:spMk id="16" creationId="{6257C982-239A-4EBC-A64C-8F73BD5A6A1F}"/>
          </ac:spMkLst>
        </pc:spChg>
        <pc:spChg chg="del">
          <ac:chgData name="Minh Huynh" userId="01a137d4-0d81-46e0-aca6-c9185b391828" providerId="ADAL" clId="{228DCBF7-2D91-4473-9F7E-959AF134A5D6}" dt="2026-10-14T12:21:45.181" v="428" actId="478"/>
          <ac:spMkLst>
            <pc:docMk/>
            <pc:sldMk cId="2838252243" sldId="1495"/>
            <ac:spMk id="18" creationId="{675C8D40-C48D-4EA7-9880-31F766A480EA}"/>
          </ac:spMkLst>
        </pc:spChg>
        <pc:spChg chg="del">
          <ac:chgData name="Minh Huynh" userId="01a137d4-0d81-46e0-aca6-c9185b391828" providerId="ADAL" clId="{228DCBF7-2D91-4473-9F7E-959AF134A5D6}" dt="2026-10-14T12:21:45.181" v="428" actId="478"/>
          <ac:spMkLst>
            <pc:docMk/>
            <pc:sldMk cId="2838252243" sldId="1495"/>
            <ac:spMk id="19" creationId="{1A2D4EE2-CB81-4657-95A2-F125F03EB44F}"/>
          </ac:spMkLst>
        </pc:spChg>
        <pc:spChg chg="del">
          <ac:chgData name="Minh Huynh" userId="01a137d4-0d81-46e0-aca6-c9185b391828" providerId="ADAL" clId="{228DCBF7-2D91-4473-9F7E-959AF134A5D6}" dt="2026-10-14T12:21:45.181" v="428" actId="478"/>
          <ac:spMkLst>
            <pc:docMk/>
            <pc:sldMk cId="2838252243" sldId="1495"/>
            <ac:spMk id="20" creationId="{9A4CE909-8399-4409-A8EA-63FB45A62F88}"/>
          </ac:spMkLst>
        </pc:spChg>
        <pc:spChg chg="del">
          <ac:chgData name="Minh Huynh" userId="01a137d4-0d81-46e0-aca6-c9185b391828" providerId="ADAL" clId="{228DCBF7-2D91-4473-9F7E-959AF134A5D6}" dt="2026-10-14T12:21:45.181" v="428" actId="478"/>
          <ac:spMkLst>
            <pc:docMk/>
            <pc:sldMk cId="2838252243" sldId="1495"/>
            <ac:spMk id="21" creationId="{E67CF83B-ED65-49F6-9B1A-A17F1FA61254}"/>
          </ac:spMkLst>
        </pc:spChg>
        <pc:spChg chg="del">
          <ac:chgData name="Minh Huynh" userId="01a137d4-0d81-46e0-aca6-c9185b391828" providerId="ADAL" clId="{228DCBF7-2D91-4473-9F7E-959AF134A5D6}" dt="2026-10-14T12:21:45.181" v="428" actId="478"/>
          <ac:spMkLst>
            <pc:docMk/>
            <pc:sldMk cId="2838252243" sldId="1495"/>
            <ac:spMk id="22" creationId="{C833E474-6604-4DB5-9EE5-994300A52EC4}"/>
          </ac:spMkLst>
        </pc:spChg>
        <pc:spChg chg="del">
          <ac:chgData name="Minh Huynh" userId="01a137d4-0d81-46e0-aca6-c9185b391828" providerId="ADAL" clId="{228DCBF7-2D91-4473-9F7E-959AF134A5D6}" dt="2026-10-14T12:21:45.181" v="428" actId="478"/>
          <ac:spMkLst>
            <pc:docMk/>
            <pc:sldMk cId="2838252243" sldId="1495"/>
            <ac:spMk id="23" creationId="{FE626086-0C62-4195-A307-31D98387F1A4}"/>
          </ac:spMkLst>
        </pc:spChg>
        <pc:spChg chg="del">
          <ac:chgData name="Minh Huynh" userId="01a137d4-0d81-46e0-aca6-c9185b391828" providerId="ADAL" clId="{228DCBF7-2D91-4473-9F7E-959AF134A5D6}" dt="2026-10-14T12:21:45.181" v="428" actId="478"/>
          <ac:spMkLst>
            <pc:docMk/>
            <pc:sldMk cId="2838252243" sldId="1495"/>
            <ac:spMk id="24" creationId="{5ECC90A9-8D83-402E-B1DE-F8B990C2F9F1}"/>
          </ac:spMkLst>
        </pc:spChg>
        <pc:spChg chg="del">
          <ac:chgData name="Minh Huynh" userId="01a137d4-0d81-46e0-aca6-c9185b391828" providerId="ADAL" clId="{228DCBF7-2D91-4473-9F7E-959AF134A5D6}" dt="2026-10-14T12:21:45.181" v="428" actId="478"/>
          <ac:spMkLst>
            <pc:docMk/>
            <pc:sldMk cId="2838252243" sldId="1495"/>
            <ac:spMk id="25" creationId="{8FF0724A-84C2-4B20-A92E-53E7A2533728}"/>
          </ac:spMkLst>
        </pc:spChg>
        <pc:spChg chg="del">
          <ac:chgData name="Minh Huynh" userId="01a137d4-0d81-46e0-aca6-c9185b391828" providerId="ADAL" clId="{228DCBF7-2D91-4473-9F7E-959AF134A5D6}" dt="2026-10-14T12:21:45.181" v="428" actId="478"/>
          <ac:spMkLst>
            <pc:docMk/>
            <pc:sldMk cId="2838252243" sldId="1495"/>
            <ac:spMk id="26" creationId="{1D5654A9-64DD-4E57-B07C-585628403D2A}"/>
          </ac:spMkLst>
        </pc:spChg>
        <pc:spChg chg="add mod">
          <ac:chgData name="Minh Huynh" userId="01a137d4-0d81-46e0-aca6-c9185b391828" providerId="ADAL" clId="{228DCBF7-2D91-4473-9F7E-959AF134A5D6}" dt="2026-10-14T12:24:24.813" v="544" actId="1076"/>
          <ac:spMkLst>
            <pc:docMk/>
            <pc:sldMk cId="2838252243" sldId="1495"/>
            <ac:spMk id="27" creationId="{CA18C073-D256-47E3-8F0D-D025BA885A3A}"/>
          </ac:spMkLst>
        </pc:spChg>
        <pc:picChg chg="mod modCrop">
          <ac:chgData name="Minh Huynh" userId="01a137d4-0d81-46e0-aca6-c9185b391828" providerId="ADAL" clId="{228DCBF7-2D91-4473-9F7E-959AF134A5D6}" dt="2026-10-14T12:23:30.315" v="466" actId="732"/>
          <ac:picMkLst>
            <pc:docMk/>
            <pc:sldMk cId="2838252243" sldId="1495"/>
            <ac:picMk id="5" creationId="{6BE26968-1AAB-4259-A909-4079B81CDDD7}"/>
          </ac:picMkLst>
        </pc:picChg>
        <pc:picChg chg="add mod modCrop">
          <ac:chgData name="Minh Huynh" userId="01a137d4-0d81-46e0-aca6-c9185b391828" providerId="ADAL" clId="{228DCBF7-2D91-4473-9F7E-959AF134A5D6}" dt="2026-10-14T12:23:36.218" v="467" actId="732"/>
          <ac:picMkLst>
            <pc:docMk/>
            <pc:sldMk cId="2838252243" sldId="1495"/>
            <ac:picMk id="14" creationId="{D983F5ED-9266-41C9-B8CC-6342DCD1B9B3}"/>
          </ac:picMkLst>
        </pc:picChg>
      </pc:sldChg>
      <pc:sldChg chg="delSp add del mod">
        <pc:chgData name="Minh Huynh" userId="01a137d4-0d81-46e0-aca6-c9185b391828" providerId="ADAL" clId="{228DCBF7-2D91-4473-9F7E-959AF134A5D6}" dt="2026-10-14T12:25:33.130" v="685" actId="47"/>
        <pc:sldMkLst>
          <pc:docMk/>
          <pc:sldMk cId="798827240" sldId="1500"/>
        </pc:sldMkLst>
        <pc:picChg chg="del">
          <ac:chgData name="Minh Huynh" userId="01a137d4-0d81-46e0-aca6-c9185b391828" providerId="ADAL" clId="{228DCBF7-2D91-4473-9F7E-959AF134A5D6}" dt="2026-10-14T12:25:30.807" v="684" actId="478"/>
          <ac:picMkLst>
            <pc:docMk/>
            <pc:sldMk cId="798827240" sldId="1500"/>
            <ac:picMk id="4" creationId="{5C5642D8-369E-428D-AD38-A68D3F12771D}"/>
          </ac:picMkLst>
        </pc:picChg>
      </pc:sldChg>
      <pc:sldChg chg="addSp delSp modSp add mod">
        <pc:chgData name="Minh Huynh" userId="01a137d4-0d81-46e0-aca6-c9185b391828" providerId="ADAL" clId="{228DCBF7-2D91-4473-9F7E-959AF134A5D6}" dt="2026-10-14T12:25:48.131" v="688"/>
        <pc:sldMkLst>
          <pc:docMk/>
          <pc:sldMk cId="512563033" sldId="1501"/>
        </pc:sldMkLst>
        <pc:spChg chg="add mod">
          <ac:chgData name="Minh Huynh" userId="01a137d4-0d81-46e0-aca6-c9185b391828" providerId="ADAL" clId="{228DCBF7-2D91-4473-9F7E-959AF134A5D6}" dt="2026-10-14T12:25:48.131" v="688"/>
          <ac:spMkLst>
            <pc:docMk/>
            <pc:sldMk cId="512563033" sldId="1501"/>
            <ac:spMk id="13" creationId="{379DD607-F670-41ED-B25F-48C76E1A3A0D}"/>
          </ac:spMkLst>
        </pc:spChg>
        <pc:spChg chg="del">
          <ac:chgData name="Minh Huynh" userId="01a137d4-0d81-46e0-aca6-c9185b391828" providerId="ADAL" clId="{228DCBF7-2D91-4473-9F7E-959AF134A5D6}" dt="2026-10-14T12:25:44.270" v="687" actId="478"/>
          <ac:spMkLst>
            <pc:docMk/>
            <pc:sldMk cId="512563033" sldId="1501"/>
            <ac:spMk id="18" creationId="{675C8D40-C48D-4EA7-9880-31F766A480EA}"/>
          </ac:spMkLst>
        </pc:spChg>
        <pc:spChg chg="del">
          <ac:chgData name="Minh Huynh" userId="01a137d4-0d81-46e0-aca6-c9185b391828" providerId="ADAL" clId="{228DCBF7-2D91-4473-9F7E-959AF134A5D6}" dt="2026-10-14T12:25:44.270" v="687" actId="478"/>
          <ac:spMkLst>
            <pc:docMk/>
            <pc:sldMk cId="512563033" sldId="1501"/>
            <ac:spMk id="19" creationId="{1A2D4EE2-CB81-4657-95A2-F125F03EB44F}"/>
          </ac:spMkLst>
        </pc:spChg>
        <pc:spChg chg="del">
          <ac:chgData name="Minh Huynh" userId="01a137d4-0d81-46e0-aca6-c9185b391828" providerId="ADAL" clId="{228DCBF7-2D91-4473-9F7E-959AF134A5D6}" dt="2026-10-14T12:25:44.270" v="687" actId="478"/>
          <ac:spMkLst>
            <pc:docMk/>
            <pc:sldMk cId="512563033" sldId="1501"/>
            <ac:spMk id="20" creationId="{9A4CE909-8399-4409-A8EA-63FB45A62F88}"/>
          </ac:spMkLst>
        </pc:spChg>
        <pc:spChg chg="del">
          <ac:chgData name="Minh Huynh" userId="01a137d4-0d81-46e0-aca6-c9185b391828" providerId="ADAL" clId="{228DCBF7-2D91-4473-9F7E-959AF134A5D6}" dt="2026-10-14T12:25:44.270" v="687" actId="478"/>
          <ac:spMkLst>
            <pc:docMk/>
            <pc:sldMk cId="512563033" sldId="1501"/>
            <ac:spMk id="21" creationId="{E67CF83B-ED65-49F6-9B1A-A17F1FA61254}"/>
          </ac:spMkLst>
        </pc:spChg>
        <pc:spChg chg="del">
          <ac:chgData name="Minh Huynh" userId="01a137d4-0d81-46e0-aca6-c9185b391828" providerId="ADAL" clId="{228DCBF7-2D91-4473-9F7E-959AF134A5D6}" dt="2026-10-14T12:25:44.270" v="687" actId="478"/>
          <ac:spMkLst>
            <pc:docMk/>
            <pc:sldMk cId="512563033" sldId="1501"/>
            <ac:spMk id="22" creationId="{C833E474-6604-4DB5-9EE5-994300A52EC4}"/>
          </ac:spMkLst>
        </pc:spChg>
        <pc:spChg chg="del">
          <ac:chgData name="Minh Huynh" userId="01a137d4-0d81-46e0-aca6-c9185b391828" providerId="ADAL" clId="{228DCBF7-2D91-4473-9F7E-959AF134A5D6}" dt="2026-10-14T12:25:44.270" v="687" actId="478"/>
          <ac:spMkLst>
            <pc:docMk/>
            <pc:sldMk cId="512563033" sldId="1501"/>
            <ac:spMk id="23" creationId="{FE626086-0C62-4195-A307-31D98387F1A4}"/>
          </ac:spMkLst>
        </pc:spChg>
        <pc:spChg chg="del">
          <ac:chgData name="Minh Huynh" userId="01a137d4-0d81-46e0-aca6-c9185b391828" providerId="ADAL" clId="{228DCBF7-2D91-4473-9F7E-959AF134A5D6}" dt="2026-10-14T12:25:44.270" v="687" actId="478"/>
          <ac:spMkLst>
            <pc:docMk/>
            <pc:sldMk cId="512563033" sldId="1501"/>
            <ac:spMk id="24" creationId="{5ECC90A9-8D83-402E-B1DE-F8B990C2F9F1}"/>
          </ac:spMkLst>
        </pc:spChg>
        <pc:spChg chg="del">
          <ac:chgData name="Minh Huynh" userId="01a137d4-0d81-46e0-aca6-c9185b391828" providerId="ADAL" clId="{228DCBF7-2D91-4473-9F7E-959AF134A5D6}" dt="2026-10-14T12:25:44.270" v="687" actId="478"/>
          <ac:spMkLst>
            <pc:docMk/>
            <pc:sldMk cId="512563033" sldId="1501"/>
            <ac:spMk id="25" creationId="{8FF0724A-84C2-4B20-A92E-53E7A2533728}"/>
          </ac:spMkLst>
        </pc:spChg>
        <pc:spChg chg="del">
          <ac:chgData name="Minh Huynh" userId="01a137d4-0d81-46e0-aca6-c9185b391828" providerId="ADAL" clId="{228DCBF7-2D91-4473-9F7E-959AF134A5D6}" dt="2026-10-14T12:25:44.270" v="687" actId="478"/>
          <ac:spMkLst>
            <pc:docMk/>
            <pc:sldMk cId="512563033" sldId="1501"/>
            <ac:spMk id="26" creationId="{1D5654A9-64DD-4E57-B07C-585628403D2A}"/>
          </ac:spMkLst>
        </pc:spChg>
      </pc:sldChg>
      <pc:sldChg chg="addSp delSp modSp add mod">
        <pc:chgData name="Minh Huynh" userId="01a137d4-0d81-46e0-aca6-c9185b391828" providerId="ADAL" clId="{228DCBF7-2D91-4473-9F7E-959AF134A5D6}" dt="2026-10-14T12:17:14.192" v="348"/>
        <pc:sldMkLst>
          <pc:docMk/>
          <pc:sldMk cId="2117238447" sldId="1514"/>
        </pc:sldMkLst>
        <pc:spChg chg="add mod">
          <ac:chgData name="Minh Huynh" userId="01a137d4-0d81-46e0-aca6-c9185b391828" providerId="ADAL" clId="{228DCBF7-2D91-4473-9F7E-959AF134A5D6}" dt="2026-10-14T12:17:14.192" v="348"/>
          <ac:spMkLst>
            <pc:docMk/>
            <pc:sldMk cId="2117238447" sldId="1514"/>
            <ac:spMk id="17" creationId="{3F217196-35CA-4C84-8D0C-CF60EA305FE3}"/>
          </ac:spMkLst>
        </pc:spChg>
        <pc:spChg chg="del">
          <ac:chgData name="Minh Huynh" userId="01a137d4-0d81-46e0-aca6-c9185b391828" providerId="ADAL" clId="{228DCBF7-2D91-4473-9F7E-959AF134A5D6}" dt="2026-10-14T12:17:11.431" v="347" actId="478"/>
          <ac:spMkLst>
            <pc:docMk/>
            <pc:sldMk cId="2117238447" sldId="1514"/>
            <ac:spMk id="18" creationId="{AB04D6AA-D575-96BB-7AF7-CD5CE91E4A7E}"/>
          </ac:spMkLst>
        </pc:spChg>
        <pc:spChg chg="del">
          <ac:chgData name="Minh Huynh" userId="01a137d4-0d81-46e0-aca6-c9185b391828" providerId="ADAL" clId="{228DCBF7-2D91-4473-9F7E-959AF134A5D6}" dt="2026-10-14T12:17:11.431" v="347" actId="478"/>
          <ac:spMkLst>
            <pc:docMk/>
            <pc:sldMk cId="2117238447" sldId="1514"/>
            <ac:spMk id="19" creationId="{593835A4-B705-DDC5-2AA5-BCCDCD0D6067}"/>
          </ac:spMkLst>
        </pc:spChg>
        <pc:spChg chg="del">
          <ac:chgData name="Minh Huynh" userId="01a137d4-0d81-46e0-aca6-c9185b391828" providerId="ADAL" clId="{228DCBF7-2D91-4473-9F7E-959AF134A5D6}" dt="2026-10-14T12:17:11.431" v="347" actId="478"/>
          <ac:spMkLst>
            <pc:docMk/>
            <pc:sldMk cId="2117238447" sldId="1514"/>
            <ac:spMk id="20" creationId="{BBE960C7-3C0A-2DE4-454E-1916124467B1}"/>
          </ac:spMkLst>
        </pc:spChg>
        <pc:spChg chg="del">
          <ac:chgData name="Minh Huynh" userId="01a137d4-0d81-46e0-aca6-c9185b391828" providerId="ADAL" clId="{228DCBF7-2D91-4473-9F7E-959AF134A5D6}" dt="2026-10-14T12:17:11.431" v="347" actId="478"/>
          <ac:spMkLst>
            <pc:docMk/>
            <pc:sldMk cId="2117238447" sldId="1514"/>
            <ac:spMk id="21" creationId="{5315FA77-CBD5-73BD-5449-AD4E3CFC05F5}"/>
          </ac:spMkLst>
        </pc:spChg>
        <pc:spChg chg="del">
          <ac:chgData name="Minh Huynh" userId="01a137d4-0d81-46e0-aca6-c9185b391828" providerId="ADAL" clId="{228DCBF7-2D91-4473-9F7E-959AF134A5D6}" dt="2026-10-14T12:17:11.431" v="347" actId="478"/>
          <ac:spMkLst>
            <pc:docMk/>
            <pc:sldMk cId="2117238447" sldId="1514"/>
            <ac:spMk id="22" creationId="{236E411F-52D3-542E-D946-CBB06797DAFA}"/>
          </ac:spMkLst>
        </pc:spChg>
        <pc:spChg chg="del">
          <ac:chgData name="Minh Huynh" userId="01a137d4-0d81-46e0-aca6-c9185b391828" providerId="ADAL" clId="{228DCBF7-2D91-4473-9F7E-959AF134A5D6}" dt="2026-10-14T12:17:11.431" v="347" actId="478"/>
          <ac:spMkLst>
            <pc:docMk/>
            <pc:sldMk cId="2117238447" sldId="1514"/>
            <ac:spMk id="23" creationId="{8CEA2001-FD9A-A117-B2D0-B40CBF67FA2F}"/>
          </ac:spMkLst>
        </pc:spChg>
        <pc:spChg chg="del">
          <ac:chgData name="Minh Huynh" userId="01a137d4-0d81-46e0-aca6-c9185b391828" providerId="ADAL" clId="{228DCBF7-2D91-4473-9F7E-959AF134A5D6}" dt="2026-10-14T12:17:11.431" v="347" actId="478"/>
          <ac:spMkLst>
            <pc:docMk/>
            <pc:sldMk cId="2117238447" sldId="1514"/>
            <ac:spMk id="24" creationId="{4B9E5E7D-B1D6-A1B1-29D5-E0C01FC2586E}"/>
          </ac:spMkLst>
        </pc:spChg>
        <pc:spChg chg="del">
          <ac:chgData name="Minh Huynh" userId="01a137d4-0d81-46e0-aca6-c9185b391828" providerId="ADAL" clId="{228DCBF7-2D91-4473-9F7E-959AF134A5D6}" dt="2026-10-14T12:17:11.431" v="347" actId="478"/>
          <ac:spMkLst>
            <pc:docMk/>
            <pc:sldMk cId="2117238447" sldId="1514"/>
            <ac:spMk id="25" creationId="{DCCD2B60-E08C-8A94-A1C5-23A73D8B530A}"/>
          </ac:spMkLst>
        </pc:spChg>
        <pc:spChg chg="del">
          <ac:chgData name="Minh Huynh" userId="01a137d4-0d81-46e0-aca6-c9185b391828" providerId="ADAL" clId="{228DCBF7-2D91-4473-9F7E-959AF134A5D6}" dt="2026-10-14T12:17:11.431" v="347" actId="478"/>
          <ac:spMkLst>
            <pc:docMk/>
            <pc:sldMk cId="2117238447" sldId="1514"/>
            <ac:spMk id="26" creationId="{BB8008EF-A712-6397-1790-3BC524EB9417}"/>
          </ac:spMkLst>
        </pc:spChg>
      </pc:sldChg>
      <pc:sldChg chg="addSp delSp modSp add mod">
        <pc:chgData name="Minh Huynh" userId="01a137d4-0d81-46e0-aca6-c9185b391828" providerId="ADAL" clId="{228DCBF7-2D91-4473-9F7E-959AF134A5D6}" dt="2026-10-14T12:17:39.221" v="351"/>
        <pc:sldMkLst>
          <pc:docMk/>
          <pc:sldMk cId="3236451149" sldId="1515"/>
        </pc:sldMkLst>
        <pc:spChg chg="add mod">
          <ac:chgData name="Minh Huynh" userId="01a137d4-0d81-46e0-aca6-c9185b391828" providerId="ADAL" clId="{228DCBF7-2D91-4473-9F7E-959AF134A5D6}" dt="2026-10-14T12:17:39.221" v="351"/>
          <ac:spMkLst>
            <pc:docMk/>
            <pc:sldMk cId="3236451149" sldId="1515"/>
            <ac:spMk id="14" creationId="{690DB21E-E430-419E-BE68-5FD51ABC8928}"/>
          </ac:spMkLst>
        </pc:spChg>
        <pc:spChg chg="del">
          <ac:chgData name="Minh Huynh" userId="01a137d4-0d81-46e0-aca6-c9185b391828" providerId="ADAL" clId="{228DCBF7-2D91-4473-9F7E-959AF134A5D6}" dt="2026-10-14T12:17:36.286" v="350" actId="478"/>
          <ac:spMkLst>
            <pc:docMk/>
            <pc:sldMk cId="3236451149" sldId="1515"/>
            <ac:spMk id="18" creationId="{74613AC9-4E9B-EF43-A06A-8B0F4E8993A5}"/>
          </ac:spMkLst>
        </pc:spChg>
        <pc:spChg chg="del">
          <ac:chgData name="Minh Huynh" userId="01a137d4-0d81-46e0-aca6-c9185b391828" providerId="ADAL" clId="{228DCBF7-2D91-4473-9F7E-959AF134A5D6}" dt="2026-10-14T12:17:36.286" v="350" actId="478"/>
          <ac:spMkLst>
            <pc:docMk/>
            <pc:sldMk cId="3236451149" sldId="1515"/>
            <ac:spMk id="19" creationId="{0964DC8E-3E0C-7209-FA11-5FA4F77EBFA9}"/>
          </ac:spMkLst>
        </pc:spChg>
        <pc:spChg chg="del">
          <ac:chgData name="Minh Huynh" userId="01a137d4-0d81-46e0-aca6-c9185b391828" providerId="ADAL" clId="{228DCBF7-2D91-4473-9F7E-959AF134A5D6}" dt="2026-10-14T12:17:36.286" v="350" actId="478"/>
          <ac:spMkLst>
            <pc:docMk/>
            <pc:sldMk cId="3236451149" sldId="1515"/>
            <ac:spMk id="20" creationId="{1E51ED94-7445-59F8-5600-FB9C0BB16F69}"/>
          </ac:spMkLst>
        </pc:spChg>
        <pc:spChg chg="del">
          <ac:chgData name="Minh Huynh" userId="01a137d4-0d81-46e0-aca6-c9185b391828" providerId="ADAL" clId="{228DCBF7-2D91-4473-9F7E-959AF134A5D6}" dt="2026-10-14T12:17:36.286" v="350" actId="478"/>
          <ac:spMkLst>
            <pc:docMk/>
            <pc:sldMk cId="3236451149" sldId="1515"/>
            <ac:spMk id="21" creationId="{03A34D72-E4B9-BD2C-ACFA-68B81ED850CD}"/>
          </ac:spMkLst>
        </pc:spChg>
        <pc:spChg chg="del">
          <ac:chgData name="Minh Huynh" userId="01a137d4-0d81-46e0-aca6-c9185b391828" providerId="ADAL" clId="{228DCBF7-2D91-4473-9F7E-959AF134A5D6}" dt="2026-10-14T12:17:36.286" v="350" actId="478"/>
          <ac:spMkLst>
            <pc:docMk/>
            <pc:sldMk cId="3236451149" sldId="1515"/>
            <ac:spMk id="22" creationId="{C0E7BE67-C810-12ED-FD5B-FA68670A2410}"/>
          </ac:spMkLst>
        </pc:spChg>
        <pc:spChg chg="del">
          <ac:chgData name="Minh Huynh" userId="01a137d4-0d81-46e0-aca6-c9185b391828" providerId="ADAL" clId="{228DCBF7-2D91-4473-9F7E-959AF134A5D6}" dt="2026-10-14T12:17:36.286" v="350" actId="478"/>
          <ac:spMkLst>
            <pc:docMk/>
            <pc:sldMk cId="3236451149" sldId="1515"/>
            <ac:spMk id="23" creationId="{6C0A9226-8564-76C0-0EBB-EFAF56981C34}"/>
          </ac:spMkLst>
        </pc:spChg>
        <pc:spChg chg="del">
          <ac:chgData name="Minh Huynh" userId="01a137d4-0d81-46e0-aca6-c9185b391828" providerId="ADAL" clId="{228DCBF7-2D91-4473-9F7E-959AF134A5D6}" dt="2026-10-14T12:17:36.286" v="350" actId="478"/>
          <ac:spMkLst>
            <pc:docMk/>
            <pc:sldMk cId="3236451149" sldId="1515"/>
            <ac:spMk id="24" creationId="{206E93E8-F6B4-9FA6-BB57-841D9E740204}"/>
          </ac:spMkLst>
        </pc:spChg>
        <pc:spChg chg="del">
          <ac:chgData name="Minh Huynh" userId="01a137d4-0d81-46e0-aca6-c9185b391828" providerId="ADAL" clId="{228DCBF7-2D91-4473-9F7E-959AF134A5D6}" dt="2026-10-14T12:17:36.286" v="350" actId="478"/>
          <ac:spMkLst>
            <pc:docMk/>
            <pc:sldMk cId="3236451149" sldId="1515"/>
            <ac:spMk id="25" creationId="{3C0EC019-692A-6773-B2D0-0D45F59BD0C5}"/>
          </ac:spMkLst>
        </pc:spChg>
        <pc:spChg chg="del">
          <ac:chgData name="Minh Huynh" userId="01a137d4-0d81-46e0-aca6-c9185b391828" providerId="ADAL" clId="{228DCBF7-2D91-4473-9F7E-959AF134A5D6}" dt="2026-10-14T12:17:36.286" v="350" actId="478"/>
          <ac:spMkLst>
            <pc:docMk/>
            <pc:sldMk cId="3236451149" sldId="1515"/>
            <ac:spMk id="26" creationId="{2401C4B1-38F1-C89C-C35A-B3D4473DAD10}"/>
          </ac:spMkLst>
        </pc:spChg>
      </pc:sldChg>
      <pc:sldChg chg="addSp delSp modSp add mod">
        <pc:chgData name="Minh Huynh" userId="01a137d4-0d81-46e0-aca6-c9185b391828" providerId="ADAL" clId="{228DCBF7-2D91-4473-9F7E-959AF134A5D6}" dt="2026-10-14T12:18:11.686" v="388" actId="20577"/>
        <pc:sldMkLst>
          <pc:docMk/>
          <pc:sldMk cId="686063284" sldId="1521"/>
        </pc:sldMkLst>
        <pc:spChg chg="add mod">
          <ac:chgData name="Minh Huynh" userId="01a137d4-0d81-46e0-aca6-c9185b391828" providerId="ADAL" clId="{228DCBF7-2D91-4473-9F7E-959AF134A5D6}" dt="2026-10-14T12:18:11.686" v="388" actId="20577"/>
          <ac:spMkLst>
            <pc:docMk/>
            <pc:sldMk cId="686063284" sldId="1521"/>
            <ac:spMk id="16" creationId="{7E6B5B4F-6393-4D60-BE62-208DF84714E9}"/>
          </ac:spMkLst>
        </pc:spChg>
        <pc:spChg chg="del">
          <ac:chgData name="Minh Huynh" userId="01a137d4-0d81-46e0-aca6-c9185b391828" providerId="ADAL" clId="{228DCBF7-2D91-4473-9F7E-959AF134A5D6}" dt="2026-10-14T12:17:57.196" v="353" actId="478"/>
          <ac:spMkLst>
            <pc:docMk/>
            <pc:sldMk cId="686063284" sldId="1521"/>
            <ac:spMk id="18" creationId="{AB91C331-0A71-708E-FEEA-33976BCD9EAC}"/>
          </ac:spMkLst>
        </pc:spChg>
        <pc:spChg chg="del">
          <ac:chgData name="Minh Huynh" userId="01a137d4-0d81-46e0-aca6-c9185b391828" providerId="ADAL" clId="{228DCBF7-2D91-4473-9F7E-959AF134A5D6}" dt="2026-10-14T12:17:57.196" v="353" actId="478"/>
          <ac:spMkLst>
            <pc:docMk/>
            <pc:sldMk cId="686063284" sldId="1521"/>
            <ac:spMk id="19" creationId="{5D826BCD-26F4-44E9-0AAE-F32E07E08D7A}"/>
          </ac:spMkLst>
        </pc:spChg>
        <pc:spChg chg="del">
          <ac:chgData name="Minh Huynh" userId="01a137d4-0d81-46e0-aca6-c9185b391828" providerId="ADAL" clId="{228DCBF7-2D91-4473-9F7E-959AF134A5D6}" dt="2026-10-14T12:17:57.196" v="353" actId="478"/>
          <ac:spMkLst>
            <pc:docMk/>
            <pc:sldMk cId="686063284" sldId="1521"/>
            <ac:spMk id="20" creationId="{DEBDBCBA-6D06-7BFA-0052-E89EB3840378}"/>
          </ac:spMkLst>
        </pc:spChg>
        <pc:spChg chg="del">
          <ac:chgData name="Minh Huynh" userId="01a137d4-0d81-46e0-aca6-c9185b391828" providerId="ADAL" clId="{228DCBF7-2D91-4473-9F7E-959AF134A5D6}" dt="2026-10-14T12:17:57.196" v="353" actId="478"/>
          <ac:spMkLst>
            <pc:docMk/>
            <pc:sldMk cId="686063284" sldId="1521"/>
            <ac:spMk id="21" creationId="{6C9416BA-2540-7926-8004-C77A1A47CD5A}"/>
          </ac:spMkLst>
        </pc:spChg>
        <pc:spChg chg="del">
          <ac:chgData name="Minh Huynh" userId="01a137d4-0d81-46e0-aca6-c9185b391828" providerId="ADAL" clId="{228DCBF7-2D91-4473-9F7E-959AF134A5D6}" dt="2026-10-14T12:17:57.196" v="353" actId="478"/>
          <ac:spMkLst>
            <pc:docMk/>
            <pc:sldMk cId="686063284" sldId="1521"/>
            <ac:spMk id="22" creationId="{EBFB8C9E-7681-F1A7-FE3E-01BA1D0F2706}"/>
          </ac:spMkLst>
        </pc:spChg>
        <pc:spChg chg="del">
          <ac:chgData name="Minh Huynh" userId="01a137d4-0d81-46e0-aca6-c9185b391828" providerId="ADAL" clId="{228DCBF7-2D91-4473-9F7E-959AF134A5D6}" dt="2026-10-14T12:17:57.196" v="353" actId="478"/>
          <ac:spMkLst>
            <pc:docMk/>
            <pc:sldMk cId="686063284" sldId="1521"/>
            <ac:spMk id="23" creationId="{40D55C6B-A8BC-0F5F-23AA-147ADF3486E2}"/>
          </ac:spMkLst>
        </pc:spChg>
        <pc:spChg chg="del">
          <ac:chgData name="Minh Huynh" userId="01a137d4-0d81-46e0-aca6-c9185b391828" providerId="ADAL" clId="{228DCBF7-2D91-4473-9F7E-959AF134A5D6}" dt="2026-10-14T12:17:57.196" v="353" actId="478"/>
          <ac:spMkLst>
            <pc:docMk/>
            <pc:sldMk cId="686063284" sldId="1521"/>
            <ac:spMk id="24" creationId="{8503643A-BE58-5622-0DE9-7CE2B068474E}"/>
          </ac:spMkLst>
        </pc:spChg>
        <pc:spChg chg="del">
          <ac:chgData name="Minh Huynh" userId="01a137d4-0d81-46e0-aca6-c9185b391828" providerId="ADAL" clId="{228DCBF7-2D91-4473-9F7E-959AF134A5D6}" dt="2026-10-14T12:17:57.196" v="353" actId="478"/>
          <ac:spMkLst>
            <pc:docMk/>
            <pc:sldMk cId="686063284" sldId="1521"/>
            <ac:spMk id="25" creationId="{F0DED4E5-9E64-9F92-1600-40F2C62F1971}"/>
          </ac:spMkLst>
        </pc:spChg>
        <pc:spChg chg="del">
          <ac:chgData name="Minh Huynh" userId="01a137d4-0d81-46e0-aca6-c9185b391828" providerId="ADAL" clId="{228DCBF7-2D91-4473-9F7E-959AF134A5D6}" dt="2026-10-14T12:17:57.196" v="353" actId="478"/>
          <ac:spMkLst>
            <pc:docMk/>
            <pc:sldMk cId="686063284" sldId="1521"/>
            <ac:spMk id="26" creationId="{20DA6176-D01F-56E7-0195-531AF7190FC4}"/>
          </ac:spMkLst>
        </pc:spChg>
      </pc:sldChg>
      <pc:sldChg chg="addSp delSp modSp add mod">
        <pc:chgData name="Minh Huynh" userId="01a137d4-0d81-46e0-aca6-c9185b391828" providerId="ADAL" clId="{228DCBF7-2D91-4473-9F7E-959AF134A5D6}" dt="2026-10-14T12:18:26.212" v="391"/>
        <pc:sldMkLst>
          <pc:docMk/>
          <pc:sldMk cId="1634231991" sldId="1523"/>
        </pc:sldMkLst>
        <pc:spChg chg="add mod">
          <ac:chgData name="Minh Huynh" userId="01a137d4-0d81-46e0-aca6-c9185b391828" providerId="ADAL" clId="{228DCBF7-2D91-4473-9F7E-959AF134A5D6}" dt="2026-10-14T12:18:26.212" v="391"/>
          <ac:spMkLst>
            <pc:docMk/>
            <pc:sldMk cId="1634231991" sldId="1523"/>
            <ac:spMk id="17" creationId="{14A6AEB6-0186-4B69-8DDC-235C0A679018}"/>
          </ac:spMkLst>
        </pc:spChg>
        <pc:spChg chg="del">
          <ac:chgData name="Minh Huynh" userId="01a137d4-0d81-46e0-aca6-c9185b391828" providerId="ADAL" clId="{228DCBF7-2D91-4473-9F7E-959AF134A5D6}" dt="2026-10-14T12:18:21.904" v="390" actId="478"/>
          <ac:spMkLst>
            <pc:docMk/>
            <pc:sldMk cId="1634231991" sldId="1523"/>
            <ac:spMk id="18" creationId="{8CE2F8FE-27CF-96C6-E6D5-A534F1BC8E79}"/>
          </ac:spMkLst>
        </pc:spChg>
        <pc:spChg chg="del">
          <ac:chgData name="Minh Huynh" userId="01a137d4-0d81-46e0-aca6-c9185b391828" providerId="ADAL" clId="{228DCBF7-2D91-4473-9F7E-959AF134A5D6}" dt="2026-10-14T12:18:21.904" v="390" actId="478"/>
          <ac:spMkLst>
            <pc:docMk/>
            <pc:sldMk cId="1634231991" sldId="1523"/>
            <ac:spMk id="19" creationId="{DE6E3005-DE2B-1717-DF4E-36710D1ECFBE}"/>
          </ac:spMkLst>
        </pc:spChg>
        <pc:spChg chg="del">
          <ac:chgData name="Minh Huynh" userId="01a137d4-0d81-46e0-aca6-c9185b391828" providerId="ADAL" clId="{228DCBF7-2D91-4473-9F7E-959AF134A5D6}" dt="2026-10-14T12:18:21.904" v="390" actId="478"/>
          <ac:spMkLst>
            <pc:docMk/>
            <pc:sldMk cId="1634231991" sldId="1523"/>
            <ac:spMk id="20" creationId="{67A325C6-136A-BF1E-4B0F-747F67076E34}"/>
          </ac:spMkLst>
        </pc:spChg>
        <pc:spChg chg="del">
          <ac:chgData name="Minh Huynh" userId="01a137d4-0d81-46e0-aca6-c9185b391828" providerId="ADAL" clId="{228DCBF7-2D91-4473-9F7E-959AF134A5D6}" dt="2026-10-14T12:18:21.904" v="390" actId="478"/>
          <ac:spMkLst>
            <pc:docMk/>
            <pc:sldMk cId="1634231991" sldId="1523"/>
            <ac:spMk id="21" creationId="{6469925A-8A55-C7B6-E701-433C8EE2AAA7}"/>
          </ac:spMkLst>
        </pc:spChg>
        <pc:spChg chg="del">
          <ac:chgData name="Minh Huynh" userId="01a137d4-0d81-46e0-aca6-c9185b391828" providerId="ADAL" clId="{228DCBF7-2D91-4473-9F7E-959AF134A5D6}" dt="2026-10-14T12:18:21.904" v="390" actId="478"/>
          <ac:spMkLst>
            <pc:docMk/>
            <pc:sldMk cId="1634231991" sldId="1523"/>
            <ac:spMk id="22" creationId="{5A7D038D-36F8-79AD-AA00-80EBC6F28CD1}"/>
          </ac:spMkLst>
        </pc:spChg>
        <pc:spChg chg="del">
          <ac:chgData name="Minh Huynh" userId="01a137d4-0d81-46e0-aca6-c9185b391828" providerId="ADAL" clId="{228DCBF7-2D91-4473-9F7E-959AF134A5D6}" dt="2026-10-14T12:18:21.904" v="390" actId="478"/>
          <ac:spMkLst>
            <pc:docMk/>
            <pc:sldMk cId="1634231991" sldId="1523"/>
            <ac:spMk id="23" creationId="{F1B1294A-B893-156B-465D-7DCC946821B5}"/>
          </ac:spMkLst>
        </pc:spChg>
        <pc:spChg chg="del">
          <ac:chgData name="Minh Huynh" userId="01a137d4-0d81-46e0-aca6-c9185b391828" providerId="ADAL" clId="{228DCBF7-2D91-4473-9F7E-959AF134A5D6}" dt="2026-10-14T12:18:21.904" v="390" actId="478"/>
          <ac:spMkLst>
            <pc:docMk/>
            <pc:sldMk cId="1634231991" sldId="1523"/>
            <ac:spMk id="24" creationId="{B0CDCD5B-25B7-E1CA-0C52-C29376A5C573}"/>
          </ac:spMkLst>
        </pc:spChg>
        <pc:spChg chg="del">
          <ac:chgData name="Minh Huynh" userId="01a137d4-0d81-46e0-aca6-c9185b391828" providerId="ADAL" clId="{228DCBF7-2D91-4473-9F7E-959AF134A5D6}" dt="2026-10-14T12:18:21.904" v="390" actId="478"/>
          <ac:spMkLst>
            <pc:docMk/>
            <pc:sldMk cId="1634231991" sldId="1523"/>
            <ac:spMk id="25" creationId="{5216B335-8759-7F30-5493-9A0984F83640}"/>
          </ac:spMkLst>
        </pc:spChg>
        <pc:spChg chg="del">
          <ac:chgData name="Minh Huynh" userId="01a137d4-0d81-46e0-aca6-c9185b391828" providerId="ADAL" clId="{228DCBF7-2D91-4473-9F7E-959AF134A5D6}" dt="2026-10-14T12:18:21.904" v="390" actId="478"/>
          <ac:spMkLst>
            <pc:docMk/>
            <pc:sldMk cId="1634231991" sldId="1523"/>
            <ac:spMk id="26" creationId="{91EEF44E-7F74-316D-9DD7-54DC33C365EB}"/>
          </ac:spMkLst>
        </pc:spChg>
      </pc:sldChg>
      <pc:sldChg chg="delSp add del mod">
        <pc:chgData name="Minh Huynh" userId="01a137d4-0d81-46e0-aca6-c9185b391828" providerId="ADAL" clId="{228DCBF7-2D91-4473-9F7E-959AF134A5D6}" dt="2026-10-14T12:26:12.479" v="689" actId="47"/>
        <pc:sldMkLst>
          <pc:docMk/>
          <pc:sldMk cId="606212868" sldId="1524"/>
        </pc:sldMkLst>
        <pc:spChg chg="del">
          <ac:chgData name="Minh Huynh" userId="01a137d4-0d81-46e0-aca6-c9185b391828" providerId="ADAL" clId="{228DCBF7-2D91-4473-9F7E-959AF134A5D6}" dt="2026-10-14T12:25:15.027" v="680" actId="478"/>
          <ac:spMkLst>
            <pc:docMk/>
            <pc:sldMk cId="606212868" sldId="1524"/>
            <ac:spMk id="2" creationId="{32A8A31C-64EC-4E60-A2FD-206DDC965D51}"/>
          </ac:spMkLst>
        </pc:spChg>
        <pc:spChg chg="del">
          <ac:chgData name="Minh Huynh" userId="01a137d4-0d81-46e0-aca6-c9185b391828" providerId="ADAL" clId="{228DCBF7-2D91-4473-9F7E-959AF134A5D6}" dt="2026-10-14T12:25:15.027" v="680" actId="478"/>
          <ac:spMkLst>
            <pc:docMk/>
            <pc:sldMk cId="606212868" sldId="1524"/>
            <ac:spMk id="3" creationId="{9D73F781-2C5D-45A8-9E38-176FF2BD02EA}"/>
          </ac:spMkLst>
        </pc:spChg>
        <pc:spChg chg="del">
          <ac:chgData name="Minh Huynh" userId="01a137d4-0d81-46e0-aca6-c9185b391828" providerId="ADAL" clId="{228DCBF7-2D91-4473-9F7E-959AF134A5D6}" dt="2026-10-14T12:25:17.612" v="682" actId="478"/>
          <ac:spMkLst>
            <pc:docMk/>
            <pc:sldMk cId="606212868" sldId="1524"/>
            <ac:spMk id="4" creationId="{6FC5C04C-628C-4BC7-AA65-2699818325FD}"/>
          </ac:spMkLst>
        </pc:spChg>
        <pc:spChg chg="del">
          <ac:chgData name="Minh Huynh" userId="01a137d4-0d81-46e0-aca6-c9185b391828" providerId="ADAL" clId="{228DCBF7-2D91-4473-9F7E-959AF134A5D6}" dt="2026-10-14T12:25:15.027" v="680" actId="478"/>
          <ac:spMkLst>
            <pc:docMk/>
            <pc:sldMk cId="606212868" sldId="1524"/>
            <ac:spMk id="16" creationId="{6257C982-239A-4EBC-A64C-8F73BD5A6A1F}"/>
          </ac:spMkLst>
        </pc:spChg>
        <pc:spChg chg="del">
          <ac:chgData name="Minh Huynh" userId="01a137d4-0d81-46e0-aca6-c9185b391828" providerId="ADAL" clId="{228DCBF7-2D91-4473-9F7E-959AF134A5D6}" dt="2026-10-14T12:25:15.027" v="680" actId="478"/>
          <ac:spMkLst>
            <pc:docMk/>
            <pc:sldMk cId="606212868" sldId="1524"/>
            <ac:spMk id="27" creationId="{CA18C073-D256-47E3-8F0D-D025BA885A3A}"/>
          </ac:spMkLst>
        </pc:spChg>
        <pc:picChg chg="del">
          <ac:chgData name="Minh Huynh" userId="01a137d4-0d81-46e0-aca6-c9185b391828" providerId="ADAL" clId="{228DCBF7-2D91-4473-9F7E-959AF134A5D6}" dt="2026-10-14T12:25:15.843" v="681" actId="478"/>
          <ac:picMkLst>
            <pc:docMk/>
            <pc:sldMk cId="606212868" sldId="1524"/>
            <ac:picMk id="5" creationId="{6BE26968-1AAB-4259-A909-4079B81CDDD7}"/>
          </ac:picMkLst>
        </pc:picChg>
        <pc:picChg chg="del">
          <ac:chgData name="Minh Huynh" userId="01a137d4-0d81-46e0-aca6-c9185b391828" providerId="ADAL" clId="{228DCBF7-2D91-4473-9F7E-959AF134A5D6}" dt="2026-10-14T12:25:15.027" v="680" actId="478"/>
          <ac:picMkLst>
            <pc:docMk/>
            <pc:sldMk cId="606212868" sldId="1524"/>
            <ac:picMk id="14" creationId="{D983F5ED-9266-41C9-B8CC-6342DCD1B9B3}"/>
          </ac:picMkLst>
        </pc:picChg>
      </pc:sldChg>
      <pc:sldChg chg="addSp delSp modSp add mod">
        <pc:chgData name="Minh Huynh" userId="01a137d4-0d81-46e0-aca6-c9185b391828" providerId="ADAL" clId="{228DCBF7-2D91-4473-9F7E-959AF134A5D6}" dt="2026-10-14T12:26:27.316" v="712" actId="20577"/>
        <pc:sldMkLst>
          <pc:docMk/>
          <pc:sldMk cId="353615992" sldId="1555"/>
        </pc:sldMkLst>
        <pc:spChg chg="del">
          <ac:chgData name="Minh Huynh" userId="01a137d4-0d81-46e0-aca6-c9185b391828" providerId="ADAL" clId="{228DCBF7-2D91-4473-9F7E-959AF134A5D6}" dt="2026-10-14T12:26:17.724" v="692" actId="478"/>
          <ac:spMkLst>
            <pc:docMk/>
            <pc:sldMk cId="353615992" sldId="1555"/>
            <ac:spMk id="2" creationId="{4E425CC1-9F65-7FF9-0437-241596726215}"/>
          </ac:spMkLst>
        </pc:spChg>
        <pc:spChg chg="del">
          <ac:chgData name="Minh Huynh" userId="01a137d4-0d81-46e0-aca6-c9185b391828" providerId="ADAL" clId="{228DCBF7-2D91-4473-9F7E-959AF134A5D6}" dt="2026-10-14T12:26:16.007" v="691" actId="478"/>
          <ac:spMkLst>
            <pc:docMk/>
            <pc:sldMk cId="353615992" sldId="1555"/>
            <ac:spMk id="6" creationId="{70713567-6A2F-BD3E-8318-74EA15CAC22A}"/>
          </ac:spMkLst>
        </pc:spChg>
        <pc:spChg chg="del">
          <ac:chgData name="Minh Huynh" userId="01a137d4-0d81-46e0-aca6-c9185b391828" providerId="ADAL" clId="{228DCBF7-2D91-4473-9F7E-959AF134A5D6}" dt="2026-10-14T12:26:17.724" v="692" actId="478"/>
          <ac:spMkLst>
            <pc:docMk/>
            <pc:sldMk cId="353615992" sldId="1555"/>
            <ac:spMk id="18" creationId="{2270B256-3DE0-7D22-697F-018BF63ADDD1}"/>
          </ac:spMkLst>
        </pc:spChg>
        <pc:spChg chg="del">
          <ac:chgData name="Minh Huynh" userId="01a137d4-0d81-46e0-aca6-c9185b391828" providerId="ADAL" clId="{228DCBF7-2D91-4473-9F7E-959AF134A5D6}" dt="2026-10-14T12:26:17.724" v="692" actId="478"/>
          <ac:spMkLst>
            <pc:docMk/>
            <pc:sldMk cId="353615992" sldId="1555"/>
            <ac:spMk id="19" creationId="{65481EEA-42A0-E064-5C8C-38C973FFB910}"/>
          </ac:spMkLst>
        </pc:spChg>
        <pc:spChg chg="del">
          <ac:chgData name="Minh Huynh" userId="01a137d4-0d81-46e0-aca6-c9185b391828" providerId="ADAL" clId="{228DCBF7-2D91-4473-9F7E-959AF134A5D6}" dt="2026-10-14T12:26:17.724" v="692" actId="478"/>
          <ac:spMkLst>
            <pc:docMk/>
            <pc:sldMk cId="353615992" sldId="1555"/>
            <ac:spMk id="20" creationId="{7B9E703A-E975-B570-72BE-76CA7AF17419}"/>
          </ac:spMkLst>
        </pc:spChg>
        <pc:spChg chg="del">
          <ac:chgData name="Minh Huynh" userId="01a137d4-0d81-46e0-aca6-c9185b391828" providerId="ADAL" clId="{228DCBF7-2D91-4473-9F7E-959AF134A5D6}" dt="2026-10-14T12:26:17.724" v="692" actId="478"/>
          <ac:spMkLst>
            <pc:docMk/>
            <pc:sldMk cId="353615992" sldId="1555"/>
            <ac:spMk id="21" creationId="{A10AE959-FCFA-1650-9E79-8242A51DC1FF}"/>
          </ac:spMkLst>
        </pc:spChg>
        <pc:spChg chg="del">
          <ac:chgData name="Minh Huynh" userId="01a137d4-0d81-46e0-aca6-c9185b391828" providerId="ADAL" clId="{228DCBF7-2D91-4473-9F7E-959AF134A5D6}" dt="2026-10-14T12:26:17.724" v="692" actId="478"/>
          <ac:spMkLst>
            <pc:docMk/>
            <pc:sldMk cId="353615992" sldId="1555"/>
            <ac:spMk id="22" creationId="{E5B5A40D-25EF-1A2D-4760-F394AF76FD9D}"/>
          </ac:spMkLst>
        </pc:spChg>
        <pc:spChg chg="del">
          <ac:chgData name="Minh Huynh" userId="01a137d4-0d81-46e0-aca6-c9185b391828" providerId="ADAL" clId="{228DCBF7-2D91-4473-9F7E-959AF134A5D6}" dt="2026-10-14T12:26:17.724" v="692" actId="478"/>
          <ac:spMkLst>
            <pc:docMk/>
            <pc:sldMk cId="353615992" sldId="1555"/>
            <ac:spMk id="23" creationId="{D80C949D-5262-F85E-EE6B-ADFB25CDEC9B}"/>
          </ac:spMkLst>
        </pc:spChg>
        <pc:spChg chg="del">
          <ac:chgData name="Minh Huynh" userId="01a137d4-0d81-46e0-aca6-c9185b391828" providerId="ADAL" clId="{228DCBF7-2D91-4473-9F7E-959AF134A5D6}" dt="2026-10-14T12:26:17.724" v="692" actId="478"/>
          <ac:spMkLst>
            <pc:docMk/>
            <pc:sldMk cId="353615992" sldId="1555"/>
            <ac:spMk id="24" creationId="{8D4EB976-BE09-F44C-C255-79E85D501299}"/>
          </ac:spMkLst>
        </pc:spChg>
        <pc:spChg chg="del">
          <ac:chgData name="Minh Huynh" userId="01a137d4-0d81-46e0-aca6-c9185b391828" providerId="ADAL" clId="{228DCBF7-2D91-4473-9F7E-959AF134A5D6}" dt="2026-10-14T12:26:17.724" v="692" actId="478"/>
          <ac:spMkLst>
            <pc:docMk/>
            <pc:sldMk cId="353615992" sldId="1555"/>
            <ac:spMk id="25" creationId="{2072F1E3-5F02-A698-315E-5601C7AF44DE}"/>
          </ac:spMkLst>
        </pc:spChg>
        <pc:spChg chg="del">
          <ac:chgData name="Minh Huynh" userId="01a137d4-0d81-46e0-aca6-c9185b391828" providerId="ADAL" clId="{228DCBF7-2D91-4473-9F7E-959AF134A5D6}" dt="2026-10-14T12:26:17.724" v="692" actId="478"/>
          <ac:spMkLst>
            <pc:docMk/>
            <pc:sldMk cId="353615992" sldId="1555"/>
            <ac:spMk id="26" creationId="{411E7EB1-DD0E-ACB7-6D11-E262838035D9}"/>
          </ac:spMkLst>
        </pc:spChg>
        <pc:spChg chg="add mod">
          <ac:chgData name="Minh Huynh" userId="01a137d4-0d81-46e0-aca6-c9185b391828" providerId="ADAL" clId="{228DCBF7-2D91-4473-9F7E-959AF134A5D6}" dt="2026-10-14T12:26:27.316" v="712" actId="20577"/>
          <ac:spMkLst>
            <pc:docMk/>
            <pc:sldMk cId="353615992" sldId="1555"/>
            <ac:spMk id="27" creationId="{2BF098BB-95F2-400F-B0C6-2DEA086BEDBC}"/>
          </ac:spMkLst>
        </pc:spChg>
      </pc:sldChg>
      <pc:sldChg chg="addSp delSp modSp add mod">
        <pc:chgData name="Minh Huynh" userId="01a137d4-0d81-46e0-aca6-c9185b391828" providerId="ADAL" clId="{228DCBF7-2D91-4473-9F7E-959AF134A5D6}" dt="2026-10-14T12:26:44.633" v="716"/>
        <pc:sldMkLst>
          <pc:docMk/>
          <pc:sldMk cId="2711814900" sldId="1563"/>
        </pc:sldMkLst>
        <pc:spChg chg="del">
          <ac:chgData name="Minh Huynh" userId="01a137d4-0d81-46e0-aca6-c9185b391828" providerId="ADAL" clId="{228DCBF7-2D91-4473-9F7E-959AF134A5D6}" dt="2026-10-14T12:26:41.006" v="714" actId="478"/>
          <ac:spMkLst>
            <pc:docMk/>
            <pc:sldMk cId="2711814900" sldId="1563"/>
            <ac:spMk id="2" creationId="{276C172B-3B66-9BEA-1EF5-452844145AAF}"/>
          </ac:spMkLst>
        </pc:spChg>
        <pc:spChg chg="del">
          <ac:chgData name="Minh Huynh" userId="01a137d4-0d81-46e0-aca6-c9185b391828" providerId="ADAL" clId="{228DCBF7-2D91-4473-9F7E-959AF134A5D6}" dt="2026-10-14T12:26:41.914" v="715" actId="478"/>
          <ac:spMkLst>
            <pc:docMk/>
            <pc:sldMk cId="2711814900" sldId="1563"/>
            <ac:spMk id="6" creationId="{86CA5836-1B63-8471-127F-F6F0EF5F23F4}"/>
          </ac:spMkLst>
        </pc:spChg>
        <pc:spChg chg="del">
          <ac:chgData name="Minh Huynh" userId="01a137d4-0d81-46e0-aca6-c9185b391828" providerId="ADAL" clId="{228DCBF7-2D91-4473-9F7E-959AF134A5D6}" dt="2026-10-14T12:26:41.006" v="714" actId="478"/>
          <ac:spMkLst>
            <pc:docMk/>
            <pc:sldMk cId="2711814900" sldId="1563"/>
            <ac:spMk id="18" creationId="{3AA5688B-3375-D711-EB35-BF91BBB7EB94}"/>
          </ac:spMkLst>
        </pc:spChg>
        <pc:spChg chg="del">
          <ac:chgData name="Minh Huynh" userId="01a137d4-0d81-46e0-aca6-c9185b391828" providerId="ADAL" clId="{228DCBF7-2D91-4473-9F7E-959AF134A5D6}" dt="2026-10-14T12:26:41.006" v="714" actId="478"/>
          <ac:spMkLst>
            <pc:docMk/>
            <pc:sldMk cId="2711814900" sldId="1563"/>
            <ac:spMk id="19" creationId="{E6A423C9-717C-CDA5-9EF0-DCF62DD858E6}"/>
          </ac:spMkLst>
        </pc:spChg>
        <pc:spChg chg="del">
          <ac:chgData name="Minh Huynh" userId="01a137d4-0d81-46e0-aca6-c9185b391828" providerId="ADAL" clId="{228DCBF7-2D91-4473-9F7E-959AF134A5D6}" dt="2026-10-14T12:26:41.006" v="714" actId="478"/>
          <ac:spMkLst>
            <pc:docMk/>
            <pc:sldMk cId="2711814900" sldId="1563"/>
            <ac:spMk id="20" creationId="{C604020C-D429-5BA9-134C-C21F07E6F717}"/>
          </ac:spMkLst>
        </pc:spChg>
        <pc:spChg chg="del">
          <ac:chgData name="Minh Huynh" userId="01a137d4-0d81-46e0-aca6-c9185b391828" providerId="ADAL" clId="{228DCBF7-2D91-4473-9F7E-959AF134A5D6}" dt="2026-10-14T12:26:41.006" v="714" actId="478"/>
          <ac:spMkLst>
            <pc:docMk/>
            <pc:sldMk cId="2711814900" sldId="1563"/>
            <ac:spMk id="21" creationId="{61050DD3-66E3-39DB-DF61-BA3ADF1FDF87}"/>
          </ac:spMkLst>
        </pc:spChg>
        <pc:spChg chg="del">
          <ac:chgData name="Minh Huynh" userId="01a137d4-0d81-46e0-aca6-c9185b391828" providerId="ADAL" clId="{228DCBF7-2D91-4473-9F7E-959AF134A5D6}" dt="2026-10-14T12:26:41.006" v="714" actId="478"/>
          <ac:spMkLst>
            <pc:docMk/>
            <pc:sldMk cId="2711814900" sldId="1563"/>
            <ac:spMk id="22" creationId="{99B5629F-A445-B4D9-4AC2-4FE1136F4151}"/>
          </ac:spMkLst>
        </pc:spChg>
        <pc:spChg chg="del">
          <ac:chgData name="Minh Huynh" userId="01a137d4-0d81-46e0-aca6-c9185b391828" providerId="ADAL" clId="{228DCBF7-2D91-4473-9F7E-959AF134A5D6}" dt="2026-10-14T12:26:41.006" v="714" actId="478"/>
          <ac:spMkLst>
            <pc:docMk/>
            <pc:sldMk cId="2711814900" sldId="1563"/>
            <ac:spMk id="23" creationId="{2E624D69-A1BE-5527-3E35-82869FBC4EFE}"/>
          </ac:spMkLst>
        </pc:spChg>
        <pc:spChg chg="del">
          <ac:chgData name="Minh Huynh" userId="01a137d4-0d81-46e0-aca6-c9185b391828" providerId="ADAL" clId="{228DCBF7-2D91-4473-9F7E-959AF134A5D6}" dt="2026-10-14T12:26:41.006" v="714" actId="478"/>
          <ac:spMkLst>
            <pc:docMk/>
            <pc:sldMk cId="2711814900" sldId="1563"/>
            <ac:spMk id="24" creationId="{26B94607-292B-C157-93E2-6682F16BADE6}"/>
          </ac:spMkLst>
        </pc:spChg>
        <pc:spChg chg="del">
          <ac:chgData name="Minh Huynh" userId="01a137d4-0d81-46e0-aca6-c9185b391828" providerId="ADAL" clId="{228DCBF7-2D91-4473-9F7E-959AF134A5D6}" dt="2026-10-14T12:26:41.006" v="714" actId="478"/>
          <ac:spMkLst>
            <pc:docMk/>
            <pc:sldMk cId="2711814900" sldId="1563"/>
            <ac:spMk id="25" creationId="{91719CBC-D075-8241-A073-B3301EEE898C}"/>
          </ac:spMkLst>
        </pc:spChg>
        <pc:spChg chg="del">
          <ac:chgData name="Minh Huynh" userId="01a137d4-0d81-46e0-aca6-c9185b391828" providerId="ADAL" clId="{228DCBF7-2D91-4473-9F7E-959AF134A5D6}" dt="2026-10-14T12:26:41.006" v="714" actId="478"/>
          <ac:spMkLst>
            <pc:docMk/>
            <pc:sldMk cId="2711814900" sldId="1563"/>
            <ac:spMk id="26" creationId="{0E5A2BD1-FDB5-0384-C831-D10A4CBB2420}"/>
          </ac:spMkLst>
        </pc:spChg>
        <pc:spChg chg="add mod">
          <ac:chgData name="Minh Huynh" userId="01a137d4-0d81-46e0-aca6-c9185b391828" providerId="ADAL" clId="{228DCBF7-2D91-4473-9F7E-959AF134A5D6}" dt="2026-10-14T12:26:44.633" v="716"/>
          <ac:spMkLst>
            <pc:docMk/>
            <pc:sldMk cId="2711814900" sldId="1563"/>
            <ac:spMk id="27" creationId="{85B753A7-5801-4DA2-B69A-764DB404436F}"/>
          </ac:spMkLst>
        </pc:spChg>
      </pc:sldChg>
      <pc:sldChg chg="addSp delSp modSp add mod">
        <pc:chgData name="Minh Huynh" userId="01a137d4-0d81-46e0-aca6-c9185b391828" providerId="ADAL" clId="{228DCBF7-2D91-4473-9F7E-959AF134A5D6}" dt="2026-10-14T12:27:18.111" v="734" actId="1076"/>
        <pc:sldMkLst>
          <pc:docMk/>
          <pc:sldMk cId="895691839" sldId="1566"/>
        </pc:sldMkLst>
        <pc:spChg chg="del">
          <ac:chgData name="Minh Huynh" userId="01a137d4-0d81-46e0-aca6-c9185b391828" providerId="ADAL" clId="{228DCBF7-2D91-4473-9F7E-959AF134A5D6}" dt="2026-10-14T12:26:53.847" v="718" actId="478"/>
          <ac:spMkLst>
            <pc:docMk/>
            <pc:sldMk cId="895691839" sldId="1566"/>
            <ac:spMk id="2" creationId="{EE4887F7-E7FF-B44A-11F2-EF104ED8369A}"/>
          </ac:spMkLst>
        </pc:spChg>
        <pc:spChg chg="add mod">
          <ac:chgData name="Minh Huynh" userId="01a137d4-0d81-46e0-aca6-c9185b391828" providerId="ADAL" clId="{228DCBF7-2D91-4473-9F7E-959AF134A5D6}" dt="2026-10-14T12:26:56.369" v="719"/>
          <ac:spMkLst>
            <pc:docMk/>
            <pc:sldMk cId="895691839" sldId="1566"/>
            <ac:spMk id="13" creationId="{CE6B9BDC-D158-4691-9836-FE3FD352A9B4}"/>
          </ac:spMkLst>
        </pc:spChg>
        <pc:spChg chg="mod">
          <ac:chgData name="Minh Huynh" userId="01a137d4-0d81-46e0-aca6-c9185b391828" providerId="ADAL" clId="{228DCBF7-2D91-4473-9F7E-959AF134A5D6}" dt="2026-10-14T12:27:18.111" v="734" actId="1076"/>
          <ac:spMkLst>
            <pc:docMk/>
            <pc:sldMk cId="895691839" sldId="1566"/>
            <ac:spMk id="16" creationId="{F23B2870-82AD-0DCA-18B4-72F491D05BD6}"/>
          </ac:spMkLst>
        </pc:spChg>
        <pc:spChg chg="del">
          <ac:chgData name="Minh Huynh" userId="01a137d4-0d81-46e0-aca6-c9185b391828" providerId="ADAL" clId="{228DCBF7-2D91-4473-9F7E-959AF134A5D6}" dt="2026-10-14T12:26:53.847" v="718" actId="478"/>
          <ac:spMkLst>
            <pc:docMk/>
            <pc:sldMk cId="895691839" sldId="1566"/>
            <ac:spMk id="18" creationId="{09785D6A-B71B-BA62-1CB9-A1D9B0E93979}"/>
          </ac:spMkLst>
        </pc:spChg>
        <pc:spChg chg="del">
          <ac:chgData name="Minh Huynh" userId="01a137d4-0d81-46e0-aca6-c9185b391828" providerId="ADAL" clId="{228DCBF7-2D91-4473-9F7E-959AF134A5D6}" dt="2026-10-14T12:26:53.847" v="718" actId="478"/>
          <ac:spMkLst>
            <pc:docMk/>
            <pc:sldMk cId="895691839" sldId="1566"/>
            <ac:spMk id="19" creationId="{F308AD70-17B9-D9E9-26E8-85C15F35C824}"/>
          </ac:spMkLst>
        </pc:spChg>
        <pc:spChg chg="del">
          <ac:chgData name="Minh Huynh" userId="01a137d4-0d81-46e0-aca6-c9185b391828" providerId="ADAL" clId="{228DCBF7-2D91-4473-9F7E-959AF134A5D6}" dt="2026-10-14T12:26:53.847" v="718" actId="478"/>
          <ac:spMkLst>
            <pc:docMk/>
            <pc:sldMk cId="895691839" sldId="1566"/>
            <ac:spMk id="20" creationId="{A70153DB-A651-FE9C-996D-DC944E353AB2}"/>
          </ac:spMkLst>
        </pc:spChg>
        <pc:spChg chg="del">
          <ac:chgData name="Minh Huynh" userId="01a137d4-0d81-46e0-aca6-c9185b391828" providerId="ADAL" clId="{228DCBF7-2D91-4473-9F7E-959AF134A5D6}" dt="2026-10-14T12:26:53.847" v="718" actId="478"/>
          <ac:spMkLst>
            <pc:docMk/>
            <pc:sldMk cId="895691839" sldId="1566"/>
            <ac:spMk id="21" creationId="{090055FB-55AD-AB82-54D3-224B8DB1E208}"/>
          </ac:spMkLst>
        </pc:spChg>
        <pc:spChg chg="del">
          <ac:chgData name="Minh Huynh" userId="01a137d4-0d81-46e0-aca6-c9185b391828" providerId="ADAL" clId="{228DCBF7-2D91-4473-9F7E-959AF134A5D6}" dt="2026-10-14T12:26:53.847" v="718" actId="478"/>
          <ac:spMkLst>
            <pc:docMk/>
            <pc:sldMk cId="895691839" sldId="1566"/>
            <ac:spMk id="22" creationId="{77FDE529-2315-E114-B9DE-AB634F145F44}"/>
          </ac:spMkLst>
        </pc:spChg>
        <pc:spChg chg="del">
          <ac:chgData name="Minh Huynh" userId="01a137d4-0d81-46e0-aca6-c9185b391828" providerId="ADAL" clId="{228DCBF7-2D91-4473-9F7E-959AF134A5D6}" dt="2026-10-14T12:26:53.847" v="718" actId="478"/>
          <ac:spMkLst>
            <pc:docMk/>
            <pc:sldMk cId="895691839" sldId="1566"/>
            <ac:spMk id="23" creationId="{3E051DA2-09DB-4150-1022-ED0A07FCAAD0}"/>
          </ac:spMkLst>
        </pc:spChg>
        <pc:spChg chg="del">
          <ac:chgData name="Minh Huynh" userId="01a137d4-0d81-46e0-aca6-c9185b391828" providerId="ADAL" clId="{228DCBF7-2D91-4473-9F7E-959AF134A5D6}" dt="2026-10-14T12:26:53.847" v="718" actId="478"/>
          <ac:spMkLst>
            <pc:docMk/>
            <pc:sldMk cId="895691839" sldId="1566"/>
            <ac:spMk id="24" creationId="{1C0BF968-0340-D264-3F9C-F395CACBB0F2}"/>
          </ac:spMkLst>
        </pc:spChg>
        <pc:spChg chg="del">
          <ac:chgData name="Minh Huynh" userId="01a137d4-0d81-46e0-aca6-c9185b391828" providerId="ADAL" clId="{228DCBF7-2D91-4473-9F7E-959AF134A5D6}" dt="2026-10-14T12:26:53.847" v="718" actId="478"/>
          <ac:spMkLst>
            <pc:docMk/>
            <pc:sldMk cId="895691839" sldId="1566"/>
            <ac:spMk id="25" creationId="{94FF59E0-D762-C07A-FF23-89205F46EDB6}"/>
          </ac:spMkLst>
        </pc:spChg>
        <pc:spChg chg="del">
          <ac:chgData name="Minh Huynh" userId="01a137d4-0d81-46e0-aca6-c9185b391828" providerId="ADAL" clId="{228DCBF7-2D91-4473-9F7E-959AF134A5D6}" dt="2026-10-14T12:26:53.847" v="718" actId="478"/>
          <ac:spMkLst>
            <pc:docMk/>
            <pc:sldMk cId="895691839" sldId="1566"/>
            <ac:spMk id="26" creationId="{80BB3525-0D15-7DE1-E7D2-776D21611724}"/>
          </ac:spMkLst>
        </pc:spChg>
      </pc:sldChg>
      <pc:sldChg chg="addSp modSp add">
        <pc:chgData name="Minh Huynh" userId="01a137d4-0d81-46e0-aca6-c9185b391828" providerId="ADAL" clId="{228DCBF7-2D91-4473-9F7E-959AF134A5D6}" dt="2026-10-14T12:27:31.428" v="736"/>
        <pc:sldMkLst>
          <pc:docMk/>
          <pc:sldMk cId="2097752908" sldId="1570"/>
        </pc:sldMkLst>
        <pc:spChg chg="add mod">
          <ac:chgData name="Minh Huynh" userId="01a137d4-0d81-46e0-aca6-c9185b391828" providerId="ADAL" clId="{228DCBF7-2D91-4473-9F7E-959AF134A5D6}" dt="2026-10-14T12:27:31.428" v="736"/>
          <ac:spMkLst>
            <pc:docMk/>
            <pc:sldMk cId="2097752908" sldId="1570"/>
            <ac:spMk id="4" creationId="{491D03AD-C002-4A39-A800-BA6591CEF731}"/>
          </ac:spMkLst>
        </pc:spChg>
      </pc:sldChg>
      <pc:sldChg chg="addSp modSp add mod">
        <pc:chgData name="Minh Huynh" userId="01a137d4-0d81-46e0-aca6-c9185b391828" providerId="ADAL" clId="{228DCBF7-2D91-4473-9F7E-959AF134A5D6}" dt="2026-10-14T12:28:32.373" v="748" actId="1076"/>
        <pc:sldMkLst>
          <pc:docMk/>
          <pc:sldMk cId="543419070" sldId="1572"/>
        </pc:sldMkLst>
        <pc:spChg chg="add mod">
          <ac:chgData name="Minh Huynh" userId="01a137d4-0d81-46e0-aca6-c9185b391828" providerId="ADAL" clId="{228DCBF7-2D91-4473-9F7E-959AF134A5D6}" dt="2026-10-14T12:27:43.097" v="738"/>
          <ac:spMkLst>
            <pc:docMk/>
            <pc:sldMk cId="543419070" sldId="1572"/>
            <ac:spMk id="4" creationId="{A375FEA6-6693-4579-82FF-2CCFC2480DD0}"/>
          </ac:spMkLst>
        </pc:spChg>
        <pc:picChg chg="add mod modCrop">
          <ac:chgData name="Minh Huynh" userId="01a137d4-0d81-46e0-aca6-c9185b391828" providerId="ADAL" clId="{228DCBF7-2D91-4473-9F7E-959AF134A5D6}" dt="2026-10-14T12:28:32.373" v="748" actId="1076"/>
          <ac:picMkLst>
            <pc:docMk/>
            <pc:sldMk cId="543419070" sldId="1572"/>
            <ac:picMk id="6" creationId="{AC9B86CA-479A-4549-83B3-1EFAF5D5FAA7}"/>
          </ac:picMkLst>
        </pc:picChg>
      </pc:sldChg>
      <pc:sldChg chg="addSp modSp add del">
        <pc:chgData name="Minh Huynh" userId="01a137d4-0d81-46e0-aca6-c9185b391828" providerId="ADAL" clId="{228DCBF7-2D91-4473-9F7E-959AF134A5D6}" dt="2026-10-14T12:28:35.228" v="749" actId="47"/>
        <pc:sldMkLst>
          <pc:docMk/>
          <pc:sldMk cId="4044011231" sldId="1585"/>
        </pc:sldMkLst>
        <pc:spChg chg="add mod">
          <ac:chgData name="Minh Huynh" userId="01a137d4-0d81-46e0-aca6-c9185b391828" providerId="ADAL" clId="{228DCBF7-2D91-4473-9F7E-959AF134A5D6}" dt="2026-10-14T12:27:57.095" v="740"/>
          <ac:spMkLst>
            <pc:docMk/>
            <pc:sldMk cId="4044011231" sldId="1585"/>
            <ac:spMk id="20" creationId="{773CAF03-4B03-4ED4-8F80-AF8C697D950C}"/>
          </ac:spMkLst>
        </pc:spChg>
      </pc:sldChg>
      <pc:sldChg chg="addSp delSp modSp add mod">
        <pc:chgData name="Minh Huynh" userId="01a137d4-0d81-46e0-aca6-c9185b391828" providerId="ADAL" clId="{228DCBF7-2D91-4473-9F7E-959AF134A5D6}" dt="2026-10-14T12:28:48.106" v="752"/>
        <pc:sldMkLst>
          <pc:docMk/>
          <pc:sldMk cId="3854938747" sldId="1586"/>
        </pc:sldMkLst>
        <pc:spChg chg="del">
          <ac:chgData name="Minh Huynh" userId="01a137d4-0d81-46e0-aca6-c9185b391828" providerId="ADAL" clId="{228DCBF7-2D91-4473-9F7E-959AF134A5D6}" dt="2026-10-14T12:28:44.528" v="751" actId="478"/>
          <ac:spMkLst>
            <pc:docMk/>
            <pc:sldMk cId="3854938747" sldId="1586"/>
            <ac:spMk id="2" creationId="{4F70A620-7C93-FE9C-D65D-2DBC68D50799}"/>
          </ac:spMkLst>
        </pc:spChg>
        <pc:spChg chg="del">
          <ac:chgData name="Minh Huynh" userId="01a137d4-0d81-46e0-aca6-c9185b391828" providerId="ADAL" clId="{228DCBF7-2D91-4473-9F7E-959AF134A5D6}" dt="2026-10-14T12:28:44.528" v="751" actId="478"/>
          <ac:spMkLst>
            <pc:docMk/>
            <pc:sldMk cId="3854938747" sldId="1586"/>
            <ac:spMk id="18" creationId="{6A9461F6-D259-1793-2480-11CCBB54184D}"/>
          </ac:spMkLst>
        </pc:spChg>
        <pc:spChg chg="del">
          <ac:chgData name="Minh Huynh" userId="01a137d4-0d81-46e0-aca6-c9185b391828" providerId="ADAL" clId="{228DCBF7-2D91-4473-9F7E-959AF134A5D6}" dt="2026-10-14T12:28:44.528" v="751" actId="478"/>
          <ac:spMkLst>
            <pc:docMk/>
            <pc:sldMk cId="3854938747" sldId="1586"/>
            <ac:spMk id="19" creationId="{13719F1F-17C3-CD4A-7EDF-943807292485}"/>
          </ac:spMkLst>
        </pc:spChg>
        <pc:spChg chg="del">
          <ac:chgData name="Minh Huynh" userId="01a137d4-0d81-46e0-aca6-c9185b391828" providerId="ADAL" clId="{228DCBF7-2D91-4473-9F7E-959AF134A5D6}" dt="2026-10-14T12:28:44.528" v="751" actId="478"/>
          <ac:spMkLst>
            <pc:docMk/>
            <pc:sldMk cId="3854938747" sldId="1586"/>
            <ac:spMk id="20" creationId="{3E0833AE-BCC3-A02A-3A18-8B40FC5929B7}"/>
          </ac:spMkLst>
        </pc:spChg>
        <pc:spChg chg="del">
          <ac:chgData name="Minh Huynh" userId="01a137d4-0d81-46e0-aca6-c9185b391828" providerId="ADAL" clId="{228DCBF7-2D91-4473-9F7E-959AF134A5D6}" dt="2026-10-14T12:28:44.528" v="751" actId="478"/>
          <ac:spMkLst>
            <pc:docMk/>
            <pc:sldMk cId="3854938747" sldId="1586"/>
            <ac:spMk id="21" creationId="{3C784898-1766-1983-94B7-A92ADA0A88BC}"/>
          </ac:spMkLst>
        </pc:spChg>
        <pc:spChg chg="del">
          <ac:chgData name="Minh Huynh" userId="01a137d4-0d81-46e0-aca6-c9185b391828" providerId="ADAL" clId="{228DCBF7-2D91-4473-9F7E-959AF134A5D6}" dt="2026-10-14T12:28:44.528" v="751" actId="478"/>
          <ac:spMkLst>
            <pc:docMk/>
            <pc:sldMk cId="3854938747" sldId="1586"/>
            <ac:spMk id="22" creationId="{EDC8A2D6-B6C6-3CA3-C4CE-583604355C07}"/>
          </ac:spMkLst>
        </pc:spChg>
        <pc:spChg chg="del">
          <ac:chgData name="Minh Huynh" userId="01a137d4-0d81-46e0-aca6-c9185b391828" providerId="ADAL" clId="{228DCBF7-2D91-4473-9F7E-959AF134A5D6}" dt="2026-10-14T12:28:44.528" v="751" actId="478"/>
          <ac:spMkLst>
            <pc:docMk/>
            <pc:sldMk cId="3854938747" sldId="1586"/>
            <ac:spMk id="23" creationId="{C87300D6-D0DE-FE6F-9416-C87123175650}"/>
          </ac:spMkLst>
        </pc:spChg>
        <pc:spChg chg="del">
          <ac:chgData name="Minh Huynh" userId="01a137d4-0d81-46e0-aca6-c9185b391828" providerId="ADAL" clId="{228DCBF7-2D91-4473-9F7E-959AF134A5D6}" dt="2026-10-14T12:28:44.528" v="751" actId="478"/>
          <ac:spMkLst>
            <pc:docMk/>
            <pc:sldMk cId="3854938747" sldId="1586"/>
            <ac:spMk id="24" creationId="{F057012F-76E8-66AA-93B7-7A08128E2D46}"/>
          </ac:spMkLst>
        </pc:spChg>
        <pc:spChg chg="del">
          <ac:chgData name="Minh Huynh" userId="01a137d4-0d81-46e0-aca6-c9185b391828" providerId="ADAL" clId="{228DCBF7-2D91-4473-9F7E-959AF134A5D6}" dt="2026-10-14T12:28:44.528" v="751" actId="478"/>
          <ac:spMkLst>
            <pc:docMk/>
            <pc:sldMk cId="3854938747" sldId="1586"/>
            <ac:spMk id="25" creationId="{15730020-5DFF-45F6-F974-438D5CFC5B0E}"/>
          </ac:spMkLst>
        </pc:spChg>
        <pc:spChg chg="del">
          <ac:chgData name="Minh Huynh" userId="01a137d4-0d81-46e0-aca6-c9185b391828" providerId="ADAL" clId="{228DCBF7-2D91-4473-9F7E-959AF134A5D6}" dt="2026-10-14T12:28:44.528" v="751" actId="478"/>
          <ac:spMkLst>
            <pc:docMk/>
            <pc:sldMk cId="3854938747" sldId="1586"/>
            <ac:spMk id="26" creationId="{C01ACA57-7A2B-41D1-0D69-2C871DCC015B}"/>
          </ac:spMkLst>
        </pc:spChg>
        <pc:spChg chg="add mod">
          <ac:chgData name="Minh Huynh" userId="01a137d4-0d81-46e0-aca6-c9185b391828" providerId="ADAL" clId="{228DCBF7-2D91-4473-9F7E-959AF134A5D6}" dt="2026-10-14T12:28:48.106" v="752"/>
          <ac:spMkLst>
            <pc:docMk/>
            <pc:sldMk cId="3854938747" sldId="1586"/>
            <ac:spMk id="27" creationId="{87BAF4F0-245A-4345-9506-D63F7FFC6A1F}"/>
          </ac:spMkLst>
        </pc:spChg>
      </pc:sldChg>
      <pc:sldChg chg="addSp delSp modSp add mod">
        <pc:chgData name="Minh Huynh" userId="01a137d4-0d81-46e0-aca6-c9185b391828" providerId="ADAL" clId="{228DCBF7-2D91-4473-9F7E-959AF134A5D6}" dt="2026-10-14T12:29:00.023" v="757"/>
        <pc:sldMkLst>
          <pc:docMk/>
          <pc:sldMk cId="3030963169" sldId="1587"/>
        </pc:sldMkLst>
        <pc:spChg chg="del">
          <ac:chgData name="Minh Huynh" userId="01a137d4-0d81-46e0-aca6-c9185b391828" providerId="ADAL" clId="{228DCBF7-2D91-4473-9F7E-959AF134A5D6}" dt="2026-10-14T12:28:57.414" v="756" actId="478"/>
          <ac:spMkLst>
            <pc:docMk/>
            <pc:sldMk cId="3030963169" sldId="1587"/>
            <ac:spMk id="2" creationId="{BB124280-440A-4138-F01C-294DF31ADDF5}"/>
          </ac:spMkLst>
        </pc:spChg>
        <pc:spChg chg="del">
          <ac:chgData name="Minh Huynh" userId="01a137d4-0d81-46e0-aca6-c9185b391828" providerId="ADAL" clId="{228DCBF7-2D91-4473-9F7E-959AF134A5D6}" dt="2026-10-14T12:28:57.414" v="756" actId="478"/>
          <ac:spMkLst>
            <pc:docMk/>
            <pc:sldMk cId="3030963169" sldId="1587"/>
            <ac:spMk id="18" creationId="{BB254382-8C1C-B37A-81E6-B63368389792}"/>
          </ac:spMkLst>
        </pc:spChg>
        <pc:spChg chg="del">
          <ac:chgData name="Minh Huynh" userId="01a137d4-0d81-46e0-aca6-c9185b391828" providerId="ADAL" clId="{228DCBF7-2D91-4473-9F7E-959AF134A5D6}" dt="2026-10-14T12:28:57.414" v="756" actId="478"/>
          <ac:spMkLst>
            <pc:docMk/>
            <pc:sldMk cId="3030963169" sldId="1587"/>
            <ac:spMk id="19" creationId="{926E6CBE-E065-7F35-2872-D75E15399EB9}"/>
          </ac:spMkLst>
        </pc:spChg>
        <pc:spChg chg="del">
          <ac:chgData name="Minh Huynh" userId="01a137d4-0d81-46e0-aca6-c9185b391828" providerId="ADAL" clId="{228DCBF7-2D91-4473-9F7E-959AF134A5D6}" dt="2026-10-14T12:28:57.414" v="756" actId="478"/>
          <ac:spMkLst>
            <pc:docMk/>
            <pc:sldMk cId="3030963169" sldId="1587"/>
            <ac:spMk id="20" creationId="{9BACAF7F-FB0C-3E78-CEBD-3C180CB6B82B}"/>
          </ac:spMkLst>
        </pc:spChg>
        <pc:spChg chg="del">
          <ac:chgData name="Minh Huynh" userId="01a137d4-0d81-46e0-aca6-c9185b391828" providerId="ADAL" clId="{228DCBF7-2D91-4473-9F7E-959AF134A5D6}" dt="2026-10-14T12:28:57.414" v="756" actId="478"/>
          <ac:spMkLst>
            <pc:docMk/>
            <pc:sldMk cId="3030963169" sldId="1587"/>
            <ac:spMk id="21" creationId="{18A81629-E68A-4751-8C31-923B7136BC64}"/>
          </ac:spMkLst>
        </pc:spChg>
        <pc:spChg chg="del">
          <ac:chgData name="Minh Huynh" userId="01a137d4-0d81-46e0-aca6-c9185b391828" providerId="ADAL" clId="{228DCBF7-2D91-4473-9F7E-959AF134A5D6}" dt="2026-10-14T12:28:57.414" v="756" actId="478"/>
          <ac:spMkLst>
            <pc:docMk/>
            <pc:sldMk cId="3030963169" sldId="1587"/>
            <ac:spMk id="22" creationId="{50739A6B-C0CB-978D-DE88-C984FF937AEA}"/>
          </ac:spMkLst>
        </pc:spChg>
        <pc:spChg chg="del">
          <ac:chgData name="Minh Huynh" userId="01a137d4-0d81-46e0-aca6-c9185b391828" providerId="ADAL" clId="{228DCBF7-2D91-4473-9F7E-959AF134A5D6}" dt="2026-10-14T12:28:57.414" v="756" actId="478"/>
          <ac:spMkLst>
            <pc:docMk/>
            <pc:sldMk cId="3030963169" sldId="1587"/>
            <ac:spMk id="23" creationId="{3E232FC5-095F-3CA1-2DA0-C2E30FC056F9}"/>
          </ac:spMkLst>
        </pc:spChg>
        <pc:spChg chg="del">
          <ac:chgData name="Minh Huynh" userId="01a137d4-0d81-46e0-aca6-c9185b391828" providerId="ADAL" clId="{228DCBF7-2D91-4473-9F7E-959AF134A5D6}" dt="2026-10-14T12:28:57.414" v="756" actId="478"/>
          <ac:spMkLst>
            <pc:docMk/>
            <pc:sldMk cId="3030963169" sldId="1587"/>
            <ac:spMk id="24" creationId="{B56A3202-E8A0-23F9-8CE6-1559F2B7E986}"/>
          </ac:spMkLst>
        </pc:spChg>
        <pc:spChg chg="del">
          <ac:chgData name="Minh Huynh" userId="01a137d4-0d81-46e0-aca6-c9185b391828" providerId="ADAL" clId="{228DCBF7-2D91-4473-9F7E-959AF134A5D6}" dt="2026-10-14T12:28:57.414" v="756" actId="478"/>
          <ac:spMkLst>
            <pc:docMk/>
            <pc:sldMk cId="3030963169" sldId="1587"/>
            <ac:spMk id="25" creationId="{A41648BF-7760-B20C-0F94-E33674E79E61}"/>
          </ac:spMkLst>
        </pc:spChg>
        <pc:spChg chg="del">
          <ac:chgData name="Minh Huynh" userId="01a137d4-0d81-46e0-aca6-c9185b391828" providerId="ADAL" clId="{228DCBF7-2D91-4473-9F7E-959AF134A5D6}" dt="2026-10-14T12:28:57.414" v="756" actId="478"/>
          <ac:spMkLst>
            <pc:docMk/>
            <pc:sldMk cId="3030963169" sldId="1587"/>
            <ac:spMk id="26" creationId="{ECF074CD-891A-03CF-ED56-6FE5FD0E509A}"/>
          </ac:spMkLst>
        </pc:spChg>
        <pc:spChg chg="add mod">
          <ac:chgData name="Minh Huynh" userId="01a137d4-0d81-46e0-aca6-c9185b391828" providerId="ADAL" clId="{228DCBF7-2D91-4473-9F7E-959AF134A5D6}" dt="2026-10-14T12:29:00.023" v="757"/>
          <ac:spMkLst>
            <pc:docMk/>
            <pc:sldMk cId="3030963169" sldId="1587"/>
            <ac:spMk id="27" creationId="{A56C1788-E873-4D47-8903-0E7A4DB1911B}"/>
          </ac:spMkLst>
        </pc:spChg>
      </pc:sldChg>
      <pc:sldChg chg="add del">
        <pc:chgData name="Minh Huynh" userId="01a137d4-0d81-46e0-aca6-c9185b391828" providerId="ADAL" clId="{228DCBF7-2D91-4473-9F7E-959AF134A5D6}" dt="2026-10-14T12:28:54.851" v="754" actId="47"/>
        <pc:sldMkLst>
          <pc:docMk/>
          <pc:sldMk cId="3187274154" sldId="1587"/>
        </pc:sldMkLst>
      </pc:sldChg>
      <pc:sldChg chg="del">
        <pc:chgData name="Minh Huynh" userId="01a137d4-0d81-46e0-aca6-c9185b391828" providerId="ADAL" clId="{228DCBF7-2D91-4473-9F7E-959AF134A5D6}" dt="2026-10-14T12:00:57.222" v="34" actId="47"/>
        <pc:sldMkLst>
          <pc:docMk/>
          <pc:sldMk cId="6395444" sldId="4679"/>
        </pc:sldMkLst>
      </pc:sldChg>
      <pc:sldChg chg="del">
        <pc:chgData name="Minh Huynh" userId="01a137d4-0d81-46e0-aca6-c9185b391828" providerId="ADAL" clId="{228DCBF7-2D91-4473-9F7E-959AF134A5D6}" dt="2026-10-14T11:59:32.030" v="0" actId="47"/>
        <pc:sldMkLst>
          <pc:docMk/>
          <pc:sldMk cId="1460326707" sldId="4680"/>
        </pc:sldMkLst>
      </pc:sldChg>
      <pc:sldChg chg="del">
        <pc:chgData name="Minh Huynh" userId="01a137d4-0d81-46e0-aca6-c9185b391828" providerId="ADAL" clId="{228DCBF7-2D91-4473-9F7E-959AF134A5D6}" dt="2026-10-14T11:59:32.030" v="0" actId="47"/>
        <pc:sldMkLst>
          <pc:docMk/>
          <pc:sldMk cId="2635318698" sldId="4681"/>
        </pc:sldMkLst>
      </pc:sldChg>
      <pc:sldChg chg="del">
        <pc:chgData name="Minh Huynh" userId="01a137d4-0d81-46e0-aca6-c9185b391828" providerId="ADAL" clId="{228DCBF7-2D91-4473-9F7E-959AF134A5D6}" dt="2026-10-14T11:59:32.030" v="0" actId="47"/>
        <pc:sldMkLst>
          <pc:docMk/>
          <pc:sldMk cId="3240262758" sldId="4682"/>
        </pc:sldMkLst>
      </pc:sldChg>
      <pc:sldChg chg="del">
        <pc:chgData name="Minh Huynh" userId="01a137d4-0d81-46e0-aca6-c9185b391828" providerId="ADAL" clId="{228DCBF7-2D91-4473-9F7E-959AF134A5D6}" dt="2026-10-14T11:59:32.030" v="0" actId="47"/>
        <pc:sldMkLst>
          <pc:docMk/>
          <pc:sldMk cId="2462819518" sldId="4683"/>
        </pc:sldMkLst>
      </pc:sldChg>
      <pc:sldChg chg="del">
        <pc:chgData name="Minh Huynh" userId="01a137d4-0d81-46e0-aca6-c9185b391828" providerId="ADAL" clId="{228DCBF7-2D91-4473-9F7E-959AF134A5D6}" dt="2026-10-14T11:59:32.030" v="0" actId="47"/>
        <pc:sldMkLst>
          <pc:docMk/>
          <pc:sldMk cId="505707640" sldId="4684"/>
        </pc:sldMkLst>
      </pc:sldChg>
      <pc:sldChg chg="del">
        <pc:chgData name="Minh Huynh" userId="01a137d4-0d81-46e0-aca6-c9185b391828" providerId="ADAL" clId="{228DCBF7-2D91-4473-9F7E-959AF134A5D6}" dt="2026-10-14T11:59:32.030" v="0" actId="47"/>
        <pc:sldMkLst>
          <pc:docMk/>
          <pc:sldMk cId="560164108" sldId="4685"/>
        </pc:sldMkLst>
      </pc:sldChg>
      <pc:sldChg chg="del">
        <pc:chgData name="Minh Huynh" userId="01a137d4-0d81-46e0-aca6-c9185b391828" providerId="ADAL" clId="{228DCBF7-2D91-4473-9F7E-959AF134A5D6}" dt="2026-10-14T11:59:32.030" v="0" actId="47"/>
        <pc:sldMkLst>
          <pc:docMk/>
          <pc:sldMk cId="612435742" sldId="4686"/>
        </pc:sldMkLst>
      </pc:sldChg>
      <pc:sldChg chg="del">
        <pc:chgData name="Minh Huynh" userId="01a137d4-0d81-46e0-aca6-c9185b391828" providerId="ADAL" clId="{228DCBF7-2D91-4473-9F7E-959AF134A5D6}" dt="2026-10-14T11:59:32.030" v="0" actId="47"/>
        <pc:sldMkLst>
          <pc:docMk/>
          <pc:sldMk cId="683012423" sldId="4687"/>
        </pc:sldMkLst>
      </pc:sldChg>
      <pc:sldChg chg="del">
        <pc:chgData name="Minh Huynh" userId="01a137d4-0d81-46e0-aca6-c9185b391828" providerId="ADAL" clId="{228DCBF7-2D91-4473-9F7E-959AF134A5D6}" dt="2026-10-14T11:59:32.030" v="0" actId="47"/>
        <pc:sldMkLst>
          <pc:docMk/>
          <pc:sldMk cId="4263398601" sldId="4917"/>
        </pc:sldMkLst>
      </pc:sldChg>
      <pc:sldChg chg="del">
        <pc:chgData name="Minh Huynh" userId="01a137d4-0d81-46e0-aca6-c9185b391828" providerId="ADAL" clId="{228DCBF7-2D91-4473-9F7E-959AF134A5D6}" dt="2026-10-14T11:59:32.030" v="0" actId="47"/>
        <pc:sldMkLst>
          <pc:docMk/>
          <pc:sldMk cId="3609326107" sldId="4924"/>
        </pc:sldMkLst>
      </pc:sldChg>
      <pc:sldChg chg="del">
        <pc:chgData name="Minh Huynh" userId="01a137d4-0d81-46e0-aca6-c9185b391828" providerId="ADAL" clId="{228DCBF7-2D91-4473-9F7E-959AF134A5D6}" dt="2026-10-14T11:59:32.030" v="0" actId="47"/>
        <pc:sldMkLst>
          <pc:docMk/>
          <pc:sldMk cId="1881668844" sldId="4925"/>
        </pc:sldMkLst>
      </pc:sldChg>
      <pc:sldChg chg="del">
        <pc:chgData name="Minh Huynh" userId="01a137d4-0d81-46e0-aca6-c9185b391828" providerId="ADAL" clId="{228DCBF7-2D91-4473-9F7E-959AF134A5D6}" dt="2026-10-14T11:59:32.030" v="0" actId="47"/>
        <pc:sldMkLst>
          <pc:docMk/>
          <pc:sldMk cId="4048538831" sldId="4937"/>
        </pc:sldMkLst>
      </pc:sldChg>
      <pc:sldChg chg="del">
        <pc:chgData name="Minh Huynh" userId="01a137d4-0d81-46e0-aca6-c9185b391828" providerId="ADAL" clId="{228DCBF7-2D91-4473-9F7E-959AF134A5D6}" dt="2026-10-14T11:59:32.030" v="0" actId="47"/>
        <pc:sldMkLst>
          <pc:docMk/>
          <pc:sldMk cId="3586957674" sldId="4948"/>
        </pc:sldMkLst>
      </pc:sldChg>
      <pc:sldChg chg="del">
        <pc:chgData name="Minh Huynh" userId="01a137d4-0d81-46e0-aca6-c9185b391828" providerId="ADAL" clId="{228DCBF7-2D91-4473-9F7E-959AF134A5D6}" dt="2026-10-14T11:59:32.030" v="0" actId="47"/>
        <pc:sldMkLst>
          <pc:docMk/>
          <pc:sldMk cId="3205467194" sldId="4949"/>
        </pc:sldMkLst>
      </pc:sldChg>
      <pc:sldChg chg="del">
        <pc:chgData name="Minh Huynh" userId="01a137d4-0d81-46e0-aca6-c9185b391828" providerId="ADAL" clId="{228DCBF7-2D91-4473-9F7E-959AF134A5D6}" dt="2026-10-14T11:59:32.030" v="0" actId="47"/>
        <pc:sldMkLst>
          <pc:docMk/>
          <pc:sldMk cId="511627920" sldId="5012"/>
        </pc:sldMkLst>
      </pc:sldChg>
      <pc:sldChg chg="del">
        <pc:chgData name="Minh Huynh" userId="01a137d4-0d81-46e0-aca6-c9185b391828" providerId="ADAL" clId="{228DCBF7-2D91-4473-9F7E-959AF134A5D6}" dt="2026-10-14T11:59:32.030" v="0" actId="47"/>
        <pc:sldMkLst>
          <pc:docMk/>
          <pc:sldMk cId="1732695391" sldId="5033"/>
        </pc:sldMkLst>
      </pc:sldChg>
      <pc:sldChg chg="del">
        <pc:chgData name="Minh Huynh" userId="01a137d4-0d81-46e0-aca6-c9185b391828" providerId="ADAL" clId="{228DCBF7-2D91-4473-9F7E-959AF134A5D6}" dt="2026-10-14T11:59:32.030" v="0" actId="47"/>
        <pc:sldMkLst>
          <pc:docMk/>
          <pc:sldMk cId="3732838123" sldId="5042"/>
        </pc:sldMkLst>
      </pc:sldChg>
      <pc:sldChg chg="del">
        <pc:chgData name="Minh Huynh" userId="01a137d4-0d81-46e0-aca6-c9185b391828" providerId="ADAL" clId="{228DCBF7-2D91-4473-9F7E-959AF134A5D6}" dt="2026-10-14T11:59:32.030" v="0" actId="47"/>
        <pc:sldMkLst>
          <pc:docMk/>
          <pc:sldMk cId="2637387746" sldId="5044"/>
        </pc:sldMkLst>
      </pc:sldChg>
      <pc:sldChg chg="del">
        <pc:chgData name="Minh Huynh" userId="01a137d4-0d81-46e0-aca6-c9185b391828" providerId="ADAL" clId="{228DCBF7-2D91-4473-9F7E-959AF134A5D6}" dt="2026-10-14T11:59:32.030" v="0" actId="47"/>
        <pc:sldMkLst>
          <pc:docMk/>
          <pc:sldMk cId="88343320" sldId="5060"/>
        </pc:sldMkLst>
      </pc:sldChg>
      <pc:sldChg chg="del">
        <pc:chgData name="Minh Huynh" userId="01a137d4-0d81-46e0-aca6-c9185b391828" providerId="ADAL" clId="{228DCBF7-2D91-4473-9F7E-959AF134A5D6}" dt="2026-10-14T11:59:32.030" v="0" actId="47"/>
        <pc:sldMkLst>
          <pc:docMk/>
          <pc:sldMk cId="1032328716" sldId="5123"/>
        </pc:sldMkLst>
      </pc:sldChg>
      <pc:sldChg chg="del">
        <pc:chgData name="Minh Huynh" userId="01a137d4-0d81-46e0-aca6-c9185b391828" providerId="ADAL" clId="{228DCBF7-2D91-4473-9F7E-959AF134A5D6}" dt="2026-10-14T11:59:32.030" v="0" actId="47"/>
        <pc:sldMkLst>
          <pc:docMk/>
          <pc:sldMk cId="3053731873" sldId="5139"/>
        </pc:sldMkLst>
      </pc:sldChg>
      <pc:sldChg chg="del">
        <pc:chgData name="Minh Huynh" userId="01a137d4-0d81-46e0-aca6-c9185b391828" providerId="ADAL" clId="{228DCBF7-2D91-4473-9F7E-959AF134A5D6}" dt="2026-10-14T11:59:32.030" v="0" actId="47"/>
        <pc:sldMkLst>
          <pc:docMk/>
          <pc:sldMk cId="1342646836" sldId="5140"/>
        </pc:sldMkLst>
      </pc:sldChg>
    </pc:docChg>
  </pc:docChgLst>
  <pc:docChgLst>
    <pc:chgData name="Minh Huynh" userId="01a137d4-0d81-46e0-aca6-c9185b391828" providerId="ADAL" clId="{18447838-0BCA-432B-86F3-BB78526C143F}"/>
    <pc:docChg chg="undo redo custSel addSld delSld modSld sldOrd">
      <pc:chgData name="Minh Huynh" userId="01a137d4-0d81-46e0-aca6-c9185b391828" providerId="ADAL" clId="{18447838-0BCA-432B-86F3-BB78526C143F}" dt="2026-10-13T03:01:57.617" v="2674" actId="20577"/>
      <pc:docMkLst>
        <pc:docMk/>
      </pc:docMkLst>
      <pc:sldChg chg="modSp mod">
        <pc:chgData name="Minh Huynh" userId="01a137d4-0d81-46e0-aca6-c9185b391828" providerId="ADAL" clId="{18447838-0BCA-432B-86F3-BB78526C143F}" dt="2026-10-12T12:12:56.377" v="25" actId="20577"/>
        <pc:sldMkLst>
          <pc:docMk/>
          <pc:sldMk cId="1972624584" sldId="257"/>
        </pc:sldMkLst>
        <pc:spChg chg="mod">
          <ac:chgData name="Minh Huynh" userId="01a137d4-0d81-46e0-aca6-c9185b391828" providerId="ADAL" clId="{18447838-0BCA-432B-86F3-BB78526C143F}" dt="2026-10-12T12:12:56.377" v="25" actId="20577"/>
          <ac:spMkLst>
            <pc:docMk/>
            <pc:sldMk cId="1972624584" sldId="257"/>
            <ac:spMk id="13" creationId="{F11B6F01-F247-4E5E-AC9E-2D11F2681474}"/>
          </ac:spMkLst>
        </pc:spChg>
      </pc:sldChg>
      <pc:sldChg chg="delSp modSp mod">
        <pc:chgData name="Minh Huynh" userId="01a137d4-0d81-46e0-aca6-c9185b391828" providerId="ADAL" clId="{18447838-0BCA-432B-86F3-BB78526C143F}" dt="2026-10-12T12:15:47.610" v="91" actId="20577"/>
        <pc:sldMkLst>
          <pc:docMk/>
          <pc:sldMk cId="1166963934" sldId="883"/>
        </pc:sldMkLst>
        <pc:spChg chg="mod">
          <ac:chgData name="Minh Huynh" userId="01a137d4-0d81-46e0-aca6-c9185b391828" providerId="ADAL" clId="{18447838-0BCA-432B-86F3-BB78526C143F}" dt="2026-10-12T12:13:44.292" v="52" actId="20577"/>
          <ac:spMkLst>
            <pc:docMk/>
            <pc:sldMk cId="1166963934" sldId="883"/>
            <ac:spMk id="4" creationId="{7BC73E8E-0D58-4B4B-A5C4-A8AE38997407}"/>
          </ac:spMkLst>
        </pc:spChg>
        <pc:spChg chg="mod">
          <ac:chgData name="Minh Huynh" userId="01a137d4-0d81-46e0-aca6-c9185b391828" providerId="ADAL" clId="{18447838-0BCA-432B-86F3-BB78526C143F}" dt="2026-10-12T12:15:47.610" v="91" actId="20577"/>
          <ac:spMkLst>
            <pc:docMk/>
            <pc:sldMk cId="1166963934" sldId="883"/>
            <ac:spMk id="5" creationId="{3BBBF4A9-1FF9-45CB-8257-FB748ECAEB1A}"/>
          </ac:spMkLst>
        </pc:spChg>
        <pc:picChg chg="del">
          <ac:chgData name="Minh Huynh" userId="01a137d4-0d81-46e0-aca6-c9185b391828" providerId="ADAL" clId="{18447838-0BCA-432B-86F3-BB78526C143F}" dt="2026-10-12T12:13:32.921" v="26" actId="478"/>
          <ac:picMkLst>
            <pc:docMk/>
            <pc:sldMk cId="1166963934" sldId="883"/>
            <ac:picMk id="17" creationId="{C4882EA2-8155-4468-9F9F-5DD08F47BB0D}"/>
          </ac:picMkLst>
        </pc:picChg>
      </pc:sldChg>
      <pc:sldChg chg="del">
        <pc:chgData name="Minh Huynh" userId="01a137d4-0d81-46e0-aca6-c9185b391828" providerId="ADAL" clId="{18447838-0BCA-432B-86F3-BB78526C143F}" dt="2026-10-12T12:12:45.996" v="0" actId="47"/>
        <pc:sldMkLst>
          <pc:docMk/>
          <pc:sldMk cId="886266999" sldId="884"/>
        </pc:sldMkLst>
      </pc:sldChg>
      <pc:sldChg chg="addSp modSp add mod">
        <pc:chgData name="Minh Huynh" userId="01a137d4-0d81-46e0-aca6-c9185b391828" providerId="ADAL" clId="{18447838-0BCA-432B-86F3-BB78526C143F}" dt="2026-10-12T12:19:25.893" v="209" actId="1076"/>
        <pc:sldMkLst>
          <pc:docMk/>
          <pc:sldMk cId="2309281588" sldId="884"/>
        </pc:sldMkLst>
        <pc:spChg chg="mod">
          <ac:chgData name="Minh Huynh" userId="01a137d4-0d81-46e0-aca6-c9185b391828" providerId="ADAL" clId="{18447838-0BCA-432B-86F3-BB78526C143F}" dt="2026-10-12T12:16:36.483" v="122" actId="20577"/>
          <ac:spMkLst>
            <pc:docMk/>
            <pc:sldMk cId="2309281588" sldId="884"/>
            <ac:spMk id="4" creationId="{7BC73E8E-0D58-4B4B-A5C4-A8AE38997407}"/>
          </ac:spMkLst>
        </pc:spChg>
        <pc:spChg chg="mod">
          <ac:chgData name="Minh Huynh" userId="01a137d4-0d81-46e0-aca6-c9185b391828" providerId="ADAL" clId="{18447838-0BCA-432B-86F3-BB78526C143F}" dt="2026-10-12T12:19:11.164" v="206" actId="313"/>
          <ac:spMkLst>
            <pc:docMk/>
            <pc:sldMk cId="2309281588" sldId="884"/>
            <ac:spMk id="5" creationId="{3BBBF4A9-1FF9-45CB-8257-FB748ECAEB1A}"/>
          </ac:spMkLst>
        </pc:spChg>
        <pc:picChg chg="add mod">
          <ac:chgData name="Minh Huynh" userId="01a137d4-0d81-46e0-aca6-c9185b391828" providerId="ADAL" clId="{18447838-0BCA-432B-86F3-BB78526C143F}" dt="2026-10-12T12:19:25.893" v="209" actId="1076"/>
          <ac:picMkLst>
            <pc:docMk/>
            <pc:sldMk cId="2309281588" sldId="884"/>
            <ac:picMk id="6" creationId="{A382D1C7-26E9-43BC-8400-1AD84F16D59D}"/>
          </ac:picMkLst>
        </pc:picChg>
      </pc:sldChg>
      <pc:sldChg chg="del">
        <pc:chgData name="Minh Huynh" userId="01a137d4-0d81-46e0-aca6-c9185b391828" providerId="ADAL" clId="{18447838-0BCA-432B-86F3-BB78526C143F}" dt="2026-10-12T12:12:45.996" v="0" actId="47"/>
        <pc:sldMkLst>
          <pc:docMk/>
          <pc:sldMk cId="2730627283" sldId="885"/>
        </pc:sldMkLst>
      </pc:sldChg>
      <pc:sldChg chg="addSp delSp modSp add mod">
        <pc:chgData name="Minh Huynh" userId="01a137d4-0d81-46e0-aca6-c9185b391828" providerId="ADAL" clId="{18447838-0BCA-432B-86F3-BB78526C143F}" dt="2026-10-12T12:21:26.108" v="500" actId="5793"/>
        <pc:sldMkLst>
          <pc:docMk/>
          <pc:sldMk cId="2738950240" sldId="885"/>
        </pc:sldMkLst>
        <pc:spChg chg="del">
          <ac:chgData name="Minh Huynh" userId="01a137d4-0d81-46e0-aca6-c9185b391828" providerId="ADAL" clId="{18447838-0BCA-432B-86F3-BB78526C143F}" dt="2026-10-12T12:19:53.619" v="212" actId="478"/>
          <ac:spMkLst>
            <pc:docMk/>
            <pc:sldMk cId="2738950240" sldId="885"/>
            <ac:spMk id="5" creationId="{3BBBF4A9-1FF9-45CB-8257-FB748ECAEB1A}"/>
          </ac:spMkLst>
        </pc:spChg>
        <pc:spChg chg="add mod">
          <ac:chgData name="Minh Huynh" userId="01a137d4-0d81-46e0-aca6-c9185b391828" providerId="ADAL" clId="{18447838-0BCA-432B-86F3-BB78526C143F}" dt="2026-10-12T12:20:25.401" v="268" actId="1076"/>
          <ac:spMkLst>
            <pc:docMk/>
            <pc:sldMk cId="2738950240" sldId="885"/>
            <ac:spMk id="7" creationId="{A67962BC-F52B-4512-BD54-D49B95A1B3C0}"/>
          </ac:spMkLst>
        </pc:spChg>
        <pc:spChg chg="add mod">
          <ac:chgData name="Minh Huynh" userId="01a137d4-0d81-46e0-aca6-c9185b391828" providerId="ADAL" clId="{18447838-0BCA-432B-86F3-BB78526C143F}" dt="2026-10-12T12:20:25.401" v="268" actId="1076"/>
          <ac:spMkLst>
            <pc:docMk/>
            <pc:sldMk cId="2738950240" sldId="885"/>
            <ac:spMk id="8" creationId="{6A3F74B8-F5C4-47E9-B418-6F97CC2CB912}"/>
          </ac:spMkLst>
        </pc:spChg>
        <pc:spChg chg="add mod">
          <ac:chgData name="Minh Huynh" userId="01a137d4-0d81-46e0-aca6-c9185b391828" providerId="ADAL" clId="{18447838-0BCA-432B-86F3-BB78526C143F}" dt="2026-10-12T12:20:25.401" v="268" actId="1076"/>
          <ac:spMkLst>
            <pc:docMk/>
            <pc:sldMk cId="2738950240" sldId="885"/>
            <ac:spMk id="9" creationId="{4B34126E-809A-41DA-8EB7-3DFADF0446A8}"/>
          </ac:spMkLst>
        </pc:spChg>
        <pc:spChg chg="add mod">
          <ac:chgData name="Minh Huynh" userId="01a137d4-0d81-46e0-aca6-c9185b391828" providerId="ADAL" clId="{18447838-0BCA-432B-86F3-BB78526C143F}" dt="2026-10-12T12:20:25.401" v="268" actId="1076"/>
          <ac:spMkLst>
            <pc:docMk/>
            <pc:sldMk cId="2738950240" sldId="885"/>
            <ac:spMk id="10" creationId="{E48AF9D6-D45F-4795-969C-C4ADBA4B47BF}"/>
          </ac:spMkLst>
        </pc:spChg>
        <pc:spChg chg="mod">
          <ac:chgData name="Minh Huynh" userId="01a137d4-0d81-46e0-aca6-c9185b391828" providerId="ADAL" clId="{18447838-0BCA-432B-86F3-BB78526C143F}" dt="2026-10-12T12:19:57.427" v="213"/>
          <ac:spMkLst>
            <pc:docMk/>
            <pc:sldMk cId="2738950240" sldId="885"/>
            <ac:spMk id="12" creationId="{DDCF9F35-802A-46D2-8C08-176099A7CBA0}"/>
          </ac:spMkLst>
        </pc:spChg>
        <pc:spChg chg="mod">
          <ac:chgData name="Minh Huynh" userId="01a137d4-0d81-46e0-aca6-c9185b391828" providerId="ADAL" clId="{18447838-0BCA-432B-86F3-BB78526C143F}" dt="2026-10-12T12:19:57.427" v="213"/>
          <ac:spMkLst>
            <pc:docMk/>
            <pc:sldMk cId="2738950240" sldId="885"/>
            <ac:spMk id="13" creationId="{DE7FE73E-5630-45F7-BB99-A915B3556B3E}"/>
          </ac:spMkLst>
        </pc:spChg>
        <pc:spChg chg="add mod">
          <ac:chgData name="Minh Huynh" userId="01a137d4-0d81-46e0-aca6-c9185b391828" providerId="ADAL" clId="{18447838-0BCA-432B-86F3-BB78526C143F}" dt="2026-10-12T12:20:25.401" v="268" actId="1076"/>
          <ac:spMkLst>
            <pc:docMk/>
            <pc:sldMk cId="2738950240" sldId="885"/>
            <ac:spMk id="14" creationId="{421E6674-F7CF-4046-8FBF-EF120C0FFEEE}"/>
          </ac:spMkLst>
        </pc:spChg>
        <pc:spChg chg="add mod">
          <ac:chgData name="Minh Huynh" userId="01a137d4-0d81-46e0-aca6-c9185b391828" providerId="ADAL" clId="{18447838-0BCA-432B-86F3-BB78526C143F}" dt="2026-10-12T12:20:25.401" v="268" actId="1076"/>
          <ac:spMkLst>
            <pc:docMk/>
            <pc:sldMk cId="2738950240" sldId="885"/>
            <ac:spMk id="15" creationId="{E9585141-F4EB-4C15-8E4D-D717B624A067}"/>
          </ac:spMkLst>
        </pc:spChg>
        <pc:spChg chg="add mod">
          <ac:chgData name="Minh Huynh" userId="01a137d4-0d81-46e0-aca6-c9185b391828" providerId="ADAL" clId="{18447838-0BCA-432B-86F3-BB78526C143F}" dt="2026-10-12T12:20:25.401" v="268" actId="1076"/>
          <ac:spMkLst>
            <pc:docMk/>
            <pc:sldMk cId="2738950240" sldId="885"/>
            <ac:spMk id="16" creationId="{996F9ED6-A1A8-472C-B07B-4E2EA53EB1A0}"/>
          </ac:spMkLst>
        </pc:spChg>
        <pc:spChg chg="add mod">
          <ac:chgData name="Minh Huynh" userId="01a137d4-0d81-46e0-aca6-c9185b391828" providerId="ADAL" clId="{18447838-0BCA-432B-86F3-BB78526C143F}" dt="2026-10-12T12:20:25.401" v="268" actId="1076"/>
          <ac:spMkLst>
            <pc:docMk/>
            <pc:sldMk cId="2738950240" sldId="885"/>
            <ac:spMk id="17" creationId="{19C81F2C-03B6-467B-BB59-61285F0AF733}"/>
          </ac:spMkLst>
        </pc:spChg>
        <pc:spChg chg="add mod">
          <ac:chgData name="Minh Huynh" userId="01a137d4-0d81-46e0-aca6-c9185b391828" providerId="ADAL" clId="{18447838-0BCA-432B-86F3-BB78526C143F}" dt="2026-10-12T12:20:25.401" v="268" actId="1076"/>
          <ac:spMkLst>
            <pc:docMk/>
            <pc:sldMk cId="2738950240" sldId="885"/>
            <ac:spMk id="18" creationId="{8DA94EEE-1E2F-4C80-A31A-273A42C9402E}"/>
          </ac:spMkLst>
        </pc:spChg>
        <pc:spChg chg="add mod">
          <ac:chgData name="Minh Huynh" userId="01a137d4-0d81-46e0-aca6-c9185b391828" providerId="ADAL" clId="{18447838-0BCA-432B-86F3-BB78526C143F}" dt="2026-10-12T12:20:25.401" v="268" actId="1076"/>
          <ac:spMkLst>
            <pc:docMk/>
            <pc:sldMk cId="2738950240" sldId="885"/>
            <ac:spMk id="19" creationId="{143F4B56-B9BA-436A-9DE1-E4DB661A1C4D}"/>
          </ac:spMkLst>
        </pc:spChg>
        <pc:spChg chg="add mod">
          <ac:chgData name="Minh Huynh" userId="01a137d4-0d81-46e0-aca6-c9185b391828" providerId="ADAL" clId="{18447838-0BCA-432B-86F3-BB78526C143F}" dt="2026-10-12T12:20:25.401" v="268" actId="1076"/>
          <ac:spMkLst>
            <pc:docMk/>
            <pc:sldMk cId="2738950240" sldId="885"/>
            <ac:spMk id="20" creationId="{7B0834B4-98F5-4D56-851D-F433D8432989}"/>
          </ac:spMkLst>
        </pc:spChg>
        <pc:spChg chg="mod">
          <ac:chgData name="Minh Huynh" userId="01a137d4-0d81-46e0-aca6-c9185b391828" providerId="ADAL" clId="{18447838-0BCA-432B-86F3-BB78526C143F}" dt="2026-10-12T12:19:57.427" v="213"/>
          <ac:spMkLst>
            <pc:docMk/>
            <pc:sldMk cId="2738950240" sldId="885"/>
            <ac:spMk id="22" creationId="{0B30DE15-D661-426C-9D3C-E6D06564540E}"/>
          </ac:spMkLst>
        </pc:spChg>
        <pc:spChg chg="mod">
          <ac:chgData name="Minh Huynh" userId="01a137d4-0d81-46e0-aca6-c9185b391828" providerId="ADAL" clId="{18447838-0BCA-432B-86F3-BB78526C143F}" dt="2026-10-12T12:19:57.427" v="213"/>
          <ac:spMkLst>
            <pc:docMk/>
            <pc:sldMk cId="2738950240" sldId="885"/>
            <ac:spMk id="23" creationId="{B080AE62-D4D8-4977-8972-E30D2A3C579A}"/>
          </ac:spMkLst>
        </pc:spChg>
        <pc:spChg chg="mod">
          <ac:chgData name="Minh Huynh" userId="01a137d4-0d81-46e0-aca6-c9185b391828" providerId="ADAL" clId="{18447838-0BCA-432B-86F3-BB78526C143F}" dt="2026-10-12T12:19:57.427" v="213"/>
          <ac:spMkLst>
            <pc:docMk/>
            <pc:sldMk cId="2738950240" sldId="885"/>
            <ac:spMk id="25" creationId="{CA7DCE20-063C-4CF5-8748-79D28BCB0ECA}"/>
          </ac:spMkLst>
        </pc:spChg>
        <pc:spChg chg="mod">
          <ac:chgData name="Minh Huynh" userId="01a137d4-0d81-46e0-aca6-c9185b391828" providerId="ADAL" clId="{18447838-0BCA-432B-86F3-BB78526C143F}" dt="2026-10-12T12:19:57.427" v="213"/>
          <ac:spMkLst>
            <pc:docMk/>
            <pc:sldMk cId="2738950240" sldId="885"/>
            <ac:spMk id="26" creationId="{71DB0CC4-DEA9-40C5-8EC0-0B93EF7F4292}"/>
          </ac:spMkLst>
        </pc:spChg>
        <pc:spChg chg="mod">
          <ac:chgData name="Minh Huynh" userId="01a137d4-0d81-46e0-aca6-c9185b391828" providerId="ADAL" clId="{18447838-0BCA-432B-86F3-BB78526C143F}" dt="2026-10-12T12:19:57.427" v="213"/>
          <ac:spMkLst>
            <pc:docMk/>
            <pc:sldMk cId="2738950240" sldId="885"/>
            <ac:spMk id="28" creationId="{9F314D6B-AA69-4BED-BF4C-4B862A2F2A25}"/>
          </ac:spMkLst>
        </pc:spChg>
        <pc:spChg chg="mod">
          <ac:chgData name="Minh Huynh" userId="01a137d4-0d81-46e0-aca6-c9185b391828" providerId="ADAL" clId="{18447838-0BCA-432B-86F3-BB78526C143F}" dt="2026-10-12T12:19:57.427" v="213"/>
          <ac:spMkLst>
            <pc:docMk/>
            <pc:sldMk cId="2738950240" sldId="885"/>
            <ac:spMk id="29" creationId="{F9D90D8B-0BA7-4A5D-B9BF-1115A6EF5A42}"/>
          </ac:spMkLst>
        </pc:spChg>
        <pc:spChg chg="mod">
          <ac:chgData name="Minh Huynh" userId="01a137d4-0d81-46e0-aca6-c9185b391828" providerId="ADAL" clId="{18447838-0BCA-432B-86F3-BB78526C143F}" dt="2026-10-12T12:19:57.427" v="213"/>
          <ac:spMkLst>
            <pc:docMk/>
            <pc:sldMk cId="2738950240" sldId="885"/>
            <ac:spMk id="31" creationId="{F8476034-D5F6-4185-9459-F444541EF23B}"/>
          </ac:spMkLst>
        </pc:spChg>
        <pc:spChg chg="mod">
          <ac:chgData name="Minh Huynh" userId="01a137d4-0d81-46e0-aca6-c9185b391828" providerId="ADAL" clId="{18447838-0BCA-432B-86F3-BB78526C143F}" dt="2026-10-12T12:19:57.427" v="213"/>
          <ac:spMkLst>
            <pc:docMk/>
            <pc:sldMk cId="2738950240" sldId="885"/>
            <ac:spMk id="32" creationId="{5D94C366-EA62-4448-B935-7FE3C7437FD7}"/>
          </ac:spMkLst>
        </pc:spChg>
        <pc:spChg chg="mod">
          <ac:chgData name="Minh Huynh" userId="01a137d4-0d81-46e0-aca6-c9185b391828" providerId="ADAL" clId="{18447838-0BCA-432B-86F3-BB78526C143F}" dt="2026-10-12T12:19:57.427" v="213"/>
          <ac:spMkLst>
            <pc:docMk/>
            <pc:sldMk cId="2738950240" sldId="885"/>
            <ac:spMk id="34" creationId="{FE9337E5-1026-4EE2-8B37-0A71931BB186}"/>
          </ac:spMkLst>
        </pc:spChg>
        <pc:spChg chg="mod">
          <ac:chgData name="Minh Huynh" userId="01a137d4-0d81-46e0-aca6-c9185b391828" providerId="ADAL" clId="{18447838-0BCA-432B-86F3-BB78526C143F}" dt="2026-10-12T12:19:57.427" v="213"/>
          <ac:spMkLst>
            <pc:docMk/>
            <pc:sldMk cId="2738950240" sldId="885"/>
            <ac:spMk id="35" creationId="{6D404012-D62F-4034-B3D0-818F3C31F861}"/>
          </ac:spMkLst>
        </pc:spChg>
        <pc:spChg chg="mod">
          <ac:chgData name="Minh Huynh" userId="01a137d4-0d81-46e0-aca6-c9185b391828" providerId="ADAL" clId="{18447838-0BCA-432B-86F3-BB78526C143F}" dt="2026-10-12T12:19:57.427" v="213"/>
          <ac:spMkLst>
            <pc:docMk/>
            <pc:sldMk cId="2738950240" sldId="885"/>
            <ac:spMk id="37" creationId="{0FC85C24-ECCA-4946-8007-EDA8FF43B699}"/>
          </ac:spMkLst>
        </pc:spChg>
        <pc:spChg chg="mod">
          <ac:chgData name="Minh Huynh" userId="01a137d4-0d81-46e0-aca6-c9185b391828" providerId="ADAL" clId="{18447838-0BCA-432B-86F3-BB78526C143F}" dt="2026-10-12T12:19:57.427" v="213"/>
          <ac:spMkLst>
            <pc:docMk/>
            <pc:sldMk cId="2738950240" sldId="885"/>
            <ac:spMk id="38" creationId="{A0CAF9AE-57C4-4C91-82BE-92FDC3948B95}"/>
          </ac:spMkLst>
        </pc:spChg>
        <pc:spChg chg="mod">
          <ac:chgData name="Minh Huynh" userId="01a137d4-0d81-46e0-aca6-c9185b391828" providerId="ADAL" clId="{18447838-0BCA-432B-86F3-BB78526C143F}" dt="2026-10-12T12:19:57.427" v="213"/>
          <ac:spMkLst>
            <pc:docMk/>
            <pc:sldMk cId="2738950240" sldId="885"/>
            <ac:spMk id="40" creationId="{51CA3270-8F03-4C70-AB8C-8DD15FB48984}"/>
          </ac:spMkLst>
        </pc:spChg>
        <pc:spChg chg="mod">
          <ac:chgData name="Minh Huynh" userId="01a137d4-0d81-46e0-aca6-c9185b391828" providerId="ADAL" clId="{18447838-0BCA-432B-86F3-BB78526C143F}" dt="2026-10-12T12:19:57.427" v="213"/>
          <ac:spMkLst>
            <pc:docMk/>
            <pc:sldMk cId="2738950240" sldId="885"/>
            <ac:spMk id="41" creationId="{F41BEE5F-8E54-438E-B4D3-28C90850C238}"/>
          </ac:spMkLst>
        </pc:spChg>
        <pc:spChg chg="add mod">
          <ac:chgData name="Minh Huynh" userId="01a137d4-0d81-46e0-aca6-c9185b391828" providerId="ADAL" clId="{18447838-0BCA-432B-86F3-BB78526C143F}" dt="2026-10-12T12:20:25.401" v="268" actId="1076"/>
          <ac:spMkLst>
            <pc:docMk/>
            <pc:sldMk cId="2738950240" sldId="885"/>
            <ac:spMk id="42" creationId="{B242F3DE-95B6-40BC-856D-34209F6F41E3}"/>
          </ac:spMkLst>
        </pc:spChg>
        <pc:spChg chg="add mod">
          <ac:chgData name="Minh Huynh" userId="01a137d4-0d81-46e0-aca6-c9185b391828" providerId="ADAL" clId="{18447838-0BCA-432B-86F3-BB78526C143F}" dt="2026-10-12T12:20:25.401" v="268" actId="1076"/>
          <ac:spMkLst>
            <pc:docMk/>
            <pc:sldMk cId="2738950240" sldId="885"/>
            <ac:spMk id="43" creationId="{15B02777-4E6D-495F-946D-5C5CB5D4B55F}"/>
          </ac:spMkLst>
        </pc:spChg>
        <pc:spChg chg="add mod">
          <ac:chgData name="Minh Huynh" userId="01a137d4-0d81-46e0-aca6-c9185b391828" providerId="ADAL" clId="{18447838-0BCA-432B-86F3-BB78526C143F}" dt="2026-10-12T12:20:25.401" v="268" actId="1076"/>
          <ac:spMkLst>
            <pc:docMk/>
            <pc:sldMk cId="2738950240" sldId="885"/>
            <ac:spMk id="44" creationId="{0F20EE40-3AC7-42A0-A90D-0ADDC57C2037}"/>
          </ac:spMkLst>
        </pc:spChg>
        <pc:spChg chg="add mod">
          <ac:chgData name="Minh Huynh" userId="01a137d4-0d81-46e0-aca6-c9185b391828" providerId="ADAL" clId="{18447838-0BCA-432B-86F3-BB78526C143F}" dt="2026-10-12T12:20:25.401" v="268" actId="1076"/>
          <ac:spMkLst>
            <pc:docMk/>
            <pc:sldMk cId="2738950240" sldId="885"/>
            <ac:spMk id="45" creationId="{C918D1B5-F5B4-40C0-9396-EDF40DD3CACB}"/>
          </ac:spMkLst>
        </pc:spChg>
        <pc:spChg chg="add mod">
          <ac:chgData name="Minh Huynh" userId="01a137d4-0d81-46e0-aca6-c9185b391828" providerId="ADAL" clId="{18447838-0BCA-432B-86F3-BB78526C143F}" dt="2026-10-12T12:20:25.401" v="268" actId="1076"/>
          <ac:spMkLst>
            <pc:docMk/>
            <pc:sldMk cId="2738950240" sldId="885"/>
            <ac:spMk id="46" creationId="{71EA0A16-FC98-4B12-B68E-019281B65B2E}"/>
          </ac:spMkLst>
        </pc:spChg>
        <pc:spChg chg="add mod">
          <ac:chgData name="Minh Huynh" userId="01a137d4-0d81-46e0-aca6-c9185b391828" providerId="ADAL" clId="{18447838-0BCA-432B-86F3-BB78526C143F}" dt="2026-10-12T12:20:25.401" v="268" actId="1076"/>
          <ac:spMkLst>
            <pc:docMk/>
            <pc:sldMk cId="2738950240" sldId="885"/>
            <ac:spMk id="47" creationId="{3587714D-2307-4E12-B0FA-ED8B002AFD76}"/>
          </ac:spMkLst>
        </pc:spChg>
        <pc:spChg chg="add mod">
          <ac:chgData name="Minh Huynh" userId="01a137d4-0d81-46e0-aca6-c9185b391828" providerId="ADAL" clId="{18447838-0BCA-432B-86F3-BB78526C143F}" dt="2026-10-12T12:20:25.401" v="268" actId="1076"/>
          <ac:spMkLst>
            <pc:docMk/>
            <pc:sldMk cId="2738950240" sldId="885"/>
            <ac:spMk id="48" creationId="{48ED4C52-748F-4FF8-BB75-5D7EFB90836A}"/>
          </ac:spMkLst>
        </pc:spChg>
        <pc:spChg chg="add mod">
          <ac:chgData name="Minh Huynh" userId="01a137d4-0d81-46e0-aca6-c9185b391828" providerId="ADAL" clId="{18447838-0BCA-432B-86F3-BB78526C143F}" dt="2026-10-12T12:20:25.401" v="268" actId="1076"/>
          <ac:spMkLst>
            <pc:docMk/>
            <pc:sldMk cId="2738950240" sldId="885"/>
            <ac:spMk id="49" creationId="{BDAED572-4913-4721-9EFC-1D017663DE1D}"/>
          </ac:spMkLst>
        </pc:spChg>
        <pc:spChg chg="add mod">
          <ac:chgData name="Minh Huynh" userId="01a137d4-0d81-46e0-aca6-c9185b391828" providerId="ADAL" clId="{18447838-0BCA-432B-86F3-BB78526C143F}" dt="2026-10-12T12:20:25.401" v="268" actId="1076"/>
          <ac:spMkLst>
            <pc:docMk/>
            <pc:sldMk cId="2738950240" sldId="885"/>
            <ac:spMk id="50" creationId="{6138217B-56EB-435F-AEC6-75D0ED8A32AF}"/>
          </ac:spMkLst>
        </pc:spChg>
        <pc:spChg chg="add mod">
          <ac:chgData name="Minh Huynh" userId="01a137d4-0d81-46e0-aca6-c9185b391828" providerId="ADAL" clId="{18447838-0BCA-432B-86F3-BB78526C143F}" dt="2026-10-12T12:20:25.401" v="268" actId="1076"/>
          <ac:spMkLst>
            <pc:docMk/>
            <pc:sldMk cId="2738950240" sldId="885"/>
            <ac:spMk id="51" creationId="{0253CE86-679E-46D6-98AA-32632A73FCA3}"/>
          </ac:spMkLst>
        </pc:spChg>
        <pc:spChg chg="add mod">
          <ac:chgData name="Minh Huynh" userId="01a137d4-0d81-46e0-aca6-c9185b391828" providerId="ADAL" clId="{18447838-0BCA-432B-86F3-BB78526C143F}" dt="2026-10-12T12:20:25.401" v="268" actId="1076"/>
          <ac:spMkLst>
            <pc:docMk/>
            <pc:sldMk cId="2738950240" sldId="885"/>
            <ac:spMk id="52" creationId="{AFA18A70-4DF8-4816-ABC5-64670E6F1DE5}"/>
          </ac:spMkLst>
        </pc:spChg>
        <pc:spChg chg="add mod">
          <ac:chgData name="Minh Huynh" userId="01a137d4-0d81-46e0-aca6-c9185b391828" providerId="ADAL" clId="{18447838-0BCA-432B-86F3-BB78526C143F}" dt="2026-10-12T12:20:25.401" v="268" actId="1076"/>
          <ac:spMkLst>
            <pc:docMk/>
            <pc:sldMk cId="2738950240" sldId="885"/>
            <ac:spMk id="53" creationId="{FF5C1C2B-5300-4059-93AD-D6CA40AB49FC}"/>
          </ac:spMkLst>
        </pc:spChg>
        <pc:spChg chg="add mod">
          <ac:chgData name="Minh Huynh" userId="01a137d4-0d81-46e0-aca6-c9185b391828" providerId="ADAL" clId="{18447838-0BCA-432B-86F3-BB78526C143F}" dt="2026-10-12T12:20:25.401" v="268" actId="1076"/>
          <ac:spMkLst>
            <pc:docMk/>
            <pc:sldMk cId="2738950240" sldId="885"/>
            <ac:spMk id="54" creationId="{0CF689A3-C735-44C0-B575-79FAF2D9C7DF}"/>
          </ac:spMkLst>
        </pc:spChg>
        <pc:spChg chg="add mod">
          <ac:chgData name="Minh Huynh" userId="01a137d4-0d81-46e0-aca6-c9185b391828" providerId="ADAL" clId="{18447838-0BCA-432B-86F3-BB78526C143F}" dt="2026-10-12T12:20:25.401" v="268" actId="1076"/>
          <ac:spMkLst>
            <pc:docMk/>
            <pc:sldMk cId="2738950240" sldId="885"/>
            <ac:spMk id="55" creationId="{58DA22CD-9A5D-4543-BD5C-C20CC619E752}"/>
          </ac:spMkLst>
        </pc:spChg>
        <pc:spChg chg="add mod">
          <ac:chgData name="Minh Huynh" userId="01a137d4-0d81-46e0-aca6-c9185b391828" providerId="ADAL" clId="{18447838-0BCA-432B-86F3-BB78526C143F}" dt="2026-10-12T12:20:25.401" v="268" actId="1076"/>
          <ac:spMkLst>
            <pc:docMk/>
            <pc:sldMk cId="2738950240" sldId="885"/>
            <ac:spMk id="56" creationId="{1E023B0A-69A6-4BD1-9093-4AB9C8C844E6}"/>
          </ac:spMkLst>
        </pc:spChg>
        <pc:spChg chg="add mod">
          <ac:chgData name="Minh Huynh" userId="01a137d4-0d81-46e0-aca6-c9185b391828" providerId="ADAL" clId="{18447838-0BCA-432B-86F3-BB78526C143F}" dt="2026-10-12T12:20:25.401" v="268" actId="1076"/>
          <ac:spMkLst>
            <pc:docMk/>
            <pc:sldMk cId="2738950240" sldId="885"/>
            <ac:spMk id="57" creationId="{BCC7C8DE-36AA-4E38-ADD4-33ABEEB98403}"/>
          </ac:spMkLst>
        </pc:spChg>
        <pc:spChg chg="add mod">
          <ac:chgData name="Minh Huynh" userId="01a137d4-0d81-46e0-aca6-c9185b391828" providerId="ADAL" clId="{18447838-0BCA-432B-86F3-BB78526C143F}" dt="2026-10-12T12:20:25.401" v="268" actId="1076"/>
          <ac:spMkLst>
            <pc:docMk/>
            <pc:sldMk cId="2738950240" sldId="885"/>
            <ac:spMk id="58" creationId="{E2B35763-B21F-4E32-BAB0-1924A7E3E223}"/>
          </ac:spMkLst>
        </pc:spChg>
        <pc:spChg chg="add mod">
          <ac:chgData name="Minh Huynh" userId="01a137d4-0d81-46e0-aca6-c9185b391828" providerId="ADAL" clId="{18447838-0BCA-432B-86F3-BB78526C143F}" dt="2026-10-12T12:20:25.401" v="268" actId="1076"/>
          <ac:spMkLst>
            <pc:docMk/>
            <pc:sldMk cId="2738950240" sldId="885"/>
            <ac:spMk id="59" creationId="{F5BB3A27-C1D7-4D91-8711-CBECDC2AAAB4}"/>
          </ac:spMkLst>
        </pc:spChg>
        <pc:spChg chg="add mod">
          <ac:chgData name="Minh Huynh" userId="01a137d4-0d81-46e0-aca6-c9185b391828" providerId="ADAL" clId="{18447838-0BCA-432B-86F3-BB78526C143F}" dt="2026-10-12T12:20:25.401" v="268" actId="1076"/>
          <ac:spMkLst>
            <pc:docMk/>
            <pc:sldMk cId="2738950240" sldId="885"/>
            <ac:spMk id="60" creationId="{432556BA-79C5-4CA3-82A3-9D1662FFB47C}"/>
          </ac:spMkLst>
        </pc:spChg>
        <pc:spChg chg="add mod">
          <ac:chgData name="Minh Huynh" userId="01a137d4-0d81-46e0-aca6-c9185b391828" providerId="ADAL" clId="{18447838-0BCA-432B-86F3-BB78526C143F}" dt="2026-10-12T12:20:25.401" v="268" actId="1076"/>
          <ac:spMkLst>
            <pc:docMk/>
            <pc:sldMk cId="2738950240" sldId="885"/>
            <ac:spMk id="61" creationId="{0617273F-AA08-49F0-A2D6-A14FCC87A948}"/>
          </ac:spMkLst>
        </pc:spChg>
        <pc:spChg chg="add mod">
          <ac:chgData name="Minh Huynh" userId="01a137d4-0d81-46e0-aca6-c9185b391828" providerId="ADAL" clId="{18447838-0BCA-432B-86F3-BB78526C143F}" dt="2026-10-12T12:20:25.401" v="268" actId="1076"/>
          <ac:spMkLst>
            <pc:docMk/>
            <pc:sldMk cId="2738950240" sldId="885"/>
            <ac:spMk id="62" creationId="{85875A4D-AFA4-476A-8D81-F9CA4EFC1CD3}"/>
          </ac:spMkLst>
        </pc:spChg>
        <pc:spChg chg="add mod">
          <ac:chgData name="Minh Huynh" userId="01a137d4-0d81-46e0-aca6-c9185b391828" providerId="ADAL" clId="{18447838-0BCA-432B-86F3-BB78526C143F}" dt="2026-10-12T12:20:25.401" v="268" actId="1076"/>
          <ac:spMkLst>
            <pc:docMk/>
            <pc:sldMk cId="2738950240" sldId="885"/>
            <ac:spMk id="63" creationId="{85E43DC6-C32C-45A7-B8F6-9292264965F0}"/>
          </ac:spMkLst>
        </pc:spChg>
        <pc:spChg chg="add mod">
          <ac:chgData name="Minh Huynh" userId="01a137d4-0d81-46e0-aca6-c9185b391828" providerId="ADAL" clId="{18447838-0BCA-432B-86F3-BB78526C143F}" dt="2026-10-12T12:20:25.401" v="268" actId="1076"/>
          <ac:spMkLst>
            <pc:docMk/>
            <pc:sldMk cId="2738950240" sldId="885"/>
            <ac:spMk id="64" creationId="{B08F03FF-0CCE-4BD7-A7A2-06AD2EB991D8}"/>
          </ac:spMkLst>
        </pc:spChg>
        <pc:spChg chg="add mod">
          <ac:chgData name="Minh Huynh" userId="01a137d4-0d81-46e0-aca6-c9185b391828" providerId="ADAL" clId="{18447838-0BCA-432B-86F3-BB78526C143F}" dt="2026-10-12T12:20:25.401" v="268" actId="1076"/>
          <ac:spMkLst>
            <pc:docMk/>
            <pc:sldMk cId="2738950240" sldId="885"/>
            <ac:spMk id="65" creationId="{DD1C0551-ACE7-448B-B258-4BB3E87EF914}"/>
          </ac:spMkLst>
        </pc:spChg>
        <pc:spChg chg="add mod">
          <ac:chgData name="Minh Huynh" userId="01a137d4-0d81-46e0-aca6-c9185b391828" providerId="ADAL" clId="{18447838-0BCA-432B-86F3-BB78526C143F}" dt="2026-10-12T12:20:25.401" v="268" actId="1076"/>
          <ac:spMkLst>
            <pc:docMk/>
            <pc:sldMk cId="2738950240" sldId="885"/>
            <ac:spMk id="66" creationId="{1B851FF8-6234-496E-958E-BE95A3F06E9B}"/>
          </ac:spMkLst>
        </pc:spChg>
        <pc:spChg chg="add mod">
          <ac:chgData name="Minh Huynh" userId="01a137d4-0d81-46e0-aca6-c9185b391828" providerId="ADAL" clId="{18447838-0BCA-432B-86F3-BB78526C143F}" dt="2026-10-12T12:20:25.401" v="268" actId="1076"/>
          <ac:spMkLst>
            <pc:docMk/>
            <pc:sldMk cId="2738950240" sldId="885"/>
            <ac:spMk id="67" creationId="{DE1EC9FF-A4CD-4277-955E-E586340652F8}"/>
          </ac:spMkLst>
        </pc:spChg>
        <pc:spChg chg="add mod">
          <ac:chgData name="Minh Huynh" userId="01a137d4-0d81-46e0-aca6-c9185b391828" providerId="ADAL" clId="{18447838-0BCA-432B-86F3-BB78526C143F}" dt="2026-10-12T12:20:25.401" v="268" actId="1076"/>
          <ac:spMkLst>
            <pc:docMk/>
            <pc:sldMk cId="2738950240" sldId="885"/>
            <ac:spMk id="68" creationId="{8D89AC36-0742-462D-BB9A-13541A228B69}"/>
          </ac:spMkLst>
        </pc:spChg>
        <pc:spChg chg="add mod">
          <ac:chgData name="Minh Huynh" userId="01a137d4-0d81-46e0-aca6-c9185b391828" providerId="ADAL" clId="{18447838-0BCA-432B-86F3-BB78526C143F}" dt="2026-10-12T12:20:25.401" v="268" actId="1076"/>
          <ac:spMkLst>
            <pc:docMk/>
            <pc:sldMk cId="2738950240" sldId="885"/>
            <ac:spMk id="69" creationId="{2205AC33-9FDD-4C20-9251-8EDE93B7E154}"/>
          </ac:spMkLst>
        </pc:spChg>
        <pc:spChg chg="add mod">
          <ac:chgData name="Minh Huynh" userId="01a137d4-0d81-46e0-aca6-c9185b391828" providerId="ADAL" clId="{18447838-0BCA-432B-86F3-BB78526C143F}" dt="2026-10-12T12:20:25.401" v="268" actId="1076"/>
          <ac:spMkLst>
            <pc:docMk/>
            <pc:sldMk cId="2738950240" sldId="885"/>
            <ac:spMk id="70" creationId="{F1E7DEA1-9F9C-43D3-821E-E4130A01C0E6}"/>
          </ac:spMkLst>
        </pc:spChg>
        <pc:spChg chg="add mod">
          <ac:chgData name="Minh Huynh" userId="01a137d4-0d81-46e0-aca6-c9185b391828" providerId="ADAL" clId="{18447838-0BCA-432B-86F3-BB78526C143F}" dt="2026-10-12T12:20:25.401" v="268" actId="1076"/>
          <ac:spMkLst>
            <pc:docMk/>
            <pc:sldMk cId="2738950240" sldId="885"/>
            <ac:spMk id="71" creationId="{3BCDA718-6115-41E1-82DB-47DF09B9F038}"/>
          </ac:spMkLst>
        </pc:spChg>
        <pc:spChg chg="add mod">
          <ac:chgData name="Minh Huynh" userId="01a137d4-0d81-46e0-aca6-c9185b391828" providerId="ADAL" clId="{18447838-0BCA-432B-86F3-BB78526C143F}" dt="2026-10-12T12:20:25.401" v="268" actId="1076"/>
          <ac:spMkLst>
            <pc:docMk/>
            <pc:sldMk cId="2738950240" sldId="885"/>
            <ac:spMk id="72" creationId="{AA3DA68F-6579-4209-9EDE-07E56659287D}"/>
          </ac:spMkLst>
        </pc:spChg>
        <pc:spChg chg="add mod">
          <ac:chgData name="Minh Huynh" userId="01a137d4-0d81-46e0-aca6-c9185b391828" providerId="ADAL" clId="{18447838-0BCA-432B-86F3-BB78526C143F}" dt="2026-10-12T12:20:25.401" v="268" actId="1076"/>
          <ac:spMkLst>
            <pc:docMk/>
            <pc:sldMk cId="2738950240" sldId="885"/>
            <ac:spMk id="73" creationId="{59C30626-DD0B-42BC-8B6D-81D18D1782A8}"/>
          </ac:spMkLst>
        </pc:spChg>
        <pc:spChg chg="add mod">
          <ac:chgData name="Minh Huynh" userId="01a137d4-0d81-46e0-aca6-c9185b391828" providerId="ADAL" clId="{18447838-0BCA-432B-86F3-BB78526C143F}" dt="2026-10-12T12:21:26.108" v="500" actId="5793"/>
          <ac:spMkLst>
            <pc:docMk/>
            <pc:sldMk cId="2738950240" sldId="885"/>
            <ac:spMk id="74" creationId="{0BC5EFDD-B5EE-4CD3-9813-3FC4733EEA9A}"/>
          </ac:spMkLst>
        </pc:spChg>
        <pc:grpChg chg="add mod">
          <ac:chgData name="Minh Huynh" userId="01a137d4-0d81-46e0-aca6-c9185b391828" providerId="ADAL" clId="{18447838-0BCA-432B-86F3-BB78526C143F}" dt="2026-10-12T12:20:25.401" v="268" actId="1076"/>
          <ac:grpSpMkLst>
            <pc:docMk/>
            <pc:sldMk cId="2738950240" sldId="885"/>
            <ac:grpSpMk id="11" creationId="{5B920099-B518-4D2E-82E0-343DE121F2BB}"/>
          </ac:grpSpMkLst>
        </pc:grpChg>
        <pc:grpChg chg="add mod">
          <ac:chgData name="Minh Huynh" userId="01a137d4-0d81-46e0-aca6-c9185b391828" providerId="ADAL" clId="{18447838-0BCA-432B-86F3-BB78526C143F}" dt="2026-10-12T12:20:25.401" v="268" actId="1076"/>
          <ac:grpSpMkLst>
            <pc:docMk/>
            <pc:sldMk cId="2738950240" sldId="885"/>
            <ac:grpSpMk id="21" creationId="{E32746D7-EBE4-4027-A1F0-9FA7C95395C3}"/>
          </ac:grpSpMkLst>
        </pc:grpChg>
        <pc:grpChg chg="add mod">
          <ac:chgData name="Minh Huynh" userId="01a137d4-0d81-46e0-aca6-c9185b391828" providerId="ADAL" clId="{18447838-0BCA-432B-86F3-BB78526C143F}" dt="2026-10-12T12:20:25.401" v="268" actId="1076"/>
          <ac:grpSpMkLst>
            <pc:docMk/>
            <pc:sldMk cId="2738950240" sldId="885"/>
            <ac:grpSpMk id="24" creationId="{AE50BED5-117F-4004-8FA4-DFF30C46E086}"/>
          </ac:grpSpMkLst>
        </pc:grpChg>
        <pc:grpChg chg="add mod">
          <ac:chgData name="Minh Huynh" userId="01a137d4-0d81-46e0-aca6-c9185b391828" providerId="ADAL" clId="{18447838-0BCA-432B-86F3-BB78526C143F}" dt="2026-10-12T12:20:25.401" v="268" actId="1076"/>
          <ac:grpSpMkLst>
            <pc:docMk/>
            <pc:sldMk cId="2738950240" sldId="885"/>
            <ac:grpSpMk id="27" creationId="{759EA27F-95C7-4804-AFD4-5719CB73F124}"/>
          </ac:grpSpMkLst>
        </pc:grpChg>
        <pc:grpChg chg="add mod">
          <ac:chgData name="Minh Huynh" userId="01a137d4-0d81-46e0-aca6-c9185b391828" providerId="ADAL" clId="{18447838-0BCA-432B-86F3-BB78526C143F}" dt="2026-10-12T12:20:25.401" v="268" actId="1076"/>
          <ac:grpSpMkLst>
            <pc:docMk/>
            <pc:sldMk cId="2738950240" sldId="885"/>
            <ac:grpSpMk id="30" creationId="{47402669-A510-48D5-B430-FB374E0176A9}"/>
          </ac:grpSpMkLst>
        </pc:grpChg>
        <pc:grpChg chg="add mod">
          <ac:chgData name="Minh Huynh" userId="01a137d4-0d81-46e0-aca6-c9185b391828" providerId="ADAL" clId="{18447838-0BCA-432B-86F3-BB78526C143F}" dt="2026-10-12T12:20:25.401" v="268" actId="1076"/>
          <ac:grpSpMkLst>
            <pc:docMk/>
            <pc:sldMk cId="2738950240" sldId="885"/>
            <ac:grpSpMk id="33" creationId="{4289E4EA-4973-49E4-85D7-336AD5D53DE7}"/>
          </ac:grpSpMkLst>
        </pc:grpChg>
        <pc:grpChg chg="add mod">
          <ac:chgData name="Minh Huynh" userId="01a137d4-0d81-46e0-aca6-c9185b391828" providerId="ADAL" clId="{18447838-0BCA-432B-86F3-BB78526C143F}" dt="2026-10-12T12:20:25.401" v="268" actId="1076"/>
          <ac:grpSpMkLst>
            <pc:docMk/>
            <pc:sldMk cId="2738950240" sldId="885"/>
            <ac:grpSpMk id="36" creationId="{EF2B91C8-07CB-4470-ACA1-DB1139D2851A}"/>
          </ac:grpSpMkLst>
        </pc:grpChg>
        <pc:grpChg chg="add mod">
          <ac:chgData name="Minh Huynh" userId="01a137d4-0d81-46e0-aca6-c9185b391828" providerId="ADAL" clId="{18447838-0BCA-432B-86F3-BB78526C143F}" dt="2026-10-12T12:20:25.401" v="268" actId="1076"/>
          <ac:grpSpMkLst>
            <pc:docMk/>
            <pc:sldMk cId="2738950240" sldId="885"/>
            <ac:grpSpMk id="39" creationId="{C27BFCA6-6D08-4B06-AC70-0E9D35442B6C}"/>
          </ac:grpSpMkLst>
        </pc:grpChg>
        <pc:picChg chg="del">
          <ac:chgData name="Minh Huynh" userId="01a137d4-0d81-46e0-aca6-c9185b391828" providerId="ADAL" clId="{18447838-0BCA-432B-86F3-BB78526C143F}" dt="2026-10-12T12:19:52.205" v="211" actId="478"/>
          <ac:picMkLst>
            <pc:docMk/>
            <pc:sldMk cId="2738950240" sldId="885"/>
            <ac:picMk id="6" creationId="{A382D1C7-26E9-43BC-8400-1AD84F16D59D}"/>
          </ac:picMkLst>
        </pc:picChg>
      </pc:sldChg>
      <pc:sldChg chg="addSp modSp add mod">
        <pc:chgData name="Minh Huynh" userId="01a137d4-0d81-46e0-aca6-c9185b391828" providerId="ADAL" clId="{18447838-0BCA-432B-86F3-BB78526C143F}" dt="2026-10-12T12:23:13.268" v="656" actId="1076"/>
        <pc:sldMkLst>
          <pc:docMk/>
          <pc:sldMk cId="1430599913" sldId="886"/>
        </pc:sldMkLst>
        <pc:spChg chg="mod">
          <ac:chgData name="Minh Huynh" userId="01a137d4-0d81-46e0-aca6-c9185b391828" providerId="ADAL" clId="{18447838-0BCA-432B-86F3-BB78526C143F}" dt="2026-10-12T12:22:55.821" v="652" actId="1076"/>
          <ac:spMkLst>
            <pc:docMk/>
            <pc:sldMk cId="1430599913" sldId="886"/>
            <ac:spMk id="7" creationId="{A67962BC-F52B-4512-BD54-D49B95A1B3C0}"/>
          </ac:spMkLst>
        </pc:spChg>
        <pc:spChg chg="mod">
          <ac:chgData name="Minh Huynh" userId="01a137d4-0d81-46e0-aca6-c9185b391828" providerId="ADAL" clId="{18447838-0BCA-432B-86F3-BB78526C143F}" dt="2026-10-12T12:22:55.821" v="652" actId="1076"/>
          <ac:spMkLst>
            <pc:docMk/>
            <pc:sldMk cId="1430599913" sldId="886"/>
            <ac:spMk id="8" creationId="{6A3F74B8-F5C4-47E9-B418-6F97CC2CB912}"/>
          </ac:spMkLst>
        </pc:spChg>
        <pc:spChg chg="mod">
          <ac:chgData name="Minh Huynh" userId="01a137d4-0d81-46e0-aca6-c9185b391828" providerId="ADAL" clId="{18447838-0BCA-432B-86F3-BB78526C143F}" dt="2026-10-12T12:22:55.821" v="652" actId="1076"/>
          <ac:spMkLst>
            <pc:docMk/>
            <pc:sldMk cId="1430599913" sldId="886"/>
            <ac:spMk id="9" creationId="{4B34126E-809A-41DA-8EB7-3DFADF0446A8}"/>
          </ac:spMkLst>
        </pc:spChg>
        <pc:spChg chg="mod">
          <ac:chgData name="Minh Huynh" userId="01a137d4-0d81-46e0-aca6-c9185b391828" providerId="ADAL" clId="{18447838-0BCA-432B-86F3-BB78526C143F}" dt="2026-10-12T12:22:55.821" v="652" actId="1076"/>
          <ac:spMkLst>
            <pc:docMk/>
            <pc:sldMk cId="1430599913" sldId="886"/>
            <ac:spMk id="10" creationId="{E48AF9D6-D45F-4795-969C-C4ADBA4B47BF}"/>
          </ac:spMkLst>
        </pc:spChg>
        <pc:spChg chg="mod">
          <ac:chgData name="Minh Huynh" userId="01a137d4-0d81-46e0-aca6-c9185b391828" providerId="ADAL" clId="{18447838-0BCA-432B-86F3-BB78526C143F}" dt="2026-10-12T12:22:55.821" v="652" actId="1076"/>
          <ac:spMkLst>
            <pc:docMk/>
            <pc:sldMk cId="1430599913" sldId="886"/>
            <ac:spMk id="14" creationId="{421E6674-F7CF-4046-8FBF-EF120C0FFEEE}"/>
          </ac:spMkLst>
        </pc:spChg>
        <pc:spChg chg="mod">
          <ac:chgData name="Minh Huynh" userId="01a137d4-0d81-46e0-aca6-c9185b391828" providerId="ADAL" clId="{18447838-0BCA-432B-86F3-BB78526C143F}" dt="2026-10-12T12:22:55.821" v="652" actId="1076"/>
          <ac:spMkLst>
            <pc:docMk/>
            <pc:sldMk cId="1430599913" sldId="886"/>
            <ac:spMk id="15" creationId="{E9585141-F4EB-4C15-8E4D-D717B624A067}"/>
          </ac:spMkLst>
        </pc:spChg>
        <pc:spChg chg="mod">
          <ac:chgData name="Minh Huynh" userId="01a137d4-0d81-46e0-aca6-c9185b391828" providerId="ADAL" clId="{18447838-0BCA-432B-86F3-BB78526C143F}" dt="2026-10-12T12:22:55.821" v="652" actId="1076"/>
          <ac:spMkLst>
            <pc:docMk/>
            <pc:sldMk cId="1430599913" sldId="886"/>
            <ac:spMk id="16" creationId="{996F9ED6-A1A8-472C-B07B-4E2EA53EB1A0}"/>
          </ac:spMkLst>
        </pc:spChg>
        <pc:spChg chg="mod">
          <ac:chgData name="Minh Huynh" userId="01a137d4-0d81-46e0-aca6-c9185b391828" providerId="ADAL" clId="{18447838-0BCA-432B-86F3-BB78526C143F}" dt="2026-10-12T12:22:55.821" v="652" actId="1076"/>
          <ac:spMkLst>
            <pc:docMk/>
            <pc:sldMk cId="1430599913" sldId="886"/>
            <ac:spMk id="17" creationId="{19C81F2C-03B6-467B-BB59-61285F0AF733}"/>
          </ac:spMkLst>
        </pc:spChg>
        <pc:spChg chg="mod">
          <ac:chgData name="Minh Huynh" userId="01a137d4-0d81-46e0-aca6-c9185b391828" providerId="ADAL" clId="{18447838-0BCA-432B-86F3-BB78526C143F}" dt="2026-10-12T12:22:55.821" v="652" actId="1076"/>
          <ac:spMkLst>
            <pc:docMk/>
            <pc:sldMk cId="1430599913" sldId="886"/>
            <ac:spMk id="18" creationId="{8DA94EEE-1E2F-4C80-A31A-273A42C9402E}"/>
          </ac:spMkLst>
        </pc:spChg>
        <pc:spChg chg="mod">
          <ac:chgData name="Minh Huynh" userId="01a137d4-0d81-46e0-aca6-c9185b391828" providerId="ADAL" clId="{18447838-0BCA-432B-86F3-BB78526C143F}" dt="2026-10-12T12:22:55.821" v="652" actId="1076"/>
          <ac:spMkLst>
            <pc:docMk/>
            <pc:sldMk cId="1430599913" sldId="886"/>
            <ac:spMk id="19" creationId="{143F4B56-B9BA-436A-9DE1-E4DB661A1C4D}"/>
          </ac:spMkLst>
        </pc:spChg>
        <pc:spChg chg="mod">
          <ac:chgData name="Minh Huynh" userId="01a137d4-0d81-46e0-aca6-c9185b391828" providerId="ADAL" clId="{18447838-0BCA-432B-86F3-BB78526C143F}" dt="2026-10-12T12:22:55.821" v="652" actId="1076"/>
          <ac:spMkLst>
            <pc:docMk/>
            <pc:sldMk cId="1430599913" sldId="886"/>
            <ac:spMk id="20" creationId="{7B0834B4-98F5-4D56-851D-F433D8432989}"/>
          </ac:spMkLst>
        </pc:spChg>
        <pc:spChg chg="mod">
          <ac:chgData name="Minh Huynh" userId="01a137d4-0d81-46e0-aca6-c9185b391828" providerId="ADAL" clId="{18447838-0BCA-432B-86F3-BB78526C143F}" dt="2026-10-12T12:22:55.821" v="652" actId="1076"/>
          <ac:spMkLst>
            <pc:docMk/>
            <pc:sldMk cId="1430599913" sldId="886"/>
            <ac:spMk id="42" creationId="{B242F3DE-95B6-40BC-856D-34209F6F41E3}"/>
          </ac:spMkLst>
        </pc:spChg>
        <pc:spChg chg="mod">
          <ac:chgData name="Minh Huynh" userId="01a137d4-0d81-46e0-aca6-c9185b391828" providerId="ADAL" clId="{18447838-0BCA-432B-86F3-BB78526C143F}" dt="2026-10-12T12:22:55.821" v="652" actId="1076"/>
          <ac:spMkLst>
            <pc:docMk/>
            <pc:sldMk cId="1430599913" sldId="886"/>
            <ac:spMk id="43" creationId="{15B02777-4E6D-495F-946D-5C5CB5D4B55F}"/>
          </ac:spMkLst>
        </pc:spChg>
        <pc:spChg chg="mod">
          <ac:chgData name="Minh Huynh" userId="01a137d4-0d81-46e0-aca6-c9185b391828" providerId="ADAL" clId="{18447838-0BCA-432B-86F3-BB78526C143F}" dt="2026-10-12T12:22:55.821" v="652" actId="1076"/>
          <ac:spMkLst>
            <pc:docMk/>
            <pc:sldMk cId="1430599913" sldId="886"/>
            <ac:spMk id="44" creationId="{0F20EE40-3AC7-42A0-A90D-0ADDC57C2037}"/>
          </ac:spMkLst>
        </pc:spChg>
        <pc:spChg chg="mod">
          <ac:chgData name="Minh Huynh" userId="01a137d4-0d81-46e0-aca6-c9185b391828" providerId="ADAL" clId="{18447838-0BCA-432B-86F3-BB78526C143F}" dt="2026-10-12T12:22:55.821" v="652" actId="1076"/>
          <ac:spMkLst>
            <pc:docMk/>
            <pc:sldMk cId="1430599913" sldId="886"/>
            <ac:spMk id="45" creationId="{C918D1B5-F5B4-40C0-9396-EDF40DD3CACB}"/>
          </ac:spMkLst>
        </pc:spChg>
        <pc:spChg chg="mod">
          <ac:chgData name="Minh Huynh" userId="01a137d4-0d81-46e0-aca6-c9185b391828" providerId="ADAL" clId="{18447838-0BCA-432B-86F3-BB78526C143F}" dt="2026-10-12T12:22:55.821" v="652" actId="1076"/>
          <ac:spMkLst>
            <pc:docMk/>
            <pc:sldMk cId="1430599913" sldId="886"/>
            <ac:spMk id="46" creationId="{71EA0A16-FC98-4B12-B68E-019281B65B2E}"/>
          </ac:spMkLst>
        </pc:spChg>
        <pc:spChg chg="mod">
          <ac:chgData name="Minh Huynh" userId="01a137d4-0d81-46e0-aca6-c9185b391828" providerId="ADAL" clId="{18447838-0BCA-432B-86F3-BB78526C143F}" dt="2026-10-12T12:22:55.821" v="652" actId="1076"/>
          <ac:spMkLst>
            <pc:docMk/>
            <pc:sldMk cId="1430599913" sldId="886"/>
            <ac:spMk id="47" creationId="{3587714D-2307-4E12-B0FA-ED8B002AFD76}"/>
          </ac:spMkLst>
        </pc:spChg>
        <pc:spChg chg="mod">
          <ac:chgData name="Minh Huynh" userId="01a137d4-0d81-46e0-aca6-c9185b391828" providerId="ADAL" clId="{18447838-0BCA-432B-86F3-BB78526C143F}" dt="2026-10-12T12:22:55.821" v="652" actId="1076"/>
          <ac:spMkLst>
            <pc:docMk/>
            <pc:sldMk cId="1430599913" sldId="886"/>
            <ac:spMk id="48" creationId="{48ED4C52-748F-4FF8-BB75-5D7EFB90836A}"/>
          </ac:spMkLst>
        </pc:spChg>
        <pc:spChg chg="mod">
          <ac:chgData name="Minh Huynh" userId="01a137d4-0d81-46e0-aca6-c9185b391828" providerId="ADAL" clId="{18447838-0BCA-432B-86F3-BB78526C143F}" dt="2026-10-12T12:22:55.821" v="652" actId="1076"/>
          <ac:spMkLst>
            <pc:docMk/>
            <pc:sldMk cId="1430599913" sldId="886"/>
            <ac:spMk id="49" creationId="{BDAED572-4913-4721-9EFC-1D017663DE1D}"/>
          </ac:spMkLst>
        </pc:spChg>
        <pc:spChg chg="mod">
          <ac:chgData name="Minh Huynh" userId="01a137d4-0d81-46e0-aca6-c9185b391828" providerId="ADAL" clId="{18447838-0BCA-432B-86F3-BB78526C143F}" dt="2026-10-12T12:22:55.821" v="652" actId="1076"/>
          <ac:spMkLst>
            <pc:docMk/>
            <pc:sldMk cId="1430599913" sldId="886"/>
            <ac:spMk id="50" creationId="{6138217B-56EB-435F-AEC6-75D0ED8A32AF}"/>
          </ac:spMkLst>
        </pc:spChg>
        <pc:spChg chg="mod">
          <ac:chgData name="Minh Huynh" userId="01a137d4-0d81-46e0-aca6-c9185b391828" providerId="ADAL" clId="{18447838-0BCA-432B-86F3-BB78526C143F}" dt="2026-10-12T12:22:55.821" v="652" actId="1076"/>
          <ac:spMkLst>
            <pc:docMk/>
            <pc:sldMk cId="1430599913" sldId="886"/>
            <ac:spMk id="51" creationId="{0253CE86-679E-46D6-98AA-32632A73FCA3}"/>
          </ac:spMkLst>
        </pc:spChg>
        <pc:spChg chg="mod">
          <ac:chgData name="Minh Huynh" userId="01a137d4-0d81-46e0-aca6-c9185b391828" providerId="ADAL" clId="{18447838-0BCA-432B-86F3-BB78526C143F}" dt="2026-10-12T12:22:55.821" v="652" actId="1076"/>
          <ac:spMkLst>
            <pc:docMk/>
            <pc:sldMk cId="1430599913" sldId="886"/>
            <ac:spMk id="52" creationId="{AFA18A70-4DF8-4816-ABC5-64670E6F1DE5}"/>
          </ac:spMkLst>
        </pc:spChg>
        <pc:spChg chg="mod">
          <ac:chgData name="Minh Huynh" userId="01a137d4-0d81-46e0-aca6-c9185b391828" providerId="ADAL" clId="{18447838-0BCA-432B-86F3-BB78526C143F}" dt="2026-10-12T12:22:55.821" v="652" actId="1076"/>
          <ac:spMkLst>
            <pc:docMk/>
            <pc:sldMk cId="1430599913" sldId="886"/>
            <ac:spMk id="53" creationId="{FF5C1C2B-5300-4059-93AD-D6CA40AB49FC}"/>
          </ac:spMkLst>
        </pc:spChg>
        <pc:spChg chg="mod">
          <ac:chgData name="Minh Huynh" userId="01a137d4-0d81-46e0-aca6-c9185b391828" providerId="ADAL" clId="{18447838-0BCA-432B-86F3-BB78526C143F}" dt="2026-10-12T12:22:55.821" v="652" actId="1076"/>
          <ac:spMkLst>
            <pc:docMk/>
            <pc:sldMk cId="1430599913" sldId="886"/>
            <ac:spMk id="54" creationId="{0CF689A3-C735-44C0-B575-79FAF2D9C7DF}"/>
          </ac:spMkLst>
        </pc:spChg>
        <pc:spChg chg="mod">
          <ac:chgData name="Minh Huynh" userId="01a137d4-0d81-46e0-aca6-c9185b391828" providerId="ADAL" clId="{18447838-0BCA-432B-86F3-BB78526C143F}" dt="2026-10-12T12:22:55.821" v="652" actId="1076"/>
          <ac:spMkLst>
            <pc:docMk/>
            <pc:sldMk cId="1430599913" sldId="886"/>
            <ac:spMk id="55" creationId="{58DA22CD-9A5D-4543-BD5C-C20CC619E752}"/>
          </ac:spMkLst>
        </pc:spChg>
        <pc:spChg chg="mod">
          <ac:chgData name="Minh Huynh" userId="01a137d4-0d81-46e0-aca6-c9185b391828" providerId="ADAL" clId="{18447838-0BCA-432B-86F3-BB78526C143F}" dt="2026-10-12T12:22:55.821" v="652" actId="1076"/>
          <ac:spMkLst>
            <pc:docMk/>
            <pc:sldMk cId="1430599913" sldId="886"/>
            <ac:spMk id="56" creationId="{1E023B0A-69A6-4BD1-9093-4AB9C8C844E6}"/>
          </ac:spMkLst>
        </pc:spChg>
        <pc:spChg chg="mod">
          <ac:chgData name="Minh Huynh" userId="01a137d4-0d81-46e0-aca6-c9185b391828" providerId="ADAL" clId="{18447838-0BCA-432B-86F3-BB78526C143F}" dt="2026-10-12T12:22:55.821" v="652" actId="1076"/>
          <ac:spMkLst>
            <pc:docMk/>
            <pc:sldMk cId="1430599913" sldId="886"/>
            <ac:spMk id="57" creationId="{BCC7C8DE-36AA-4E38-ADD4-33ABEEB98403}"/>
          </ac:spMkLst>
        </pc:spChg>
        <pc:spChg chg="mod">
          <ac:chgData name="Minh Huynh" userId="01a137d4-0d81-46e0-aca6-c9185b391828" providerId="ADAL" clId="{18447838-0BCA-432B-86F3-BB78526C143F}" dt="2026-10-12T12:22:55.821" v="652" actId="1076"/>
          <ac:spMkLst>
            <pc:docMk/>
            <pc:sldMk cId="1430599913" sldId="886"/>
            <ac:spMk id="58" creationId="{E2B35763-B21F-4E32-BAB0-1924A7E3E223}"/>
          </ac:spMkLst>
        </pc:spChg>
        <pc:spChg chg="mod">
          <ac:chgData name="Minh Huynh" userId="01a137d4-0d81-46e0-aca6-c9185b391828" providerId="ADAL" clId="{18447838-0BCA-432B-86F3-BB78526C143F}" dt="2026-10-12T12:22:55.821" v="652" actId="1076"/>
          <ac:spMkLst>
            <pc:docMk/>
            <pc:sldMk cId="1430599913" sldId="886"/>
            <ac:spMk id="59" creationId="{F5BB3A27-C1D7-4D91-8711-CBECDC2AAAB4}"/>
          </ac:spMkLst>
        </pc:spChg>
        <pc:spChg chg="mod">
          <ac:chgData name="Minh Huynh" userId="01a137d4-0d81-46e0-aca6-c9185b391828" providerId="ADAL" clId="{18447838-0BCA-432B-86F3-BB78526C143F}" dt="2026-10-12T12:22:55.821" v="652" actId="1076"/>
          <ac:spMkLst>
            <pc:docMk/>
            <pc:sldMk cId="1430599913" sldId="886"/>
            <ac:spMk id="60" creationId="{432556BA-79C5-4CA3-82A3-9D1662FFB47C}"/>
          </ac:spMkLst>
        </pc:spChg>
        <pc:spChg chg="mod">
          <ac:chgData name="Minh Huynh" userId="01a137d4-0d81-46e0-aca6-c9185b391828" providerId="ADAL" clId="{18447838-0BCA-432B-86F3-BB78526C143F}" dt="2026-10-12T12:22:55.821" v="652" actId="1076"/>
          <ac:spMkLst>
            <pc:docMk/>
            <pc:sldMk cId="1430599913" sldId="886"/>
            <ac:spMk id="61" creationId="{0617273F-AA08-49F0-A2D6-A14FCC87A948}"/>
          </ac:spMkLst>
        </pc:spChg>
        <pc:spChg chg="mod">
          <ac:chgData name="Minh Huynh" userId="01a137d4-0d81-46e0-aca6-c9185b391828" providerId="ADAL" clId="{18447838-0BCA-432B-86F3-BB78526C143F}" dt="2026-10-12T12:22:55.821" v="652" actId="1076"/>
          <ac:spMkLst>
            <pc:docMk/>
            <pc:sldMk cId="1430599913" sldId="886"/>
            <ac:spMk id="62" creationId="{85875A4D-AFA4-476A-8D81-F9CA4EFC1CD3}"/>
          </ac:spMkLst>
        </pc:spChg>
        <pc:spChg chg="mod">
          <ac:chgData name="Minh Huynh" userId="01a137d4-0d81-46e0-aca6-c9185b391828" providerId="ADAL" clId="{18447838-0BCA-432B-86F3-BB78526C143F}" dt="2026-10-12T12:22:55.821" v="652" actId="1076"/>
          <ac:spMkLst>
            <pc:docMk/>
            <pc:sldMk cId="1430599913" sldId="886"/>
            <ac:spMk id="63" creationId="{85E43DC6-C32C-45A7-B8F6-9292264965F0}"/>
          </ac:spMkLst>
        </pc:spChg>
        <pc:spChg chg="mod">
          <ac:chgData name="Minh Huynh" userId="01a137d4-0d81-46e0-aca6-c9185b391828" providerId="ADAL" clId="{18447838-0BCA-432B-86F3-BB78526C143F}" dt="2026-10-12T12:22:55.821" v="652" actId="1076"/>
          <ac:spMkLst>
            <pc:docMk/>
            <pc:sldMk cId="1430599913" sldId="886"/>
            <ac:spMk id="64" creationId="{B08F03FF-0CCE-4BD7-A7A2-06AD2EB991D8}"/>
          </ac:spMkLst>
        </pc:spChg>
        <pc:spChg chg="mod">
          <ac:chgData name="Minh Huynh" userId="01a137d4-0d81-46e0-aca6-c9185b391828" providerId="ADAL" clId="{18447838-0BCA-432B-86F3-BB78526C143F}" dt="2026-10-12T12:22:55.821" v="652" actId="1076"/>
          <ac:spMkLst>
            <pc:docMk/>
            <pc:sldMk cId="1430599913" sldId="886"/>
            <ac:spMk id="65" creationId="{DD1C0551-ACE7-448B-B258-4BB3E87EF914}"/>
          </ac:spMkLst>
        </pc:spChg>
        <pc:spChg chg="mod">
          <ac:chgData name="Minh Huynh" userId="01a137d4-0d81-46e0-aca6-c9185b391828" providerId="ADAL" clId="{18447838-0BCA-432B-86F3-BB78526C143F}" dt="2026-10-12T12:22:55.821" v="652" actId="1076"/>
          <ac:spMkLst>
            <pc:docMk/>
            <pc:sldMk cId="1430599913" sldId="886"/>
            <ac:spMk id="66" creationId="{1B851FF8-6234-496E-958E-BE95A3F06E9B}"/>
          </ac:spMkLst>
        </pc:spChg>
        <pc:spChg chg="mod">
          <ac:chgData name="Minh Huynh" userId="01a137d4-0d81-46e0-aca6-c9185b391828" providerId="ADAL" clId="{18447838-0BCA-432B-86F3-BB78526C143F}" dt="2026-10-12T12:22:55.821" v="652" actId="1076"/>
          <ac:spMkLst>
            <pc:docMk/>
            <pc:sldMk cId="1430599913" sldId="886"/>
            <ac:spMk id="67" creationId="{DE1EC9FF-A4CD-4277-955E-E586340652F8}"/>
          </ac:spMkLst>
        </pc:spChg>
        <pc:spChg chg="mod">
          <ac:chgData name="Minh Huynh" userId="01a137d4-0d81-46e0-aca6-c9185b391828" providerId="ADAL" clId="{18447838-0BCA-432B-86F3-BB78526C143F}" dt="2026-10-12T12:22:55.821" v="652" actId="1076"/>
          <ac:spMkLst>
            <pc:docMk/>
            <pc:sldMk cId="1430599913" sldId="886"/>
            <ac:spMk id="68" creationId="{8D89AC36-0742-462D-BB9A-13541A228B69}"/>
          </ac:spMkLst>
        </pc:spChg>
        <pc:spChg chg="mod">
          <ac:chgData name="Minh Huynh" userId="01a137d4-0d81-46e0-aca6-c9185b391828" providerId="ADAL" clId="{18447838-0BCA-432B-86F3-BB78526C143F}" dt="2026-10-12T12:22:55.821" v="652" actId="1076"/>
          <ac:spMkLst>
            <pc:docMk/>
            <pc:sldMk cId="1430599913" sldId="886"/>
            <ac:spMk id="69" creationId="{2205AC33-9FDD-4C20-9251-8EDE93B7E154}"/>
          </ac:spMkLst>
        </pc:spChg>
        <pc:spChg chg="mod">
          <ac:chgData name="Minh Huynh" userId="01a137d4-0d81-46e0-aca6-c9185b391828" providerId="ADAL" clId="{18447838-0BCA-432B-86F3-BB78526C143F}" dt="2026-10-12T12:22:55.821" v="652" actId="1076"/>
          <ac:spMkLst>
            <pc:docMk/>
            <pc:sldMk cId="1430599913" sldId="886"/>
            <ac:spMk id="70" creationId="{F1E7DEA1-9F9C-43D3-821E-E4130A01C0E6}"/>
          </ac:spMkLst>
        </pc:spChg>
        <pc:spChg chg="mod">
          <ac:chgData name="Minh Huynh" userId="01a137d4-0d81-46e0-aca6-c9185b391828" providerId="ADAL" clId="{18447838-0BCA-432B-86F3-BB78526C143F}" dt="2026-10-12T12:22:55.821" v="652" actId="1076"/>
          <ac:spMkLst>
            <pc:docMk/>
            <pc:sldMk cId="1430599913" sldId="886"/>
            <ac:spMk id="71" creationId="{3BCDA718-6115-41E1-82DB-47DF09B9F038}"/>
          </ac:spMkLst>
        </pc:spChg>
        <pc:spChg chg="mod">
          <ac:chgData name="Minh Huynh" userId="01a137d4-0d81-46e0-aca6-c9185b391828" providerId="ADAL" clId="{18447838-0BCA-432B-86F3-BB78526C143F}" dt="2026-10-12T12:22:55.821" v="652" actId="1076"/>
          <ac:spMkLst>
            <pc:docMk/>
            <pc:sldMk cId="1430599913" sldId="886"/>
            <ac:spMk id="72" creationId="{AA3DA68F-6579-4209-9EDE-07E56659287D}"/>
          </ac:spMkLst>
        </pc:spChg>
        <pc:spChg chg="mod">
          <ac:chgData name="Minh Huynh" userId="01a137d4-0d81-46e0-aca6-c9185b391828" providerId="ADAL" clId="{18447838-0BCA-432B-86F3-BB78526C143F}" dt="2026-10-12T12:22:55.821" v="652" actId="1076"/>
          <ac:spMkLst>
            <pc:docMk/>
            <pc:sldMk cId="1430599913" sldId="886"/>
            <ac:spMk id="73" creationId="{59C30626-DD0B-42BC-8B6D-81D18D1782A8}"/>
          </ac:spMkLst>
        </pc:spChg>
        <pc:spChg chg="mod">
          <ac:chgData name="Minh Huynh" userId="01a137d4-0d81-46e0-aca6-c9185b391828" providerId="ADAL" clId="{18447838-0BCA-432B-86F3-BB78526C143F}" dt="2026-10-12T12:22:49.907" v="651" actId="14100"/>
          <ac:spMkLst>
            <pc:docMk/>
            <pc:sldMk cId="1430599913" sldId="886"/>
            <ac:spMk id="74" creationId="{0BC5EFDD-B5EE-4CD3-9813-3FC4733EEA9A}"/>
          </ac:spMkLst>
        </pc:spChg>
        <pc:spChg chg="add mod">
          <ac:chgData name="Minh Huynh" userId="01a137d4-0d81-46e0-aca6-c9185b391828" providerId="ADAL" clId="{18447838-0BCA-432B-86F3-BB78526C143F}" dt="2026-10-12T12:23:13.268" v="656" actId="1076"/>
          <ac:spMkLst>
            <pc:docMk/>
            <pc:sldMk cId="1430599913" sldId="886"/>
            <ac:spMk id="75" creationId="{672AB75B-4AFD-405E-ABC0-379E0E1310B6}"/>
          </ac:spMkLst>
        </pc:spChg>
        <pc:spChg chg="add mod">
          <ac:chgData name="Minh Huynh" userId="01a137d4-0d81-46e0-aca6-c9185b391828" providerId="ADAL" clId="{18447838-0BCA-432B-86F3-BB78526C143F}" dt="2026-10-12T12:23:13.268" v="656" actId="1076"/>
          <ac:spMkLst>
            <pc:docMk/>
            <pc:sldMk cId="1430599913" sldId="886"/>
            <ac:spMk id="76" creationId="{09B25EF2-80F3-4679-B714-26A493513785}"/>
          </ac:spMkLst>
        </pc:spChg>
        <pc:spChg chg="add mod">
          <ac:chgData name="Minh Huynh" userId="01a137d4-0d81-46e0-aca6-c9185b391828" providerId="ADAL" clId="{18447838-0BCA-432B-86F3-BB78526C143F}" dt="2026-10-12T12:23:13.268" v="656" actId="1076"/>
          <ac:spMkLst>
            <pc:docMk/>
            <pc:sldMk cId="1430599913" sldId="886"/>
            <ac:spMk id="77" creationId="{8D42CE75-BD0F-4A37-BE35-DA9489BC95FD}"/>
          </ac:spMkLst>
        </pc:spChg>
        <pc:spChg chg="add mod">
          <ac:chgData name="Minh Huynh" userId="01a137d4-0d81-46e0-aca6-c9185b391828" providerId="ADAL" clId="{18447838-0BCA-432B-86F3-BB78526C143F}" dt="2026-10-12T12:23:13.268" v="656" actId="1076"/>
          <ac:spMkLst>
            <pc:docMk/>
            <pc:sldMk cId="1430599913" sldId="886"/>
            <ac:spMk id="78" creationId="{3DBABC7D-1F2F-45E3-909D-B6A40CF1382C}"/>
          </ac:spMkLst>
        </pc:spChg>
        <pc:spChg chg="add mod">
          <ac:chgData name="Minh Huynh" userId="01a137d4-0d81-46e0-aca6-c9185b391828" providerId="ADAL" clId="{18447838-0BCA-432B-86F3-BB78526C143F}" dt="2026-10-12T12:23:13.268" v="656" actId="1076"/>
          <ac:spMkLst>
            <pc:docMk/>
            <pc:sldMk cId="1430599913" sldId="886"/>
            <ac:spMk id="79" creationId="{6C2CAE76-0AC0-4571-8187-4A78B58BA77E}"/>
          </ac:spMkLst>
        </pc:spChg>
        <pc:spChg chg="add mod">
          <ac:chgData name="Minh Huynh" userId="01a137d4-0d81-46e0-aca6-c9185b391828" providerId="ADAL" clId="{18447838-0BCA-432B-86F3-BB78526C143F}" dt="2026-10-12T12:23:13.268" v="656" actId="1076"/>
          <ac:spMkLst>
            <pc:docMk/>
            <pc:sldMk cId="1430599913" sldId="886"/>
            <ac:spMk id="80" creationId="{CF159600-ADF5-459B-81FC-639AB5FC01DE}"/>
          </ac:spMkLst>
        </pc:spChg>
        <pc:spChg chg="add mod">
          <ac:chgData name="Minh Huynh" userId="01a137d4-0d81-46e0-aca6-c9185b391828" providerId="ADAL" clId="{18447838-0BCA-432B-86F3-BB78526C143F}" dt="2026-10-12T12:23:13.268" v="656" actId="1076"/>
          <ac:spMkLst>
            <pc:docMk/>
            <pc:sldMk cId="1430599913" sldId="886"/>
            <ac:spMk id="81" creationId="{CD8EA6C3-373C-4502-9391-A39D94EAF25B}"/>
          </ac:spMkLst>
        </pc:spChg>
        <pc:spChg chg="add mod">
          <ac:chgData name="Minh Huynh" userId="01a137d4-0d81-46e0-aca6-c9185b391828" providerId="ADAL" clId="{18447838-0BCA-432B-86F3-BB78526C143F}" dt="2026-10-12T12:23:13.268" v="656" actId="1076"/>
          <ac:spMkLst>
            <pc:docMk/>
            <pc:sldMk cId="1430599913" sldId="886"/>
            <ac:spMk id="82" creationId="{4507CDF4-66DE-4FC4-87E7-C98DE1645320}"/>
          </ac:spMkLst>
        </pc:spChg>
        <pc:spChg chg="add mod">
          <ac:chgData name="Minh Huynh" userId="01a137d4-0d81-46e0-aca6-c9185b391828" providerId="ADAL" clId="{18447838-0BCA-432B-86F3-BB78526C143F}" dt="2026-10-12T12:23:13.268" v="656" actId="1076"/>
          <ac:spMkLst>
            <pc:docMk/>
            <pc:sldMk cId="1430599913" sldId="886"/>
            <ac:spMk id="83" creationId="{6D8F56CB-C304-4A1D-87E4-2A14C29BB41F}"/>
          </ac:spMkLst>
        </pc:spChg>
        <pc:spChg chg="add mod">
          <ac:chgData name="Minh Huynh" userId="01a137d4-0d81-46e0-aca6-c9185b391828" providerId="ADAL" clId="{18447838-0BCA-432B-86F3-BB78526C143F}" dt="2026-10-12T12:23:13.268" v="656" actId="1076"/>
          <ac:spMkLst>
            <pc:docMk/>
            <pc:sldMk cId="1430599913" sldId="886"/>
            <ac:spMk id="84" creationId="{16EA3E32-B870-45BB-BAA0-DB1133902BD1}"/>
          </ac:spMkLst>
        </pc:spChg>
        <pc:spChg chg="add mod">
          <ac:chgData name="Minh Huynh" userId="01a137d4-0d81-46e0-aca6-c9185b391828" providerId="ADAL" clId="{18447838-0BCA-432B-86F3-BB78526C143F}" dt="2026-10-12T12:23:13.268" v="656" actId="1076"/>
          <ac:spMkLst>
            <pc:docMk/>
            <pc:sldMk cId="1430599913" sldId="886"/>
            <ac:spMk id="85" creationId="{EA07BA14-B4D8-4309-95F5-A25A2E4E8D58}"/>
          </ac:spMkLst>
        </pc:spChg>
        <pc:spChg chg="add mod">
          <ac:chgData name="Minh Huynh" userId="01a137d4-0d81-46e0-aca6-c9185b391828" providerId="ADAL" clId="{18447838-0BCA-432B-86F3-BB78526C143F}" dt="2026-10-12T12:23:13.268" v="656" actId="1076"/>
          <ac:spMkLst>
            <pc:docMk/>
            <pc:sldMk cId="1430599913" sldId="886"/>
            <ac:spMk id="86" creationId="{B6D5F04F-36FC-406B-A40C-D8B6908AB853}"/>
          </ac:spMkLst>
        </pc:spChg>
        <pc:spChg chg="add mod">
          <ac:chgData name="Minh Huynh" userId="01a137d4-0d81-46e0-aca6-c9185b391828" providerId="ADAL" clId="{18447838-0BCA-432B-86F3-BB78526C143F}" dt="2026-10-12T12:23:13.268" v="656" actId="1076"/>
          <ac:spMkLst>
            <pc:docMk/>
            <pc:sldMk cId="1430599913" sldId="886"/>
            <ac:spMk id="87" creationId="{5E543576-C4F0-4280-976F-59449BD2A084}"/>
          </ac:spMkLst>
        </pc:spChg>
        <pc:spChg chg="add mod">
          <ac:chgData name="Minh Huynh" userId="01a137d4-0d81-46e0-aca6-c9185b391828" providerId="ADAL" clId="{18447838-0BCA-432B-86F3-BB78526C143F}" dt="2026-10-12T12:23:13.268" v="656" actId="1076"/>
          <ac:spMkLst>
            <pc:docMk/>
            <pc:sldMk cId="1430599913" sldId="886"/>
            <ac:spMk id="88" creationId="{1FBAF0FD-5DA1-489C-BC60-614247CD290E}"/>
          </ac:spMkLst>
        </pc:spChg>
        <pc:spChg chg="add mod">
          <ac:chgData name="Minh Huynh" userId="01a137d4-0d81-46e0-aca6-c9185b391828" providerId="ADAL" clId="{18447838-0BCA-432B-86F3-BB78526C143F}" dt="2026-10-12T12:23:13.268" v="656" actId="1076"/>
          <ac:spMkLst>
            <pc:docMk/>
            <pc:sldMk cId="1430599913" sldId="886"/>
            <ac:spMk id="89" creationId="{D331AA63-1C26-4FFE-80BA-65BDD4F45A48}"/>
          </ac:spMkLst>
        </pc:spChg>
        <pc:spChg chg="add mod">
          <ac:chgData name="Minh Huynh" userId="01a137d4-0d81-46e0-aca6-c9185b391828" providerId="ADAL" clId="{18447838-0BCA-432B-86F3-BB78526C143F}" dt="2026-10-12T12:23:13.268" v="656" actId="1076"/>
          <ac:spMkLst>
            <pc:docMk/>
            <pc:sldMk cId="1430599913" sldId="886"/>
            <ac:spMk id="90" creationId="{9D3FCAAC-BC35-412E-B18F-6785ADA42E6F}"/>
          </ac:spMkLst>
        </pc:spChg>
        <pc:spChg chg="add mod">
          <ac:chgData name="Minh Huynh" userId="01a137d4-0d81-46e0-aca6-c9185b391828" providerId="ADAL" clId="{18447838-0BCA-432B-86F3-BB78526C143F}" dt="2026-10-12T12:23:13.268" v="656" actId="1076"/>
          <ac:spMkLst>
            <pc:docMk/>
            <pc:sldMk cId="1430599913" sldId="886"/>
            <ac:spMk id="91" creationId="{D708E1AC-DAFB-49EA-806C-BE508D025AC8}"/>
          </ac:spMkLst>
        </pc:spChg>
        <pc:spChg chg="add mod">
          <ac:chgData name="Minh Huynh" userId="01a137d4-0d81-46e0-aca6-c9185b391828" providerId="ADAL" clId="{18447838-0BCA-432B-86F3-BB78526C143F}" dt="2026-10-12T12:23:13.268" v="656" actId="1076"/>
          <ac:spMkLst>
            <pc:docMk/>
            <pc:sldMk cId="1430599913" sldId="886"/>
            <ac:spMk id="92" creationId="{F66434F9-21B9-41A1-9D18-13B86BA0F7EC}"/>
          </ac:spMkLst>
        </pc:spChg>
        <pc:spChg chg="add mod">
          <ac:chgData name="Minh Huynh" userId="01a137d4-0d81-46e0-aca6-c9185b391828" providerId="ADAL" clId="{18447838-0BCA-432B-86F3-BB78526C143F}" dt="2026-10-12T12:23:13.268" v="656" actId="1076"/>
          <ac:spMkLst>
            <pc:docMk/>
            <pc:sldMk cId="1430599913" sldId="886"/>
            <ac:spMk id="93" creationId="{DA404B3E-294C-4381-B703-D04F2FE96882}"/>
          </ac:spMkLst>
        </pc:spChg>
        <pc:spChg chg="add mod">
          <ac:chgData name="Minh Huynh" userId="01a137d4-0d81-46e0-aca6-c9185b391828" providerId="ADAL" clId="{18447838-0BCA-432B-86F3-BB78526C143F}" dt="2026-10-12T12:23:13.268" v="656" actId="1076"/>
          <ac:spMkLst>
            <pc:docMk/>
            <pc:sldMk cId="1430599913" sldId="886"/>
            <ac:spMk id="94" creationId="{4355127D-D13F-4E33-9801-50606D5E682C}"/>
          </ac:spMkLst>
        </pc:spChg>
        <pc:spChg chg="add mod">
          <ac:chgData name="Minh Huynh" userId="01a137d4-0d81-46e0-aca6-c9185b391828" providerId="ADAL" clId="{18447838-0BCA-432B-86F3-BB78526C143F}" dt="2026-10-12T12:23:13.268" v="656" actId="1076"/>
          <ac:spMkLst>
            <pc:docMk/>
            <pc:sldMk cId="1430599913" sldId="886"/>
            <ac:spMk id="95" creationId="{254333FB-3C01-4F9E-B192-F4E329FCF37D}"/>
          </ac:spMkLst>
        </pc:spChg>
        <pc:spChg chg="add mod">
          <ac:chgData name="Minh Huynh" userId="01a137d4-0d81-46e0-aca6-c9185b391828" providerId="ADAL" clId="{18447838-0BCA-432B-86F3-BB78526C143F}" dt="2026-10-12T12:23:13.268" v="656" actId="1076"/>
          <ac:spMkLst>
            <pc:docMk/>
            <pc:sldMk cId="1430599913" sldId="886"/>
            <ac:spMk id="96" creationId="{19C6D977-366F-4AB5-BDAE-E6DCAD77473D}"/>
          </ac:spMkLst>
        </pc:spChg>
        <pc:spChg chg="add mod">
          <ac:chgData name="Minh Huynh" userId="01a137d4-0d81-46e0-aca6-c9185b391828" providerId="ADAL" clId="{18447838-0BCA-432B-86F3-BB78526C143F}" dt="2026-10-12T12:23:13.268" v="656" actId="1076"/>
          <ac:spMkLst>
            <pc:docMk/>
            <pc:sldMk cId="1430599913" sldId="886"/>
            <ac:spMk id="97" creationId="{55D83396-B6C0-4EE7-8736-EE5C5CCBCEE4}"/>
          </ac:spMkLst>
        </pc:spChg>
        <pc:spChg chg="add mod">
          <ac:chgData name="Minh Huynh" userId="01a137d4-0d81-46e0-aca6-c9185b391828" providerId="ADAL" clId="{18447838-0BCA-432B-86F3-BB78526C143F}" dt="2026-10-12T12:23:13.268" v="656" actId="1076"/>
          <ac:spMkLst>
            <pc:docMk/>
            <pc:sldMk cId="1430599913" sldId="886"/>
            <ac:spMk id="98" creationId="{EFB24756-4245-4F90-B9AC-21EFBAE15DC4}"/>
          </ac:spMkLst>
        </pc:spChg>
        <pc:grpChg chg="mod">
          <ac:chgData name="Minh Huynh" userId="01a137d4-0d81-46e0-aca6-c9185b391828" providerId="ADAL" clId="{18447838-0BCA-432B-86F3-BB78526C143F}" dt="2026-10-12T12:22:55.821" v="652" actId="1076"/>
          <ac:grpSpMkLst>
            <pc:docMk/>
            <pc:sldMk cId="1430599913" sldId="886"/>
            <ac:grpSpMk id="11" creationId="{5B920099-B518-4D2E-82E0-343DE121F2BB}"/>
          </ac:grpSpMkLst>
        </pc:grpChg>
        <pc:grpChg chg="mod">
          <ac:chgData name="Minh Huynh" userId="01a137d4-0d81-46e0-aca6-c9185b391828" providerId="ADAL" clId="{18447838-0BCA-432B-86F3-BB78526C143F}" dt="2026-10-12T12:22:55.821" v="652" actId="1076"/>
          <ac:grpSpMkLst>
            <pc:docMk/>
            <pc:sldMk cId="1430599913" sldId="886"/>
            <ac:grpSpMk id="21" creationId="{E32746D7-EBE4-4027-A1F0-9FA7C95395C3}"/>
          </ac:grpSpMkLst>
        </pc:grpChg>
        <pc:grpChg chg="mod">
          <ac:chgData name="Minh Huynh" userId="01a137d4-0d81-46e0-aca6-c9185b391828" providerId="ADAL" clId="{18447838-0BCA-432B-86F3-BB78526C143F}" dt="2026-10-12T12:22:55.821" v="652" actId="1076"/>
          <ac:grpSpMkLst>
            <pc:docMk/>
            <pc:sldMk cId="1430599913" sldId="886"/>
            <ac:grpSpMk id="24" creationId="{AE50BED5-117F-4004-8FA4-DFF30C46E086}"/>
          </ac:grpSpMkLst>
        </pc:grpChg>
        <pc:grpChg chg="mod">
          <ac:chgData name="Minh Huynh" userId="01a137d4-0d81-46e0-aca6-c9185b391828" providerId="ADAL" clId="{18447838-0BCA-432B-86F3-BB78526C143F}" dt="2026-10-12T12:22:55.821" v="652" actId="1076"/>
          <ac:grpSpMkLst>
            <pc:docMk/>
            <pc:sldMk cId="1430599913" sldId="886"/>
            <ac:grpSpMk id="27" creationId="{759EA27F-95C7-4804-AFD4-5719CB73F124}"/>
          </ac:grpSpMkLst>
        </pc:grpChg>
        <pc:grpChg chg="mod">
          <ac:chgData name="Minh Huynh" userId="01a137d4-0d81-46e0-aca6-c9185b391828" providerId="ADAL" clId="{18447838-0BCA-432B-86F3-BB78526C143F}" dt="2026-10-12T12:22:55.821" v="652" actId="1076"/>
          <ac:grpSpMkLst>
            <pc:docMk/>
            <pc:sldMk cId="1430599913" sldId="886"/>
            <ac:grpSpMk id="30" creationId="{47402669-A510-48D5-B430-FB374E0176A9}"/>
          </ac:grpSpMkLst>
        </pc:grpChg>
        <pc:grpChg chg="mod">
          <ac:chgData name="Minh Huynh" userId="01a137d4-0d81-46e0-aca6-c9185b391828" providerId="ADAL" clId="{18447838-0BCA-432B-86F3-BB78526C143F}" dt="2026-10-12T12:22:55.821" v="652" actId="1076"/>
          <ac:grpSpMkLst>
            <pc:docMk/>
            <pc:sldMk cId="1430599913" sldId="886"/>
            <ac:grpSpMk id="33" creationId="{4289E4EA-4973-49E4-85D7-336AD5D53DE7}"/>
          </ac:grpSpMkLst>
        </pc:grpChg>
        <pc:grpChg chg="mod">
          <ac:chgData name="Minh Huynh" userId="01a137d4-0d81-46e0-aca6-c9185b391828" providerId="ADAL" clId="{18447838-0BCA-432B-86F3-BB78526C143F}" dt="2026-10-12T12:22:55.821" v="652" actId="1076"/>
          <ac:grpSpMkLst>
            <pc:docMk/>
            <pc:sldMk cId="1430599913" sldId="886"/>
            <ac:grpSpMk id="36" creationId="{EF2B91C8-07CB-4470-ACA1-DB1139D2851A}"/>
          </ac:grpSpMkLst>
        </pc:grpChg>
        <pc:grpChg chg="mod">
          <ac:chgData name="Minh Huynh" userId="01a137d4-0d81-46e0-aca6-c9185b391828" providerId="ADAL" clId="{18447838-0BCA-432B-86F3-BB78526C143F}" dt="2026-10-12T12:22:55.821" v="652" actId="1076"/>
          <ac:grpSpMkLst>
            <pc:docMk/>
            <pc:sldMk cId="1430599913" sldId="886"/>
            <ac:grpSpMk id="39" creationId="{C27BFCA6-6D08-4B06-AC70-0E9D35442B6C}"/>
          </ac:grpSpMkLst>
        </pc:grpChg>
      </pc:sldChg>
      <pc:sldChg chg="del">
        <pc:chgData name="Minh Huynh" userId="01a137d4-0d81-46e0-aca6-c9185b391828" providerId="ADAL" clId="{18447838-0BCA-432B-86F3-BB78526C143F}" dt="2026-10-12T12:12:45.996" v="0" actId="47"/>
        <pc:sldMkLst>
          <pc:docMk/>
          <pc:sldMk cId="3785241365" sldId="886"/>
        </pc:sldMkLst>
      </pc:sldChg>
      <pc:sldChg chg="del">
        <pc:chgData name="Minh Huynh" userId="01a137d4-0d81-46e0-aca6-c9185b391828" providerId="ADAL" clId="{18447838-0BCA-432B-86F3-BB78526C143F}" dt="2026-10-12T12:12:45.996" v="0" actId="47"/>
        <pc:sldMkLst>
          <pc:docMk/>
          <pc:sldMk cId="312211180" sldId="887"/>
        </pc:sldMkLst>
      </pc:sldChg>
      <pc:sldChg chg="addSp delSp modSp add mod">
        <pc:chgData name="Minh Huynh" userId="01a137d4-0d81-46e0-aca6-c9185b391828" providerId="ADAL" clId="{18447838-0BCA-432B-86F3-BB78526C143F}" dt="2026-10-12T12:23:52.156" v="665" actId="20577"/>
        <pc:sldMkLst>
          <pc:docMk/>
          <pc:sldMk cId="1340834930" sldId="887"/>
        </pc:sldMkLst>
        <pc:spChg chg="mod">
          <ac:chgData name="Minh Huynh" userId="01a137d4-0d81-46e0-aca6-c9185b391828" providerId="ADAL" clId="{18447838-0BCA-432B-86F3-BB78526C143F}" dt="2026-10-12T12:23:52.156" v="665" actId="20577"/>
          <ac:spMkLst>
            <pc:docMk/>
            <pc:sldMk cId="1340834930" sldId="887"/>
            <ac:spMk id="74" creationId="{0BC5EFDD-B5EE-4CD3-9813-3FC4733EEA9A}"/>
          </ac:spMkLst>
        </pc:spChg>
        <pc:spChg chg="del">
          <ac:chgData name="Minh Huynh" userId="01a137d4-0d81-46e0-aca6-c9185b391828" providerId="ADAL" clId="{18447838-0BCA-432B-86F3-BB78526C143F}" dt="2026-10-12T12:23:29.755" v="658" actId="478"/>
          <ac:spMkLst>
            <pc:docMk/>
            <pc:sldMk cId="1340834930" sldId="887"/>
            <ac:spMk id="75" creationId="{672AB75B-4AFD-405E-ABC0-379E0E1310B6}"/>
          </ac:spMkLst>
        </pc:spChg>
        <pc:spChg chg="del">
          <ac:chgData name="Minh Huynh" userId="01a137d4-0d81-46e0-aca6-c9185b391828" providerId="ADAL" clId="{18447838-0BCA-432B-86F3-BB78526C143F}" dt="2026-10-12T12:23:29.755" v="658" actId="478"/>
          <ac:spMkLst>
            <pc:docMk/>
            <pc:sldMk cId="1340834930" sldId="887"/>
            <ac:spMk id="76" creationId="{09B25EF2-80F3-4679-B714-26A493513785}"/>
          </ac:spMkLst>
        </pc:spChg>
        <pc:spChg chg="del">
          <ac:chgData name="Minh Huynh" userId="01a137d4-0d81-46e0-aca6-c9185b391828" providerId="ADAL" clId="{18447838-0BCA-432B-86F3-BB78526C143F}" dt="2026-10-12T12:23:29.755" v="658" actId="478"/>
          <ac:spMkLst>
            <pc:docMk/>
            <pc:sldMk cId="1340834930" sldId="887"/>
            <ac:spMk id="77" creationId="{8D42CE75-BD0F-4A37-BE35-DA9489BC95FD}"/>
          </ac:spMkLst>
        </pc:spChg>
        <pc:spChg chg="del">
          <ac:chgData name="Minh Huynh" userId="01a137d4-0d81-46e0-aca6-c9185b391828" providerId="ADAL" clId="{18447838-0BCA-432B-86F3-BB78526C143F}" dt="2026-10-12T12:23:29.755" v="658" actId="478"/>
          <ac:spMkLst>
            <pc:docMk/>
            <pc:sldMk cId="1340834930" sldId="887"/>
            <ac:spMk id="78" creationId="{3DBABC7D-1F2F-45E3-909D-B6A40CF1382C}"/>
          </ac:spMkLst>
        </pc:spChg>
        <pc:spChg chg="del">
          <ac:chgData name="Minh Huynh" userId="01a137d4-0d81-46e0-aca6-c9185b391828" providerId="ADAL" clId="{18447838-0BCA-432B-86F3-BB78526C143F}" dt="2026-10-12T12:23:29.755" v="658" actId="478"/>
          <ac:spMkLst>
            <pc:docMk/>
            <pc:sldMk cId="1340834930" sldId="887"/>
            <ac:spMk id="79" creationId="{6C2CAE76-0AC0-4571-8187-4A78B58BA77E}"/>
          </ac:spMkLst>
        </pc:spChg>
        <pc:spChg chg="del">
          <ac:chgData name="Minh Huynh" userId="01a137d4-0d81-46e0-aca6-c9185b391828" providerId="ADAL" clId="{18447838-0BCA-432B-86F3-BB78526C143F}" dt="2026-10-12T12:23:29.755" v="658" actId="478"/>
          <ac:spMkLst>
            <pc:docMk/>
            <pc:sldMk cId="1340834930" sldId="887"/>
            <ac:spMk id="80" creationId="{CF159600-ADF5-459B-81FC-639AB5FC01DE}"/>
          </ac:spMkLst>
        </pc:spChg>
        <pc:spChg chg="del">
          <ac:chgData name="Minh Huynh" userId="01a137d4-0d81-46e0-aca6-c9185b391828" providerId="ADAL" clId="{18447838-0BCA-432B-86F3-BB78526C143F}" dt="2026-10-12T12:23:29.755" v="658" actId="478"/>
          <ac:spMkLst>
            <pc:docMk/>
            <pc:sldMk cId="1340834930" sldId="887"/>
            <ac:spMk id="81" creationId="{CD8EA6C3-373C-4502-9391-A39D94EAF25B}"/>
          </ac:spMkLst>
        </pc:spChg>
        <pc:spChg chg="del">
          <ac:chgData name="Minh Huynh" userId="01a137d4-0d81-46e0-aca6-c9185b391828" providerId="ADAL" clId="{18447838-0BCA-432B-86F3-BB78526C143F}" dt="2026-10-12T12:23:29.755" v="658" actId="478"/>
          <ac:spMkLst>
            <pc:docMk/>
            <pc:sldMk cId="1340834930" sldId="887"/>
            <ac:spMk id="82" creationId="{4507CDF4-66DE-4FC4-87E7-C98DE1645320}"/>
          </ac:spMkLst>
        </pc:spChg>
        <pc:spChg chg="del">
          <ac:chgData name="Minh Huynh" userId="01a137d4-0d81-46e0-aca6-c9185b391828" providerId="ADAL" clId="{18447838-0BCA-432B-86F3-BB78526C143F}" dt="2026-10-12T12:23:29.755" v="658" actId="478"/>
          <ac:spMkLst>
            <pc:docMk/>
            <pc:sldMk cId="1340834930" sldId="887"/>
            <ac:spMk id="83" creationId="{6D8F56CB-C304-4A1D-87E4-2A14C29BB41F}"/>
          </ac:spMkLst>
        </pc:spChg>
        <pc:spChg chg="del">
          <ac:chgData name="Minh Huynh" userId="01a137d4-0d81-46e0-aca6-c9185b391828" providerId="ADAL" clId="{18447838-0BCA-432B-86F3-BB78526C143F}" dt="2026-10-12T12:23:29.755" v="658" actId="478"/>
          <ac:spMkLst>
            <pc:docMk/>
            <pc:sldMk cId="1340834930" sldId="887"/>
            <ac:spMk id="84" creationId="{16EA3E32-B870-45BB-BAA0-DB1133902BD1}"/>
          </ac:spMkLst>
        </pc:spChg>
        <pc:spChg chg="del">
          <ac:chgData name="Minh Huynh" userId="01a137d4-0d81-46e0-aca6-c9185b391828" providerId="ADAL" clId="{18447838-0BCA-432B-86F3-BB78526C143F}" dt="2026-10-12T12:23:29.755" v="658" actId="478"/>
          <ac:spMkLst>
            <pc:docMk/>
            <pc:sldMk cId="1340834930" sldId="887"/>
            <ac:spMk id="85" creationId="{EA07BA14-B4D8-4309-95F5-A25A2E4E8D58}"/>
          </ac:spMkLst>
        </pc:spChg>
        <pc:spChg chg="del">
          <ac:chgData name="Minh Huynh" userId="01a137d4-0d81-46e0-aca6-c9185b391828" providerId="ADAL" clId="{18447838-0BCA-432B-86F3-BB78526C143F}" dt="2026-10-12T12:23:29.755" v="658" actId="478"/>
          <ac:spMkLst>
            <pc:docMk/>
            <pc:sldMk cId="1340834930" sldId="887"/>
            <ac:spMk id="86" creationId="{B6D5F04F-36FC-406B-A40C-D8B6908AB853}"/>
          </ac:spMkLst>
        </pc:spChg>
        <pc:spChg chg="del">
          <ac:chgData name="Minh Huynh" userId="01a137d4-0d81-46e0-aca6-c9185b391828" providerId="ADAL" clId="{18447838-0BCA-432B-86F3-BB78526C143F}" dt="2026-10-12T12:23:29.755" v="658" actId="478"/>
          <ac:spMkLst>
            <pc:docMk/>
            <pc:sldMk cId="1340834930" sldId="887"/>
            <ac:spMk id="87" creationId="{5E543576-C4F0-4280-976F-59449BD2A084}"/>
          </ac:spMkLst>
        </pc:spChg>
        <pc:spChg chg="del">
          <ac:chgData name="Minh Huynh" userId="01a137d4-0d81-46e0-aca6-c9185b391828" providerId="ADAL" clId="{18447838-0BCA-432B-86F3-BB78526C143F}" dt="2026-10-12T12:23:29.755" v="658" actId="478"/>
          <ac:spMkLst>
            <pc:docMk/>
            <pc:sldMk cId="1340834930" sldId="887"/>
            <ac:spMk id="88" creationId="{1FBAF0FD-5DA1-489C-BC60-614247CD290E}"/>
          </ac:spMkLst>
        </pc:spChg>
        <pc:spChg chg="del">
          <ac:chgData name="Minh Huynh" userId="01a137d4-0d81-46e0-aca6-c9185b391828" providerId="ADAL" clId="{18447838-0BCA-432B-86F3-BB78526C143F}" dt="2026-10-12T12:23:29.755" v="658" actId="478"/>
          <ac:spMkLst>
            <pc:docMk/>
            <pc:sldMk cId="1340834930" sldId="887"/>
            <ac:spMk id="89" creationId="{D331AA63-1C26-4FFE-80BA-65BDD4F45A48}"/>
          </ac:spMkLst>
        </pc:spChg>
        <pc:spChg chg="del">
          <ac:chgData name="Minh Huynh" userId="01a137d4-0d81-46e0-aca6-c9185b391828" providerId="ADAL" clId="{18447838-0BCA-432B-86F3-BB78526C143F}" dt="2026-10-12T12:23:29.755" v="658" actId="478"/>
          <ac:spMkLst>
            <pc:docMk/>
            <pc:sldMk cId="1340834930" sldId="887"/>
            <ac:spMk id="90" creationId="{9D3FCAAC-BC35-412E-B18F-6785ADA42E6F}"/>
          </ac:spMkLst>
        </pc:spChg>
        <pc:spChg chg="del">
          <ac:chgData name="Minh Huynh" userId="01a137d4-0d81-46e0-aca6-c9185b391828" providerId="ADAL" clId="{18447838-0BCA-432B-86F3-BB78526C143F}" dt="2026-10-12T12:23:29.755" v="658" actId="478"/>
          <ac:spMkLst>
            <pc:docMk/>
            <pc:sldMk cId="1340834930" sldId="887"/>
            <ac:spMk id="91" creationId="{D708E1AC-DAFB-49EA-806C-BE508D025AC8}"/>
          </ac:spMkLst>
        </pc:spChg>
        <pc:spChg chg="del">
          <ac:chgData name="Minh Huynh" userId="01a137d4-0d81-46e0-aca6-c9185b391828" providerId="ADAL" clId="{18447838-0BCA-432B-86F3-BB78526C143F}" dt="2026-10-12T12:23:29.755" v="658" actId="478"/>
          <ac:spMkLst>
            <pc:docMk/>
            <pc:sldMk cId="1340834930" sldId="887"/>
            <ac:spMk id="92" creationId="{F66434F9-21B9-41A1-9D18-13B86BA0F7EC}"/>
          </ac:spMkLst>
        </pc:spChg>
        <pc:spChg chg="del">
          <ac:chgData name="Minh Huynh" userId="01a137d4-0d81-46e0-aca6-c9185b391828" providerId="ADAL" clId="{18447838-0BCA-432B-86F3-BB78526C143F}" dt="2026-10-12T12:23:29.755" v="658" actId="478"/>
          <ac:spMkLst>
            <pc:docMk/>
            <pc:sldMk cId="1340834930" sldId="887"/>
            <ac:spMk id="93" creationId="{DA404B3E-294C-4381-B703-D04F2FE96882}"/>
          </ac:spMkLst>
        </pc:spChg>
        <pc:spChg chg="del">
          <ac:chgData name="Minh Huynh" userId="01a137d4-0d81-46e0-aca6-c9185b391828" providerId="ADAL" clId="{18447838-0BCA-432B-86F3-BB78526C143F}" dt="2026-10-12T12:23:29.755" v="658" actId="478"/>
          <ac:spMkLst>
            <pc:docMk/>
            <pc:sldMk cId="1340834930" sldId="887"/>
            <ac:spMk id="94" creationId="{4355127D-D13F-4E33-9801-50606D5E682C}"/>
          </ac:spMkLst>
        </pc:spChg>
        <pc:spChg chg="del">
          <ac:chgData name="Minh Huynh" userId="01a137d4-0d81-46e0-aca6-c9185b391828" providerId="ADAL" clId="{18447838-0BCA-432B-86F3-BB78526C143F}" dt="2026-10-12T12:23:29.755" v="658" actId="478"/>
          <ac:spMkLst>
            <pc:docMk/>
            <pc:sldMk cId="1340834930" sldId="887"/>
            <ac:spMk id="95" creationId="{254333FB-3C01-4F9E-B192-F4E329FCF37D}"/>
          </ac:spMkLst>
        </pc:spChg>
        <pc:spChg chg="del">
          <ac:chgData name="Minh Huynh" userId="01a137d4-0d81-46e0-aca6-c9185b391828" providerId="ADAL" clId="{18447838-0BCA-432B-86F3-BB78526C143F}" dt="2026-10-12T12:23:29.755" v="658" actId="478"/>
          <ac:spMkLst>
            <pc:docMk/>
            <pc:sldMk cId="1340834930" sldId="887"/>
            <ac:spMk id="96" creationId="{19C6D977-366F-4AB5-BDAE-E6DCAD77473D}"/>
          </ac:spMkLst>
        </pc:spChg>
        <pc:spChg chg="del">
          <ac:chgData name="Minh Huynh" userId="01a137d4-0d81-46e0-aca6-c9185b391828" providerId="ADAL" clId="{18447838-0BCA-432B-86F3-BB78526C143F}" dt="2026-10-12T12:23:29.755" v="658" actId="478"/>
          <ac:spMkLst>
            <pc:docMk/>
            <pc:sldMk cId="1340834930" sldId="887"/>
            <ac:spMk id="97" creationId="{55D83396-B6C0-4EE7-8736-EE5C5CCBCEE4}"/>
          </ac:spMkLst>
        </pc:spChg>
        <pc:spChg chg="del">
          <ac:chgData name="Minh Huynh" userId="01a137d4-0d81-46e0-aca6-c9185b391828" providerId="ADAL" clId="{18447838-0BCA-432B-86F3-BB78526C143F}" dt="2026-10-12T12:23:29.755" v="658" actId="478"/>
          <ac:spMkLst>
            <pc:docMk/>
            <pc:sldMk cId="1340834930" sldId="887"/>
            <ac:spMk id="98" creationId="{EFB24756-4245-4F90-B9AC-21EFBAE15DC4}"/>
          </ac:spMkLst>
        </pc:spChg>
        <pc:spChg chg="add mod">
          <ac:chgData name="Minh Huynh" userId="01a137d4-0d81-46e0-aca6-c9185b391828" providerId="ADAL" clId="{18447838-0BCA-432B-86F3-BB78526C143F}" dt="2026-10-12T12:23:35.590" v="660" actId="1076"/>
          <ac:spMkLst>
            <pc:docMk/>
            <pc:sldMk cId="1340834930" sldId="887"/>
            <ac:spMk id="99" creationId="{38D66BE2-B032-423D-8E5A-7793D9F01BD1}"/>
          </ac:spMkLst>
        </pc:spChg>
        <pc:spChg chg="add mod">
          <ac:chgData name="Minh Huynh" userId="01a137d4-0d81-46e0-aca6-c9185b391828" providerId="ADAL" clId="{18447838-0BCA-432B-86F3-BB78526C143F}" dt="2026-10-12T12:23:35.590" v="660" actId="1076"/>
          <ac:spMkLst>
            <pc:docMk/>
            <pc:sldMk cId="1340834930" sldId="887"/>
            <ac:spMk id="100" creationId="{BC1669C5-5338-438F-94D0-72A4B06A72E0}"/>
          </ac:spMkLst>
        </pc:spChg>
        <pc:spChg chg="add mod">
          <ac:chgData name="Minh Huynh" userId="01a137d4-0d81-46e0-aca6-c9185b391828" providerId="ADAL" clId="{18447838-0BCA-432B-86F3-BB78526C143F}" dt="2026-10-12T12:23:35.590" v="660" actId="1076"/>
          <ac:spMkLst>
            <pc:docMk/>
            <pc:sldMk cId="1340834930" sldId="887"/>
            <ac:spMk id="101" creationId="{6B7C67E0-F05D-4A18-9C0C-DE6C1DE2847D}"/>
          </ac:spMkLst>
        </pc:spChg>
        <pc:spChg chg="add mod">
          <ac:chgData name="Minh Huynh" userId="01a137d4-0d81-46e0-aca6-c9185b391828" providerId="ADAL" clId="{18447838-0BCA-432B-86F3-BB78526C143F}" dt="2026-10-12T12:23:35.590" v="660" actId="1076"/>
          <ac:spMkLst>
            <pc:docMk/>
            <pc:sldMk cId="1340834930" sldId="887"/>
            <ac:spMk id="102" creationId="{5151ED00-2227-41D2-9CCD-CFE061218BB5}"/>
          </ac:spMkLst>
        </pc:spChg>
        <pc:spChg chg="add mod">
          <ac:chgData name="Minh Huynh" userId="01a137d4-0d81-46e0-aca6-c9185b391828" providerId="ADAL" clId="{18447838-0BCA-432B-86F3-BB78526C143F}" dt="2026-10-12T12:23:35.590" v="660" actId="1076"/>
          <ac:spMkLst>
            <pc:docMk/>
            <pc:sldMk cId="1340834930" sldId="887"/>
            <ac:spMk id="103" creationId="{22DD0A0A-8BD5-4CF6-8EBF-4E6671DAF667}"/>
          </ac:spMkLst>
        </pc:spChg>
        <pc:spChg chg="add mod">
          <ac:chgData name="Minh Huynh" userId="01a137d4-0d81-46e0-aca6-c9185b391828" providerId="ADAL" clId="{18447838-0BCA-432B-86F3-BB78526C143F}" dt="2026-10-12T12:23:35.590" v="660" actId="1076"/>
          <ac:spMkLst>
            <pc:docMk/>
            <pc:sldMk cId="1340834930" sldId="887"/>
            <ac:spMk id="104" creationId="{83A25243-8CC0-4C41-87DE-F1A64776AC2C}"/>
          </ac:spMkLst>
        </pc:spChg>
        <pc:spChg chg="add mod">
          <ac:chgData name="Minh Huynh" userId="01a137d4-0d81-46e0-aca6-c9185b391828" providerId="ADAL" clId="{18447838-0BCA-432B-86F3-BB78526C143F}" dt="2026-10-12T12:23:35.590" v="660" actId="1076"/>
          <ac:spMkLst>
            <pc:docMk/>
            <pc:sldMk cId="1340834930" sldId="887"/>
            <ac:spMk id="105" creationId="{4BF439F0-FCDA-4A44-A743-D8452236F463}"/>
          </ac:spMkLst>
        </pc:spChg>
        <pc:spChg chg="add mod">
          <ac:chgData name="Minh Huynh" userId="01a137d4-0d81-46e0-aca6-c9185b391828" providerId="ADAL" clId="{18447838-0BCA-432B-86F3-BB78526C143F}" dt="2026-10-12T12:23:35.590" v="660" actId="1076"/>
          <ac:spMkLst>
            <pc:docMk/>
            <pc:sldMk cId="1340834930" sldId="887"/>
            <ac:spMk id="106" creationId="{033DE228-631F-4EB2-BAEE-9908BFF59BC3}"/>
          </ac:spMkLst>
        </pc:spChg>
        <pc:spChg chg="add mod">
          <ac:chgData name="Minh Huynh" userId="01a137d4-0d81-46e0-aca6-c9185b391828" providerId="ADAL" clId="{18447838-0BCA-432B-86F3-BB78526C143F}" dt="2026-10-12T12:23:35.590" v="660" actId="1076"/>
          <ac:spMkLst>
            <pc:docMk/>
            <pc:sldMk cId="1340834930" sldId="887"/>
            <ac:spMk id="107" creationId="{F82204CA-57AB-4EFD-AFA5-E12A6532FD62}"/>
          </ac:spMkLst>
        </pc:spChg>
        <pc:spChg chg="add mod">
          <ac:chgData name="Minh Huynh" userId="01a137d4-0d81-46e0-aca6-c9185b391828" providerId="ADAL" clId="{18447838-0BCA-432B-86F3-BB78526C143F}" dt="2026-10-12T12:23:35.590" v="660" actId="1076"/>
          <ac:spMkLst>
            <pc:docMk/>
            <pc:sldMk cId="1340834930" sldId="887"/>
            <ac:spMk id="108" creationId="{6ACCC2CA-442D-4B1A-8D4F-239E1EAD97E9}"/>
          </ac:spMkLst>
        </pc:spChg>
        <pc:spChg chg="add mod">
          <ac:chgData name="Minh Huynh" userId="01a137d4-0d81-46e0-aca6-c9185b391828" providerId="ADAL" clId="{18447838-0BCA-432B-86F3-BB78526C143F}" dt="2026-10-12T12:23:35.590" v="660" actId="1076"/>
          <ac:spMkLst>
            <pc:docMk/>
            <pc:sldMk cId="1340834930" sldId="887"/>
            <ac:spMk id="109" creationId="{F26EB435-DC35-4099-8CCD-FA57AD0092BC}"/>
          </ac:spMkLst>
        </pc:spChg>
        <pc:spChg chg="add mod">
          <ac:chgData name="Minh Huynh" userId="01a137d4-0d81-46e0-aca6-c9185b391828" providerId="ADAL" clId="{18447838-0BCA-432B-86F3-BB78526C143F}" dt="2026-10-12T12:23:35.590" v="660" actId="1076"/>
          <ac:spMkLst>
            <pc:docMk/>
            <pc:sldMk cId="1340834930" sldId="887"/>
            <ac:spMk id="110" creationId="{58E8E706-B3E6-40E1-A9A1-B604EEE73802}"/>
          </ac:spMkLst>
        </pc:spChg>
        <pc:spChg chg="add mod">
          <ac:chgData name="Minh Huynh" userId="01a137d4-0d81-46e0-aca6-c9185b391828" providerId="ADAL" clId="{18447838-0BCA-432B-86F3-BB78526C143F}" dt="2026-10-12T12:23:35.590" v="660" actId="1076"/>
          <ac:spMkLst>
            <pc:docMk/>
            <pc:sldMk cId="1340834930" sldId="887"/>
            <ac:spMk id="111" creationId="{DE4AD348-4D66-4810-B215-66E34914740C}"/>
          </ac:spMkLst>
        </pc:spChg>
        <pc:spChg chg="add mod">
          <ac:chgData name="Minh Huynh" userId="01a137d4-0d81-46e0-aca6-c9185b391828" providerId="ADAL" clId="{18447838-0BCA-432B-86F3-BB78526C143F}" dt="2026-10-12T12:23:35.590" v="660" actId="1076"/>
          <ac:spMkLst>
            <pc:docMk/>
            <pc:sldMk cId="1340834930" sldId="887"/>
            <ac:spMk id="112" creationId="{E7438738-F08D-44D0-97D7-7888CDB9CDA2}"/>
          </ac:spMkLst>
        </pc:spChg>
        <pc:spChg chg="add mod">
          <ac:chgData name="Minh Huynh" userId="01a137d4-0d81-46e0-aca6-c9185b391828" providerId="ADAL" clId="{18447838-0BCA-432B-86F3-BB78526C143F}" dt="2026-10-12T12:23:35.590" v="660" actId="1076"/>
          <ac:spMkLst>
            <pc:docMk/>
            <pc:sldMk cId="1340834930" sldId="887"/>
            <ac:spMk id="113" creationId="{2C733F58-7675-4A72-A946-CC50CA827010}"/>
          </ac:spMkLst>
        </pc:spChg>
        <pc:spChg chg="add mod">
          <ac:chgData name="Minh Huynh" userId="01a137d4-0d81-46e0-aca6-c9185b391828" providerId="ADAL" clId="{18447838-0BCA-432B-86F3-BB78526C143F}" dt="2026-10-12T12:23:35.590" v="660" actId="1076"/>
          <ac:spMkLst>
            <pc:docMk/>
            <pc:sldMk cId="1340834930" sldId="887"/>
            <ac:spMk id="114" creationId="{032B2CFA-8C79-4B49-9512-F40B87F12606}"/>
          </ac:spMkLst>
        </pc:spChg>
        <pc:spChg chg="add mod">
          <ac:chgData name="Minh Huynh" userId="01a137d4-0d81-46e0-aca6-c9185b391828" providerId="ADAL" clId="{18447838-0BCA-432B-86F3-BB78526C143F}" dt="2026-10-12T12:23:35.590" v="660" actId="1076"/>
          <ac:spMkLst>
            <pc:docMk/>
            <pc:sldMk cId="1340834930" sldId="887"/>
            <ac:spMk id="115" creationId="{B7F732A4-4A95-4A3B-B360-E84E889F3B18}"/>
          </ac:spMkLst>
        </pc:spChg>
        <pc:spChg chg="add mod">
          <ac:chgData name="Minh Huynh" userId="01a137d4-0d81-46e0-aca6-c9185b391828" providerId="ADAL" clId="{18447838-0BCA-432B-86F3-BB78526C143F}" dt="2026-10-12T12:23:35.590" v="660" actId="1076"/>
          <ac:spMkLst>
            <pc:docMk/>
            <pc:sldMk cId="1340834930" sldId="887"/>
            <ac:spMk id="116" creationId="{C5EACBAE-D0C2-4166-B6BD-483BC6B772DD}"/>
          </ac:spMkLst>
        </pc:spChg>
        <pc:spChg chg="add mod">
          <ac:chgData name="Minh Huynh" userId="01a137d4-0d81-46e0-aca6-c9185b391828" providerId="ADAL" clId="{18447838-0BCA-432B-86F3-BB78526C143F}" dt="2026-10-12T12:23:35.590" v="660" actId="1076"/>
          <ac:spMkLst>
            <pc:docMk/>
            <pc:sldMk cId="1340834930" sldId="887"/>
            <ac:spMk id="117" creationId="{48CF51E7-1FFA-47E7-A1A3-DC622DF36871}"/>
          </ac:spMkLst>
        </pc:spChg>
        <pc:spChg chg="add mod">
          <ac:chgData name="Minh Huynh" userId="01a137d4-0d81-46e0-aca6-c9185b391828" providerId="ADAL" clId="{18447838-0BCA-432B-86F3-BB78526C143F}" dt="2026-10-12T12:23:35.590" v="660" actId="1076"/>
          <ac:spMkLst>
            <pc:docMk/>
            <pc:sldMk cId="1340834930" sldId="887"/>
            <ac:spMk id="118" creationId="{1F9947CB-B088-4D3A-B2AB-46309A4589E5}"/>
          </ac:spMkLst>
        </pc:spChg>
        <pc:spChg chg="add mod">
          <ac:chgData name="Minh Huynh" userId="01a137d4-0d81-46e0-aca6-c9185b391828" providerId="ADAL" clId="{18447838-0BCA-432B-86F3-BB78526C143F}" dt="2026-10-12T12:23:35.590" v="660" actId="1076"/>
          <ac:spMkLst>
            <pc:docMk/>
            <pc:sldMk cId="1340834930" sldId="887"/>
            <ac:spMk id="119" creationId="{38661948-E5E5-400F-9F44-9DBAA999AA58}"/>
          </ac:spMkLst>
        </pc:spChg>
        <pc:spChg chg="add mod">
          <ac:chgData name="Minh Huynh" userId="01a137d4-0d81-46e0-aca6-c9185b391828" providerId="ADAL" clId="{18447838-0BCA-432B-86F3-BB78526C143F}" dt="2026-10-12T12:23:35.590" v="660" actId="1076"/>
          <ac:spMkLst>
            <pc:docMk/>
            <pc:sldMk cId="1340834930" sldId="887"/>
            <ac:spMk id="120" creationId="{6B5BF711-EF03-47CD-9440-418FB6297EEE}"/>
          </ac:spMkLst>
        </pc:spChg>
        <pc:spChg chg="add mod">
          <ac:chgData name="Minh Huynh" userId="01a137d4-0d81-46e0-aca6-c9185b391828" providerId="ADAL" clId="{18447838-0BCA-432B-86F3-BB78526C143F}" dt="2026-10-12T12:23:35.590" v="660" actId="1076"/>
          <ac:spMkLst>
            <pc:docMk/>
            <pc:sldMk cId="1340834930" sldId="887"/>
            <ac:spMk id="121" creationId="{EFB46D79-A8B8-484B-A970-A521A28B562C}"/>
          </ac:spMkLst>
        </pc:spChg>
        <pc:spChg chg="add mod">
          <ac:chgData name="Minh Huynh" userId="01a137d4-0d81-46e0-aca6-c9185b391828" providerId="ADAL" clId="{18447838-0BCA-432B-86F3-BB78526C143F}" dt="2026-10-12T12:23:35.590" v="660" actId="1076"/>
          <ac:spMkLst>
            <pc:docMk/>
            <pc:sldMk cId="1340834930" sldId="887"/>
            <ac:spMk id="122" creationId="{83B65CCC-7C48-4666-A702-C2D9962B5735}"/>
          </ac:spMkLst>
        </pc:spChg>
        <pc:spChg chg="add mod">
          <ac:chgData name="Minh Huynh" userId="01a137d4-0d81-46e0-aca6-c9185b391828" providerId="ADAL" clId="{18447838-0BCA-432B-86F3-BB78526C143F}" dt="2026-10-12T12:23:35.590" v="660" actId="1076"/>
          <ac:spMkLst>
            <pc:docMk/>
            <pc:sldMk cId="1340834930" sldId="887"/>
            <ac:spMk id="123" creationId="{72B7398F-4B1F-40E6-8453-26FBD6C76CCA}"/>
          </ac:spMkLst>
        </pc:spChg>
        <pc:spChg chg="add mod">
          <ac:chgData name="Minh Huynh" userId="01a137d4-0d81-46e0-aca6-c9185b391828" providerId="ADAL" clId="{18447838-0BCA-432B-86F3-BB78526C143F}" dt="2026-10-12T12:23:35.590" v="660" actId="1076"/>
          <ac:spMkLst>
            <pc:docMk/>
            <pc:sldMk cId="1340834930" sldId="887"/>
            <ac:spMk id="124" creationId="{6B77B450-E2C8-4EFC-BF91-CF8568A960D5}"/>
          </ac:spMkLst>
        </pc:spChg>
        <pc:spChg chg="add mod">
          <ac:chgData name="Minh Huynh" userId="01a137d4-0d81-46e0-aca6-c9185b391828" providerId="ADAL" clId="{18447838-0BCA-432B-86F3-BB78526C143F}" dt="2026-10-12T12:23:35.590" v="660" actId="1076"/>
          <ac:spMkLst>
            <pc:docMk/>
            <pc:sldMk cId="1340834930" sldId="887"/>
            <ac:spMk id="125" creationId="{3B114BFC-B0CF-46D1-A39C-63028832C432}"/>
          </ac:spMkLst>
        </pc:spChg>
      </pc:sldChg>
      <pc:sldChg chg="del">
        <pc:chgData name="Minh Huynh" userId="01a137d4-0d81-46e0-aca6-c9185b391828" providerId="ADAL" clId="{18447838-0BCA-432B-86F3-BB78526C143F}" dt="2026-10-12T12:12:45.996" v="0" actId="47"/>
        <pc:sldMkLst>
          <pc:docMk/>
          <pc:sldMk cId="3205959495" sldId="888"/>
        </pc:sldMkLst>
      </pc:sldChg>
      <pc:sldChg chg="addSp delSp modSp add mod">
        <pc:chgData name="Minh Huynh" userId="01a137d4-0d81-46e0-aca6-c9185b391828" providerId="ADAL" clId="{18447838-0BCA-432B-86F3-BB78526C143F}" dt="2026-10-12T12:35:36.600" v="883" actId="20577"/>
        <pc:sldMkLst>
          <pc:docMk/>
          <pc:sldMk cId="4146570137" sldId="888"/>
        </pc:sldMkLst>
        <pc:spChg chg="mod">
          <ac:chgData name="Minh Huynh" userId="01a137d4-0d81-46e0-aca6-c9185b391828" providerId="ADAL" clId="{18447838-0BCA-432B-86F3-BB78526C143F}" dt="2026-10-12T12:31:53.923" v="701" actId="20577"/>
          <ac:spMkLst>
            <pc:docMk/>
            <pc:sldMk cId="4146570137" sldId="888"/>
            <ac:spMk id="4" creationId="{7BC73E8E-0D58-4B4B-A5C4-A8AE38997407}"/>
          </ac:spMkLst>
        </pc:spChg>
        <pc:spChg chg="del">
          <ac:chgData name="Minh Huynh" userId="01a137d4-0d81-46e0-aca6-c9185b391828" providerId="ADAL" clId="{18447838-0BCA-432B-86F3-BB78526C143F}" dt="2026-10-12T12:31:58.360" v="702" actId="478"/>
          <ac:spMkLst>
            <pc:docMk/>
            <pc:sldMk cId="4146570137" sldId="888"/>
            <ac:spMk id="7" creationId="{A67962BC-F52B-4512-BD54-D49B95A1B3C0}"/>
          </ac:spMkLst>
        </pc:spChg>
        <pc:spChg chg="del">
          <ac:chgData name="Minh Huynh" userId="01a137d4-0d81-46e0-aca6-c9185b391828" providerId="ADAL" clId="{18447838-0BCA-432B-86F3-BB78526C143F}" dt="2026-10-12T12:31:58.360" v="702" actId="478"/>
          <ac:spMkLst>
            <pc:docMk/>
            <pc:sldMk cId="4146570137" sldId="888"/>
            <ac:spMk id="8" creationId="{6A3F74B8-F5C4-47E9-B418-6F97CC2CB912}"/>
          </ac:spMkLst>
        </pc:spChg>
        <pc:spChg chg="del">
          <ac:chgData name="Minh Huynh" userId="01a137d4-0d81-46e0-aca6-c9185b391828" providerId="ADAL" clId="{18447838-0BCA-432B-86F3-BB78526C143F}" dt="2026-10-12T12:31:58.360" v="702" actId="478"/>
          <ac:spMkLst>
            <pc:docMk/>
            <pc:sldMk cId="4146570137" sldId="888"/>
            <ac:spMk id="9" creationId="{4B34126E-809A-41DA-8EB7-3DFADF0446A8}"/>
          </ac:spMkLst>
        </pc:spChg>
        <pc:spChg chg="del">
          <ac:chgData name="Minh Huynh" userId="01a137d4-0d81-46e0-aca6-c9185b391828" providerId="ADAL" clId="{18447838-0BCA-432B-86F3-BB78526C143F}" dt="2026-10-12T12:31:58.360" v="702" actId="478"/>
          <ac:spMkLst>
            <pc:docMk/>
            <pc:sldMk cId="4146570137" sldId="888"/>
            <ac:spMk id="10" creationId="{E48AF9D6-D45F-4795-969C-C4ADBA4B47BF}"/>
          </ac:spMkLst>
        </pc:spChg>
        <pc:spChg chg="del">
          <ac:chgData name="Minh Huynh" userId="01a137d4-0d81-46e0-aca6-c9185b391828" providerId="ADAL" clId="{18447838-0BCA-432B-86F3-BB78526C143F}" dt="2026-10-12T12:31:58.360" v="702" actId="478"/>
          <ac:spMkLst>
            <pc:docMk/>
            <pc:sldMk cId="4146570137" sldId="888"/>
            <ac:spMk id="14" creationId="{421E6674-F7CF-4046-8FBF-EF120C0FFEEE}"/>
          </ac:spMkLst>
        </pc:spChg>
        <pc:spChg chg="del">
          <ac:chgData name="Minh Huynh" userId="01a137d4-0d81-46e0-aca6-c9185b391828" providerId="ADAL" clId="{18447838-0BCA-432B-86F3-BB78526C143F}" dt="2026-10-12T12:31:58.360" v="702" actId="478"/>
          <ac:spMkLst>
            <pc:docMk/>
            <pc:sldMk cId="4146570137" sldId="888"/>
            <ac:spMk id="15" creationId="{E9585141-F4EB-4C15-8E4D-D717B624A067}"/>
          </ac:spMkLst>
        </pc:spChg>
        <pc:spChg chg="del">
          <ac:chgData name="Minh Huynh" userId="01a137d4-0d81-46e0-aca6-c9185b391828" providerId="ADAL" clId="{18447838-0BCA-432B-86F3-BB78526C143F}" dt="2026-10-12T12:31:58.360" v="702" actId="478"/>
          <ac:spMkLst>
            <pc:docMk/>
            <pc:sldMk cId="4146570137" sldId="888"/>
            <ac:spMk id="16" creationId="{996F9ED6-A1A8-472C-B07B-4E2EA53EB1A0}"/>
          </ac:spMkLst>
        </pc:spChg>
        <pc:spChg chg="del">
          <ac:chgData name="Minh Huynh" userId="01a137d4-0d81-46e0-aca6-c9185b391828" providerId="ADAL" clId="{18447838-0BCA-432B-86F3-BB78526C143F}" dt="2026-10-12T12:31:58.360" v="702" actId="478"/>
          <ac:spMkLst>
            <pc:docMk/>
            <pc:sldMk cId="4146570137" sldId="888"/>
            <ac:spMk id="17" creationId="{19C81F2C-03B6-467B-BB59-61285F0AF733}"/>
          </ac:spMkLst>
        </pc:spChg>
        <pc:spChg chg="del">
          <ac:chgData name="Minh Huynh" userId="01a137d4-0d81-46e0-aca6-c9185b391828" providerId="ADAL" clId="{18447838-0BCA-432B-86F3-BB78526C143F}" dt="2026-10-12T12:31:58.360" v="702" actId="478"/>
          <ac:spMkLst>
            <pc:docMk/>
            <pc:sldMk cId="4146570137" sldId="888"/>
            <ac:spMk id="18" creationId="{8DA94EEE-1E2F-4C80-A31A-273A42C9402E}"/>
          </ac:spMkLst>
        </pc:spChg>
        <pc:spChg chg="del">
          <ac:chgData name="Minh Huynh" userId="01a137d4-0d81-46e0-aca6-c9185b391828" providerId="ADAL" clId="{18447838-0BCA-432B-86F3-BB78526C143F}" dt="2026-10-12T12:31:58.360" v="702" actId="478"/>
          <ac:spMkLst>
            <pc:docMk/>
            <pc:sldMk cId="4146570137" sldId="888"/>
            <ac:spMk id="19" creationId="{143F4B56-B9BA-436A-9DE1-E4DB661A1C4D}"/>
          </ac:spMkLst>
        </pc:spChg>
        <pc:spChg chg="del">
          <ac:chgData name="Minh Huynh" userId="01a137d4-0d81-46e0-aca6-c9185b391828" providerId="ADAL" clId="{18447838-0BCA-432B-86F3-BB78526C143F}" dt="2026-10-12T12:31:58.360" v="702" actId="478"/>
          <ac:spMkLst>
            <pc:docMk/>
            <pc:sldMk cId="4146570137" sldId="888"/>
            <ac:spMk id="20" creationId="{7B0834B4-98F5-4D56-851D-F433D8432989}"/>
          </ac:spMkLst>
        </pc:spChg>
        <pc:spChg chg="del">
          <ac:chgData name="Minh Huynh" userId="01a137d4-0d81-46e0-aca6-c9185b391828" providerId="ADAL" clId="{18447838-0BCA-432B-86F3-BB78526C143F}" dt="2026-10-12T12:31:58.360" v="702" actId="478"/>
          <ac:spMkLst>
            <pc:docMk/>
            <pc:sldMk cId="4146570137" sldId="888"/>
            <ac:spMk id="42" creationId="{B242F3DE-95B6-40BC-856D-34209F6F41E3}"/>
          </ac:spMkLst>
        </pc:spChg>
        <pc:spChg chg="del">
          <ac:chgData name="Minh Huynh" userId="01a137d4-0d81-46e0-aca6-c9185b391828" providerId="ADAL" clId="{18447838-0BCA-432B-86F3-BB78526C143F}" dt="2026-10-12T12:31:58.360" v="702" actId="478"/>
          <ac:spMkLst>
            <pc:docMk/>
            <pc:sldMk cId="4146570137" sldId="888"/>
            <ac:spMk id="43" creationId="{15B02777-4E6D-495F-946D-5C5CB5D4B55F}"/>
          </ac:spMkLst>
        </pc:spChg>
        <pc:spChg chg="del">
          <ac:chgData name="Minh Huynh" userId="01a137d4-0d81-46e0-aca6-c9185b391828" providerId="ADAL" clId="{18447838-0BCA-432B-86F3-BB78526C143F}" dt="2026-10-12T12:31:58.360" v="702" actId="478"/>
          <ac:spMkLst>
            <pc:docMk/>
            <pc:sldMk cId="4146570137" sldId="888"/>
            <ac:spMk id="44" creationId="{0F20EE40-3AC7-42A0-A90D-0ADDC57C2037}"/>
          </ac:spMkLst>
        </pc:spChg>
        <pc:spChg chg="del">
          <ac:chgData name="Minh Huynh" userId="01a137d4-0d81-46e0-aca6-c9185b391828" providerId="ADAL" clId="{18447838-0BCA-432B-86F3-BB78526C143F}" dt="2026-10-12T12:31:58.360" v="702" actId="478"/>
          <ac:spMkLst>
            <pc:docMk/>
            <pc:sldMk cId="4146570137" sldId="888"/>
            <ac:spMk id="45" creationId="{C918D1B5-F5B4-40C0-9396-EDF40DD3CACB}"/>
          </ac:spMkLst>
        </pc:spChg>
        <pc:spChg chg="del">
          <ac:chgData name="Minh Huynh" userId="01a137d4-0d81-46e0-aca6-c9185b391828" providerId="ADAL" clId="{18447838-0BCA-432B-86F3-BB78526C143F}" dt="2026-10-12T12:31:58.360" v="702" actId="478"/>
          <ac:spMkLst>
            <pc:docMk/>
            <pc:sldMk cId="4146570137" sldId="888"/>
            <ac:spMk id="46" creationId="{71EA0A16-FC98-4B12-B68E-019281B65B2E}"/>
          </ac:spMkLst>
        </pc:spChg>
        <pc:spChg chg="del">
          <ac:chgData name="Minh Huynh" userId="01a137d4-0d81-46e0-aca6-c9185b391828" providerId="ADAL" clId="{18447838-0BCA-432B-86F3-BB78526C143F}" dt="2026-10-12T12:31:58.360" v="702" actId="478"/>
          <ac:spMkLst>
            <pc:docMk/>
            <pc:sldMk cId="4146570137" sldId="888"/>
            <ac:spMk id="47" creationId="{3587714D-2307-4E12-B0FA-ED8B002AFD76}"/>
          </ac:spMkLst>
        </pc:spChg>
        <pc:spChg chg="del">
          <ac:chgData name="Minh Huynh" userId="01a137d4-0d81-46e0-aca6-c9185b391828" providerId="ADAL" clId="{18447838-0BCA-432B-86F3-BB78526C143F}" dt="2026-10-12T12:31:58.360" v="702" actId="478"/>
          <ac:spMkLst>
            <pc:docMk/>
            <pc:sldMk cId="4146570137" sldId="888"/>
            <ac:spMk id="48" creationId="{48ED4C52-748F-4FF8-BB75-5D7EFB90836A}"/>
          </ac:spMkLst>
        </pc:spChg>
        <pc:spChg chg="del">
          <ac:chgData name="Minh Huynh" userId="01a137d4-0d81-46e0-aca6-c9185b391828" providerId="ADAL" clId="{18447838-0BCA-432B-86F3-BB78526C143F}" dt="2026-10-12T12:31:58.360" v="702" actId="478"/>
          <ac:spMkLst>
            <pc:docMk/>
            <pc:sldMk cId="4146570137" sldId="888"/>
            <ac:spMk id="49" creationId="{BDAED572-4913-4721-9EFC-1D017663DE1D}"/>
          </ac:spMkLst>
        </pc:spChg>
        <pc:spChg chg="del">
          <ac:chgData name="Minh Huynh" userId="01a137d4-0d81-46e0-aca6-c9185b391828" providerId="ADAL" clId="{18447838-0BCA-432B-86F3-BB78526C143F}" dt="2026-10-12T12:31:58.360" v="702" actId="478"/>
          <ac:spMkLst>
            <pc:docMk/>
            <pc:sldMk cId="4146570137" sldId="888"/>
            <ac:spMk id="50" creationId="{6138217B-56EB-435F-AEC6-75D0ED8A32AF}"/>
          </ac:spMkLst>
        </pc:spChg>
        <pc:spChg chg="del">
          <ac:chgData name="Minh Huynh" userId="01a137d4-0d81-46e0-aca6-c9185b391828" providerId="ADAL" clId="{18447838-0BCA-432B-86F3-BB78526C143F}" dt="2026-10-12T12:31:58.360" v="702" actId="478"/>
          <ac:spMkLst>
            <pc:docMk/>
            <pc:sldMk cId="4146570137" sldId="888"/>
            <ac:spMk id="51" creationId="{0253CE86-679E-46D6-98AA-32632A73FCA3}"/>
          </ac:spMkLst>
        </pc:spChg>
        <pc:spChg chg="del">
          <ac:chgData name="Minh Huynh" userId="01a137d4-0d81-46e0-aca6-c9185b391828" providerId="ADAL" clId="{18447838-0BCA-432B-86F3-BB78526C143F}" dt="2026-10-12T12:31:58.360" v="702" actId="478"/>
          <ac:spMkLst>
            <pc:docMk/>
            <pc:sldMk cId="4146570137" sldId="888"/>
            <ac:spMk id="52" creationId="{AFA18A70-4DF8-4816-ABC5-64670E6F1DE5}"/>
          </ac:spMkLst>
        </pc:spChg>
        <pc:spChg chg="del">
          <ac:chgData name="Minh Huynh" userId="01a137d4-0d81-46e0-aca6-c9185b391828" providerId="ADAL" clId="{18447838-0BCA-432B-86F3-BB78526C143F}" dt="2026-10-12T12:31:58.360" v="702" actId="478"/>
          <ac:spMkLst>
            <pc:docMk/>
            <pc:sldMk cId="4146570137" sldId="888"/>
            <ac:spMk id="53" creationId="{FF5C1C2B-5300-4059-93AD-D6CA40AB49FC}"/>
          </ac:spMkLst>
        </pc:spChg>
        <pc:spChg chg="del">
          <ac:chgData name="Minh Huynh" userId="01a137d4-0d81-46e0-aca6-c9185b391828" providerId="ADAL" clId="{18447838-0BCA-432B-86F3-BB78526C143F}" dt="2026-10-12T12:31:58.360" v="702" actId="478"/>
          <ac:spMkLst>
            <pc:docMk/>
            <pc:sldMk cId="4146570137" sldId="888"/>
            <ac:spMk id="54" creationId="{0CF689A3-C735-44C0-B575-79FAF2D9C7DF}"/>
          </ac:spMkLst>
        </pc:spChg>
        <pc:spChg chg="del">
          <ac:chgData name="Minh Huynh" userId="01a137d4-0d81-46e0-aca6-c9185b391828" providerId="ADAL" clId="{18447838-0BCA-432B-86F3-BB78526C143F}" dt="2026-10-12T12:31:58.360" v="702" actId="478"/>
          <ac:spMkLst>
            <pc:docMk/>
            <pc:sldMk cId="4146570137" sldId="888"/>
            <ac:spMk id="55" creationId="{58DA22CD-9A5D-4543-BD5C-C20CC619E752}"/>
          </ac:spMkLst>
        </pc:spChg>
        <pc:spChg chg="del">
          <ac:chgData name="Minh Huynh" userId="01a137d4-0d81-46e0-aca6-c9185b391828" providerId="ADAL" clId="{18447838-0BCA-432B-86F3-BB78526C143F}" dt="2026-10-12T12:31:58.360" v="702" actId="478"/>
          <ac:spMkLst>
            <pc:docMk/>
            <pc:sldMk cId="4146570137" sldId="888"/>
            <ac:spMk id="56" creationId="{1E023B0A-69A6-4BD1-9093-4AB9C8C844E6}"/>
          </ac:spMkLst>
        </pc:spChg>
        <pc:spChg chg="del">
          <ac:chgData name="Minh Huynh" userId="01a137d4-0d81-46e0-aca6-c9185b391828" providerId="ADAL" clId="{18447838-0BCA-432B-86F3-BB78526C143F}" dt="2026-10-12T12:31:58.360" v="702" actId="478"/>
          <ac:spMkLst>
            <pc:docMk/>
            <pc:sldMk cId="4146570137" sldId="888"/>
            <ac:spMk id="57" creationId="{BCC7C8DE-36AA-4E38-ADD4-33ABEEB98403}"/>
          </ac:spMkLst>
        </pc:spChg>
        <pc:spChg chg="del">
          <ac:chgData name="Minh Huynh" userId="01a137d4-0d81-46e0-aca6-c9185b391828" providerId="ADAL" clId="{18447838-0BCA-432B-86F3-BB78526C143F}" dt="2026-10-12T12:31:58.360" v="702" actId="478"/>
          <ac:spMkLst>
            <pc:docMk/>
            <pc:sldMk cId="4146570137" sldId="888"/>
            <ac:spMk id="58" creationId="{E2B35763-B21F-4E32-BAB0-1924A7E3E223}"/>
          </ac:spMkLst>
        </pc:spChg>
        <pc:spChg chg="del">
          <ac:chgData name="Minh Huynh" userId="01a137d4-0d81-46e0-aca6-c9185b391828" providerId="ADAL" clId="{18447838-0BCA-432B-86F3-BB78526C143F}" dt="2026-10-12T12:31:58.360" v="702" actId="478"/>
          <ac:spMkLst>
            <pc:docMk/>
            <pc:sldMk cId="4146570137" sldId="888"/>
            <ac:spMk id="59" creationId="{F5BB3A27-C1D7-4D91-8711-CBECDC2AAAB4}"/>
          </ac:spMkLst>
        </pc:spChg>
        <pc:spChg chg="del">
          <ac:chgData name="Minh Huynh" userId="01a137d4-0d81-46e0-aca6-c9185b391828" providerId="ADAL" clId="{18447838-0BCA-432B-86F3-BB78526C143F}" dt="2026-10-12T12:31:58.360" v="702" actId="478"/>
          <ac:spMkLst>
            <pc:docMk/>
            <pc:sldMk cId="4146570137" sldId="888"/>
            <ac:spMk id="60" creationId="{432556BA-79C5-4CA3-82A3-9D1662FFB47C}"/>
          </ac:spMkLst>
        </pc:spChg>
        <pc:spChg chg="del">
          <ac:chgData name="Minh Huynh" userId="01a137d4-0d81-46e0-aca6-c9185b391828" providerId="ADAL" clId="{18447838-0BCA-432B-86F3-BB78526C143F}" dt="2026-10-12T12:31:58.360" v="702" actId="478"/>
          <ac:spMkLst>
            <pc:docMk/>
            <pc:sldMk cId="4146570137" sldId="888"/>
            <ac:spMk id="61" creationId="{0617273F-AA08-49F0-A2D6-A14FCC87A948}"/>
          </ac:spMkLst>
        </pc:spChg>
        <pc:spChg chg="del">
          <ac:chgData name="Minh Huynh" userId="01a137d4-0d81-46e0-aca6-c9185b391828" providerId="ADAL" clId="{18447838-0BCA-432B-86F3-BB78526C143F}" dt="2026-10-12T12:31:58.360" v="702" actId="478"/>
          <ac:spMkLst>
            <pc:docMk/>
            <pc:sldMk cId="4146570137" sldId="888"/>
            <ac:spMk id="62" creationId="{85875A4D-AFA4-476A-8D81-F9CA4EFC1CD3}"/>
          </ac:spMkLst>
        </pc:spChg>
        <pc:spChg chg="del">
          <ac:chgData name="Minh Huynh" userId="01a137d4-0d81-46e0-aca6-c9185b391828" providerId="ADAL" clId="{18447838-0BCA-432B-86F3-BB78526C143F}" dt="2026-10-12T12:31:58.360" v="702" actId="478"/>
          <ac:spMkLst>
            <pc:docMk/>
            <pc:sldMk cId="4146570137" sldId="888"/>
            <ac:spMk id="63" creationId="{85E43DC6-C32C-45A7-B8F6-9292264965F0}"/>
          </ac:spMkLst>
        </pc:spChg>
        <pc:spChg chg="del">
          <ac:chgData name="Minh Huynh" userId="01a137d4-0d81-46e0-aca6-c9185b391828" providerId="ADAL" clId="{18447838-0BCA-432B-86F3-BB78526C143F}" dt="2026-10-12T12:31:58.360" v="702" actId="478"/>
          <ac:spMkLst>
            <pc:docMk/>
            <pc:sldMk cId="4146570137" sldId="888"/>
            <ac:spMk id="64" creationId="{B08F03FF-0CCE-4BD7-A7A2-06AD2EB991D8}"/>
          </ac:spMkLst>
        </pc:spChg>
        <pc:spChg chg="del">
          <ac:chgData name="Minh Huynh" userId="01a137d4-0d81-46e0-aca6-c9185b391828" providerId="ADAL" clId="{18447838-0BCA-432B-86F3-BB78526C143F}" dt="2026-10-12T12:31:58.360" v="702" actId="478"/>
          <ac:spMkLst>
            <pc:docMk/>
            <pc:sldMk cId="4146570137" sldId="888"/>
            <ac:spMk id="65" creationId="{DD1C0551-ACE7-448B-B258-4BB3E87EF914}"/>
          </ac:spMkLst>
        </pc:spChg>
        <pc:spChg chg="del">
          <ac:chgData name="Minh Huynh" userId="01a137d4-0d81-46e0-aca6-c9185b391828" providerId="ADAL" clId="{18447838-0BCA-432B-86F3-BB78526C143F}" dt="2026-10-12T12:31:58.360" v="702" actId="478"/>
          <ac:spMkLst>
            <pc:docMk/>
            <pc:sldMk cId="4146570137" sldId="888"/>
            <ac:spMk id="66" creationId="{1B851FF8-6234-496E-958E-BE95A3F06E9B}"/>
          </ac:spMkLst>
        </pc:spChg>
        <pc:spChg chg="del">
          <ac:chgData name="Minh Huynh" userId="01a137d4-0d81-46e0-aca6-c9185b391828" providerId="ADAL" clId="{18447838-0BCA-432B-86F3-BB78526C143F}" dt="2026-10-12T12:31:58.360" v="702" actId="478"/>
          <ac:spMkLst>
            <pc:docMk/>
            <pc:sldMk cId="4146570137" sldId="888"/>
            <ac:spMk id="67" creationId="{DE1EC9FF-A4CD-4277-955E-E586340652F8}"/>
          </ac:spMkLst>
        </pc:spChg>
        <pc:spChg chg="del">
          <ac:chgData name="Minh Huynh" userId="01a137d4-0d81-46e0-aca6-c9185b391828" providerId="ADAL" clId="{18447838-0BCA-432B-86F3-BB78526C143F}" dt="2026-10-12T12:31:58.360" v="702" actId="478"/>
          <ac:spMkLst>
            <pc:docMk/>
            <pc:sldMk cId="4146570137" sldId="888"/>
            <ac:spMk id="68" creationId="{8D89AC36-0742-462D-BB9A-13541A228B69}"/>
          </ac:spMkLst>
        </pc:spChg>
        <pc:spChg chg="del">
          <ac:chgData name="Minh Huynh" userId="01a137d4-0d81-46e0-aca6-c9185b391828" providerId="ADAL" clId="{18447838-0BCA-432B-86F3-BB78526C143F}" dt="2026-10-12T12:31:58.360" v="702" actId="478"/>
          <ac:spMkLst>
            <pc:docMk/>
            <pc:sldMk cId="4146570137" sldId="888"/>
            <ac:spMk id="69" creationId="{2205AC33-9FDD-4C20-9251-8EDE93B7E154}"/>
          </ac:spMkLst>
        </pc:spChg>
        <pc:spChg chg="del">
          <ac:chgData name="Minh Huynh" userId="01a137d4-0d81-46e0-aca6-c9185b391828" providerId="ADAL" clId="{18447838-0BCA-432B-86F3-BB78526C143F}" dt="2026-10-12T12:31:58.360" v="702" actId="478"/>
          <ac:spMkLst>
            <pc:docMk/>
            <pc:sldMk cId="4146570137" sldId="888"/>
            <ac:spMk id="70" creationId="{F1E7DEA1-9F9C-43D3-821E-E4130A01C0E6}"/>
          </ac:spMkLst>
        </pc:spChg>
        <pc:spChg chg="del">
          <ac:chgData name="Minh Huynh" userId="01a137d4-0d81-46e0-aca6-c9185b391828" providerId="ADAL" clId="{18447838-0BCA-432B-86F3-BB78526C143F}" dt="2026-10-12T12:31:58.360" v="702" actId="478"/>
          <ac:spMkLst>
            <pc:docMk/>
            <pc:sldMk cId="4146570137" sldId="888"/>
            <ac:spMk id="71" creationId="{3BCDA718-6115-41E1-82DB-47DF09B9F038}"/>
          </ac:spMkLst>
        </pc:spChg>
        <pc:spChg chg="del">
          <ac:chgData name="Minh Huynh" userId="01a137d4-0d81-46e0-aca6-c9185b391828" providerId="ADAL" clId="{18447838-0BCA-432B-86F3-BB78526C143F}" dt="2026-10-12T12:31:58.360" v="702" actId="478"/>
          <ac:spMkLst>
            <pc:docMk/>
            <pc:sldMk cId="4146570137" sldId="888"/>
            <ac:spMk id="72" creationId="{AA3DA68F-6579-4209-9EDE-07E56659287D}"/>
          </ac:spMkLst>
        </pc:spChg>
        <pc:spChg chg="del">
          <ac:chgData name="Minh Huynh" userId="01a137d4-0d81-46e0-aca6-c9185b391828" providerId="ADAL" clId="{18447838-0BCA-432B-86F3-BB78526C143F}" dt="2026-10-12T12:31:58.360" v="702" actId="478"/>
          <ac:spMkLst>
            <pc:docMk/>
            <pc:sldMk cId="4146570137" sldId="888"/>
            <ac:spMk id="73" creationId="{59C30626-DD0B-42BC-8B6D-81D18D1782A8}"/>
          </ac:spMkLst>
        </pc:spChg>
        <pc:spChg chg="mod">
          <ac:chgData name="Minh Huynh" userId="01a137d4-0d81-46e0-aca6-c9185b391828" providerId="ADAL" clId="{18447838-0BCA-432B-86F3-BB78526C143F}" dt="2026-10-12T12:35:36.600" v="883" actId="20577"/>
          <ac:spMkLst>
            <pc:docMk/>
            <pc:sldMk cId="4146570137" sldId="888"/>
            <ac:spMk id="74" creationId="{0BC5EFDD-B5EE-4CD3-9813-3FC4733EEA9A}"/>
          </ac:spMkLst>
        </pc:spChg>
        <pc:spChg chg="del mod">
          <ac:chgData name="Minh Huynh" userId="01a137d4-0d81-46e0-aca6-c9185b391828" providerId="ADAL" clId="{18447838-0BCA-432B-86F3-BB78526C143F}" dt="2026-10-12T12:33:15.620" v="757" actId="478"/>
          <ac:spMkLst>
            <pc:docMk/>
            <pc:sldMk cId="4146570137" sldId="888"/>
            <ac:spMk id="99" creationId="{38D66BE2-B032-423D-8E5A-7793D9F01BD1}"/>
          </ac:spMkLst>
        </pc:spChg>
        <pc:spChg chg="del mod">
          <ac:chgData name="Minh Huynh" userId="01a137d4-0d81-46e0-aca6-c9185b391828" providerId="ADAL" clId="{18447838-0BCA-432B-86F3-BB78526C143F}" dt="2026-10-12T12:33:15.620" v="757" actId="478"/>
          <ac:spMkLst>
            <pc:docMk/>
            <pc:sldMk cId="4146570137" sldId="888"/>
            <ac:spMk id="100" creationId="{BC1669C5-5338-438F-94D0-72A4B06A72E0}"/>
          </ac:spMkLst>
        </pc:spChg>
        <pc:spChg chg="del mod">
          <ac:chgData name="Minh Huynh" userId="01a137d4-0d81-46e0-aca6-c9185b391828" providerId="ADAL" clId="{18447838-0BCA-432B-86F3-BB78526C143F}" dt="2026-10-12T12:33:15.620" v="757" actId="478"/>
          <ac:spMkLst>
            <pc:docMk/>
            <pc:sldMk cId="4146570137" sldId="888"/>
            <ac:spMk id="101" creationId="{6B7C67E0-F05D-4A18-9C0C-DE6C1DE2847D}"/>
          </ac:spMkLst>
        </pc:spChg>
        <pc:spChg chg="del mod">
          <ac:chgData name="Minh Huynh" userId="01a137d4-0d81-46e0-aca6-c9185b391828" providerId="ADAL" clId="{18447838-0BCA-432B-86F3-BB78526C143F}" dt="2026-10-12T12:33:15.620" v="757" actId="478"/>
          <ac:spMkLst>
            <pc:docMk/>
            <pc:sldMk cId="4146570137" sldId="888"/>
            <ac:spMk id="102" creationId="{5151ED00-2227-41D2-9CCD-CFE061218BB5}"/>
          </ac:spMkLst>
        </pc:spChg>
        <pc:spChg chg="del mod">
          <ac:chgData name="Minh Huynh" userId="01a137d4-0d81-46e0-aca6-c9185b391828" providerId="ADAL" clId="{18447838-0BCA-432B-86F3-BB78526C143F}" dt="2026-10-12T12:33:15.620" v="757" actId="478"/>
          <ac:spMkLst>
            <pc:docMk/>
            <pc:sldMk cId="4146570137" sldId="888"/>
            <ac:spMk id="103" creationId="{22DD0A0A-8BD5-4CF6-8EBF-4E6671DAF667}"/>
          </ac:spMkLst>
        </pc:spChg>
        <pc:spChg chg="del mod">
          <ac:chgData name="Minh Huynh" userId="01a137d4-0d81-46e0-aca6-c9185b391828" providerId="ADAL" clId="{18447838-0BCA-432B-86F3-BB78526C143F}" dt="2026-10-12T12:33:15.620" v="757" actId="478"/>
          <ac:spMkLst>
            <pc:docMk/>
            <pc:sldMk cId="4146570137" sldId="888"/>
            <ac:spMk id="104" creationId="{83A25243-8CC0-4C41-87DE-F1A64776AC2C}"/>
          </ac:spMkLst>
        </pc:spChg>
        <pc:spChg chg="del mod">
          <ac:chgData name="Minh Huynh" userId="01a137d4-0d81-46e0-aca6-c9185b391828" providerId="ADAL" clId="{18447838-0BCA-432B-86F3-BB78526C143F}" dt="2026-10-12T12:33:15.620" v="757" actId="478"/>
          <ac:spMkLst>
            <pc:docMk/>
            <pc:sldMk cId="4146570137" sldId="888"/>
            <ac:spMk id="105" creationId="{4BF439F0-FCDA-4A44-A743-D8452236F463}"/>
          </ac:spMkLst>
        </pc:spChg>
        <pc:spChg chg="del mod">
          <ac:chgData name="Minh Huynh" userId="01a137d4-0d81-46e0-aca6-c9185b391828" providerId="ADAL" clId="{18447838-0BCA-432B-86F3-BB78526C143F}" dt="2026-10-12T12:33:15.620" v="757" actId="478"/>
          <ac:spMkLst>
            <pc:docMk/>
            <pc:sldMk cId="4146570137" sldId="888"/>
            <ac:spMk id="106" creationId="{033DE228-631F-4EB2-BAEE-9908BFF59BC3}"/>
          </ac:spMkLst>
        </pc:spChg>
        <pc:spChg chg="del mod">
          <ac:chgData name="Minh Huynh" userId="01a137d4-0d81-46e0-aca6-c9185b391828" providerId="ADAL" clId="{18447838-0BCA-432B-86F3-BB78526C143F}" dt="2026-10-12T12:33:15.620" v="757" actId="478"/>
          <ac:spMkLst>
            <pc:docMk/>
            <pc:sldMk cId="4146570137" sldId="888"/>
            <ac:spMk id="107" creationId="{F82204CA-57AB-4EFD-AFA5-E12A6532FD62}"/>
          </ac:spMkLst>
        </pc:spChg>
        <pc:spChg chg="del mod">
          <ac:chgData name="Minh Huynh" userId="01a137d4-0d81-46e0-aca6-c9185b391828" providerId="ADAL" clId="{18447838-0BCA-432B-86F3-BB78526C143F}" dt="2026-10-12T12:33:15.620" v="757" actId="478"/>
          <ac:spMkLst>
            <pc:docMk/>
            <pc:sldMk cId="4146570137" sldId="888"/>
            <ac:spMk id="108" creationId="{6ACCC2CA-442D-4B1A-8D4F-239E1EAD97E9}"/>
          </ac:spMkLst>
        </pc:spChg>
        <pc:spChg chg="del mod">
          <ac:chgData name="Minh Huynh" userId="01a137d4-0d81-46e0-aca6-c9185b391828" providerId="ADAL" clId="{18447838-0BCA-432B-86F3-BB78526C143F}" dt="2026-10-12T12:33:15.620" v="757" actId="478"/>
          <ac:spMkLst>
            <pc:docMk/>
            <pc:sldMk cId="4146570137" sldId="888"/>
            <ac:spMk id="109" creationId="{F26EB435-DC35-4099-8CCD-FA57AD0092BC}"/>
          </ac:spMkLst>
        </pc:spChg>
        <pc:spChg chg="del mod">
          <ac:chgData name="Minh Huynh" userId="01a137d4-0d81-46e0-aca6-c9185b391828" providerId="ADAL" clId="{18447838-0BCA-432B-86F3-BB78526C143F}" dt="2026-10-12T12:33:15.620" v="757" actId="478"/>
          <ac:spMkLst>
            <pc:docMk/>
            <pc:sldMk cId="4146570137" sldId="888"/>
            <ac:spMk id="110" creationId="{58E8E706-B3E6-40E1-A9A1-B604EEE73802}"/>
          </ac:spMkLst>
        </pc:spChg>
        <pc:spChg chg="del mod">
          <ac:chgData name="Minh Huynh" userId="01a137d4-0d81-46e0-aca6-c9185b391828" providerId="ADAL" clId="{18447838-0BCA-432B-86F3-BB78526C143F}" dt="2026-10-12T12:33:15.620" v="757" actId="478"/>
          <ac:spMkLst>
            <pc:docMk/>
            <pc:sldMk cId="4146570137" sldId="888"/>
            <ac:spMk id="111" creationId="{DE4AD348-4D66-4810-B215-66E34914740C}"/>
          </ac:spMkLst>
        </pc:spChg>
        <pc:spChg chg="del mod">
          <ac:chgData name="Minh Huynh" userId="01a137d4-0d81-46e0-aca6-c9185b391828" providerId="ADAL" clId="{18447838-0BCA-432B-86F3-BB78526C143F}" dt="2026-10-12T12:33:15.620" v="757" actId="478"/>
          <ac:spMkLst>
            <pc:docMk/>
            <pc:sldMk cId="4146570137" sldId="888"/>
            <ac:spMk id="112" creationId="{E7438738-F08D-44D0-97D7-7888CDB9CDA2}"/>
          </ac:spMkLst>
        </pc:spChg>
        <pc:spChg chg="del mod">
          <ac:chgData name="Minh Huynh" userId="01a137d4-0d81-46e0-aca6-c9185b391828" providerId="ADAL" clId="{18447838-0BCA-432B-86F3-BB78526C143F}" dt="2026-10-12T12:33:15.620" v="757" actId="478"/>
          <ac:spMkLst>
            <pc:docMk/>
            <pc:sldMk cId="4146570137" sldId="888"/>
            <ac:spMk id="113" creationId="{2C733F58-7675-4A72-A946-CC50CA827010}"/>
          </ac:spMkLst>
        </pc:spChg>
        <pc:spChg chg="del mod">
          <ac:chgData name="Minh Huynh" userId="01a137d4-0d81-46e0-aca6-c9185b391828" providerId="ADAL" clId="{18447838-0BCA-432B-86F3-BB78526C143F}" dt="2026-10-12T12:33:15.620" v="757" actId="478"/>
          <ac:spMkLst>
            <pc:docMk/>
            <pc:sldMk cId="4146570137" sldId="888"/>
            <ac:spMk id="114" creationId="{032B2CFA-8C79-4B49-9512-F40B87F12606}"/>
          </ac:spMkLst>
        </pc:spChg>
        <pc:spChg chg="del mod">
          <ac:chgData name="Minh Huynh" userId="01a137d4-0d81-46e0-aca6-c9185b391828" providerId="ADAL" clId="{18447838-0BCA-432B-86F3-BB78526C143F}" dt="2026-10-12T12:33:15.620" v="757" actId="478"/>
          <ac:spMkLst>
            <pc:docMk/>
            <pc:sldMk cId="4146570137" sldId="888"/>
            <ac:spMk id="115" creationId="{B7F732A4-4A95-4A3B-B360-E84E889F3B18}"/>
          </ac:spMkLst>
        </pc:spChg>
        <pc:spChg chg="del mod">
          <ac:chgData name="Minh Huynh" userId="01a137d4-0d81-46e0-aca6-c9185b391828" providerId="ADAL" clId="{18447838-0BCA-432B-86F3-BB78526C143F}" dt="2026-10-12T12:33:15.620" v="757" actId="478"/>
          <ac:spMkLst>
            <pc:docMk/>
            <pc:sldMk cId="4146570137" sldId="888"/>
            <ac:spMk id="116" creationId="{C5EACBAE-D0C2-4166-B6BD-483BC6B772DD}"/>
          </ac:spMkLst>
        </pc:spChg>
        <pc:spChg chg="del mod">
          <ac:chgData name="Minh Huynh" userId="01a137d4-0d81-46e0-aca6-c9185b391828" providerId="ADAL" clId="{18447838-0BCA-432B-86F3-BB78526C143F}" dt="2026-10-12T12:33:15.620" v="757" actId="478"/>
          <ac:spMkLst>
            <pc:docMk/>
            <pc:sldMk cId="4146570137" sldId="888"/>
            <ac:spMk id="117" creationId="{48CF51E7-1FFA-47E7-A1A3-DC622DF36871}"/>
          </ac:spMkLst>
        </pc:spChg>
        <pc:spChg chg="del mod">
          <ac:chgData name="Minh Huynh" userId="01a137d4-0d81-46e0-aca6-c9185b391828" providerId="ADAL" clId="{18447838-0BCA-432B-86F3-BB78526C143F}" dt="2026-10-12T12:33:15.620" v="757" actId="478"/>
          <ac:spMkLst>
            <pc:docMk/>
            <pc:sldMk cId="4146570137" sldId="888"/>
            <ac:spMk id="118" creationId="{1F9947CB-B088-4D3A-B2AB-46309A4589E5}"/>
          </ac:spMkLst>
        </pc:spChg>
        <pc:spChg chg="del mod">
          <ac:chgData name="Minh Huynh" userId="01a137d4-0d81-46e0-aca6-c9185b391828" providerId="ADAL" clId="{18447838-0BCA-432B-86F3-BB78526C143F}" dt="2026-10-12T12:33:15.620" v="757" actId="478"/>
          <ac:spMkLst>
            <pc:docMk/>
            <pc:sldMk cId="4146570137" sldId="888"/>
            <ac:spMk id="119" creationId="{38661948-E5E5-400F-9F44-9DBAA999AA58}"/>
          </ac:spMkLst>
        </pc:spChg>
        <pc:spChg chg="del mod">
          <ac:chgData name="Minh Huynh" userId="01a137d4-0d81-46e0-aca6-c9185b391828" providerId="ADAL" clId="{18447838-0BCA-432B-86F3-BB78526C143F}" dt="2026-10-12T12:33:15.620" v="757" actId="478"/>
          <ac:spMkLst>
            <pc:docMk/>
            <pc:sldMk cId="4146570137" sldId="888"/>
            <ac:spMk id="120" creationId="{6B5BF711-EF03-47CD-9440-418FB6297EEE}"/>
          </ac:spMkLst>
        </pc:spChg>
        <pc:spChg chg="del mod">
          <ac:chgData name="Minh Huynh" userId="01a137d4-0d81-46e0-aca6-c9185b391828" providerId="ADAL" clId="{18447838-0BCA-432B-86F3-BB78526C143F}" dt="2026-10-12T12:33:15.620" v="757" actId="478"/>
          <ac:spMkLst>
            <pc:docMk/>
            <pc:sldMk cId="4146570137" sldId="888"/>
            <ac:spMk id="121" creationId="{EFB46D79-A8B8-484B-A970-A521A28B562C}"/>
          </ac:spMkLst>
        </pc:spChg>
        <pc:spChg chg="del mod">
          <ac:chgData name="Minh Huynh" userId="01a137d4-0d81-46e0-aca6-c9185b391828" providerId="ADAL" clId="{18447838-0BCA-432B-86F3-BB78526C143F}" dt="2026-10-12T12:33:15.620" v="757" actId="478"/>
          <ac:spMkLst>
            <pc:docMk/>
            <pc:sldMk cId="4146570137" sldId="888"/>
            <ac:spMk id="122" creationId="{83B65CCC-7C48-4666-A702-C2D9962B5735}"/>
          </ac:spMkLst>
        </pc:spChg>
        <pc:spChg chg="del mod">
          <ac:chgData name="Minh Huynh" userId="01a137d4-0d81-46e0-aca6-c9185b391828" providerId="ADAL" clId="{18447838-0BCA-432B-86F3-BB78526C143F}" dt="2026-10-12T12:33:15.620" v="757" actId="478"/>
          <ac:spMkLst>
            <pc:docMk/>
            <pc:sldMk cId="4146570137" sldId="888"/>
            <ac:spMk id="123" creationId="{72B7398F-4B1F-40E6-8453-26FBD6C76CCA}"/>
          </ac:spMkLst>
        </pc:spChg>
        <pc:spChg chg="del mod">
          <ac:chgData name="Minh Huynh" userId="01a137d4-0d81-46e0-aca6-c9185b391828" providerId="ADAL" clId="{18447838-0BCA-432B-86F3-BB78526C143F}" dt="2026-10-12T12:33:15.620" v="757" actId="478"/>
          <ac:spMkLst>
            <pc:docMk/>
            <pc:sldMk cId="4146570137" sldId="888"/>
            <ac:spMk id="124" creationId="{6B77B450-E2C8-4EFC-BF91-CF8568A960D5}"/>
          </ac:spMkLst>
        </pc:spChg>
        <pc:spChg chg="del mod">
          <ac:chgData name="Minh Huynh" userId="01a137d4-0d81-46e0-aca6-c9185b391828" providerId="ADAL" clId="{18447838-0BCA-432B-86F3-BB78526C143F}" dt="2026-10-12T12:33:15.620" v="757" actId="478"/>
          <ac:spMkLst>
            <pc:docMk/>
            <pc:sldMk cId="4146570137" sldId="888"/>
            <ac:spMk id="125" creationId="{3B114BFC-B0CF-46D1-A39C-63028832C432}"/>
          </ac:spMkLst>
        </pc:spChg>
        <pc:grpChg chg="del">
          <ac:chgData name="Minh Huynh" userId="01a137d4-0d81-46e0-aca6-c9185b391828" providerId="ADAL" clId="{18447838-0BCA-432B-86F3-BB78526C143F}" dt="2026-10-12T12:31:58.360" v="702" actId="478"/>
          <ac:grpSpMkLst>
            <pc:docMk/>
            <pc:sldMk cId="4146570137" sldId="888"/>
            <ac:grpSpMk id="11" creationId="{5B920099-B518-4D2E-82E0-343DE121F2BB}"/>
          </ac:grpSpMkLst>
        </pc:grpChg>
        <pc:grpChg chg="del">
          <ac:chgData name="Minh Huynh" userId="01a137d4-0d81-46e0-aca6-c9185b391828" providerId="ADAL" clId="{18447838-0BCA-432B-86F3-BB78526C143F}" dt="2026-10-12T12:31:58.360" v="702" actId="478"/>
          <ac:grpSpMkLst>
            <pc:docMk/>
            <pc:sldMk cId="4146570137" sldId="888"/>
            <ac:grpSpMk id="21" creationId="{E32746D7-EBE4-4027-A1F0-9FA7C95395C3}"/>
          </ac:grpSpMkLst>
        </pc:grpChg>
        <pc:grpChg chg="del">
          <ac:chgData name="Minh Huynh" userId="01a137d4-0d81-46e0-aca6-c9185b391828" providerId="ADAL" clId="{18447838-0BCA-432B-86F3-BB78526C143F}" dt="2026-10-12T12:31:58.360" v="702" actId="478"/>
          <ac:grpSpMkLst>
            <pc:docMk/>
            <pc:sldMk cId="4146570137" sldId="888"/>
            <ac:grpSpMk id="24" creationId="{AE50BED5-117F-4004-8FA4-DFF30C46E086}"/>
          </ac:grpSpMkLst>
        </pc:grpChg>
        <pc:grpChg chg="del">
          <ac:chgData name="Minh Huynh" userId="01a137d4-0d81-46e0-aca6-c9185b391828" providerId="ADAL" clId="{18447838-0BCA-432B-86F3-BB78526C143F}" dt="2026-10-12T12:31:58.360" v="702" actId="478"/>
          <ac:grpSpMkLst>
            <pc:docMk/>
            <pc:sldMk cId="4146570137" sldId="888"/>
            <ac:grpSpMk id="27" creationId="{759EA27F-95C7-4804-AFD4-5719CB73F124}"/>
          </ac:grpSpMkLst>
        </pc:grpChg>
        <pc:grpChg chg="del">
          <ac:chgData name="Minh Huynh" userId="01a137d4-0d81-46e0-aca6-c9185b391828" providerId="ADAL" clId="{18447838-0BCA-432B-86F3-BB78526C143F}" dt="2026-10-12T12:31:58.360" v="702" actId="478"/>
          <ac:grpSpMkLst>
            <pc:docMk/>
            <pc:sldMk cId="4146570137" sldId="888"/>
            <ac:grpSpMk id="30" creationId="{47402669-A510-48D5-B430-FB374E0176A9}"/>
          </ac:grpSpMkLst>
        </pc:grpChg>
        <pc:grpChg chg="del">
          <ac:chgData name="Minh Huynh" userId="01a137d4-0d81-46e0-aca6-c9185b391828" providerId="ADAL" clId="{18447838-0BCA-432B-86F3-BB78526C143F}" dt="2026-10-12T12:31:58.360" v="702" actId="478"/>
          <ac:grpSpMkLst>
            <pc:docMk/>
            <pc:sldMk cId="4146570137" sldId="888"/>
            <ac:grpSpMk id="33" creationId="{4289E4EA-4973-49E4-85D7-336AD5D53DE7}"/>
          </ac:grpSpMkLst>
        </pc:grpChg>
        <pc:grpChg chg="del">
          <ac:chgData name="Minh Huynh" userId="01a137d4-0d81-46e0-aca6-c9185b391828" providerId="ADAL" clId="{18447838-0BCA-432B-86F3-BB78526C143F}" dt="2026-10-12T12:31:58.360" v="702" actId="478"/>
          <ac:grpSpMkLst>
            <pc:docMk/>
            <pc:sldMk cId="4146570137" sldId="888"/>
            <ac:grpSpMk id="36" creationId="{EF2B91C8-07CB-4470-ACA1-DB1139D2851A}"/>
          </ac:grpSpMkLst>
        </pc:grpChg>
        <pc:grpChg chg="del">
          <ac:chgData name="Minh Huynh" userId="01a137d4-0d81-46e0-aca6-c9185b391828" providerId="ADAL" clId="{18447838-0BCA-432B-86F3-BB78526C143F}" dt="2026-10-12T12:31:58.360" v="702" actId="478"/>
          <ac:grpSpMkLst>
            <pc:docMk/>
            <pc:sldMk cId="4146570137" sldId="888"/>
            <ac:grpSpMk id="39" creationId="{C27BFCA6-6D08-4B06-AC70-0E9D35442B6C}"/>
          </ac:grpSpMkLst>
        </pc:grpChg>
        <pc:graphicFrameChg chg="add mod">
          <ac:chgData name="Minh Huynh" userId="01a137d4-0d81-46e0-aca6-c9185b391828" providerId="ADAL" clId="{18447838-0BCA-432B-86F3-BB78526C143F}" dt="2026-10-12T12:33:27.876" v="759" actId="1076"/>
          <ac:graphicFrameMkLst>
            <pc:docMk/>
            <pc:sldMk cId="4146570137" sldId="888"/>
            <ac:graphicFrameMk id="98" creationId="{94312D7D-D010-4FF1-90CB-F360B04462A7}"/>
          </ac:graphicFrameMkLst>
        </pc:graphicFrameChg>
      </pc:sldChg>
      <pc:sldChg chg="addSp delSp modSp add mod ord">
        <pc:chgData name="Minh Huynh" userId="01a137d4-0d81-46e0-aca6-c9185b391828" providerId="ADAL" clId="{18447838-0BCA-432B-86F3-BB78526C143F}" dt="2026-10-12T12:36:53.140" v="888"/>
        <pc:sldMkLst>
          <pc:docMk/>
          <pc:sldMk cId="107197115" sldId="889"/>
        </pc:sldMkLst>
        <pc:spChg chg="add mod">
          <ac:chgData name="Minh Huynh" userId="01a137d4-0d81-46e0-aca6-c9185b391828" providerId="ADAL" clId="{18447838-0BCA-432B-86F3-BB78526C143F}" dt="2026-10-12T12:36:10.511" v="886"/>
          <ac:spMkLst>
            <pc:docMk/>
            <pc:sldMk cId="107197115" sldId="889"/>
            <ac:spMk id="6" creationId="{65910D22-2C89-42CE-A60C-7F0FD45C3083}"/>
          </ac:spMkLst>
        </pc:spChg>
        <pc:spChg chg="add mod">
          <ac:chgData name="Minh Huynh" userId="01a137d4-0d81-46e0-aca6-c9185b391828" providerId="ADAL" clId="{18447838-0BCA-432B-86F3-BB78526C143F}" dt="2026-10-12T12:36:10.511" v="886"/>
          <ac:spMkLst>
            <pc:docMk/>
            <pc:sldMk cId="107197115" sldId="889"/>
            <ac:spMk id="7" creationId="{CB8711DD-83AA-4BB4-B3B8-B1A7DDBA3A72}"/>
          </ac:spMkLst>
        </pc:spChg>
        <pc:spChg chg="add mod">
          <ac:chgData name="Minh Huynh" userId="01a137d4-0d81-46e0-aca6-c9185b391828" providerId="ADAL" clId="{18447838-0BCA-432B-86F3-BB78526C143F}" dt="2026-10-12T12:36:10.511" v="886"/>
          <ac:spMkLst>
            <pc:docMk/>
            <pc:sldMk cId="107197115" sldId="889"/>
            <ac:spMk id="8" creationId="{1B82BEA6-FA17-4F89-80E5-E50DB0735065}"/>
          </ac:spMkLst>
        </pc:spChg>
        <pc:spChg chg="del">
          <ac:chgData name="Minh Huynh" userId="01a137d4-0d81-46e0-aca6-c9185b391828" providerId="ADAL" clId="{18447838-0BCA-432B-86F3-BB78526C143F}" dt="2026-10-12T12:36:09.625" v="885" actId="478"/>
          <ac:spMkLst>
            <pc:docMk/>
            <pc:sldMk cId="107197115" sldId="889"/>
            <ac:spMk id="74" creationId="{0BC5EFDD-B5EE-4CD3-9813-3FC4733EEA9A}"/>
          </ac:spMkLst>
        </pc:spChg>
        <pc:graphicFrameChg chg="add mod">
          <ac:chgData name="Minh Huynh" userId="01a137d4-0d81-46e0-aca6-c9185b391828" providerId="ADAL" clId="{18447838-0BCA-432B-86F3-BB78526C143F}" dt="2026-10-12T12:36:10.511" v="886"/>
          <ac:graphicFrameMkLst>
            <pc:docMk/>
            <pc:sldMk cId="107197115" sldId="889"/>
            <ac:graphicFrameMk id="5" creationId="{BBB069A5-ACF0-4965-AF70-F611F20FF7B5}"/>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7" creationId="{A8C4CECC-68BC-4BA2-9812-948290ED46C0}"/>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8" creationId="{BFBA79DF-096B-4F11-8F70-8F0952B1FD41}"/>
          </ac:graphicFrameMkLst>
        </pc:graphicFrameChg>
        <pc:graphicFrameChg chg="add mod">
          <ac:chgData name="Minh Huynh" userId="01a137d4-0d81-46e0-aca6-c9185b391828" providerId="ADAL" clId="{18447838-0BCA-432B-86F3-BB78526C143F}" dt="2026-10-12T12:36:10.511" v="886"/>
          <ac:graphicFrameMkLst>
            <pc:docMk/>
            <pc:sldMk cId="107197115" sldId="889"/>
            <ac:graphicFrameMk id="19" creationId="{38C4B4A5-4607-4D1D-A1B6-CD323DB1F8D9}"/>
          </ac:graphicFrameMkLst>
        </pc:graphicFrameChg>
        <pc:graphicFrameChg chg="del">
          <ac:chgData name="Minh Huynh" userId="01a137d4-0d81-46e0-aca6-c9185b391828" providerId="ADAL" clId="{18447838-0BCA-432B-86F3-BB78526C143F}" dt="2026-10-12T12:36:09.625" v="885" actId="478"/>
          <ac:graphicFrameMkLst>
            <pc:docMk/>
            <pc:sldMk cId="107197115" sldId="889"/>
            <ac:graphicFrameMk id="98" creationId="{94312D7D-D010-4FF1-90CB-F360B04462A7}"/>
          </ac:graphicFrameMkLst>
        </pc:graphicFrameChg>
        <pc:cxnChg chg="add mod">
          <ac:chgData name="Minh Huynh" userId="01a137d4-0d81-46e0-aca6-c9185b391828" providerId="ADAL" clId="{18447838-0BCA-432B-86F3-BB78526C143F}" dt="2026-10-12T12:36:10.511" v="886"/>
          <ac:cxnSpMkLst>
            <pc:docMk/>
            <pc:sldMk cId="107197115" sldId="889"/>
            <ac:cxnSpMk id="9" creationId="{A0C71261-D018-4271-B222-C0B7AAD31E49}"/>
          </ac:cxnSpMkLst>
        </pc:cxnChg>
        <pc:cxnChg chg="add mod">
          <ac:chgData name="Minh Huynh" userId="01a137d4-0d81-46e0-aca6-c9185b391828" providerId="ADAL" clId="{18447838-0BCA-432B-86F3-BB78526C143F}" dt="2026-10-12T12:36:10.511" v="886"/>
          <ac:cxnSpMkLst>
            <pc:docMk/>
            <pc:sldMk cId="107197115" sldId="889"/>
            <ac:cxnSpMk id="10" creationId="{F1B4816A-515F-4A92-B8B6-8DF3C0EAC05B}"/>
          </ac:cxnSpMkLst>
        </pc:cxnChg>
        <pc:cxnChg chg="add mod">
          <ac:chgData name="Minh Huynh" userId="01a137d4-0d81-46e0-aca6-c9185b391828" providerId="ADAL" clId="{18447838-0BCA-432B-86F3-BB78526C143F}" dt="2026-10-12T12:36:10.511" v="886"/>
          <ac:cxnSpMkLst>
            <pc:docMk/>
            <pc:sldMk cId="107197115" sldId="889"/>
            <ac:cxnSpMk id="11" creationId="{A16240CF-C005-4CAC-B012-5699C81A0F11}"/>
          </ac:cxnSpMkLst>
        </pc:cxnChg>
        <pc:cxnChg chg="add mod">
          <ac:chgData name="Minh Huynh" userId="01a137d4-0d81-46e0-aca6-c9185b391828" providerId="ADAL" clId="{18447838-0BCA-432B-86F3-BB78526C143F}" dt="2026-10-12T12:36:10.511" v="886"/>
          <ac:cxnSpMkLst>
            <pc:docMk/>
            <pc:sldMk cId="107197115" sldId="889"/>
            <ac:cxnSpMk id="12" creationId="{A5CCD889-2803-40B3-B16C-28678BDA22A9}"/>
          </ac:cxnSpMkLst>
        </pc:cxnChg>
        <pc:cxnChg chg="add mod">
          <ac:chgData name="Minh Huynh" userId="01a137d4-0d81-46e0-aca6-c9185b391828" providerId="ADAL" clId="{18447838-0BCA-432B-86F3-BB78526C143F}" dt="2026-10-12T12:36:10.511" v="886"/>
          <ac:cxnSpMkLst>
            <pc:docMk/>
            <pc:sldMk cId="107197115" sldId="889"/>
            <ac:cxnSpMk id="13" creationId="{3DB4C369-B29D-40B0-9E43-222F7741336D}"/>
          </ac:cxnSpMkLst>
        </pc:cxnChg>
        <pc:cxnChg chg="add mod">
          <ac:chgData name="Minh Huynh" userId="01a137d4-0d81-46e0-aca6-c9185b391828" providerId="ADAL" clId="{18447838-0BCA-432B-86F3-BB78526C143F}" dt="2026-10-12T12:36:10.511" v="886"/>
          <ac:cxnSpMkLst>
            <pc:docMk/>
            <pc:sldMk cId="107197115" sldId="889"/>
            <ac:cxnSpMk id="14" creationId="{0E7B4DF0-F8F6-4FEB-A991-56F7E9C2ED4A}"/>
          </ac:cxnSpMkLst>
        </pc:cxnChg>
        <pc:cxnChg chg="add mod">
          <ac:chgData name="Minh Huynh" userId="01a137d4-0d81-46e0-aca6-c9185b391828" providerId="ADAL" clId="{18447838-0BCA-432B-86F3-BB78526C143F}" dt="2026-10-12T12:36:10.511" v="886"/>
          <ac:cxnSpMkLst>
            <pc:docMk/>
            <pc:sldMk cId="107197115" sldId="889"/>
            <ac:cxnSpMk id="15" creationId="{B22B7EF9-D848-46F3-9786-F9A097582C89}"/>
          </ac:cxnSpMkLst>
        </pc:cxnChg>
        <pc:cxnChg chg="add mod">
          <ac:chgData name="Minh Huynh" userId="01a137d4-0d81-46e0-aca6-c9185b391828" providerId="ADAL" clId="{18447838-0BCA-432B-86F3-BB78526C143F}" dt="2026-10-12T12:36:10.511" v="886"/>
          <ac:cxnSpMkLst>
            <pc:docMk/>
            <pc:sldMk cId="107197115" sldId="889"/>
            <ac:cxnSpMk id="16" creationId="{66CFCE95-C625-4677-9484-51210E3BA921}"/>
          </ac:cxnSpMkLst>
        </pc:cxnChg>
      </pc:sldChg>
      <pc:sldChg chg="del">
        <pc:chgData name="Minh Huynh" userId="01a137d4-0d81-46e0-aca6-c9185b391828" providerId="ADAL" clId="{18447838-0BCA-432B-86F3-BB78526C143F}" dt="2026-10-12T12:12:45.996" v="0" actId="47"/>
        <pc:sldMkLst>
          <pc:docMk/>
          <pc:sldMk cId="169452200" sldId="889"/>
        </pc:sldMkLst>
      </pc:sldChg>
      <pc:sldChg chg="addSp delSp modSp add mod">
        <pc:chgData name="Minh Huynh" userId="01a137d4-0d81-46e0-aca6-c9185b391828" providerId="ADAL" clId="{18447838-0BCA-432B-86F3-BB78526C143F}" dt="2026-10-12T12:38:18.336" v="922" actId="20577"/>
        <pc:sldMkLst>
          <pc:docMk/>
          <pc:sldMk cId="509385675" sldId="890"/>
        </pc:sldMkLst>
        <pc:spChg chg="mod">
          <ac:chgData name="Minh Huynh" userId="01a137d4-0d81-46e0-aca6-c9185b391828" providerId="ADAL" clId="{18447838-0BCA-432B-86F3-BB78526C143F}" dt="2026-10-12T12:38:18.336" v="922" actId="20577"/>
          <ac:spMkLst>
            <pc:docMk/>
            <pc:sldMk cId="509385675" sldId="890"/>
            <ac:spMk id="4" creationId="{7BC73E8E-0D58-4B4B-A5C4-A8AE38997407}"/>
          </ac:spMkLst>
        </pc:spChg>
        <pc:spChg chg="add mod">
          <ac:chgData name="Minh Huynh" userId="01a137d4-0d81-46e0-aca6-c9185b391828" providerId="ADAL" clId="{18447838-0BCA-432B-86F3-BB78526C143F}" dt="2026-10-12T12:38:04.869" v="910" actId="1076"/>
          <ac:spMkLst>
            <pc:docMk/>
            <pc:sldMk cId="509385675" sldId="890"/>
            <ac:spMk id="6" creationId="{4FE199F4-FEF9-41A5-8FF7-FB19FE8C350F}"/>
          </ac:spMkLst>
        </pc:spChg>
        <pc:spChg chg="add mod">
          <ac:chgData name="Minh Huynh" userId="01a137d4-0d81-46e0-aca6-c9185b391828" providerId="ADAL" clId="{18447838-0BCA-432B-86F3-BB78526C143F}" dt="2026-10-12T12:38:04.869" v="910" actId="1076"/>
          <ac:spMkLst>
            <pc:docMk/>
            <pc:sldMk cId="509385675" sldId="890"/>
            <ac:spMk id="12" creationId="{24940E65-8988-4BE3-B66F-29CF6AB52464}"/>
          </ac:spMkLst>
        </pc:spChg>
        <pc:spChg chg="add mod">
          <ac:chgData name="Minh Huynh" userId="01a137d4-0d81-46e0-aca6-c9185b391828" providerId="ADAL" clId="{18447838-0BCA-432B-86F3-BB78526C143F}" dt="2026-10-12T12:38:13.313" v="911" actId="1076"/>
          <ac:spMkLst>
            <pc:docMk/>
            <pc:sldMk cId="509385675" sldId="890"/>
            <ac:spMk id="13" creationId="{C55376DA-895F-4D75-82B6-942AF4819628}"/>
          </ac:spMkLst>
        </pc:spChg>
        <pc:spChg chg="add mod">
          <ac:chgData name="Minh Huynh" userId="01a137d4-0d81-46e0-aca6-c9185b391828" providerId="ADAL" clId="{18447838-0BCA-432B-86F3-BB78526C143F}" dt="2026-10-12T12:38:13.313" v="911" actId="1076"/>
          <ac:spMkLst>
            <pc:docMk/>
            <pc:sldMk cId="509385675" sldId="890"/>
            <ac:spMk id="14" creationId="{2DF5F45A-1733-4716-86D1-926AC29832BF}"/>
          </ac:spMkLst>
        </pc:spChg>
        <pc:spChg chg="add mod">
          <ac:chgData name="Minh Huynh" userId="01a137d4-0d81-46e0-aca6-c9185b391828" providerId="ADAL" clId="{18447838-0BCA-432B-86F3-BB78526C143F}" dt="2026-10-12T12:38:13.313" v="911" actId="1076"/>
          <ac:spMkLst>
            <pc:docMk/>
            <pc:sldMk cId="509385675" sldId="890"/>
            <ac:spMk id="15" creationId="{0874FF02-357C-44CE-A016-A9D5140A890D}"/>
          </ac:spMkLst>
        </pc:spChg>
        <pc:spChg chg="add mod">
          <ac:chgData name="Minh Huynh" userId="01a137d4-0d81-46e0-aca6-c9185b391828" providerId="ADAL" clId="{18447838-0BCA-432B-86F3-BB78526C143F}" dt="2026-10-12T12:38:04.869" v="910" actId="1076"/>
          <ac:spMkLst>
            <pc:docMk/>
            <pc:sldMk cId="509385675" sldId="890"/>
            <ac:spMk id="16" creationId="{30AAF2F9-545B-4883-9CFB-8B23AF75FA04}"/>
          </ac:spMkLst>
        </pc:spChg>
        <pc:spChg chg="add mod">
          <ac:chgData name="Minh Huynh" userId="01a137d4-0d81-46e0-aca6-c9185b391828" providerId="ADAL" clId="{18447838-0BCA-432B-86F3-BB78526C143F}" dt="2026-10-12T12:38:13.313" v="911" actId="1076"/>
          <ac:spMkLst>
            <pc:docMk/>
            <pc:sldMk cId="509385675" sldId="890"/>
            <ac:spMk id="17" creationId="{F4250221-E392-45E7-9033-4ABED595E0C7}"/>
          </ac:spMkLst>
        </pc:spChg>
        <pc:spChg chg="mod">
          <ac:chgData name="Minh Huynh" userId="01a137d4-0d81-46e0-aca6-c9185b391828" providerId="ADAL" clId="{18447838-0BCA-432B-86F3-BB78526C143F}" dt="2026-10-12T12:37:49.140" v="908" actId="14100"/>
          <ac:spMkLst>
            <pc:docMk/>
            <pc:sldMk cId="509385675" sldId="890"/>
            <ac:spMk id="74" creationId="{0BC5EFDD-B5EE-4CD3-9813-3FC4733EEA9A}"/>
          </ac:spMkLst>
        </pc:spChg>
        <pc:graphicFrameChg chg="add mod">
          <ac:chgData name="Minh Huynh" userId="01a137d4-0d81-46e0-aca6-c9185b391828" providerId="ADAL" clId="{18447838-0BCA-432B-86F3-BB78526C143F}" dt="2026-10-12T12:38:04.869" v="910" actId="1076"/>
          <ac:graphicFrameMkLst>
            <pc:docMk/>
            <pc:sldMk cId="509385675" sldId="890"/>
            <ac:graphicFrameMk id="5" creationId="{21E8F286-D775-45F8-87C2-C450E9168DE0}"/>
          </ac:graphicFrameMkLst>
        </pc:graphicFrameChg>
        <pc:graphicFrameChg chg="add mod">
          <ac:chgData name="Minh Huynh" userId="01a137d4-0d81-46e0-aca6-c9185b391828" providerId="ADAL" clId="{18447838-0BCA-432B-86F3-BB78526C143F}" dt="2026-10-12T12:38:04.869" v="910" actId="1076"/>
          <ac:graphicFrameMkLst>
            <pc:docMk/>
            <pc:sldMk cId="509385675" sldId="890"/>
            <ac:graphicFrameMk id="10" creationId="{21B46A32-F377-46E7-AF7A-68DFB804A5F7}"/>
          </ac:graphicFrameMkLst>
        </pc:graphicFrameChg>
        <pc:graphicFrameChg chg="del">
          <ac:chgData name="Minh Huynh" userId="01a137d4-0d81-46e0-aca6-c9185b391828" providerId="ADAL" clId="{18447838-0BCA-432B-86F3-BB78526C143F}" dt="2026-10-12T12:37:43.578" v="904" actId="478"/>
          <ac:graphicFrameMkLst>
            <pc:docMk/>
            <pc:sldMk cId="509385675" sldId="890"/>
            <ac:graphicFrameMk id="98" creationId="{94312D7D-D010-4FF1-90CB-F360B04462A7}"/>
          </ac:graphicFrameMkLst>
        </pc:graphicFrameChg>
        <pc:cxnChg chg="add mod">
          <ac:chgData name="Minh Huynh" userId="01a137d4-0d81-46e0-aca6-c9185b391828" providerId="ADAL" clId="{18447838-0BCA-432B-86F3-BB78526C143F}" dt="2026-10-12T12:38:04.869" v="910" actId="1076"/>
          <ac:cxnSpMkLst>
            <pc:docMk/>
            <pc:sldMk cId="509385675" sldId="890"/>
            <ac:cxnSpMk id="7" creationId="{9A0EEA19-5289-4CF8-BB6D-C8E625F4CE3D}"/>
          </ac:cxnSpMkLst>
        </pc:cxnChg>
        <pc:cxnChg chg="add mod">
          <ac:chgData name="Minh Huynh" userId="01a137d4-0d81-46e0-aca6-c9185b391828" providerId="ADAL" clId="{18447838-0BCA-432B-86F3-BB78526C143F}" dt="2026-10-12T12:38:04.869" v="910" actId="1076"/>
          <ac:cxnSpMkLst>
            <pc:docMk/>
            <pc:sldMk cId="509385675" sldId="890"/>
            <ac:cxnSpMk id="8" creationId="{8721EE67-58D9-4F23-A987-8F7D229BCB44}"/>
          </ac:cxnSpMkLst>
        </pc:cxnChg>
        <pc:cxnChg chg="add mod">
          <ac:chgData name="Minh Huynh" userId="01a137d4-0d81-46e0-aca6-c9185b391828" providerId="ADAL" clId="{18447838-0BCA-432B-86F3-BB78526C143F}" dt="2026-10-12T12:38:04.869" v="910" actId="1076"/>
          <ac:cxnSpMkLst>
            <pc:docMk/>
            <pc:sldMk cId="509385675" sldId="890"/>
            <ac:cxnSpMk id="9" creationId="{FE8ED89C-F192-46D6-AEC6-B2B93EEB5AF3}"/>
          </ac:cxnSpMkLst>
        </pc:cxnChg>
        <pc:cxnChg chg="add mod">
          <ac:chgData name="Minh Huynh" userId="01a137d4-0d81-46e0-aca6-c9185b391828" providerId="ADAL" clId="{18447838-0BCA-432B-86F3-BB78526C143F}" dt="2026-10-12T12:38:04.869" v="910" actId="1076"/>
          <ac:cxnSpMkLst>
            <pc:docMk/>
            <pc:sldMk cId="509385675" sldId="890"/>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2838108833" sldId="890"/>
        </pc:sldMkLst>
      </pc:sldChg>
      <pc:sldChg chg="addSp delSp modSp add mod">
        <pc:chgData name="Minh Huynh" userId="01a137d4-0d81-46e0-aca6-c9185b391828" providerId="ADAL" clId="{18447838-0BCA-432B-86F3-BB78526C143F}" dt="2026-10-12T12:38:53.129" v="927"/>
        <pc:sldMkLst>
          <pc:docMk/>
          <pc:sldMk cId="2820829822" sldId="891"/>
        </pc:sldMkLst>
        <pc:spChg chg="mod">
          <ac:chgData name="Minh Huynh" userId="01a137d4-0d81-46e0-aca6-c9185b391828" providerId="ADAL" clId="{18447838-0BCA-432B-86F3-BB78526C143F}" dt="2026-10-12T12:38:38.419" v="924" actId="20577"/>
          <ac:spMkLst>
            <pc:docMk/>
            <pc:sldMk cId="2820829822" sldId="891"/>
            <ac:spMk id="4" creationId="{7BC73E8E-0D58-4B4B-A5C4-A8AE38997407}"/>
          </ac:spMkLst>
        </pc:spChg>
        <pc:spChg chg="del">
          <ac:chgData name="Minh Huynh" userId="01a137d4-0d81-46e0-aca6-c9185b391828" providerId="ADAL" clId="{18447838-0BCA-432B-86F3-BB78526C143F}" dt="2026-10-12T12:38:41.575" v="925" actId="478"/>
          <ac:spMkLst>
            <pc:docMk/>
            <pc:sldMk cId="2820829822" sldId="891"/>
            <ac:spMk id="6" creationId="{4FE199F4-FEF9-41A5-8FF7-FB19FE8C350F}"/>
          </ac:spMkLst>
        </pc:spChg>
        <pc:spChg chg="del">
          <ac:chgData name="Minh Huynh" userId="01a137d4-0d81-46e0-aca6-c9185b391828" providerId="ADAL" clId="{18447838-0BCA-432B-86F3-BB78526C143F}" dt="2026-10-12T12:38:41.575" v="925" actId="478"/>
          <ac:spMkLst>
            <pc:docMk/>
            <pc:sldMk cId="2820829822" sldId="891"/>
            <ac:spMk id="12" creationId="{24940E65-8988-4BE3-B66F-29CF6AB52464}"/>
          </ac:spMkLst>
        </pc:spChg>
        <pc:spChg chg="del">
          <ac:chgData name="Minh Huynh" userId="01a137d4-0d81-46e0-aca6-c9185b391828" providerId="ADAL" clId="{18447838-0BCA-432B-86F3-BB78526C143F}" dt="2026-10-12T12:38:41.575" v="925" actId="478"/>
          <ac:spMkLst>
            <pc:docMk/>
            <pc:sldMk cId="2820829822" sldId="891"/>
            <ac:spMk id="13" creationId="{C55376DA-895F-4D75-82B6-942AF4819628}"/>
          </ac:spMkLst>
        </pc:spChg>
        <pc:spChg chg="del">
          <ac:chgData name="Minh Huynh" userId="01a137d4-0d81-46e0-aca6-c9185b391828" providerId="ADAL" clId="{18447838-0BCA-432B-86F3-BB78526C143F}" dt="2026-10-12T12:38:41.575" v="925" actId="478"/>
          <ac:spMkLst>
            <pc:docMk/>
            <pc:sldMk cId="2820829822" sldId="891"/>
            <ac:spMk id="14" creationId="{2DF5F45A-1733-4716-86D1-926AC29832BF}"/>
          </ac:spMkLst>
        </pc:spChg>
        <pc:spChg chg="del">
          <ac:chgData name="Minh Huynh" userId="01a137d4-0d81-46e0-aca6-c9185b391828" providerId="ADAL" clId="{18447838-0BCA-432B-86F3-BB78526C143F}" dt="2026-10-12T12:38:41.575" v="925" actId="478"/>
          <ac:spMkLst>
            <pc:docMk/>
            <pc:sldMk cId="2820829822" sldId="891"/>
            <ac:spMk id="15" creationId="{0874FF02-357C-44CE-A016-A9D5140A890D}"/>
          </ac:spMkLst>
        </pc:spChg>
        <pc:spChg chg="del">
          <ac:chgData name="Minh Huynh" userId="01a137d4-0d81-46e0-aca6-c9185b391828" providerId="ADAL" clId="{18447838-0BCA-432B-86F3-BB78526C143F}" dt="2026-10-12T12:38:41.575" v="925" actId="478"/>
          <ac:spMkLst>
            <pc:docMk/>
            <pc:sldMk cId="2820829822" sldId="891"/>
            <ac:spMk id="16" creationId="{30AAF2F9-545B-4883-9CFB-8B23AF75FA04}"/>
          </ac:spMkLst>
        </pc:spChg>
        <pc:spChg chg="del">
          <ac:chgData name="Minh Huynh" userId="01a137d4-0d81-46e0-aca6-c9185b391828" providerId="ADAL" clId="{18447838-0BCA-432B-86F3-BB78526C143F}" dt="2026-10-12T12:38:41.575" v="925" actId="478"/>
          <ac:spMkLst>
            <pc:docMk/>
            <pc:sldMk cId="2820829822" sldId="891"/>
            <ac:spMk id="17" creationId="{F4250221-E392-45E7-9033-4ABED595E0C7}"/>
          </ac:spMkLst>
        </pc:spChg>
        <pc:spChg chg="add mod">
          <ac:chgData name="Minh Huynh" userId="01a137d4-0d81-46e0-aca6-c9185b391828" providerId="ADAL" clId="{18447838-0BCA-432B-86F3-BB78526C143F}" dt="2026-10-12T12:38:45.380" v="926"/>
          <ac:spMkLst>
            <pc:docMk/>
            <pc:sldMk cId="2820829822" sldId="891"/>
            <ac:spMk id="18" creationId="{37143EC3-E3CA-48B9-8E70-B9C60D42C6D3}"/>
          </ac:spMkLst>
        </pc:spChg>
        <pc:spChg chg="add mod">
          <ac:chgData name="Minh Huynh" userId="01a137d4-0d81-46e0-aca6-c9185b391828" providerId="ADAL" clId="{18447838-0BCA-432B-86F3-BB78526C143F}" dt="2026-10-12T12:38:45.380" v="926"/>
          <ac:spMkLst>
            <pc:docMk/>
            <pc:sldMk cId="2820829822" sldId="891"/>
            <ac:spMk id="19" creationId="{524D26F9-6C2E-4914-B33B-156D312B2254}"/>
          </ac:spMkLst>
        </pc:spChg>
        <pc:spChg chg="add mod">
          <ac:chgData name="Minh Huynh" userId="01a137d4-0d81-46e0-aca6-c9185b391828" providerId="ADAL" clId="{18447838-0BCA-432B-86F3-BB78526C143F}" dt="2026-10-12T12:38:45.380" v="926"/>
          <ac:spMkLst>
            <pc:docMk/>
            <pc:sldMk cId="2820829822" sldId="891"/>
            <ac:spMk id="20" creationId="{08DB1C2A-523E-44E3-9AE2-02121205B0EF}"/>
          </ac:spMkLst>
        </pc:spChg>
        <pc:spChg chg="add mod">
          <ac:chgData name="Minh Huynh" userId="01a137d4-0d81-46e0-aca6-c9185b391828" providerId="ADAL" clId="{18447838-0BCA-432B-86F3-BB78526C143F}" dt="2026-10-12T12:38:45.380" v="926"/>
          <ac:spMkLst>
            <pc:docMk/>
            <pc:sldMk cId="2820829822" sldId="891"/>
            <ac:spMk id="21" creationId="{B3C609DB-AB47-46A7-9295-A3ACBF68E30C}"/>
          </ac:spMkLst>
        </pc:spChg>
        <pc:spChg chg="add mod">
          <ac:chgData name="Minh Huynh" userId="01a137d4-0d81-46e0-aca6-c9185b391828" providerId="ADAL" clId="{18447838-0BCA-432B-86F3-BB78526C143F}" dt="2026-10-12T12:38:45.380" v="926"/>
          <ac:spMkLst>
            <pc:docMk/>
            <pc:sldMk cId="2820829822" sldId="891"/>
            <ac:spMk id="23" creationId="{8196935A-B3A9-472F-BF25-84B5FA099488}"/>
          </ac:spMkLst>
        </pc:spChg>
        <pc:spChg chg="add mod">
          <ac:chgData name="Minh Huynh" userId="01a137d4-0d81-46e0-aca6-c9185b391828" providerId="ADAL" clId="{18447838-0BCA-432B-86F3-BB78526C143F}" dt="2026-10-12T12:38:45.380" v="926"/>
          <ac:spMkLst>
            <pc:docMk/>
            <pc:sldMk cId="2820829822" sldId="891"/>
            <ac:spMk id="24" creationId="{4A2E3109-432D-4450-BAC6-B1F95ACD96D1}"/>
          </ac:spMkLst>
        </pc:spChg>
        <pc:spChg chg="add mod">
          <ac:chgData name="Minh Huynh" userId="01a137d4-0d81-46e0-aca6-c9185b391828" providerId="ADAL" clId="{18447838-0BCA-432B-86F3-BB78526C143F}" dt="2026-10-12T12:38:45.380" v="926"/>
          <ac:spMkLst>
            <pc:docMk/>
            <pc:sldMk cId="2820829822" sldId="891"/>
            <ac:spMk id="25" creationId="{83C790E0-ABE0-45AF-80A0-47EB3DBC0E45}"/>
          </ac:spMkLst>
        </pc:spChg>
        <pc:spChg chg="add mod">
          <ac:chgData name="Minh Huynh" userId="01a137d4-0d81-46e0-aca6-c9185b391828" providerId="ADAL" clId="{18447838-0BCA-432B-86F3-BB78526C143F}" dt="2026-10-12T12:38:53.129" v="927"/>
          <ac:spMkLst>
            <pc:docMk/>
            <pc:sldMk cId="2820829822" sldId="891"/>
            <ac:spMk id="26" creationId="{34F6B2CB-89E4-4462-B61F-972B9455F095}"/>
          </ac:spMkLst>
        </pc:spChg>
        <pc:spChg chg="del">
          <ac:chgData name="Minh Huynh" userId="01a137d4-0d81-46e0-aca6-c9185b391828" providerId="ADAL" clId="{18447838-0BCA-432B-86F3-BB78526C143F}" dt="2026-10-12T12:38:41.575" v="925" actId="478"/>
          <ac:spMkLst>
            <pc:docMk/>
            <pc:sldMk cId="2820829822" sldId="891"/>
            <ac:spMk id="74" creationId="{0BC5EFDD-B5EE-4CD3-9813-3FC4733EEA9A}"/>
          </ac:spMkLst>
        </pc:spChg>
        <pc:graphicFrameChg chg="del">
          <ac:chgData name="Minh Huynh" userId="01a137d4-0d81-46e0-aca6-c9185b391828" providerId="ADAL" clId="{18447838-0BCA-432B-86F3-BB78526C143F}" dt="2026-10-12T12:38:41.575" v="925" actId="478"/>
          <ac:graphicFrameMkLst>
            <pc:docMk/>
            <pc:sldMk cId="2820829822" sldId="891"/>
            <ac:graphicFrameMk id="5" creationId="{21E8F286-D775-45F8-87C2-C450E9168DE0}"/>
          </ac:graphicFrameMkLst>
        </pc:graphicFrameChg>
        <pc:graphicFrameChg chg="del">
          <ac:chgData name="Minh Huynh" userId="01a137d4-0d81-46e0-aca6-c9185b391828" providerId="ADAL" clId="{18447838-0BCA-432B-86F3-BB78526C143F}" dt="2026-10-12T12:38:41.575" v="925" actId="478"/>
          <ac:graphicFrameMkLst>
            <pc:docMk/>
            <pc:sldMk cId="2820829822" sldId="891"/>
            <ac:graphicFrameMk id="10" creationId="{21B46A32-F377-46E7-AF7A-68DFB804A5F7}"/>
          </ac:graphicFrameMkLst>
        </pc:graphicFrameChg>
        <pc:graphicFrameChg chg="add mod">
          <ac:chgData name="Minh Huynh" userId="01a137d4-0d81-46e0-aca6-c9185b391828" providerId="ADAL" clId="{18447838-0BCA-432B-86F3-BB78526C143F}" dt="2026-10-12T12:38:45.380" v="926"/>
          <ac:graphicFrameMkLst>
            <pc:docMk/>
            <pc:sldMk cId="2820829822" sldId="891"/>
            <ac:graphicFrameMk id="22" creationId="{704FF119-E5E1-41C9-8945-EAB2EF342FA6}"/>
          </ac:graphicFrameMkLst>
        </pc:graphicFrameChg>
        <pc:cxnChg chg="del">
          <ac:chgData name="Minh Huynh" userId="01a137d4-0d81-46e0-aca6-c9185b391828" providerId="ADAL" clId="{18447838-0BCA-432B-86F3-BB78526C143F}" dt="2026-10-12T12:38:41.575" v="925" actId="478"/>
          <ac:cxnSpMkLst>
            <pc:docMk/>
            <pc:sldMk cId="2820829822" sldId="891"/>
            <ac:cxnSpMk id="7" creationId="{9A0EEA19-5289-4CF8-BB6D-C8E625F4CE3D}"/>
          </ac:cxnSpMkLst>
        </pc:cxnChg>
        <pc:cxnChg chg="del">
          <ac:chgData name="Minh Huynh" userId="01a137d4-0d81-46e0-aca6-c9185b391828" providerId="ADAL" clId="{18447838-0BCA-432B-86F3-BB78526C143F}" dt="2026-10-12T12:38:41.575" v="925" actId="478"/>
          <ac:cxnSpMkLst>
            <pc:docMk/>
            <pc:sldMk cId="2820829822" sldId="891"/>
            <ac:cxnSpMk id="8" creationId="{8721EE67-58D9-4F23-A987-8F7D229BCB44}"/>
          </ac:cxnSpMkLst>
        </pc:cxnChg>
        <pc:cxnChg chg="del">
          <ac:chgData name="Minh Huynh" userId="01a137d4-0d81-46e0-aca6-c9185b391828" providerId="ADAL" clId="{18447838-0BCA-432B-86F3-BB78526C143F}" dt="2026-10-12T12:38:41.575" v="925" actId="478"/>
          <ac:cxnSpMkLst>
            <pc:docMk/>
            <pc:sldMk cId="2820829822" sldId="891"/>
            <ac:cxnSpMk id="9" creationId="{FE8ED89C-F192-46D6-AEC6-B2B93EEB5AF3}"/>
          </ac:cxnSpMkLst>
        </pc:cxnChg>
        <pc:cxnChg chg="del">
          <ac:chgData name="Minh Huynh" userId="01a137d4-0d81-46e0-aca6-c9185b391828" providerId="ADAL" clId="{18447838-0BCA-432B-86F3-BB78526C143F}" dt="2026-10-12T12:38:41.575" v="925" actId="478"/>
          <ac:cxnSpMkLst>
            <pc:docMk/>
            <pc:sldMk cId="2820829822" sldId="891"/>
            <ac:cxnSpMk id="11" creationId="{52DD6591-91AD-40B7-A5DD-6891326C0B51}"/>
          </ac:cxnSpMkLst>
        </pc:cxnChg>
      </pc:sldChg>
      <pc:sldChg chg="del">
        <pc:chgData name="Minh Huynh" userId="01a137d4-0d81-46e0-aca6-c9185b391828" providerId="ADAL" clId="{18447838-0BCA-432B-86F3-BB78526C143F}" dt="2026-10-12T12:12:45.996" v="0" actId="47"/>
        <pc:sldMkLst>
          <pc:docMk/>
          <pc:sldMk cId="3903342402" sldId="891"/>
        </pc:sldMkLst>
      </pc:sldChg>
      <pc:sldChg chg="del">
        <pc:chgData name="Minh Huynh" userId="01a137d4-0d81-46e0-aca6-c9185b391828" providerId="ADAL" clId="{18447838-0BCA-432B-86F3-BB78526C143F}" dt="2026-10-12T12:12:45.996" v="0" actId="47"/>
        <pc:sldMkLst>
          <pc:docMk/>
          <pc:sldMk cId="677554656" sldId="892"/>
        </pc:sldMkLst>
      </pc:sldChg>
      <pc:sldChg chg="addSp delSp modSp add mod ord">
        <pc:chgData name="Minh Huynh" userId="01a137d4-0d81-46e0-aca6-c9185b391828" providerId="ADAL" clId="{18447838-0BCA-432B-86F3-BB78526C143F}" dt="2026-10-12T12:42:16.867" v="968"/>
        <pc:sldMkLst>
          <pc:docMk/>
          <pc:sldMk cId="2385764416" sldId="892"/>
        </pc:sldMkLst>
        <pc:spChg chg="add del">
          <ac:chgData name="Minh Huynh" userId="01a137d4-0d81-46e0-aca6-c9185b391828" providerId="ADAL" clId="{18447838-0BCA-432B-86F3-BB78526C143F}" dt="2026-10-12T12:41:41.272" v="960"/>
          <ac:spMkLst>
            <pc:docMk/>
            <pc:sldMk cId="2385764416" sldId="892"/>
            <ac:spMk id="2" creationId="{FCAD9138-98D3-464B-AF3B-5808DA3BD6BE}"/>
          </ac:spMkLst>
        </pc:spChg>
        <pc:spChg chg="mod">
          <ac:chgData name="Minh Huynh" userId="01a137d4-0d81-46e0-aca6-c9185b391828" providerId="ADAL" clId="{18447838-0BCA-432B-86F3-BB78526C143F}" dt="2026-10-12T12:40:54.066" v="958" actId="20577"/>
          <ac:spMkLst>
            <pc:docMk/>
            <pc:sldMk cId="2385764416" sldId="892"/>
            <ac:spMk id="4" creationId="{7BC73E8E-0D58-4B4B-A5C4-A8AE38997407}"/>
          </ac:spMkLst>
        </pc:spChg>
        <pc:spChg chg="del">
          <ac:chgData name="Minh Huynh" userId="01a137d4-0d81-46e0-aca6-c9185b391828" providerId="ADAL" clId="{18447838-0BCA-432B-86F3-BB78526C143F}" dt="2026-10-12T12:40:45.201" v="929" actId="478"/>
          <ac:spMkLst>
            <pc:docMk/>
            <pc:sldMk cId="2385764416" sldId="892"/>
            <ac:spMk id="18" creationId="{37143EC3-E3CA-48B9-8E70-B9C60D42C6D3}"/>
          </ac:spMkLst>
        </pc:spChg>
        <pc:spChg chg="del">
          <ac:chgData name="Minh Huynh" userId="01a137d4-0d81-46e0-aca6-c9185b391828" providerId="ADAL" clId="{18447838-0BCA-432B-86F3-BB78526C143F}" dt="2026-10-12T12:40:45.201" v="929" actId="478"/>
          <ac:spMkLst>
            <pc:docMk/>
            <pc:sldMk cId="2385764416" sldId="892"/>
            <ac:spMk id="19" creationId="{524D26F9-6C2E-4914-B33B-156D312B2254}"/>
          </ac:spMkLst>
        </pc:spChg>
        <pc:spChg chg="del">
          <ac:chgData name="Minh Huynh" userId="01a137d4-0d81-46e0-aca6-c9185b391828" providerId="ADAL" clId="{18447838-0BCA-432B-86F3-BB78526C143F}" dt="2026-10-12T12:40:45.201" v="929" actId="478"/>
          <ac:spMkLst>
            <pc:docMk/>
            <pc:sldMk cId="2385764416" sldId="892"/>
            <ac:spMk id="20" creationId="{08DB1C2A-523E-44E3-9AE2-02121205B0EF}"/>
          </ac:spMkLst>
        </pc:spChg>
        <pc:spChg chg="del">
          <ac:chgData name="Minh Huynh" userId="01a137d4-0d81-46e0-aca6-c9185b391828" providerId="ADAL" clId="{18447838-0BCA-432B-86F3-BB78526C143F}" dt="2026-10-12T12:40:45.201" v="929" actId="478"/>
          <ac:spMkLst>
            <pc:docMk/>
            <pc:sldMk cId="2385764416" sldId="892"/>
            <ac:spMk id="21" creationId="{B3C609DB-AB47-46A7-9295-A3ACBF68E30C}"/>
          </ac:spMkLst>
        </pc:spChg>
        <pc:spChg chg="del">
          <ac:chgData name="Minh Huynh" userId="01a137d4-0d81-46e0-aca6-c9185b391828" providerId="ADAL" clId="{18447838-0BCA-432B-86F3-BB78526C143F}" dt="2026-10-12T12:40:45.201" v="929" actId="478"/>
          <ac:spMkLst>
            <pc:docMk/>
            <pc:sldMk cId="2385764416" sldId="892"/>
            <ac:spMk id="23" creationId="{8196935A-B3A9-472F-BF25-84B5FA099488}"/>
          </ac:spMkLst>
        </pc:spChg>
        <pc:spChg chg="del">
          <ac:chgData name="Minh Huynh" userId="01a137d4-0d81-46e0-aca6-c9185b391828" providerId="ADAL" clId="{18447838-0BCA-432B-86F3-BB78526C143F}" dt="2026-10-12T12:40:45.201" v="929" actId="478"/>
          <ac:spMkLst>
            <pc:docMk/>
            <pc:sldMk cId="2385764416" sldId="892"/>
            <ac:spMk id="24" creationId="{4A2E3109-432D-4450-BAC6-B1F95ACD96D1}"/>
          </ac:spMkLst>
        </pc:spChg>
        <pc:spChg chg="del">
          <ac:chgData name="Minh Huynh" userId="01a137d4-0d81-46e0-aca6-c9185b391828" providerId="ADAL" clId="{18447838-0BCA-432B-86F3-BB78526C143F}" dt="2026-10-12T12:40:45.201" v="929" actId="478"/>
          <ac:spMkLst>
            <pc:docMk/>
            <pc:sldMk cId="2385764416" sldId="892"/>
            <ac:spMk id="25" creationId="{83C790E0-ABE0-45AF-80A0-47EB3DBC0E45}"/>
          </ac:spMkLst>
        </pc:spChg>
        <pc:spChg chg="del">
          <ac:chgData name="Minh Huynh" userId="01a137d4-0d81-46e0-aca6-c9185b391828" providerId="ADAL" clId="{18447838-0BCA-432B-86F3-BB78526C143F}" dt="2026-10-12T12:40:46.896" v="930" actId="478"/>
          <ac:spMkLst>
            <pc:docMk/>
            <pc:sldMk cId="2385764416" sldId="892"/>
            <ac:spMk id="26" creationId="{34F6B2CB-89E4-4462-B61F-972B9455F095}"/>
          </ac:spMkLst>
        </pc:spChg>
        <pc:graphicFrameChg chg="del">
          <ac:chgData name="Minh Huynh" userId="01a137d4-0d81-46e0-aca6-c9185b391828" providerId="ADAL" clId="{18447838-0BCA-432B-86F3-BB78526C143F}" dt="2026-10-12T12:40:45.201" v="929" actId="478"/>
          <ac:graphicFrameMkLst>
            <pc:docMk/>
            <pc:sldMk cId="2385764416" sldId="892"/>
            <ac:graphicFrameMk id="22" creationId="{704FF119-E5E1-41C9-8945-EAB2EF342FA6}"/>
          </ac:graphicFrameMkLst>
        </pc:graphicFrameChg>
        <pc:picChg chg="add mod modCrop">
          <ac:chgData name="Minh Huynh" userId="01a137d4-0d81-46e0-aca6-c9185b391828" providerId="ADAL" clId="{18447838-0BCA-432B-86F3-BB78526C143F}" dt="2026-10-12T12:41:59.240" v="966" actId="1076"/>
          <ac:picMkLst>
            <pc:docMk/>
            <pc:sldMk cId="2385764416" sldId="892"/>
            <ac:picMk id="3" creationId="{A90B0070-CDED-4240-AB13-C12FE1745A92}"/>
          </ac:picMkLst>
        </pc:picChg>
      </pc:sldChg>
      <pc:sldChg chg="del">
        <pc:chgData name="Minh Huynh" userId="01a137d4-0d81-46e0-aca6-c9185b391828" providerId="ADAL" clId="{18447838-0BCA-432B-86F3-BB78526C143F}" dt="2026-10-12T12:12:45.996" v="0" actId="47"/>
        <pc:sldMkLst>
          <pc:docMk/>
          <pc:sldMk cId="493156929" sldId="893"/>
        </pc:sldMkLst>
      </pc:sldChg>
      <pc:sldChg chg="addSp delSp modSp add mod">
        <pc:chgData name="Minh Huynh" userId="01a137d4-0d81-46e0-aca6-c9185b391828" providerId="ADAL" clId="{18447838-0BCA-432B-86F3-BB78526C143F}" dt="2026-10-12T12:50:47.901" v="1528" actId="20577"/>
        <pc:sldMkLst>
          <pc:docMk/>
          <pc:sldMk cId="2806179161" sldId="893"/>
        </pc:sldMkLst>
        <pc:spChg chg="mod">
          <ac:chgData name="Minh Huynh" userId="01a137d4-0d81-46e0-aca6-c9185b391828" providerId="ADAL" clId="{18447838-0BCA-432B-86F3-BB78526C143F}" dt="2026-10-12T12:43:53.925" v="983" actId="20577"/>
          <ac:spMkLst>
            <pc:docMk/>
            <pc:sldMk cId="2806179161" sldId="893"/>
            <ac:spMk id="4" creationId="{7BC73E8E-0D58-4B4B-A5C4-A8AE38997407}"/>
          </ac:spMkLst>
        </pc:spChg>
        <pc:spChg chg="add mod">
          <ac:chgData name="Minh Huynh" userId="01a137d4-0d81-46e0-aca6-c9185b391828" providerId="ADAL" clId="{18447838-0BCA-432B-86F3-BB78526C143F}" dt="2026-10-12T12:50:47.901" v="1528" actId="20577"/>
          <ac:spMkLst>
            <pc:docMk/>
            <pc:sldMk cId="2806179161" sldId="893"/>
            <ac:spMk id="12" creationId="{ECB3EA2A-81FD-4EE6-A217-891C30E7B5C7}"/>
          </ac:spMkLst>
        </pc:spChg>
        <pc:spChg chg="del">
          <ac:chgData name="Minh Huynh" userId="01a137d4-0d81-46e0-aca6-c9185b391828" providerId="ADAL" clId="{18447838-0BCA-432B-86F3-BB78526C143F}" dt="2026-10-12T12:44:36.068" v="984" actId="478"/>
          <ac:spMkLst>
            <pc:docMk/>
            <pc:sldMk cId="2806179161" sldId="893"/>
            <ac:spMk id="18" creationId="{37143EC3-E3CA-48B9-8E70-B9C60D42C6D3}"/>
          </ac:spMkLst>
        </pc:spChg>
        <pc:spChg chg="del">
          <ac:chgData name="Minh Huynh" userId="01a137d4-0d81-46e0-aca6-c9185b391828" providerId="ADAL" clId="{18447838-0BCA-432B-86F3-BB78526C143F}" dt="2026-10-12T12:44:36.068" v="984" actId="478"/>
          <ac:spMkLst>
            <pc:docMk/>
            <pc:sldMk cId="2806179161" sldId="893"/>
            <ac:spMk id="19" creationId="{524D26F9-6C2E-4914-B33B-156D312B2254}"/>
          </ac:spMkLst>
        </pc:spChg>
        <pc:spChg chg="del">
          <ac:chgData name="Minh Huynh" userId="01a137d4-0d81-46e0-aca6-c9185b391828" providerId="ADAL" clId="{18447838-0BCA-432B-86F3-BB78526C143F}" dt="2026-10-12T12:44:36.068" v="984" actId="478"/>
          <ac:spMkLst>
            <pc:docMk/>
            <pc:sldMk cId="2806179161" sldId="893"/>
            <ac:spMk id="20" creationId="{08DB1C2A-523E-44E3-9AE2-02121205B0EF}"/>
          </ac:spMkLst>
        </pc:spChg>
        <pc:spChg chg="del">
          <ac:chgData name="Minh Huynh" userId="01a137d4-0d81-46e0-aca6-c9185b391828" providerId="ADAL" clId="{18447838-0BCA-432B-86F3-BB78526C143F}" dt="2026-10-12T12:44:36.068" v="984" actId="478"/>
          <ac:spMkLst>
            <pc:docMk/>
            <pc:sldMk cId="2806179161" sldId="893"/>
            <ac:spMk id="21" creationId="{B3C609DB-AB47-46A7-9295-A3ACBF68E30C}"/>
          </ac:spMkLst>
        </pc:spChg>
        <pc:spChg chg="del">
          <ac:chgData name="Minh Huynh" userId="01a137d4-0d81-46e0-aca6-c9185b391828" providerId="ADAL" clId="{18447838-0BCA-432B-86F3-BB78526C143F}" dt="2026-10-12T12:44:36.068" v="984" actId="478"/>
          <ac:spMkLst>
            <pc:docMk/>
            <pc:sldMk cId="2806179161" sldId="893"/>
            <ac:spMk id="23" creationId="{8196935A-B3A9-472F-BF25-84B5FA099488}"/>
          </ac:spMkLst>
        </pc:spChg>
        <pc:spChg chg="del">
          <ac:chgData name="Minh Huynh" userId="01a137d4-0d81-46e0-aca6-c9185b391828" providerId="ADAL" clId="{18447838-0BCA-432B-86F3-BB78526C143F}" dt="2026-10-12T12:44:36.068" v="984" actId="478"/>
          <ac:spMkLst>
            <pc:docMk/>
            <pc:sldMk cId="2806179161" sldId="893"/>
            <ac:spMk id="24" creationId="{4A2E3109-432D-4450-BAC6-B1F95ACD96D1}"/>
          </ac:spMkLst>
        </pc:spChg>
        <pc:spChg chg="del">
          <ac:chgData name="Minh Huynh" userId="01a137d4-0d81-46e0-aca6-c9185b391828" providerId="ADAL" clId="{18447838-0BCA-432B-86F3-BB78526C143F}" dt="2026-10-12T12:44:36.068" v="984" actId="478"/>
          <ac:spMkLst>
            <pc:docMk/>
            <pc:sldMk cId="2806179161" sldId="893"/>
            <ac:spMk id="25" creationId="{83C790E0-ABE0-45AF-80A0-47EB3DBC0E45}"/>
          </ac:spMkLst>
        </pc:spChg>
        <pc:spChg chg="del">
          <ac:chgData name="Minh Huynh" userId="01a137d4-0d81-46e0-aca6-c9185b391828" providerId="ADAL" clId="{18447838-0BCA-432B-86F3-BB78526C143F}" dt="2026-10-12T12:44:40.350" v="985" actId="478"/>
          <ac:spMkLst>
            <pc:docMk/>
            <pc:sldMk cId="2806179161" sldId="893"/>
            <ac:spMk id="26" creationId="{34F6B2CB-89E4-4462-B61F-972B9455F095}"/>
          </ac:spMkLst>
        </pc:spChg>
        <pc:graphicFrameChg chg="del">
          <ac:chgData name="Minh Huynh" userId="01a137d4-0d81-46e0-aca6-c9185b391828" providerId="ADAL" clId="{18447838-0BCA-432B-86F3-BB78526C143F}" dt="2026-10-12T12:44:36.068" v="984" actId="478"/>
          <ac:graphicFrameMkLst>
            <pc:docMk/>
            <pc:sldMk cId="2806179161" sldId="893"/>
            <ac:graphicFrameMk id="22" creationId="{704FF119-E5E1-41C9-8945-EAB2EF342FA6}"/>
          </ac:graphicFrameMkLst>
        </pc:graphicFrameChg>
      </pc:sldChg>
      <pc:sldChg chg="del">
        <pc:chgData name="Minh Huynh" userId="01a137d4-0d81-46e0-aca6-c9185b391828" providerId="ADAL" clId="{18447838-0BCA-432B-86F3-BB78526C143F}" dt="2026-10-12T12:12:45.996" v="0" actId="47"/>
        <pc:sldMkLst>
          <pc:docMk/>
          <pc:sldMk cId="721376537" sldId="894"/>
        </pc:sldMkLst>
      </pc:sldChg>
      <pc:sldChg chg="addSp delSp modSp add mod">
        <pc:chgData name="Minh Huynh" userId="01a137d4-0d81-46e0-aca6-c9185b391828" providerId="ADAL" clId="{18447838-0BCA-432B-86F3-BB78526C143F}" dt="2026-10-12T21:46:13.046" v="2044" actId="20577"/>
        <pc:sldMkLst>
          <pc:docMk/>
          <pc:sldMk cId="3075116588" sldId="894"/>
        </pc:sldMkLst>
        <pc:spChg chg="mod">
          <ac:chgData name="Minh Huynh" userId="01a137d4-0d81-46e0-aca6-c9185b391828" providerId="ADAL" clId="{18447838-0BCA-432B-86F3-BB78526C143F}" dt="2026-10-12T21:46:13.046" v="2044" actId="20577"/>
          <ac:spMkLst>
            <pc:docMk/>
            <pc:sldMk cId="3075116588" sldId="894"/>
            <ac:spMk id="4" creationId="{7BC73E8E-0D58-4B4B-A5C4-A8AE38997407}"/>
          </ac:spMkLst>
        </pc:spChg>
        <pc:spChg chg="add del mod">
          <ac:chgData name="Minh Huynh" userId="01a137d4-0d81-46e0-aca6-c9185b391828" providerId="ADAL" clId="{18447838-0BCA-432B-86F3-BB78526C143F}" dt="2026-10-12T12:58:30.340" v="1785" actId="478"/>
          <ac:spMkLst>
            <pc:docMk/>
            <pc:sldMk cId="3075116588" sldId="894"/>
            <ac:spMk id="5" creationId="{CA39E1BF-B9E5-4535-B6B1-A3418157F6E5}"/>
          </ac:spMkLst>
        </pc:spChg>
        <pc:spChg chg="add mod">
          <ac:chgData name="Minh Huynh" userId="01a137d4-0d81-46e0-aca6-c9185b391828" providerId="ADAL" clId="{18447838-0BCA-432B-86F3-BB78526C143F}" dt="2026-10-12T12:58:33.591" v="1787" actId="1076"/>
          <ac:spMkLst>
            <pc:docMk/>
            <pc:sldMk cId="3075116588" sldId="894"/>
            <ac:spMk id="6" creationId="{BC182EF8-C365-4769-8301-8E7B887D6C35}"/>
          </ac:spMkLst>
        </pc:spChg>
        <pc:spChg chg="add mod">
          <ac:chgData name="Minh Huynh" userId="01a137d4-0d81-46e0-aca6-c9185b391828" providerId="ADAL" clId="{18447838-0BCA-432B-86F3-BB78526C143F}" dt="2026-10-12T12:58:35.814" v="1788" actId="1076"/>
          <ac:spMkLst>
            <pc:docMk/>
            <pc:sldMk cId="3075116588" sldId="894"/>
            <ac:spMk id="8" creationId="{AA411B9E-8412-4BA6-83F0-FF752D800EDD}"/>
          </ac:spMkLst>
        </pc:spChg>
        <pc:spChg chg="add mod">
          <ac:chgData name="Minh Huynh" userId="01a137d4-0d81-46e0-aca6-c9185b391828" providerId="ADAL" clId="{18447838-0BCA-432B-86F3-BB78526C143F}" dt="2026-10-12T12:58:38.733" v="1789" actId="1076"/>
          <ac:spMkLst>
            <pc:docMk/>
            <pc:sldMk cId="3075116588" sldId="894"/>
            <ac:spMk id="9" creationId="{E000B753-51B8-40BB-88F6-0BFF248218F3}"/>
          </ac:spMkLst>
        </pc:spChg>
        <pc:spChg chg="add mod">
          <ac:chgData name="Minh Huynh" userId="01a137d4-0d81-46e0-aca6-c9185b391828" providerId="ADAL" clId="{18447838-0BCA-432B-86F3-BB78526C143F}" dt="2026-10-12T13:00:39.432" v="1962" actId="20577"/>
          <ac:spMkLst>
            <pc:docMk/>
            <pc:sldMk cId="3075116588" sldId="894"/>
            <ac:spMk id="10" creationId="{B9174980-C9A6-4B70-BF52-D9990420C2CF}"/>
          </ac:spMkLst>
        </pc:spChg>
        <pc:spChg chg="del">
          <ac:chgData name="Minh Huynh" userId="01a137d4-0d81-46e0-aca6-c9185b391828" providerId="ADAL" clId="{18447838-0BCA-432B-86F3-BB78526C143F}" dt="2026-10-12T12:51:56.075" v="1538" actId="478"/>
          <ac:spMkLst>
            <pc:docMk/>
            <pc:sldMk cId="3075116588" sldId="894"/>
            <ac:spMk id="12" creationId="{ECB3EA2A-81FD-4EE6-A217-891C30E7B5C7}"/>
          </ac:spMkLst>
        </pc:spChg>
        <pc:spChg chg="add mod">
          <ac:chgData name="Minh Huynh" userId="01a137d4-0d81-46e0-aca6-c9185b391828" providerId="ADAL" clId="{18447838-0BCA-432B-86F3-BB78526C143F}" dt="2026-10-12T13:00:46.511" v="1963" actId="404"/>
          <ac:spMkLst>
            <pc:docMk/>
            <pc:sldMk cId="3075116588" sldId="894"/>
            <ac:spMk id="14" creationId="{52C11F04-B75E-45C1-95A8-738F04B79287}"/>
          </ac:spMkLst>
        </pc:spChg>
        <pc:spChg chg="add mod">
          <ac:chgData name="Minh Huynh" userId="01a137d4-0d81-46e0-aca6-c9185b391828" providerId="ADAL" clId="{18447838-0BCA-432B-86F3-BB78526C143F}" dt="2026-10-12T12:59:48.040" v="1809" actId="1076"/>
          <ac:spMkLst>
            <pc:docMk/>
            <pc:sldMk cId="3075116588" sldId="894"/>
            <ac:spMk id="15" creationId="{DAED56CE-0B37-4AB9-B3B6-25AAEE831464}"/>
          </ac:spMkLst>
        </pc:spChg>
        <pc:spChg chg="add mod">
          <ac:chgData name="Minh Huynh" userId="01a137d4-0d81-46e0-aca6-c9185b391828" providerId="ADAL" clId="{18447838-0BCA-432B-86F3-BB78526C143F}" dt="2026-10-12T12:59:48.040" v="1809" actId="1076"/>
          <ac:spMkLst>
            <pc:docMk/>
            <pc:sldMk cId="3075116588" sldId="894"/>
            <ac:spMk id="16" creationId="{FE39AFD9-A564-4455-BC07-A5A96DD07AD0}"/>
          </ac:spMkLst>
        </pc:spChg>
        <pc:spChg chg="add mod">
          <ac:chgData name="Minh Huynh" userId="01a137d4-0d81-46e0-aca6-c9185b391828" providerId="ADAL" clId="{18447838-0BCA-432B-86F3-BB78526C143F}" dt="2026-10-12T13:00:46.511" v="1963" actId="404"/>
          <ac:spMkLst>
            <pc:docMk/>
            <pc:sldMk cId="3075116588" sldId="894"/>
            <ac:spMk id="17" creationId="{E4960A76-ADF4-4F4A-9264-03A786684A80}"/>
          </ac:spMkLst>
        </pc:spChg>
        <pc:picChg chg="add mod modCrop">
          <ac:chgData name="Minh Huynh" userId="01a137d4-0d81-46e0-aca6-c9185b391828" providerId="ADAL" clId="{18447838-0BCA-432B-86F3-BB78526C143F}" dt="2026-10-12T12:58:53.579" v="1794" actId="14100"/>
          <ac:picMkLst>
            <pc:docMk/>
            <pc:sldMk cId="3075116588" sldId="894"/>
            <ac:picMk id="3" creationId="{239C9BA0-FA36-4B4A-9CD4-46D8A83AD1A8}"/>
          </ac:picMkLst>
        </pc:picChg>
        <pc:picChg chg="add mod">
          <ac:chgData name="Minh Huynh" userId="01a137d4-0d81-46e0-aca6-c9185b391828" providerId="ADAL" clId="{18447838-0BCA-432B-86F3-BB78526C143F}" dt="2026-10-12T12:59:48.040" v="1809" actId="1076"/>
          <ac:picMkLst>
            <pc:docMk/>
            <pc:sldMk cId="3075116588" sldId="894"/>
            <ac:picMk id="11" creationId="{CA065546-B251-4483-B60E-83D29876EE4B}"/>
          </ac:picMkLst>
        </pc:picChg>
        <pc:cxnChg chg="add mod">
          <ac:chgData name="Minh Huynh" userId="01a137d4-0d81-46e0-aca6-c9185b391828" providerId="ADAL" clId="{18447838-0BCA-432B-86F3-BB78526C143F}" dt="2026-10-12T13:00:59.190" v="1964" actId="1076"/>
          <ac:cxnSpMkLst>
            <pc:docMk/>
            <pc:sldMk cId="3075116588" sldId="894"/>
            <ac:cxnSpMk id="13" creationId="{87C6168D-FDB5-4F3B-A792-CEB6CFE658F6}"/>
          </ac:cxnSpMkLst>
        </pc:cxnChg>
      </pc:sldChg>
      <pc:sldChg chg="del">
        <pc:chgData name="Minh Huynh" userId="01a137d4-0d81-46e0-aca6-c9185b391828" providerId="ADAL" clId="{18447838-0BCA-432B-86F3-BB78526C143F}" dt="2026-10-12T12:12:45.996" v="0" actId="47"/>
        <pc:sldMkLst>
          <pc:docMk/>
          <pc:sldMk cId="1155730850" sldId="895"/>
        </pc:sldMkLst>
      </pc:sldChg>
      <pc:sldChg chg="addSp delSp modSp add del mod">
        <pc:chgData name="Minh Huynh" userId="01a137d4-0d81-46e0-aca6-c9185b391828" providerId="ADAL" clId="{18447838-0BCA-432B-86F3-BB78526C143F}" dt="2026-10-12T13:01:03.430" v="1965" actId="47"/>
        <pc:sldMkLst>
          <pc:docMk/>
          <pc:sldMk cId="1157101227" sldId="895"/>
        </pc:sldMkLst>
        <pc:spChg chg="del">
          <ac:chgData name="Minh Huynh" userId="01a137d4-0d81-46e0-aca6-c9185b391828" providerId="ADAL" clId="{18447838-0BCA-432B-86F3-BB78526C143F}" dt="2026-10-12T12:56:23.972" v="1646" actId="478"/>
          <ac:spMkLst>
            <pc:docMk/>
            <pc:sldMk cId="1157101227" sldId="895"/>
            <ac:spMk id="5" creationId="{CA39E1BF-B9E5-4535-B6B1-A3418157F6E5}"/>
          </ac:spMkLst>
        </pc:spChg>
        <pc:spChg chg="del">
          <ac:chgData name="Minh Huynh" userId="01a137d4-0d81-46e0-aca6-c9185b391828" providerId="ADAL" clId="{18447838-0BCA-432B-86F3-BB78526C143F}" dt="2026-10-12T12:56:20.406" v="1644" actId="478"/>
          <ac:spMkLst>
            <pc:docMk/>
            <pc:sldMk cId="1157101227" sldId="895"/>
            <ac:spMk id="6" creationId="{BC182EF8-C365-4769-8301-8E7B887D6C35}"/>
          </ac:spMkLst>
        </pc:spChg>
        <pc:spChg chg="del">
          <ac:chgData name="Minh Huynh" userId="01a137d4-0d81-46e0-aca6-c9185b391828" providerId="ADAL" clId="{18447838-0BCA-432B-86F3-BB78526C143F}" dt="2026-10-12T12:56:20.406" v="1644" actId="478"/>
          <ac:spMkLst>
            <pc:docMk/>
            <pc:sldMk cId="1157101227" sldId="895"/>
            <ac:spMk id="8" creationId="{AA411B9E-8412-4BA6-83F0-FF752D800EDD}"/>
          </ac:spMkLst>
        </pc:spChg>
        <pc:spChg chg="del">
          <ac:chgData name="Minh Huynh" userId="01a137d4-0d81-46e0-aca6-c9185b391828" providerId="ADAL" clId="{18447838-0BCA-432B-86F3-BB78526C143F}" dt="2026-10-12T12:56:20.406" v="1644" actId="478"/>
          <ac:spMkLst>
            <pc:docMk/>
            <pc:sldMk cId="1157101227" sldId="895"/>
            <ac:spMk id="9" creationId="{E000B753-51B8-40BB-88F6-0BFF248218F3}"/>
          </ac:spMkLst>
        </pc:spChg>
        <pc:spChg chg="del">
          <ac:chgData name="Minh Huynh" userId="01a137d4-0d81-46e0-aca6-c9185b391828" providerId="ADAL" clId="{18447838-0BCA-432B-86F3-BB78526C143F}" dt="2026-10-12T12:56:20.406" v="1644" actId="478"/>
          <ac:spMkLst>
            <pc:docMk/>
            <pc:sldMk cId="1157101227" sldId="895"/>
            <ac:spMk id="10" creationId="{B9174980-C9A6-4B70-BF52-D9990420C2CF}"/>
          </ac:spMkLst>
        </pc:spChg>
        <pc:spChg chg="add mod">
          <ac:chgData name="Minh Huynh" userId="01a137d4-0d81-46e0-aca6-c9185b391828" providerId="ADAL" clId="{18447838-0BCA-432B-86F3-BB78526C143F}" dt="2026-10-12T12:57:32.281" v="1735" actId="20577"/>
          <ac:spMkLst>
            <pc:docMk/>
            <pc:sldMk cId="1157101227" sldId="895"/>
            <ac:spMk id="11" creationId="{2A9500A6-42C1-408A-B2A4-89D3CB5CFC0A}"/>
          </ac:spMkLst>
        </pc:spChg>
        <pc:spChg chg="add mod">
          <ac:chgData name="Minh Huynh" userId="01a137d4-0d81-46e0-aca6-c9185b391828" providerId="ADAL" clId="{18447838-0BCA-432B-86F3-BB78526C143F}" dt="2026-10-12T12:58:06.751" v="1766" actId="1076"/>
          <ac:spMkLst>
            <pc:docMk/>
            <pc:sldMk cId="1157101227" sldId="895"/>
            <ac:spMk id="12" creationId="{9DCB8B59-5B6C-49CB-B44A-75F6056198CF}"/>
          </ac:spMkLst>
        </pc:spChg>
        <pc:spChg chg="add mod">
          <ac:chgData name="Minh Huynh" userId="01a137d4-0d81-46e0-aca6-c9185b391828" providerId="ADAL" clId="{18447838-0BCA-432B-86F3-BB78526C143F}" dt="2026-10-12T12:58:16.802" v="1784" actId="1076"/>
          <ac:spMkLst>
            <pc:docMk/>
            <pc:sldMk cId="1157101227" sldId="895"/>
            <ac:spMk id="13" creationId="{5F86A38C-40D8-4802-AFCB-59FB546F54DC}"/>
          </ac:spMkLst>
        </pc:spChg>
        <pc:picChg chg="del">
          <ac:chgData name="Minh Huynh" userId="01a137d4-0d81-46e0-aca6-c9185b391828" providerId="ADAL" clId="{18447838-0BCA-432B-86F3-BB78526C143F}" dt="2026-10-12T12:56:21.797" v="1645" actId="478"/>
          <ac:picMkLst>
            <pc:docMk/>
            <pc:sldMk cId="1157101227" sldId="895"/>
            <ac:picMk id="3" creationId="{239C9BA0-FA36-4B4A-9CD4-46D8A83AD1A8}"/>
          </ac:picMkLst>
        </pc:picChg>
        <pc:picChg chg="add mod modCrop">
          <ac:chgData name="Minh Huynh" userId="01a137d4-0d81-46e0-aca6-c9185b391828" providerId="ADAL" clId="{18447838-0BCA-432B-86F3-BB78526C143F}" dt="2026-10-12T12:57:13.800" v="1694" actId="1076"/>
          <ac:picMkLst>
            <pc:docMk/>
            <pc:sldMk cId="1157101227" sldId="895"/>
            <ac:picMk id="7" creationId="{9732202F-310A-471E-84B6-5B1B5CAA0CD7}"/>
          </ac:picMkLst>
        </pc:picChg>
      </pc:sldChg>
      <pc:sldChg chg="addSp delSp modSp add mod">
        <pc:chgData name="Minh Huynh" userId="01a137d4-0d81-46e0-aca6-c9185b391828" providerId="ADAL" clId="{18447838-0BCA-432B-86F3-BB78526C143F}" dt="2026-10-12T21:46:18.809" v="2045"/>
        <pc:sldMkLst>
          <pc:docMk/>
          <pc:sldMk cId="3993957004" sldId="895"/>
        </pc:sldMkLst>
        <pc:spChg chg="mod">
          <ac:chgData name="Minh Huynh" userId="01a137d4-0d81-46e0-aca6-c9185b391828" providerId="ADAL" clId="{18447838-0BCA-432B-86F3-BB78526C143F}" dt="2026-10-12T21:46:18.809" v="2045"/>
          <ac:spMkLst>
            <pc:docMk/>
            <pc:sldMk cId="3993957004" sldId="895"/>
            <ac:spMk id="4" creationId="{7BC73E8E-0D58-4B4B-A5C4-A8AE38997407}"/>
          </ac:spMkLst>
        </pc:spChg>
        <pc:spChg chg="del">
          <ac:chgData name="Minh Huynh" userId="01a137d4-0d81-46e0-aca6-c9185b391828" providerId="ADAL" clId="{18447838-0BCA-432B-86F3-BB78526C143F}" dt="2026-10-12T13:01:47.238" v="1973" actId="478"/>
          <ac:spMkLst>
            <pc:docMk/>
            <pc:sldMk cId="3993957004" sldId="895"/>
            <ac:spMk id="6" creationId="{BC182EF8-C365-4769-8301-8E7B887D6C35}"/>
          </ac:spMkLst>
        </pc:spChg>
        <pc:spChg chg="del">
          <ac:chgData name="Minh Huynh" userId="01a137d4-0d81-46e0-aca6-c9185b391828" providerId="ADAL" clId="{18447838-0BCA-432B-86F3-BB78526C143F}" dt="2026-10-12T13:01:47.238" v="1973" actId="478"/>
          <ac:spMkLst>
            <pc:docMk/>
            <pc:sldMk cId="3993957004" sldId="895"/>
            <ac:spMk id="8" creationId="{AA411B9E-8412-4BA6-83F0-FF752D800EDD}"/>
          </ac:spMkLst>
        </pc:spChg>
        <pc:spChg chg="del">
          <ac:chgData name="Minh Huynh" userId="01a137d4-0d81-46e0-aca6-c9185b391828" providerId="ADAL" clId="{18447838-0BCA-432B-86F3-BB78526C143F}" dt="2026-10-12T13:01:47.238" v="1973" actId="478"/>
          <ac:spMkLst>
            <pc:docMk/>
            <pc:sldMk cId="3993957004" sldId="895"/>
            <ac:spMk id="9" creationId="{E000B753-51B8-40BB-88F6-0BFF248218F3}"/>
          </ac:spMkLst>
        </pc:spChg>
        <pc:spChg chg="del">
          <ac:chgData name="Minh Huynh" userId="01a137d4-0d81-46e0-aca6-c9185b391828" providerId="ADAL" clId="{18447838-0BCA-432B-86F3-BB78526C143F}" dt="2026-10-12T13:01:47.238" v="1973" actId="478"/>
          <ac:spMkLst>
            <pc:docMk/>
            <pc:sldMk cId="3993957004" sldId="895"/>
            <ac:spMk id="10" creationId="{B9174980-C9A6-4B70-BF52-D9990420C2CF}"/>
          </ac:spMkLst>
        </pc:spChg>
        <pc:spChg chg="del">
          <ac:chgData name="Minh Huynh" userId="01a137d4-0d81-46e0-aca6-c9185b391828" providerId="ADAL" clId="{18447838-0BCA-432B-86F3-BB78526C143F}" dt="2026-10-12T13:01:47.238" v="1973" actId="478"/>
          <ac:spMkLst>
            <pc:docMk/>
            <pc:sldMk cId="3993957004" sldId="895"/>
            <ac:spMk id="14" creationId="{52C11F04-B75E-45C1-95A8-738F04B79287}"/>
          </ac:spMkLst>
        </pc:spChg>
        <pc:spChg chg="del">
          <ac:chgData name="Minh Huynh" userId="01a137d4-0d81-46e0-aca6-c9185b391828" providerId="ADAL" clId="{18447838-0BCA-432B-86F3-BB78526C143F}" dt="2026-10-12T13:01:47.238" v="1973" actId="478"/>
          <ac:spMkLst>
            <pc:docMk/>
            <pc:sldMk cId="3993957004" sldId="895"/>
            <ac:spMk id="15" creationId="{DAED56CE-0B37-4AB9-B3B6-25AAEE831464}"/>
          </ac:spMkLst>
        </pc:spChg>
        <pc:spChg chg="del">
          <ac:chgData name="Minh Huynh" userId="01a137d4-0d81-46e0-aca6-c9185b391828" providerId="ADAL" clId="{18447838-0BCA-432B-86F3-BB78526C143F}" dt="2026-10-12T13:01:47.238" v="1973" actId="478"/>
          <ac:spMkLst>
            <pc:docMk/>
            <pc:sldMk cId="3993957004" sldId="895"/>
            <ac:spMk id="16" creationId="{FE39AFD9-A564-4455-BC07-A5A96DD07AD0}"/>
          </ac:spMkLst>
        </pc:spChg>
        <pc:spChg chg="del">
          <ac:chgData name="Minh Huynh" userId="01a137d4-0d81-46e0-aca6-c9185b391828" providerId="ADAL" clId="{18447838-0BCA-432B-86F3-BB78526C143F}" dt="2026-10-12T13:01:47.238" v="1973" actId="478"/>
          <ac:spMkLst>
            <pc:docMk/>
            <pc:sldMk cId="3993957004" sldId="895"/>
            <ac:spMk id="17" creationId="{E4960A76-ADF4-4F4A-9264-03A786684A80}"/>
          </ac:spMkLst>
        </pc:spChg>
        <pc:spChg chg="add mod">
          <ac:chgData name="Minh Huynh" userId="01a137d4-0d81-46e0-aca6-c9185b391828" providerId="ADAL" clId="{18447838-0BCA-432B-86F3-BB78526C143F}" dt="2026-10-12T13:01:57.104" v="1975" actId="1076"/>
          <ac:spMkLst>
            <pc:docMk/>
            <pc:sldMk cId="3993957004" sldId="895"/>
            <ac:spMk id="18" creationId="{4E7FF7E1-1C0C-48C2-9DD3-5C6C1A9BBCBB}"/>
          </ac:spMkLst>
        </pc:spChg>
        <pc:spChg chg="add mod">
          <ac:chgData name="Minh Huynh" userId="01a137d4-0d81-46e0-aca6-c9185b391828" providerId="ADAL" clId="{18447838-0BCA-432B-86F3-BB78526C143F}" dt="2026-10-12T13:01:57.104" v="1975" actId="1076"/>
          <ac:spMkLst>
            <pc:docMk/>
            <pc:sldMk cId="3993957004" sldId="895"/>
            <ac:spMk id="19" creationId="{FD24D0C2-9D18-40CE-B3A7-DEFBE3E3B986}"/>
          </ac:spMkLst>
        </pc:spChg>
        <pc:spChg chg="add mod">
          <ac:chgData name="Minh Huynh" userId="01a137d4-0d81-46e0-aca6-c9185b391828" providerId="ADAL" clId="{18447838-0BCA-432B-86F3-BB78526C143F}" dt="2026-10-12T13:01:57.104" v="1975" actId="1076"/>
          <ac:spMkLst>
            <pc:docMk/>
            <pc:sldMk cId="3993957004" sldId="895"/>
            <ac:spMk id="20" creationId="{BA9F11AB-A6C6-4D03-9948-64854BB26A2B}"/>
          </ac:spMkLst>
        </pc:spChg>
        <pc:spChg chg="add mod">
          <ac:chgData name="Minh Huynh" userId="01a137d4-0d81-46e0-aca6-c9185b391828" providerId="ADAL" clId="{18447838-0BCA-432B-86F3-BB78526C143F}" dt="2026-10-12T13:01:57.104" v="1975" actId="1076"/>
          <ac:spMkLst>
            <pc:docMk/>
            <pc:sldMk cId="3993957004" sldId="895"/>
            <ac:spMk id="21" creationId="{332B9D4D-6520-47D7-B36D-B69FAA77A3E1}"/>
          </ac:spMkLst>
        </pc:spChg>
        <pc:spChg chg="add mod">
          <ac:chgData name="Minh Huynh" userId="01a137d4-0d81-46e0-aca6-c9185b391828" providerId="ADAL" clId="{18447838-0BCA-432B-86F3-BB78526C143F}" dt="2026-10-12T13:01:57.104" v="1975" actId="1076"/>
          <ac:spMkLst>
            <pc:docMk/>
            <pc:sldMk cId="3993957004" sldId="895"/>
            <ac:spMk id="22" creationId="{68B261C7-F027-4C4D-B39D-D9FB98303F76}"/>
          </ac:spMkLst>
        </pc:spChg>
        <pc:spChg chg="add mod">
          <ac:chgData name="Minh Huynh" userId="01a137d4-0d81-46e0-aca6-c9185b391828" providerId="ADAL" clId="{18447838-0BCA-432B-86F3-BB78526C143F}" dt="2026-10-12T13:01:57.104" v="1975" actId="1076"/>
          <ac:spMkLst>
            <pc:docMk/>
            <pc:sldMk cId="3993957004" sldId="895"/>
            <ac:spMk id="23" creationId="{3CC9B756-D368-4AED-93C0-83FF945814F6}"/>
          </ac:spMkLst>
        </pc:spChg>
        <pc:spChg chg="add mod">
          <ac:chgData name="Minh Huynh" userId="01a137d4-0d81-46e0-aca6-c9185b391828" providerId="ADAL" clId="{18447838-0BCA-432B-86F3-BB78526C143F}" dt="2026-10-12T13:01:57.104" v="1975" actId="1076"/>
          <ac:spMkLst>
            <pc:docMk/>
            <pc:sldMk cId="3993957004" sldId="895"/>
            <ac:spMk id="24" creationId="{9FF30AEA-507A-4D2C-807B-DBDCD5718E82}"/>
          </ac:spMkLst>
        </pc:spChg>
        <pc:spChg chg="add mod">
          <ac:chgData name="Minh Huynh" userId="01a137d4-0d81-46e0-aca6-c9185b391828" providerId="ADAL" clId="{18447838-0BCA-432B-86F3-BB78526C143F}" dt="2026-10-12T13:01:57.104" v="1975" actId="1076"/>
          <ac:spMkLst>
            <pc:docMk/>
            <pc:sldMk cId="3993957004" sldId="895"/>
            <ac:spMk id="25" creationId="{66547760-A8A8-4F67-B55C-40ED5A0D9D56}"/>
          </ac:spMkLst>
        </pc:spChg>
        <pc:spChg chg="add mod">
          <ac:chgData name="Minh Huynh" userId="01a137d4-0d81-46e0-aca6-c9185b391828" providerId="ADAL" clId="{18447838-0BCA-432B-86F3-BB78526C143F}" dt="2026-10-12T13:01:57.104" v="1975" actId="1076"/>
          <ac:spMkLst>
            <pc:docMk/>
            <pc:sldMk cId="3993957004" sldId="895"/>
            <ac:spMk id="26" creationId="{55C8CDF9-264C-421F-904E-406EDB4639F3}"/>
          </ac:spMkLst>
        </pc:spChg>
        <pc:spChg chg="add mod">
          <ac:chgData name="Minh Huynh" userId="01a137d4-0d81-46e0-aca6-c9185b391828" providerId="ADAL" clId="{18447838-0BCA-432B-86F3-BB78526C143F}" dt="2026-10-12T13:01:57.104" v="1975" actId="1076"/>
          <ac:spMkLst>
            <pc:docMk/>
            <pc:sldMk cId="3993957004" sldId="895"/>
            <ac:spMk id="27" creationId="{BAEC13F2-CC84-4E32-8F32-49F0EFD70B8D}"/>
          </ac:spMkLst>
        </pc:spChg>
        <pc:spChg chg="add mod">
          <ac:chgData name="Minh Huynh" userId="01a137d4-0d81-46e0-aca6-c9185b391828" providerId="ADAL" clId="{18447838-0BCA-432B-86F3-BB78526C143F}" dt="2026-10-12T13:01:57.104" v="1975" actId="1076"/>
          <ac:spMkLst>
            <pc:docMk/>
            <pc:sldMk cId="3993957004" sldId="895"/>
            <ac:spMk id="28" creationId="{CB62FC81-D16F-45A2-B445-C6BA8D73F20C}"/>
          </ac:spMkLst>
        </pc:spChg>
        <pc:spChg chg="add mod">
          <ac:chgData name="Minh Huynh" userId="01a137d4-0d81-46e0-aca6-c9185b391828" providerId="ADAL" clId="{18447838-0BCA-432B-86F3-BB78526C143F}" dt="2026-10-12T13:01:57.104" v="1975" actId="1076"/>
          <ac:spMkLst>
            <pc:docMk/>
            <pc:sldMk cId="3993957004" sldId="895"/>
            <ac:spMk id="29" creationId="{A990ABBE-A2F6-4DA2-A390-5D2A1D707954}"/>
          </ac:spMkLst>
        </pc:spChg>
        <pc:spChg chg="add mod">
          <ac:chgData name="Minh Huynh" userId="01a137d4-0d81-46e0-aca6-c9185b391828" providerId="ADAL" clId="{18447838-0BCA-432B-86F3-BB78526C143F}" dt="2026-10-12T13:01:57.104" v="1975" actId="1076"/>
          <ac:spMkLst>
            <pc:docMk/>
            <pc:sldMk cId="3993957004" sldId="895"/>
            <ac:spMk id="30" creationId="{7071FFB1-55F8-4FBE-8742-26909246F24E}"/>
          </ac:spMkLst>
        </pc:spChg>
        <pc:spChg chg="add mod">
          <ac:chgData name="Minh Huynh" userId="01a137d4-0d81-46e0-aca6-c9185b391828" providerId="ADAL" clId="{18447838-0BCA-432B-86F3-BB78526C143F}" dt="2026-10-12T13:01:57.104" v="1975" actId="1076"/>
          <ac:spMkLst>
            <pc:docMk/>
            <pc:sldMk cId="3993957004" sldId="895"/>
            <ac:spMk id="31" creationId="{6217B4F5-D897-4AB9-8C34-ECE42ADA1F17}"/>
          </ac:spMkLst>
        </pc:spChg>
        <pc:spChg chg="add mod">
          <ac:chgData name="Minh Huynh" userId="01a137d4-0d81-46e0-aca6-c9185b391828" providerId="ADAL" clId="{18447838-0BCA-432B-86F3-BB78526C143F}" dt="2026-10-12T13:01:57.104" v="1975" actId="1076"/>
          <ac:spMkLst>
            <pc:docMk/>
            <pc:sldMk cId="3993957004" sldId="895"/>
            <ac:spMk id="32" creationId="{B4C41404-CA2E-4998-9BC6-288E289BBAB6}"/>
          </ac:spMkLst>
        </pc:spChg>
        <pc:spChg chg="add mod">
          <ac:chgData name="Minh Huynh" userId="01a137d4-0d81-46e0-aca6-c9185b391828" providerId="ADAL" clId="{18447838-0BCA-432B-86F3-BB78526C143F}" dt="2026-10-12T13:01:57.104" v="1975" actId="1076"/>
          <ac:spMkLst>
            <pc:docMk/>
            <pc:sldMk cId="3993957004" sldId="895"/>
            <ac:spMk id="33" creationId="{46D993D9-6716-40B8-80B8-5A83E8DFD35A}"/>
          </ac:spMkLst>
        </pc:spChg>
        <pc:spChg chg="add mod">
          <ac:chgData name="Minh Huynh" userId="01a137d4-0d81-46e0-aca6-c9185b391828" providerId="ADAL" clId="{18447838-0BCA-432B-86F3-BB78526C143F}" dt="2026-10-12T13:01:57.104" v="1975" actId="1076"/>
          <ac:spMkLst>
            <pc:docMk/>
            <pc:sldMk cId="3993957004" sldId="895"/>
            <ac:spMk id="34" creationId="{094D348C-D2B0-4CD8-8272-C031B6095A00}"/>
          </ac:spMkLst>
        </pc:spChg>
        <pc:spChg chg="add mod">
          <ac:chgData name="Minh Huynh" userId="01a137d4-0d81-46e0-aca6-c9185b391828" providerId="ADAL" clId="{18447838-0BCA-432B-86F3-BB78526C143F}" dt="2026-10-12T13:01:57.104" v="1975" actId="1076"/>
          <ac:spMkLst>
            <pc:docMk/>
            <pc:sldMk cId="3993957004" sldId="895"/>
            <ac:spMk id="35" creationId="{5BF37038-ABA7-46CC-B2B6-18F0E7959B15}"/>
          </ac:spMkLst>
        </pc:spChg>
        <pc:spChg chg="add mod">
          <ac:chgData name="Minh Huynh" userId="01a137d4-0d81-46e0-aca6-c9185b391828" providerId="ADAL" clId="{18447838-0BCA-432B-86F3-BB78526C143F}" dt="2026-10-12T13:01:57.104" v="1975" actId="1076"/>
          <ac:spMkLst>
            <pc:docMk/>
            <pc:sldMk cId="3993957004" sldId="895"/>
            <ac:spMk id="36" creationId="{14FD2553-C1F0-4E8B-B08E-A20D3D2C4FCA}"/>
          </ac:spMkLst>
        </pc:spChg>
        <pc:spChg chg="add mod">
          <ac:chgData name="Minh Huynh" userId="01a137d4-0d81-46e0-aca6-c9185b391828" providerId="ADAL" clId="{18447838-0BCA-432B-86F3-BB78526C143F}" dt="2026-10-12T13:01:57.104" v="1975" actId="1076"/>
          <ac:spMkLst>
            <pc:docMk/>
            <pc:sldMk cId="3993957004" sldId="895"/>
            <ac:spMk id="37" creationId="{A4C82AE2-B2EB-4C1B-AACE-305D2746BCD5}"/>
          </ac:spMkLst>
        </pc:spChg>
        <pc:spChg chg="add mod">
          <ac:chgData name="Minh Huynh" userId="01a137d4-0d81-46e0-aca6-c9185b391828" providerId="ADAL" clId="{18447838-0BCA-432B-86F3-BB78526C143F}" dt="2026-10-12T13:01:57.104" v="1975" actId="1076"/>
          <ac:spMkLst>
            <pc:docMk/>
            <pc:sldMk cId="3993957004" sldId="895"/>
            <ac:spMk id="38" creationId="{B3AE82BC-7F70-4846-9F67-824B69658398}"/>
          </ac:spMkLst>
        </pc:spChg>
        <pc:spChg chg="add mod">
          <ac:chgData name="Minh Huynh" userId="01a137d4-0d81-46e0-aca6-c9185b391828" providerId="ADAL" clId="{18447838-0BCA-432B-86F3-BB78526C143F}" dt="2026-10-12T13:01:57.104" v="1975" actId="1076"/>
          <ac:spMkLst>
            <pc:docMk/>
            <pc:sldMk cId="3993957004" sldId="895"/>
            <ac:spMk id="39" creationId="{99C747F2-EE90-40AD-B901-2DB28F481C1F}"/>
          </ac:spMkLst>
        </pc:spChg>
        <pc:spChg chg="add mod">
          <ac:chgData name="Minh Huynh" userId="01a137d4-0d81-46e0-aca6-c9185b391828" providerId="ADAL" clId="{18447838-0BCA-432B-86F3-BB78526C143F}" dt="2026-10-12T13:01:57.104" v="1975" actId="1076"/>
          <ac:spMkLst>
            <pc:docMk/>
            <pc:sldMk cId="3993957004" sldId="895"/>
            <ac:spMk id="40" creationId="{16501685-C2A8-4290-82FC-927248EB3A02}"/>
          </ac:spMkLst>
        </pc:spChg>
        <pc:spChg chg="add mod">
          <ac:chgData name="Minh Huynh" userId="01a137d4-0d81-46e0-aca6-c9185b391828" providerId="ADAL" clId="{18447838-0BCA-432B-86F3-BB78526C143F}" dt="2026-10-12T13:01:57.104" v="1975" actId="1076"/>
          <ac:spMkLst>
            <pc:docMk/>
            <pc:sldMk cId="3993957004" sldId="895"/>
            <ac:spMk id="41" creationId="{A46A0F55-8C44-4BE6-8412-45F45FAE1D86}"/>
          </ac:spMkLst>
        </pc:spChg>
        <pc:spChg chg="add mod">
          <ac:chgData name="Minh Huynh" userId="01a137d4-0d81-46e0-aca6-c9185b391828" providerId="ADAL" clId="{18447838-0BCA-432B-86F3-BB78526C143F}" dt="2026-10-12T13:01:57.104" v="1975" actId="1076"/>
          <ac:spMkLst>
            <pc:docMk/>
            <pc:sldMk cId="3993957004" sldId="895"/>
            <ac:spMk id="42" creationId="{BC0F5F11-C0B3-4FD5-A63D-99BA31DC1CB9}"/>
          </ac:spMkLst>
        </pc:spChg>
        <pc:spChg chg="add mod">
          <ac:chgData name="Minh Huynh" userId="01a137d4-0d81-46e0-aca6-c9185b391828" providerId="ADAL" clId="{18447838-0BCA-432B-86F3-BB78526C143F}" dt="2026-10-12T13:01:57.104" v="1975" actId="1076"/>
          <ac:spMkLst>
            <pc:docMk/>
            <pc:sldMk cId="3993957004" sldId="895"/>
            <ac:spMk id="43" creationId="{30AC0449-A340-424A-A10C-FABE4139585A}"/>
          </ac:spMkLst>
        </pc:spChg>
        <pc:spChg chg="add mod">
          <ac:chgData name="Minh Huynh" userId="01a137d4-0d81-46e0-aca6-c9185b391828" providerId="ADAL" clId="{18447838-0BCA-432B-86F3-BB78526C143F}" dt="2026-10-12T13:01:57.104" v="1975" actId="1076"/>
          <ac:spMkLst>
            <pc:docMk/>
            <pc:sldMk cId="3993957004" sldId="895"/>
            <ac:spMk id="44" creationId="{D89274F0-0077-45A8-A335-D88086FAB4AE}"/>
          </ac:spMkLst>
        </pc:spChg>
        <pc:spChg chg="add mod">
          <ac:chgData name="Minh Huynh" userId="01a137d4-0d81-46e0-aca6-c9185b391828" providerId="ADAL" clId="{18447838-0BCA-432B-86F3-BB78526C143F}" dt="2026-10-12T13:01:57.104" v="1975" actId="1076"/>
          <ac:spMkLst>
            <pc:docMk/>
            <pc:sldMk cId="3993957004" sldId="895"/>
            <ac:spMk id="45" creationId="{1BFA4590-8A85-404F-B06C-81529B4F597B}"/>
          </ac:spMkLst>
        </pc:spChg>
        <pc:spChg chg="add mod">
          <ac:chgData name="Minh Huynh" userId="01a137d4-0d81-46e0-aca6-c9185b391828" providerId="ADAL" clId="{18447838-0BCA-432B-86F3-BB78526C143F}" dt="2026-10-12T13:01:57.104" v="1975" actId="1076"/>
          <ac:spMkLst>
            <pc:docMk/>
            <pc:sldMk cId="3993957004" sldId="895"/>
            <ac:spMk id="46" creationId="{D1B5B2C1-5592-4365-B7C8-93D45E6A636F}"/>
          </ac:spMkLst>
        </pc:spChg>
        <pc:spChg chg="add mod">
          <ac:chgData name="Minh Huynh" userId="01a137d4-0d81-46e0-aca6-c9185b391828" providerId="ADAL" clId="{18447838-0BCA-432B-86F3-BB78526C143F}" dt="2026-10-12T13:01:57.104" v="1975" actId="1076"/>
          <ac:spMkLst>
            <pc:docMk/>
            <pc:sldMk cId="3993957004" sldId="895"/>
            <ac:spMk id="47" creationId="{1697DA11-334D-44F0-A9D8-08A3D73A44DF}"/>
          </ac:spMkLst>
        </pc:spChg>
        <pc:spChg chg="add mod">
          <ac:chgData name="Minh Huynh" userId="01a137d4-0d81-46e0-aca6-c9185b391828" providerId="ADAL" clId="{18447838-0BCA-432B-86F3-BB78526C143F}" dt="2026-10-12T13:01:57.104" v="1975" actId="1076"/>
          <ac:spMkLst>
            <pc:docMk/>
            <pc:sldMk cId="3993957004" sldId="895"/>
            <ac:spMk id="48" creationId="{9458334B-5479-4D49-9D41-DB4034C7904A}"/>
          </ac:spMkLst>
        </pc:spChg>
        <pc:spChg chg="add mod">
          <ac:chgData name="Minh Huynh" userId="01a137d4-0d81-46e0-aca6-c9185b391828" providerId="ADAL" clId="{18447838-0BCA-432B-86F3-BB78526C143F}" dt="2026-10-12T13:01:57.104" v="1975" actId="1076"/>
          <ac:spMkLst>
            <pc:docMk/>
            <pc:sldMk cId="3993957004" sldId="895"/>
            <ac:spMk id="49" creationId="{07EF7FA4-120C-47A6-A228-1E248E4DF2AF}"/>
          </ac:spMkLst>
        </pc:spChg>
        <pc:spChg chg="add mod">
          <ac:chgData name="Minh Huynh" userId="01a137d4-0d81-46e0-aca6-c9185b391828" providerId="ADAL" clId="{18447838-0BCA-432B-86F3-BB78526C143F}" dt="2026-10-12T13:01:57.104" v="1975" actId="1076"/>
          <ac:spMkLst>
            <pc:docMk/>
            <pc:sldMk cId="3993957004" sldId="895"/>
            <ac:spMk id="50" creationId="{84A174A8-1A28-4575-9E99-000DD20AB376}"/>
          </ac:spMkLst>
        </pc:spChg>
        <pc:spChg chg="add mod">
          <ac:chgData name="Minh Huynh" userId="01a137d4-0d81-46e0-aca6-c9185b391828" providerId="ADAL" clId="{18447838-0BCA-432B-86F3-BB78526C143F}" dt="2026-10-12T13:01:57.104" v="1975" actId="1076"/>
          <ac:spMkLst>
            <pc:docMk/>
            <pc:sldMk cId="3993957004" sldId="895"/>
            <ac:spMk id="51" creationId="{8CED851A-286A-4F97-8915-A6043E6EAE00}"/>
          </ac:spMkLst>
        </pc:spChg>
        <pc:spChg chg="add mod">
          <ac:chgData name="Minh Huynh" userId="01a137d4-0d81-46e0-aca6-c9185b391828" providerId="ADAL" clId="{18447838-0BCA-432B-86F3-BB78526C143F}" dt="2026-10-12T13:01:57.104" v="1975" actId="1076"/>
          <ac:spMkLst>
            <pc:docMk/>
            <pc:sldMk cId="3993957004" sldId="895"/>
            <ac:spMk id="52" creationId="{BD143726-3B87-484E-8A25-4C575DCDAF4A}"/>
          </ac:spMkLst>
        </pc:spChg>
        <pc:spChg chg="add mod">
          <ac:chgData name="Minh Huynh" userId="01a137d4-0d81-46e0-aca6-c9185b391828" providerId="ADAL" clId="{18447838-0BCA-432B-86F3-BB78526C143F}" dt="2026-10-12T13:01:57.104" v="1975" actId="1076"/>
          <ac:spMkLst>
            <pc:docMk/>
            <pc:sldMk cId="3993957004" sldId="895"/>
            <ac:spMk id="53" creationId="{5E060BAA-820A-42C1-849F-87444478AA8D}"/>
          </ac:spMkLst>
        </pc:spChg>
        <pc:spChg chg="add mod">
          <ac:chgData name="Minh Huynh" userId="01a137d4-0d81-46e0-aca6-c9185b391828" providerId="ADAL" clId="{18447838-0BCA-432B-86F3-BB78526C143F}" dt="2026-10-12T13:01:57.104" v="1975" actId="1076"/>
          <ac:spMkLst>
            <pc:docMk/>
            <pc:sldMk cId="3993957004" sldId="895"/>
            <ac:spMk id="54" creationId="{813B2B9B-8482-4978-8D57-907AACA9021E}"/>
          </ac:spMkLst>
        </pc:spChg>
        <pc:spChg chg="add mod">
          <ac:chgData name="Minh Huynh" userId="01a137d4-0d81-46e0-aca6-c9185b391828" providerId="ADAL" clId="{18447838-0BCA-432B-86F3-BB78526C143F}" dt="2026-10-12T13:01:57.104" v="1975" actId="1076"/>
          <ac:spMkLst>
            <pc:docMk/>
            <pc:sldMk cId="3993957004" sldId="895"/>
            <ac:spMk id="55" creationId="{3408BEE7-7EA9-465A-8CE1-478BABE14D8F}"/>
          </ac:spMkLst>
        </pc:spChg>
        <pc:spChg chg="add mod">
          <ac:chgData name="Minh Huynh" userId="01a137d4-0d81-46e0-aca6-c9185b391828" providerId="ADAL" clId="{18447838-0BCA-432B-86F3-BB78526C143F}" dt="2026-10-12T13:01:57.104" v="1975" actId="1076"/>
          <ac:spMkLst>
            <pc:docMk/>
            <pc:sldMk cId="3993957004" sldId="895"/>
            <ac:spMk id="56" creationId="{90A4F152-C999-4880-A896-BEF8606E6139}"/>
          </ac:spMkLst>
        </pc:spChg>
        <pc:spChg chg="add mod">
          <ac:chgData name="Minh Huynh" userId="01a137d4-0d81-46e0-aca6-c9185b391828" providerId="ADAL" clId="{18447838-0BCA-432B-86F3-BB78526C143F}" dt="2026-10-12T13:01:57.104" v="1975" actId="1076"/>
          <ac:spMkLst>
            <pc:docMk/>
            <pc:sldMk cId="3993957004" sldId="895"/>
            <ac:spMk id="57" creationId="{1847F778-9862-4361-AAFD-78CF59E6E05F}"/>
          </ac:spMkLst>
        </pc:spChg>
        <pc:spChg chg="add mod">
          <ac:chgData name="Minh Huynh" userId="01a137d4-0d81-46e0-aca6-c9185b391828" providerId="ADAL" clId="{18447838-0BCA-432B-86F3-BB78526C143F}" dt="2026-10-12T13:02:00.847" v="1976" actId="1076"/>
          <ac:spMkLst>
            <pc:docMk/>
            <pc:sldMk cId="3993957004" sldId="895"/>
            <ac:spMk id="58" creationId="{87D9AF8B-B7D7-48F7-A4B6-C9907DAD8B0C}"/>
          </ac:spMkLst>
        </pc:spChg>
        <pc:spChg chg="add mod">
          <ac:chgData name="Minh Huynh" userId="01a137d4-0d81-46e0-aca6-c9185b391828" providerId="ADAL" clId="{18447838-0BCA-432B-86F3-BB78526C143F}" dt="2026-10-12T13:01:57.104" v="1975" actId="1076"/>
          <ac:spMkLst>
            <pc:docMk/>
            <pc:sldMk cId="3993957004" sldId="895"/>
            <ac:spMk id="59" creationId="{204D2041-AA8A-4A90-B5E3-8737FCADB6D4}"/>
          </ac:spMkLst>
        </pc:spChg>
        <pc:spChg chg="add mod">
          <ac:chgData name="Minh Huynh" userId="01a137d4-0d81-46e0-aca6-c9185b391828" providerId="ADAL" clId="{18447838-0BCA-432B-86F3-BB78526C143F}" dt="2026-10-12T13:02:00.847" v="1976" actId="1076"/>
          <ac:spMkLst>
            <pc:docMk/>
            <pc:sldMk cId="3993957004" sldId="895"/>
            <ac:spMk id="60" creationId="{FEF18E61-08FC-4F95-BDCF-0D1D0404AD1D}"/>
          </ac:spMkLst>
        </pc:spChg>
        <pc:spChg chg="add mod">
          <ac:chgData name="Minh Huynh" userId="01a137d4-0d81-46e0-aca6-c9185b391828" providerId="ADAL" clId="{18447838-0BCA-432B-86F3-BB78526C143F}" dt="2026-10-12T13:02:00.847" v="1976" actId="1076"/>
          <ac:spMkLst>
            <pc:docMk/>
            <pc:sldMk cId="3993957004" sldId="895"/>
            <ac:spMk id="61" creationId="{E8DF7E1E-DA88-4B59-A91B-B30C52F0DC17}"/>
          </ac:spMkLst>
        </pc:spChg>
        <pc:spChg chg="add del mod">
          <ac:chgData name="Minh Huynh" userId="01a137d4-0d81-46e0-aca6-c9185b391828" providerId="ADAL" clId="{18447838-0BCA-432B-86F3-BB78526C143F}" dt="2026-10-12T13:02:06.305" v="1977" actId="478"/>
          <ac:spMkLst>
            <pc:docMk/>
            <pc:sldMk cId="3993957004" sldId="895"/>
            <ac:spMk id="62" creationId="{41A943B0-9FDD-470A-A612-3876C3537955}"/>
          </ac:spMkLst>
        </pc:spChg>
        <pc:spChg chg="add mod">
          <ac:chgData name="Minh Huynh" userId="01a137d4-0d81-46e0-aca6-c9185b391828" providerId="ADAL" clId="{18447838-0BCA-432B-86F3-BB78526C143F}" dt="2026-10-12T13:02:10.461" v="1978" actId="1076"/>
          <ac:spMkLst>
            <pc:docMk/>
            <pc:sldMk cId="3993957004" sldId="895"/>
            <ac:spMk id="63" creationId="{BBC0D6B6-D68A-46B9-AE72-4D68D7AFB893}"/>
          </ac:spMkLst>
        </pc:spChg>
        <pc:spChg chg="add mod">
          <ac:chgData name="Minh Huynh" userId="01a137d4-0d81-46e0-aca6-c9185b391828" providerId="ADAL" clId="{18447838-0BCA-432B-86F3-BB78526C143F}" dt="2026-10-12T13:02:10.461" v="1978" actId="1076"/>
          <ac:spMkLst>
            <pc:docMk/>
            <pc:sldMk cId="3993957004" sldId="895"/>
            <ac:spMk id="64" creationId="{1FC6BBDF-5A39-4C3A-BBBB-DD6A15E9F581}"/>
          </ac:spMkLst>
        </pc:spChg>
        <pc:spChg chg="add mod">
          <ac:chgData name="Minh Huynh" userId="01a137d4-0d81-46e0-aca6-c9185b391828" providerId="ADAL" clId="{18447838-0BCA-432B-86F3-BB78526C143F}" dt="2026-10-12T13:02:10.461" v="1978" actId="1076"/>
          <ac:spMkLst>
            <pc:docMk/>
            <pc:sldMk cId="3993957004" sldId="895"/>
            <ac:spMk id="65" creationId="{13F8ECC4-F7AD-4171-A16D-AB07F3BFBE8D}"/>
          </ac:spMkLst>
        </pc:spChg>
        <pc:spChg chg="add mod">
          <ac:chgData name="Minh Huynh" userId="01a137d4-0d81-46e0-aca6-c9185b391828" providerId="ADAL" clId="{18447838-0BCA-432B-86F3-BB78526C143F}" dt="2026-10-12T13:02:00.847" v="1976" actId="1076"/>
          <ac:spMkLst>
            <pc:docMk/>
            <pc:sldMk cId="3993957004" sldId="895"/>
            <ac:spMk id="66" creationId="{A981D95C-D81E-40EC-8AAE-FE4B26BC671E}"/>
          </ac:spMkLst>
        </pc:spChg>
        <pc:picChg chg="del">
          <ac:chgData name="Minh Huynh" userId="01a137d4-0d81-46e0-aca6-c9185b391828" providerId="ADAL" clId="{18447838-0BCA-432B-86F3-BB78526C143F}" dt="2026-10-12T13:01:47.238" v="1973" actId="478"/>
          <ac:picMkLst>
            <pc:docMk/>
            <pc:sldMk cId="3993957004" sldId="895"/>
            <ac:picMk id="3" creationId="{239C9BA0-FA36-4B4A-9CD4-46D8A83AD1A8}"/>
          </ac:picMkLst>
        </pc:picChg>
        <pc:picChg chg="del">
          <ac:chgData name="Minh Huynh" userId="01a137d4-0d81-46e0-aca6-c9185b391828" providerId="ADAL" clId="{18447838-0BCA-432B-86F3-BB78526C143F}" dt="2026-10-12T13:01:47.238" v="1973" actId="478"/>
          <ac:picMkLst>
            <pc:docMk/>
            <pc:sldMk cId="3993957004" sldId="895"/>
            <ac:picMk id="11" creationId="{CA065546-B251-4483-B60E-83D29876EE4B}"/>
          </ac:picMkLst>
        </pc:picChg>
        <pc:cxnChg chg="del">
          <ac:chgData name="Minh Huynh" userId="01a137d4-0d81-46e0-aca6-c9185b391828" providerId="ADAL" clId="{18447838-0BCA-432B-86F3-BB78526C143F}" dt="2026-10-12T13:01:47.238" v="1973" actId="478"/>
          <ac:cxnSpMkLst>
            <pc:docMk/>
            <pc:sldMk cId="3993957004" sldId="895"/>
            <ac:cxnSpMk id="13" creationId="{87C6168D-FDB5-4F3B-A792-CEB6CFE658F6}"/>
          </ac:cxnSpMkLst>
        </pc:cxnChg>
        <pc:cxnChg chg="add mod">
          <ac:chgData name="Minh Huynh" userId="01a137d4-0d81-46e0-aca6-c9185b391828" providerId="ADAL" clId="{18447838-0BCA-432B-86F3-BB78526C143F}" dt="2026-10-12T13:01:57.104" v="1975" actId="1076"/>
          <ac:cxnSpMkLst>
            <pc:docMk/>
            <pc:sldMk cId="3993957004" sldId="895"/>
            <ac:cxnSpMk id="67" creationId="{0EB3A909-6832-47D3-9069-FE13EEA045AD}"/>
          </ac:cxnSpMkLst>
        </pc:cxnChg>
      </pc:sldChg>
      <pc:sldChg chg="addSp delSp modSp add mod">
        <pc:chgData name="Minh Huynh" userId="01a137d4-0d81-46e0-aca6-c9185b391828" providerId="ADAL" clId="{18447838-0BCA-432B-86F3-BB78526C143F}" dt="2026-10-12T21:46:21.779" v="2046"/>
        <pc:sldMkLst>
          <pc:docMk/>
          <pc:sldMk cId="803991064" sldId="896"/>
        </pc:sldMkLst>
        <pc:spChg chg="mod">
          <ac:chgData name="Minh Huynh" userId="01a137d4-0d81-46e0-aca6-c9185b391828" providerId="ADAL" clId="{18447838-0BCA-432B-86F3-BB78526C143F}" dt="2026-10-12T21:46:21.779" v="2046"/>
          <ac:spMkLst>
            <pc:docMk/>
            <pc:sldMk cId="803991064" sldId="896"/>
            <ac:spMk id="4" creationId="{7BC73E8E-0D58-4B4B-A5C4-A8AE38997407}"/>
          </ac:spMkLst>
        </pc:spChg>
        <pc:spChg chg="del">
          <ac:chgData name="Minh Huynh" userId="01a137d4-0d81-46e0-aca6-c9185b391828" providerId="ADAL" clId="{18447838-0BCA-432B-86F3-BB78526C143F}" dt="2026-10-12T13:02:55.443" v="1984" actId="478"/>
          <ac:spMkLst>
            <pc:docMk/>
            <pc:sldMk cId="803991064" sldId="896"/>
            <ac:spMk id="18" creationId="{4E7FF7E1-1C0C-48C2-9DD3-5C6C1A9BBCBB}"/>
          </ac:spMkLst>
        </pc:spChg>
        <pc:spChg chg="del">
          <ac:chgData name="Minh Huynh" userId="01a137d4-0d81-46e0-aca6-c9185b391828" providerId="ADAL" clId="{18447838-0BCA-432B-86F3-BB78526C143F}" dt="2026-10-12T13:02:55.443" v="1984" actId="478"/>
          <ac:spMkLst>
            <pc:docMk/>
            <pc:sldMk cId="803991064" sldId="896"/>
            <ac:spMk id="19" creationId="{FD24D0C2-9D18-40CE-B3A7-DEFBE3E3B986}"/>
          </ac:spMkLst>
        </pc:spChg>
        <pc:spChg chg="del">
          <ac:chgData name="Minh Huynh" userId="01a137d4-0d81-46e0-aca6-c9185b391828" providerId="ADAL" clId="{18447838-0BCA-432B-86F3-BB78526C143F}" dt="2026-10-12T13:02:55.443" v="1984" actId="478"/>
          <ac:spMkLst>
            <pc:docMk/>
            <pc:sldMk cId="803991064" sldId="896"/>
            <ac:spMk id="20" creationId="{BA9F11AB-A6C6-4D03-9948-64854BB26A2B}"/>
          </ac:spMkLst>
        </pc:spChg>
        <pc:spChg chg="del">
          <ac:chgData name="Minh Huynh" userId="01a137d4-0d81-46e0-aca6-c9185b391828" providerId="ADAL" clId="{18447838-0BCA-432B-86F3-BB78526C143F}" dt="2026-10-12T13:02:55.443" v="1984" actId="478"/>
          <ac:spMkLst>
            <pc:docMk/>
            <pc:sldMk cId="803991064" sldId="896"/>
            <ac:spMk id="21" creationId="{332B9D4D-6520-47D7-B36D-B69FAA77A3E1}"/>
          </ac:spMkLst>
        </pc:spChg>
        <pc:spChg chg="del">
          <ac:chgData name="Minh Huynh" userId="01a137d4-0d81-46e0-aca6-c9185b391828" providerId="ADAL" clId="{18447838-0BCA-432B-86F3-BB78526C143F}" dt="2026-10-12T13:02:55.443" v="1984" actId="478"/>
          <ac:spMkLst>
            <pc:docMk/>
            <pc:sldMk cId="803991064" sldId="896"/>
            <ac:spMk id="22" creationId="{68B261C7-F027-4C4D-B39D-D9FB98303F76}"/>
          </ac:spMkLst>
        </pc:spChg>
        <pc:spChg chg="del">
          <ac:chgData name="Minh Huynh" userId="01a137d4-0d81-46e0-aca6-c9185b391828" providerId="ADAL" clId="{18447838-0BCA-432B-86F3-BB78526C143F}" dt="2026-10-12T13:02:55.443" v="1984" actId="478"/>
          <ac:spMkLst>
            <pc:docMk/>
            <pc:sldMk cId="803991064" sldId="896"/>
            <ac:spMk id="23" creationId="{3CC9B756-D368-4AED-93C0-83FF945814F6}"/>
          </ac:spMkLst>
        </pc:spChg>
        <pc:spChg chg="del">
          <ac:chgData name="Minh Huynh" userId="01a137d4-0d81-46e0-aca6-c9185b391828" providerId="ADAL" clId="{18447838-0BCA-432B-86F3-BB78526C143F}" dt="2026-10-12T13:02:55.443" v="1984" actId="478"/>
          <ac:spMkLst>
            <pc:docMk/>
            <pc:sldMk cId="803991064" sldId="896"/>
            <ac:spMk id="24" creationId="{9FF30AEA-507A-4D2C-807B-DBDCD5718E82}"/>
          </ac:spMkLst>
        </pc:spChg>
        <pc:spChg chg="del">
          <ac:chgData name="Minh Huynh" userId="01a137d4-0d81-46e0-aca6-c9185b391828" providerId="ADAL" clId="{18447838-0BCA-432B-86F3-BB78526C143F}" dt="2026-10-12T13:02:55.443" v="1984" actId="478"/>
          <ac:spMkLst>
            <pc:docMk/>
            <pc:sldMk cId="803991064" sldId="896"/>
            <ac:spMk id="25" creationId="{66547760-A8A8-4F67-B55C-40ED5A0D9D56}"/>
          </ac:spMkLst>
        </pc:spChg>
        <pc:spChg chg="del">
          <ac:chgData name="Minh Huynh" userId="01a137d4-0d81-46e0-aca6-c9185b391828" providerId="ADAL" clId="{18447838-0BCA-432B-86F3-BB78526C143F}" dt="2026-10-12T13:02:55.443" v="1984" actId="478"/>
          <ac:spMkLst>
            <pc:docMk/>
            <pc:sldMk cId="803991064" sldId="896"/>
            <ac:spMk id="26" creationId="{55C8CDF9-264C-421F-904E-406EDB4639F3}"/>
          </ac:spMkLst>
        </pc:spChg>
        <pc:spChg chg="del">
          <ac:chgData name="Minh Huynh" userId="01a137d4-0d81-46e0-aca6-c9185b391828" providerId="ADAL" clId="{18447838-0BCA-432B-86F3-BB78526C143F}" dt="2026-10-12T13:02:55.443" v="1984" actId="478"/>
          <ac:spMkLst>
            <pc:docMk/>
            <pc:sldMk cId="803991064" sldId="896"/>
            <ac:spMk id="27" creationId="{BAEC13F2-CC84-4E32-8F32-49F0EFD70B8D}"/>
          </ac:spMkLst>
        </pc:spChg>
        <pc:spChg chg="del">
          <ac:chgData name="Minh Huynh" userId="01a137d4-0d81-46e0-aca6-c9185b391828" providerId="ADAL" clId="{18447838-0BCA-432B-86F3-BB78526C143F}" dt="2026-10-12T13:02:55.443" v="1984" actId="478"/>
          <ac:spMkLst>
            <pc:docMk/>
            <pc:sldMk cId="803991064" sldId="896"/>
            <ac:spMk id="28" creationId="{CB62FC81-D16F-45A2-B445-C6BA8D73F20C}"/>
          </ac:spMkLst>
        </pc:spChg>
        <pc:spChg chg="del">
          <ac:chgData name="Minh Huynh" userId="01a137d4-0d81-46e0-aca6-c9185b391828" providerId="ADAL" clId="{18447838-0BCA-432B-86F3-BB78526C143F}" dt="2026-10-12T13:02:55.443" v="1984" actId="478"/>
          <ac:spMkLst>
            <pc:docMk/>
            <pc:sldMk cId="803991064" sldId="896"/>
            <ac:spMk id="29" creationId="{A990ABBE-A2F6-4DA2-A390-5D2A1D707954}"/>
          </ac:spMkLst>
        </pc:spChg>
        <pc:spChg chg="del">
          <ac:chgData name="Minh Huynh" userId="01a137d4-0d81-46e0-aca6-c9185b391828" providerId="ADAL" clId="{18447838-0BCA-432B-86F3-BB78526C143F}" dt="2026-10-12T13:02:55.443" v="1984" actId="478"/>
          <ac:spMkLst>
            <pc:docMk/>
            <pc:sldMk cId="803991064" sldId="896"/>
            <ac:spMk id="30" creationId="{7071FFB1-55F8-4FBE-8742-26909246F24E}"/>
          </ac:spMkLst>
        </pc:spChg>
        <pc:spChg chg="del">
          <ac:chgData name="Minh Huynh" userId="01a137d4-0d81-46e0-aca6-c9185b391828" providerId="ADAL" clId="{18447838-0BCA-432B-86F3-BB78526C143F}" dt="2026-10-12T13:02:55.443" v="1984" actId="478"/>
          <ac:spMkLst>
            <pc:docMk/>
            <pc:sldMk cId="803991064" sldId="896"/>
            <ac:spMk id="31" creationId="{6217B4F5-D897-4AB9-8C34-ECE42ADA1F17}"/>
          </ac:spMkLst>
        </pc:spChg>
        <pc:spChg chg="del">
          <ac:chgData name="Minh Huynh" userId="01a137d4-0d81-46e0-aca6-c9185b391828" providerId="ADAL" clId="{18447838-0BCA-432B-86F3-BB78526C143F}" dt="2026-10-12T13:02:55.443" v="1984" actId="478"/>
          <ac:spMkLst>
            <pc:docMk/>
            <pc:sldMk cId="803991064" sldId="896"/>
            <ac:spMk id="32" creationId="{B4C41404-CA2E-4998-9BC6-288E289BBAB6}"/>
          </ac:spMkLst>
        </pc:spChg>
        <pc:spChg chg="del">
          <ac:chgData name="Minh Huynh" userId="01a137d4-0d81-46e0-aca6-c9185b391828" providerId="ADAL" clId="{18447838-0BCA-432B-86F3-BB78526C143F}" dt="2026-10-12T13:02:55.443" v="1984" actId="478"/>
          <ac:spMkLst>
            <pc:docMk/>
            <pc:sldMk cId="803991064" sldId="896"/>
            <ac:spMk id="33" creationId="{46D993D9-6716-40B8-80B8-5A83E8DFD35A}"/>
          </ac:spMkLst>
        </pc:spChg>
        <pc:spChg chg="del">
          <ac:chgData name="Minh Huynh" userId="01a137d4-0d81-46e0-aca6-c9185b391828" providerId="ADAL" clId="{18447838-0BCA-432B-86F3-BB78526C143F}" dt="2026-10-12T13:02:55.443" v="1984" actId="478"/>
          <ac:spMkLst>
            <pc:docMk/>
            <pc:sldMk cId="803991064" sldId="896"/>
            <ac:spMk id="34" creationId="{094D348C-D2B0-4CD8-8272-C031B6095A00}"/>
          </ac:spMkLst>
        </pc:spChg>
        <pc:spChg chg="del">
          <ac:chgData name="Minh Huynh" userId="01a137d4-0d81-46e0-aca6-c9185b391828" providerId="ADAL" clId="{18447838-0BCA-432B-86F3-BB78526C143F}" dt="2026-10-12T13:02:55.443" v="1984" actId="478"/>
          <ac:spMkLst>
            <pc:docMk/>
            <pc:sldMk cId="803991064" sldId="896"/>
            <ac:spMk id="35" creationId="{5BF37038-ABA7-46CC-B2B6-18F0E7959B15}"/>
          </ac:spMkLst>
        </pc:spChg>
        <pc:spChg chg="del">
          <ac:chgData name="Minh Huynh" userId="01a137d4-0d81-46e0-aca6-c9185b391828" providerId="ADAL" clId="{18447838-0BCA-432B-86F3-BB78526C143F}" dt="2026-10-12T13:02:55.443" v="1984" actId="478"/>
          <ac:spMkLst>
            <pc:docMk/>
            <pc:sldMk cId="803991064" sldId="896"/>
            <ac:spMk id="36" creationId="{14FD2553-C1F0-4E8B-B08E-A20D3D2C4FCA}"/>
          </ac:spMkLst>
        </pc:spChg>
        <pc:spChg chg="del">
          <ac:chgData name="Minh Huynh" userId="01a137d4-0d81-46e0-aca6-c9185b391828" providerId="ADAL" clId="{18447838-0BCA-432B-86F3-BB78526C143F}" dt="2026-10-12T13:02:55.443" v="1984" actId="478"/>
          <ac:spMkLst>
            <pc:docMk/>
            <pc:sldMk cId="803991064" sldId="896"/>
            <ac:spMk id="37" creationId="{A4C82AE2-B2EB-4C1B-AACE-305D2746BCD5}"/>
          </ac:spMkLst>
        </pc:spChg>
        <pc:spChg chg="del">
          <ac:chgData name="Minh Huynh" userId="01a137d4-0d81-46e0-aca6-c9185b391828" providerId="ADAL" clId="{18447838-0BCA-432B-86F3-BB78526C143F}" dt="2026-10-12T13:02:55.443" v="1984" actId="478"/>
          <ac:spMkLst>
            <pc:docMk/>
            <pc:sldMk cId="803991064" sldId="896"/>
            <ac:spMk id="38" creationId="{B3AE82BC-7F70-4846-9F67-824B69658398}"/>
          </ac:spMkLst>
        </pc:spChg>
        <pc:spChg chg="del">
          <ac:chgData name="Minh Huynh" userId="01a137d4-0d81-46e0-aca6-c9185b391828" providerId="ADAL" clId="{18447838-0BCA-432B-86F3-BB78526C143F}" dt="2026-10-12T13:02:55.443" v="1984" actId="478"/>
          <ac:spMkLst>
            <pc:docMk/>
            <pc:sldMk cId="803991064" sldId="896"/>
            <ac:spMk id="39" creationId="{99C747F2-EE90-40AD-B901-2DB28F481C1F}"/>
          </ac:spMkLst>
        </pc:spChg>
        <pc:spChg chg="del">
          <ac:chgData name="Minh Huynh" userId="01a137d4-0d81-46e0-aca6-c9185b391828" providerId="ADAL" clId="{18447838-0BCA-432B-86F3-BB78526C143F}" dt="2026-10-12T13:02:55.443" v="1984" actId="478"/>
          <ac:spMkLst>
            <pc:docMk/>
            <pc:sldMk cId="803991064" sldId="896"/>
            <ac:spMk id="40" creationId="{16501685-C2A8-4290-82FC-927248EB3A02}"/>
          </ac:spMkLst>
        </pc:spChg>
        <pc:spChg chg="del">
          <ac:chgData name="Minh Huynh" userId="01a137d4-0d81-46e0-aca6-c9185b391828" providerId="ADAL" clId="{18447838-0BCA-432B-86F3-BB78526C143F}" dt="2026-10-12T13:02:55.443" v="1984" actId="478"/>
          <ac:spMkLst>
            <pc:docMk/>
            <pc:sldMk cId="803991064" sldId="896"/>
            <ac:spMk id="41" creationId="{A46A0F55-8C44-4BE6-8412-45F45FAE1D86}"/>
          </ac:spMkLst>
        </pc:spChg>
        <pc:spChg chg="del">
          <ac:chgData name="Minh Huynh" userId="01a137d4-0d81-46e0-aca6-c9185b391828" providerId="ADAL" clId="{18447838-0BCA-432B-86F3-BB78526C143F}" dt="2026-10-12T13:02:55.443" v="1984" actId="478"/>
          <ac:spMkLst>
            <pc:docMk/>
            <pc:sldMk cId="803991064" sldId="896"/>
            <ac:spMk id="42" creationId="{BC0F5F11-C0B3-4FD5-A63D-99BA31DC1CB9}"/>
          </ac:spMkLst>
        </pc:spChg>
        <pc:spChg chg="del">
          <ac:chgData name="Minh Huynh" userId="01a137d4-0d81-46e0-aca6-c9185b391828" providerId="ADAL" clId="{18447838-0BCA-432B-86F3-BB78526C143F}" dt="2026-10-12T13:02:55.443" v="1984" actId="478"/>
          <ac:spMkLst>
            <pc:docMk/>
            <pc:sldMk cId="803991064" sldId="896"/>
            <ac:spMk id="43" creationId="{30AC0449-A340-424A-A10C-FABE4139585A}"/>
          </ac:spMkLst>
        </pc:spChg>
        <pc:spChg chg="del">
          <ac:chgData name="Minh Huynh" userId="01a137d4-0d81-46e0-aca6-c9185b391828" providerId="ADAL" clId="{18447838-0BCA-432B-86F3-BB78526C143F}" dt="2026-10-12T13:02:55.443" v="1984" actId="478"/>
          <ac:spMkLst>
            <pc:docMk/>
            <pc:sldMk cId="803991064" sldId="896"/>
            <ac:spMk id="44" creationId="{D89274F0-0077-45A8-A335-D88086FAB4AE}"/>
          </ac:spMkLst>
        </pc:spChg>
        <pc:spChg chg="del">
          <ac:chgData name="Minh Huynh" userId="01a137d4-0d81-46e0-aca6-c9185b391828" providerId="ADAL" clId="{18447838-0BCA-432B-86F3-BB78526C143F}" dt="2026-10-12T13:02:55.443" v="1984" actId="478"/>
          <ac:spMkLst>
            <pc:docMk/>
            <pc:sldMk cId="803991064" sldId="896"/>
            <ac:spMk id="45" creationId="{1BFA4590-8A85-404F-B06C-81529B4F597B}"/>
          </ac:spMkLst>
        </pc:spChg>
        <pc:spChg chg="del">
          <ac:chgData name="Minh Huynh" userId="01a137d4-0d81-46e0-aca6-c9185b391828" providerId="ADAL" clId="{18447838-0BCA-432B-86F3-BB78526C143F}" dt="2026-10-12T13:02:55.443" v="1984" actId="478"/>
          <ac:spMkLst>
            <pc:docMk/>
            <pc:sldMk cId="803991064" sldId="896"/>
            <ac:spMk id="46" creationId="{D1B5B2C1-5592-4365-B7C8-93D45E6A636F}"/>
          </ac:spMkLst>
        </pc:spChg>
        <pc:spChg chg="del">
          <ac:chgData name="Minh Huynh" userId="01a137d4-0d81-46e0-aca6-c9185b391828" providerId="ADAL" clId="{18447838-0BCA-432B-86F3-BB78526C143F}" dt="2026-10-12T13:02:55.443" v="1984" actId="478"/>
          <ac:spMkLst>
            <pc:docMk/>
            <pc:sldMk cId="803991064" sldId="896"/>
            <ac:spMk id="47" creationId="{1697DA11-334D-44F0-A9D8-08A3D73A44DF}"/>
          </ac:spMkLst>
        </pc:spChg>
        <pc:spChg chg="del">
          <ac:chgData name="Minh Huynh" userId="01a137d4-0d81-46e0-aca6-c9185b391828" providerId="ADAL" clId="{18447838-0BCA-432B-86F3-BB78526C143F}" dt="2026-10-12T13:02:55.443" v="1984" actId="478"/>
          <ac:spMkLst>
            <pc:docMk/>
            <pc:sldMk cId="803991064" sldId="896"/>
            <ac:spMk id="48" creationId="{9458334B-5479-4D49-9D41-DB4034C7904A}"/>
          </ac:spMkLst>
        </pc:spChg>
        <pc:spChg chg="del">
          <ac:chgData name="Minh Huynh" userId="01a137d4-0d81-46e0-aca6-c9185b391828" providerId="ADAL" clId="{18447838-0BCA-432B-86F3-BB78526C143F}" dt="2026-10-12T13:02:55.443" v="1984" actId="478"/>
          <ac:spMkLst>
            <pc:docMk/>
            <pc:sldMk cId="803991064" sldId="896"/>
            <ac:spMk id="49" creationId="{07EF7FA4-120C-47A6-A228-1E248E4DF2AF}"/>
          </ac:spMkLst>
        </pc:spChg>
        <pc:spChg chg="del">
          <ac:chgData name="Minh Huynh" userId="01a137d4-0d81-46e0-aca6-c9185b391828" providerId="ADAL" clId="{18447838-0BCA-432B-86F3-BB78526C143F}" dt="2026-10-12T13:02:55.443" v="1984" actId="478"/>
          <ac:spMkLst>
            <pc:docMk/>
            <pc:sldMk cId="803991064" sldId="896"/>
            <ac:spMk id="50" creationId="{84A174A8-1A28-4575-9E99-000DD20AB376}"/>
          </ac:spMkLst>
        </pc:spChg>
        <pc:spChg chg="del">
          <ac:chgData name="Minh Huynh" userId="01a137d4-0d81-46e0-aca6-c9185b391828" providerId="ADAL" clId="{18447838-0BCA-432B-86F3-BB78526C143F}" dt="2026-10-12T13:02:55.443" v="1984" actId="478"/>
          <ac:spMkLst>
            <pc:docMk/>
            <pc:sldMk cId="803991064" sldId="896"/>
            <ac:spMk id="51" creationId="{8CED851A-286A-4F97-8915-A6043E6EAE00}"/>
          </ac:spMkLst>
        </pc:spChg>
        <pc:spChg chg="del">
          <ac:chgData name="Minh Huynh" userId="01a137d4-0d81-46e0-aca6-c9185b391828" providerId="ADAL" clId="{18447838-0BCA-432B-86F3-BB78526C143F}" dt="2026-10-12T13:02:55.443" v="1984" actId="478"/>
          <ac:spMkLst>
            <pc:docMk/>
            <pc:sldMk cId="803991064" sldId="896"/>
            <ac:spMk id="52" creationId="{BD143726-3B87-484E-8A25-4C575DCDAF4A}"/>
          </ac:spMkLst>
        </pc:spChg>
        <pc:spChg chg="del">
          <ac:chgData name="Minh Huynh" userId="01a137d4-0d81-46e0-aca6-c9185b391828" providerId="ADAL" clId="{18447838-0BCA-432B-86F3-BB78526C143F}" dt="2026-10-12T13:02:55.443" v="1984" actId="478"/>
          <ac:spMkLst>
            <pc:docMk/>
            <pc:sldMk cId="803991064" sldId="896"/>
            <ac:spMk id="53" creationId="{5E060BAA-820A-42C1-849F-87444478AA8D}"/>
          </ac:spMkLst>
        </pc:spChg>
        <pc:spChg chg="del">
          <ac:chgData name="Minh Huynh" userId="01a137d4-0d81-46e0-aca6-c9185b391828" providerId="ADAL" clId="{18447838-0BCA-432B-86F3-BB78526C143F}" dt="2026-10-12T13:02:55.443" v="1984" actId="478"/>
          <ac:spMkLst>
            <pc:docMk/>
            <pc:sldMk cId="803991064" sldId="896"/>
            <ac:spMk id="54" creationId="{813B2B9B-8482-4978-8D57-907AACA9021E}"/>
          </ac:spMkLst>
        </pc:spChg>
        <pc:spChg chg="del">
          <ac:chgData name="Minh Huynh" userId="01a137d4-0d81-46e0-aca6-c9185b391828" providerId="ADAL" clId="{18447838-0BCA-432B-86F3-BB78526C143F}" dt="2026-10-12T13:02:55.443" v="1984" actId="478"/>
          <ac:spMkLst>
            <pc:docMk/>
            <pc:sldMk cId="803991064" sldId="896"/>
            <ac:spMk id="55" creationId="{3408BEE7-7EA9-465A-8CE1-478BABE14D8F}"/>
          </ac:spMkLst>
        </pc:spChg>
        <pc:spChg chg="del">
          <ac:chgData name="Minh Huynh" userId="01a137d4-0d81-46e0-aca6-c9185b391828" providerId="ADAL" clId="{18447838-0BCA-432B-86F3-BB78526C143F}" dt="2026-10-12T13:02:55.443" v="1984" actId="478"/>
          <ac:spMkLst>
            <pc:docMk/>
            <pc:sldMk cId="803991064" sldId="896"/>
            <ac:spMk id="56" creationId="{90A4F152-C999-4880-A896-BEF8606E6139}"/>
          </ac:spMkLst>
        </pc:spChg>
        <pc:spChg chg="del">
          <ac:chgData name="Minh Huynh" userId="01a137d4-0d81-46e0-aca6-c9185b391828" providerId="ADAL" clId="{18447838-0BCA-432B-86F3-BB78526C143F}" dt="2026-10-12T13:02:55.443" v="1984" actId="478"/>
          <ac:spMkLst>
            <pc:docMk/>
            <pc:sldMk cId="803991064" sldId="896"/>
            <ac:spMk id="57" creationId="{1847F778-9862-4361-AAFD-78CF59E6E05F}"/>
          </ac:spMkLst>
        </pc:spChg>
        <pc:spChg chg="del">
          <ac:chgData name="Minh Huynh" userId="01a137d4-0d81-46e0-aca6-c9185b391828" providerId="ADAL" clId="{18447838-0BCA-432B-86F3-BB78526C143F}" dt="2026-10-12T13:02:55.443" v="1984" actId="478"/>
          <ac:spMkLst>
            <pc:docMk/>
            <pc:sldMk cId="803991064" sldId="896"/>
            <ac:spMk id="58" creationId="{87D9AF8B-B7D7-48F7-A4B6-C9907DAD8B0C}"/>
          </ac:spMkLst>
        </pc:spChg>
        <pc:spChg chg="del">
          <ac:chgData name="Minh Huynh" userId="01a137d4-0d81-46e0-aca6-c9185b391828" providerId="ADAL" clId="{18447838-0BCA-432B-86F3-BB78526C143F}" dt="2026-10-12T13:02:55.443" v="1984" actId="478"/>
          <ac:spMkLst>
            <pc:docMk/>
            <pc:sldMk cId="803991064" sldId="896"/>
            <ac:spMk id="59" creationId="{204D2041-AA8A-4A90-B5E3-8737FCADB6D4}"/>
          </ac:spMkLst>
        </pc:spChg>
        <pc:spChg chg="del">
          <ac:chgData name="Minh Huynh" userId="01a137d4-0d81-46e0-aca6-c9185b391828" providerId="ADAL" clId="{18447838-0BCA-432B-86F3-BB78526C143F}" dt="2026-10-12T13:02:55.443" v="1984" actId="478"/>
          <ac:spMkLst>
            <pc:docMk/>
            <pc:sldMk cId="803991064" sldId="896"/>
            <ac:spMk id="60" creationId="{FEF18E61-08FC-4F95-BDCF-0D1D0404AD1D}"/>
          </ac:spMkLst>
        </pc:spChg>
        <pc:spChg chg="del">
          <ac:chgData name="Minh Huynh" userId="01a137d4-0d81-46e0-aca6-c9185b391828" providerId="ADAL" clId="{18447838-0BCA-432B-86F3-BB78526C143F}" dt="2026-10-12T13:02:55.443" v="1984" actId="478"/>
          <ac:spMkLst>
            <pc:docMk/>
            <pc:sldMk cId="803991064" sldId="896"/>
            <ac:spMk id="61" creationId="{E8DF7E1E-DA88-4B59-A91B-B30C52F0DC17}"/>
          </ac:spMkLst>
        </pc:spChg>
        <pc:spChg chg="del">
          <ac:chgData name="Minh Huynh" userId="01a137d4-0d81-46e0-aca6-c9185b391828" providerId="ADAL" clId="{18447838-0BCA-432B-86F3-BB78526C143F}" dt="2026-10-12T13:02:55.443" v="1984" actId="478"/>
          <ac:spMkLst>
            <pc:docMk/>
            <pc:sldMk cId="803991064" sldId="896"/>
            <ac:spMk id="63" creationId="{BBC0D6B6-D68A-46B9-AE72-4D68D7AFB893}"/>
          </ac:spMkLst>
        </pc:spChg>
        <pc:spChg chg="del">
          <ac:chgData name="Minh Huynh" userId="01a137d4-0d81-46e0-aca6-c9185b391828" providerId="ADAL" clId="{18447838-0BCA-432B-86F3-BB78526C143F}" dt="2026-10-12T13:02:55.443" v="1984" actId="478"/>
          <ac:spMkLst>
            <pc:docMk/>
            <pc:sldMk cId="803991064" sldId="896"/>
            <ac:spMk id="64" creationId="{1FC6BBDF-5A39-4C3A-BBBB-DD6A15E9F581}"/>
          </ac:spMkLst>
        </pc:spChg>
        <pc:spChg chg="del">
          <ac:chgData name="Minh Huynh" userId="01a137d4-0d81-46e0-aca6-c9185b391828" providerId="ADAL" clId="{18447838-0BCA-432B-86F3-BB78526C143F}" dt="2026-10-12T13:02:55.443" v="1984" actId="478"/>
          <ac:spMkLst>
            <pc:docMk/>
            <pc:sldMk cId="803991064" sldId="896"/>
            <ac:spMk id="65" creationId="{13F8ECC4-F7AD-4171-A16D-AB07F3BFBE8D}"/>
          </ac:spMkLst>
        </pc:spChg>
        <pc:spChg chg="del">
          <ac:chgData name="Minh Huynh" userId="01a137d4-0d81-46e0-aca6-c9185b391828" providerId="ADAL" clId="{18447838-0BCA-432B-86F3-BB78526C143F}" dt="2026-10-12T13:02:55.443" v="1984" actId="478"/>
          <ac:spMkLst>
            <pc:docMk/>
            <pc:sldMk cId="803991064" sldId="896"/>
            <ac:spMk id="66" creationId="{A981D95C-D81E-40EC-8AAE-FE4B26BC671E}"/>
          </ac:spMkLst>
        </pc:spChg>
        <pc:spChg chg="add mod">
          <ac:chgData name="Minh Huynh" userId="01a137d4-0d81-46e0-aca6-c9185b391828" providerId="ADAL" clId="{18447838-0BCA-432B-86F3-BB78526C143F}" dt="2026-10-12T13:03:07.010" v="1987" actId="1076"/>
          <ac:spMkLst>
            <pc:docMk/>
            <pc:sldMk cId="803991064" sldId="896"/>
            <ac:spMk id="68" creationId="{77ECD5D7-3D77-4F59-9447-D752542766B0}"/>
          </ac:spMkLst>
        </pc:spChg>
        <pc:spChg chg="add mod">
          <ac:chgData name="Minh Huynh" userId="01a137d4-0d81-46e0-aca6-c9185b391828" providerId="ADAL" clId="{18447838-0BCA-432B-86F3-BB78526C143F}" dt="2026-10-12T13:03:18.418" v="1990" actId="1076"/>
          <ac:spMkLst>
            <pc:docMk/>
            <pc:sldMk cId="803991064" sldId="896"/>
            <ac:spMk id="70" creationId="{2B193DB2-EA2F-4C27-B44F-2F5BDED079BD}"/>
          </ac:spMkLst>
        </pc:spChg>
        <pc:graphicFrameChg chg="add mod">
          <ac:chgData name="Minh Huynh" userId="01a137d4-0d81-46e0-aca6-c9185b391828" providerId="ADAL" clId="{18447838-0BCA-432B-86F3-BB78526C143F}" dt="2026-10-12T13:03:07.010" v="1987" actId="1076"/>
          <ac:graphicFrameMkLst>
            <pc:docMk/>
            <pc:sldMk cId="803991064" sldId="896"/>
            <ac:graphicFrameMk id="62" creationId="{E6436410-4F88-4ED2-AF7B-2C9F82130DC0}"/>
          </ac:graphicFrameMkLst>
        </pc:graphicFrameChg>
        <pc:graphicFrameChg chg="add mod">
          <ac:chgData name="Minh Huynh" userId="01a137d4-0d81-46e0-aca6-c9185b391828" providerId="ADAL" clId="{18447838-0BCA-432B-86F3-BB78526C143F}" dt="2026-10-12T13:03:18.418" v="1990" actId="1076"/>
          <ac:graphicFrameMkLst>
            <pc:docMk/>
            <pc:sldMk cId="803991064" sldId="896"/>
            <ac:graphicFrameMk id="69" creationId="{ABB068B3-6919-4393-A5B3-7A68F29810FB}"/>
          </ac:graphicFrameMkLst>
        </pc:graphicFrameChg>
        <pc:cxnChg chg="del">
          <ac:chgData name="Minh Huynh" userId="01a137d4-0d81-46e0-aca6-c9185b391828" providerId="ADAL" clId="{18447838-0BCA-432B-86F3-BB78526C143F}" dt="2026-10-12T13:02:55.443" v="1984" actId="478"/>
          <ac:cxnSpMkLst>
            <pc:docMk/>
            <pc:sldMk cId="803991064" sldId="896"/>
            <ac:cxnSpMk id="67" creationId="{0EB3A909-6832-47D3-9069-FE13EEA045AD}"/>
          </ac:cxnSpMkLst>
        </pc:cxnChg>
      </pc:sldChg>
      <pc:sldChg chg="del">
        <pc:chgData name="Minh Huynh" userId="01a137d4-0d81-46e0-aca6-c9185b391828" providerId="ADAL" clId="{18447838-0BCA-432B-86F3-BB78526C143F}" dt="2026-10-12T12:12:45.996" v="0" actId="47"/>
        <pc:sldMkLst>
          <pc:docMk/>
          <pc:sldMk cId="2953721896" sldId="896"/>
        </pc:sldMkLst>
      </pc:sldChg>
      <pc:sldChg chg="addSp delSp modSp add mod">
        <pc:chgData name="Minh Huynh" userId="01a137d4-0d81-46e0-aca6-c9185b391828" providerId="ADAL" clId="{18447838-0BCA-432B-86F3-BB78526C143F}" dt="2026-10-12T13:04:14.772" v="2024"/>
        <pc:sldMkLst>
          <pc:docMk/>
          <pc:sldMk cId="1003971633" sldId="897"/>
        </pc:sldMkLst>
        <pc:spChg chg="mod">
          <ac:chgData name="Minh Huynh" userId="01a137d4-0d81-46e0-aca6-c9185b391828" providerId="ADAL" clId="{18447838-0BCA-432B-86F3-BB78526C143F}" dt="2026-10-12T13:04:08.320" v="2022" actId="20577"/>
          <ac:spMkLst>
            <pc:docMk/>
            <pc:sldMk cId="1003971633" sldId="897"/>
            <ac:spMk id="4" creationId="{7BC73E8E-0D58-4B4B-A5C4-A8AE38997407}"/>
          </ac:spMkLst>
        </pc:spChg>
        <pc:spChg chg="add mod">
          <ac:chgData name="Minh Huynh" userId="01a137d4-0d81-46e0-aca6-c9185b391828" providerId="ADAL" clId="{18447838-0BCA-432B-86F3-BB78526C143F}" dt="2026-10-12T13:04:14.772" v="2024"/>
          <ac:spMkLst>
            <pc:docMk/>
            <pc:sldMk cId="1003971633" sldId="897"/>
            <ac:spMk id="7" creationId="{82B3312D-000F-4C66-9BD7-28143E5BE514}"/>
          </ac:spMkLst>
        </pc:spChg>
        <pc:spChg chg="add mod">
          <ac:chgData name="Minh Huynh" userId="01a137d4-0d81-46e0-aca6-c9185b391828" providerId="ADAL" clId="{18447838-0BCA-432B-86F3-BB78526C143F}" dt="2026-10-12T13:04:14.772" v="2024"/>
          <ac:spMkLst>
            <pc:docMk/>
            <pc:sldMk cId="1003971633" sldId="897"/>
            <ac:spMk id="9" creationId="{2637A3AC-F4DC-4AF9-9C66-B9C12C2ECD6D}"/>
          </ac:spMkLst>
        </pc:spChg>
        <pc:spChg chg="add mod">
          <ac:chgData name="Minh Huynh" userId="01a137d4-0d81-46e0-aca6-c9185b391828" providerId="ADAL" clId="{18447838-0BCA-432B-86F3-BB78526C143F}" dt="2026-10-12T13:04:14.772" v="2024"/>
          <ac:spMkLst>
            <pc:docMk/>
            <pc:sldMk cId="1003971633" sldId="897"/>
            <ac:spMk id="10" creationId="{A95502D5-605C-4DE1-9E72-E22381DFDE2F}"/>
          </ac:spMkLst>
        </pc:spChg>
        <pc:spChg chg="del">
          <ac:chgData name="Minh Huynh" userId="01a137d4-0d81-46e0-aca6-c9185b391828" providerId="ADAL" clId="{18447838-0BCA-432B-86F3-BB78526C143F}" dt="2026-10-12T13:04:11.162" v="2023" actId="478"/>
          <ac:spMkLst>
            <pc:docMk/>
            <pc:sldMk cId="1003971633" sldId="897"/>
            <ac:spMk id="68" creationId="{77ECD5D7-3D77-4F59-9447-D752542766B0}"/>
          </ac:spMkLst>
        </pc:spChg>
        <pc:spChg chg="del">
          <ac:chgData name="Minh Huynh" userId="01a137d4-0d81-46e0-aca6-c9185b391828" providerId="ADAL" clId="{18447838-0BCA-432B-86F3-BB78526C143F}" dt="2026-10-12T13:04:11.162" v="2023" actId="478"/>
          <ac:spMkLst>
            <pc:docMk/>
            <pc:sldMk cId="1003971633" sldId="897"/>
            <ac:spMk id="70" creationId="{2B193DB2-EA2F-4C27-B44F-2F5BDED079BD}"/>
          </ac:spMkLst>
        </pc:spChg>
        <pc:graphicFrameChg chg="del">
          <ac:chgData name="Minh Huynh" userId="01a137d4-0d81-46e0-aca6-c9185b391828" providerId="ADAL" clId="{18447838-0BCA-432B-86F3-BB78526C143F}" dt="2026-10-12T13:04:11.162" v="2023" actId="478"/>
          <ac:graphicFrameMkLst>
            <pc:docMk/>
            <pc:sldMk cId="1003971633" sldId="897"/>
            <ac:graphicFrameMk id="62" creationId="{E6436410-4F88-4ED2-AF7B-2C9F82130DC0}"/>
          </ac:graphicFrameMkLst>
        </pc:graphicFrameChg>
        <pc:graphicFrameChg chg="del">
          <ac:chgData name="Minh Huynh" userId="01a137d4-0d81-46e0-aca6-c9185b391828" providerId="ADAL" clId="{18447838-0BCA-432B-86F3-BB78526C143F}" dt="2026-10-12T13:04:11.162" v="2023" actId="478"/>
          <ac:graphicFrameMkLst>
            <pc:docMk/>
            <pc:sldMk cId="1003971633" sldId="897"/>
            <ac:graphicFrameMk id="69" creationId="{ABB068B3-6919-4393-A5B3-7A68F29810FB}"/>
          </ac:graphicFrameMkLst>
        </pc:graphicFrameChg>
        <pc:picChg chg="add mod">
          <ac:chgData name="Minh Huynh" userId="01a137d4-0d81-46e0-aca6-c9185b391828" providerId="ADAL" clId="{18447838-0BCA-432B-86F3-BB78526C143F}" dt="2026-10-12T13:04:14.772" v="2024"/>
          <ac:picMkLst>
            <pc:docMk/>
            <pc:sldMk cId="1003971633" sldId="897"/>
            <ac:picMk id="8" creationId="{42D3A573-1FDA-4AF2-ABA1-D8A5761FA793}"/>
          </ac:picMkLst>
        </pc:picChg>
      </pc:sldChg>
      <pc:sldChg chg="del">
        <pc:chgData name="Minh Huynh" userId="01a137d4-0d81-46e0-aca6-c9185b391828" providerId="ADAL" clId="{18447838-0BCA-432B-86F3-BB78526C143F}" dt="2026-10-12T12:12:45.996" v="0" actId="47"/>
        <pc:sldMkLst>
          <pc:docMk/>
          <pc:sldMk cId="4164741003" sldId="897"/>
        </pc:sldMkLst>
      </pc:sldChg>
      <pc:sldChg chg="addSp delSp modSp add mod">
        <pc:chgData name="Minh Huynh" userId="01a137d4-0d81-46e0-aca6-c9185b391828" providerId="ADAL" clId="{18447838-0BCA-432B-86F3-BB78526C143F}" dt="2026-10-12T21:51:44.898" v="2160" actId="15"/>
        <pc:sldMkLst>
          <pc:docMk/>
          <pc:sldMk cId="1170087405" sldId="898"/>
        </pc:sldMkLst>
        <pc:spChg chg="mod">
          <ac:chgData name="Minh Huynh" userId="01a137d4-0d81-46e0-aca6-c9185b391828" providerId="ADAL" clId="{18447838-0BCA-432B-86F3-BB78526C143F}" dt="2026-10-12T21:46:40.019" v="2070" actId="20577"/>
          <ac:spMkLst>
            <pc:docMk/>
            <pc:sldMk cId="1170087405" sldId="898"/>
            <ac:spMk id="4" creationId="{7BC73E8E-0D58-4B4B-A5C4-A8AE38997407}"/>
          </ac:spMkLst>
        </pc:spChg>
        <pc:spChg chg="del">
          <ac:chgData name="Minh Huynh" userId="01a137d4-0d81-46e0-aca6-c9185b391828" providerId="ADAL" clId="{18447838-0BCA-432B-86F3-BB78526C143F}" dt="2026-10-12T21:46:42.421" v="2071" actId="478"/>
          <ac:spMkLst>
            <pc:docMk/>
            <pc:sldMk cId="1170087405" sldId="898"/>
            <ac:spMk id="7" creationId="{82B3312D-000F-4C66-9BD7-28143E5BE514}"/>
          </ac:spMkLst>
        </pc:spChg>
        <pc:spChg chg="del">
          <ac:chgData name="Minh Huynh" userId="01a137d4-0d81-46e0-aca6-c9185b391828" providerId="ADAL" clId="{18447838-0BCA-432B-86F3-BB78526C143F}" dt="2026-10-12T21:46:42.421" v="2071" actId="478"/>
          <ac:spMkLst>
            <pc:docMk/>
            <pc:sldMk cId="1170087405" sldId="898"/>
            <ac:spMk id="9" creationId="{2637A3AC-F4DC-4AF9-9C66-B9C12C2ECD6D}"/>
          </ac:spMkLst>
        </pc:spChg>
        <pc:spChg chg="del">
          <ac:chgData name="Minh Huynh" userId="01a137d4-0d81-46e0-aca6-c9185b391828" providerId="ADAL" clId="{18447838-0BCA-432B-86F3-BB78526C143F}" dt="2026-10-12T21:46:42.421" v="2071" actId="478"/>
          <ac:spMkLst>
            <pc:docMk/>
            <pc:sldMk cId="1170087405" sldId="898"/>
            <ac:spMk id="10" creationId="{A95502D5-605C-4DE1-9E72-E22381DFDE2F}"/>
          </ac:spMkLst>
        </pc:spChg>
        <pc:spChg chg="add del mod">
          <ac:chgData name="Minh Huynh" userId="01a137d4-0d81-46e0-aca6-c9185b391828" providerId="ADAL" clId="{18447838-0BCA-432B-86F3-BB78526C143F}" dt="2026-10-12T21:46:53.006" v="2073"/>
          <ac:spMkLst>
            <pc:docMk/>
            <pc:sldMk cId="1170087405" sldId="898"/>
            <ac:spMk id="11" creationId="{CD7F2969-C80C-4D4F-99FE-E579F256B827}"/>
          </ac:spMkLst>
        </pc:spChg>
        <pc:spChg chg="add del mod">
          <ac:chgData name="Minh Huynh" userId="01a137d4-0d81-46e0-aca6-c9185b391828" providerId="ADAL" clId="{18447838-0BCA-432B-86F3-BB78526C143F}" dt="2026-10-12T21:46:53.006" v="2073"/>
          <ac:spMkLst>
            <pc:docMk/>
            <pc:sldMk cId="1170087405" sldId="898"/>
            <ac:spMk id="12" creationId="{503CBB23-1296-460A-8FF3-23825DEC5C0A}"/>
          </ac:spMkLst>
        </pc:spChg>
        <pc:spChg chg="add del mod">
          <ac:chgData name="Minh Huynh" userId="01a137d4-0d81-46e0-aca6-c9185b391828" providerId="ADAL" clId="{18447838-0BCA-432B-86F3-BB78526C143F}" dt="2026-10-12T21:46:53.006" v="2073"/>
          <ac:spMkLst>
            <pc:docMk/>
            <pc:sldMk cId="1170087405" sldId="898"/>
            <ac:spMk id="13" creationId="{307888F6-1368-4D9D-B9C0-A82CB7BCCC55}"/>
          </ac:spMkLst>
        </pc:spChg>
        <pc:spChg chg="add del mod">
          <ac:chgData name="Minh Huynh" userId="01a137d4-0d81-46e0-aca6-c9185b391828" providerId="ADAL" clId="{18447838-0BCA-432B-86F3-BB78526C143F}" dt="2026-10-12T21:46:53.006" v="2073"/>
          <ac:spMkLst>
            <pc:docMk/>
            <pc:sldMk cId="1170087405" sldId="898"/>
            <ac:spMk id="14" creationId="{2331BE3D-D3BA-4E67-8E40-91C1AE7F2C33}"/>
          </ac:spMkLst>
        </pc:spChg>
        <pc:spChg chg="add del mod">
          <ac:chgData name="Minh Huynh" userId="01a137d4-0d81-46e0-aca6-c9185b391828" providerId="ADAL" clId="{18447838-0BCA-432B-86F3-BB78526C143F}" dt="2026-10-12T21:46:53.006" v="2073"/>
          <ac:spMkLst>
            <pc:docMk/>
            <pc:sldMk cId="1170087405" sldId="898"/>
            <ac:spMk id="15" creationId="{60DE0CFB-3849-4B49-A724-92B58F7FC2C9}"/>
          </ac:spMkLst>
        </pc:spChg>
        <pc:spChg chg="add del mod">
          <ac:chgData name="Minh Huynh" userId="01a137d4-0d81-46e0-aca6-c9185b391828" providerId="ADAL" clId="{18447838-0BCA-432B-86F3-BB78526C143F}" dt="2026-10-12T21:46:53.006" v="2073"/>
          <ac:spMkLst>
            <pc:docMk/>
            <pc:sldMk cId="1170087405" sldId="898"/>
            <ac:spMk id="16" creationId="{AFB039A4-382F-4560-996F-3395E468A22E}"/>
          </ac:spMkLst>
        </pc:spChg>
        <pc:spChg chg="add del mod">
          <ac:chgData name="Minh Huynh" userId="01a137d4-0d81-46e0-aca6-c9185b391828" providerId="ADAL" clId="{18447838-0BCA-432B-86F3-BB78526C143F}" dt="2026-10-12T21:46:53.006" v="2073"/>
          <ac:spMkLst>
            <pc:docMk/>
            <pc:sldMk cId="1170087405" sldId="898"/>
            <ac:spMk id="17" creationId="{5FCDD249-EC8D-4C85-97AD-6DDF8947BD5F}"/>
          </ac:spMkLst>
        </pc:spChg>
        <pc:spChg chg="add del mod">
          <ac:chgData name="Minh Huynh" userId="01a137d4-0d81-46e0-aca6-c9185b391828" providerId="ADAL" clId="{18447838-0BCA-432B-86F3-BB78526C143F}" dt="2026-10-12T21:46:53.006" v="2073"/>
          <ac:spMkLst>
            <pc:docMk/>
            <pc:sldMk cId="1170087405" sldId="898"/>
            <ac:spMk id="18" creationId="{510C26DC-6B2E-428B-A8A2-15224C501513}"/>
          </ac:spMkLst>
        </pc:spChg>
        <pc:spChg chg="add del mod">
          <ac:chgData name="Minh Huynh" userId="01a137d4-0d81-46e0-aca6-c9185b391828" providerId="ADAL" clId="{18447838-0BCA-432B-86F3-BB78526C143F}" dt="2026-10-12T21:46:53.006" v="2073"/>
          <ac:spMkLst>
            <pc:docMk/>
            <pc:sldMk cId="1170087405" sldId="898"/>
            <ac:spMk id="19" creationId="{3997F5C4-3498-486F-9DA8-10F40456AE85}"/>
          </ac:spMkLst>
        </pc:spChg>
        <pc:spChg chg="add del mod">
          <ac:chgData name="Minh Huynh" userId="01a137d4-0d81-46e0-aca6-c9185b391828" providerId="ADAL" clId="{18447838-0BCA-432B-86F3-BB78526C143F}" dt="2026-10-12T21:46:53.006" v="2073"/>
          <ac:spMkLst>
            <pc:docMk/>
            <pc:sldMk cId="1170087405" sldId="898"/>
            <ac:spMk id="20" creationId="{08B5C00C-E365-4D5F-868F-CE056283EDE9}"/>
          </ac:spMkLst>
        </pc:spChg>
        <pc:spChg chg="add del mod">
          <ac:chgData name="Minh Huynh" userId="01a137d4-0d81-46e0-aca6-c9185b391828" providerId="ADAL" clId="{18447838-0BCA-432B-86F3-BB78526C143F}" dt="2026-10-12T21:46:53.006" v="2073"/>
          <ac:spMkLst>
            <pc:docMk/>
            <pc:sldMk cId="1170087405" sldId="898"/>
            <ac:spMk id="21" creationId="{C5227287-B2BE-4128-A70B-B6E7E6D07BB5}"/>
          </ac:spMkLst>
        </pc:spChg>
        <pc:spChg chg="add del mod">
          <ac:chgData name="Minh Huynh" userId="01a137d4-0d81-46e0-aca6-c9185b391828" providerId="ADAL" clId="{18447838-0BCA-432B-86F3-BB78526C143F}" dt="2026-10-12T21:46:53.006" v="2073"/>
          <ac:spMkLst>
            <pc:docMk/>
            <pc:sldMk cId="1170087405" sldId="898"/>
            <ac:spMk id="22" creationId="{7D2EF6D4-018C-4E35-BD80-57E54CD6C85C}"/>
          </ac:spMkLst>
        </pc:spChg>
        <pc:spChg chg="add del mod">
          <ac:chgData name="Minh Huynh" userId="01a137d4-0d81-46e0-aca6-c9185b391828" providerId="ADAL" clId="{18447838-0BCA-432B-86F3-BB78526C143F}" dt="2026-10-12T21:46:53.006" v="2073"/>
          <ac:spMkLst>
            <pc:docMk/>
            <pc:sldMk cId="1170087405" sldId="898"/>
            <ac:spMk id="23" creationId="{9DADEE84-3FEA-4DD9-80E6-90F166043191}"/>
          </ac:spMkLst>
        </pc:spChg>
        <pc:spChg chg="add del mod">
          <ac:chgData name="Minh Huynh" userId="01a137d4-0d81-46e0-aca6-c9185b391828" providerId="ADAL" clId="{18447838-0BCA-432B-86F3-BB78526C143F}" dt="2026-10-12T21:46:53.006" v="2073"/>
          <ac:spMkLst>
            <pc:docMk/>
            <pc:sldMk cId="1170087405" sldId="898"/>
            <ac:spMk id="24" creationId="{DCF0644B-CB6C-40CB-8322-87423742EF9D}"/>
          </ac:spMkLst>
        </pc:spChg>
        <pc:spChg chg="add del mod">
          <ac:chgData name="Minh Huynh" userId="01a137d4-0d81-46e0-aca6-c9185b391828" providerId="ADAL" clId="{18447838-0BCA-432B-86F3-BB78526C143F}" dt="2026-10-12T21:46:53.006" v="2073"/>
          <ac:spMkLst>
            <pc:docMk/>
            <pc:sldMk cId="1170087405" sldId="898"/>
            <ac:spMk id="25" creationId="{2A04D61F-6097-45EE-B269-18EED1C528C8}"/>
          </ac:spMkLst>
        </pc:spChg>
        <pc:spChg chg="add del mod">
          <ac:chgData name="Minh Huynh" userId="01a137d4-0d81-46e0-aca6-c9185b391828" providerId="ADAL" clId="{18447838-0BCA-432B-86F3-BB78526C143F}" dt="2026-10-12T21:46:53.006" v="2073"/>
          <ac:spMkLst>
            <pc:docMk/>
            <pc:sldMk cId="1170087405" sldId="898"/>
            <ac:spMk id="26" creationId="{72A33212-2476-4D24-965E-3B90552F8F4B}"/>
          </ac:spMkLst>
        </pc:spChg>
        <pc:spChg chg="add del mod">
          <ac:chgData name="Minh Huynh" userId="01a137d4-0d81-46e0-aca6-c9185b391828" providerId="ADAL" clId="{18447838-0BCA-432B-86F3-BB78526C143F}" dt="2026-10-12T21:46:53.006" v="2073"/>
          <ac:spMkLst>
            <pc:docMk/>
            <pc:sldMk cId="1170087405" sldId="898"/>
            <ac:spMk id="27" creationId="{4E957318-510C-45AB-BBCA-C63126E1F6FB}"/>
          </ac:spMkLst>
        </pc:spChg>
        <pc:spChg chg="add del mod">
          <ac:chgData name="Minh Huynh" userId="01a137d4-0d81-46e0-aca6-c9185b391828" providerId="ADAL" clId="{18447838-0BCA-432B-86F3-BB78526C143F}" dt="2026-10-12T21:46:53.006" v="2073"/>
          <ac:spMkLst>
            <pc:docMk/>
            <pc:sldMk cId="1170087405" sldId="898"/>
            <ac:spMk id="28" creationId="{B02E081C-797A-4C69-B241-6B9A0CE2EE14}"/>
          </ac:spMkLst>
        </pc:spChg>
        <pc:spChg chg="add del mod">
          <ac:chgData name="Minh Huynh" userId="01a137d4-0d81-46e0-aca6-c9185b391828" providerId="ADAL" clId="{18447838-0BCA-432B-86F3-BB78526C143F}" dt="2026-10-12T21:46:53.006" v="2073"/>
          <ac:spMkLst>
            <pc:docMk/>
            <pc:sldMk cId="1170087405" sldId="898"/>
            <ac:spMk id="29" creationId="{3CEB79F5-1762-439F-92BA-FD9F48DDF48E}"/>
          </ac:spMkLst>
        </pc:spChg>
        <pc:spChg chg="add del mod">
          <ac:chgData name="Minh Huynh" userId="01a137d4-0d81-46e0-aca6-c9185b391828" providerId="ADAL" clId="{18447838-0BCA-432B-86F3-BB78526C143F}" dt="2026-10-12T21:46:53.006" v="2073"/>
          <ac:spMkLst>
            <pc:docMk/>
            <pc:sldMk cId="1170087405" sldId="898"/>
            <ac:spMk id="30" creationId="{5B374039-EAC4-4E05-97E2-5BA2214488B2}"/>
          </ac:spMkLst>
        </pc:spChg>
        <pc:spChg chg="add del mod">
          <ac:chgData name="Minh Huynh" userId="01a137d4-0d81-46e0-aca6-c9185b391828" providerId="ADAL" clId="{18447838-0BCA-432B-86F3-BB78526C143F}" dt="2026-10-12T21:46:53.006" v="2073"/>
          <ac:spMkLst>
            <pc:docMk/>
            <pc:sldMk cId="1170087405" sldId="898"/>
            <ac:spMk id="31" creationId="{6CAA9032-BFE9-4F43-9A19-86BA4F9E5E74}"/>
          </ac:spMkLst>
        </pc:spChg>
        <pc:spChg chg="add del mod">
          <ac:chgData name="Minh Huynh" userId="01a137d4-0d81-46e0-aca6-c9185b391828" providerId="ADAL" clId="{18447838-0BCA-432B-86F3-BB78526C143F}" dt="2026-10-12T21:46:53.006" v="2073"/>
          <ac:spMkLst>
            <pc:docMk/>
            <pc:sldMk cId="1170087405" sldId="898"/>
            <ac:spMk id="32" creationId="{BA4231B5-7121-4049-B272-064CE7E6C964}"/>
          </ac:spMkLst>
        </pc:spChg>
        <pc:spChg chg="add del mod">
          <ac:chgData name="Minh Huynh" userId="01a137d4-0d81-46e0-aca6-c9185b391828" providerId="ADAL" clId="{18447838-0BCA-432B-86F3-BB78526C143F}" dt="2026-10-12T21:46:53.006" v="2073"/>
          <ac:spMkLst>
            <pc:docMk/>
            <pc:sldMk cId="1170087405" sldId="898"/>
            <ac:spMk id="33" creationId="{5A4E521E-114F-4F26-B0D7-76864226234D}"/>
          </ac:spMkLst>
        </pc:spChg>
        <pc:spChg chg="add del mod">
          <ac:chgData name="Minh Huynh" userId="01a137d4-0d81-46e0-aca6-c9185b391828" providerId="ADAL" clId="{18447838-0BCA-432B-86F3-BB78526C143F}" dt="2026-10-12T21:46:53.006" v="2073"/>
          <ac:spMkLst>
            <pc:docMk/>
            <pc:sldMk cId="1170087405" sldId="898"/>
            <ac:spMk id="34" creationId="{B6996A9A-38B6-4C61-90DA-FE1D4060E067}"/>
          </ac:spMkLst>
        </pc:spChg>
        <pc:spChg chg="add del mod">
          <ac:chgData name="Minh Huynh" userId="01a137d4-0d81-46e0-aca6-c9185b391828" providerId="ADAL" clId="{18447838-0BCA-432B-86F3-BB78526C143F}" dt="2026-10-12T21:46:53.006" v="2073"/>
          <ac:spMkLst>
            <pc:docMk/>
            <pc:sldMk cId="1170087405" sldId="898"/>
            <ac:spMk id="35" creationId="{F2597A63-3448-4EDF-B74A-C463373A583B}"/>
          </ac:spMkLst>
        </pc:spChg>
        <pc:spChg chg="add del mod">
          <ac:chgData name="Minh Huynh" userId="01a137d4-0d81-46e0-aca6-c9185b391828" providerId="ADAL" clId="{18447838-0BCA-432B-86F3-BB78526C143F}" dt="2026-10-12T21:46:53.006" v="2073"/>
          <ac:spMkLst>
            <pc:docMk/>
            <pc:sldMk cId="1170087405" sldId="898"/>
            <ac:spMk id="36" creationId="{6AECA036-EA51-4D1F-9832-F5E8B88FD284}"/>
          </ac:spMkLst>
        </pc:spChg>
        <pc:spChg chg="add del mod">
          <ac:chgData name="Minh Huynh" userId="01a137d4-0d81-46e0-aca6-c9185b391828" providerId="ADAL" clId="{18447838-0BCA-432B-86F3-BB78526C143F}" dt="2026-10-12T21:46:53.006" v="2073"/>
          <ac:spMkLst>
            <pc:docMk/>
            <pc:sldMk cId="1170087405" sldId="898"/>
            <ac:spMk id="37" creationId="{37EACBE4-996A-474D-A16A-F2628633A736}"/>
          </ac:spMkLst>
        </pc:spChg>
        <pc:spChg chg="add del mod">
          <ac:chgData name="Minh Huynh" userId="01a137d4-0d81-46e0-aca6-c9185b391828" providerId="ADAL" clId="{18447838-0BCA-432B-86F3-BB78526C143F}" dt="2026-10-12T21:46:53.006" v="2073"/>
          <ac:spMkLst>
            <pc:docMk/>
            <pc:sldMk cId="1170087405" sldId="898"/>
            <ac:spMk id="38" creationId="{E6ED06D2-BE34-4462-AF95-149948B794E0}"/>
          </ac:spMkLst>
        </pc:spChg>
        <pc:spChg chg="add del mod">
          <ac:chgData name="Minh Huynh" userId="01a137d4-0d81-46e0-aca6-c9185b391828" providerId="ADAL" clId="{18447838-0BCA-432B-86F3-BB78526C143F}" dt="2026-10-12T21:46:53.006" v="2073"/>
          <ac:spMkLst>
            <pc:docMk/>
            <pc:sldMk cId="1170087405" sldId="898"/>
            <ac:spMk id="39" creationId="{8E583CBB-93D9-41EB-AD56-238E0B6D774F}"/>
          </ac:spMkLst>
        </pc:spChg>
        <pc:spChg chg="add del mod">
          <ac:chgData name="Minh Huynh" userId="01a137d4-0d81-46e0-aca6-c9185b391828" providerId="ADAL" clId="{18447838-0BCA-432B-86F3-BB78526C143F}" dt="2026-10-12T21:46:53.006" v="2073"/>
          <ac:spMkLst>
            <pc:docMk/>
            <pc:sldMk cId="1170087405" sldId="898"/>
            <ac:spMk id="40" creationId="{07EB1059-8286-47DA-9281-C748E3EBF882}"/>
          </ac:spMkLst>
        </pc:spChg>
        <pc:spChg chg="add del mod">
          <ac:chgData name="Minh Huynh" userId="01a137d4-0d81-46e0-aca6-c9185b391828" providerId="ADAL" clId="{18447838-0BCA-432B-86F3-BB78526C143F}" dt="2026-10-12T21:46:53.006" v="2073"/>
          <ac:spMkLst>
            <pc:docMk/>
            <pc:sldMk cId="1170087405" sldId="898"/>
            <ac:spMk id="41" creationId="{8C5F382E-C774-4270-93F0-003DF6125A57}"/>
          </ac:spMkLst>
        </pc:spChg>
        <pc:spChg chg="add del mod">
          <ac:chgData name="Minh Huynh" userId="01a137d4-0d81-46e0-aca6-c9185b391828" providerId="ADAL" clId="{18447838-0BCA-432B-86F3-BB78526C143F}" dt="2026-10-12T21:46:53.006" v="2073"/>
          <ac:spMkLst>
            <pc:docMk/>
            <pc:sldMk cId="1170087405" sldId="898"/>
            <ac:spMk id="42" creationId="{9AA7B187-9898-486C-8278-D19BD859D98A}"/>
          </ac:spMkLst>
        </pc:spChg>
        <pc:spChg chg="add mod">
          <ac:chgData name="Minh Huynh" userId="01a137d4-0d81-46e0-aca6-c9185b391828" providerId="ADAL" clId="{18447838-0BCA-432B-86F3-BB78526C143F}" dt="2026-10-12T21:48:11.068" v="2091" actId="1076"/>
          <ac:spMkLst>
            <pc:docMk/>
            <pc:sldMk cId="1170087405" sldId="898"/>
            <ac:spMk id="43" creationId="{69A8A8E9-2BCA-4A04-B64C-CEA3E2D76B9F}"/>
          </ac:spMkLst>
        </pc:spChg>
        <pc:spChg chg="add mod">
          <ac:chgData name="Minh Huynh" userId="01a137d4-0d81-46e0-aca6-c9185b391828" providerId="ADAL" clId="{18447838-0BCA-432B-86F3-BB78526C143F}" dt="2026-10-12T21:48:11.068" v="2091" actId="1076"/>
          <ac:spMkLst>
            <pc:docMk/>
            <pc:sldMk cId="1170087405" sldId="898"/>
            <ac:spMk id="44" creationId="{223E4926-F6D6-4394-BBF5-F8AC914C37EA}"/>
          </ac:spMkLst>
        </pc:spChg>
        <pc:spChg chg="add mod">
          <ac:chgData name="Minh Huynh" userId="01a137d4-0d81-46e0-aca6-c9185b391828" providerId="ADAL" clId="{18447838-0BCA-432B-86F3-BB78526C143F}" dt="2026-10-12T21:48:11.068" v="2091" actId="1076"/>
          <ac:spMkLst>
            <pc:docMk/>
            <pc:sldMk cId="1170087405" sldId="898"/>
            <ac:spMk id="45" creationId="{DD1EF746-F3EF-483A-832C-791A27BD1729}"/>
          </ac:spMkLst>
        </pc:spChg>
        <pc:spChg chg="add mod">
          <ac:chgData name="Minh Huynh" userId="01a137d4-0d81-46e0-aca6-c9185b391828" providerId="ADAL" clId="{18447838-0BCA-432B-86F3-BB78526C143F}" dt="2026-10-12T21:48:11.068" v="2091" actId="1076"/>
          <ac:spMkLst>
            <pc:docMk/>
            <pc:sldMk cId="1170087405" sldId="898"/>
            <ac:spMk id="46" creationId="{51DE99A3-1C86-4463-820A-D7F1EB7336B5}"/>
          </ac:spMkLst>
        </pc:spChg>
        <pc:spChg chg="add mod">
          <ac:chgData name="Minh Huynh" userId="01a137d4-0d81-46e0-aca6-c9185b391828" providerId="ADAL" clId="{18447838-0BCA-432B-86F3-BB78526C143F}" dt="2026-10-12T21:48:11.068" v="2091" actId="1076"/>
          <ac:spMkLst>
            <pc:docMk/>
            <pc:sldMk cId="1170087405" sldId="898"/>
            <ac:spMk id="47" creationId="{9714C4A4-0B41-4044-B6D8-6C739A77E2A9}"/>
          </ac:spMkLst>
        </pc:spChg>
        <pc:spChg chg="add mod">
          <ac:chgData name="Minh Huynh" userId="01a137d4-0d81-46e0-aca6-c9185b391828" providerId="ADAL" clId="{18447838-0BCA-432B-86F3-BB78526C143F}" dt="2026-10-12T21:48:11.068" v="2091" actId="1076"/>
          <ac:spMkLst>
            <pc:docMk/>
            <pc:sldMk cId="1170087405" sldId="898"/>
            <ac:spMk id="48" creationId="{C2FDB5D0-BD63-4B53-9542-9A964682B26C}"/>
          </ac:spMkLst>
        </pc:spChg>
        <pc:spChg chg="add mod">
          <ac:chgData name="Minh Huynh" userId="01a137d4-0d81-46e0-aca6-c9185b391828" providerId="ADAL" clId="{18447838-0BCA-432B-86F3-BB78526C143F}" dt="2026-10-12T21:48:11.068" v="2091" actId="1076"/>
          <ac:spMkLst>
            <pc:docMk/>
            <pc:sldMk cId="1170087405" sldId="898"/>
            <ac:spMk id="49" creationId="{4FF0C270-981A-4974-A444-97EA98243EB0}"/>
          </ac:spMkLst>
        </pc:spChg>
        <pc:spChg chg="add mod">
          <ac:chgData name="Minh Huynh" userId="01a137d4-0d81-46e0-aca6-c9185b391828" providerId="ADAL" clId="{18447838-0BCA-432B-86F3-BB78526C143F}" dt="2026-10-12T21:48:11.068" v="2091" actId="1076"/>
          <ac:spMkLst>
            <pc:docMk/>
            <pc:sldMk cId="1170087405" sldId="898"/>
            <ac:spMk id="50" creationId="{72FCF5EA-57FE-45B1-B1AD-31ADD4B2E56E}"/>
          </ac:spMkLst>
        </pc:spChg>
        <pc:spChg chg="add mod">
          <ac:chgData name="Minh Huynh" userId="01a137d4-0d81-46e0-aca6-c9185b391828" providerId="ADAL" clId="{18447838-0BCA-432B-86F3-BB78526C143F}" dt="2026-10-12T21:48:11.068" v="2091" actId="1076"/>
          <ac:spMkLst>
            <pc:docMk/>
            <pc:sldMk cId="1170087405" sldId="898"/>
            <ac:spMk id="51" creationId="{273F54FC-1D27-4322-95D9-112F3E8B3C5C}"/>
          </ac:spMkLst>
        </pc:spChg>
        <pc:spChg chg="add mod">
          <ac:chgData name="Minh Huynh" userId="01a137d4-0d81-46e0-aca6-c9185b391828" providerId="ADAL" clId="{18447838-0BCA-432B-86F3-BB78526C143F}" dt="2026-10-12T21:48:11.068" v="2091" actId="1076"/>
          <ac:spMkLst>
            <pc:docMk/>
            <pc:sldMk cId="1170087405" sldId="898"/>
            <ac:spMk id="52" creationId="{72F6B31D-4AB6-47EF-81F6-FE28D0BC60D0}"/>
          </ac:spMkLst>
        </pc:spChg>
        <pc:spChg chg="add mod">
          <ac:chgData name="Minh Huynh" userId="01a137d4-0d81-46e0-aca6-c9185b391828" providerId="ADAL" clId="{18447838-0BCA-432B-86F3-BB78526C143F}" dt="2026-10-12T21:48:11.068" v="2091" actId="1076"/>
          <ac:spMkLst>
            <pc:docMk/>
            <pc:sldMk cId="1170087405" sldId="898"/>
            <ac:spMk id="53" creationId="{69B971AB-B962-405C-BD3F-8E51BA1BD0F8}"/>
          </ac:spMkLst>
        </pc:spChg>
        <pc:spChg chg="add mod">
          <ac:chgData name="Minh Huynh" userId="01a137d4-0d81-46e0-aca6-c9185b391828" providerId="ADAL" clId="{18447838-0BCA-432B-86F3-BB78526C143F}" dt="2026-10-12T21:48:11.068" v="2091" actId="1076"/>
          <ac:spMkLst>
            <pc:docMk/>
            <pc:sldMk cId="1170087405" sldId="898"/>
            <ac:spMk id="54" creationId="{35D82957-981A-4305-9039-4258010C94D6}"/>
          </ac:spMkLst>
        </pc:spChg>
        <pc:spChg chg="add mod">
          <ac:chgData name="Minh Huynh" userId="01a137d4-0d81-46e0-aca6-c9185b391828" providerId="ADAL" clId="{18447838-0BCA-432B-86F3-BB78526C143F}" dt="2026-10-12T21:48:11.068" v="2091" actId="1076"/>
          <ac:spMkLst>
            <pc:docMk/>
            <pc:sldMk cId="1170087405" sldId="898"/>
            <ac:spMk id="55" creationId="{299B7BDC-9094-421D-A164-7890B3EFF742}"/>
          </ac:spMkLst>
        </pc:spChg>
        <pc:spChg chg="add mod">
          <ac:chgData name="Minh Huynh" userId="01a137d4-0d81-46e0-aca6-c9185b391828" providerId="ADAL" clId="{18447838-0BCA-432B-86F3-BB78526C143F}" dt="2026-10-12T21:48:11.068" v="2091" actId="1076"/>
          <ac:spMkLst>
            <pc:docMk/>
            <pc:sldMk cId="1170087405" sldId="898"/>
            <ac:spMk id="56" creationId="{892F4DEE-9B55-4C7D-B71F-366562709D6B}"/>
          </ac:spMkLst>
        </pc:spChg>
        <pc:spChg chg="add mod">
          <ac:chgData name="Minh Huynh" userId="01a137d4-0d81-46e0-aca6-c9185b391828" providerId="ADAL" clId="{18447838-0BCA-432B-86F3-BB78526C143F}" dt="2026-10-12T21:48:11.068" v="2091" actId="1076"/>
          <ac:spMkLst>
            <pc:docMk/>
            <pc:sldMk cId="1170087405" sldId="898"/>
            <ac:spMk id="57" creationId="{DEC672AE-64FF-4642-B1FC-E2C95F53B6D5}"/>
          </ac:spMkLst>
        </pc:spChg>
        <pc:spChg chg="add mod">
          <ac:chgData name="Minh Huynh" userId="01a137d4-0d81-46e0-aca6-c9185b391828" providerId="ADAL" clId="{18447838-0BCA-432B-86F3-BB78526C143F}" dt="2026-10-12T21:48:11.068" v="2091" actId="1076"/>
          <ac:spMkLst>
            <pc:docMk/>
            <pc:sldMk cId="1170087405" sldId="898"/>
            <ac:spMk id="58" creationId="{4EFF00FD-0982-4A9F-AB93-865554600B3D}"/>
          </ac:spMkLst>
        </pc:spChg>
        <pc:spChg chg="add mod">
          <ac:chgData name="Minh Huynh" userId="01a137d4-0d81-46e0-aca6-c9185b391828" providerId="ADAL" clId="{18447838-0BCA-432B-86F3-BB78526C143F}" dt="2026-10-12T21:48:11.068" v="2091" actId="1076"/>
          <ac:spMkLst>
            <pc:docMk/>
            <pc:sldMk cId="1170087405" sldId="898"/>
            <ac:spMk id="59" creationId="{E680563A-8D5B-4A81-A4F0-780F2074A871}"/>
          </ac:spMkLst>
        </pc:spChg>
        <pc:spChg chg="add mod">
          <ac:chgData name="Minh Huynh" userId="01a137d4-0d81-46e0-aca6-c9185b391828" providerId="ADAL" clId="{18447838-0BCA-432B-86F3-BB78526C143F}" dt="2026-10-12T21:48:11.068" v="2091" actId="1076"/>
          <ac:spMkLst>
            <pc:docMk/>
            <pc:sldMk cId="1170087405" sldId="898"/>
            <ac:spMk id="60" creationId="{55234845-2072-478F-BC9B-8256B43949B1}"/>
          </ac:spMkLst>
        </pc:spChg>
        <pc:spChg chg="add mod">
          <ac:chgData name="Minh Huynh" userId="01a137d4-0d81-46e0-aca6-c9185b391828" providerId="ADAL" clId="{18447838-0BCA-432B-86F3-BB78526C143F}" dt="2026-10-12T21:48:11.068" v="2091" actId="1076"/>
          <ac:spMkLst>
            <pc:docMk/>
            <pc:sldMk cId="1170087405" sldId="898"/>
            <ac:spMk id="61" creationId="{E51522CB-1684-497D-84DC-562E92C90835}"/>
          </ac:spMkLst>
        </pc:spChg>
        <pc:spChg chg="add mod">
          <ac:chgData name="Minh Huynh" userId="01a137d4-0d81-46e0-aca6-c9185b391828" providerId="ADAL" clId="{18447838-0BCA-432B-86F3-BB78526C143F}" dt="2026-10-12T21:48:11.068" v="2091" actId="1076"/>
          <ac:spMkLst>
            <pc:docMk/>
            <pc:sldMk cId="1170087405" sldId="898"/>
            <ac:spMk id="62" creationId="{EE7AC28F-A440-4B68-8197-96B3EDF1072C}"/>
          </ac:spMkLst>
        </pc:spChg>
        <pc:spChg chg="add mod">
          <ac:chgData name="Minh Huynh" userId="01a137d4-0d81-46e0-aca6-c9185b391828" providerId="ADAL" clId="{18447838-0BCA-432B-86F3-BB78526C143F}" dt="2026-10-12T21:48:11.068" v="2091" actId="1076"/>
          <ac:spMkLst>
            <pc:docMk/>
            <pc:sldMk cId="1170087405" sldId="898"/>
            <ac:spMk id="63" creationId="{65DE6682-C0B1-4C3C-8EBE-0575D02094DB}"/>
          </ac:spMkLst>
        </pc:spChg>
        <pc:spChg chg="add mod">
          <ac:chgData name="Minh Huynh" userId="01a137d4-0d81-46e0-aca6-c9185b391828" providerId="ADAL" clId="{18447838-0BCA-432B-86F3-BB78526C143F}" dt="2026-10-12T21:48:11.068" v="2091" actId="1076"/>
          <ac:spMkLst>
            <pc:docMk/>
            <pc:sldMk cId="1170087405" sldId="898"/>
            <ac:spMk id="64" creationId="{9ADF1E88-C075-43C4-96EF-7A690D892063}"/>
          </ac:spMkLst>
        </pc:spChg>
        <pc:spChg chg="add mod">
          <ac:chgData name="Minh Huynh" userId="01a137d4-0d81-46e0-aca6-c9185b391828" providerId="ADAL" clId="{18447838-0BCA-432B-86F3-BB78526C143F}" dt="2026-10-12T21:48:11.068" v="2091" actId="1076"/>
          <ac:spMkLst>
            <pc:docMk/>
            <pc:sldMk cId="1170087405" sldId="898"/>
            <ac:spMk id="65" creationId="{BFC997B9-45EC-4D2D-932B-FAAA278897E8}"/>
          </ac:spMkLst>
        </pc:spChg>
        <pc:spChg chg="add mod">
          <ac:chgData name="Minh Huynh" userId="01a137d4-0d81-46e0-aca6-c9185b391828" providerId="ADAL" clId="{18447838-0BCA-432B-86F3-BB78526C143F}" dt="2026-10-12T21:48:11.068" v="2091" actId="1076"/>
          <ac:spMkLst>
            <pc:docMk/>
            <pc:sldMk cId="1170087405" sldId="898"/>
            <ac:spMk id="66" creationId="{2D555CD5-9E67-43C4-AD88-4D62E69C0220}"/>
          </ac:spMkLst>
        </pc:spChg>
        <pc:spChg chg="add mod">
          <ac:chgData name="Minh Huynh" userId="01a137d4-0d81-46e0-aca6-c9185b391828" providerId="ADAL" clId="{18447838-0BCA-432B-86F3-BB78526C143F}" dt="2026-10-12T21:48:11.068" v="2091" actId="1076"/>
          <ac:spMkLst>
            <pc:docMk/>
            <pc:sldMk cId="1170087405" sldId="898"/>
            <ac:spMk id="67" creationId="{8267ADF9-1A1B-4E29-AA2B-DA6A710341EA}"/>
          </ac:spMkLst>
        </pc:spChg>
        <pc:spChg chg="add mod">
          <ac:chgData name="Minh Huynh" userId="01a137d4-0d81-46e0-aca6-c9185b391828" providerId="ADAL" clId="{18447838-0BCA-432B-86F3-BB78526C143F}" dt="2026-10-12T21:48:11.068" v="2091" actId="1076"/>
          <ac:spMkLst>
            <pc:docMk/>
            <pc:sldMk cId="1170087405" sldId="898"/>
            <ac:spMk id="68" creationId="{E5B6B727-EF57-486E-87DD-6EA07350BC89}"/>
          </ac:spMkLst>
        </pc:spChg>
        <pc:spChg chg="add mod">
          <ac:chgData name="Minh Huynh" userId="01a137d4-0d81-46e0-aca6-c9185b391828" providerId="ADAL" clId="{18447838-0BCA-432B-86F3-BB78526C143F}" dt="2026-10-12T21:48:11.068" v="2091" actId="1076"/>
          <ac:spMkLst>
            <pc:docMk/>
            <pc:sldMk cId="1170087405" sldId="898"/>
            <ac:spMk id="69" creationId="{AB57A66E-11C8-45E8-BF11-7F4E727FEB6B}"/>
          </ac:spMkLst>
        </pc:spChg>
        <pc:spChg chg="add mod">
          <ac:chgData name="Minh Huynh" userId="01a137d4-0d81-46e0-aca6-c9185b391828" providerId="ADAL" clId="{18447838-0BCA-432B-86F3-BB78526C143F}" dt="2026-10-12T21:48:11.068" v="2091" actId="1076"/>
          <ac:spMkLst>
            <pc:docMk/>
            <pc:sldMk cId="1170087405" sldId="898"/>
            <ac:spMk id="70" creationId="{B4D0EA10-2A2B-4B8F-9D23-039777E70773}"/>
          </ac:spMkLst>
        </pc:spChg>
        <pc:spChg chg="add mod">
          <ac:chgData name="Minh Huynh" userId="01a137d4-0d81-46e0-aca6-c9185b391828" providerId="ADAL" clId="{18447838-0BCA-432B-86F3-BB78526C143F}" dt="2026-10-12T21:48:11.068" v="2091" actId="1076"/>
          <ac:spMkLst>
            <pc:docMk/>
            <pc:sldMk cId="1170087405" sldId="898"/>
            <ac:spMk id="71" creationId="{989EA338-B217-4E11-8E95-356C071F52BF}"/>
          </ac:spMkLst>
        </pc:spChg>
        <pc:spChg chg="add mod">
          <ac:chgData name="Minh Huynh" userId="01a137d4-0d81-46e0-aca6-c9185b391828" providerId="ADAL" clId="{18447838-0BCA-432B-86F3-BB78526C143F}" dt="2026-10-12T21:48:11.068" v="2091" actId="1076"/>
          <ac:spMkLst>
            <pc:docMk/>
            <pc:sldMk cId="1170087405" sldId="898"/>
            <ac:spMk id="72" creationId="{DF94561F-8BEE-4A69-BBC5-AF010937F9FA}"/>
          </ac:spMkLst>
        </pc:spChg>
        <pc:spChg chg="add mod">
          <ac:chgData name="Minh Huynh" userId="01a137d4-0d81-46e0-aca6-c9185b391828" providerId="ADAL" clId="{18447838-0BCA-432B-86F3-BB78526C143F}" dt="2026-10-12T21:48:11.068" v="2091" actId="1076"/>
          <ac:spMkLst>
            <pc:docMk/>
            <pc:sldMk cId="1170087405" sldId="898"/>
            <ac:spMk id="73" creationId="{5D4CDBED-FA7F-481F-8569-D6C3132E62EA}"/>
          </ac:spMkLst>
        </pc:spChg>
        <pc:spChg chg="add mod">
          <ac:chgData name="Minh Huynh" userId="01a137d4-0d81-46e0-aca6-c9185b391828" providerId="ADAL" clId="{18447838-0BCA-432B-86F3-BB78526C143F}" dt="2026-10-12T21:48:11.068" v="2091" actId="1076"/>
          <ac:spMkLst>
            <pc:docMk/>
            <pc:sldMk cId="1170087405" sldId="898"/>
            <ac:spMk id="74" creationId="{97C54D7E-C124-4470-A0B9-B3E89B17DF5A}"/>
          </ac:spMkLst>
        </pc:spChg>
        <pc:spChg chg="add mod">
          <ac:chgData name="Minh Huynh" userId="01a137d4-0d81-46e0-aca6-c9185b391828" providerId="ADAL" clId="{18447838-0BCA-432B-86F3-BB78526C143F}" dt="2026-10-12T21:51:44.898" v="2160" actId="15"/>
          <ac:spMkLst>
            <pc:docMk/>
            <pc:sldMk cId="1170087405" sldId="898"/>
            <ac:spMk id="75" creationId="{49DF9D2F-8E65-4D63-82C3-27F8FA7882BF}"/>
          </ac:spMkLst>
        </pc:spChg>
        <pc:picChg chg="add del">
          <ac:chgData name="Minh Huynh" userId="01a137d4-0d81-46e0-aca6-c9185b391828" providerId="ADAL" clId="{18447838-0BCA-432B-86F3-BB78526C143F}" dt="2026-10-12T21:47:32.131" v="2080" actId="22"/>
          <ac:picMkLst>
            <pc:docMk/>
            <pc:sldMk cId="1170087405" sldId="898"/>
            <ac:picMk id="3" creationId="{4C38A8ED-1A6D-4A7F-A0FE-8A70513DD6AF}"/>
          </ac:picMkLst>
        </pc:picChg>
        <pc:picChg chg="del">
          <ac:chgData name="Minh Huynh" userId="01a137d4-0d81-46e0-aca6-c9185b391828" providerId="ADAL" clId="{18447838-0BCA-432B-86F3-BB78526C143F}" dt="2026-10-12T21:46:42.421" v="2071" actId="478"/>
          <ac:picMkLst>
            <pc:docMk/>
            <pc:sldMk cId="1170087405" sldId="898"/>
            <ac:picMk id="8" creationId="{42D3A573-1FDA-4AF2-ABA1-D8A5761FA793}"/>
          </ac:picMkLst>
        </pc:picChg>
      </pc:sldChg>
      <pc:sldChg chg="del">
        <pc:chgData name="Minh Huynh" userId="01a137d4-0d81-46e0-aca6-c9185b391828" providerId="ADAL" clId="{18447838-0BCA-432B-86F3-BB78526C143F}" dt="2026-10-12T12:12:45.996" v="0" actId="47"/>
        <pc:sldMkLst>
          <pc:docMk/>
          <pc:sldMk cId="1519634311" sldId="898"/>
        </pc:sldMkLst>
      </pc:sldChg>
      <pc:sldChg chg="addSp delSp modSp add mod">
        <pc:chgData name="Minh Huynh" userId="01a137d4-0d81-46e0-aca6-c9185b391828" providerId="ADAL" clId="{18447838-0BCA-432B-86F3-BB78526C143F}" dt="2026-10-12T21:51:26.347" v="2159" actId="15"/>
        <pc:sldMkLst>
          <pc:docMk/>
          <pc:sldMk cId="224993826" sldId="899"/>
        </pc:sldMkLst>
        <pc:spChg chg="mod">
          <ac:chgData name="Minh Huynh" userId="01a137d4-0d81-46e0-aca6-c9185b391828" providerId="ADAL" clId="{18447838-0BCA-432B-86F3-BB78526C143F}" dt="2026-10-12T21:48:27.755" v="2115" actId="20577"/>
          <ac:spMkLst>
            <pc:docMk/>
            <pc:sldMk cId="224993826" sldId="899"/>
            <ac:spMk id="4" creationId="{7BC73E8E-0D58-4B4B-A5C4-A8AE38997407}"/>
          </ac:spMkLst>
        </pc:spChg>
        <pc:spChg chg="add del mod">
          <ac:chgData name="Minh Huynh" userId="01a137d4-0d81-46e0-aca6-c9185b391828" providerId="ADAL" clId="{18447838-0BCA-432B-86F3-BB78526C143F}" dt="2026-10-12T21:48:38.751" v="2118"/>
          <ac:spMkLst>
            <pc:docMk/>
            <pc:sldMk cId="224993826" sldId="899"/>
            <ac:spMk id="36" creationId="{340709BC-5E5D-4CEF-A9C4-4C74B8350A77}"/>
          </ac:spMkLst>
        </pc:spChg>
        <pc:spChg chg="add del mod">
          <ac:chgData name="Minh Huynh" userId="01a137d4-0d81-46e0-aca6-c9185b391828" providerId="ADAL" clId="{18447838-0BCA-432B-86F3-BB78526C143F}" dt="2026-10-12T21:48:38.751" v="2118"/>
          <ac:spMkLst>
            <pc:docMk/>
            <pc:sldMk cId="224993826" sldId="899"/>
            <ac:spMk id="37" creationId="{EC105A5B-8CCA-43B6-A468-25B77D04FB50}"/>
          </ac:spMkLst>
        </pc:spChg>
        <pc:spChg chg="add del mod">
          <ac:chgData name="Minh Huynh" userId="01a137d4-0d81-46e0-aca6-c9185b391828" providerId="ADAL" clId="{18447838-0BCA-432B-86F3-BB78526C143F}" dt="2026-10-12T21:48:38.751" v="2118"/>
          <ac:spMkLst>
            <pc:docMk/>
            <pc:sldMk cId="224993826" sldId="899"/>
            <ac:spMk id="38" creationId="{926E83CF-47BF-42C1-BCEC-44BC431FCCB3}"/>
          </ac:spMkLst>
        </pc:spChg>
        <pc:spChg chg="add del mod">
          <ac:chgData name="Minh Huynh" userId="01a137d4-0d81-46e0-aca6-c9185b391828" providerId="ADAL" clId="{18447838-0BCA-432B-86F3-BB78526C143F}" dt="2026-10-12T21:48:38.751" v="2118"/>
          <ac:spMkLst>
            <pc:docMk/>
            <pc:sldMk cId="224993826" sldId="899"/>
            <ac:spMk id="39" creationId="{4E615320-6738-4A8C-8BA4-72E0990ED227}"/>
          </ac:spMkLst>
        </pc:spChg>
        <pc:spChg chg="add del mod">
          <ac:chgData name="Minh Huynh" userId="01a137d4-0d81-46e0-aca6-c9185b391828" providerId="ADAL" clId="{18447838-0BCA-432B-86F3-BB78526C143F}" dt="2026-10-12T21:48:38.751" v="2118"/>
          <ac:spMkLst>
            <pc:docMk/>
            <pc:sldMk cId="224993826" sldId="899"/>
            <ac:spMk id="40" creationId="{76B536F0-64EE-4555-9A03-6055EED9EAE2}"/>
          </ac:spMkLst>
        </pc:spChg>
        <pc:spChg chg="add del mod">
          <ac:chgData name="Minh Huynh" userId="01a137d4-0d81-46e0-aca6-c9185b391828" providerId="ADAL" clId="{18447838-0BCA-432B-86F3-BB78526C143F}" dt="2026-10-12T21:48:38.751" v="2118"/>
          <ac:spMkLst>
            <pc:docMk/>
            <pc:sldMk cId="224993826" sldId="899"/>
            <ac:spMk id="41" creationId="{22C3EF60-EA7F-4318-8A53-4457EEC02E72}"/>
          </ac:spMkLst>
        </pc:spChg>
        <pc:spChg chg="add del mod">
          <ac:chgData name="Minh Huynh" userId="01a137d4-0d81-46e0-aca6-c9185b391828" providerId="ADAL" clId="{18447838-0BCA-432B-86F3-BB78526C143F}" dt="2026-10-12T21:48:38.751" v="2118"/>
          <ac:spMkLst>
            <pc:docMk/>
            <pc:sldMk cId="224993826" sldId="899"/>
            <ac:spMk id="42" creationId="{1AD9F24F-C1C5-43D0-AEEA-424E7C073971}"/>
          </ac:spMkLst>
        </pc:spChg>
        <pc:spChg chg="del">
          <ac:chgData name="Minh Huynh" userId="01a137d4-0d81-46e0-aca6-c9185b391828" providerId="ADAL" clId="{18447838-0BCA-432B-86F3-BB78526C143F}" dt="2026-10-12T21:48:37.019" v="2116" actId="478"/>
          <ac:spMkLst>
            <pc:docMk/>
            <pc:sldMk cId="224993826" sldId="899"/>
            <ac:spMk id="43" creationId="{69A8A8E9-2BCA-4A04-B64C-CEA3E2D76B9F}"/>
          </ac:spMkLst>
        </pc:spChg>
        <pc:spChg chg="del">
          <ac:chgData name="Minh Huynh" userId="01a137d4-0d81-46e0-aca6-c9185b391828" providerId="ADAL" clId="{18447838-0BCA-432B-86F3-BB78526C143F}" dt="2026-10-12T21:48:37.019" v="2116" actId="478"/>
          <ac:spMkLst>
            <pc:docMk/>
            <pc:sldMk cId="224993826" sldId="899"/>
            <ac:spMk id="44" creationId="{223E4926-F6D6-4394-BBF5-F8AC914C37EA}"/>
          </ac:spMkLst>
        </pc:spChg>
        <pc:spChg chg="del">
          <ac:chgData name="Minh Huynh" userId="01a137d4-0d81-46e0-aca6-c9185b391828" providerId="ADAL" clId="{18447838-0BCA-432B-86F3-BB78526C143F}" dt="2026-10-12T21:48:37.019" v="2116" actId="478"/>
          <ac:spMkLst>
            <pc:docMk/>
            <pc:sldMk cId="224993826" sldId="899"/>
            <ac:spMk id="45" creationId="{DD1EF746-F3EF-483A-832C-791A27BD1729}"/>
          </ac:spMkLst>
        </pc:spChg>
        <pc:spChg chg="del">
          <ac:chgData name="Minh Huynh" userId="01a137d4-0d81-46e0-aca6-c9185b391828" providerId="ADAL" clId="{18447838-0BCA-432B-86F3-BB78526C143F}" dt="2026-10-12T21:48:37.019" v="2116" actId="478"/>
          <ac:spMkLst>
            <pc:docMk/>
            <pc:sldMk cId="224993826" sldId="899"/>
            <ac:spMk id="46" creationId="{51DE99A3-1C86-4463-820A-D7F1EB7336B5}"/>
          </ac:spMkLst>
        </pc:spChg>
        <pc:spChg chg="del">
          <ac:chgData name="Minh Huynh" userId="01a137d4-0d81-46e0-aca6-c9185b391828" providerId="ADAL" clId="{18447838-0BCA-432B-86F3-BB78526C143F}" dt="2026-10-12T21:48:37.019" v="2116" actId="478"/>
          <ac:spMkLst>
            <pc:docMk/>
            <pc:sldMk cId="224993826" sldId="899"/>
            <ac:spMk id="47" creationId="{9714C4A4-0B41-4044-B6D8-6C739A77E2A9}"/>
          </ac:spMkLst>
        </pc:spChg>
        <pc:spChg chg="del">
          <ac:chgData name="Minh Huynh" userId="01a137d4-0d81-46e0-aca6-c9185b391828" providerId="ADAL" clId="{18447838-0BCA-432B-86F3-BB78526C143F}" dt="2026-10-12T21:48:37.019" v="2116" actId="478"/>
          <ac:spMkLst>
            <pc:docMk/>
            <pc:sldMk cId="224993826" sldId="899"/>
            <ac:spMk id="48" creationId="{C2FDB5D0-BD63-4B53-9542-9A964682B26C}"/>
          </ac:spMkLst>
        </pc:spChg>
        <pc:spChg chg="del">
          <ac:chgData name="Minh Huynh" userId="01a137d4-0d81-46e0-aca6-c9185b391828" providerId="ADAL" clId="{18447838-0BCA-432B-86F3-BB78526C143F}" dt="2026-10-12T21:48:37.019" v="2116" actId="478"/>
          <ac:spMkLst>
            <pc:docMk/>
            <pc:sldMk cId="224993826" sldId="899"/>
            <ac:spMk id="49" creationId="{4FF0C270-981A-4974-A444-97EA98243EB0}"/>
          </ac:spMkLst>
        </pc:spChg>
        <pc:spChg chg="del">
          <ac:chgData name="Minh Huynh" userId="01a137d4-0d81-46e0-aca6-c9185b391828" providerId="ADAL" clId="{18447838-0BCA-432B-86F3-BB78526C143F}" dt="2026-10-12T21:48:37.019" v="2116" actId="478"/>
          <ac:spMkLst>
            <pc:docMk/>
            <pc:sldMk cId="224993826" sldId="899"/>
            <ac:spMk id="50" creationId="{72FCF5EA-57FE-45B1-B1AD-31ADD4B2E56E}"/>
          </ac:spMkLst>
        </pc:spChg>
        <pc:spChg chg="del">
          <ac:chgData name="Minh Huynh" userId="01a137d4-0d81-46e0-aca6-c9185b391828" providerId="ADAL" clId="{18447838-0BCA-432B-86F3-BB78526C143F}" dt="2026-10-12T21:48:37.019" v="2116" actId="478"/>
          <ac:spMkLst>
            <pc:docMk/>
            <pc:sldMk cId="224993826" sldId="899"/>
            <ac:spMk id="51" creationId="{273F54FC-1D27-4322-95D9-112F3E8B3C5C}"/>
          </ac:spMkLst>
        </pc:spChg>
        <pc:spChg chg="del">
          <ac:chgData name="Minh Huynh" userId="01a137d4-0d81-46e0-aca6-c9185b391828" providerId="ADAL" clId="{18447838-0BCA-432B-86F3-BB78526C143F}" dt="2026-10-12T21:48:37.019" v="2116" actId="478"/>
          <ac:spMkLst>
            <pc:docMk/>
            <pc:sldMk cId="224993826" sldId="899"/>
            <ac:spMk id="52" creationId="{72F6B31D-4AB6-47EF-81F6-FE28D0BC60D0}"/>
          </ac:spMkLst>
        </pc:spChg>
        <pc:spChg chg="del">
          <ac:chgData name="Minh Huynh" userId="01a137d4-0d81-46e0-aca6-c9185b391828" providerId="ADAL" clId="{18447838-0BCA-432B-86F3-BB78526C143F}" dt="2026-10-12T21:48:37.019" v="2116" actId="478"/>
          <ac:spMkLst>
            <pc:docMk/>
            <pc:sldMk cId="224993826" sldId="899"/>
            <ac:spMk id="53" creationId="{69B971AB-B962-405C-BD3F-8E51BA1BD0F8}"/>
          </ac:spMkLst>
        </pc:spChg>
        <pc:spChg chg="del">
          <ac:chgData name="Minh Huynh" userId="01a137d4-0d81-46e0-aca6-c9185b391828" providerId="ADAL" clId="{18447838-0BCA-432B-86F3-BB78526C143F}" dt="2026-10-12T21:48:37.019" v="2116" actId="478"/>
          <ac:spMkLst>
            <pc:docMk/>
            <pc:sldMk cId="224993826" sldId="899"/>
            <ac:spMk id="54" creationId="{35D82957-981A-4305-9039-4258010C94D6}"/>
          </ac:spMkLst>
        </pc:spChg>
        <pc:spChg chg="del">
          <ac:chgData name="Minh Huynh" userId="01a137d4-0d81-46e0-aca6-c9185b391828" providerId="ADAL" clId="{18447838-0BCA-432B-86F3-BB78526C143F}" dt="2026-10-12T21:48:37.019" v="2116" actId="478"/>
          <ac:spMkLst>
            <pc:docMk/>
            <pc:sldMk cId="224993826" sldId="899"/>
            <ac:spMk id="55" creationId="{299B7BDC-9094-421D-A164-7890B3EFF742}"/>
          </ac:spMkLst>
        </pc:spChg>
        <pc:spChg chg="del">
          <ac:chgData name="Minh Huynh" userId="01a137d4-0d81-46e0-aca6-c9185b391828" providerId="ADAL" clId="{18447838-0BCA-432B-86F3-BB78526C143F}" dt="2026-10-12T21:48:37.019" v="2116" actId="478"/>
          <ac:spMkLst>
            <pc:docMk/>
            <pc:sldMk cId="224993826" sldId="899"/>
            <ac:spMk id="56" creationId="{892F4DEE-9B55-4C7D-B71F-366562709D6B}"/>
          </ac:spMkLst>
        </pc:spChg>
        <pc:spChg chg="del">
          <ac:chgData name="Minh Huynh" userId="01a137d4-0d81-46e0-aca6-c9185b391828" providerId="ADAL" clId="{18447838-0BCA-432B-86F3-BB78526C143F}" dt="2026-10-12T21:48:37.019" v="2116" actId="478"/>
          <ac:spMkLst>
            <pc:docMk/>
            <pc:sldMk cId="224993826" sldId="899"/>
            <ac:spMk id="57" creationId="{DEC672AE-64FF-4642-B1FC-E2C95F53B6D5}"/>
          </ac:spMkLst>
        </pc:spChg>
        <pc:spChg chg="del">
          <ac:chgData name="Minh Huynh" userId="01a137d4-0d81-46e0-aca6-c9185b391828" providerId="ADAL" clId="{18447838-0BCA-432B-86F3-BB78526C143F}" dt="2026-10-12T21:48:37.019" v="2116" actId="478"/>
          <ac:spMkLst>
            <pc:docMk/>
            <pc:sldMk cId="224993826" sldId="899"/>
            <ac:spMk id="58" creationId="{4EFF00FD-0982-4A9F-AB93-865554600B3D}"/>
          </ac:spMkLst>
        </pc:spChg>
        <pc:spChg chg="del">
          <ac:chgData name="Minh Huynh" userId="01a137d4-0d81-46e0-aca6-c9185b391828" providerId="ADAL" clId="{18447838-0BCA-432B-86F3-BB78526C143F}" dt="2026-10-12T21:48:37.019" v="2116" actId="478"/>
          <ac:spMkLst>
            <pc:docMk/>
            <pc:sldMk cId="224993826" sldId="899"/>
            <ac:spMk id="59" creationId="{E680563A-8D5B-4A81-A4F0-780F2074A871}"/>
          </ac:spMkLst>
        </pc:spChg>
        <pc:spChg chg="del">
          <ac:chgData name="Minh Huynh" userId="01a137d4-0d81-46e0-aca6-c9185b391828" providerId="ADAL" clId="{18447838-0BCA-432B-86F3-BB78526C143F}" dt="2026-10-12T21:48:37.019" v="2116" actId="478"/>
          <ac:spMkLst>
            <pc:docMk/>
            <pc:sldMk cId="224993826" sldId="899"/>
            <ac:spMk id="60" creationId="{55234845-2072-478F-BC9B-8256B43949B1}"/>
          </ac:spMkLst>
        </pc:spChg>
        <pc:spChg chg="del">
          <ac:chgData name="Minh Huynh" userId="01a137d4-0d81-46e0-aca6-c9185b391828" providerId="ADAL" clId="{18447838-0BCA-432B-86F3-BB78526C143F}" dt="2026-10-12T21:48:37.019" v="2116" actId="478"/>
          <ac:spMkLst>
            <pc:docMk/>
            <pc:sldMk cId="224993826" sldId="899"/>
            <ac:spMk id="61" creationId="{E51522CB-1684-497D-84DC-562E92C90835}"/>
          </ac:spMkLst>
        </pc:spChg>
        <pc:spChg chg="del">
          <ac:chgData name="Minh Huynh" userId="01a137d4-0d81-46e0-aca6-c9185b391828" providerId="ADAL" clId="{18447838-0BCA-432B-86F3-BB78526C143F}" dt="2026-10-12T21:48:37.019" v="2116" actId="478"/>
          <ac:spMkLst>
            <pc:docMk/>
            <pc:sldMk cId="224993826" sldId="899"/>
            <ac:spMk id="62" creationId="{EE7AC28F-A440-4B68-8197-96B3EDF1072C}"/>
          </ac:spMkLst>
        </pc:spChg>
        <pc:spChg chg="del">
          <ac:chgData name="Minh Huynh" userId="01a137d4-0d81-46e0-aca6-c9185b391828" providerId="ADAL" clId="{18447838-0BCA-432B-86F3-BB78526C143F}" dt="2026-10-12T21:48:37.019" v="2116" actId="478"/>
          <ac:spMkLst>
            <pc:docMk/>
            <pc:sldMk cId="224993826" sldId="899"/>
            <ac:spMk id="63" creationId="{65DE6682-C0B1-4C3C-8EBE-0575D02094DB}"/>
          </ac:spMkLst>
        </pc:spChg>
        <pc:spChg chg="del">
          <ac:chgData name="Minh Huynh" userId="01a137d4-0d81-46e0-aca6-c9185b391828" providerId="ADAL" clId="{18447838-0BCA-432B-86F3-BB78526C143F}" dt="2026-10-12T21:48:37.019" v="2116" actId="478"/>
          <ac:spMkLst>
            <pc:docMk/>
            <pc:sldMk cId="224993826" sldId="899"/>
            <ac:spMk id="64" creationId="{9ADF1E88-C075-43C4-96EF-7A690D892063}"/>
          </ac:spMkLst>
        </pc:spChg>
        <pc:spChg chg="del">
          <ac:chgData name="Minh Huynh" userId="01a137d4-0d81-46e0-aca6-c9185b391828" providerId="ADAL" clId="{18447838-0BCA-432B-86F3-BB78526C143F}" dt="2026-10-12T21:48:37.019" v="2116" actId="478"/>
          <ac:spMkLst>
            <pc:docMk/>
            <pc:sldMk cId="224993826" sldId="899"/>
            <ac:spMk id="65" creationId="{BFC997B9-45EC-4D2D-932B-FAAA278897E8}"/>
          </ac:spMkLst>
        </pc:spChg>
        <pc:spChg chg="del">
          <ac:chgData name="Minh Huynh" userId="01a137d4-0d81-46e0-aca6-c9185b391828" providerId="ADAL" clId="{18447838-0BCA-432B-86F3-BB78526C143F}" dt="2026-10-12T21:48:37.019" v="2116" actId="478"/>
          <ac:spMkLst>
            <pc:docMk/>
            <pc:sldMk cId="224993826" sldId="899"/>
            <ac:spMk id="66" creationId="{2D555CD5-9E67-43C4-AD88-4D62E69C0220}"/>
          </ac:spMkLst>
        </pc:spChg>
        <pc:spChg chg="del">
          <ac:chgData name="Minh Huynh" userId="01a137d4-0d81-46e0-aca6-c9185b391828" providerId="ADAL" clId="{18447838-0BCA-432B-86F3-BB78526C143F}" dt="2026-10-12T21:48:37.019" v="2116" actId="478"/>
          <ac:spMkLst>
            <pc:docMk/>
            <pc:sldMk cId="224993826" sldId="899"/>
            <ac:spMk id="67" creationId="{8267ADF9-1A1B-4E29-AA2B-DA6A710341EA}"/>
          </ac:spMkLst>
        </pc:spChg>
        <pc:spChg chg="del">
          <ac:chgData name="Minh Huynh" userId="01a137d4-0d81-46e0-aca6-c9185b391828" providerId="ADAL" clId="{18447838-0BCA-432B-86F3-BB78526C143F}" dt="2026-10-12T21:48:37.019" v="2116" actId="478"/>
          <ac:spMkLst>
            <pc:docMk/>
            <pc:sldMk cId="224993826" sldId="899"/>
            <ac:spMk id="68" creationId="{E5B6B727-EF57-486E-87DD-6EA07350BC89}"/>
          </ac:spMkLst>
        </pc:spChg>
        <pc:spChg chg="del">
          <ac:chgData name="Minh Huynh" userId="01a137d4-0d81-46e0-aca6-c9185b391828" providerId="ADAL" clId="{18447838-0BCA-432B-86F3-BB78526C143F}" dt="2026-10-12T21:48:37.019" v="2116" actId="478"/>
          <ac:spMkLst>
            <pc:docMk/>
            <pc:sldMk cId="224993826" sldId="899"/>
            <ac:spMk id="69" creationId="{AB57A66E-11C8-45E8-BF11-7F4E727FEB6B}"/>
          </ac:spMkLst>
        </pc:spChg>
        <pc:spChg chg="del">
          <ac:chgData name="Minh Huynh" userId="01a137d4-0d81-46e0-aca6-c9185b391828" providerId="ADAL" clId="{18447838-0BCA-432B-86F3-BB78526C143F}" dt="2026-10-12T21:48:37.019" v="2116" actId="478"/>
          <ac:spMkLst>
            <pc:docMk/>
            <pc:sldMk cId="224993826" sldId="899"/>
            <ac:spMk id="70" creationId="{B4D0EA10-2A2B-4B8F-9D23-039777E70773}"/>
          </ac:spMkLst>
        </pc:spChg>
        <pc:spChg chg="del">
          <ac:chgData name="Minh Huynh" userId="01a137d4-0d81-46e0-aca6-c9185b391828" providerId="ADAL" clId="{18447838-0BCA-432B-86F3-BB78526C143F}" dt="2026-10-12T21:48:37.019" v="2116" actId="478"/>
          <ac:spMkLst>
            <pc:docMk/>
            <pc:sldMk cId="224993826" sldId="899"/>
            <ac:spMk id="71" creationId="{989EA338-B217-4E11-8E95-356C071F52BF}"/>
          </ac:spMkLst>
        </pc:spChg>
        <pc:spChg chg="del">
          <ac:chgData name="Minh Huynh" userId="01a137d4-0d81-46e0-aca6-c9185b391828" providerId="ADAL" clId="{18447838-0BCA-432B-86F3-BB78526C143F}" dt="2026-10-12T21:48:37.019" v="2116" actId="478"/>
          <ac:spMkLst>
            <pc:docMk/>
            <pc:sldMk cId="224993826" sldId="899"/>
            <ac:spMk id="72" creationId="{DF94561F-8BEE-4A69-BBC5-AF010937F9FA}"/>
          </ac:spMkLst>
        </pc:spChg>
        <pc:spChg chg="del">
          <ac:chgData name="Minh Huynh" userId="01a137d4-0d81-46e0-aca6-c9185b391828" providerId="ADAL" clId="{18447838-0BCA-432B-86F3-BB78526C143F}" dt="2026-10-12T21:48:37.019" v="2116" actId="478"/>
          <ac:spMkLst>
            <pc:docMk/>
            <pc:sldMk cId="224993826" sldId="899"/>
            <ac:spMk id="73" creationId="{5D4CDBED-FA7F-481F-8569-D6C3132E62EA}"/>
          </ac:spMkLst>
        </pc:spChg>
        <pc:spChg chg="del">
          <ac:chgData name="Minh Huynh" userId="01a137d4-0d81-46e0-aca6-c9185b391828" providerId="ADAL" clId="{18447838-0BCA-432B-86F3-BB78526C143F}" dt="2026-10-12T21:48:37.019" v="2116" actId="478"/>
          <ac:spMkLst>
            <pc:docMk/>
            <pc:sldMk cId="224993826" sldId="899"/>
            <ac:spMk id="74" creationId="{97C54D7E-C124-4470-A0B9-B3E89B17DF5A}"/>
          </ac:spMkLst>
        </pc:spChg>
        <pc:spChg chg="mod">
          <ac:chgData name="Minh Huynh" userId="01a137d4-0d81-46e0-aca6-c9185b391828" providerId="ADAL" clId="{18447838-0BCA-432B-86F3-BB78526C143F}" dt="2026-10-12T21:51:26.347" v="2159" actId="15"/>
          <ac:spMkLst>
            <pc:docMk/>
            <pc:sldMk cId="224993826" sldId="899"/>
            <ac:spMk id="75" creationId="{49DF9D2F-8E65-4D63-82C3-27F8FA7882BF}"/>
          </ac:spMkLst>
        </pc:spChg>
        <pc:spChg chg="add del mod">
          <ac:chgData name="Minh Huynh" userId="01a137d4-0d81-46e0-aca6-c9185b391828" providerId="ADAL" clId="{18447838-0BCA-432B-86F3-BB78526C143F}" dt="2026-10-12T21:48:38.751" v="2118"/>
          <ac:spMkLst>
            <pc:docMk/>
            <pc:sldMk cId="224993826" sldId="899"/>
            <ac:spMk id="76" creationId="{BAB71273-A99A-420D-918A-77157A89DEC7}"/>
          </ac:spMkLst>
        </pc:spChg>
        <pc:spChg chg="add del mod">
          <ac:chgData name="Minh Huynh" userId="01a137d4-0d81-46e0-aca6-c9185b391828" providerId="ADAL" clId="{18447838-0BCA-432B-86F3-BB78526C143F}" dt="2026-10-12T21:48:38.751" v="2118"/>
          <ac:spMkLst>
            <pc:docMk/>
            <pc:sldMk cId="224993826" sldId="899"/>
            <ac:spMk id="77" creationId="{5F03C7CF-40AA-4734-9AE7-E16CE6FD389A}"/>
          </ac:spMkLst>
        </pc:spChg>
        <pc:spChg chg="add del mod">
          <ac:chgData name="Minh Huynh" userId="01a137d4-0d81-46e0-aca6-c9185b391828" providerId="ADAL" clId="{18447838-0BCA-432B-86F3-BB78526C143F}" dt="2026-10-12T21:48:38.751" v="2118"/>
          <ac:spMkLst>
            <pc:docMk/>
            <pc:sldMk cId="224993826" sldId="899"/>
            <ac:spMk id="78" creationId="{DD270FF7-0CA2-4F57-9815-C9E56EE030E0}"/>
          </ac:spMkLst>
        </pc:spChg>
        <pc:spChg chg="add del mod">
          <ac:chgData name="Minh Huynh" userId="01a137d4-0d81-46e0-aca6-c9185b391828" providerId="ADAL" clId="{18447838-0BCA-432B-86F3-BB78526C143F}" dt="2026-10-12T21:48:38.751" v="2118"/>
          <ac:spMkLst>
            <pc:docMk/>
            <pc:sldMk cId="224993826" sldId="899"/>
            <ac:spMk id="79" creationId="{9CD2E683-AD54-4E1D-81FB-23E89C97DA78}"/>
          </ac:spMkLst>
        </pc:spChg>
        <pc:spChg chg="add del mod">
          <ac:chgData name="Minh Huynh" userId="01a137d4-0d81-46e0-aca6-c9185b391828" providerId="ADAL" clId="{18447838-0BCA-432B-86F3-BB78526C143F}" dt="2026-10-12T21:48:38.751" v="2118"/>
          <ac:spMkLst>
            <pc:docMk/>
            <pc:sldMk cId="224993826" sldId="899"/>
            <ac:spMk id="80" creationId="{7C8564D4-6E11-4C7D-ACFC-6847D2A0BD61}"/>
          </ac:spMkLst>
        </pc:spChg>
        <pc:spChg chg="add del mod">
          <ac:chgData name="Minh Huynh" userId="01a137d4-0d81-46e0-aca6-c9185b391828" providerId="ADAL" clId="{18447838-0BCA-432B-86F3-BB78526C143F}" dt="2026-10-12T21:48:38.751" v="2118"/>
          <ac:spMkLst>
            <pc:docMk/>
            <pc:sldMk cId="224993826" sldId="899"/>
            <ac:spMk id="81" creationId="{ECFD570B-EB68-440E-9AEA-01D2B4FA5A73}"/>
          </ac:spMkLst>
        </pc:spChg>
        <pc:spChg chg="add del mod">
          <ac:chgData name="Minh Huynh" userId="01a137d4-0d81-46e0-aca6-c9185b391828" providerId="ADAL" clId="{18447838-0BCA-432B-86F3-BB78526C143F}" dt="2026-10-12T21:48:38.751" v="2118"/>
          <ac:spMkLst>
            <pc:docMk/>
            <pc:sldMk cId="224993826" sldId="899"/>
            <ac:spMk id="82" creationId="{04355D0B-2876-48B7-B5E3-FD4ED0BC2CAA}"/>
          </ac:spMkLst>
        </pc:spChg>
        <pc:spChg chg="add del mod">
          <ac:chgData name="Minh Huynh" userId="01a137d4-0d81-46e0-aca6-c9185b391828" providerId="ADAL" clId="{18447838-0BCA-432B-86F3-BB78526C143F}" dt="2026-10-12T21:48:38.751" v="2118"/>
          <ac:spMkLst>
            <pc:docMk/>
            <pc:sldMk cId="224993826" sldId="899"/>
            <ac:spMk id="83" creationId="{9B0D2927-484B-412E-96A4-721CA3DA18D8}"/>
          </ac:spMkLst>
        </pc:spChg>
        <pc:spChg chg="add del mod">
          <ac:chgData name="Minh Huynh" userId="01a137d4-0d81-46e0-aca6-c9185b391828" providerId="ADAL" clId="{18447838-0BCA-432B-86F3-BB78526C143F}" dt="2026-10-12T21:48:38.751" v="2118"/>
          <ac:spMkLst>
            <pc:docMk/>
            <pc:sldMk cId="224993826" sldId="899"/>
            <ac:spMk id="84" creationId="{CD74E2DE-3085-4328-B325-ED2F6113112F}"/>
          </ac:spMkLst>
        </pc:spChg>
        <pc:spChg chg="add del mod">
          <ac:chgData name="Minh Huynh" userId="01a137d4-0d81-46e0-aca6-c9185b391828" providerId="ADAL" clId="{18447838-0BCA-432B-86F3-BB78526C143F}" dt="2026-10-12T21:48:38.751" v="2118"/>
          <ac:spMkLst>
            <pc:docMk/>
            <pc:sldMk cId="224993826" sldId="899"/>
            <ac:spMk id="85" creationId="{CF9D8EEA-ED71-4CB7-9405-A7649C5F1541}"/>
          </ac:spMkLst>
        </pc:spChg>
        <pc:spChg chg="add del mod">
          <ac:chgData name="Minh Huynh" userId="01a137d4-0d81-46e0-aca6-c9185b391828" providerId="ADAL" clId="{18447838-0BCA-432B-86F3-BB78526C143F}" dt="2026-10-12T21:48:38.751" v="2118"/>
          <ac:spMkLst>
            <pc:docMk/>
            <pc:sldMk cId="224993826" sldId="899"/>
            <ac:spMk id="86" creationId="{21270740-DBA9-4807-A094-44AE92BEF81C}"/>
          </ac:spMkLst>
        </pc:spChg>
        <pc:spChg chg="add del mod">
          <ac:chgData name="Minh Huynh" userId="01a137d4-0d81-46e0-aca6-c9185b391828" providerId="ADAL" clId="{18447838-0BCA-432B-86F3-BB78526C143F}" dt="2026-10-12T21:48:38.751" v="2118"/>
          <ac:spMkLst>
            <pc:docMk/>
            <pc:sldMk cId="224993826" sldId="899"/>
            <ac:spMk id="87" creationId="{03ABFE14-D5DC-4EB0-B0B0-BE1C9D865AC4}"/>
          </ac:spMkLst>
        </pc:spChg>
        <pc:spChg chg="add del mod">
          <ac:chgData name="Minh Huynh" userId="01a137d4-0d81-46e0-aca6-c9185b391828" providerId="ADAL" clId="{18447838-0BCA-432B-86F3-BB78526C143F}" dt="2026-10-12T21:48:38.751" v="2118"/>
          <ac:spMkLst>
            <pc:docMk/>
            <pc:sldMk cId="224993826" sldId="899"/>
            <ac:spMk id="88" creationId="{6BCCA5B6-8A4C-46BF-8D55-0F5EED039949}"/>
          </ac:spMkLst>
        </pc:spChg>
        <pc:spChg chg="add del mod">
          <ac:chgData name="Minh Huynh" userId="01a137d4-0d81-46e0-aca6-c9185b391828" providerId="ADAL" clId="{18447838-0BCA-432B-86F3-BB78526C143F}" dt="2026-10-12T21:48:38.751" v="2118"/>
          <ac:spMkLst>
            <pc:docMk/>
            <pc:sldMk cId="224993826" sldId="899"/>
            <ac:spMk id="89" creationId="{957126C1-1334-4094-A7A2-BA06A39C4C04}"/>
          </ac:spMkLst>
        </pc:spChg>
        <pc:spChg chg="add del mod">
          <ac:chgData name="Minh Huynh" userId="01a137d4-0d81-46e0-aca6-c9185b391828" providerId="ADAL" clId="{18447838-0BCA-432B-86F3-BB78526C143F}" dt="2026-10-12T21:48:38.751" v="2118"/>
          <ac:spMkLst>
            <pc:docMk/>
            <pc:sldMk cId="224993826" sldId="899"/>
            <ac:spMk id="90" creationId="{9B31B125-455B-42C3-9670-9D065EF041CC}"/>
          </ac:spMkLst>
        </pc:spChg>
        <pc:spChg chg="add del mod">
          <ac:chgData name="Minh Huynh" userId="01a137d4-0d81-46e0-aca6-c9185b391828" providerId="ADAL" clId="{18447838-0BCA-432B-86F3-BB78526C143F}" dt="2026-10-12T21:48:38.751" v="2118"/>
          <ac:spMkLst>
            <pc:docMk/>
            <pc:sldMk cId="224993826" sldId="899"/>
            <ac:spMk id="91" creationId="{EB46DA12-694A-4205-BD6F-A60B88078556}"/>
          </ac:spMkLst>
        </pc:spChg>
        <pc:spChg chg="add del mod">
          <ac:chgData name="Minh Huynh" userId="01a137d4-0d81-46e0-aca6-c9185b391828" providerId="ADAL" clId="{18447838-0BCA-432B-86F3-BB78526C143F}" dt="2026-10-12T21:48:38.751" v="2118"/>
          <ac:spMkLst>
            <pc:docMk/>
            <pc:sldMk cId="224993826" sldId="899"/>
            <ac:spMk id="92" creationId="{E2637896-0EF4-42D7-B723-00BCEF22E909}"/>
          </ac:spMkLst>
        </pc:spChg>
        <pc:spChg chg="add del mod">
          <ac:chgData name="Minh Huynh" userId="01a137d4-0d81-46e0-aca6-c9185b391828" providerId="ADAL" clId="{18447838-0BCA-432B-86F3-BB78526C143F}" dt="2026-10-12T21:48:38.751" v="2118"/>
          <ac:spMkLst>
            <pc:docMk/>
            <pc:sldMk cId="224993826" sldId="899"/>
            <ac:spMk id="93" creationId="{51C47279-E5A2-4C30-9C7B-A38514A3164D}"/>
          </ac:spMkLst>
        </pc:spChg>
        <pc:spChg chg="add del mod">
          <ac:chgData name="Minh Huynh" userId="01a137d4-0d81-46e0-aca6-c9185b391828" providerId="ADAL" clId="{18447838-0BCA-432B-86F3-BB78526C143F}" dt="2026-10-12T21:48:38.751" v="2118"/>
          <ac:spMkLst>
            <pc:docMk/>
            <pc:sldMk cId="224993826" sldId="899"/>
            <ac:spMk id="94" creationId="{19DC89E0-7F57-4409-82B7-DC998F0117C7}"/>
          </ac:spMkLst>
        </pc:spChg>
        <pc:spChg chg="add del mod">
          <ac:chgData name="Minh Huynh" userId="01a137d4-0d81-46e0-aca6-c9185b391828" providerId="ADAL" clId="{18447838-0BCA-432B-86F3-BB78526C143F}" dt="2026-10-12T21:48:38.751" v="2118"/>
          <ac:spMkLst>
            <pc:docMk/>
            <pc:sldMk cId="224993826" sldId="899"/>
            <ac:spMk id="95" creationId="{AAFA8444-97BF-4319-94D4-7DA7EE9EFA45}"/>
          </ac:spMkLst>
        </pc:spChg>
        <pc:spChg chg="add del mod">
          <ac:chgData name="Minh Huynh" userId="01a137d4-0d81-46e0-aca6-c9185b391828" providerId="ADAL" clId="{18447838-0BCA-432B-86F3-BB78526C143F}" dt="2026-10-12T21:48:38.751" v="2118"/>
          <ac:spMkLst>
            <pc:docMk/>
            <pc:sldMk cId="224993826" sldId="899"/>
            <ac:spMk id="96" creationId="{61B7AED5-2BDB-4526-9A2F-8934D37B1B20}"/>
          </ac:spMkLst>
        </pc:spChg>
        <pc:spChg chg="add del mod">
          <ac:chgData name="Minh Huynh" userId="01a137d4-0d81-46e0-aca6-c9185b391828" providerId="ADAL" clId="{18447838-0BCA-432B-86F3-BB78526C143F}" dt="2026-10-12T21:48:38.751" v="2118"/>
          <ac:spMkLst>
            <pc:docMk/>
            <pc:sldMk cId="224993826" sldId="899"/>
            <ac:spMk id="97" creationId="{92C8B8B1-3D71-4723-90B1-FB5DEFA464EB}"/>
          </ac:spMkLst>
        </pc:spChg>
        <pc:spChg chg="add del mod">
          <ac:chgData name="Minh Huynh" userId="01a137d4-0d81-46e0-aca6-c9185b391828" providerId="ADAL" clId="{18447838-0BCA-432B-86F3-BB78526C143F}" dt="2026-10-12T21:48:38.751" v="2118"/>
          <ac:spMkLst>
            <pc:docMk/>
            <pc:sldMk cId="224993826" sldId="899"/>
            <ac:spMk id="98" creationId="{95A83C63-CC54-4593-8119-A6DD3B3B1256}"/>
          </ac:spMkLst>
        </pc:spChg>
        <pc:spChg chg="add del mod">
          <ac:chgData name="Minh Huynh" userId="01a137d4-0d81-46e0-aca6-c9185b391828" providerId="ADAL" clId="{18447838-0BCA-432B-86F3-BB78526C143F}" dt="2026-10-12T21:48:38.751" v="2118"/>
          <ac:spMkLst>
            <pc:docMk/>
            <pc:sldMk cId="224993826" sldId="899"/>
            <ac:spMk id="99" creationId="{91C1325E-6C11-4CEF-A977-E37E8D316021}"/>
          </ac:spMkLst>
        </pc:spChg>
        <pc:spChg chg="add del mod">
          <ac:chgData name="Minh Huynh" userId="01a137d4-0d81-46e0-aca6-c9185b391828" providerId="ADAL" clId="{18447838-0BCA-432B-86F3-BB78526C143F}" dt="2026-10-12T21:48:38.751" v="2118"/>
          <ac:spMkLst>
            <pc:docMk/>
            <pc:sldMk cId="224993826" sldId="899"/>
            <ac:spMk id="100" creationId="{BAAB8CB5-0732-4EEA-AF43-FC823DFBF903}"/>
          </ac:spMkLst>
        </pc:spChg>
        <pc:spChg chg="add del mod">
          <ac:chgData name="Minh Huynh" userId="01a137d4-0d81-46e0-aca6-c9185b391828" providerId="ADAL" clId="{18447838-0BCA-432B-86F3-BB78526C143F}" dt="2026-10-12T21:48:38.751" v="2118"/>
          <ac:spMkLst>
            <pc:docMk/>
            <pc:sldMk cId="224993826" sldId="899"/>
            <ac:spMk id="101" creationId="{1ED21D60-469F-415C-A525-90EF6C37F982}"/>
          </ac:spMkLst>
        </pc:spChg>
        <pc:spChg chg="add del mod">
          <ac:chgData name="Minh Huynh" userId="01a137d4-0d81-46e0-aca6-c9185b391828" providerId="ADAL" clId="{18447838-0BCA-432B-86F3-BB78526C143F}" dt="2026-10-12T21:48:38.751" v="2118"/>
          <ac:spMkLst>
            <pc:docMk/>
            <pc:sldMk cId="224993826" sldId="899"/>
            <ac:spMk id="102" creationId="{884E8C7E-26CE-482B-821A-1D896C032F87}"/>
          </ac:spMkLst>
        </pc:spChg>
        <pc:spChg chg="add del mod">
          <ac:chgData name="Minh Huynh" userId="01a137d4-0d81-46e0-aca6-c9185b391828" providerId="ADAL" clId="{18447838-0BCA-432B-86F3-BB78526C143F}" dt="2026-10-12T21:48:38.751" v="2118"/>
          <ac:spMkLst>
            <pc:docMk/>
            <pc:sldMk cId="224993826" sldId="899"/>
            <ac:spMk id="103" creationId="{2948A5EF-1F25-4BA7-93DA-69C718E06532}"/>
          </ac:spMkLst>
        </pc:spChg>
        <pc:spChg chg="add del mod">
          <ac:chgData name="Minh Huynh" userId="01a137d4-0d81-46e0-aca6-c9185b391828" providerId="ADAL" clId="{18447838-0BCA-432B-86F3-BB78526C143F}" dt="2026-10-12T21:48:38.751" v="2118"/>
          <ac:spMkLst>
            <pc:docMk/>
            <pc:sldMk cId="224993826" sldId="899"/>
            <ac:spMk id="104" creationId="{EFA692C3-7F13-4E16-9958-7D0A5F0E937F}"/>
          </ac:spMkLst>
        </pc:spChg>
        <pc:spChg chg="add del mod">
          <ac:chgData name="Minh Huynh" userId="01a137d4-0d81-46e0-aca6-c9185b391828" providerId="ADAL" clId="{18447838-0BCA-432B-86F3-BB78526C143F}" dt="2026-10-12T21:48:38.751" v="2118"/>
          <ac:spMkLst>
            <pc:docMk/>
            <pc:sldMk cId="224993826" sldId="899"/>
            <ac:spMk id="105" creationId="{33C89F98-5ADD-4FF9-A586-F28753CF66DD}"/>
          </ac:spMkLst>
        </pc:spChg>
        <pc:spChg chg="add del mod">
          <ac:chgData name="Minh Huynh" userId="01a137d4-0d81-46e0-aca6-c9185b391828" providerId="ADAL" clId="{18447838-0BCA-432B-86F3-BB78526C143F}" dt="2026-10-12T21:48:38.751" v="2118"/>
          <ac:spMkLst>
            <pc:docMk/>
            <pc:sldMk cId="224993826" sldId="899"/>
            <ac:spMk id="106" creationId="{8D776558-17D9-4711-9986-73952A77B26E}"/>
          </ac:spMkLst>
        </pc:spChg>
        <pc:spChg chg="add del mod">
          <ac:chgData name="Minh Huynh" userId="01a137d4-0d81-46e0-aca6-c9185b391828" providerId="ADAL" clId="{18447838-0BCA-432B-86F3-BB78526C143F}" dt="2026-10-12T21:48:38.751" v="2118"/>
          <ac:spMkLst>
            <pc:docMk/>
            <pc:sldMk cId="224993826" sldId="899"/>
            <ac:spMk id="107" creationId="{EF858AC5-F791-4B61-B94E-22ECA9E78795}"/>
          </ac:spMkLst>
        </pc:spChg>
        <pc:spChg chg="add del mod">
          <ac:chgData name="Minh Huynh" userId="01a137d4-0d81-46e0-aca6-c9185b391828" providerId="ADAL" clId="{18447838-0BCA-432B-86F3-BB78526C143F}" dt="2026-10-12T21:48:38.751" v="2118"/>
          <ac:spMkLst>
            <pc:docMk/>
            <pc:sldMk cId="224993826" sldId="899"/>
            <ac:spMk id="108" creationId="{3A3F8A11-BD8C-4856-90D2-FE3AD5B15381}"/>
          </ac:spMkLst>
        </pc:spChg>
        <pc:spChg chg="add mod">
          <ac:chgData name="Minh Huynh" userId="01a137d4-0d81-46e0-aca6-c9185b391828" providerId="ADAL" clId="{18447838-0BCA-432B-86F3-BB78526C143F}" dt="2026-10-12T21:48:42.194" v="2120" actId="1076"/>
          <ac:spMkLst>
            <pc:docMk/>
            <pc:sldMk cId="224993826" sldId="899"/>
            <ac:spMk id="109" creationId="{3D39CCBB-818F-4C2C-A0F1-C483687AD860}"/>
          </ac:spMkLst>
        </pc:spChg>
        <pc:spChg chg="add mod">
          <ac:chgData name="Minh Huynh" userId="01a137d4-0d81-46e0-aca6-c9185b391828" providerId="ADAL" clId="{18447838-0BCA-432B-86F3-BB78526C143F}" dt="2026-10-12T21:48:42.194" v="2120" actId="1076"/>
          <ac:spMkLst>
            <pc:docMk/>
            <pc:sldMk cId="224993826" sldId="899"/>
            <ac:spMk id="110" creationId="{F0810AB7-887E-4CEE-985B-E801F950FD75}"/>
          </ac:spMkLst>
        </pc:spChg>
        <pc:spChg chg="add mod">
          <ac:chgData name="Minh Huynh" userId="01a137d4-0d81-46e0-aca6-c9185b391828" providerId="ADAL" clId="{18447838-0BCA-432B-86F3-BB78526C143F}" dt="2026-10-12T21:48:42.194" v="2120" actId="1076"/>
          <ac:spMkLst>
            <pc:docMk/>
            <pc:sldMk cId="224993826" sldId="899"/>
            <ac:spMk id="111" creationId="{8C14A1BE-23D6-4A71-B469-AA85A0AB249E}"/>
          </ac:spMkLst>
        </pc:spChg>
        <pc:spChg chg="add mod">
          <ac:chgData name="Minh Huynh" userId="01a137d4-0d81-46e0-aca6-c9185b391828" providerId="ADAL" clId="{18447838-0BCA-432B-86F3-BB78526C143F}" dt="2026-10-12T21:48:42.194" v="2120" actId="1076"/>
          <ac:spMkLst>
            <pc:docMk/>
            <pc:sldMk cId="224993826" sldId="899"/>
            <ac:spMk id="112" creationId="{DA270779-A8F0-4C7B-91A9-25376A9819EA}"/>
          </ac:spMkLst>
        </pc:spChg>
        <pc:spChg chg="add mod">
          <ac:chgData name="Minh Huynh" userId="01a137d4-0d81-46e0-aca6-c9185b391828" providerId="ADAL" clId="{18447838-0BCA-432B-86F3-BB78526C143F}" dt="2026-10-12T21:48:42.194" v="2120" actId="1076"/>
          <ac:spMkLst>
            <pc:docMk/>
            <pc:sldMk cId="224993826" sldId="899"/>
            <ac:spMk id="113" creationId="{8B9A20E8-B4EB-4D8E-B1CD-95786CEF4741}"/>
          </ac:spMkLst>
        </pc:spChg>
        <pc:spChg chg="add mod">
          <ac:chgData name="Minh Huynh" userId="01a137d4-0d81-46e0-aca6-c9185b391828" providerId="ADAL" clId="{18447838-0BCA-432B-86F3-BB78526C143F}" dt="2026-10-12T21:48:42.194" v="2120" actId="1076"/>
          <ac:spMkLst>
            <pc:docMk/>
            <pc:sldMk cId="224993826" sldId="899"/>
            <ac:spMk id="114" creationId="{3D649E51-293D-4A75-8A32-668C87119407}"/>
          </ac:spMkLst>
        </pc:spChg>
        <pc:spChg chg="add mod">
          <ac:chgData name="Minh Huynh" userId="01a137d4-0d81-46e0-aca6-c9185b391828" providerId="ADAL" clId="{18447838-0BCA-432B-86F3-BB78526C143F}" dt="2026-10-12T21:48:42.194" v="2120" actId="1076"/>
          <ac:spMkLst>
            <pc:docMk/>
            <pc:sldMk cId="224993826" sldId="899"/>
            <ac:spMk id="115" creationId="{BB84CD00-8CF5-4A7D-B233-10B5631A61B3}"/>
          </ac:spMkLst>
        </pc:spChg>
        <pc:spChg chg="add mod">
          <ac:chgData name="Minh Huynh" userId="01a137d4-0d81-46e0-aca6-c9185b391828" providerId="ADAL" clId="{18447838-0BCA-432B-86F3-BB78526C143F}" dt="2026-10-12T21:48:42.194" v="2120" actId="1076"/>
          <ac:spMkLst>
            <pc:docMk/>
            <pc:sldMk cId="224993826" sldId="899"/>
            <ac:spMk id="116" creationId="{FC78B74D-A1C5-4F32-93D6-361679E758D7}"/>
          </ac:spMkLst>
        </pc:spChg>
        <pc:spChg chg="add mod">
          <ac:chgData name="Minh Huynh" userId="01a137d4-0d81-46e0-aca6-c9185b391828" providerId="ADAL" clId="{18447838-0BCA-432B-86F3-BB78526C143F}" dt="2026-10-12T21:48:42.194" v="2120" actId="1076"/>
          <ac:spMkLst>
            <pc:docMk/>
            <pc:sldMk cId="224993826" sldId="899"/>
            <ac:spMk id="117" creationId="{43AF4A22-2BCC-4A91-B0D7-D0EAD58769F8}"/>
          </ac:spMkLst>
        </pc:spChg>
        <pc:spChg chg="add mod">
          <ac:chgData name="Minh Huynh" userId="01a137d4-0d81-46e0-aca6-c9185b391828" providerId="ADAL" clId="{18447838-0BCA-432B-86F3-BB78526C143F}" dt="2026-10-12T21:48:42.194" v="2120" actId="1076"/>
          <ac:spMkLst>
            <pc:docMk/>
            <pc:sldMk cId="224993826" sldId="899"/>
            <ac:spMk id="118" creationId="{26F7F4D0-F82B-479D-BE73-C57D24929D87}"/>
          </ac:spMkLst>
        </pc:spChg>
        <pc:spChg chg="add mod">
          <ac:chgData name="Minh Huynh" userId="01a137d4-0d81-46e0-aca6-c9185b391828" providerId="ADAL" clId="{18447838-0BCA-432B-86F3-BB78526C143F}" dt="2026-10-12T21:48:42.194" v="2120" actId="1076"/>
          <ac:spMkLst>
            <pc:docMk/>
            <pc:sldMk cId="224993826" sldId="899"/>
            <ac:spMk id="119" creationId="{8FA59F90-3109-4ACB-8BBC-368F3EECF04F}"/>
          </ac:spMkLst>
        </pc:spChg>
        <pc:spChg chg="add mod">
          <ac:chgData name="Minh Huynh" userId="01a137d4-0d81-46e0-aca6-c9185b391828" providerId="ADAL" clId="{18447838-0BCA-432B-86F3-BB78526C143F}" dt="2026-10-12T21:48:42.194" v="2120" actId="1076"/>
          <ac:spMkLst>
            <pc:docMk/>
            <pc:sldMk cId="224993826" sldId="899"/>
            <ac:spMk id="120" creationId="{208231C7-54E8-4C15-A4B7-9F19F10DF278}"/>
          </ac:spMkLst>
        </pc:spChg>
        <pc:spChg chg="add mod">
          <ac:chgData name="Minh Huynh" userId="01a137d4-0d81-46e0-aca6-c9185b391828" providerId="ADAL" clId="{18447838-0BCA-432B-86F3-BB78526C143F}" dt="2026-10-12T21:48:42.194" v="2120" actId="1076"/>
          <ac:spMkLst>
            <pc:docMk/>
            <pc:sldMk cId="224993826" sldId="899"/>
            <ac:spMk id="121" creationId="{58B9E9C3-3A9C-48CC-B2B2-D7404856E10D}"/>
          </ac:spMkLst>
        </pc:spChg>
        <pc:spChg chg="add mod">
          <ac:chgData name="Minh Huynh" userId="01a137d4-0d81-46e0-aca6-c9185b391828" providerId="ADAL" clId="{18447838-0BCA-432B-86F3-BB78526C143F}" dt="2026-10-12T21:48:42.194" v="2120" actId="1076"/>
          <ac:spMkLst>
            <pc:docMk/>
            <pc:sldMk cId="224993826" sldId="899"/>
            <ac:spMk id="122" creationId="{720A4586-7609-4D23-90F5-A532E75A06A0}"/>
          </ac:spMkLst>
        </pc:spChg>
        <pc:spChg chg="add mod">
          <ac:chgData name="Minh Huynh" userId="01a137d4-0d81-46e0-aca6-c9185b391828" providerId="ADAL" clId="{18447838-0BCA-432B-86F3-BB78526C143F}" dt="2026-10-12T21:48:42.194" v="2120" actId="1076"/>
          <ac:spMkLst>
            <pc:docMk/>
            <pc:sldMk cId="224993826" sldId="899"/>
            <ac:spMk id="123" creationId="{1EE6A027-EBE3-492F-A9D8-A7CF22F1ADE3}"/>
          </ac:spMkLst>
        </pc:spChg>
        <pc:spChg chg="add mod">
          <ac:chgData name="Minh Huynh" userId="01a137d4-0d81-46e0-aca6-c9185b391828" providerId="ADAL" clId="{18447838-0BCA-432B-86F3-BB78526C143F}" dt="2026-10-12T21:48:42.194" v="2120" actId="1076"/>
          <ac:spMkLst>
            <pc:docMk/>
            <pc:sldMk cId="224993826" sldId="899"/>
            <ac:spMk id="124" creationId="{70CDC884-6E92-4AB0-AAE1-44134FF18D8A}"/>
          </ac:spMkLst>
        </pc:spChg>
        <pc:spChg chg="add mod">
          <ac:chgData name="Minh Huynh" userId="01a137d4-0d81-46e0-aca6-c9185b391828" providerId="ADAL" clId="{18447838-0BCA-432B-86F3-BB78526C143F}" dt="2026-10-12T21:48:42.194" v="2120" actId="1076"/>
          <ac:spMkLst>
            <pc:docMk/>
            <pc:sldMk cId="224993826" sldId="899"/>
            <ac:spMk id="125" creationId="{C36F9355-E55C-4F29-9998-E17F4C767094}"/>
          </ac:spMkLst>
        </pc:spChg>
        <pc:spChg chg="add mod">
          <ac:chgData name="Minh Huynh" userId="01a137d4-0d81-46e0-aca6-c9185b391828" providerId="ADAL" clId="{18447838-0BCA-432B-86F3-BB78526C143F}" dt="2026-10-12T21:48:42.194" v="2120" actId="1076"/>
          <ac:spMkLst>
            <pc:docMk/>
            <pc:sldMk cId="224993826" sldId="899"/>
            <ac:spMk id="126" creationId="{F1C80EEF-F4E0-4202-ABF8-897A5B1974C9}"/>
          </ac:spMkLst>
        </pc:spChg>
        <pc:spChg chg="add mod">
          <ac:chgData name="Minh Huynh" userId="01a137d4-0d81-46e0-aca6-c9185b391828" providerId="ADAL" clId="{18447838-0BCA-432B-86F3-BB78526C143F}" dt="2026-10-12T21:48:42.194" v="2120" actId="1076"/>
          <ac:spMkLst>
            <pc:docMk/>
            <pc:sldMk cId="224993826" sldId="899"/>
            <ac:spMk id="127" creationId="{28ECCE3F-B26C-4D7F-9734-016D658D7791}"/>
          </ac:spMkLst>
        </pc:spChg>
        <pc:spChg chg="add mod">
          <ac:chgData name="Minh Huynh" userId="01a137d4-0d81-46e0-aca6-c9185b391828" providerId="ADAL" clId="{18447838-0BCA-432B-86F3-BB78526C143F}" dt="2026-10-12T21:48:42.194" v="2120" actId="1076"/>
          <ac:spMkLst>
            <pc:docMk/>
            <pc:sldMk cId="224993826" sldId="899"/>
            <ac:spMk id="128" creationId="{AC2159AF-D14C-4BE5-8BBF-ED4ABD6F422F}"/>
          </ac:spMkLst>
        </pc:spChg>
        <pc:spChg chg="add mod">
          <ac:chgData name="Minh Huynh" userId="01a137d4-0d81-46e0-aca6-c9185b391828" providerId="ADAL" clId="{18447838-0BCA-432B-86F3-BB78526C143F}" dt="2026-10-12T21:48:42.194" v="2120" actId="1076"/>
          <ac:spMkLst>
            <pc:docMk/>
            <pc:sldMk cId="224993826" sldId="899"/>
            <ac:spMk id="129" creationId="{C02D6605-D919-4520-B5EB-A6BF078F19A1}"/>
          </ac:spMkLst>
        </pc:spChg>
        <pc:spChg chg="add mod">
          <ac:chgData name="Minh Huynh" userId="01a137d4-0d81-46e0-aca6-c9185b391828" providerId="ADAL" clId="{18447838-0BCA-432B-86F3-BB78526C143F}" dt="2026-10-12T21:48:42.194" v="2120" actId="1076"/>
          <ac:spMkLst>
            <pc:docMk/>
            <pc:sldMk cId="224993826" sldId="899"/>
            <ac:spMk id="130" creationId="{0CC0B17D-A966-446E-843A-8C9DA02AB9C0}"/>
          </ac:spMkLst>
        </pc:spChg>
        <pc:spChg chg="add mod">
          <ac:chgData name="Minh Huynh" userId="01a137d4-0d81-46e0-aca6-c9185b391828" providerId="ADAL" clId="{18447838-0BCA-432B-86F3-BB78526C143F}" dt="2026-10-12T21:48:42.194" v="2120" actId="1076"/>
          <ac:spMkLst>
            <pc:docMk/>
            <pc:sldMk cId="224993826" sldId="899"/>
            <ac:spMk id="131" creationId="{36EBA0CB-78DD-4264-B31A-444991CA79D8}"/>
          </ac:spMkLst>
        </pc:spChg>
        <pc:spChg chg="add mod">
          <ac:chgData name="Minh Huynh" userId="01a137d4-0d81-46e0-aca6-c9185b391828" providerId="ADAL" clId="{18447838-0BCA-432B-86F3-BB78526C143F}" dt="2026-10-12T21:48:42.194" v="2120" actId="1076"/>
          <ac:spMkLst>
            <pc:docMk/>
            <pc:sldMk cId="224993826" sldId="899"/>
            <ac:spMk id="132" creationId="{8C5E9F7D-FCC9-468A-9459-8BF7BC235CEF}"/>
          </ac:spMkLst>
        </pc:spChg>
        <pc:spChg chg="add mod">
          <ac:chgData name="Minh Huynh" userId="01a137d4-0d81-46e0-aca6-c9185b391828" providerId="ADAL" clId="{18447838-0BCA-432B-86F3-BB78526C143F}" dt="2026-10-12T21:48:42.194" v="2120" actId="1076"/>
          <ac:spMkLst>
            <pc:docMk/>
            <pc:sldMk cId="224993826" sldId="899"/>
            <ac:spMk id="133" creationId="{328ABEDB-6DD7-4DDE-997C-7FBF738D14C9}"/>
          </ac:spMkLst>
        </pc:spChg>
        <pc:spChg chg="add mod">
          <ac:chgData name="Minh Huynh" userId="01a137d4-0d81-46e0-aca6-c9185b391828" providerId="ADAL" clId="{18447838-0BCA-432B-86F3-BB78526C143F}" dt="2026-10-12T21:48:42.194" v="2120" actId="1076"/>
          <ac:spMkLst>
            <pc:docMk/>
            <pc:sldMk cId="224993826" sldId="899"/>
            <ac:spMk id="134" creationId="{32743519-AA83-43F1-ADE0-6DD3E0C0218E}"/>
          </ac:spMkLst>
        </pc:spChg>
        <pc:spChg chg="add mod">
          <ac:chgData name="Minh Huynh" userId="01a137d4-0d81-46e0-aca6-c9185b391828" providerId="ADAL" clId="{18447838-0BCA-432B-86F3-BB78526C143F}" dt="2026-10-12T21:48:42.194" v="2120" actId="1076"/>
          <ac:spMkLst>
            <pc:docMk/>
            <pc:sldMk cId="224993826" sldId="899"/>
            <ac:spMk id="135" creationId="{DAC1265D-48B0-4EF6-9E5F-C8B095DA93F7}"/>
          </ac:spMkLst>
        </pc:spChg>
        <pc:spChg chg="add mod">
          <ac:chgData name="Minh Huynh" userId="01a137d4-0d81-46e0-aca6-c9185b391828" providerId="ADAL" clId="{18447838-0BCA-432B-86F3-BB78526C143F}" dt="2026-10-12T21:48:42.194" v="2120" actId="1076"/>
          <ac:spMkLst>
            <pc:docMk/>
            <pc:sldMk cId="224993826" sldId="899"/>
            <ac:spMk id="136" creationId="{B2D86BC5-52CB-4A8D-B0A2-5DFFEA5CAFA8}"/>
          </ac:spMkLst>
        </pc:spChg>
        <pc:spChg chg="add mod">
          <ac:chgData name="Minh Huynh" userId="01a137d4-0d81-46e0-aca6-c9185b391828" providerId="ADAL" clId="{18447838-0BCA-432B-86F3-BB78526C143F}" dt="2026-10-12T21:48:42.194" v="2120" actId="1076"/>
          <ac:spMkLst>
            <pc:docMk/>
            <pc:sldMk cId="224993826" sldId="899"/>
            <ac:spMk id="137" creationId="{8A028BDE-3F0D-42CD-9980-B641A1CD684D}"/>
          </ac:spMkLst>
        </pc:spChg>
        <pc:spChg chg="add mod">
          <ac:chgData name="Minh Huynh" userId="01a137d4-0d81-46e0-aca6-c9185b391828" providerId="ADAL" clId="{18447838-0BCA-432B-86F3-BB78526C143F}" dt="2026-10-12T21:48:42.194" v="2120" actId="1076"/>
          <ac:spMkLst>
            <pc:docMk/>
            <pc:sldMk cId="224993826" sldId="899"/>
            <ac:spMk id="138" creationId="{231536C3-9E58-49BE-A46B-4F5AD969218C}"/>
          </ac:spMkLst>
        </pc:spChg>
        <pc:spChg chg="add mod">
          <ac:chgData name="Minh Huynh" userId="01a137d4-0d81-46e0-aca6-c9185b391828" providerId="ADAL" clId="{18447838-0BCA-432B-86F3-BB78526C143F}" dt="2026-10-12T21:48:42.194" v="2120" actId="1076"/>
          <ac:spMkLst>
            <pc:docMk/>
            <pc:sldMk cId="224993826" sldId="899"/>
            <ac:spMk id="139" creationId="{BB7BDFF3-160E-4508-A5C1-D1FD45994602}"/>
          </ac:spMkLst>
        </pc:spChg>
        <pc:spChg chg="add mod">
          <ac:chgData name="Minh Huynh" userId="01a137d4-0d81-46e0-aca6-c9185b391828" providerId="ADAL" clId="{18447838-0BCA-432B-86F3-BB78526C143F}" dt="2026-10-12T21:48:42.194" v="2120" actId="1076"/>
          <ac:spMkLst>
            <pc:docMk/>
            <pc:sldMk cId="224993826" sldId="899"/>
            <ac:spMk id="140" creationId="{5726F58C-EB48-458B-BC16-727F6423FD1C}"/>
          </ac:spMkLst>
        </pc:spChg>
        <pc:spChg chg="add mod">
          <ac:chgData name="Minh Huynh" userId="01a137d4-0d81-46e0-aca6-c9185b391828" providerId="ADAL" clId="{18447838-0BCA-432B-86F3-BB78526C143F}" dt="2026-10-12T21:48:42.194" v="2120" actId="1076"/>
          <ac:spMkLst>
            <pc:docMk/>
            <pc:sldMk cId="224993826" sldId="899"/>
            <ac:spMk id="141" creationId="{C01A2791-5FBA-4B1A-B5ED-4E4CEF488E57}"/>
          </ac:spMkLst>
        </pc:spChg>
        <pc:spChg chg="add mod">
          <ac:chgData name="Minh Huynh" userId="01a137d4-0d81-46e0-aca6-c9185b391828" providerId="ADAL" clId="{18447838-0BCA-432B-86F3-BB78526C143F}" dt="2026-10-12T21:48:42.194" v="2120" actId="1076"/>
          <ac:spMkLst>
            <pc:docMk/>
            <pc:sldMk cId="224993826" sldId="899"/>
            <ac:spMk id="142" creationId="{B738D2B9-DB79-4B80-8727-91E25C4E14B6}"/>
          </ac:spMkLst>
        </pc:spChg>
        <pc:spChg chg="add mod">
          <ac:chgData name="Minh Huynh" userId="01a137d4-0d81-46e0-aca6-c9185b391828" providerId="ADAL" clId="{18447838-0BCA-432B-86F3-BB78526C143F}" dt="2026-10-12T21:48:42.194" v="2120" actId="1076"/>
          <ac:spMkLst>
            <pc:docMk/>
            <pc:sldMk cId="224993826" sldId="899"/>
            <ac:spMk id="143" creationId="{49AA32A9-21E7-4464-87CA-C24C95379201}"/>
          </ac:spMkLst>
        </pc:spChg>
        <pc:spChg chg="add mod">
          <ac:chgData name="Minh Huynh" userId="01a137d4-0d81-46e0-aca6-c9185b391828" providerId="ADAL" clId="{18447838-0BCA-432B-86F3-BB78526C143F}" dt="2026-10-12T21:48:42.194" v="2120" actId="1076"/>
          <ac:spMkLst>
            <pc:docMk/>
            <pc:sldMk cId="224993826" sldId="899"/>
            <ac:spMk id="144" creationId="{97DD5D34-DCC0-4FC2-9865-09919F320786}"/>
          </ac:spMkLst>
        </pc:spChg>
        <pc:spChg chg="add mod">
          <ac:chgData name="Minh Huynh" userId="01a137d4-0d81-46e0-aca6-c9185b391828" providerId="ADAL" clId="{18447838-0BCA-432B-86F3-BB78526C143F}" dt="2026-10-12T21:48:42.194" v="2120" actId="1076"/>
          <ac:spMkLst>
            <pc:docMk/>
            <pc:sldMk cId="224993826" sldId="899"/>
            <ac:spMk id="145" creationId="{6ABE33D3-8E8E-4407-89A4-1146CAB6DFFF}"/>
          </ac:spMkLst>
        </pc:spChg>
        <pc:spChg chg="add mod">
          <ac:chgData name="Minh Huynh" userId="01a137d4-0d81-46e0-aca6-c9185b391828" providerId="ADAL" clId="{18447838-0BCA-432B-86F3-BB78526C143F}" dt="2026-10-12T21:48:42.194" v="2120" actId="1076"/>
          <ac:spMkLst>
            <pc:docMk/>
            <pc:sldMk cId="224993826" sldId="899"/>
            <ac:spMk id="146" creationId="{9F406BE7-BB42-4381-B919-C99F906C68A8}"/>
          </ac:spMkLst>
        </pc:spChg>
        <pc:spChg chg="add mod">
          <ac:chgData name="Minh Huynh" userId="01a137d4-0d81-46e0-aca6-c9185b391828" providerId="ADAL" clId="{18447838-0BCA-432B-86F3-BB78526C143F}" dt="2026-10-12T21:48:42.194" v="2120" actId="1076"/>
          <ac:spMkLst>
            <pc:docMk/>
            <pc:sldMk cId="224993826" sldId="899"/>
            <ac:spMk id="147" creationId="{9190E31B-21C1-4752-80DC-EB225F8B8FE7}"/>
          </ac:spMkLst>
        </pc:spChg>
        <pc:spChg chg="add mod">
          <ac:chgData name="Minh Huynh" userId="01a137d4-0d81-46e0-aca6-c9185b391828" providerId="ADAL" clId="{18447838-0BCA-432B-86F3-BB78526C143F}" dt="2026-10-12T21:48:42.194" v="2120" actId="1076"/>
          <ac:spMkLst>
            <pc:docMk/>
            <pc:sldMk cId="224993826" sldId="899"/>
            <ac:spMk id="148" creationId="{FD5DD199-737A-495E-88C7-4539D7CCD69A}"/>
          </ac:spMkLst>
        </pc:spChg>
      </pc:sldChg>
      <pc:sldChg chg="addSp delSp modSp add mod">
        <pc:chgData name="Minh Huynh" userId="01a137d4-0d81-46e0-aca6-c9185b391828" providerId="ADAL" clId="{18447838-0BCA-432B-86F3-BB78526C143F}" dt="2026-10-12T21:55:53.872" v="2313" actId="57"/>
        <pc:sldMkLst>
          <pc:docMk/>
          <pc:sldMk cId="1572259855" sldId="900"/>
        </pc:sldMkLst>
        <pc:spChg chg="mod">
          <ac:chgData name="Minh Huynh" userId="01a137d4-0d81-46e0-aca6-c9185b391828" providerId="ADAL" clId="{18447838-0BCA-432B-86F3-BB78526C143F}" dt="2026-10-12T21:51:56.285" v="2169" actId="20577"/>
          <ac:spMkLst>
            <pc:docMk/>
            <pc:sldMk cId="1572259855" sldId="900"/>
            <ac:spMk id="4" creationId="{7BC73E8E-0D58-4B4B-A5C4-A8AE38997407}"/>
          </ac:spMkLst>
        </pc:spChg>
        <pc:spChg chg="add del mod">
          <ac:chgData name="Minh Huynh" userId="01a137d4-0d81-46e0-aca6-c9185b391828" providerId="ADAL" clId="{18447838-0BCA-432B-86F3-BB78526C143F}" dt="2026-10-12T21:53:38.709" v="2212"/>
          <ac:spMkLst>
            <pc:docMk/>
            <pc:sldMk cId="1572259855" sldId="900"/>
            <ac:spMk id="44" creationId="{D516272F-06F8-48BC-9B00-D74C88CB6B5B}"/>
          </ac:spMkLst>
        </pc:spChg>
        <pc:spChg chg="add del mod">
          <ac:chgData name="Minh Huynh" userId="01a137d4-0d81-46e0-aca6-c9185b391828" providerId="ADAL" clId="{18447838-0BCA-432B-86F3-BB78526C143F}" dt="2026-10-12T21:53:38.709" v="2212"/>
          <ac:spMkLst>
            <pc:docMk/>
            <pc:sldMk cId="1572259855" sldId="900"/>
            <ac:spMk id="45" creationId="{20336F2F-E3F1-4663-8BFD-90707764F0E1}"/>
          </ac:spMkLst>
        </pc:spChg>
        <pc:spChg chg="add del mod">
          <ac:chgData name="Minh Huynh" userId="01a137d4-0d81-46e0-aca6-c9185b391828" providerId="ADAL" clId="{18447838-0BCA-432B-86F3-BB78526C143F}" dt="2026-10-12T21:53:38.709" v="2212"/>
          <ac:spMkLst>
            <pc:docMk/>
            <pc:sldMk cId="1572259855" sldId="900"/>
            <ac:spMk id="46" creationId="{384E353A-3D6F-4F40-B1D4-C8FFEEC2C75F}"/>
          </ac:spMkLst>
        </pc:spChg>
        <pc:spChg chg="add del mod">
          <ac:chgData name="Minh Huynh" userId="01a137d4-0d81-46e0-aca6-c9185b391828" providerId="ADAL" clId="{18447838-0BCA-432B-86F3-BB78526C143F}" dt="2026-10-12T21:53:38.709" v="2212"/>
          <ac:spMkLst>
            <pc:docMk/>
            <pc:sldMk cId="1572259855" sldId="900"/>
            <ac:spMk id="47" creationId="{6F4C853E-84C5-4769-B95B-B78C1DAA5158}"/>
          </ac:spMkLst>
        </pc:spChg>
        <pc:spChg chg="add del mod">
          <ac:chgData name="Minh Huynh" userId="01a137d4-0d81-46e0-aca6-c9185b391828" providerId="ADAL" clId="{18447838-0BCA-432B-86F3-BB78526C143F}" dt="2026-10-12T21:53:38.709" v="2212"/>
          <ac:spMkLst>
            <pc:docMk/>
            <pc:sldMk cId="1572259855" sldId="900"/>
            <ac:spMk id="48" creationId="{FF5D0D5C-2DC2-4E76-B5E0-BE7B526B5B02}"/>
          </ac:spMkLst>
        </pc:spChg>
        <pc:spChg chg="add del mod">
          <ac:chgData name="Minh Huynh" userId="01a137d4-0d81-46e0-aca6-c9185b391828" providerId="ADAL" clId="{18447838-0BCA-432B-86F3-BB78526C143F}" dt="2026-10-12T21:53:38.709" v="2212"/>
          <ac:spMkLst>
            <pc:docMk/>
            <pc:sldMk cId="1572259855" sldId="900"/>
            <ac:spMk id="49" creationId="{132C8396-05BB-49F6-9162-D544443B2F2D}"/>
          </ac:spMkLst>
        </pc:spChg>
        <pc:spChg chg="add del mod">
          <ac:chgData name="Minh Huynh" userId="01a137d4-0d81-46e0-aca6-c9185b391828" providerId="ADAL" clId="{18447838-0BCA-432B-86F3-BB78526C143F}" dt="2026-10-12T21:53:38.709" v="2212"/>
          <ac:spMkLst>
            <pc:docMk/>
            <pc:sldMk cId="1572259855" sldId="900"/>
            <ac:spMk id="50" creationId="{5280BAC9-0533-469F-B4BC-325866317D60}"/>
          </ac:spMkLst>
        </pc:spChg>
        <pc:spChg chg="add del mod">
          <ac:chgData name="Minh Huynh" userId="01a137d4-0d81-46e0-aca6-c9185b391828" providerId="ADAL" clId="{18447838-0BCA-432B-86F3-BB78526C143F}" dt="2026-10-12T21:53:38.709" v="2212"/>
          <ac:spMkLst>
            <pc:docMk/>
            <pc:sldMk cId="1572259855" sldId="900"/>
            <ac:spMk id="51" creationId="{3DE91276-54E9-4C87-884D-04FCF204AFDD}"/>
          </ac:spMkLst>
        </pc:spChg>
        <pc:spChg chg="add del mod">
          <ac:chgData name="Minh Huynh" userId="01a137d4-0d81-46e0-aca6-c9185b391828" providerId="ADAL" clId="{18447838-0BCA-432B-86F3-BB78526C143F}" dt="2026-10-12T21:53:38.709" v="2212"/>
          <ac:spMkLst>
            <pc:docMk/>
            <pc:sldMk cId="1572259855" sldId="900"/>
            <ac:spMk id="52" creationId="{53180FC7-6FB6-4A20-B521-B9C6ADEE7785}"/>
          </ac:spMkLst>
        </pc:spChg>
        <pc:spChg chg="add del mod">
          <ac:chgData name="Minh Huynh" userId="01a137d4-0d81-46e0-aca6-c9185b391828" providerId="ADAL" clId="{18447838-0BCA-432B-86F3-BB78526C143F}" dt="2026-10-12T21:53:38.709" v="2212"/>
          <ac:spMkLst>
            <pc:docMk/>
            <pc:sldMk cId="1572259855" sldId="900"/>
            <ac:spMk id="53" creationId="{55146D1C-0732-4926-8215-D2D38AF66E36}"/>
          </ac:spMkLst>
        </pc:spChg>
        <pc:spChg chg="add del mod">
          <ac:chgData name="Minh Huynh" userId="01a137d4-0d81-46e0-aca6-c9185b391828" providerId="ADAL" clId="{18447838-0BCA-432B-86F3-BB78526C143F}" dt="2026-10-12T21:53:38.709" v="2212"/>
          <ac:spMkLst>
            <pc:docMk/>
            <pc:sldMk cId="1572259855" sldId="900"/>
            <ac:spMk id="54" creationId="{87B802FE-9DA4-440E-BCF7-F8D1C8FD225B}"/>
          </ac:spMkLst>
        </pc:spChg>
        <pc:spChg chg="add del mod">
          <ac:chgData name="Minh Huynh" userId="01a137d4-0d81-46e0-aca6-c9185b391828" providerId="ADAL" clId="{18447838-0BCA-432B-86F3-BB78526C143F}" dt="2026-10-12T21:53:38.709" v="2212"/>
          <ac:spMkLst>
            <pc:docMk/>
            <pc:sldMk cId="1572259855" sldId="900"/>
            <ac:spMk id="55" creationId="{E63D5F7B-9BDA-40C2-8D46-02D593E4F9AE}"/>
          </ac:spMkLst>
        </pc:spChg>
        <pc:spChg chg="add del mod">
          <ac:chgData name="Minh Huynh" userId="01a137d4-0d81-46e0-aca6-c9185b391828" providerId="ADAL" clId="{18447838-0BCA-432B-86F3-BB78526C143F}" dt="2026-10-12T21:53:38.709" v="2212"/>
          <ac:spMkLst>
            <pc:docMk/>
            <pc:sldMk cId="1572259855" sldId="900"/>
            <ac:spMk id="56" creationId="{49477637-2B46-42C1-BD25-15AB06279BBB}"/>
          </ac:spMkLst>
        </pc:spChg>
        <pc:spChg chg="add del mod">
          <ac:chgData name="Minh Huynh" userId="01a137d4-0d81-46e0-aca6-c9185b391828" providerId="ADAL" clId="{18447838-0BCA-432B-86F3-BB78526C143F}" dt="2026-10-12T21:53:38.709" v="2212"/>
          <ac:spMkLst>
            <pc:docMk/>
            <pc:sldMk cId="1572259855" sldId="900"/>
            <ac:spMk id="57" creationId="{7AEE6190-0DB6-4562-BC8B-81D842234839}"/>
          </ac:spMkLst>
        </pc:spChg>
        <pc:spChg chg="add del mod">
          <ac:chgData name="Minh Huynh" userId="01a137d4-0d81-46e0-aca6-c9185b391828" providerId="ADAL" clId="{18447838-0BCA-432B-86F3-BB78526C143F}" dt="2026-10-12T21:53:38.709" v="2212"/>
          <ac:spMkLst>
            <pc:docMk/>
            <pc:sldMk cId="1572259855" sldId="900"/>
            <ac:spMk id="58" creationId="{C8FA79F7-C098-46C2-9FBA-5FF70FC5D18B}"/>
          </ac:spMkLst>
        </pc:spChg>
        <pc:spChg chg="add del mod">
          <ac:chgData name="Minh Huynh" userId="01a137d4-0d81-46e0-aca6-c9185b391828" providerId="ADAL" clId="{18447838-0BCA-432B-86F3-BB78526C143F}" dt="2026-10-12T21:53:38.709" v="2212"/>
          <ac:spMkLst>
            <pc:docMk/>
            <pc:sldMk cId="1572259855" sldId="900"/>
            <ac:spMk id="59" creationId="{1B0C6BF2-3D46-4480-8787-420270E09F6F}"/>
          </ac:spMkLst>
        </pc:spChg>
        <pc:spChg chg="add del mod">
          <ac:chgData name="Minh Huynh" userId="01a137d4-0d81-46e0-aca6-c9185b391828" providerId="ADAL" clId="{18447838-0BCA-432B-86F3-BB78526C143F}" dt="2026-10-12T21:53:38.709" v="2212"/>
          <ac:spMkLst>
            <pc:docMk/>
            <pc:sldMk cId="1572259855" sldId="900"/>
            <ac:spMk id="60" creationId="{EF3DE128-D044-4571-82F0-AA188AB45D32}"/>
          </ac:spMkLst>
        </pc:spChg>
        <pc:spChg chg="add del mod">
          <ac:chgData name="Minh Huynh" userId="01a137d4-0d81-46e0-aca6-c9185b391828" providerId="ADAL" clId="{18447838-0BCA-432B-86F3-BB78526C143F}" dt="2026-10-12T21:53:38.709" v="2212"/>
          <ac:spMkLst>
            <pc:docMk/>
            <pc:sldMk cId="1572259855" sldId="900"/>
            <ac:spMk id="61" creationId="{470C8668-AAF7-4494-8CCE-F9EEF3A15055}"/>
          </ac:spMkLst>
        </pc:spChg>
        <pc:spChg chg="add del mod">
          <ac:chgData name="Minh Huynh" userId="01a137d4-0d81-46e0-aca6-c9185b391828" providerId="ADAL" clId="{18447838-0BCA-432B-86F3-BB78526C143F}" dt="2026-10-12T21:53:38.709" v="2212"/>
          <ac:spMkLst>
            <pc:docMk/>
            <pc:sldMk cId="1572259855" sldId="900"/>
            <ac:spMk id="62" creationId="{0BAA67CE-C9D1-4C9B-8258-76AEE30F3CC6}"/>
          </ac:spMkLst>
        </pc:spChg>
        <pc:spChg chg="add del mod">
          <ac:chgData name="Minh Huynh" userId="01a137d4-0d81-46e0-aca6-c9185b391828" providerId="ADAL" clId="{18447838-0BCA-432B-86F3-BB78526C143F}" dt="2026-10-12T21:53:38.709" v="2212"/>
          <ac:spMkLst>
            <pc:docMk/>
            <pc:sldMk cId="1572259855" sldId="900"/>
            <ac:spMk id="63" creationId="{22415FF8-465F-430D-A18E-A4E1A1584622}"/>
          </ac:spMkLst>
        </pc:spChg>
        <pc:spChg chg="add del mod">
          <ac:chgData name="Minh Huynh" userId="01a137d4-0d81-46e0-aca6-c9185b391828" providerId="ADAL" clId="{18447838-0BCA-432B-86F3-BB78526C143F}" dt="2026-10-12T21:53:38.709" v="2212"/>
          <ac:spMkLst>
            <pc:docMk/>
            <pc:sldMk cId="1572259855" sldId="900"/>
            <ac:spMk id="64" creationId="{5114B134-2DA0-41F7-BE91-EC66B079FD49}"/>
          </ac:spMkLst>
        </pc:spChg>
        <pc:spChg chg="add del mod">
          <ac:chgData name="Minh Huynh" userId="01a137d4-0d81-46e0-aca6-c9185b391828" providerId="ADAL" clId="{18447838-0BCA-432B-86F3-BB78526C143F}" dt="2026-10-12T21:53:38.709" v="2212"/>
          <ac:spMkLst>
            <pc:docMk/>
            <pc:sldMk cId="1572259855" sldId="900"/>
            <ac:spMk id="65" creationId="{10800792-D212-4E26-BB3A-9DD25F2B2E9A}"/>
          </ac:spMkLst>
        </pc:spChg>
        <pc:spChg chg="add del mod">
          <ac:chgData name="Minh Huynh" userId="01a137d4-0d81-46e0-aca6-c9185b391828" providerId="ADAL" clId="{18447838-0BCA-432B-86F3-BB78526C143F}" dt="2026-10-12T21:53:38.709" v="2212"/>
          <ac:spMkLst>
            <pc:docMk/>
            <pc:sldMk cId="1572259855" sldId="900"/>
            <ac:spMk id="66" creationId="{70949F39-A247-4DD5-B3C3-BE087E3D6A27}"/>
          </ac:spMkLst>
        </pc:spChg>
        <pc:spChg chg="add del mod">
          <ac:chgData name="Minh Huynh" userId="01a137d4-0d81-46e0-aca6-c9185b391828" providerId="ADAL" clId="{18447838-0BCA-432B-86F3-BB78526C143F}" dt="2026-10-12T21:53:38.709" v="2212"/>
          <ac:spMkLst>
            <pc:docMk/>
            <pc:sldMk cId="1572259855" sldId="900"/>
            <ac:spMk id="67" creationId="{01EADCFD-010F-4AEA-BCD4-BFDFA3D1DFE1}"/>
          </ac:spMkLst>
        </pc:spChg>
        <pc:spChg chg="add del mod">
          <ac:chgData name="Minh Huynh" userId="01a137d4-0d81-46e0-aca6-c9185b391828" providerId="ADAL" clId="{18447838-0BCA-432B-86F3-BB78526C143F}" dt="2026-10-12T21:53:38.709" v="2212"/>
          <ac:spMkLst>
            <pc:docMk/>
            <pc:sldMk cId="1572259855" sldId="900"/>
            <ac:spMk id="68" creationId="{55ABE877-C644-4CDE-AFF8-2DBD98506169}"/>
          </ac:spMkLst>
        </pc:spChg>
        <pc:spChg chg="add del mod">
          <ac:chgData name="Minh Huynh" userId="01a137d4-0d81-46e0-aca6-c9185b391828" providerId="ADAL" clId="{18447838-0BCA-432B-86F3-BB78526C143F}" dt="2026-10-12T21:53:38.709" v="2212"/>
          <ac:spMkLst>
            <pc:docMk/>
            <pc:sldMk cId="1572259855" sldId="900"/>
            <ac:spMk id="69" creationId="{9297DD5E-4B35-473C-8C3A-32820AFEED90}"/>
          </ac:spMkLst>
        </pc:spChg>
        <pc:spChg chg="add del mod">
          <ac:chgData name="Minh Huynh" userId="01a137d4-0d81-46e0-aca6-c9185b391828" providerId="ADAL" clId="{18447838-0BCA-432B-86F3-BB78526C143F}" dt="2026-10-12T21:53:38.709" v="2212"/>
          <ac:spMkLst>
            <pc:docMk/>
            <pc:sldMk cId="1572259855" sldId="900"/>
            <ac:spMk id="70" creationId="{5D6CF9D9-D148-4FC7-8259-6CB104CEED11}"/>
          </ac:spMkLst>
        </pc:spChg>
        <pc:spChg chg="add del mod">
          <ac:chgData name="Minh Huynh" userId="01a137d4-0d81-46e0-aca6-c9185b391828" providerId="ADAL" clId="{18447838-0BCA-432B-86F3-BB78526C143F}" dt="2026-10-12T21:53:38.709" v="2212"/>
          <ac:spMkLst>
            <pc:docMk/>
            <pc:sldMk cId="1572259855" sldId="900"/>
            <ac:spMk id="71" creationId="{C896B697-DAEE-406F-8AC3-71C8BF9FDA0E}"/>
          </ac:spMkLst>
        </pc:spChg>
        <pc:spChg chg="add del mod">
          <ac:chgData name="Minh Huynh" userId="01a137d4-0d81-46e0-aca6-c9185b391828" providerId="ADAL" clId="{18447838-0BCA-432B-86F3-BB78526C143F}" dt="2026-10-12T21:53:38.709" v="2212"/>
          <ac:spMkLst>
            <pc:docMk/>
            <pc:sldMk cId="1572259855" sldId="900"/>
            <ac:spMk id="72" creationId="{0F3F7690-8BFD-431F-BF7D-4138CB78C7D3}"/>
          </ac:spMkLst>
        </pc:spChg>
        <pc:spChg chg="add del mod">
          <ac:chgData name="Minh Huynh" userId="01a137d4-0d81-46e0-aca6-c9185b391828" providerId="ADAL" clId="{18447838-0BCA-432B-86F3-BB78526C143F}" dt="2026-10-12T21:53:38.709" v="2212"/>
          <ac:spMkLst>
            <pc:docMk/>
            <pc:sldMk cId="1572259855" sldId="900"/>
            <ac:spMk id="73" creationId="{8EFA7FC1-F90A-48C0-AE0F-FD79A58B4749}"/>
          </ac:spMkLst>
        </pc:spChg>
        <pc:spChg chg="add del mod">
          <ac:chgData name="Minh Huynh" userId="01a137d4-0d81-46e0-aca6-c9185b391828" providerId="ADAL" clId="{18447838-0BCA-432B-86F3-BB78526C143F}" dt="2026-10-12T21:53:38.709" v="2212"/>
          <ac:spMkLst>
            <pc:docMk/>
            <pc:sldMk cId="1572259855" sldId="900"/>
            <ac:spMk id="74" creationId="{D384DAA5-3C08-46C2-B2EB-B68A25D77C39}"/>
          </ac:spMkLst>
        </pc:spChg>
        <pc:spChg chg="mod">
          <ac:chgData name="Minh Huynh" userId="01a137d4-0d81-46e0-aca6-c9185b391828" providerId="ADAL" clId="{18447838-0BCA-432B-86F3-BB78526C143F}" dt="2026-10-12T21:55:53.872" v="2313" actId="57"/>
          <ac:spMkLst>
            <pc:docMk/>
            <pc:sldMk cId="1572259855" sldId="900"/>
            <ac:spMk id="75" creationId="{49DF9D2F-8E65-4D63-82C3-27F8FA7882BF}"/>
          </ac:spMkLst>
        </pc:spChg>
        <pc:spChg chg="add del mod">
          <ac:chgData name="Minh Huynh" userId="01a137d4-0d81-46e0-aca6-c9185b391828" providerId="ADAL" clId="{18447838-0BCA-432B-86F3-BB78526C143F}" dt="2026-10-12T21:53:38.709" v="2212"/>
          <ac:spMkLst>
            <pc:docMk/>
            <pc:sldMk cId="1572259855" sldId="900"/>
            <ac:spMk id="76" creationId="{2E6FBF43-0122-458E-B137-0DAFD0CCB7F4}"/>
          </ac:spMkLst>
        </pc:spChg>
        <pc:spChg chg="add del mod">
          <ac:chgData name="Minh Huynh" userId="01a137d4-0d81-46e0-aca6-c9185b391828" providerId="ADAL" clId="{18447838-0BCA-432B-86F3-BB78526C143F}" dt="2026-10-12T21:53:38.709" v="2212"/>
          <ac:spMkLst>
            <pc:docMk/>
            <pc:sldMk cId="1572259855" sldId="900"/>
            <ac:spMk id="77" creationId="{D4757130-AE89-4C5F-98A5-56CEC96AE442}"/>
          </ac:spMkLst>
        </pc:spChg>
        <pc:spChg chg="add del mod">
          <ac:chgData name="Minh Huynh" userId="01a137d4-0d81-46e0-aca6-c9185b391828" providerId="ADAL" clId="{18447838-0BCA-432B-86F3-BB78526C143F}" dt="2026-10-12T21:53:38.709" v="2212"/>
          <ac:spMkLst>
            <pc:docMk/>
            <pc:sldMk cId="1572259855" sldId="900"/>
            <ac:spMk id="78" creationId="{84D7B0B5-902E-489F-8B16-0AF1D6BB79C8}"/>
          </ac:spMkLst>
        </pc:spChg>
        <pc:spChg chg="add del mod">
          <ac:chgData name="Minh Huynh" userId="01a137d4-0d81-46e0-aca6-c9185b391828" providerId="ADAL" clId="{18447838-0BCA-432B-86F3-BB78526C143F}" dt="2026-10-12T21:53:38.709" v="2212"/>
          <ac:spMkLst>
            <pc:docMk/>
            <pc:sldMk cId="1572259855" sldId="900"/>
            <ac:spMk id="79" creationId="{5CAE0427-743D-43D5-AD84-607335C54FCF}"/>
          </ac:spMkLst>
        </pc:spChg>
        <pc:spChg chg="add del mod">
          <ac:chgData name="Minh Huynh" userId="01a137d4-0d81-46e0-aca6-c9185b391828" providerId="ADAL" clId="{18447838-0BCA-432B-86F3-BB78526C143F}" dt="2026-10-12T21:53:38.709" v="2212"/>
          <ac:spMkLst>
            <pc:docMk/>
            <pc:sldMk cId="1572259855" sldId="900"/>
            <ac:spMk id="80" creationId="{722EA031-077E-4D22-8ABF-170041A327C1}"/>
          </ac:spMkLst>
        </pc:spChg>
        <pc:spChg chg="add del mod">
          <ac:chgData name="Minh Huynh" userId="01a137d4-0d81-46e0-aca6-c9185b391828" providerId="ADAL" clId="{18447838-0BCA-432B-86F3-BB78526C143F}" dt="2026-10-12T21:53:38.709" v="2212"/>
          <ac:spMkLst>
            <pc:docMk/>
            <pc:sldMk cId="1572259855" sldId="900"/>
            <ac:spMk id="81" creationId="{639525BF-9A3C-42BE-8B8F-78449493D8F0}"/>
          </ac:spMkLst>
        </pc:spChg>
        <pc:spChg chg="add del mod">
          <ac:chgData name="Minh Huynh" userId="01a137d4-0d81-46e0-aca6-c9185b391828" providerId="ADAL" clId="{18447838-0BCA-432B-86F3-BB78526C143F}" dt="2026-10-12T21:53:38.709" v="2212"/>
          <ac:spMkLst>
            <pc:docMk/>
            <pc:sldMk cId="1572259855" sldId="900"/>
            <ac:spMk id="82" creationId="{AA61A315-5EAF-4FAC-9160-3324ED96CA53}"/>
          </ac:spMkLst>
        </pc:spChg>
        <pc:spChg chg="add del mod">
          <ac:chgData name="Minh Huynh" userId="01a137d4-0d81-46e0-aca6-c9185b391828" providerId="ADAL" clId="{18447838-0BCA-432B-86F3-BB78526C143F}" dt="2026-10-12T21:53:38.709" v="2212"/>
          <ac:spMkLst>
            <pc:docMk/>
            <pc:sldMk cId="1572259855" sldId="900"/>
            <ac:spMk id="83" creationId="{EBB008E0-1234-4FBD-867F-6D46F47EC3AA}"/>
          </ac:spMkLst>
        </pc:spChg>
        <pc:spChg chg="add del mod">
          <ac:chgData name="Minh Huynh" userId="01a137d4-0d81-46e0-aca6-c9185b391828" providerId="ADAL" clId="{18447838-0BCA-432B-86F3-BB78526C143F}" dt="2026-10-12T21:53:38.709" v="2212"/>
          <ac:spMkLst>
            <pc:docMk/>
            <pc:sldMk cId="1572259855" sldId="900"/>
            <ac:spMk id="84" creationId="{F7A301CC-F1B1-4F0B-B2D5-A8AB9A39C756}"/>
          </ac:spMkLst>
        </pc:spChg>
        <pc:spChg chg="add del mod">
          <ac:chgData name="Minh Huynh" userId="01a137d4-0d81-46e0-aca6-c9185b391828" providerId="ADAL" clId="{18447838-0BCA-432B-86F3-BB78526C143F}" dt="2026-10-12T21:53:38.709" v="2212"/>
          <ac:spMkLst>
            <pc:docMk/>
            <pc:sldMk cId="1572259855" sldId="900"/>
            <ac:spMk id="85" creationId="{F7B877F6-1BE8-4052-84B5-CB6AA85A0AB6}"/>
          </ac:spMkLst>
        </pc:spChg>
        <pc:spChg chg="add del mod">
          <ac:chgData name="Minh Huynh" userId="01a137d4-0d81-46e0-aca6-c9185b391828" providerId="ADAL" clId="{18447838-0BCA-432B-86F3-BB78526C143F}" dt="2026-10-12T21:53:38.709" v="2212"/>
          <ac:spMkLst>
            <pc:docMk/>
            <pc:sldMk cId="1572259855" sldId="900"/>
            <ac:spMk id="86" creationId="{D17CEC4A-564A-4BE1-B022-479CC91FB3AE}"/>
          </ac:spMkLst>
        </pc:spChg>
        <pc:spChg chg="add del mod">
          <ac:chgData name="Minh Huynh" userId="01a137d4-0d81-46e0-aca6-c9185b391828" providerId="ADAL" clId="{18447838-0BCA-432B-86F3-BB78526C143F}" dt="2026-10-12T21:53:38.709" v="2212"/>
          <ac:spMkLst>
            <pc:docMk/>
            <pc:sldMk cId="1572259855" sldId="900"/>
            <ac:spMk id="87" creationId="{4CE955E1-AB93-40CE-BC4B-2CF9ADD3A1D2}"/>
          </ac:spMkLst>
        </pc:spChg>
        <pc:spChg chg="add mod">
          <ac:chgData name="Minh Huynh" userId="01a137d4-0d81-46e0-aca6-c9185b391828" providerId="ADAL" clId="{18447838-0BCA-432B-86F3-BB78526C143F}" dt="2026-10-12T21:53:42.505" v="2214" actId="1076"/>
          <ac:spMkLst>
            <pc:docMk/>
            <pc:sldMk cId="1572259855" sldId="900"/>
            <ac:spMk id="88" creationId="{DD7F568A-E10A-42A6-8DD7-89708932C924}"/>
          </ac:spMkLst>
        </pc:spChg>
        <pc:spChg chg="add mod">
          <ac:chgData name="Minh Huynh" userId="01a137d4-0d81-46e0-aca6-c9185b391828" providerId="ADAL" clId="{18447838-0BCA-432B-86F3-BB78526C143F}" dt="2026-10-12T21:53:42.505" v="2214" actId="1076"/>
          <ac:spMkLst>
            <pc:docMk/>
            <pc:sldMk cId="1572259855" sldId="900"/>
            <ac:spMk id="89" creationId="{46F8458C-5F60-4B54-8B52-86BFF0E7BFCB}"/>
          </ac:spMkLst>
        </pc:spChg>
        <pc:spChg chg="add mod">
          <ac:chgData name="Minh Huynh" userId="01a137d4-0d81-46e0-aca6-c9185b391828" providerId="ADAL" clId="{18447838-0BCA-432B-86F3-BB78526C143F}" dt="2026-10-12T21:53:42.505" v="2214" actId="1076"/>
          <ac:spMkLst>
            <pc:docMk/>
            <pc:sldMk cId="1572259855" sldId="900"/>
            <ac:spMk id="90" creationId="{CAEC0739-F223-4399-AA9D-C8873B374836}"/>
          </ac:spMkLst>
        </pc:spChg>
        <pc:spChg chg="add mod">
          <ac:chgData name="Minh Huynh" userId="01a137d4-0d81-46e0-aca6-c9185b391828" providerId="ADAL" clId="{18447838-0BCA-432B-86F3-BB78526C143F}" dt="2026-10-12T21:53:42.505" v="2214" actId="1076"/>
          <ac:spMkLst>
            <pc:docMk/>
            <pc:sldMk cId="1572259855" sldId="900"/>
            <ac:spMk id="91" creationId="{B6403C4B-018A-4CC1-8C10-9982F249BAFB}"/>
          </ac:spMkLst>
        </pc:spChg>
        <pc:spChg chg="add mod">
          <ac:chgData name="Minh Huynh" userId="01a137d4-0d81-46e0-aca6-c9185b391828" providerId="ADAL" clId="{18447838-0BCA-432B-86F3-BB78526C143F}" dt="2026-10-12T21:53:42.505" v="2214" actId="1076"/>
          <ac:spMkLst>
            <pc:docMk/>
            <pc:sldMk cId="1572259855" sldId="900"/>
            <ac:spMk id="92" creationId="{15164FBA-393B-48E9-AA99-ADA9AFD450C9}"/>
          </ac:spMkLst>
        </pc:spChg>
        <pc:spChg chg="add mod">
          <ac:chgData name="Minh Huynh" userId="01a137d4-0d81-46e0-aca6-c9185b391828" providerId="ADAL" clId="{18447838-0BCA-432B-86F3-BB78526C143F}" dt="2026-10-12T21:53:42.505" v="2214" actId="1076"/>
          <ac:spMkLst>
            <pc:docMk/>
            <pc:sldMk cId="1572259855" sldId="900"/>
            <ac:spMk id="93" creationId="{01EC23A7-0FB8-4BB0-BDDF-E77B9D4D8CF0}"/>
          </ac:spMkLst>
        </pc:spChg>
        <pc:spChg chg="add mod">
          <ac:chgData name="Minh Huynh" userId="01a137d4-0d81-46e0-aca6-c9185b391828" providerId="ADAL" clId="{18447838-0BCA-432B-86F3-BB78526C143F}" dt="2026-10-12T21:53:42.505" v="2214" actId="1076"/>
          <ac:spMkLst>
            <pc:docMk/>
            <pc:sldMk cId="1572259855" sldId="900"/>
            <ac:spMk id="94" creationId="{7612F2A8-B096-4386-B4E3-2FBBB3B19281}"/>
          </ac:spMkLst>
        </pc:spChg>
        <pc:spChg chg="add mod">
          <ac:chgData name="Minh Huynh" userId="01a137d4-0d81-46e0-aca6-c9185b391828" providerId="ADAL" clId="{18447838-0BCA-432B-86F3-BB78526C143F}" dt="2026-10-12T21:53:42.505" v="2214" actId="1076"/>
          <ac:spMkLst>
            <pc:docMk/>
            <pc:sldMk cId="1572259855" sldId="900"/>
            <ac:spMk id="95" creationId="{249DC1CC-BBC8-487C-8E71-B729AFA26698}"/>
          </ac:spMkLst>
        </pc:spChg>
        <pc:spChg chg="add mod">
          <ac:chgData name="Minh Huynh" userId="01a137d4-0d81-46e0-aca6-c9185b391828" providerId="ADAL" clId="{18447838-0BCA-432B-86F3-BB78526C143F}" dt="2026-10-12T21:53:42.505" v="2214" actId="1076"/>
          <ac:spMkLst>
            <pc:docMk/>
            <pc:sldMk cId="1572259855" sldId="900"/>
            <ac:spMk id="96" creationId="{3F31811F-B8BB-4CC7-9E0B-EA31337D3346}"/>
          </ac:spMkLst>
        </pc:spChg>
        <pc:spChg chg="add mod">
          <ac:chgData name="Minh Huynh" userId="01a137d4-0d81-46e0-aca6-c9185b391828" providerId="ADAL" clId="{18447838-0BCA-432B-86F3-BB78526C143F}" dt="2026-10-12T21:53:42.505" v="2214" actId="1076"/>
          <ac:spMkLst>
            <pc:docMk/>
            <pc:sldMk cId="1572259855" sldId="900"/>
            <ac:spMk id="97" creationId="{2A6C4381-B73D-4F25-8F78-5A572C11DA6E}"/>
          </ac:spMkLst>
        </pc:spChg>
        <pc:spChg chg="add mod">
          <ac:chgData name="Minh Huynh" userId="01a137d4-0d81-46e0-aca6-c9185b391828" providerId="ADAL" clId="{18447838-0BCA-432B-86F3-BB78526C143F}" dt="2026-10-12T21:53:42.505" v="2214" actId="1076"/>
          <ac:spMkLst>
            <pc:docMk/>
            <pc:sldMk cId="1572259855" sldId="900"/>
            <ac:spMk id="98" creationId="{00084E4B-67AD-406C-BCE5-11BB2D96174F}"/>
          </ac:spMkLst>
        </pc:spChg>
        <pc:spChg chg="add mod">
          <ac:chgData name="Minh Huynh" userId="01a137d4-0d81-46e0-aca6-c9185b391828" providerId="ADAL" clId="{18447838-0BCA-432B-86F3-BB78526C143F}" dt="2026-10-12T21:53:42.505" v="2214" actId="1076"/>
          <ac:spMkLst>
            <pc:docMk/>
            <pc:sldMk cId="1572259855" sldId="900"/>
            <ac:spMk id="99" creationId="{E8D2E691-0891-443B-8FF9-2D053A9F71E3}"/>
          </ac:spMkLst>
        </pc:spChg>
        <pc:spChg chg="add mod">
          <ac:chgData name="Minh Huynh" userId="01a137d4-0d81-46e0-aca6-c9185b391828" providerId="ADAL" clId="{18447838-0BCA-432B-86F3-BB78526C143F}" dt="2026-10-12T21:53:42.505" v="2214" actId="1076"/>
          <ac:spMkLst>
            <pc:docMk/>
            <pc:sldMk cId="1572259855" sldId="900"/>
            <ac:spMk id="100" creationId="{A3BF1D4D-579B-4F41-A96E-812F464E839E}"/>
          </ac:spMkLst>
        </pc:spChg>
        <pc:spChg chg="add mod">
          <ac:chgData name="Minh Huynh" userId="01a137d4-0d81-46e0-aca6-c9185b391828" providerId="ADAL" clId="{18447838-0BCA-432B-86F3-BB78526C143F}" dt="2026-10-12T21:53:42.505" v="2214" actId="1076"/>
          <ac:spMkLst>
            <pc:docMk/>
            <pc:sldMk cId="1572259855" sldId="900"/>
            <ac:spMk id="101" creationId="{ADB1EB13-4BE8-4854-B309-0C96D88C67FE}"/>
          </ac:spMkLst>
        </pc:spChg>
        <pc:spChg chg="add mod">
          <ac:chgData name="Minh Huynh" userId="01a137d4-0d81-46e0-aca6-c9185b391828" providerId="ADAL" clId="{18447838-0BCA-432B-86F3-BB78526C143F}" dt="2026-10-12T21:53:42.505" v="2214" actId="1076"/>
          <ac:spMkLst>
            <pc:docMk/>
            <pc:sldMk cId="1572259855" sldId="900"/>
            <ac:spMk id="102" creationId="{1D443D0C-3FD4-40A7-9D65-5F41331FA545}"/>
          </ac:spMkLst>
        </pc:spChg>
        <pc:spChg chg="add mod">
          <ac:chgData name="Minh Huynh" userId="01a137d4-0d81-46e0-aca6-c9185b391828" providerId="ADAL" clId="{18447838-0BCA-432B-86F3-BB78526C143F}" dt="2026-10-12T21:53:42.505" v="2214" actId="1076"/>
          <ac:spMkLst>
            <pc:docMk/>
            <pc:sldMk cId="1572259855" sldId="900"/>
            <ac:spMk id="103" creationId="{2B9A8AE0-96E8-4C2B-A774-1481FBB65B89}"/>
          </ac:spMkLst>
        </pc:spChg>
        <pc:spChg chg="add mod">
          <ac:chgData name="Minh Huynh" userId="01a137d4-0d81-46e0-aca6-c9185b391828" providerId="ADAL" clId="{18447838-0BCA-432B-86F3-BB78526C143F}" dt="2026-10-12T21:53:42.505" v="2214" actId="1076"/>
          <ac:spMkLst>
            <pc:docMk/>
            <pc:sldMk cId="1572259855" sldId="900"/>
            <ac:spMk id="104" creationId="{FF15C818-59D4-4522-8833-371EBDFD1665}"/>
          </ac:spMkLst>
        </pc:spChg>
        <pc:spChg chg="add mod">
          <ac:chgData name="Minh Huynh" userId="01a137d4-0d81-46e0-aca6-c9185b391828" providerId="ADAL" clId="{18447838-0BCA-432B-86F3-BB78526C143F}" dt="2026-10-12T21:53:42.505" v="2214" actId="1076"/>
          <ac:spMkLst>
            <pc:docMk/>
            <pc:sldMk cId="1572259855" sldId="900"/>
            <ac:spMk id="105" creationId="{E6CF411F-1380-4F4F-9AB7-C00595D29714}"/>
          </ac:spMkLst>
        </pc:spChg>
        <pc:spChg chg="add mod">
          <ac:chgData name="Minh Huynh" userId="01a137d4-0d81-46e0-aca6-c9185b391828" providerId="ADAL" clId="{18447838-0BCA-432B-86F3-BB78526C143F}" dt="2026-10-12T21:53:42.505" v="2214" actId="1076"/>
          <ac:spMkLst>
            <pc:docMk/>
            <pc:sldMk cId="1572259855" sldId="900"/>
            <ac:spMk id="106" creationId="{06262F71-8E9B-4E8B-BAC9-518A2BC779BF}"/>
          </ac:spMkLst>
        </pc:spChg>
        <pc:spChg chg="add mod">
          <ac:chgData name="Minh Huynh" userId="01a137d4-0d81-46e0-aca6-c9185b391828" providerId="ADAL" clId="{18447838-0BCA-432B-86F3-BB78526C143F}" dt="2026-10-12T21:53:42.505" v="2214" actId="1076"/>
          <ac:spMkLst>
            <pc:docMk/>
            <pc:sldMk cId="1572259855" sldId="900"/>
            <ac:spMk id="107" creationId="{F2649D6C-8552-4CE2-B9DD-06B336D3C297}"/>
          </ac:spMkLst>
        </pc:spChg>
        <pc:spChg chg="add mod">
          <ac:chgData name="Minh Huynh" userId="01a137d4-0d81-46e0-aca6-c9185b391828" providerId="ADAL" clId="{18447838-0BCA-432B-86F3-BB78526C143F}" dt="2026-10-12T21:53:42.505" v="2214" actId="1076"/>
          <ac:spMkLst>
            <pc:docMk/>
            <pc:sldMk cId="1572259855" sldId="900"/>
            <ac:spMk id="108" creationId="{A3754F7B-EB72-4111-AA04-1B47F01AAA98}"/>
          </ac:spMkLst>
        </pc:spChg>
        <pc:spChg chg="del">
          <ac:chgData name="Minh Huynh" userId="01a137d4-0d81-46e0-aca6-c9185b391828" providerId="ADAL" clId="{18447838-0BCA-432B-86F3-BB78526C143F}" dt="2026-10-12T21:53:27.054" v="2210" actId="478"/>
          <ac:spMkLst>
            <pc:docMk/>
            <pc:sldMk cId="1572259855" sldId="900"/>
            <ac:spMk id="109" creationId="{3D39CCBB-818F-4C2C-A0F1-C483687AD860}"/>
          </ac:spMkLst>
        </pc:spChg>
        <pc:spChg chg="del">
          <ac:chgData name="Minh Huynh" userId="01a137d4-0d81-46e0-aca6-c9185b391828" providerId="ADAL" clId="{18447838-0BCA-432B-86F3-BB78526C143F}" dt="2026-10-12T21:53:27.054" v="2210" actId="478"/>
          <ac:spMkLst>
            <pc:docMk/>
            <pc:sldMk cId="1572259855" sldId="900"/>
            <ac:spMk id="110" creationId="{F0810AB7-887E-4CEE-985B-E801F950FD75}"/>
          </ac:spMkLst>
        </pc:spChg>
        <pc:spChg chg="del">
          <ac:chgData name="Minh Huynh" userId="01a137d4-0d81-46e0-aca6-c9185b391828" providerId="ADAL" clId="{18447838-0BCA-432B-86F3-BB78526C143F}" dt="2026-10-12T21:53:27.054" v="2210" actId="478"/>
          <ac:spMkLst>
            <pc:docMk/>
            <pc:sldMk cId="1572259855" sldId="900"/>
            <ac:spMk id="111" creationId="{8C14A1BE-23D6-4A71-B469-AA85A0AB249E}"/>
          </ac:spMkLst>
        </pc:spChg>
        <pc:spChg chg="del">
          <ac:chgData name="Minh Huynh" userId="01a137d4-0d81-46e0-aca6-c9185b391828" providerId="ADAL" clId="{18447838-0BCA-432B-86F3-BB78526C143F}" dt="2026-10-12T21:53:27.054" v="2210" actId="478"/>
          <ac:spMkLst>
            <pc:docMk/>
            <pc:sldMk cId="1572259855" sldId="900"/>
            <ac:spMk id="112" creationId="{DA270779-A8F0-4C7B-91A9-25376A9819EA}"/>
          </ac:spMkLst>
        </pc:spChg>
        <pc:spChg chg="del">
          <ac:chgData name="Minh Huynh" userId="01a137d4-0d81-46e0-aca6-c9185b391828" providerId="ADAL" clId="{18447838-0BCA-432B-86F3-BB78526C143F}" dt="2026-10-12T21:53:27.054" v="2210" actId="478"/>
          <ac:spMkLst>
            <pc:docMk/>
            <pc:sldMk cId="1572259855" sldId="900"/>
            <ac:spMk id="113" creationId="{8B9A20E8-B4EB-4D8E-B1CD-95786CEF4741}"/>
          </ac:spMkLst>
        </pc:spChg>
        <pc:spChg chg="del">
          <ac:chgData name="Minh Huynh" userId="01a137d4-0d81-46e0-aca6-c9185b391828" providerId="ADAL" clId="{18447838-0BCA-432B-86F3-BB78526C143F}" dt="2026-10-12T21:53:27.054" v="2210" actId="478"/>
          <ac:spMkLst>
            <pc:docMk/>
            <pc:sldMk cId="1572259855" sldId="900"/>
            <ac:spMk id="114" creationId="{3D649E51-293D-4A75-8A32-668C87119407}"/>
          </ac:spMkLst>
        </pc:spChg>
        <pc:spChg chg="del">
          <ac:chgData name="Minh Huynh" userId="01a137d4-0d81-46e0-aca6-c9185b391828" providerId="ADAL" clId="{18447838-0BCA-432B-86F3-BB78526C143F}" dt="2026-10-12T21:53:27.054" v="2210" actId="478"/>
          <ac:spMkLst>
            <pc:docMk/>
            <pc:sldMk cId="1572259855" sldId="900"/>
            <ac:spMk id="115" creationId="{BB84CD00-8CF5-4A7D-B233-10B5631A61B3}"/>
          </ac:spMkLst>
        </pc:spChg>
        <pc:spChg chg="del">
          <ac:chgData name="Minh Huynh" userId="01a137d4-0d81-46e0-aca6-c9185b391828" providerId="ADAL" clId="{18447838-0BCA-432B-86F3-BB78526C143F}" dt="2026-10-12T21:53:27.054" v="2210" actId="478"/>
          <ac:spMkLst>
            <pc:docMk/>
            <pc:sldMk cId="1572259855" sldId="900"/>
            <ac:spMk id="116" creationId="{FC78B74D-A1C5-4F32-93D6-361679E758D7}"/>
          </ac:spMkLst>
        </pc:spChg>
        <pc:spChg chg="del">
          <ac:chgData name="Minh Huynh" userId="01a137d4-0d81-46e0-aca6-c9185b391828" providerId="ADAL" clId="{18447838-0BCA-432B-86F3-BB78526C143F}" dt="2026-10-12T21:53:27.054" v="2210" actId="478"/>
          <ac:spMkLst>
            <pc:docMk/>
            <pc:sldMk cId="1572259855" sldId="900"/>
            <ac:spMk id="117" creationId="{43AF4A22-2BCC-4A91-B0D7-D0EAD58769F8}"/>
          </ac:spMkLst>
        </pc:spChg>
        <pc:spChg chg="del">
          <ac:chgData name="Minh Huynh" userId="01a137d4-0d81-46e0-aca6-c9185b391828" providerId="ADAL" clId="{18447838-0BCA-432B-86F3-BB78526C143F}" dt="2026-10-12T21:53:27.054" v="2210" actId="478"/>
          <ac:spMkLst>
            <pc:docMk/>
            <pc:sldMk cId="1572259855" sldId="900"/>
            <ac:spMk id="118" creationId="{26F7F4D0-F82B-479D-BE73-C57D24929D87}"/>
          </ac:spMkLst>
        </pc:spChg>
        <pc:spChg chg="del">
          <ac:chgData name="Minh Huynh" userId="01a137d4-0d81-46e0-aca6-c9185b391828" providerId="ADAL" clId="{18447838-0BCA-432B-86F3-BB78526C143F}" dt="2026-10-12T21:53:27.054" v="2210" actId="478"/>
          <ac:spMkLst>
            <pc:docMk/>
            <pc:sldMk cId="1572259855" sldId="900"/>
            <ac:spMk id="119" creationId="{8FA59F90-3109-4ACB-8BBC-368F3EECF04F}"/>
          </ac:spMkLst>
        </pc:spChg>
        <pc:spChg chg="del">
          <ac:chgData name="Minh Huynh" userId="01a137d4-0d81-46e0-aca6-c9185b391828" providerId="ADAL" clId="{18447838-0BCA-432B-86F3-BB78526C143F}" dt="2026-10-12T21:53:27.054" v="2210" actId="478"/>
          <ac:spMkLst>
            <pc:docMk/>
            <pc:sldMk cId="1572259855" sldId="900"/>
            <ac:spMk id="120" creationId="{208231C7-54E8-4C15-A4B7-9F19F10DF278}"/>
          </ac:spMkLst>
        </pc:spChg>
        <pc:spChg chg="del">
          <ac:chgData name="Minh Huynh" userId="01a137d4-0d81-46e0-aca6-c9185b391828" providerId="ADAL" clId="{18447838-0BCA-432B-86F3-BB78526C143F}" dt="2026-10-12T21:53:27.054" v="2210" actId="478"/>
          <ac:spMkLst>
            <pc:docMk/>
            <pc:sldMk cId="1572259855" sldId="900"/>
            <ac:spMk id="121" creationId="{58B9E9C3-3A9C-48CC-B2B2-D7404856E10D}"/>
          </ac:spMkLst>
        </pc:spChg>
        <pc:spChg chg="del">
          <ac:chgData name="Minh Huynh" userId="01a137d4-0d81-46e0-aca6-c9185b391828" providerId="ADAL" clId="{18447838-0BCA-432B-86F3-BB78526C143F}" dt="2026-10-12T21:53:27.054" v="2210" actId="478"/>
          <ac:spMkLst>
            <pc:docMk/>
            <pc:sldMk cId="1572259855" sldId="900"/>
            <ac:spMk id="122" creationId="{720A4586-7609-4D23-90F5-A532E75A06A0}"/>
          </ac:spMkLst>
        </pc:spChg>
        <pc:spChg chg="del">
          <ac:chgData name="Minh Huynh" userId="01a137d4-0d81-46e0-aca6-c9185b391828" providerId="ADAL" clId="{18447838-0BCA-432B-86F3-BB78526C143F}" dt="2026-10-12T21:53:27.054" v="2210" actId="478"/>
          <ac:spMkLst>
            <pc:docMk/>
            <pc:sldMk cId="1572259855" sldId="900"/>
            <ac:spMk id="123" creationId="{1EE6A027-EBE3-492F-A9D8-A7CF22F1ADE3}"/>
          </ac:spMkLst>
        </pc:spChg>
        <pc:spChg chg="del">
          <ac:chgData name="Minh Huynh" userId="01a137d4-0d81-46e0-aca6-c9185b391828" providerId="ADAL" clId="{18447838-0BCA-432B-86F3-BB78526C143F}" dt="2026-10-12T21:53:27.054" v="2210" actId="478"/>
          <ac:spMkLst>
            <pc:docMk/>
            <pc:sldMk cId="1572259855" sldId="900"/>
            <ac:spMk id="124" creationId="{70CDC884-6E92-4AB0-AAE1-44134FF18D8A}"/>
          </ac:spMkLst>
        </pc:spChg>
        <pc:spChg chg="del">
          <ac:chgData name="Minh Huynh" userId="01a137d4-0d81-46e0-aca6-c9185b391828" providerId="ADAL" clId="{18447838-0BCA-432B-86F3-BB78526C143F}" dt="2026-10-12T21:53:27.054" v="2210" actId="478"/>
          <ac:spMkLst>
            <pc:docMk/>
            <pc:sldMk cId="1572259855" sldId="900"/>
            <ac:spMk id="125" creationId="{C36F9355-E55C-4F29-9998-E17F4C767094}"/>
          </ac:spMkLst>
        </pc:spChg>
        <pc:spChg chg="del">
          <ac:chgData name="Minh Huynh" userId="01a137d4-0d81-46e0-aca6-c9185b391828" providerId="ADAL" clId="{18447838-0BCA-432B-86F3-BB78526C143F}" dt="2026-10-12T21:53:27.054" v="2210" actId="478"/>
          <ac:spMkLst>
            <pc:docMk/>
            <pc:sldMk cId="1572259855" sldId="900"/>
            <ac:spMk id="126" creationId="{F1C80EEF-F4E0-4202-ABF8-897A5B1974C9}"/>
          </ac:spMkLst>
        </pc:spChg>
        <pc:spChg chg="del">
          <ac:chgData name="Minh Huynh" userId="01a137d4-0d81-46e0-aca6-c9185b391828" providerId="ADAL" clId="{18447838-0BCA-432B-86F3-BB78526C143F}" dt="2026-10-12T21:53:27.054" v="2210" actId="478"/>
          <ac:spMkLst>
            <pc:docMk/>
            <pc:sldMk cId="1572259855" sldId="900"/>
            <ac:spMk id="127" creationId="{28ECCE3F-B26C-4D7F-9734-016D658D7791}"/>
          </ac:spMkLst>
        </pc:spChg>
        <pc:spChg chg="del">
          <ac:chgData name="Minh Huynh" userId="01a137d4-0d81-46e0-aca6-c9185b391828" providerId="ADAL" clId="{18447838-0BCA-432B-86F3-BB78526C143F}" dt="2026-10-12T21:53:27.054" v="2210" actId="478"/>
          <ac:spMkLst>
            <pc:docMk/>
            <pc:sldMk cId="1572259855" sldId="900"/>
            <ac:spMk id="128" creationId="{AC2159AF-D14C-4BE5-8BBF-ED4ABD6F422F}"/>
          </ac:spMkLst>
        </pc:spChg>
        <pc:spChg chg="del">
          <ac:chgData name="Minh Huynh" userId="01a137d4-0d81-46e0-aca6-c9185b391828" providerId="ADAL" clId="{18447838-0BCA-432B-86F3-BB78526C143F}" dt="2026-10-12T21:53:27.054" v="2210" actId="478"/>
          <ac:spMkLst>
            <pc:docMk/>
            <pc:sldMk cId="1572259855" sldId="900"/>
            <ac:spMk id="129" creationId="{C02D6605-D919-4520-B5EB-A6BF078F19A1}"/>
          </ac:spMkLst>
        </pc:spChg>
        <pc:spChg chg="del">
          <ac:chgData name="Minh Huynh" userId="01a137d4-0d81-46e0-aca6-c9185b391828" providerId="ADAL" clId="{18447838-0BCA-432B-86F3-BB78526C143F}" dt="2026-10-12T21:53:27.054" v="2210" actId="478"/>
          <ac:spMkLst>
            <pc:docMk/>
            <pc:sldMk cId="1572259855" sldId="900"/>
            <ac:spMk id="130" creationId="{0CC0B17D-A966-446E-843A-8C9DA02AB9C0}"/>
          </ac:spMkLst>
        </pc:spChg>
        <pc:spChg chg="del">
          <ac:chgData name="Minh Huynh" userId="01a137d4-0d81-46e0-aca6-c9185b391828" providerId="ADAL" clId="{18447838-0BCA-432B-86F3-BB78526C143F}" dt="2026-10-12T21:53:27.054" v="2210" actId="478"/>
          <ac:spMkLst>
            <pc:docMk/>
            <pc:sldMk cId="1572259855" sldId="900"/>
            <ac:spMk id="131" creationId="{36EBA0CB-78DD-4264-B31A-444991CA79D8}"/>
          </ac:spMkLst>
        </pc:spChg>
        <pc:spChg chg="del">
          <ac:chgData name="Minh Huynh" userId="01a137d4-0d81-46e0-aca6-c9185b391828" providerId="ADAL" clId="{18447838-0BCA-432B-86F3-BB78526C143F}" dt="2026-10-12T21:53:27.054" v="2210" actId="478"/>
          <ac:spMkLst>
            <pc:docMk/>
            <pc:sldMk cId="1572259855" sldId="900"/>
            <ac:spMk id="132" creationId="{8C5E9F7D-FCC9-468A-9459-8BF7BC235CEF}"/>
          </ac:spMkLst>
        </pc:spChg>
        <pc:spChg chg="del">
          <ac:chgData name="Minh Huynh" userId="01a137d4-0d81-46e0-aca6-c9185b391828" providerId="ADAL" clId="{18447838-0BCA-432B-86F3-BB78526C143F}" dt="2026-10-12T21:53:27.054" v="2210" actId="478"/>
          <ac:spMkLst>
            <pc:docMk/>
            <pc:sldMk cId="1572259855" sldId="900"/>
            <ac:spMk id="133" creationId="{328ABEDB-6DD7-4DDE-997C-7FBF738D14C9}"/>
          </ac:spMkLst>
        </pc:spChg>
        <pc:spChg chg="del">
          <ac:chgData name="Minh Huynh" userId="01a137d4-0d81-46e0-aca6-c9185b391828" providerId="ADAL" clId="{18447838-0BCA-432B-86F3-BB78526C143F}" dt="2026-10-12T21:53:27.054" v="2210" actId="478"/>
          <ac:spMkLst>
            <pc:docMk/>
            <pc:sldMk cId="1572259855" sldId="900"/>
            <ac:spMk id="134" creationId="{32743519-AA83-43F1-ADE0-6DD3E0C0218E}"/>
          </ac:spMkLst>
        </pc:spChg>
        <pc:spChg chg="del">
          <ac:chgData name="Minh Huynh" userId="01a137d4-0d81-46e0-aca6-c9185b391828" providerId="ADAL" clId="{18447838-0BCA-432B-86F3-BB78526C143F}" dt="2026-10-12T21:53:27.054" v="2210" actId="478"/>
          <ac:spMkLst>
            <pc:docMk/>
            <pc:sldMk cId="1572259855" sldId="900"/>
            <ac:spMk id="135" creationId="{DAC1265D-48B0-4EF6-9E5F-C8B095DA93F7}"/>
          </ac:spMkLst>
        </pc:spChg>
        <pc:spChg chg="del">
          <ac:chgData name="Minh Huynh" userId="01a137d4-0d81-46e0-aca6-c9185b391828" providerId="ADAL" clId="{18447838-0BCA-432B-86F3-BB78526C143F}" dt="2026-10-12T21:53:27.054" v="2210" actId="478"/>
          <ac:spMkLst>
            <pc:docMk/>
            <pc:sldMk cId="1572259855" sldId="900"/>
            <ac:spMk id="136" creationId="{B2D86BC5-52CB-4A8D-B0A2-5DFFEA5CAFA8}"/>
          </ac:spMkLst>
        </pc:spChg>
        <pc:spChg chg="del">
          <ac:chgData name="Minh Huynh" userId="01a137d4-0d81-46e0-aca6-c9185b391828" providerId="ADAL" clId="{18447838-0BCA-432B-86F3-BB78526C143F}" dt="2026-10-12T21:53:27.054" v="2210" actId="478"/>
          <ac:spMkLst>
            <pc:docMk/>
            <pc:sldMk cId="1572259855" sldId="900"/>
            <ac:spMk id="137" creationId="{8A028BDE-3F0D-42CD-9980-B641A1CD684D}"/>
          </ac:spMkLst>
        </pc:spChg>
        <pc:spChg chg="del">
          <ac:chgData name="Minh Huynh" userId="01a137d4-0d81-46e0-aca6-c9185b391828" providerId="ADAL" clId="{18447838-0BCA-432B-86F3-BB78526C143F}" dt="2026-10-12T21:53:27.054" v="2210" actId="478"/>
          <ac:spMkLst>
            <pc:docMk/>
            <pc:sldMk cId="1572259855" sldId="900"/>
            <ac:spMk id="138" creationId="{231536C3-9E58-49BE-A46B-4F5AD969218C}"/>
          </ac:spMkLst>
        </pc:spChg>
        <pc:spChg chg="del">
          <ac:chgData name="Minh Huynh" userId="01a137d4-0d81-46e0-aca6-c9185b391828" providerId="ADAL" clId="{18447838-0BCA-432B-86F3-BB78526C143F}" dt="2026-10-12T21:53:27.054" v="2210" actId="478"/>
          <ac:spMkLst>
            <pc:docMk/>
            <pc:sldMk cId="1572259855" sldId="900"/>
            <ac:spMk id="139" creationId="{BB7BDFF3-160E-4508-A5C1-D1FD45994602}"/>
          </ac:spMkLst>
        </pc:spChg>
        <pc:spChg chg="del">
          <ac:chgData name="Minh Huynh" userId="01a137d4-0d81-46e0-aca6-c9185b391828" providerId="ADAL" clId="{18447838-0BCA-432B-86F3-BB78526C143F}" dt="2026-10-12T21:53:27.054" v="2210" actId="478"/>
          <ac:spMkLst>
            <pc:docMk/>
            <pc:sldMk cId="1572259855" sldId="900"/>
            <ac:spMk id="140" creationId="{5726F58C-EB48-458B-BC16-727F6423FD1C}"/>
          </ac:spMkLst>
        </pc:spChg>
        <pc:spChg chg="del">
          <ac:chgData name="Minh Huynh" userId="01a137d4-0d81-46e0-aca6-c9185b391828" providerId="ADAL" clId="{18447838-0BCA-432B-86F3-BB78526C143F}" dt="2026-10-12T21:53:27.054" v="2210" actId="478"/>
          <ac:spMkLst>
            <pc:docMk/>
            <pc:sldMk cId="1572259855" sldId="900"/>
            <ac:spMk id="141" creationId="{C01A2791-5FBA-4B1A-B5ED-4E4CEF488E57}"/>
          </ac:spMkLst>
        </pc:spChg>
        <pc:spChg chg="del">
          <ac:chgData name="Minh Huynh" userId="01a137d4-0d81-46e0-aca6-c9185b391828" providerId="ADAL" clId="{18447838-0BCA-432B-86F3-BB78526C143F}" dt="2026-10-12T21:53:27.054" v="2210" actId="478"/>
          <ac:spMkLst>
            <pc:docMk/>
            <pc:sldMk cId="1572259855" sldId="900"/>
            <ac:spMk id="142" creationId="{B738D2B9-DB79-4B80-8727-91E25C4E14B6}"/>
          </ac:spMkLst>
        </pc:spChg>
        <pc:spChg chg="del">
          <ac:chgData name="Minh Huynh" userId="01a137d4-0d81-46e0-aca6-c9185b391828" providerId="ADAL" clId="{18447838-0BCA-432B-86F3-BB78526C143F}" dt="2026-10-12T21:53:27.054" v="2210" actId="478"/>
          <ac:spMkLst>
            <pc:docMk/>
            <pc:sldMk cId="1572259855" sldId="900"/>
            <ac:spMk id="143" creationId="{49AA32A9-21E7-4464-87CA-C24C95379201}"/>
          </ac:spMkLst>
        </pc:spChg>
        <pc:spChg chg="del">
          <ac:chgData name="Minh Huynh" userId="01a137d4-0d81-46e0-aca6-c9185b391828" providerId="ADAL" clId="{18447838-0BCA-432B-86F3-BB78526C143F}" dt="2026-10-12T21:53:27.054" v="2210" actId="478"/>
          <ac:spMkLst>
            <pc:docMk/>
            <pc:sldMk cId="1572259855" sldId="900"/>
            <ac:spMk id="144" creationId="{97DD5D34-DCC0-4FC2-9865-09919F320786}"/>
          </ac:spMkLst>
        </pc:spChg>
        <pc:spChg chg="del">
          <ac:chgData name="Minh Huynh" userId="01a137d4-0d81-46e0-aca6-c9185b391828" providerId="ADAL" clId="{18447838-0BCA-432B-86F3-BB78526C143F}" dt="2026-10-12T21:53:27.054" v="2210" actId="478"/>
          <ac:spMkLst>
            <pc:docMk/>
            <pc:sldMk cId="1572259855" sldId="900"/>
            <ac:spMk id="145" creationId="{6ABE33D3-8E8E-4407-89A4-1146CAB6DFFF}"/>
          </ac:spMkLst>
        </pc:spChg>
        <pc:spChg chg="del">
          <ac:chgData name="Minh Huynh" userId="01a137d4-0d81-46e0-aca6-c9185b391828" providerId="ADAL" clId="{18447838-0BCA-432B-86F3-BB78526C143F}" dt="2026-10-12T21:53:27.054" v="2210" actId="478"/>
          <ac:spMkLst>
            <pc:docMk/>
            <pc:sldMk cId="1572259855" sldId="900"/>
            <ac:spMk id="146" creationId="{9F406BE7-BB42-4381-B919-C99F906C68A8}"/>
          </ac:spMkLst>
        </pc:spChg>
        <pc:spChg chg="del">
          <ac:chgData name="Minh Huynh" userId="01a137d4-0d81-46e0-aca6-c9185b391828" providerId="ADAL" clId="{18447838-0BCA-432B-86F3-BB78526C143F}" dt="2026-10-12T21:53:27.054" v="2210" actId="478"/>
          <ac:spMkLst>
            <pc:docMk/>
            <pc:sldMk cId="1572259855" sldId="900"/>
            <ac:spMk id="147" creationId="{9190E31B-21C1-4752-80DC-EB225F8B8FE7}"/>
          </ac:spMkLst>
        </pc:spChg>
        <pc:spChg chg="del">
          <ac:chgData name="Minh Huynh" userId="01a137d4-0d81-46e0-aca6-c9185b391828" providerId="ADAL" clId="{18447838-0BCA-432B-86F3-BB78526C143F}" dt="2026-10-12T21:53:27.054" v="2210" actId="478"/>
          <ac:spMkLst>
            <pc:docMk/>
            <pc:sldMk cId="1572259855" sldId="900"/>
            <ac:spMk id="148" creationId="{FD5DD199-737A-495E-88C7-4539D7CCD69A}"/>
          </ac:spMkLst>
        </pc:spChg>
        <pc:spChg chg="add mod">
          <ac:chgData name="Minh Huynh" userId="01a137d4-0d81-46e0-aca6-c9185b391828" providerId="ADAL" clId="{18447838-0BCA-432B-86F3-BB78526C143F}" dt="2026-10-12T21:53:42.505" v="2214" actId="1076"/>
          <ac:spMkLst>
            <pc:docMk/>
            <pc:sldMk cId="1572259855" sldId="900"/>
            <ac:spMk id="149" creationId="{21DFD56D-3523-4608-9402-BFB284590709}"/>
          </ac:spMkLst>
        </pc:spChg>
        <pc:spChg chg="add mod">
          <ac:chgData name="Minh Huynh" userId="01a137d4-0d81-46e0-aca6-c9185b391828" providerId="ADAL" clId="{18447838-0BCA-432B-86F3-BB78526C143F}" dt="2026-10-12T21:53:42.505" v="2214" actId="1076"/>
          <ac:spMkLst>
            <pc:docMk/>
            <pc:sldMk cId="1572259855" sldId="900"/>
            <ac:spMk id="150" creationId="{6DBAB6A7-C461-484C-ADB3-AABA62871EAB}"/>
          </ac:spMkLst>
        </pc:spChg>
        <pc:spChg chg="add mod">
          <ac:chgData name="Minh Huynh" userId="01a137d4-0d81-46e0-aca6-c9185b391828" providerId="ADAL" clId="{18447838-0BCA-432B-86F3-BB78526C143F}" dt="2026-10-12T21:53:42.505" v="2214" actId="1076"/>
          <ac:spMkLst>
            <pc:docMk/>
            <pc:sldMk cId="1572259855" sldId="900"/>
            <ac:spMk id="151" creationId="{90614140-0FC7-4B2C-AC00-25A3D449D757}"/>
          </ac:spMkLst>
        </pc:spChg>
        <pc:spChg chg="add mod">
          <ac:chgData name="Minh Huynh" userId="01a137d4-0d81-46e0-aca6-c9185b391828" providerId="ADAL" clId="{18447838-0BCA-432B-86F3-BB78526C143F}" dt="2026-10-12T21:53:42.505" v="2214" actId="1076"/>
          <ac:spMkLst>
            <pc:docMk/>
            <pc:sldMk cId="1572259855" sldId="900"/>
            <ac:spMk id="152" creationId="{A39311CA-B5A0-452F-8DE5-15587543E5DB}"/>
          </ac:spMkLst>
        </pc:spChg>
        <pc:spChg chg="add mod">
          <ac:chgData name="Minh Huynh" userId="01a137d4-0d81-46e0-aca6-c9185b391828" providerId="ADAL" clId="{18447838-0BCA-432B-86F3-BB78526C143F}" dt="2026-10-12T21:53:42.505" v="2214" actId="1076"/>
          <ac:spMkLst>
            <pc:docMk/>
            <pc:sldMk cId="1572259855" sldId="900"/>
            <ac:spMk id="153" creationId="{CC4135C1-925C-4734-8A19-3FA170BED018}"/>
          </ac:spMkLst>
        </pc:spChg>
        <pc:spChg chg="add mod">
          <ac:chgData name="Minh Huynh" userId="01a137d4-0d81-46e0-aca6-c9185b391828" providerId="ADAL" clId="{18447838-0BCA-432B-86F3-BB78526C143F}" dt="2026-10-12T21:53:42.505" v="2214" actId="1076"/>
          <ac:spMkLst>
            <pc:docMk/>
            <pc:sldMk cId="1572259855" sldId="900"/>
            <ac:spMk id="154" creationId="{E50D65BB-3A00-40D4-BEB3-639AF96917D6}"/>
          </ac:spMkLst>
        </pc:spChg>
        <pc:spChg chg="add mod">
          <ac:chgData name="Minh Huynh" userId="01a137d4-0d81-46e0-aca6-c9185b391828" providerId="ADAL" clId="{18447838-0BCA-432B-86F3-BB78526C143F}" dt="2026-10-12T21:53:42.505" v="2214" actId="1076"/>
          <ac:spMkLst>
            <pc:docMk/>
            <pc:sldMk cId="1572259855" sldId="900"/>
            <ac:spMk id="155" creationId="{F88CA61F-761B-40D0-9A17-10D593B3247F}"/>
          </ac:spMkLst>
        </pc:spChg>
        <pc:spChg chg="add mod">
          <ac:chgData name="Minh Huynh" userId="01a137d4-0d81-46e0-aca6-c9185b391828" providerId="ADAL" clId="{18447838-0BCA-432B-86F3-BB78526C143F}" dt="2026-10-12T21:53:42.505" v="2214" actId="1076"/>
          <ac:spMkLst>
            <pc:docMk/>
            <pc:sldMk cId="1572259855" sldId="900"/>
            <ac:spMk id="156" creationId="{6C3D556A-27F9-499F-A789-55B42F8AB778}"/>
          </ac:spMkLst>
        </pc:spChg>
        <pc:spChg chg="add mod">
          <ac:chgData name="Minh Huynh" userId="01a137d4-0d81-46e0-aca6-c9185b391828" providerId="ADAL" clId="{18447838-0BCA-432B-86F3-BB78526C143F}" dt="2026-10-12T21:53:42.505" v="2214" actId="1076"/>
          <ac:spMkLst>
            <pc:docMk/>
            <pc:sldMk cId="1572259855" sldId="900"/>
            <ac:spMk id="157" creationId="{A38F0726-2FB3-4CE1-AB85-658E951878E0}"/>
          </ac:spMkLst>
        </pc:spChg>
        <pc:spChg chg="add mod">
          <ac:chgData name="Minh Huynh" userId="01a137d4-0d81-46e0-aca6-c9185b391828" providerId="ADAL" clId="{18447838-0BCA-432B-86F3-BB78526C143F}" dt="2026-10-12T21:53:42.505" v="2214" actId="1076"/>
          <ac:spMkLst>
            <pc:docMk/>
            <pc:sldMk cId="1572259855" sldId="900"/>
            <ac:spMk id="158" creationId="{9A532184-9FAF-442F-A2B6-22F5DE3F3A1C}"/>
          </ac:spMkLst>
        </pc:spChg>
        <pc:spChg chg="add mod">
          <ac:chgData name="Minh Huynh" userId="01a137d4-0d81-46e0-aca6-c9185b391828" providerId="ADAL" clId="{18447838-0BCA-432B-86F3-BB78526C143F}" dt="2026-10-12T21:53:42.505" v="2214" actId="1076"/>
          <ac:spMkLst>
            <pc:docMk/>
            <pc:sldMk cId="1572259855" sldId="900"/>
            <ac:spMk id="159" creationId="{5A86A892-1579-4A9B-8153-0B7325B32AB9}"/>
          </ac:spMkLst>
        </pc:spChg>
        <pc:spChg chg="add mod">
          <ac:chgData name="Minh Huynh" userId="01a137d4-0d81-46e0-aca6-c9185b391828" providerId="ADAL" clId="{18447838-0BCA-432B-86F3-BB78526C143F}" dt="2026-10-12T21:53:42.505" v="2214" actId="1076"/>
          <ac:spMkLst>
            <pc:docMk/>
            <pc:sldMk cId="1572259855" sldId="900"/>
            <ac:spMk id="160" creationId="{BBAAE345-78C0-4389-A2C3-163D462D2335}"/>
          </ac:spMkLst>
        </pc:spChg>
        <pc:spChg chg="add mod">
          <ac:chgData name="Minh Huynh" userId="01a137d4-0d81-46e0-aca6-c9185b391828" providerId="ADAL" clId="{18447838-0BCA-432B-86F3-BB78526C143F}" dt="2026-10-12T21:53:42.505" v="2214" actId="1076"/>
          <ac:spMkLst>
            <pc:docMk/>
            <pc:sldMk cId="1572259855" sldId="900"/>
            <ac:spMk id="161" creationId="{3B9021A5-D70D-44D9-8FD2-334714F68809}"/>
          </ac:spMkLst>
        </pc:spChg>
        <pc:spChg chg="add mod">
          <ac:chgData name="Minh Huynh" userId="01a137d4-0d81-46e0-aca6-c9185b391828" providerId="ADAL" clId="{18447838-0BCA-432B-86F3-BB78526C143F}" dt="2026-10-12T21:53:42.505" v="2214" actId="1076"/>
          <ac:spMkLst>
            <pc:docMk/>
            <pc:sldMk cId="1572259855" sldId="900"/>
            <ac:spMk id="162" creationId="{7CE1599A-9562-41D5-8D00-D2CC724664C8}"/>
          </ac:spMkLst>
        </pc:spChg>
        <pc:spChg chg="add mod">
          <ac:chgData name="Minh Huynh" userId="01a137d4-0d81-46e0-aca6-c9185b391828" providerId="ADAL" clId="{18447838-0BCA-432B-86F3-BB78526C143F}" dt="2026-10-12T21:53:42.505" v="2214" actId="1076"/>
          <ac:spMkLst>
            <pc:docMk/>
            <pc:sldMk cId="1572259855" sldId="900"/>
            <ac:spMk id="163" creationId="{919F206C-7941-4701-A201-F83FBE7FA58D}"/>
          </ac:spMkLst>
        </pc:spChg>
        <pc:spChg chg="add mod">
          <ac:chgData name="Minh Huynh" userId="01a137d4-0d81-46e0-aca6-c9185b391828" providerId="ADAL" clId="{18447838-0BCA-432B-86F3-BB78526C143F}" dt="2026-10-12T21:53:42.505" v="2214" actId="1076"/>
          <ac:spMkLst>
            <pc:docMk/>
            <pc:sldMk cId="1572259855" sldId="900"/>
            <ac:spMk id="164" creationId="{EB101FD7-1E88-42E7-B8F3-03B503462AE1}"/>
          </ac:spMkLst>
        </pc:spChg>
        <pc:spChg chg="add mod">
          <ac:chgData name="Minh Huynh" userId="01a137d4-0d81-46e0-aca6-c9185b391828" providerId="ADAL" clId="{18447838-0BCA-432B-86F3-BB78526C143F}" dt="2026-10-12T21:53:42.505" v="2214" actId="1076"/>
          <ac:spMkLst>
            <pc:docMk/>
            <pc:sldMk cId="1572259855" sldId="900"/>
            <ac:spMk id="165" creationId="{BA151476-867D-404B-BC73-2F03730FC3EF}"/>
          </ac:spMkLst>
        </pc:spChg>
        <pc:spChg chg="add mod">
          <ac:chgData name="Minh Huynh" userId="01a137d4-0d81-46e0-aca6-c9185b391828" providerId="ADAL" clId="{18447838-0BCA-432B-86F3-BB78526C143F}" dt="2026-10-12T21:53:42.505" v="2214" actId="1076"/>
          <ac:spMkLst>
            <pc:docMk/>
            <pc:sldMk cId="1572259855" sldId="900"/>
            <ac:spMk id="166" creationId="{E4C53C5F-A54D-401E-8FE0-1CAF2FB857D7}"/>
          </ac:spMkLst>
        </pc:spChg>
        <pc:spChg chg="add mod">
          <ac:chgData name="Minh Huynh" userId="01a137d4-0d81-46e0-aca6-c9185b391828" providerId="ADAL" clId="{18447838-0BCA-432B-86F3-BB78526C143F}" dt="2026-10-12T21:53:42.505" v="2214" actId="1076"/>
          <ac:spMkLst>
            <pc:docMk/>
            <pc:sldMk cId="1572259855" sldId="900"/>
            <ac:spMk id="167" creationId="{675DDA17-543F-4915-AA09-F64037DC075E}"/>
          </ac:spMkLst>
        </pc:spChg>
        <pc:spChg chg="add mod">
          <ac:chgData name="Minh Huynh" userId="01a137d4-0d81-46e0-aca6-c9185b391828" providerId="ADAL" clId="{18447838-0BCA-432B-86F3-BB78526C143F}" dt="2026-10-12T21:53:42.505" v="2214" actId="1076"/>
          <ac:spMkLst>
            <pc:docMk/>
            <pc:sldMk cId="1572259855" sldId="900"/>
            <ac:spMk id="168" creationId="{D3B8DB5D-B3EF-4ADB-B873-D530E075329A}"/>
          </ac:spMkLst>
        </pc:spChg>
        <pc:spChg chg="add mod">
          <ac:chgData name="Minh Huynh" userId="01a137d4-0d81-46e0-aca6-c9185b391828" providerId="ADAL" clId="{18447838-0BCA-432B-86F3-BB78526C143F}" dt="2026-10-12T21:53:42.505" v="2214" actId="1076"/>
          <ac:spMkLst>
            <pc:docMk/>
            <pc:sldMk cId="1572259855" sldId="900"/>
            <ac:spMk id="169" creationId="{02C300F5-1222-4D33-97BD-57965A511AF5}"/>
          </ac:spMkLst>
        </pc:spChg>
        <pc:spChg chg="add mod">
          <ac:chgData name="Minh Huynh" userId="01a137d4-0d81-46e0-aca6-c9185b391828" providerId="ADAL" clId="{18447838-0BCA-432B-86F3-BB78526C143F}" dt="2026-10-12T21:53:42.505" v="2214" actId="1076"/>
          <ac:spMkLst>
            <pc:docMk/>
            <pc:sldMk cId="1572259855" sldId="900"/>
            <ac:spMk id="170" creationId="{89D33540-E4B3-45BB-9DE8-CB56F094F072}"/>
          </ac:spMkLst>
        </pc:spChg>
      </pc:sldChg>
      <pc:sldChg chg="del">
        <pc:chgData name="Minh Huynh" userId="01a137d4-0d81-46e0-aca6-c9185b391828" providerId="ADAL" clId="{18447838-0BCA-432B-86F3-BB78526C143F}" dt="2026-10-12T12:12:45.996" v="0" actId="47"/>
        <pc:sldMkLst>
          <pc:docMk/>
          <pc:sldMk cId="3070512887" sldId="900"/>
        </pc:sldMkLst>
      </pc:sldChg>
      <pc:sldChg chg="addSp delSp modSp add mod">
        <pc:chgData name="Minh Huynh" userId="01a137d4-0d81-46e0-aca6-c9185b391828" providerId="ADAL" clId="{18447838-0BCA-432B-86F3-BB78526C143F}" dt="2026-10-12T21:58:38.944" v="2364" actId="20577"/>
        <pc:sldMkLst>
          <pc:docMk/>
          <pc:sldMk cId="232970683" sldId="901"/>
        </pc:sldMkLst>
        <pc:spChg chg="mod">
          <ac:chgData name="Minh Huynh" userId="01a137d4-0d81-46e0-aca6-c9185b391828" providerId="ADAL" clId="{18447838-0BCA-432B-86F3-BB78526C143F}" dt="2026-10-12T21:56:16.067" v="2332" actId="20577"/>
          <ac:spMkLst>
            <pc:docMk/>
            <pc:sldMk cId="232970683" sldId="901"/>
            <ac:spMk id="4" creationId="{7BC73E8E-0D58-4B4B-A5C4-A8AE38997407}"/>
          </ac:spMkLst>
        </pc:spChg>
        <pc:spChg chg="add del mod">
          <ac:chgData name="Minh Huynh" userId="01a137d4-0d81-46e0-aca6-c9185b391828" providerId="ADAL" clId="{18447838-0BCA-432B-86F3-BB78526C143F}" dt="2026-10-12T21:56:25.478" v="2335"/>
          <ac:spMkLst>
            <pc:docMk/>
            <pc:sldMk cId="232970683" sldId="901"/>
            <ac:spMk id="47" creationId="{2199A702-03D6-415E-8F03-8F1BB33C3D45}"/>
          </ac:spMkLst>
        </pc:spChg>
        <pc:spChg chg="add del mod">
          <ac:chgData name="Minh Huynh" userId="01a137d4-0d81-46e0-aca6-c9185b391828" providerId="ADAL" clId="{18447838-0BCA-432B-86F3-BB78526C143F}" dt="2026-10-12T21:56:25.478" v="2335"/>
          <ac:spMkLst>
            <pc:docMk/>
            <pc:sldMk cId="232970683" sldId="901"/>
            <ac:spMk id="48" creationId="{C40C5762-B1B7-40DE-B23D-153CE17158AA}"/>
          </ac:spMkLst>
        </pc:spChg>
        <pc:spChg chg="add del mod">
          <ac:chgData name="Minh Huynh" userId="01a137d4-0d81-46e0-aca6-c9185b391828" providerId="ADAL" clId="{18447838-0BCA-432B-86F3-BB78526C143F}" dt="2026-10-12T21:56:25.478" v="2335"/>
          <ac:spMkLst>
            <pc:docMk/>
            <pc:sldMk cId="232970683" sldId="901"/>
            <ac:spMk id="49" creationId="{E7F43684-6224-4F98-AB05-C1C8FBB5F856}"/>
          </ac:spMkLst>
        </pc:spChg>
        <pc:spChg chg="add del mod">
          <ac:chgData name="Minh Huynh" userId="01a137d4-0d81-46e0-aca6-c9185b391828" providerId="ADAL" clId="{18447838-0BCA-432B-86F3-BB78526C143F}" dt="2026-10-12T21:56:25.478" v="2335"/>
          <ac:spMkLst>
            <pc:docMk/>
            <pc:sldMk cId="232970683" sldId="901"/>
            <ac:spMk id="50" creationId="{2C2BF9A0-1D2F-46F3-AFD3-85192566E249}"/>
          </ac:spMkLst>
        </pc:spChg>
        <pc:spChg chg="add del mod">
          <ac:chgData name="Minh Huynh" userId="01a137d4-0d81-46e0-aca6-c9185b391828" providerId="ADAL" clId="{18447838-0BCA-432B-86F3-BB78526C143F}" dt="2026-10-12T21:56:25.478" v="2335"/>
          <ac:spMkLst>
            <pc:docMk/>
            <pc:sldMk cId="232970683" sldId="901"/>
            <ac:spMk id="51" creationId="{C3D7EDF1-73C1-421B-AD1F-C6A5827EA15F}"/>
          </ac:spMkLst>
        </pc:spChg>
        <pc:spChg chg="add del mod">
          <ac:chgData name="Minh Huynh" userId="01a137d4-0d81-46e0-aca6-c9185b391828" providerId="ADAL" clId="{18447838-0BCA-432B-86F3-BB78526C143F}" dt="2026-10-12T21:56:25.478" v="2335"/>
          <ac:spMkLst>
            <pc:docMk/>
            <pc:sldMk cId="232970683" sldId="901"/>
            <ac:spMk id="52" creationId="{AB5303AC-7B45-428D-BFE8-17AC9B17655F}"/>
          </ac:spMkLst>
        </pc:spChg>
        <pc:spChg chg="add del mod">
          <ac:chgData name="Minh Huynh" userId="01a137d4-0d81-46e0-aca6-c9185b391828" providerId="ADAL" clId="{18447838-0BCA-432B-86F3-BB78526C143F}" dt="2026-10-12T21:56:25.478" v="2335"/>
          <ac:spMkLst>
            <pc:docMk/>
            <pc:sldMk cId="232970683" sldId="901"/>
            <ac:spMk id="53" creationId="{9D6DDE0C-3B46-479E-A80B-F3FC94FE0BB6}"/>
          </ac:spMkLst>
        </pc:spChg>
        <pc:spChg chg="add del mod">
          <ac:chgData name="Minh Huynh" userId="01a137d4-0d81-46e0-aca6-c9185b391828" providerId="ADAL" clId="{18447838-0BCA-432B-86F3-BB78526C143F}" dt="2026-10-12T21:56:25.478" v="2335"/>
          <ac:spMkLst>
            <pc:docMk/>
            <pc:sldMk cId="232970683" sldId="901"/>
            <ac:spMk id="54" creationId="{51549B7E-ED0F-4436-8FC8-5EF864D948CF}"/>
          </ac:spMkLst>
        </pc:spChg>
        <pc:spChg chg="add del mod">
          <ac:chgData name="Minh Huynh" userId="01a137d4-0d81-46e0-aca6-c9185b391828" providerId="ADAL" clId="{18447838-0BCA-432B-86F3-BB78526C143F}" dt="2026-10-12T21:56:25.478" v="2335"/>
          <ac:spMkLst>
            <pc:docMk/>
            <pc:sldMk cId="232970683" sldId="901"/>
            <ac:spMk id="55" creationId="{8744D3EF-CDF2-4D14-AACC-0982E0274A33}"/>
          </ac:spMkLst>
        </pc:spChg>
        <pc:spChg chg="add del mod">
          <ac:chgData name="Minh Huynh" userId="01a137d4-0d81-46e0-aca6-c9185b391828" providerId="ADAL" clId="{18447838-0BCA-432B-86F3-BB78526C143F}" dt="2026-10-12T21:56:25.478" v="2335"/>
          <ac:spMkLst>
            <pc:docMk/>
            <pc:sldMk cId="232970683" sldId="901"/>
            <ac:spMk id="56" creationId="{CE8F68C2-1A0B-4759-9A65-700BAD50CAB3}"/>
          </ac:spMkLst>
        </pc:spChg>
        <pc:spChg chg="add del mod">
          <ac:chgData name="Minh Huynh" userId="01a137d4-0d81-46e0-aca6-c9185b391828" providerId="ADAL" clId="{18447838-0BCA-432B-86F3-BB78526C143F}" dt="2026-10-12T21:56:25.478" v="2335"/>
          <ac:spMkLst>
            <pc:docMk/>
            <pc:sldMk cId="232970683" sldId="901"/>
            <ac:spMk id="57" creationId="{B5A0ED94-A0FD-48F3-AF08-DA007E0F44F0}"/>
          </ac:spMkLst>
        </pc:spChg>
        <pc:spChg chg="add del mod">
          <ac:chgData name="Minh Huynh" userId="01a137d4-0d81-46e0-aca6-c9185b391828" providerId="ADAL" clId="{18447838-0BCA-432B-86F3-BB78526C143F}" dt="2026-10-12T21:56:25.478" v="2335"/>
          <ac:spMkLst>
            <pc:docMk/>
            <pc:sldMk cId="232970683" sldId="901"/>
            <ac:spMk id="58" creationId="{71EEC9DC-7311-4F5B-B9D2-9465275AE2B6}"/>
          </ac:spMkLst>
        </pc:spChg>
        <pc:spChg chg="add del mod">
          <ac:chgData name="Minh Huynh" userId="01a137d4-0d81-46e0-aca6-c9185b391828" providerId="ADAL" clId="{18447838-0BCA-432B-86F3-BB78526C143F}" dt="2026-10-12T21:56:25.478" v="2335"/>
          <ac:spMkLst>
            <pc:docMk/>
            <pc:sldMk cId="232970683" sldId="901"/>
            <ac:spMk id="59" creationId="{73B41FAD-1A52-4E93-89E9-F6CF0EB51BA9}"/>
          </ac:spMkLst>
        </pc:spChg>
        <pc:spChg chg="add del mod">
          <ac:chgData name="Minh Huynh" userId="01a137d4-0d81-46e0-aca6-c9185b391828" providerId="ADAL" clId="{18447838-0BCA-432B-86F3-BB78526C143F}" dt="2026-10-12T21:56:25.478" v="2335"/>
          <ac:spMkLst>
            <pc:docMk/>
            <pc:sldMk cId="232970683" sldId="901"/>
            <ac:spMk id="60" creationId="{AD402632-D8B5-48CC-A946-FEDBA74AA314}"/>
          </ac:spMkLst>
        </pc:spChg>
        <pc:spChg chg="add del mod">
          <ac:chgData name="Minh Huynh" userId="01a137d4-0d81-46e0-aca6-c9185b391828" providerId="ADAL" clId="{18447838-0BCA-432B-86F3-BB78526C143F}" dt="2026-10-12T21:56:25.478" v="2335"/>
          <ac:spMkLst>
            <pc:docMk/>
            <pc:sldMk cId="232970683" sldId="901"/>
            <ac:spMk id="61" creationId="{74A91AC0-56E6-4DF0-8622-D9D04FA79A94}"/>
          </ac:spMkLst>
        </pc:spChg>
        <pc:spChg chg="add del mod">
          <ac:chgData name="Minh Huynh" userId="01a137d4-0d81-46e0-aca6-c9185b391828" providerId="ADAL" clId="{18447838-0BCA-432B-86F3-BB78526C143F}" dt="2026-10-12T21:56:25.478" v="2335"/>
          <ac:spMkLst>
            <pc:docMk/>
            <pc:sldMk cId="232970683" sldId="901"/>
            <ac:spMk id="62" creationId="{C28F6269-B518-489C-985A-1299BFB61069}"/>
          </ac:spMkLst>
        </pc:spChg>
        <pc:spChg chg="add del mod">
          <ac:chgData name="Minh Huynh" userId="01a137d4-0d81-46e0-aca6-c9185b391828" providerId="ADAL" clId="{18447838-0BCA-432B-86F3-BB78526C143F}" dt="2026-10-12T21:56:25.478" v="2335"/>
          <ac:spMkLst>
            <pc:docMk/>
            <pc:sldMk cId="232970683" sldId="901"/>
            <ac:spMk id="63" creationId="{C7CE1B46-C1B2-41D0-BEF4-5D8345265AF2}"/>
          </ac:spMkLst>
        </pc:spChg>
        <pc:spChg chg="add del mod">
          <ac:chgData name="Minh Huynh" userId="01a137d4-0d81-46e0-aca6-c9185b391828" providerId="ADAL" clId="{18447838-0BCA-432B-86F3-BB78526C143F}" dt="2026-10-12T21:56:25.478" v="2335"/>
          <ac:spMkLst>
            <pc:docMk/>
            <pc:sldMk cId="232970683" sldId="901"/>
            <ac:spMk id="64" creationId="{A28FFE30-1FC0-41E0-A4C6-436AA0538374}"/>
          </ac:spMkLst>
        </pc:spChg>
        <pc:spChg chg="add del mod">
          <ac:chgData name="Minh Huynh" userId="01a137d4-0d81-46e0-aca6-c9185b391828" providerId="ADAL" clId="{18447838-0BCA-432B-86F3-BB78526C143F}" dt="2026-10-12T21:56:25.478" v="2335"/>
          <ac:spMkLst>
            <pc:docMk/>
            <pc:sldMk cId="232970683" sldId="901"/>
            <ac:spMk id="65" creationId="{DE4312D7-0F41-4703-B757-E6F0C68704E2}"/>
          </ac:spMkLst>
        </pc:spChg>
        <pc:spChg chg="add del mod">
          <ac:chgData name="Minh Huynh" userId="01a137d4-0d81-46e0-aca6-c9185b391828" providerId="ADAL" clId="{18447838-0BCA-432B-86F3-BB78526C143F}" dt="2026-10-12T21:56:25.478" v="2335"/>
          <ac:spMkLst>
            <pc:docMk/>
            <pc:sldMk cId="232970683" sldId="901"/>
            <ac:spMk id="66" creationId="{49658F91-D475-4E61-9340-C2CAF90091D9}"/>
          </ac:spMkLst>
        </pc:spChg>
        <pc:spChg chg="add del mod">
          <ac:chgData name="Minh Huynh" userId="01a137d4-0d81-46e0-aca6-c9185b391828" providerId="ADAL" clId="{18447838-0BCA-432B-86F3-BB78526C143F}" dt="2026-10-12T21:56:25.478" v="2335"/>
          <ac:spMkLst>
            <pc:docMk/>
            <pc:sldMk cId="232970683" sldId="901"/>
            <ac:spMk id="67" creationId="{41E8D5A6-BEF6-44EA-9C65-5048ADEBFEFF}"/>
          </ac:spMkLst>
        </pc:spChg>
        <pc:spChg chg="add del mod">
          <ac:chgData name="Minh Huynh" userId="01a137d4-0d81-46e0-aca6-c9185b391828" providerId="ADAL" clId="{18447838-0BCA-432B-86F3-BB78526C143F}" dt="2026-10-12T21:56:25.478" v="2335"/>
          <ac:spMkLst>
            <pc:docMk/>
            <pc:sldMk cId="232970683" sldId="901"/>
            <ac:spMk id="68" creationId="{CEBD0FE3-FE55-4170-82B8-99AEB29BE209}"/>
          </ac:spMkLst>
        </pc:spChg>
        <pc:spChg chg="add del mod">
          <ac:chgData name="Minh Huynh" userId="01a137d4-0d81-46e0-aca6-c9185b391828" providerId="ADAL" clId="{18447838-0BCA-432B-86F3-BB78526C143F}" dt="2026-10-12T21:56:25.478" v="2335"/>
          <ac:spMkLst>
            <pc:docMk/>
            <pc:sldMk cId="232970683" sldId="901"/>
            <ac:spMk id="69" creationId="{0753D5AA-786A-4E4A-9259-35AD0A9DBFEA}"/>
          </ac:spMkLst>
        </pc:spChg>
        <pc:spChg chg="add del mod">
          <ac:chgData name="Minh Huynh" userId="01a137d4-0d81-46e0-aca6-c9185b391828" providerId="ADAL" clId="{18447838-0BCA-432B-86F3-BB78526C143F}" dt="2026-10-12T21:56:25.478" v="2335"/>
          <ac:spMkLst>
            <pc:docMk/>
            <pc:sldMk cId="232970683" sldId="901"/>
            <ac:spMk id="70" creationId="{A79B6DCC-EB5D-4226-AD22-841532287E12}"/>
          </ac:spMkLst>
        </pc:spChg>
        <pc:spChg chg="add del mod">
          <ac:chgData name="Minh Huynh" userId="01a137d4-0d81-46e0-aca6-c9185b391828" providerId="ADAL" clId="{18447838-0BCA-432B-86F3-BB78526C143F}" dt="2026-10-12T21:56:25.478" v="2335"/>
          <ac:spMkLst>
            <pc:docMk/>
            <pc:sldMk cId="232970683" sldId="901"/>
            <ac:spMk id="71" creationId="{F27DDE7D-2152-4850-8DDD-D46E2E70E4B2}"/>
          </ac:spMkLst>
        </pc:spChg>
        <pc:spChg chg="add del mod">
          <ac:chgData name="Minh Huynh" userId="01a137d4-0d81-46e0-aca6-c9185b391828" providerId="ADAL" clId="{18447838-0BCA-432B-86F3-BB78526C143F}" dt="2026-10-12T21:56:25.478" v="2335"/>
          <ac:spMkLst>
            <pc:docMk/>
            <pc:sldMk cId="232970683" sldId="901"/>
            <ac:spMk id="72" creationId="{6AEFAE03-24FA-423B-BE18-93953B5CA8D5}"/>
          </ac:spMkLst>
        </pc:spChg>
        <pc:spChg chg="add del mod">
          <ac:chgData name="Minh Huynh" userId="01a137d4-0d81-46e0-aca6-c9185b391828" providerId="ADAL" clId="{18447838-0BCA-432B-86F3-BB78526C143F}" dt="2026-10-12T21:56:25.478" v="2335"/>
          <ac:spMkLst>
            <pc:docMk/>
            <pc:sldMk cId="232970683" sldId="901"/>
            <ac:spMk id="73" creationId="{5731BD19-C6AB-4551-B931-198F91B640A3}"/>
          </ac:spMkLst>
        </pc:spChg>
        <pc:spChg chg="add del mod">
          <ac:chgData name="Minh Huynh" userId="01a137d4-0d81-46e0-aca6-c9185b391828" providerId="ADAL" clId="{18447838-0BCA-432B-86F3-BB78526C143F}" dt="2026-10-12T21:56:25.478" v="2335"/>
          <ac:spMkLst>
            <pc:docMk/>
            <pc:sldMk cId="232970683" sldId="901"/>
            <ac:spMk id="74" creationId="{3BC31FF5-A5F4-4757-BC4D-F615042902EB}"/>
          </ac:spMkLst>
        </pc:spChg>
        <pc:spChg chg="mod">
          <ac:chgData name="Minh Huynh" userId="01a137d4-0d81-46e0-aca6-c9185b391828" providerId="ADAL" clId="{18447838-0BCA-432B-86F3-BB78526C143F}" dt="2026-10-12T21:58:38.944" v="2364" actId="20577"/>
          <ac:spMkLst>
            <pc:docMk/>
            <pc:sldMk cId="232970683" sldId="901"/>
            <ac:spMk id="75" creationId="{49DF9D2F-8E65-4D63-82C3-27F8FA7882BF}"/>
          </ac:spMkLst>
        </pc:spChg>
        <pc:spChg chg="add del mod">
          <ac:chgData name="Minh Huynh" userId="01a137d4-0d81-46e0-aca6-c9185b391828" providerId="ADAL" clId="{18447838-0BCA-432B-86F3-BB78526C143F}" dt="2026-10-12T21:56:25.478" v="2335"/>
          <ac:spMkLst>
            <pc:docMk/>
            <pc:sldMk cId="232970683" sldId="901"/>
            <ac:spMk id="76" creationId="{73A645AE-664A-423F-8DDD-C8C06B3A7A74}"/>
          </ac:spMkLst>
        </pc:spChg>
        <pc:spChg chg="add del mod">
          <ac:chgData name="Minh Huynh" userId="01a137d4-0d81-46e0-aca6-c9185b391828" providerId="ADAL" clId="{18447838-0BCA-432B-86F3-BB78526C143F}" dt="2026-10-12T21:56:25.478" v="2335"/>
          <ac:spMkLst>
            <pc:docMk/>
            <pc:sldMk cId="232970683" sldId="901"/>
            <ac:spMk id="77" creationId="{91C42E6C-C30A-438C-A7C9-8F2CD7266D13}"/>
          </ac:spMkLst>
        </pc:spChg>
        <pc:spChg chg="add del mod">
          <ac:chgData name="Minh Huynh" userId="01a137d4-0d81-46e0-aca6-c9185b391828" providerId="ADAL" clId="{18447838-0BCA-432B-86F3-BB78526C143F}" dt="2026-10-12T21:56:25.478" v="2335"/>
          <ac:spMkLst>
            <pc:docMk/>
            <pc:sldMk cId="232970683" sldId="901"/>
            <ac:spMk id="78" creationId="{DD3189FF-241A-4A75-AE5F-A51CA8757917}"/>
          </ac:spMkLst>
        </pc:spChg>
        <pc:spChg chg="add del mod">
          <ac:chgData name="Minh Huynh" userId="01a137d4-0d81-46e0-aca6-c9185b391828" providerId="ADAL" clId="{18447838-0BCA-432B-86F3-BB78526C143F}" dt="2026-10-12T21:56:25.478" v="2335"/>
          <ac:spMkLst>
            <pc:docMk/>
            <pc:sldMk cId="232970683" sldId="901"/>
            <ac:spMk id="79" creationId="{95711114-0F70-41C9-A34D-5B078FF651B1}"/>
          </ac:spMkLst>
        </pc:spChg>
        <pc:spChg chg="add mod">
          <ac:chgData name="Minh Huynh" userId="01a137d4-0d81-46e0-aca6-c9185b391828" providerId="ADAL" clId="{18447838-0BCA-432B-86F3-BB78526C143F}" dt="2026-10-12T21:56:28.075" v="2337" actId="1076"/>
          <ac:spMkLst>
            <pc:docMk/>
            <pc:sldMk cId="232970683" sldId="901"/>
            <ac:spMk id="80" creationId="{CEE9F308-9C88-4767-BF59-94E0E170FD9F}"/>
          </ac:spMkLst>
        </pc:spChg>
        <pc:spChg chg="add mod">
          <ac:chgData name="Minh Huynh" userId="01a137d4-0d81-46e0-aca6-c9185b391828" providerId="ADAL" clId="{18447838-0BCA-432B-86F3-BB78526C143F}" dt="2026-10-12T21:56:28.075" v="2337" actId="1076"/>
          <ac:spMkLst>
            <pc:docMk/>
            <pc:sldMk cId="232970683" sldId="901"/>
            <ac:spMk id="81" creationId="{8FD1ED4D-249D-4DB7-AEAE-FF0118BDF3FC}"/>
          </ac:spMkLst>
        </pc:spChg>
        <pc:spChg chg="add mod">
          <ac:chgData name="Minh Huynh" userId="01a137d4-0d81-46e0-aca6-c9185b391828" providerId="ADAL" clId="{18447838-0BCA-432B-86F3-BB78526C143F}" dt="2026-10-12T21:56:28.075" v="2337" actId="1076"/>
          <ac:spMkLst>
            <pc:docMk/>
            <pc:sldMk cId="232970683" sldId="901"/>
            <ac:spMk id="82" creationId="{26B6592C-6A4F-4B6E-BE7C-D2CC943185E7}"/>
          </ac:spMkLst>
        </pc:spChg>
        <pc:spChg chg="add mod">
          <ac:chgData name="Minh Huynh" userId="01a137d4-0d81-46e0-aca6-c9185b391828" providerId="ADAL" clId="{18447838-0BCA-432B-86F3-BB78526C143F}" dt="2026-10-12T21:56:28.075" v="2337" actId="1076"/>
          <ac:spMkLst>
            <pc:docMk/>
            <pc:sldMk cId="232970683" sldId="901"/>
            <ac:spMk id="83" creationId="{002EFBA7-9647-4B78-9C42-134F81FCCB4E}"/>
          </ac:spMkLst>
        </pc:spChg>
        <pc:spChg chg="add mod">
          <ac:chgData name="Minh Huynh" userId="01a137d4-0d81-46e0-aca6-c9185b391828" providerId="ADAL" clId="{18447838-0BCA-432B-86F3-BB78526C143F}" dt="2026-10-12T21:56:28.075" v="2337" actId="1076"/>
          <ac:spMkLst>
            <pc:docMk/>
            <pc:sldMk cId="232970683" sldId="901"/>
            <ac:spMk id="84" creationId="{D6BEC4FF-41F5-4F72-BE0F-3BB2B3C956D4}"/>
          </ac:spMkLst>
        </pc:spChg>
        <pc:spChg chg="add mod">
          <ac:chgData name="Minh Huynh" userId="01a137d4-0d81-46e0-aca6-c9185b391828" providerId="ADAL" clId="{18447838-0BCA-432B-86F3-BB78526C143F}" dt="2026-10-12T21:56:28.075" v="2337" actId="1076"/>
          <ac:spMkLst>
            <pc:docMk/>
            <pc:sldMk cId="232970683" sldId="901"/>
            <ac:spMk id="85" creationId="{7788472F-4A55-4BB7-8E7C-C1DEB43EBE50}"/>
          </ac:spMkLst>
        </pc:spChg>
        <pc:spChg chg="add mod">
          <ac:chgData name="Minh Huynh" userId="01a137d4-0d81-46e0-aca6-c9185b391828" providerId="ADAL" clId="{18447838-0BCA-432B-86F3-BB78526C143F}" dt="2026-10-12T21:56:28.075" v="2337" actId="1076"/>
          <ac:spMkLst>
            <pc:docMk/>
            <pc:sldMk cId="232970683" sldId="901"/>
            <ac:spMk id="86" creationId="{8A8E4DE9-499B-4A49-97D4-C23912E91760}"/>
          </ac:spMkLst>
        </pc:spChg>
        <pc:spChg chg="add mod">
          <ac:chgData name="Minh Huynh" userId="01a137d4-0d81-46e0-aca6-c9185b391828" providerId="ADAL" clId="{18447838-0BCA-432B-86F3-BB78526C143F}" dt="2026-10-12T21:56:28.075" v="2337" actId="1076"/>
          <ac:spMkLst>
            <pc:docMk/>
            <pc:sldMk cId="232970683" sldId="901"/>
            <ac:spMk id="87" creationId="{7DB7774F-5DA3-4524-ABD4-0306EACADA66}"/>
          </ac:spMkLst>
        </pc:spChg>
        <pc:spChg chg="del">
          <ac:chgData name="Minh Huynh" userId="01a137d4-0d81-46e0-aca6-c9185b391828" providerId="ADAL" clId="{18447838-0BCA-432B-86F3-BB78526C143F}" dt="2026-10-12T21:56:23.152" v="2333" actId="478"/>
          <ac:spMkLst>
            <pc:docMk/>
            <pc:sldMk cId="232970683" sldId="901"/>
            <ac:spMk id="88" creationId="{DD7F568A-E10A-42A6-8DD7-89708932C924}"/>
          </ac:spMkLst>
        </pc:spChg>
        <pc:spChg chg="del">
          <ac:chgData name="Minh Huynh" userId="01a137d4-0d81-46e0-aca6-c9185b391828" providerId="ADAL" clId="{18447838-0BCA-432B-86F3-BB78526C143F}" dt="2026-10-12T21:56:23.152" v="2333" actId="478"/>
          <ac:spMkLst>
            <pc:docMk/>
            <pc:sldMk cId="232970683" sldId="901"/>
            <ac:spMk id="89" creationId="{46F8458C-5F60-4B54-8B52-86BFF0E7BFCB}"/>
          </ac:spMkLst>
        </pc:spChg>
        <pc:spChg chg="del">
          <ac:chgData name="Minh Huynh" userId="01a137d4-0d81-46e0-aca6-c9185b391828" providerId="ADAL" clId="{18447838-0BCA-432B-86F3-BB78526C143F}" dt="2026-10-12T21:56:23.152" v="2333" actId="478"/>
          <ac:spMkLst>
            <pc:docMk/>
            <pc:sldMk cId="232970683" sldId="901"/>
            <ac:spMk id="90" creationId="{CAEC0739-F223-4399-AA9D-C8873B374836}"/>
          </ac:spMkLst>
        </pc:spChg>
        <pc:spChg chg="del">
          <ac:chgData name="Minh Huynh" userId="01a137d4-0d81-46e0-aca6-c9185b391828" providerId="ADAL" clId="{18447838-0BCA-432B-86F3-BB78526C143F}" dt="2026-10-12T21:56:23.152" v="2333" actId="478"/>
          <ac:spMkLst>
            <pc:docMk/>
            <pc:sldMk cId="232970683" sldId="901"/>
            <ac:spMk id="91" creationId="{B6403C4B-018A-4CC1-8C10-9982F249BAFB}"/>
          </ac:spMkLst>
        </pc:spChg>
        <pc:spChg chg="del">
          <ac:chgData name="Minh Huynh" userId="01a137d4-0d81-46e0-aca6-c9185b391828" providerId="ADAL" clId="{18447838-0BCA-432B-86F3-BB78526C143F}" dt="2026-10-12T21:56:23.152" v="2333" actId="478"/>
          <ac:spMkLst>
            <pc:docMk/>
            <pc:sldMk cId="232970683" sldId="901"/>
            <ac:spMk id="92" creationId="{15164FBA-393B-48E9-AA99-ADA9AFD450C9}"/>
          </ac:spMkLst>
        </pc:spChg>
        <pc:spChg chg="del">
          <ac:chgData name="Minh Huynh" userId="01a137d4-0d81-46e0-aca6-c9185b391828" providerId="ADAL" clId="{18447838-0BCA-432B-86F3-BB78526C143F}" dt="2026-10-12T21:56:23.152" v="2333" actId="478"/>
          <ac:spMkLst>
            <pc:docMk/>
            <pc:sldMk cId="232970683" sldId="901"/>
            <ac:spMk id="93" creationId="{01EC23A7-0FB8-4BB0-BDDF-E77B9D4D8CF0}"/>
          </ac:spMkLst>
        </pc:spChg>
        <pc:spChg chg="del">
          <ac:chgData name="Minh Huynh" userId="01a137d4-0d81-46e0-aca6-c9185b391828" providerId="ADAL" clId="{18447838-0BCA-432B-86F3-BB78526C143F}" dt="2026-10-12T21:56:23.152" v="2333" actId="478"/>
          <ac:spMkLst>
            <pc:docMk/>
            <pc:sldMk cId="232970683" sldId="901"/>
            <ac:spMk id="94" creationId="{7612F2A8-B096-4386-B4E3-2FBBB3B19281}"/>
          </ac:spMkLst>
        </pc:spChg>
        <pc:spChg chg="del">
          <ac:chgData name="Minh Huynh" userId="01a137d4-0d81-46e0-aca6-c9185b391828" providerId="ADAL" clId="{18447838-0BCA-432B-86F3-BB78526C143F}" dt="2026-10-12T21:56:23.152" v="2333" actId="478"/>
          <ac:spMkLst>
            <pc:docMk/>
            <pc:sldMk cId="232970683" sldId="901"/>
            <ac:spMk id="95" creationId="{249DC1CC-BBC8-487C-8E71-B729AFA26698}"/>
          </ac:spMkLst>
        </pc:spChg>
        <pc:spChg chg="del">
          <ac:chgData name="Minh Huynh" userId="01a137d4-0d81-46e0-aca6-c9185b391828" providerId="ADAL" clId="{18447838-0BCA-432B-86F3-BB78526C143F}" dt="2026-10-12T21:56:23.152" v="2333" actId="478"/>
          <ac:spMkLst>
            <pc:docMk/>
            <pc:sldMk cId="232970683" sldId="901"/>
            <ac:spMk id="96" creationId="{3F31811F-B8BB-4CC7-9E0B-EA31337D3346}"/>
          </ac:spMkLst>
        </pc:spChg>
        <pc:spChg chg="del">
          <ac:chgData name="Minh Huynh" userId="01a137d4-0d81-46e0-aca6-c9185b391828" providerId="ADAL" clId="{18447838-0BCA-432B-86F3-BB78526C143F}" dt="2026-10-12T21:56:23.152" v="2333" actId="478"/>
          <ac:spMkLst>
            <pc:docMk/>
            <pc:sldMk cId="232970683" sldId="901"/>
            <ac:spMk id="97" creationId="{2A6C4381-B73D-4F25-8F78-5A572C11DA6E}"/>
          </ac:spMkLst>
        </pc:spChg>
        <pc:spChg chg="del">
          <ac:chgData name="Minh Huynh" userId="01a137d4-0d81-46e0-aca6-c9185b391828" providerId="ADAL" clId="{18447838-0BCA-432B-86F3-BB78526C143F}" dt="2026-10-12T21:56:23.152" v="2333" actId="478"/>
          <ac:spMkLst>
            <pc:docMk/>
            <pc:sldMk cId="232970683" sldId="901"/>
            <ac:spMk id="98" creationId="{00084E4B-67AD-406C-BCE5-11BB2D96174F}"/>
          </ac:spMkLst>
        </pc:spChg>
        <pc:spChg chg="del">
          <ac:chgData name="Minh Huynh" userId="01a137d4-0d81-46e0-aca6-c9185b391828" providerId="ADAL" clId="{18447838-0BCA-432B-86F3-BB78526C143F}" dt="2026-10-12T21:56:23.152" v="2333" actId="478"/>
          <ac:spMkLst>
            <pc:docMk/>
            <pc:sldMk cId="232970683" sldId="901"/>
            <ac:spMk id="99" creationId="{E8D2E691-0891-443B-8FF9-2D053A9F71E3}"/>
          </ac:spMkLst>
        </pc:spChg>
        <pc:spChg chg="del">
          <ac:chgData name="Minh Huynh" userId="01a137d4-0d81-46e0-aca6-c9185b391828" providerId="ADAL" clId="{18447838-0BCA-432B-86F3-BB78526C143F}" dt="2026-10-12T21:56:23.152" v="2333" actId="478"/>
          <ac:spMkLst>
            <pc:docMk/>
            <pc:sldMk cId="232970683" sldId="901"/>
            <ac:spMk id="100" creationId="{A3BF1D4D-579B-4F41-A96E-812F464E839E}"/>
          </ac:spMkLst>
        </pc:spChg>
        <pc:spChg chg="del">
          <ac:chgData name="Minh Huynh" userId="01a137d4-0d81-46e0-aca6-c9185b391828" providerId="ADAL" clId="{18447838-0BCA-432B-86F3-BB78526C143F}" dt="2026-10-12T21:56:23.152" v="2333" actId="478"/>
          <ac:spMkLst>
            <pc:docMk/>
            <pc:sldMk cId="232970683" sldId="901"/>
            <ac:spMk id="101" creationId="{ADB1EB13-4BE8-4854-B309-0C96D88C67FE}"/>
          </ac:spMkLst>
        </pc:spChg>
        <pc:spChg chg="del">
          <ac:chgData name="Minh Huynh" userId="01a137d4-0d81-46e0-aca6-c9185b391828" providerId="ADAL" clId="{18447838-0BCA-432B-86F3-BB78526C143F}" dt="2026-10-12T21:56:23.152" v="2333" actId="478"/>
          <ac:spMkLst>
            <pc:docMk/>
            <pc:sldMk cId="232970683" sldId="901"/>
            <ac:spMk id="102" creationId="{1D443D0C-3FD4-40A7-9D65-5F41331FA545}"/>
          </ac:spMkLst>
        </pc:spChg>
        <pc:spChg chg="del">
          <ac:chgData name="Minh Huynh" userId="01a137d4-0d81-46e0-aca6-c9185b391828" providerId="ADAL" clId="{18447838-0BCA-432B-86F3-BB78526C143F}" dt="2026-10-12T21:56:23.152" v="2333" actId="478"/>
          <ac:spMkLst>
            <pc:docMk/>
            <pc:sldMk cId="232970683" sldId="901"/>
            <ac:spMk id="103" creationId="{2B9A8AE0-96E8-4C2B-A774-1481FBB65B89}"/>
          </ac:spMkLst>
        </pc:spChg>
        <pc:spChg chg="del">
          <ac:chgData name="Minh Huynh" userId="01a137d4-0d81-46e0-aca6-c9185b391828" providerId="ADAL" clId="{18447838-0BCA-432B-86F3-BB78526C143F}" dt="2026-10-12T21:56:23.152" v="2333" actId="478"/>
          <ac:spMkLst>
            <pc:docMk/>
            <pc:sldMk cId="232970683" sldId="901"/>
            <ac:spMk id="104" creationId="{FF15C818-59D4-4522-8833-371EBDFD1665}"/>
          </ac:spMkLst>
        </pc:spChg>
        <pc:spChg chg="del">
          <ac:chgData name="Minh Huynh" userId="01a137d4-0d81-46e0-aca6-c9185b391828" providerId="ADAL" clId="{18447838-0BCA-432B-86F3-BB78526C143F}" dt="2026-10-12T21:56:23.152" v="2333" actId="478"/>
          <ac:spMkLst>
            <pc:docMk/>
            <pc:sldMk cId="232970683" sldId="901"/>
            <ac:spMk id="105" creationId="{E6CF411F-1380-4F4F-9AB7-C00595D29714}"/>
          </ac:spMkLst>
        </pc:spChg>
        <pc:spChg chg="del">
          <ac:chgData name="Minh Huynh" userId="01a137d4-0d81-46e0-aca6-c9185b391828" providerId="ADAL" clId="{18447838-0BCA-432B-86F3-BB78526C143F}" dt="2026-10-12T21:56:23.152" v="2333" actId="478"/>
          <ac:spMkLst>
            <pc:docMk/>
            <pc:sldMk cId="232970683" sldId="901"/>
            <ac:spMk id="106" creationId="{06262F71-8E9B-4E8B-BAC9-518A2BC779BF}"/>
          </ac:spMkLst>
        </pc:spChg>
        <pc:spChg chg="del">
          <ac:chgData name="Minh Huynh" userId="01a137d4-0d81-46e0-aca6-c9185b391828" providerId="ADAL" clId="{18447838-0BCA-432B-86F3-BB78526C143F}" dt="2026-10-12T21:56:23.152" v="2333" actId="478"/>
          <ac:spMkLst>
            <pc:docMk/>
            <pc:sldMk cId="232970683" sldId="901"/>
            <ac:spMk id="107" creationId="{F2649D6C-8552-4CE2-B9DD-06B336D3C297}"/>
          </ac:spMkLst>
        </pc:spChg>
        <pc:spChg chg="del">
          <ac:chgData name="Minh Huynh" userId="01a137d4-0d81-46e0-aca6-c9185b391828" providerId="ADAL" clId="{18447838-0BCA-432B-86F3-BB78526C143F}" dt="2026-10-12T21:56:23.152" v="2333" actId="478"/>
          <ac:spMkLst>
            <pc:docMk/>
            <pc:sldMk cId="232970683" sldId="901"/>
            <ac:spMk id="108" creationId="{A3754F7B-EB72-4111-AA04-1B47F01AAA98}"/>
          </ac:spMkLst>
        </pc:spChg>
        <pc:spChg chg="add mod">
          <ac:chgData name="Minh Huynh" userId="01a137d4-0d81-46e0-aca6-c9185b391828" providerId="ADAL" clId="{18447838-0BCA-432B-86F3-BB78526C143F}" dt="2026-10-12T21:56:28.075" v="2337" actId="1076"/>
          <ac:spMkLst>
            <pc:docMk/>
            <pc:sldMk cId="232970683" sldId="901"/>
            <ac:spMk id="109" creationId="{70E29BDE-D582-44E9-A981-A922657C9737}"/>
          </ac:spMkLst>
        </pc:spChg>
        <pc:spChg chg="add mod">
          <ac:chgData name="Minh Huynh" userId="01a137d4-0d81-46e0-aca6-c9185b391828" providerId="ADAL" clId="{18447838-0BCA-432B-86F3-BB78526C143F}" dt="2026-10-12T21:56:28.075" v="2337" actId="1076"/>
          <ac:spMkLst>
            <pc:docMk/>
            <pc:sldMk cId="232970683" sldId="901"/>
            <ac:spMk id="110" creationId="{C84A6944-673D-40A5-8054-D4A16C4F12F0}"/>
          </ac:spMkLst>
        </pc:spChg>
        <pc:spChg chg="add mod">
          <ac:chgData name="Minh Huynh" userId="01a137d4-0d81-46e0-aca6-c9185b391828" providerId="ADAL" clId="{18447838-0BCA-432B-86F3-BB78526C143F}" dt="2026-10-12T21:56:28.075" v="2337" actId="1076"/>
          <ac:spMkLst>
            <pc:docMk/>
            <pc:sldMk cId="232970683" sldId="901"/>
            <ac:spMk id="111" creationId="{A3211B5B-E568-4BCD-AFD2-F7D4F1FA6F6B}"/>
          </ac:spMkLst>
        </pc:spChg>
        <pc:spChg chg="add mod">
          <ac:chgData name="Minh Huynh" userId="01a137d4-0d81-46e0-aca6-c9185b391828" providerId="ADAL" clId="{18447838-0BCA-432B-86F3-BB78526C143F}" dt="2026-10-12T21:56:28.075" v="2337" actId="1076"/>
          <ac:spMkLst>
            <pc:docMk/>
            <pc:sldMk cId="232970683" sldId="901"/>
            <ac:spMk id="112" creationId="{6AE57762-497E-4CB6-933E-224650C85615}"/>
          </ac:spMkLst>
        </pc:spChg>
        <pc:spChg chg="add mod">
          <ac:chgData name="Minh Huynh" userId="01a137d4-0d81-46e0-aca6-c9185b391828" providerId="ADAL" clId="{18447838-0BCA-432B-86F3-BB78526C143F}" dt="2026-10-12T21:56:28.075" v="2337" actId="1076"/>
          <ac:spMkLst>
            <pc:docMk/>
            <pc:sldMk cId="232970683" sldId="901"/>
            <ac:spMk id="113" creationId="{22AC1789-9CDA-4576-BE0B-2EA3F94D1B29}"/>
          </ac:spMkLst>
        </pc:spChg>
        <pc:spChg chg="add mod">
          <ac:chgData name="Minh Huynh" userId="01a137d4-0d81-46e0-aca6-c9185b391828" providerId="ADAL" clId="{18447838-0BCA-432B-86F3-BB78526C143F}" dt="2026-10-12T21:56:28.075" v="2337" actId="1076"/>
          <ac:spMkLst>
            <pc:docMk/>
            <pc:sldMk cId="232970683" sldId="901"/>
            <ac:spMk id="114" creationId="{1D15B502-FBD0-4D52-9373-9E8C3C5E6C6E}"/>
          </ac:spMkLst>
        </pc:spChg>
        <pc:spChg chg="add mod">
          <ac:chgData name="Minh Huynh" userId="01a137d4-0d81-46e0-aca6-c9185b391828" providerId="ADAL" clId="{18447838-0BCA-432B-86F3-BB78526C143F}" dt="2026-10-12T21:56:28.075" v="2337" actId="1076"/>
          <ac:spMkLst>
            <pc:docMk/>
            <pc:sldMk cId="232970683" sldId="901"/>
            <ac:spMk id="115" creationId="{5C482160-BFF2-46FA-A335-C33D27054EB2}"/>
          </ac:spMkLst>
        </pc:spChg>
        <pc:spChg chg="add mod">
          <ac:chgData name="Minh Huynh" userId="01a137d4-0d81-46e0-aca6-c9185b391828" providerId="ADAL" clId="{18447838-0BCA-432B-86F3-BB78526C143F}" dt="2026-10-12T21:56:28.075" v="2337" actId="1076"/>
          <ac:spMkLst>
            <pc:docMk/>
            <pc:sldMk cId="232970683" sldId="901"/>
            <ac:spMk id="116" creationId="{BE32DE41-260C-4BDD-9995-B5E7CE4AE13B}"/>
          </ac:spMkLst>
        </pc:spChg>
        <pc:spChg chg="add mod">
          <ac:chgData name="Minh Huynh" userId="01a137d4-0d81-46e0-aca6-c9185b391828" providerId="ADAL" clId="{18447838-0BCA-432B-86F3-BB78526C143F}" dt="2026-10-12T21:56:28.075" v="2337" actId="1076"/>
          <ac:spMkLst>
            <pc:docMk/>
            <pc:sldMk cId="232970683" sldId="901"/>
            <ac:spMk id="117" creationId="{3923A32C-8BB8-422A-9C5B-425274790048}"/>
          </ac:spMkLst>
        </pc:spChg>
        <pc:spChg chg="add mod">
          <ac:chgData name="Minh Huynh" userId="01a137d4-0d81-46e0-aca6-c9185b391828" providerId="ADAL" clId="{18447838-0BCA-432B-86F3-BB78526C143F}" dt="2026-10-12T21:56:28.075" v="2337" actId="1076"/>
          <ac:spMkLst>
            <pc:docMk/>
            <pc:sldMk cId="232970683" sldId="901"/>
            <ac:spMk id="118" creationId="{97D0E181-35A6-4620-AB7C-D7E5C0456EE6}"/>
          </ac:spMkLst>
        </pc:spChg>
        <pc:spChg chg="add mod">
          <ac:chgData name="Minh Huynh" userId="01a137d4-0d81-46e0-aca6-c9185b391828" providerId="ADAL" clId="{18447838-0BCA-432B-86F3-BB78526C143F}" dt="2026-10-12T21:56:28.075" v="2337" actId="1076"/>
          <ac:spMkLst>
            <pc:docMk/>
            <pc:sldMk cId="232970683" sldId="901"/>
            <ac:spMk id="119" creationId="{CA00CEB9-7A7D-41C6-B0D7-3D7A51935ACD}"/>
          </ac:spMkLst>
        </pc:spChg>
        <pc:spChg chg="add mod">
          <ac:chgData name="Minh Huynh" userId="01a137d4-0d81-46e0-aca6-c9185b391828" providerId="ADAL" clId="{18447838-0BCA-432B-86F3-BB78526C143F}" dt="2026-10-12T21:56:28.075" v="2337" actId="1076"/>
          <ac:spMkLst>
            <pc:docMk/>
            <pc:sldMk cId="232970683" sldId="901"/>
            <ac:spMk id="120" creationId="{CC2D1360-1673-4D92-B422-6748B526114A}"/>
          </ac:spMkLst>
        </pc:spChg>
        <pc:spChg chg="add mod">
          <ac:chgData name="Minh Huynh" userId="01a137d4-0d81-46e0-aca6-c9185b391828" providerId="ADAL" clId="{18447838-0BCA-432B-86F3-BB78526C143F}" dt="2026-10-12T21:56:28.075" v="2337" actId="1076"/>
          <ac:spMkLst>
            <pc:docMk/>
            <pc:sldMk cId="232970683" sldId="901"/>
            <ac:spMk id="121" creationId="{1CBDF342-4891-4AAD-A4AA-A80D531935B7}"/>
          </ac:spMkLst>
        </pc:spChg>
        <pc:spChg chg="add mod">
          <ac:chgData name="Minh Huynh" userId="01a137d4-0d81-46e0-aca6-c9185b391828" providerId="ADAL" clId="{18447838-0BCA-432B-86F3-BB78526C143F}" dt="2026-10-12T21:56:28.075" v="2337" actId="1076"/>
          <ac:spMkLst>
            <pc:docMk/>
            <pc:sldMk cId="232970683" sldId="901"/>
            <ac:spMk id="122" creationId="{BA41133E-FC1A-46BE-A12E-701B621316C2}"/>
          </ac:spMkLst>
        </pc:spChg>
        <pc:spChg chg="add mod">
          <ac:chgData name="Minh Huynh" userId="01a137d4-0d81-46e0-aca6-c9185b391828" providerId="ADAL" clId="{18447838-0BCA-432B-86F3-BB78526C143F}" dt="2026-10-12T21:56:28.075" v="2337" actId="1076"/>
          <ac:spMkLst>
            <pc:docMk/>
            <pc:sldMk cId="232970683" sldId="901"/>
            <ac:spMk id="123" creationId="{19CA7375-E97A-4DB4-A23B-2CB2E1370747}"/>
          </ac:spMkLst>
        </pc:spChg>
        <pc:spChg chg="add mod">
          <ac:chgData name="Minh Huynh" userId="01a137d4-0d81-46e0-aca6-c9185b391828" providerId="ADAL" clId="{18447838-0BCA-432B-86F3-BB78526C143F}" dt="2026-10-12T21:56:28.075" v="2337" actId="1076"/>
          <ac:spMkLst>
            <pc:docMk/>
            <pc:sldMk cId="232970683" sldId="901"/>
            <ac:spMk id="124" creationId="{956C46C7-24AB-4D9B-8904-EE60CFACC0C6}"/>
          </ac:spMkLst>
        </pc:spChg>
        <pc:spChg chg="add mod">
          <ac:chgData name="Minh Huynh" userId="01a137d4-0d81-46e0-aca6-c9185b391828" providerId="ADAL" clId="{18447838-0BCA-432B-86F3-BB78526C143F}" dt="2026-10-12T21:56:28.075" v="2337" actId="1076"/>
          <ac:spMkLst>
            <pc:docMk/>
            <pc:sldMk cId="232970683" sldId="901"/>
            <ac:spMk id="125" creationId="{C70FC9DB-627A-4C73-A98E-F101407A2A4E}"/>
          </ac:spMkLst>
        </pc:spChg>
        <pc:spChg chg="add mod">
          <ac:chgData name="Minh Huynh" userId="01a137d4-0d81-46e0-aca6-c9185b391828" providerId="ADAL" clId="{18447838-0BCA-432B-86F3-BB78526C143F}" dt="2026-10-12T21:56:28.075" v="2337" actId="1076"/>
          <ac:spMkLst>
            <pc:docMk/>
            <pc:sldMk cId="232970683" sldId="901"/>
            <ac:spMk id="126" creationId="{C209B7AC-2022-4EFA-BAE5-3578AB6F8C62}"/>
          </ac:spMkLst>
        </pc:spChg>
        <pc:spChg chg="add mod">
          <ac:chgData name="Minh Huynh" userId="01a137d4-0d81-46e0-aca6-c9185b391828" providerId="ADAL" clId="{18447838-0BCA-432B-86F3-BB78526C143F}" dt="2026-10-12T21:56:28.075" v="2337" actId="1076"/>
          <ac:spMkLst>
            <pc:docMk/>
            <pc:sldMk cId="232970683" sldId="901"/>
            <ac:spMk id="127" creationId="{A3D722CA-4697-4C49-81D8-CCB269685479}"/>
          </ac:spMkLst>
        </pc:spChg>
        <pc:spChg chg="add mod">
          <ac:chgData name="Minh Huynh" userId="01a137d4-0d81-46e0-aca6-c9185b391828" providerId="ADAL" clId="{18447838-0BCA-432B-86F3-BB78526C143F}" dt="2026-10-12T21:56:28.075" v="2337" actId="1076"/>
          <ac:spMkLst>
            <pc:docMk/>
            <pc:sldMk cId="232970683" sldId="901"/>
            <ac:spMk id="128" creationId="{90C02011-FD70-4FC2-8A42-4EA647BB5C97}"/>
          </ac:spMkLst>
        </pc:spChg>
        <pc:spChg chg="add mod">
          <ac:chgData name="Minh Huynh" userId="01a137d4-0d81-46e0-aca6-c9185b391828" providerId="ADAL" clId="{18447838-0BCA-432B-86F3-BB78526C143F}" dt="2026-10-12T21:56:28.075" v="2337" actId="1076"/>
          <ac:spMkLst>
            <pc:docMk/>
            <pc:sldMk cId="232970683" sldId="901"/>
            <ac:spMk id="129" creationId="{CCC6A48B-32D9-47A5-B49D-4E8A82FC0D93}"/>
          </ac:spMkLst>
        </pc:spChg>
        <pc:spChg chg="add mod">
          <ac:chgData name="Minh Huynh" userId="01a137d4-0d81-46e0-aca6-c9185b391828" providerId="ADAL" clId="{18447838-0BCA-432B-86F3-BB78526C143F}" dt="2026-10-12T21:56:28.075" v="2337" actId="1076"/>
          <ac:spMkLst>
            <pc:docMk/>
            <pc:sldMk cId="232970683" sldId="901"/>
            <ac:spMk id="130" creationId="{09B8E903-5294-4D19-B51B-70020377B7A8}"/>
          </ac:spMkLst>
        </pc:spChg>
        <pc:spChg chg="add mod">
          <ac:chgData name="Minh Huynh" userId="01a137d4-0d81-46e0-aca6-c9185b391828" providerId="ADAL" clId="{18447838-0BCA-432B-86F3-BB78526C143F}" dt="2026-10-12T21:56:28.075" v="2337" actId="1076"/>
          <ac:spMkLst>
            <pc:docMk/>
            <pc:sldMk cId="232970683" sldId="901"/>
            <ac:spMk id="131" creationId="{6766EA1A-5560-4A9D-8492-7A266BF81F00}"/>
          </ac:spMkLst>
        </pc:spChg>
        <pc:spChg chg="add mod">
          <ac:chgData name="Minh Huynh" userId="01a137d4-0d81-46e0-aca6-c9185b391828" providerId="ADAL" clId="{18447838-0BCA-432B-86F3-BB78526C143F}" dt="2026-10-12T21:56:28.075" v="2337" actId="1076"/>
          <ac:spMkLst>
            <pc:docMk/>
            <pc:sldMk cId="232970683" sldId="901"/>
            <ac:spMk id="132" creationId="{E4130D3F-8F23-423F-ABE1-9E13C1E0581A}"/>
          </ac:spMkLst>
        </pc:spChg>
        <pc:spChg chg="del">
          <ac:chgData name="Minh Huynh" userId="01a137d4-0d81-46e0-aca6-c9185b391828" providerId="ADAL" clId="{18447838-0BCA-432B-86F3-BB78526C143F}" dt="2026-10-12T21:56:23.152" v="2333" actId="478"/>
          <ac:spMkLst>
            <pc:docMk/>
            <pc:sldMk cId="232970683" sldId="901"/>
            <ac:spMk id="149" creationId="{21DFD56D-3523-4608-9402-BFB284590709}"/>
          </ac:spMkLst>
        </pc:spChg>
        <pc:spChg chg="del">
          <ac:chgData name="Minh Huynh" userId="01a137d4-0d81-46e0-aca6-c9185b391828" providerId="ADAL" clId="{18447838-0BCA-432B-86F3-BB78526C143F}" dt="2026-10-12T21:56:23.152" v="2333" actId="478"/>
          <ac:spMkLst>
            <pc:docMk/>
            <pc:sldMk cId="232970683" sldId="901"/>
            <ac:spMk id="150" creationId="{6DBAB6A7-C461-484C-ADB3-AABA62871EAB}"/>
          </ac:spMkLst>
        </pc:spChg>
        <pc:spChg chg="del">
          <ac:chgData name="Minh Huynh" userId="01a137d4-0d81-46e0-aca6-c9185b391828" providerId="ADAL" clId="{18447838-0BCA-432B-86F3-BB78526C143F}" dt="2026-10-12T21:56:23.152" v="2333" actId="478"/>
          <ac:spMkLst>
            <pc:docMk/>
            <pc:sldMk cId="232970683" sldId="901"/>
            <ac:spMk id="151" creationId="{90614140-0FC7-4B2C-AC00-25A3D449D757}"/>
          </ac:spMkLst>
        </pc:spChg>
        <pc:spChg chg="del">
          <ac:chgData name="Minh Huynh" userId="01a137d4-0d81-46e0-aca6-c9185b391828" providerId="ADAL" clId="{18447838-0BCA-432B-86F3-BB78526C143F}" dt="2026-10-12T21:56:23.152" v="2333" actId="478"/>
          <ac:spMkLst>
            <pc:docMk/>
            <pc:sldMk cId="232970683" sldId="901"/>
            <ac:spMk id="152" creationId="{A39311CA-B5A0-452F-8DE5-15587543E5DB}"/>
          </ac:spMkLst>
        </pc:spChg>
        <pc:spChg chg="del">
          <ac:chgData name="Minh Huynh" userId="01a137d4-0d81-46e0-aca6-c9185b391828" providerId="ADAL" clId="{18447838-0BCA-432B-86F3-BB78526C143F}" dt="2026-10-12T21:56:23.152" v="2333" actId="478"/>
          <ac:spMkLst>
            <pc:docMk/>
            <pc:sldMk cId="232970683" sldId="901"/>
            <ac:spMk id="153" creationId="{CC4135C1-925C-4734-8A19-3FA170BED018}"/>
          </ac:spMkLst>
        </pc:spChg>
        <pc:spChg chg="del">
          <ac:chgData name="Minh Huynh" userId="01a137d4-0d81-46e0-aca6-c9185b391828" providerId="ADAL" clId="{18447838-0BCA-432B-86F3-BB78526C143F}" dt="2026-10-12T21:56:23.152" v="2333" actId="478"/>
          <ac:spMkLst>
            <pc:docMk/>
            <pc:sldMk cId="232970683" sldId="901"/>
            <ac:spMk id="154" creationId="{E50D65BB-3A00-40D4-BEB3-639AF96917D6}"/>
          </ac:spMkLst>
        </pc:spChg>
        <pc:spChg chg="del">
          <ac:chgData name="Minh Huynh" userId="01a137d4-0d81-46e0-aca6-c9185b391828" providerId="ADAL" clId="{18447838-0BCA-432B-86F3-BB78526C143F}" dt="2026-10-12T21:56:23.152" v="2333" actId="478"/>
          <ac:spMkLst>
            <pc:docMk/>
            <pc:sldMk cId="232970683" sldId="901"/>
            <ac:spMk id="155" creationId="{F88CA61F-761B-40D0-9A17-10D593B3247F}"/>
          </ac:spMkLst>
        </pc:spChg>
        <pc:spChg chg="del">
          <ac:chgData name="Minh Huynh" userId="01a137d4-0d81-46e0-aca6-c9185b391828" providerId="ADAL" clId="{18447838-0BCA-432B-86F3-BB78526C143F}" dt="2026-10-12T21:56:23.152" v="2333" actId="478"/>
          <ac:spMkLst>
            <pc:docMk/>
            <pc:sldMk cId="232970683" sldId="901"/>
            <ac:spMk id="156" creationId="{6C3D556A-27F9-499F-A789-55B42F8AB778}"/>
          </ac:spMkLst>
        </pc:spChg>
        <pc:spChg chg="del">
          <ac:chgData name="Minh Huynh" userId="01a137d4-0d81-46e0-aca6-c9185b391828" providerId="ADAL" clId="{18447838-0BCA-432B-86F3-BB78526C143F}" dt="2026-10-12T21:56:23.152" v="2333" actId="478"/>
          <ac:spMkLst>
            <pc:docMk/>
            <pc:sldMk cId="232970683" sldId="901"/>
            <ac:spMk id="157" creationId="{A38F0726-2FB3-4CE1-AB85-658E951878E0}"/>
          </ac:spMkLst>
        </pc:spChg>
        <pc:spChg chg="del">
          <ac:chgData name="Minh Huynh" userId="01a137d4-0d81-46e0-aca6-c9185b391828" providerId="ADAL" clId="{18447838-0BCA-432B-86F3-BB78526C143F}" dt="2026-10-12T21:56:23.152" v="2333" actId="478"/>
          <ac:spMkLst>
            <pc:docMk/>
            <pc:sldMk cId="232970683" sldId="901"/>
            <ac:spMk id="158" creationId="{9A532184-9FAF-442F-A2B6-22F5DE3F3A1C}"/>
          </ac:spMkLst>
        </pc:spChg>
        <pc:spChg chg="del">
          <ac:chgData name="Minh Huynh" userId="01a137d4-0d81-46e0-aca6-c9185b391828" providerId="ADAL" clId="{18447838-0BCA-432B-86F3-BB78526C143F}" dt="2026-10-12T21:56:23.152" v="2333" actId="478"/>
          <ac:spMkLst>
            <pc:docMk/>
            <pc:sldMk cId="232970683" sldId="901"/>
            <ac:spMk id="159" creationId="{5A86A892-1579-4A9B-8153-0B7325B32AB9}"/>
          </ac:spMkLst>
        </pc:spChg>
        <pc:spChg chg="del">
          <ac:chgData name="Minh Huynh" userId="01a137d4-0d81-46e0-aca6-c9185b391828" providerId="ADAL" clId="{18447838-0BCA-432B-86F3-BB78526C143F}" dt="2026-10-12T21:56:23.152" v="2333" actId="478"/>
          <ac:spMkLst>
            <pc:docMk/>
            <pc:sldMk cId="232970683" sldId="901"/>
            <ac:spMk id="160" creationId="{BBAAE345-78C0-4389-A2C3-163D462D2335}"/>
          </ac:spMkLst>
        </pc:spChg>
        <pc:spChg chg="del">
          <ac:chgData name="Minh Huynh" userId="01a137d4-0d81-46e0-aca6-c9185b391828" providerId="ADAL" clId="{18447838-0BCA-432B-86F3-BB78526C143F}" dt="2026-10-12T21:56:23.152" v="2333" actId="478"/>
          <ac:spMkLst>
            <pc:docMk/>
            <pc:sldMk cId="232970683" sldId="901"/>
            <ac:spMk id="161" creationId="{3B9021A5-D70D-44D9-8FD2-334714F68809}"/>
          </ac:spMkLst>
        </pc:spChg>
        <pc:spChg chg="del">
          <ac:chgData name="Minh Huynh" userId="01a137d4-0d81-46e0-aca6-c9185b391828" providerId="ADAL" clId="{18447838-0BCA-432B-86F3-BB78526C143F}" dt="2026-10-12T21:56:23.152" v="2333" actId="478"/>
          <ac:spMkLst>
            <pc:docMk/>
            <pc:sldMk cId="232970683" sldId="901"/>
            <ac:spMk id="162" creationId="{7CE1599A-9562-41D5-8D00-D2CC724664C8}"/>
          </ac:spMkLst>
        </pc:spChg>
        <pc:spChg chg="del">
          <ac:chgData name="Minh Huynh" userId="01a137d4-0d81-46e0-aca6-c9185b391828" providerId="ADAL" clId="{18447838-0BCA-432B-86F3-BB78526C143F}" dt="2026-10-12T21:56:23.152" v="2333" actId="478"/>
          <ac:spMkLst>
            <pc:docMk/>
            <pc:sldMk cId="232970683" sldId="901"/>
            <ac:spMk id="163" creationId="{919F206C-7941-4701-A201-F83FBE7FA58D}"/>
          </ac:spMkLst>
        </pc:spChg>
        <pc:spChg chg="del">
          <ac:chgData name="Minh Huynh" userId="01a137d4-0d81-46e0-aca6-c9185b391828" providerId="ADAL" clId="{18447838-0BCA-432B-86F3-BB78526C143F}" dt="2026-10-12T21:56:23.152" v="2333" actId="478"/>
          <ac:spMkLst>
            <pc:docMk/>
            <pc:sldMk cId="232970683" sldId="901"/>
            <ac:spMk id="164" creationId="{EB101FD7-1E88-42E7-B8F3-03B503462AE1}"/>
          </ac:spMkLst>
        </pc:spChg>
        <pc:spChg chg="del">
          <ac:chgData name="Minh Huynh" userId="01a137d4-0d81-46e0-aca6-c9185b391828" providerId="ADAL" clId="{18447838-0BCA-432B-86F3-BB78526C143F}" dt="2026-10-12T21:56:23.152" v="2333" actId="478"/>
          <ac:spMkLst>
            <pc:docMk/>
            <pc:sldMk cId="232970683" sldId="901"/>
            <ac:spMk id="165" creationId="{BA151476-867D-404B-BC73-2F03730FC3EF}"/>
          </ac:spMkLst>
        </pc:spChg>
        <pc:spChg chg="del">
          <ac:chgData name="Minh Huynh" userId="01a137d4-0d81-46e0-aca6-c9185b391828" providerId="ADAL" clId="{18447838-0BCA-432B-86F3-BB78526C143F}" dt="2026-10-12T21:56:23.152" v="2333" actId="478"/>
          <ac:spMkLst>
            <pc:docMk/>
            <pc:sldMk cId="232970683" sldId="901"/>
            <ac:spMk id="166" creationId="{E4C53C5F-A54D-401E-8FE0-1CAF2FB857D7}"/>
          </ac:spMkLst>
        </pc:spChg>
        <pc:spChg chg="del">
          <ac:chgData name="Minh Huynh" userId="01a137d4-0d81-46e0-aca6-c9185b391828" providerId="ADAL" clId="{18447838-0BCA-432B-86F3-BB78526C143F}" dt="2026-10-12T21:56:23.152" v="2333" actId="478"/>
          <ac:spMkLst>
            <pc:docMk/>
            <pc:sldMk cId="232970683" sldId="901"/>
            <ac:spMk id="167" creationId="{675DDA17-543F-4915-AA09-F64037DC075E}"/>
          </ac:spMkLst>
        </pc:spChg>
        <pc:spChg chg="del">
          <ac:chgData name="Minh Huynh" userId="01a137d4-0d81-46e0-aca6-c9185b391828" providerId="ADAL" clId="{18447838-0BCA-432B-86F3-BB78526C143F}" dt="2026-10-12T21:56:23.152" v="2333" actId="478"/>
          <ac:spMkLst>
            <pc:docMk/>
            <pc:sldMk cId="232970683" sldId="901"/>
            <ac:spMk id="168" creationId="{D3B8DB5D-B3EF-4ADB-B873-D530E075329A}"/>
          </ac:spMkLst>
        </pc:spChg>
        <pc:spChg chg="del">
          <ac:chgData name="Minh Huynh" userId="01a137d4-0d81-46e0-aca6-c9185b391828" providerId="ADAL" clId="{18447838-0BCA-432B-86F3-BB78526C143F}" dt="2026-10-12T21:56:23.152" v="2333" actId="478"/>
          <ac:spMkLst>
            <pc:docMk/>
            <pc:sldMk cId="232970683" sldId="901"/>
            <ac:spMk id="169" creationId="{02C300F5-1222-4D33-97BD-57965A511AF5}"/>
          </ac:spMkLst>
        </pc:spChg>
        <pc:spChg chg="del">
          <ac:chgData name="Minh Huynh" userId="01a137d4-0d81-46e0-aca6-c9185b391828" providerId="ADAL" clId="{18447838-0BCA-432B-86F3-BB78526C143F}" dt="2026-10-12T21:56:23.152" v="2333" actId="478"/>
          <ac:spMkLst>
            <pc:docMk/>
            <pc:sldMk cId="232970683" sldId="901"/>
            <ac:spMk id="170" creationId="{89D33540-E4B3-45BB-9DE8-CB56F094F072}"/>
          </ac:spMkLst>
        </pc:spChg>
      </pc:sldChg>
      <pc:sldChg chg="del">
        <pc:chgData name="Minh Huynh" userId="01a137d4-0d81-46e0-aca6-c9185b391828" providerId="ADAL" clId="{18447838-0BCA-432B-86F3-BB78526C143F}" dt="2026-10-12T12:12:45.996" v="0" actId="47"/>
        <pc:sldMkLst>
          <pc:docMk/>
          <pc:sldMk cId="2782254885" sldId="901"/>
        </pc:sldMkLst>
      </pc:sldChg>
      <pc:sldChg chg="addSp delSp modSp add mod">
        <pc:chgData name="Minh Huynh" userId="01a137d4-0d81-46e0-aca6-c9185b391828" providerId="ADAL" clId="{18447838-0BCA-432B-86F3-BB78526C143F}" dt="2026-10-13T02:51:01.163" v="2453" actId="14100"/>
        <pc:sldMkLst>
          <pc:docMk/>
          <pc:sldMk cId="2487047363" sldId="902"/>
        </pc:sldMkLst>
        <pc:spChg chg="mod">
          <ac:chgData name="Minh Huynh" userId="01a137d4-0d81-46e0-aca6-c9185b391828" providerId="ADAL" clId="{18447838-0BCA-432B-86F3-BB78526C143F}" dt="2026-10-13T02:49:08.771" v="2403" actId="20577"/>
          <ac:spMkLst>
            <pc:docMk/>
            <pc:sldMk cId="2487047363" sldId="902"/>
            <ac:spMk id="4" creationId="{7BC73E8E-0D58-4B4B-A5C4-A8AE38997407}"/>
          </ac:spMkLst>
        </pc:spChg>
        <pc:spChg chg="add del mod">
          <ac:chgData name="Minh Huynh" userId="01a137d4-0d81-46e0-aca6-c9185b391828" providerId="ADAL" clId="{18447838-0BCA-432B-86F3-BB78526C143F}" dt="2026-10-13T02:50:32.983" v="2444"/>
          <ac:spMkLst>
            <pc:docMk/>
            <pc:sldMk cId="2487047363" sldId="902"/>
            <ac:spMk id="36" creationId="{D5C76A90-EC58-483F-BA63-C54B3AE8E0B5}"/>
          </ac:spMkLst>
        </pc:spChg>
        <pc:spChg chg="add del mod">
          <ac:chgData name="Minh Huynh" userId="01a137d4-0d81-46e0-aca6-c9185b391828" providerId="ADAL" clId="{18447838-0BCA-432B-86F3-BB78526C143F}" dt="2026-10-13T02:50:32.983" v="2444"/>
          <ac:spMkLst>
            <pc:docMk/>
            <pc:sldMk cId="2487047363" sldId="902"/>
            <ac:spMk id="37" creationId="{6C5B3935-C11C-4582-913F-B018CC09A810}"/>
          </ac:spMkLst>
        </pc:spChg>
        <pc:spChg chg="add del mod">
          <ac:chgData name="Minh Huynh" userId="01a137d4-0d81-46e0-aca6-c9185b391828" providerId="ADAL" clId="{18447838-0BCA-432B-86F3-BB78526C143F}" dt="2026-10-13T02:50:32.983" v="2444"/>
          <ac:spMkLst>
            <pc:docMk/>
            <pc:sldMk cId="2487047363" sldId="902"/>
            <ac:spMk id="38" creationId="{99505BA9-B9DE-4B2A-B684-E5CE80A45AC4}"/>
          </ac:spMkLst>
        </pc:spChg>
        <pc:spChg chg="add del mod">
          <ac:chgData name="Minh Huynh" userId="01a137d4-0d81-46e0-aca6-c9185b391828" providerId="ADAL" clId="{18447838-0BCA-432B-86F3-BB78526C143F}" dt="2026-10-13T02:50:32.983" v="2444"/>
          <ac:spMkLst>
            <pc:docMk/>
            <pc:sldMk cId="2487047363" sldId="902"/>
            <ac:spMk id="39" creationId="{2058982F-5033-4DBE-8A93-C0EB78BA2C6B}"/>
          </ac:spMkLst>
        </pc:spChg>
        <pc:spChg chg="add del mod">
          <ac:chgData name="Minh Huynh" userId="01a137d4-0d81-46e0-aca6-c9185b391828" providerId="ADAL" clId="{18447838-0BCA-432B-86F3-BB78526C143F}" dt="2026-10-13T02:50:32.983" v="2444"/>
          <ac:spMkLst>
            <pc:docMk/>
            <pc:sldMk cId="2487047363" sldId="902"/>
            <ac:spMk id="40" creationId="{9AA65E4C-6435-4406-895C-49C36A20458A}"/>
          </ac:spMkLst>
        </pc:spChg>
        <pc:spChg chg="add del mod">
          <ac:chgData name="Minh Huynh" userId="01a137d4-0d81-46e0-aca6-c9185b391828" providerId="ADAL" clId="{18447838-0BCA-432B-86F3-BB78526C143F}" dt="2026-10-13T02:50:32.983" v="2444"/>
          <ac:spMkLst>
            <pc:docMk/>
            <pc:sldMk cId="2487047363" sldId="902"/>
            <ac:spMk id="41" creationId="{E87C0E9F-FF49-4F7F-A9E5-6036524C6F6A}"/>
          </ac:spMkLst>
        </pc:spChg>
        <pc:spChg chg="add del mod">
          <ac:chgData name="Minh Huynh" userId="01a137d4-0d81-46e0-aca6-c9185b391828" providerId="ADAL" clId="{18447838-0BCA-432B-86F3-BB78526C143F}" dt="2026-10-13T02:50:32.983" v="2444"/>
          <ac:spMkLst>
            <pc:docMk/>
            <pc:sldMk cId="2487047363" sldId="902"/>
            <ac:spMk id="42" creationId="{5E665120-A57F-4287-BE6C-0FC157C33155}"/>
          </ac:spMkLst>
        </pc:spChg>
        <pc:spChg chg="add del mod">
          <ac:chgData name="Minh Huynh" userId="01a137d4-0d81-46e0-aca6-c9185b391828" providerId="ADAL" clId="{18447838-0BCA-432B-86F3-BB78526C143F}" dt="2026-10-13T02:50:32.983" v="2444"/>
          <ac:spMkLst>
            <pc:docMk/>
            <pc:sldMk cId="2487047363" sldId="902"/>
            <ac:spMk id="43" creationId="{E2555B8C-AC38-4F06-B192-54A6F35AD3A7}"/>
          </ac:spMkLst>
        </pc:spChg>
        <pc:spChg chg="add del mod">
          <ac:chgData name="Minh Huynh" userId="01a137d4-0d81-46e0-aca6-c9185b391828" providerId="ADAL" clId="{18447838-0BCA-432B-86F3-BB78526C143F}" dt="2026-10-13T02:50:32.983" v="2444"/>
          <ac:spMkLst>
            <pc:docMk/>
            <pc:sldMk cId="2487047363" sldId="902"/>
            <ac:spMk id="44" creationId="{5CD5B599-F530-4C52-95E0-623B9B012996}"/>
          </ac:spMkLst>
        </pc:spChg>
        <pc:spChg chg="add del mod">
          <ac:chgData name="Minh Huynh" userId="01a137d4-0d81-46e0-aca6-c9185b391828" providerId="ADAL" clId="{18447838-0BCA-432B-86F3-BB78526C143F}" dt="2026-10-13T02:50:32.983" v="2444"/>
          <ac:spMkLst>
            <pc:docMk/>
            <pc:sldMk cId="2487047363" sldId="902"/>
            <ac:spMk id="45" creationId="{170E2E09-9F88-4E83-8277-B9F39C337FB8}"/>
          </ac:spMkLst>
        </pc:spChg>
        <pc:spChg chg="add del mod">
          <ac:chgData name="Minh Huynh" userId="01a137d4-0d81-46e0-aca6-c9185b391828" providerId="ADAL" clId="{18447838-0BCA-432B-86F3-BB78526C143F}" dt="2026-10-13T02:50:32.983" v="2444"/>
          <ac:spMkLst>
            <pc:docMk/>
            <pc:sldMk cId="2487047363" sldId="902"/>
            <ac:spMk id="46" creationId="{04FD84DD-84E1-409B-AEAA-C0AB867AB479}"/>
          </ac:spMkLst>
        </pc:spChg>
        <pc:spChg chg="add del mod">
          <ac:chgData name="Minh Huynh" userId="01a137d4-0d81-46e0-aca6-c9185b391828" providerId="ADAL" clId="{18447838-0BCA-432B-86F3-BB78526C143F}" dt="2026-10-13T02:50:32.983" v="2444"/>
          <ac:spMkLst>
            <pc:docMk/>
            <pc:sldMk cId="2487047363" sldId="902"/>
            <ac:spMk id="47" creationId="{38038D13-6956-4514-ADBB-43F344C9F936}"/>
          </ac:spMkLst>
        </pc:spChg>
        <pc:spChg chg="add del mod">
          <ac:chgData name="Minh Huynh" userId="01a137d4-0d81-46e0-aca6-c9185b391828" providerId="ADAL" clId="{18447838-0BCA-432B-86F3-BB78526C143F}" dt="2026-10-13T02:50:32.983" v="2444"/>
          <ac:spMkLst>
            <pc:docMk/>
            <pc:sldMk cId="2487047363" sldId="902"/>
            <ac:spMk id="48" creationId="{F0F15E31-12AA-4CAE-BE15-7F6D9E0B926C}"/>
          </ac:spMkLst>
        </pc:spChg>
        <pc:spChg chg="add del mod">
          <ac:chgData name="Minh Huynh" userId="01a137d4-0d81-46e0-aca6-c9185b391828" providerId="ADAL" clId="{18447838-0BCA-432B-86F3-BB78526C143F}" dt="2026-10-13T02:50:32.983" v="2444"/>
          <ac:spMkLst>
            <pc:docMk/>
            <pc:sldMk cId="2487047363" sldId="902"/>
            <ac:spMk id="49" creationId="{1902B7B7-89FB-4E99-AAB0-20876F1B714D}"/>
          </ac:spMkLst>
        </pc:spChg>
        <pc:spChg chg="add del mod">
          <ac:chgData name="Minh Huynh" userId="01a137d4-0d81-46e0-aca6-c9185b391828" providerId="ADAL" clId="{18447838-0BCA-432B-86F3-BB78526C143F}" dt="2026-10-13T02:50:32.983" v="2444"/>
          <ac:spMkLst>
            <pc:docMk/>
            <pc:sldMk cId="2487047363" sldId="902"/>
            <ac:spMk id="50" creationId="{10F3A7C5-7D12-4B60-9E14-49CB5B416E49}"/>
          </ac:spMkLst>
        </pc:spChg>
        <pc:spChg chg="add del mod">
          <ac:chgData name="Minh Huynh" userId="01a137d4-0d81-46e0-aca6-c9185b391828" providerId="ADAL" clId="{18447838-0BCA-432B-86F3-BB78526C143F}" dt="2026-10-13T02:50:32.983" v="2444"/>
          <ac:spMkLst>
            <pc:docMk/>
            <pc:sldMk cId="2487047363" sldId="902"/>
            <ac:spMk id="51" creationId="{4207EA15-8D58-4672-840C-A0E0C5AD8D71}"/>
          </ac:spMkLst>
        </pc:spChg>
        <pc:spChg chg="add del mod">
          <ac:chgData name="Minh Huynh" userId="01a137d4-0d81-46e0-aca6-c9185b391828" providerId="ADAL" clId="{18447838-0BCA-432B-86F3-BB78526C143F}" dt="2026-10-13T02:50:32.983" v="2444"/>
          <ac:spMkLst>
            <pc:docMk/>
            <pc:sldMk cId="2487047363" sldId="902"/>
            <ac:spMk id="52" creationId="{8F3C5456-3597-4F46-965F-3E3F26789C6E}"/>
          </ac:spMkLst>
        </pc:spChg>
        <pc:spChg chg="add del mod">
          <ac:chgData name="Minh Huynh" userId="01a137d4-0d81-46e0-aca6-c9185b391828" providerId="ADAL" clId="{18447838-0BCA-432B-86F3-BB78526C143F}" dt="2026-10-13T02:50:32.983" v="2444"/>
          <ac:spMkLst>
            <pc:docMk/>
            <pc:sldMk cId="2487047363" sldId="902"/>
            <ac:spMk id="53" creationId="{73CF5687-73A6-43F3-85CD-886056F16A15}"/>
          </ac:spMkLst>
        </pc:spChg>
        <pc:spChg chg="add del mod">
          <ac:chgData name="Minh Huynh" userId="01a137d4-0d81-46e0-aca6-c9185b391828" providerId="ADAL" clId="{18447838-0BCA-432B-86F3-BB78526C143F}" dt="2026-10-13T02:50:32.983" v="2444"/>
          <ac:spMkLst>
            <pc:docMk/>
            <pc:sldMk cId="2487047363" sldId="902"/>
            <ac:spMk id="54" creationId="{FF940E9C-F98E-4E71-9FDE-F3DE7DBB745D}"/>
          </ac:spMkLst>
        </pc:spChg>
        <pc:spChg chg="add del mod">
          <ac:chgData name="Minh Huynh" userId="01a137d4-0d81-46e0-aca6-c9185b391828" providerId="ADAL" clId="{18447838-0BCA-432B-86F3-BB78526C143F}" dt="2026-10-13T02:50:32.983" v="2444"/>
          <ac:spMkLst>
            <pc:docMk/>
            <pc:sldMk cId="2487047363" sldId="902"/>
            <ac:spMk id="55" creationId="{575B8533-9CE5-48C4-B13E-76DC419A06B6}"/>
          </ac:spMkLst>
        </pc:spChg>
        <pc:spChg chg="add del mod">
          <ac:chgData name="Minh Huynh" userId="01a137d4-0d81-46e0-aca6-c9185b391828" providerId="ADAL" clId="{18447838-0BCA-432B-86F3-BB78526C143F}" dt="2026-10-13T02:50:32.983" v="2444"/>
          <ac:spMkLst>
            <pc:docMk/>
            <pc:sldMk cId="2487047363" sldId="902"/>
            <ac:spMk id="56" creationId="{FEFBD3AC-FE54-4088-BE80-6CB8CC0B7B23}"/>
          </ac:spMkLst>
        </pc:spChg>
        <pc:spChg chg="add del mod">
          <ac:chgData name="Minh Huynh" userId="01a137d4-0d81-46e0-aca6-c9185b391828" providerId="ADAL" clId="{18447838-0BCA-432B-86F3-BB78526C143F}" dt="2026-10-13T02:50:32.983" v="2444"/>
          <ac:spMkLst>
            <pc:docMk/>
            <pc:sldMk cId="2487047363" sldId="902"/>
            <ac:spMk id="57" creationId="{A71E8C65-26F8-442C-89AB-9D1709F3BBA7}"/>
          </ac:spMkLst>
        </pc:spChg>
        <pc:spChg chg="add del mod">
          <ac:chgData name="Minh Huynh" userId="01a137d4-0d81-46e0-aca6-c9185b391828" providerId="ADAL" clId="{18447838-0BCA-432B-86F3-BB78526C143F}" dt="2026-10-13T02:50:32.983" v="2444"/>
          <ac:spMkLst>
            <pc:docMk/>
            <pc:sldMk cId="2487047363" sldId="902"/>
            <ac:spMk id="58" creationId="{4D971A3D-5CC3-4804-85C6-131B3B435D66}"/>
          </ac:spMkLst>
        </pc:spChg>
        <pc:spChg chg="add del mod">
          <ac:chgData name="Minh Huynh" userId="01a137d4-0d81-46e0-aca6-c9185b391828" providerId="ADAL" clId="{18447838-0BCA-432B-86F3-BB78526C143F}" dt="2026-10-13T02:50:32.983" v="2444"/>
          <ac:spMkLst>
            <pc:docMk/>
            <pc:sldMk cId="2487047363" sldId="902"/>
            <ac:spMk id="59" creationId="{20C7DCFB-1F5C-419B-8E6E-89EAC5581464}"/>
          </ac:spMkLst>
        </pc:spChg>
        <pc:spChg chg="add del mod">
          <ac:chgData name="Minh Huynh" userId="01a137d4-0d81-46e0-aca6-c9185b391828" providerId="ADAL" clId="{18447838-0BCA-432B-86F3-BB78526C143F}" dt="2026-10-13T02:50:32.983" v="2444"/>
          <ac:spMkLst>
            <pc:docMk/>
            <pc:sldMk cId="2487047363" sldId="902"/>
            <ac:spMk id="60" creationId="{092B3514-F4CE-4443-BCDD-6B65F7870289}"/>
          </ac:spMkLst>
        </pc:spChg>
        <pc:spChg chg="add del mod">
          <ac:chgData name="Minh Huynh" userId="01a137d4-0d81-46e0-aca6-c9185b391828" providerId="ADAL" clId="{18447838-0BCA-432B-86F3-BB78526C143F}" dt="2026-10-13T02:50:32.983" v="2444"/>
          <ac:spMkLst>
            <pc:docMk/>
            <pc:sldMk cId="2487047363" sldId="902"/>
            <ac:spMk id="61" creationId="{31DF323A-8DD1-4EAA-93BB-76F94BFAD658}"/>
          </ac:spMkLst>
        </pc:spChg>
        <pc:spChg chg="add del mod">
          <ac:chgData name="Minh Huynh" userId="01a137d4-0d81-46e0-aca6-c9185b391828" providerId="ADAL" clId="{18447838-0BCA-432B-86F3-BB78526C143F}" dt="2026-10-13T02:50:32.983" v="2444"/>
          <ac:spMkLst>
            <pc:docMk/>
            <pc:sldMk cId="2487047363" sldId="902"/>
            <ac:spMk id="62" creationId="{6F7BC4AA-3B4C-450D-85BD-62983A584652}"/>
          </ac:spMkLst>
        </pc:spChg>
        <pc:spChg chg="add del mod">
          <ac:chgData name="Minh Huynh" userId="01a137d4-0d81-46e0-aca6-c9185b391828" providerId="ADAL" clId="{18447838-0BCA-432B-86F3-BB78526C143F}" dt="2026-10-13T02:50:32.983" v="2444"/>
          <ac:spMkLst>
            <pc:docMk/>
            <pc:sldMk cId="2487047363" sldId="902"/>
            <ac:spMk id="63" creationId="{29958C97-DE55-46FD-87FD-9FB937DE8A14}"/>
          </ac:spMkLst>
        </pc:spChg>
        <pc:spChg chg="add del mod">
          <ac:chgData name="Minh Huynh" userId="01a137d4-0d81-46e0-aca6-c9185b391828" providerId="ADAL" clId="{18447838-0BCA-432B-86F3-BB78526C143F}" dt="2026-10-13T02:50:32.983" v="2444"/>
          <ac:spMkLst>
            <pc:docMk/>
            <pc:sldMk cId="2487047363" sldId="902"/>
            <ac:spMk id="64" creationId="{C4AD46F8-283A-43C6-9D3C-4DB4E43C0A5F}"/>
          </ac:spMkLst>
        </pc:spChg>
        <pc:spChg chg="add del mod">
          <ac:chgData name="Minh Huynh" userId="01a137d4-0d81-46e0-aca6-c9185b391828" providerId="ADAL" clId="{18447838-0BCA-432B-86F3-BB78526C143F}" dt="2026-10-13T02:50:32.983" v="2444"/>
          <ac:spMkLst>
            <pc:docMk/>
            <pc:sldMk cId="2487047363" sldId="902"/>
            <ac:spMk id="65" creationId="{87A8F7FD-D6D5-475B-B13E-EB21BBFFFFE7}"/>
          </ac:spMkLst>
        </pc:spChg>
        <pc:spChg chg="add del mod">
          <ac:chgData name="Minh Huynh" userId="01a137d4-0d81-46e0-aca6-c9185b391828" providerId="ADAL" clId="{18447838-0BCA-432B-86F3-BB78526C143F}" dt="2026-10-13T02:50:32.983" v="2444"/>
          <ac:spMkLst>
            <pc:docMk/>
            <pc:sldMk cId="2487047363" sldId="902"/>
            <ac:spMk id="66" creationId="{37285192-4EE9-4D01-915B-5FDDC626B08D}"/>
          </ac:spMkLst>
        </pc:spChg>
        <pc:spChg chg="add del mod">
          <ac:chgData name="Minh Huynh" userId="01a137d4-0d81-46e0-aca6-c9185b391828" providerId="ADAL" clId="{18447838-0BCA-432B-86F3-BB78526C143F}" dt="2026-10-13T02:50:32.983" v="2444"/>
          <ac:spMkLst>
            <pc:docMk/>
            <pc:sldMk cId="2487047363" sldId="902"/>
            <ac:spMk id="67" creationId="{FED09083-3068-491A-9969-0DD5D8486970}"/>
          </ac:spMkLst>
        </pc:spChg>
        <pc:spChg chg="add del mod">
          <ac:chgData name="Minh Huynh" userId="01a137d4-0d81-46e0-aca6-c9185b391828" providerId="ADAL" clId="{18447838-0BCA-432B-86F3-BB78526C143F}" dt="2026-10-13T02:50:32.983" v="2444"/>
          <ac:spMkLst>
            <pc:docMk/>
            <pc:sldMk cId="2487047363" sldId="902"/>
            <ac:spMk id="68" creationId="{CCD52D7D-D9BB-4722-8AC2-8600EAA82A08}"/>
          </ac:spMkLst>
        </pc:spChg>
        <pc:spChg chg="add del mod">
          <ac:chgData name="Minh Huynh" userId="01a137d4-0d81-46e0-aca6-c9185b391828" providerId="ADAL" clId="{18447838-0BCA-432B-86F3-BB78526C143F}" dt="2026-10-13T02:50:32.983" v="2444"/>
          <ac:spMkLst>
            <pc:docMk/>
            <pc:sldMk cId="2487047363" sldId="902"/>
            <ac:spMk id="69" creationId="{F9E8E363-5414-4102-A2E7-7FA6410BAA8C}"/>
          </ac:spMkLst>
        </pc:spChg>
        <pc:spChg chg="add del mod">
          <ac:chgData name="Minh Huynh" userId="01a137d4-0d81-46e0-aca6-c9185b391828" providerId="ADAL" clId="{18447838-0BCA-432B-86F3-BB78526C143F}" dt="2026-10-13T02:50:32.983" v="2444"/>
          <ac:spMkLst>
            <pc:docMk/>
            <pc:sldMk cId="2487047363" sldId="902"/>
            <ac:spMk id="70" creationId="{4A55D290-73E1-43E4-A3DC-FB8FCB77982A}"/>
          </ac:spMkLst>
        </pc:spChg>
        <pc:spChg chg="add del mod">
          <ac:chgData name="Minh Huynh" userId="01a137d4-0d81-46e0-aca6-c9185b391828" providerId="ADAL" clId="{18447838-0BCA-432B-86F3-BB78526C143F}" dt="2026-10-13T02:50:32.983" v="2444"/>
          <ac:spMkLst>
            <pc:docMk/>
            <pc:sldMk cId="2487047363" sldId="902"/>
            <ac:spMk id="71" creationId="{C7A075F8-871A-4C89-885E-CF67F21EEC1E}"/>
          </ac:spMkLst>
        </pc:spChg>
        <pc:spChg chg="add del mod">
          <ac:chgData name="Minh Huynh" userId="01a137d4-0d81-46e0-aca6-c9185b391828" providerId="ADAL" clId="{18447838-0BCA-432B-86F3-BB78526C143F}" dt="2026-10-13T02:50:32.983" v="2444"/>
          <ac:spMkLst>
            <pc:docMk/>
            <pc:sldMk cId="2487047363" sldId="902"/>
            <ac:spMk id="72" creationId="{90781B4B-0CE1-4626-B836-6E38B6BD6804}"/>
          </ac:spMkLst>
        </pc:spChg>
        <pc:spChg chg="add del mod">
          <ac:chgData name="Minh Huynh" userId="01a137d4-0d81-46e0-aca6-c9185b391828" providerId="ADAL" clId="{18447838-0BCA-432B-86F3-BB78526C143F}" dt="2026-10-13T02:50:32.983" v="2444"/>
          <ac:spMkLst>
            <pc:docMk/>
            <pc:sldMk cId="2487047363" sldId="902"/>
            <ac:spMk id="73" creationId="{5E9A8468-12A9-4BA5-9A26-D6F483E360C7}"/>
          </ac:spMkLst>
        </pc:spChg>
        <pc:spChg chg="add del mod">
          <ac:chgData name="Minh Huynh" userId="01a137d4-0d81-46e0-aca6-c9185b391828" providerId="ADAL" clId="{18447838-0BCA-432B-86F3-BB78526C143F}" dt="2026-10-13T02:50:32.983" v="2444"/>
          <ac:spMkLst>
            <pc:docMk/>
            <pc:sldMk cId="2487047363" sldId="902"/>
            <ac:spMk id="74" creationId="{9F937CE0-91F0-4C7D-B44D-61C5A0168373}"/>
          </ac:spMkLst>
        </pc:spChg>
        <pc:spChg chg="mod">
          <ac:chgData name="Minh Huynh" userId="01a137d4-0d81-46e0-aca6-c9185b391828" providerId="ADAL" clId="{18447838-0BCA-432B-86F3-BB78526C143F}" dt="2026-10-13T02:50:22.651" v="2440" actId="14100"/>
          <ac:spMkLst>
            <pc:docMk/>
            <pc:sldMk cId="2487047363" sldId="902"/>
            <ac:spMk id="75" creationId="{49DF9D2F-8E65-4D63-82C3-27F8FA7882BF}"/>
          </ac:spMkLst>
        </pc:spChg>
        <pc:spChg chg="add del mod">
          <ac:chgData name="Minh Huynh" userId="01a137d4-0d81-46e0-aca6-c9185b391828" providerId="ADAL" clId="{18447838-0BCA-432B-86F3-BB78526C143F}" dt="2026-10-13T02:50:32.983" v="2444"/>
          <ac:spMkLst>
            <pc:docMk/>
            <pc:sldMk cId="2487047363" sldId="902"/>
            <ac:spMk id="76" creationId="{DAC7E202-A49C-4EA7-B11A-44E12B7A2FDA}"/>
          </ac:spMkLst>
        </pc:spChg>
        <pc:spChg chg="add del mod">
          <ac:chgData name="Minh Huynh" userId="01a137d4-0d81-46e0-aca6-c9185b391828" providerId="ADAL" clId="{18447838-0BCA-432B-86F3-BB78526C143F}" dt="2026-10-13T02:50:32.983" v="2444"/>
          <ac:spMkLst>
            <pc:docMk/>
            <pc:sldMk cId="2487047363" sldId="902"/>
            <ac:spMk id="77" creationId="{62A43434-78A1-4B5B-BEFD-16359EB47877}"/>
          </ac:spMkLst>
        </pc:spChg>
        <pc:spChg chg="add del mod">
          <ac:chgData name="Minh Huynh" userId="01a137d4-0d81-46e0-aca6-c9185b391828" providerId="ADAL" clId="{18447838-0BCA-432B-86F3-BB78526C143F}" dt="2026-10-13T02:50:32.983" v="2444"/>
          <ac:spMkLst>
            <pc:docMk/>
            <pc:sldMk cId="2487047363" sldId="902"/>
            <ac:spMk id="78" creationId="{0B1343DD-8CFB-43D3-8549-2E513BCA4D27}"/>
          </ac:spMkLst>
        </pc:spChg>
        <pc:spChg chg="add del mod">
          <ac:chgData name="Minh Huynh" userId="01a137d4-0d81-46e0-aca6-c9185b391828" providerId="ADAL" clId="{18447838-0BCA-432B-86F3-BB78526C143F}" dt="2026-10-13T02:50:32.983" v="2444"/>
          <ac:spMkLst>
            <pc:docMk/>
            <pc:sldMk cId="2487047363" sldId="902"/>
            <ac:spMk id="79" creationId="{DDB2D4AF-25A6-492C-8C5B-499257DBF71A}"/>
          </ac:spMkLst>
        </pc:spChg>
        <pc:spChg chg="del">
          <ac:chgData name="Minh Huynh" userId="01a137d4-0d81-46e0-aca6-c9185b391828" providerId="ADAL" clId="{18447838-0BCA-432B-86F3-BB78526C143F}" dt="2026-10-13T02:50:24.303" v="2441" actId="478"/>
          <ac:spMkLst>
            <pc:docMk/>
            <pc:sldMk cId="2487047363" sldId="902"/>
            <ac:spMk id="80" creationId="{CEE9F308-9C88-4767-BF59-94E0E170FD9F}"/>
          </ac:spMkLst>
        </pc:spChg>
        <pc:spChg chg="del">
          <ac:chgData name="Minh Huynh" userId="01a137d4-0d81-46e0-aca6-c9185b391828" providerId="ADAL" clId="{18447838-0BCA-432B-86F3-BB78526C143F}" dt="2026-10-13T02:50:26.209" v="2442" actId="478"/>
          <ac:spMkLst>
            <pc:docMk/>
            <pc:sldMk cId="2487047363" sldId="902"/>
            <ac:spMk id="81" creationId="{8FD1ED4D-249D-4DB7-AEAE-FF0118BDF3FC}"/>
          </ac:spMkLst>
        </pc:spChg>
        <pc:spChg chg="del">
          <ac:chgData name="Minh Huynh" userId="01a137d4-0d81-46e0-aca6-c9185b391828" providerId="ADAL" clId="{18447838-0BCA-432B-86F3-BB78526C143F}" dt="2026-10-13T02:50:26.209" v="2442" actId="478"/>
          <ac:spMkLst>
            <pc:docMk/>
            <pc:sldMk cId="2487047363" sldId="902"/>
            <ac:spMk id="82" creationId="{26B6592C-6A4F-4B6E-BE7C-D2CC943185E7}"/>
          </ac:spMkLst>
        </pc:spChg>
        <pc:spChg chg="del">
          <ac:chgData name="Minh Huynh" userId="01a137d4-0d81-46e0-aca6-c9185b391828" providerId="ADAL" clId="{18447838-0BCA-432B-86F3-BB78526C143F}" dt="2026-10-13T02:50:26.209" v="2442" actId="478"/>
          <ac:spMkLst>
            <pc:docMk/>
            <pc:sldMk cId="2487047363" sldId="902"/>
            <ac:spMk id="83" creationId="{002EFBA7-9647-4B78-9C42-134F81FCCB4E}"/>
          </ac:spMkLst>
        </pc:spChg>
        <pc:spChg chg="del">
          <ac:chgData name="Minh Huynh" userId="01a137d4-0d81-46e0-aca6-c9185b391828" providerId="ADAL" clId="{18447838-0BCA-432B-86F3-BB78526C143F}" dt="2026-10-13T02:50:26.209" v="2442" actId="478"/>
          <ac:spMkLst>
            <pc:docMk/>
            <pc:sldMk cId="2487047363" sldId="902"/>
            <ac:spMk id="84" creationId="{D6BEC4FF-41F5-4F72-BE0F-3BB2B3C956D4}"/>
          </ac:spMkLst>
        </pc:spChg>
        <pc:spChg chg="del">
          <ac:chgData name="Minh Huynh" userId="01a137d4-0d81-46e0-aca6-c9185b391828" providerId="ADAL" clId="{18447838-0BCA-432B-86F3-BB78526C143F}" dt="2026-10-13T02:50:26.209" v="2442" actId="478"/>
          <ac:spMkLst>
            <pc:docMk/>
            <pc:sldMk cId="2487047363" sldId="902"/>
            <ac:spMk id="85" creationId="{7788472F-4A55-4BB7-8E7C-C1DEB43EBE50}"/>
          </ac:spMkLst>
        </pc:spChg>
        <pc:spChg chg="del">
          <ac:chgData name="Minh Huynh" userId="01a137d4-0d81-46e0-aca6-c9185b391828" providerId="ADAL" clId="{18447838-0BCA-432B-86F3-BB78526C143F}" dt="2026-10-13T02:50:26.209" v="2442" actId="478"/>
          <ac:spMkLst>
            <pc:docMk/>
            <pc:sldMk cId="2487047363" sldId="902"/>
            <ac:spMk id="86" creationId="{8A8E4DE9-499B-4A49-97D4-C23912E91760}"/>
          </ac:spMkLst>
        </pc:spChg>
        <pc:spChg chg="del">
          <ac:chgData name="Minh Huynh" userId="01a137d4-0d81-46e0-aca6-c9185b391828" providerId="ADAL" clId="{18447838-0BCA-432B-86F3-BB78526C143F}" dt="2026-10-13T02:50:26.209" v="2442" actId="478"/>
          <ac:spMkLst>
            <pc:docMk/>
            <pc:sldMk cId="2487047363" sldId="902"/>
            <ac:spMk id="87" creationId="{7DB7774F-5DA3-4524-ABD4-0306EACADA66}"/>
          </ac:spMkLst>
        </pc:spChg>
        <pc:spChg chg="add del mod">
          <ac:chgData name="Minh Huynh" userId="01a137d4-0d81-46e0-aca6-c9185b391828" providerId="ADAL" clId="{18447838-0BCA-432B-86F3-BB78526C143F}" dt="2026-10-13T02:50:48.236" v="2447" actId="478"/>
          <ac:spMkLst>
            <pc:docMk/>
            <pc:sldMk cId="2487047363" sldId="902"/>
            <ac:spMk id="88" creationId="{26005E6A-6EA8-4151-A779-A0663F80CA60}"/>
          </ac:spMkLst>
        </pc:spChg>
        <pc:spChg chg="add del mod">
          <ac:chgData name="Minh Huynh" userId="01a137d4-0d81-46e0-aca6-c9185b391828" providerId="ADAL" clId="{18447838-0BCA-432B-86F3-BB78526C143F}" dt="2026-10-13T02:50:48.236" v="2447" actId="478"/>
          <ac:spMkLst>
            <pc:docMk/>
            <pc:sldMk cId="2487047363" sldId="902"/>
            <ac:spMk id="89" creationId="{B414DED1-86DC-4E79-9517-D9ACDBB9D824}"/>
          </ac:spMkLst>
        </pc:spChg>
        <pc:spChg chg="add del mod">
          <ac:chgData name="Minh Huynh" userId="01a137d4-0d81-46e0-aca6-c9185b391828" providerId="ADAL" clId="{18447838-0BCA-432B-86F3-BB78526C143F}" dt="2026-10-13T02:50:48.236" v="2447" actId="478"/>
          <ac:spMkLst>
            <pc:docMk/>
            <pc:sldMk cId="2487047363" sldId="902"/>
            <ac:spMk id="90" creationId="{01591618-CC17-4AEA-B6DB-4F5BE55B44F8}"/>
          </ac:spMkLst>
        </pc:spChg>
        <pc:spChg chg="add del mod">
          <ac:chgData name="Minh Huynh" userId="01a137d4-0d81-46e0-aca6-c9185b391828" providerId="ADAL" clId="{18447838-0BCA-432B-86F3-BB78526C143F}" dt="2026-10-13T02:50:48.236" v="2447" actId="478"/>
          <ac:spMkLst>
            <pc:docMk/>
            <pc:sldMk cId="2487047363" sldId="902"/>
            <ac:spMk id="91" creationId="{81025A3E-A2F6-4449-B62F-979BCFF3419B}"/>
          </ac:spMkLst>
        </pc:spChg>
        <pc:spChg chg="add del mod">
          <ac:chgData name="Minh Huynh" userId="01a137d4-0d81-46e0-aca6-c9185b391828" providerId="ADAL" clId="{18447838-0BCA-432B-86F3-BB78526C143F}" dt="2026-10-13T02:50:48.236" v="2447" actId="478"/>
          <ac:spMkLst>
            <pc:docMk/>
            <pc:sldMk cId="2487047363" sldId="902"/>
            <ac:spMk id="92" creationId="{C343450D-2406-4D89-8E41-1555AF0EB1A4}"/>
          </ac:spMkLst>
        </pc:spChg>
        <pc:spChg chg="add del mod">
          <ac:chgData name="Minh Huynh" userId="01a137d4-0d81-46e0-aca6-c9185b391828" providerId="ADAL" clId="{18447838-0BCA-432B-86F3-BB78526C143F}" dt="2026-10-13T02:50:48.236" v="2447" actId="478"/>
          <ac:spMkLst>
            <pc:docMk/>
            <pc:sldMk cId="2487047363" sldId="902"/>
            <ac:spMk id="93" creationId="{C5CD930C-ABA5-4C66-BFCB-4F06B1FE866A}"/>
          </ac:spMkLst>
        </pc:spChg>
        <pc:spChg chg="add del mod">
          <ac:chgData name="Minh Huynh" userId="01a137d4-0d81-46e0-aca6-c9185b391828" providerId="ADAL" clId="{18447838-0BCA-432B-86F3-BB78526C143F}" dt="2026-10-13T02:50:48.236" v="2447" actId="478"/>
          <ac:spMkLst>
            <pc:docMk/>
            <pc:sldMk cId="2487047363" sldId="902"/>
            <ac:spMk id="94" creationId="{3B0F03BB-997A-4362-ACE0-66681911D159}"/>
          </ac:spMkLst>
        </pc:spChg>
        <pc:spChg chg="add del mod">
          <ac:chgData name="Minh Huynh" userId="01a137d4-0d81-46e0-aca6-c9185b391828" providerId="ADAL" clId="{18447838-0BCA-432B-86F3-BB78526C143F}" dt="2026-10-13T02:50:48.236" v="2447" actId="478"/>
          <ac:spMkLst>
            <pc:docMk/>
            <pc:sldMk cId="2487047363" sldId="902"/>
            <ac:spMk id="95" creationId="{182FDF43-7ADB-47DA-ABFA-E46A8149C7B7}"/>
          </ac:spMkLst>
        </pc:spChg>
        <pc:spChg chg="add del mod">
          <ac:chgData name="Minh Huynh" userId="01a137d4-0d81-46e0-aca6-c9185b391828" providerId="ADAL" clId="{18447838-0BCA-432B-86F3-BB78526C143F}" dt="2026-10-13T02:50:48.236" v="2447" actId="478"/>
          <ac:spMkLst>
            <pc:docMk/>
            <pc:sldMk cId="2487047363" sldId="902"/>
            <ac:spMk id="96" creationId="{A26E7D74-1407-4B33-A059-1ACFFCFFA716}"/>
          </ac:spMkLst>
        </pc:spChg>
        <pc:spChg chg="add del mod">
          <ac:chgData name="Minh Huynh" userId="01a137d4-0d81-46e0-aca6-c9185b391828" providerId="ADAL" clId="{18447838-0BCA-432B-86F3-BB78526C143F}" dt="2026-10-13T02:50:48.236" v="2447" actId="478"/>
          <ac:spMkLst>
            <pc:docMk/>
            <pc:sldMk cId="2487047363" sldId="902"/>
            <ac:spMk id="97" creationId="{C5FCD331-6E0B-4AC0-B40B-34B864E6277D}"/>
          </ac:spMkLst>
        </pc:spChg>
        <pc:spChg chg="add del mod">
          <ac:chgData name="Minh Huynh" userId="01a137d4-0d81-46e0-aca6-c9185b391828" providerId="ADAL" clId="{18447838-0BCA-432B-86F3-BB78526C143F}" dt="2026-10-13T02:50:48.236" v="2447" actId="478"/>
          <ac:spMkLst>
            <pc:docMk/>
            <pc:sldMk cId="2487047363" sldId="902"/>
            <ac:spMk id="98" creationId="{35399F7F-49C2-4117-B855-3694C030968C}"/>
          </ac:spMkLst>
        </pc:spChg>
        <pc:spChg chg="add del mod">
          <ac:chgData name="Minh Huynh" userId="01a137d4-0d81-46e0-aca6-c9185b391828" providerId="ADAL" clId="{18447838-0BCA-432B-86F3-BB78526C143F}" dt="2026-10-13T02:50:48.236" v="2447" actId="478"/>
          <ac:spMkLst>
            <pc:docMk/>
            <pc:sldMk cId="2487047363" sldId="902"/>
            <ac:spMk id="99" creationId="{07DB01D2-9121-4AA0-889D-AC1DFA1E0B17}"/>
          </ac:spMkLst>
        </pc:spChg>
        <pc:spChg chg="add del mod">
          <ac:chgData name="Minh Huynh" userId="01a137d4-0d81-46e0-aca6-c9185b391828" providerId="ADAL" clId="{18447838-0BCA-432B-86F3-BB78526C143F}" dt="2026-10-13T02:50:48.236" v="2447" actId="478"/>
          <ac:spMkLst>
            <pc:docMk/>
            <pc:sldMk cId="2487047363" sldId="902"/>
            <ac:spMk id="100" creationId="{2CADFEF8-43F1-4C66-8923-9C0E719B6E81}"/>
          </ac:spMkLst>
        </pc:spChg>
        <pc:spChg chg="add del mod">
          <ac:chgData name="Minh Huynh" userId="01a137d4-0d81-46e0-aca6-c9185b391828" providerId="ADAL" clId="{18447838-0BCA-432B-86F3-BB78526C143F}" dt="2026-10-13T02:50:48.236" v="2447" actId="478"/>
          <ac:spMkLst>
            <pc:docMk/>
            <pc:sldMk cId="2487047363" sldId="902"/>
            <ac:spMk id="101" creationId="{BA24A5E0-0AD4-4A58-B365-9104414967BD}"/>
          </ac:spMkLst>
        </pc:spChg>
        <pc:spChg chg="add del mod">
          <ac:chgData name="Minh Huynh" userId="01a137d4-0d81-46e0-aca6-c9185b391828" providerId="ADAL" clId="{18447838-0BCA-432B-86F3-BB78526C143F}" dt="2026-10-13T02:50:48.236" v="2447" actId="478"/>
          <ac:spMkLst>
            <pc:docMk/>
            <pc:sldMk cId="2487047363" sldId="902"/>
            <ac:spMk id="102" creationId="{7FF04EC5-0235-4979-BC5D-42FF3EAB0188}"/>
          </ac:spMkLst>
        </pc:spChg>
        <pc:spChg chg="add del mod">
          <ac:chgData name="Minh Huynh" userId="01a137d4-0d81-46e0-aca6-c9185b391828" providerId="ADAL" clId="{18447838-0BCA-432B-86F3-BB78526C143F}" dt="2026-10-13T02:50:48.236" v="2447" actId="478"/>
          <ac:spMkLst>
            <pc:docMk/>
            <pc:sldMk cId="2487047363" sldId="902"/>
            <ac:spMk id="103" creationId="{2E5DC29A-FB52-417E-9C27-28C31B928300}"/>
          </ac:spMkLst>
        </pc:spChg>
        <pc:spChg chg="add del mod">
          <ac:chgData name="Minh Huynh" userId="01a137d4-0d81-46e0-aca6-c9185b391828" providerId="ADAL" clId="{18447838-0BCA-432B-86F3-BB78526C143F}" dt="2026-10-13T02:50:48.236" v="2447" actId="478"/>
          <ac:spMkLst>
            <pc:docMk/>
            <pc:sldMk cId="2487047363" sldId="902"/>
            <ac:spMk id="104" creationId="{3A6556C6-597E-4DAA-A539-07379D4CDB03}"/>
          </ac:spMkLst>
        </pc:spChg>
        <pc:spChg chg="add del mod">
          <ac:chgData name="Minh Huynh" userId="01a137d4-0d81-46e0-aca6-c9185b391828" providerId="ADAL" clId="{18447838-0BCA-432B-86F3-BB78526C143F}" dt="2026-10-13T02:50:48.236" v="2447" actId="478"/>
          <ac:spMkLst>
            <pc:docMk/>
            <pc:sldMk cId="2487047363" sldId="902"/>
            <ac:spMk id="105" creationId="{B507C91C-DA60-45C2-B822-1AA04E381167}"/>
          </ac:spMkLst>
        </pc:spChg>
        <pc:spChg chg="add del mod">
          <ac:chgData name="Minh Huynh" userId="01a137d4-0d81-46e0-aca6-c9185b391828" providerId="ADAL" clId="{18447838-0BCA-432B-86F3-BB78526C143F}" dt="2026-10-13T02:50:48.236" v="2447" actId="478"/>
          <ac:spMkLst>
            <pc:docMk/>
            <pc:sldMk cId="2487047363" sldId="902"/>
            <ac:spMk id="106" creationId="{E10A5471-C1CA-42A3-8337-D0B79872C93A}"/>
          </ac:spMkLst>
        </pc:spChg>
        <pc:spChg chg="add del mod">
          <ac:chgData name="Minh Huynh" userId="01a137d4-0d81-46e0-aca6-c9185b391828" providerId="ADAL" clId="{18447838-0BCA-432B-86F3-BB78526C143F}" dt="2026-10-13T02:50:48.236" v="2447" actId="478"/>
          <ac:spMkLst>
            <pc:docMk/>
            <pc:sldMk cId="2487047363" sldId="902"/>
            <ac:spMk id="107" creationId="{5D889565-9B4B-46CC-85D1-BA45C078622B}"/>
          </ac:spMkLst>
        </pc:spChg>
        <pc:spChg chg="add del mod">
          <ac:chgData name="Minh Huynh" userId="01a137d4-0d81-46e0-aca6-c9185b391828" providerId="ADAL" clId="{18447838-0BCA-432B-86F3-BB78526C143F}" dt="2026-10-13T02:50:48.236" v="2447" actId="478"/>
          <ac:spMkLst>
            <pc:docMk/>
            <pc:sldMk cId="2487047363" sldId="902"/>
            <ac:spMk id="108" creationId="{947076CE-710C-43BC-9729-231897829D95}"/>
          </ac:spMkLst>
        </pc:spChg>
        <pc:spChg chg="del">
          <ac:chgData name="Minh Huynh" userId="01a137d4-0d81-46e0-aca6-c9185b391828" providerId="ADAL" clId="{18447838-0BCA-432B-86F3-BB78526C143F}" dt="2026-10-13T02:50:26.209" v="2442" actId="478"/>
          <ac:spMkLst>
            <pc:docMk/>
            <pc:sldMk cId="2487047363" sldId="902"/>
            <ac:spMk id="109" creationId="{70E29BDE-D582-44E9-A981-A922657C9737}"/>
          </ac:spMkLst>
        </pc:spChg>
        <pc:spChg chg="del">
          <ac:chgData name="Minh Huynh" userId="01a137d4-0d81-46e0-aca6-c9185b391828" providerId="ADAL" clId="{18447838-0BCA-432B-86F3-BB78526C143F}" dt="2026-10-13T02:50:26.209" v="2442" actId="478"/>
          <ac:spMkLst>
            <pc:docMk/>
            <pc:sldMk cId="2487047363" sldId="902"/>
            <ac:spMk id="110" creationId="{C84A6944-673D-40A5-8054-D4A16C4F12F0}"/>
          </ac:spMkLst>
        </pc:spChg>
        <pc:spChg chg="del">
          <ac:chgData name="Minh Huynh" userId="01a137d4-0d81-46e0-aca6-c9185b391828" providerId="ADAL" clId="{18447838-0BCA-432B-86F3-BB78526C143F}" dt="2026-10-13T02:50:26.209" v="2442" actId="478"/>
          <ac:spMkLst>
            <pc:docMk/>
            <pc:sldMk cId="2487047363" sldId="902"/>
            <ac:spMk id="111" creationId="{A3211B5B-E568-4BCD-AFD2-F7D4F1FA6F6B}"/>
          </ac:spMkLst>
        </pc:spChg>
        <pc:spChg chg="del">
          <ac:chgData name="Minh Huynh" userId="01a137d4-0d81-46e0-aca6-c9185b391828" providerId="ADAL" clId="{18447838-0BCA-432B-86F3-BB78526C143F}" dt="2026-10-13T02:50:26.209" v="2442" actId="478"/>
          <ac:spMkLst>
            <pc:docMk/>
            <pc:sldMk cId="2487047363" sldId="902"/>
            <ac:spMk id="112" creationId="{6AE57762-497E-4CB6-933E-224650C85615}"/>
          </ac:spMkLst>
        </pc:spChg>
        <pc:spChg chg="del">
          <ac:chgData name="Minh Huynh" userId="01a137d4-0d81-46e0-aca6-c9185b391828" providerId="ADAL" clId="{18447838-0BCA-432B-86F3-BB78526C143F}" dt="2026-10-13T02:50:26.209" v="2442" actId="478"/>
          <ac:spMkLst>
            <pc:docMk/>
            <pc:sldMk cId="2487047363" sldId="902"/>
            <ac:spMk id="113" creationId="{22AC1789-9CDA-4576-BE0B-2EA3F94D1B29}"/>
          </ac:spMkLst>
        </pc:spChg>
        <pc:spChg chg="del">
          <ac:chgData name="Minh Huynh" userId="01a137d4-0d81-46e0-aca6-c9185b391828" providerId="ADAL" clId="{18447838-0BCA-432B-86F3-BB78526C143F}" dt="2026-10-13T02:50:26.209" v="2442" actId="478"/>
          <ac:spMkLst>
            <pc:docMk/>
            <pc:sldMk cId="2487047363" sldId="902"/>
            <ac:spMk id="114" creationId="{1D15B502-FBD0-4D52-9373-9E8C3C5E6C6E}"/>
          </ac:spMkLst>
        </pc:spChg>
        <pc:spChg chg="del">
          <ac:chgData name="Minh Huynh" userId="01a137d4-0d81-46e0-aca6-c9185b391828" providerId="ADAL" clId="{18447838-0BCA-432B-86F3-BB78526C143F}" dt="2026-10-13T02:50:26.209" v="2442" actId="478"/>
          <ac:spMkLst>
            <pc:docMk/>
            <pc:sldMk cId="2487047363" sldId="902"/>
            <ac:spMk id="115" creationId="{5C482160-BFF2-46FA-A335-C33D27054EB2}"/>
          </ac:spMkLst>
        </pc:spChg>
        <pc:spChg chg="del">
          <ac:chgData name="Minh Huynh" userId="01a137d4-0d81-46e0-aca6-c9185b391828" providerId="ADAL" clId="{18447838-0BCA-432B-86F3-BB78526C143F}" dt="2026-10-13T02:50:26.209" v="2442" actId="478"/>
          <ac:spMkLst>
            <pc:docMk/>
            <pc:sldMk cId="2487047363" sldId="902"/>
            <ac:spMk id="116" creationId="{BE32DE41-260C-4BDD-9995-B5E7CE4AE13B}"/>
          </ac:spMkLst>
        </pc:spChg>
        <pc:spChg chg="del">
          <ac:chgData name="Minh Huynh" userId="01a137d4-0d81-46e0-aca6-c9185b391828" providerId="ADAL" clId="{18447838-0BCA-432B-86F3-BB78526C143F}" dt="2026-10-13T02:50:26.209" v="2442" actId="478"/>
          <ac:spMkLst>
            <pc:docMk/>
            <pc:sldMk cId="2487047363" sldId="902"/>
            <ac:spMk id="117" creationId="{3923A32C-8BB8-422A-9C5B-425274790048}"/>
          </ac:spMkLst>
        </pc:spChg>
        <pc:spChg chg="del">
          <ac:chgData name="Minh Huynh" userId="01a137d4-0d81-46e0-aca6-c9185b391828" providerId="ADAL" clId="{18447838-0BCA-432B-86F3-BB78526C143F}" dt="2026-10-13T02:50:26.209" v="2442" actId="478"/>
          <ac:spMkLst>
            <pc:docMk/>
            <pc:sldMk cId="2487047363" sldId="902"/>
            <ac:spMk id="118" creationId="{97D0E181-35A6-4620-AB7C-D7E5C0456EE6}"/>
          </ac:spMkLst>
        </pc:spChg>
        <pc:spChg chg="del">
          <ac:chgData name="Minh Huynh" userId="01a137d4-0d81-46e0-aca6-c9185b391828" providerId="ADAL" clId="{18447838-0BCA-432B-86F3-BB78526C143F}" dt="2026-10-13T02:50:26.209" v="2442" actId="478"/>
          <ac:spMkLst>
            <pc:docMk/>
            <pc:sldMk cId="2487047363" sldId="902"/>
            <ac:spMk id="119" creationId="{CA00CEB9-7A7D-41C6-B0D7-3D7A51935ACD}"/>
          </ac:spMkLst>
        </pc:spChg>
        <pc:spChg chg="del">
          <ac:chgData name="Minh Huynh" userId="01a137d4-0d81-46e0-aca6-c9185b391828" providerId="ADAL" clId="{18447838-0BCA-432B-86F3-BB78526C143F}" dt="2026-10-13T02:50:26.209" v="2442" actId="478"/>
          <ac:spMkLst>
            <pc:docMk/>
            <pc:sldMk cId="2487047363" sldId="902"/>
            <ac:spMk id="120" creationId="{CC2D1360-1673-4D92-B422-6748B526114A}"/>
          </ac:spMkLst>
        </pc:spChg>
        <pc:spChg chg="del">
          <ac:chgData name="Minh Huynh" userId="01a137d4-0d81-46e0-aca6-c9185b391828" providerId="ADAL" clId="{18447838-0BCA-432B-86F3-BB78526C143F}" dt="2026-10-13T02:50:26.209" v="2442" actId="478"/>
          <ac:spMkLst>
            <pc:docMk/>
            <pc:sldMk cId="2487047363" sldId="902"/>
            <ac:spMk id="121" creationId="{1CBDF342-4891-4AAD-A4AA-A80D531935B7}"/>
          </ac:spMkLst>
        </pc:spChg>
        <pc:spChg chg="del">
          <ac:chgData name="Minh Huynh" userId="01a137d4-0d81-46e0-aca6-c9185b391828" providerId="ADAL" clId="{18447838-0BCA-432B-86F3-BB78526C143F}" dt="2026-10-13T02:50:26.209" v="2442" actId="478"/>
          <ac:spMkLst>
            <pc:docMk/>
            <pc:sldMk cId="2487047363" sldId="902"/>
            <ac:spMk id="122" creationId="{BA41133E-FC1A-46BE-A12E-701B621316C2}"/>
          </ac:spMkLst>
        </pc:spChg>
        <pc:spChg chg="del">
          <ac:chgData name="Minh Huynh" userId="01a137d4-0d81-46e0-aca6-c9185b391828" providerId="ADAL" clId="{18447838-0BCA-432B-86F3-BB78526C143F}" dt="2026-10-13T02:50:26.209" v="2442" actId="478"/>
          <ac:spMkLst>
            <pc:docMk/>
            <pc:sldMk cId="2487047363" sldId="902"/>
            <ac:spMk id="123" creationId="{19CA7375-E97A-4DB4-A23B-2CB2E1370747}"/>
          </ac:spMkLst>
        </pc:spChg>
        <pc:spChg chg="del">
          <ac:chgData name="Minh Huynh" userId="01a137d4-0d81-46e0-aca6-c9185b391828" providerId="ADAL" clId="{18447838-0BCA-432B-86F3-BB78526C143F}" dt="2026-10-13T02:50:26.209" v="2442" actId="478"/>
          <ac:spMkLst>
            <pc:docMk/>
            <pc:sldMk cId="2487047363" sldId="902"/>
            <ac:spMk id="124" creationId="{956C46C7-24AB-4D9B-8904-EE60CFACC0C6}"/>
          </ac:spMkLst>
        </pc:spChg>
        <pc:spChg chg="del">
          <ac:chgData name="Minh Huynh" userId="01a137d4-0d81-46e0-aca6-c9185b391828" providerId="ADAL" clId="{18447838-0BCA-432B-86F3-BB78526C143F}" dt="2026-10-13T02:50:26.209" v="2442" actId="478"/>
          <ac:spMkLst>
            <pc:docMk/>
            <pc:sldMk cId="2487047363" sldId="902"/>
            <ac:spMk id="125" creationId="{C70FC9DB-627A-4C73-A98E-F101407A2A4E}"/>
          </ac:spMkLst>
        </pc:spChg>
        <pc:spChg chg="del">
          <ac:chgData name="Minh Huynh" userId="01a137d4-0d81-46e0-aca6-c9185b391828" providerId="ADAL" clId="{18447838-0BCA-432B-86F3-BB78526C143F}" dt="2026-10-13T02:50:26.209" v="2442" actId="478"/>
          <ac:spMkLst>
            <pc:docMk/>
            <pc:sldMk cId="2487047363" sldId="902"/>
            <ac:spMk id="126" creationId="{C209B7AC-2022-4EFA-BAE5-3578AB6F8C62}"/>
          </ac:spMkLst>
        </pc:spChg>
        <pc:spChg chg="del">
          <ac:chgData name="Minh Huynh" userId="01a137d4-0d81-46e0-aca6-c9185b391828" providerId="ADAL" clId="{18447838-0BCA-432B-86F3-BB78526C143F}" dt="2026-10-13T02:50:26.209" v="2442" actId="478"/>
          <ac:spMkLst>
            <pc:docMk/>
            <pc:sldMk cId="2487047363" sldId="902"/>
            <ac:spMk id="127" creationId="{A3D722CA-4697-4C49-81D8-CCB269685479}"/>
          </ac:spMkLst>
        </pc:spChg>
        <pc:spChg chg="del">
          <ac:chgData name="Minh Huynh" userId="01a137d4-0d81-46e0-aca6-c9185b391828" providerId="ADAL" clId="{18447838-0BCA-432B-86F3-BB78526C143F}" dt="2026-10-13T02:50:26.209" v="2442" actId="478"/>
          <ac:spMkLst>
            <pc:docMk/>
            <pc:sldMk cId="2487047363" sldId="902"/>
            <ac:spMk id="128" creationId="{90C02011-FD70-4FC2-8A42-4EA647BB5C97}"/>
          </ac:spMkLst>
        </pc:spChg>
        <pc:spChg chg="del">
          <ac:chgData name="Minh Huynh" userId="01a137d4-0d81-46e0-aca6-c9185b391828" providerId="ADAL" clId="{18447838-0BCA-432B-86F3-BB78526C143F}" dt="2026-10-13T02:50:26.209" v="2442" actId="478"/>
          <ac:spMkLst>
            <pc:docMk/>
            <pc:sldMk cId="2487047363" sldId="902"/>
            <ac:spMk id="129" creationId="{CCC6A48B-32D9-47A5-B49D-4E8A82FC0D93}"/>
          </ac:spMkLst>
        </pc:spChg>
        <pc:spChg chg="del">
          <ac:chgData name="Minh Huynh" userId="01a137d4-0d81-46e0-aca6-c9185b391828" providerId="ADAL" clId="{18447838-0BCA-432B-86F3-BB78526C143F}" dt="2026-10-13T02:50:26.209" v="2442" actId="478"/>
          <ac:spMkLst>
            <pc:docMk/>
            <pc:sldMk cId="2487047363" sldId="902"/>
            <ac:spMk id="130" creationId="{09B8E903-5294-4D19-B51B-70020377B7A8}"/>
          </ac:spMkLst>
        </pc:spChg>
        <pc:spChg chg="del">
          <ac:chgData name="Minh Huynh" userId="01a137d4-0d81-46e0-aca6-c9185b391828" providerId="ADAL" clId="{18447838-0BCA-432B-86F3-BB78526C143F}" dt="2026-10-13T02:50:26.209" v="2442" actId="478"/>
          <ac:spMkLst>
            <pc:docMk/>
            <pc:sldMk cId="2487047363" sldId="902"/>
            <ac:spMk id="131" creationId="{6766EA1A-5560-4A9D-8492-7A266BF81F00}"/>
          </ac:spMkLst>
        </pc:spChg>
        <pc:spChg chg="del">
          <ac:chgData name="Minh Huynh" userId="01a137d4-0d81-46e0-aca6-c9185b391828" providerId="ADAL" clId="{18447838-0BCA-432B-86F3-BB78526C143F}" dt="2026-10-13T02:50:26.209" v="2442" actId="478"/>
          <ac:spMkLst>
            <pc:docMk/>
            <pc:sldMk cId="2487047363" sldId="902"/>
            <ac:spMk id="132" creationId="{E4130D3F-8F23-423F-ABE1-9E13C1E0581A}"/>
          </ac:spMkLst>
        </pc:spChg>
        <pc:spChg chg="add del mod">
          <ac:chgData name="Minh Huynh" userId="01a137d4-0d81-46e0-aca6-c9185b391828" providerId="ADAL" clId="{18447838-0BCA-432B-86F3-BB78526C143F}" dt="2026-10-13T02:50:48.236" v="2447" actId="478"/>
          <ac:spMkLst>
            <pc:docMk/>
            <pc:sldMk cId="2487047363" sldId="902"/>
            <ac:spMk id="133" creationId="{9FFF96A4-E75E-48DE-84B8-E90875689B9B}"/>
          </ac:spMkLst>
        </pc:spChg>
        <pc:spChg chg="add del mod">
          <ac:chgData name="Minh Huynh" userId="01a137d4-0d81-46e0-aca6-c9185b391828" providerId="ADAL" clId="{18447838-0BCA-432B-86F3-BB78526C143F}" dt="2026-10-13T02:50:48.236" v="2447" actId="478"/>
          <ac:spMkLst>
            <pc:docMk/>
            <pc:sldMk cId="2487047363" sldId="902"/>
            <ac:spMk id="134" creationId="{1D673CAE-F566-45E1-A27B-3AB1792E1457}"/>
          </ac:spMkLst>
        </pc:spChg>
        <pc:spChg chg="add del mod">
          <ac:chgData name="Minh Huynh" userId="01a137d4-0d81-46e0-aca6-c9185b391828" providerId="ADAL" clId="{18447838-0BCA-432B-86F3-BB78526C143F}" dt="2026-10-13T02:50:48.236" v="2447" actId="478"/>
          <ac:spMkLst>
            <pc:docMk/>
            <pc:sldMk cId="2487047363" sldId="902"/>
            <ac:spMk id="135" creationId="{AA3CF724-A683-4028-94B6-B0B4B9ED8856}"/>
          </ac:spMkLst>
        </pc:spChg>
        <pc:spChg chg="add del mod">
          <ac:chgData name="Minh Huynh" userId="01a137d4-0d81-46e0-aca6-c9185b391828" providerId="ADAL" clId="{18447838-0BCA-432B-86F3-BB78526C143F}" dt="2026-10-13T02:50:48.236" v="2447" actId="478"/>
          <ac:spMkLst>
            <pc:docMk/>
            <pc:sldMk cId="2487047363" sldId="902"/>
            <ac:spMk id="136" creationId="{3D93E50F-CB56-4AA9-AC6C-2DB9C95B12AC}"/>
          </ac:spMkLst>
        </pc:spChg>
        <pc:spChg chg="add del mod">
          <ac:chgData name="Minh Huynh" userId="01a137d4-0d81-46e0-aca6-c9185b391828" providerId="ADAL" clId="{18447838-0BCA-432B-86F3-BB78526C143F}" dt="2026-10-13T02:50:48.236" v="2447" actId="478"/>
          <ac:spMkLst>
            <pc:docMk/>
            <pc:sldMk cId="2487047363" sldId="902"/>
            <ac:spMk id="137" creationId="{783EF8D4-BEB2-49B3-B8B4-FD533FF3523F}"/>
          </ac:spMkLst>
        </pc:spChg>
        <pc:spChg chg="add del mod">
          <ac:chgData name="Minh Huynh" userId="01a137d4-0d81-46e0-aca6-c9185b391828" providerId="ADAL" clId="{18447838-0BCA-432B-86F3-BB78526C143F}" dt="2026-10-13T02:50:48.236" v="2447" actId="478"/>
          <ac:spMkLst>
            <pc:docMk/>
            <pc:sldMk cId="2487047363" sldId="902"/>
            <ac:spMk id="138" creationId="{BAA48223-7F9E-4E34-A31C-1BB6A78B6585}"/>
          </ac:spMkLst>
        </pc:spChg>
        <pc:spChg chg="add del mod">
          <ac:chgData name="Minh Huynh" userId="01a137d4-0d81-46e0-aca6-c9185b391828" providerId="ADAL" clId="{18447838-0BCA-432B-86F3-BB78526C143F}" dt="2026-10-13T02:50:48.236" v="2447" actId="478"/>
          <ac:spMkLst>
            <pc:docMk/>
            <pc:sldMk cId="2487047363" sldId="902"/>
            <ac:spMk id="139" creationId="{9BF258A2-6828-4C8C-A633-4B6E8912A98B}"/>
          </ac:spMkLst>
        </pc:spChg>
        <pc:spChg chg="add del mod">
          <ac:chgData name="Minh Huynh" userId="01a137d4-0d81-46e0-aca6-c9185b391828" providerId="ADAL" clId="{18447838-0BCA-432B-86F3-BB78526C143F}" dt="2026-10-13T02:50:48.236" v="2447" actId="478"/>
          <ac:spMkLst>
            <pc:docMk/>
            <pc:sldMk cId="2487047363" sldId="902"/>
            <ac:spMk id="140" creationId="{7D5A4F7F-E256-49B1-A91C-34742774F3BC}"/>
          </ac:spMkLst>
        </pc:spChg>
        <pc:spChg chg="add del mod">
          <ac:chgData name="Minh Huynh" userId="01a137d4-0d81-46e0-aca6-c9185b391828" providerId="ADAL" clId="{18447838-0BCA-432B-86F3-BB78526C143F}" dt="2026-10-13T02:50:48.236" v="2447" actId="478"/>
          <ac:spMkLst>
            <pc:docMk/>
            <pc:sldMk cId="2487047363" sldId="902"/>
            <ac:spMk id="141" creationId="{4B4F8553-6D15-4BA0-8278-1FF4BFF4EA0E}"/>
          </ac:spMkLst>
        </pc:spChg>
        <pc:spChg chg="add del mod">
          <ac:chgData name="Minh Huynh" userId="01a137d4-0d81-46e0-aca6-c9185b391828" providerId="ADAL" clId="{18447838-0BCA-432B-86F3-BB78526C143F}" dt="2026-10-13T02:50:48.236" v="2447" actId="478"/>
          <ac:spMkLst>
            <pc:docMk/>
            <pc:sldMk cId="2487047363" sldId="902"/>
            <ac:spMk id="142" creationId="{E753C01D-C4CC-405F-A322-A659106F8D9E}"/>
          </ac:spMkLst>
        </pc:spChg>
        <pc:spChg chg="add del mod">
          <ac:chgData name="Minh Huynh" userId="01a137d4-0d81-46e0-aca6-c9185b391828" providerId="ADAL" clId="{18447838-0BCA-432B-86F3-BB78526C143F}" dt="2026-10-13T02:50:48.236" v="2447" actId="478"/>
          <ac:spMkLst>
            <pc:docMk/>
            <pc:sldMk cId="2487047363" sldId="902"/>
            <ac:spMk id="143" creationId="{BD7B5607-9BF6-481D-B504-53DB1C63D915}"/>
          </ac:spMkLst>
        </pc:spChg>
        <pc:spChg chg="add del mod">
          <ac:chgData name="Minh Huynh" userId="01a137d4-0d81-46e0-aca6-c9185b391828" providerId="ADAL" clId="{18447838-0BCA-432B-86F3-BB78526C143F}" dt="2026-10-13T02:50:48.236" v="2447" actId="478"/>
          <ac:spMkLst>
            <pc:docMk/>
            <pc:sldMk cId="2487047363" sldId="902"/>
            <ac:spMk id="144" creationId="{6BF21274-DDCE-4388-A34D-1837419984F3}"/>
          </ac:spMkLst>
        </pc:spChg>
        <pc:spChg chg="add del mod">
          <ac:chgData name="Minh Huynh" userId="01a137d4-0d81-46e0-aca6-c9185b391828" providerId="ADAL" clId="{18447838-0BCA-432B-86F3-BB78526C143F}" dt="2026-10-13T02:50:48.236" v="2447" actId="478"/>
          <ac:spMkLst>
            <pc:docMk/>
            <pc:sldMk cId="2487047363" sldId="902"/>
            <ac:spMk id="145" creationId="{F2442D25-959F-4A98-BE9C-6BD6D89948B5}"/>
          </ac:spMkLst>
        </pc:spChg>
        <pc:spChg chg="add del mod">
          <ac:chgData name="Minh Huynh" userId="01a137d4-0d81-46e0-aca6-c9185b391828" providerId="ADAL" clId="{18447838-0BCA-432B-86F3-BB78526C143F}" dt="2026-10-13T02:50:48.236" v="2447" actId="478"/>
          <ac:spMkLst>
            <pc:docMk/>
            <pc:sldMk cId="2487047363" sldId="902"/>
            <ac:spMk id="146" creationId="{2D2DAA67-747E-43A1-86BE-BC6B47BEBC98}"/>
          </ac:spMkLst>
        </pc:spChg>
        <pc:spChg chg="add del mod">
          <ac:chgData name="Minh Huynh" userId="01a137d4-0d81-46e0-aca6-c9185b391828" providerId="ADAL" clId="{18447838-0BCA-432B-86F3-BB78526C143F}" dt="2026-10-13T02:50:48.236" v="2447" actId="478"/>
          <ac:spMkLst>
            <pc:docMk/>
            <pc:sldMk cId="2487047363" sldId="902"/>
            <ac:spMk id="147" creationId="{FC4E3C91-C4F0-46E8-BE5C-51859AA92D2A}"/>
          </ac:spMkLst>
        </pc:spChg>
        <pc:spChg chg="add del mod">
          <ac:chgData name="Minh Huynh" userId="01a137d4-0d81-46e0-aca6-c9185b391828" providerId="ADAL" clId="{18447838-0BCA-432B-86F3-BB78526C143F}" dt="2026-10-13T02:50:48.236" v="2447" actId="478"/>
          <ac:spMkLst>
            <pc:docMk/>
            <pc:sldMk cId="2487047363" sldId="902"/>
            <ac:spMk id="148" creationId="{D3C1514A-AAA1-4CF4-8493-C1DF3B45784B}"/>
          </ac:spMkLst>
        </pc:spChg>
        <pc:spChg chg="add del mod">
          <ac:chgData name="Minh Huynh" userId="01a137d4-0d81-46e0-aca6-c9185b391828" providerId="ADAL" clId="{18447838-0BCA-432B-86F3-BB78526C143F}" dt="2026-10-13T02:50:48.236" v="2447" actId="478"/>
          <ac:spMkLst>
            <pc:docMk/>
            <pc:sldMk cId="2487047363" sldId="902"/>
            <ac:spMk id="149" creationId="{8F298063-E868-46A3-97E4-2AD127E35FBB}"/>
          </ac:spMkLst>
        </pc:spChg>
        <pc:spChg chg="add del mod">
          <ac:chgData name="Minh Huynh" userId="01a137d4-0d81-46e0-aca6-c9185b391828" providerId="ADAL" clId="{18447838-0BCA-432B-86F3-BB78526C143F}" dt="2026-10-13T02:50:48.236" v="2447" actId="478"/>
          <ac:spMkLst>
            <pc:docMk/>
            <pc:sldMk cId="2487047363" sldId="902"/>
            <ac:spMk id="150" creationId="{0CF6AC62-33AA-4FEF-B3DA-8CB4E936A876}"/>
          </ac:spMkLst>
        </pc:spChg>
        <pc:spChg chg="add del mod">
          <ac:chgData name="Minh Huynh" userId="01a137d4-0d81-46e0-aca6-c9185b391828" providerId="ADAL" clId="{18447838-0BCA-432B-86F3-BB78526C143F}" dt="2026-10-13T02:50:48.236" v="2447" actId="478"/>
          <ac:spMkLst>
            <pc:docMk/>
            <pc:sldMk cId="2487047363" sldId="902"/>
            <ac:spMk id="151" creationId="{DD4E1251-DD05-4456-838C-F2F904A1E11E}"/>
          </ac:spMkLst>
        </pc:spChg>
        <pc:spChg chg="add del mod">
          <ac:chgData name="Minh Huynh" userId="01a137d4-0d81-46e0-aca6-c9185b391828" providerId="ADAL" clId="{18447838-0BCA-432B-86F3-BB78526C143F}" dt="2026-10-13T02:50:48.236" v="2447" actId="478"/>
          <ac:spMkLst>
            <pc:docMk/>
            <pc:sldMk cId="2487047363" sldId="902"/>
            <ac:spMk id="152" creationId="{BD5E8EFD-A7FA-4C0F-8D22-7938804011F9}"/>
          </ac:spMkLst>
        </pc:spChg>
        <pc:spChg chg="add del mod">
          <ac:chgData name="Minh Huynh" userId="01a137d4-0d81-46e0-aca6-c9185b391828" providerId="ADAL" clId="{18447838-0BCA-432B-86F3-BB78526C143F}" dt="2026-10-13T02:50:48.236" v="2447" actId="478"/>
          <ac:spMkLst>
            <pc:docMk/>
            <pc:sldMk cId="2487047363" sldId="902"/>
            <ac:spMk id="153" creationId="{A05B3B2B-4858-4AD5-9B4A-CB527D0726D1}"/>
          </ac:spMkLst>
        </pc:spChg>
        <pc:spChg chg="add del mod">
          <ac:chgData name="Minh Huynh" userId="01a137d4-0d81-46e0-aca6-c9185b391828" providerId="ADAL" clId="{18447838-0BCA-432B-86F3-BB78526C143F}" dt="2026-10-13T02:50:48.236" v="2447" actId="478"/>
          <ac:spMkLst>
            <pc:docMk/>
            <pc:sldMk cId="2487047363" sldId="902"/>
            <ac:spMk id="154" creationId="{C5904B70-56B1-4F28-A9A3-5E609AD14434}"/>
          </ac:spMkLst>
        </pc:spChg>
        <pc:picChg chg="add mod modCrop">
          <ac:chgData name="Minh Huynh" userId="01a137d4-0d81-46e0-aca6-c9185b391828" providerId="ADAL" clId="{18447838-0BCA-432B-86F3-BB78526C143F}" dt="2026-10-13T02:51:01.163" v="2453" actId="14100"/>
          <ac:picMkLst>
            <pc:docMk/>
            <pc:sldMk cId="2487047363" sldId="902"/>
            <ac:picMk id="3" creationId="{FF9598AB-0C4F-493D-A633-16BD9A5A5B00}"/>
          </ac:picMkLst>
        </pc:picChg>
      </pc:sldChg>
      <pc:sldChg chg="del">
        <pc:chgData name="Minh Huynh" userId="01a137d4-0d81-46e0-aca6-c9185b391828" providerId="ADAL" clId="{18447838-0BCA-432B-86F3-BB78526C143F}" dt="2026-10-12T12:12:45.996" v="0" actId="47"/>
        <pc:sldMkLst>
          <pc:docMk/>
          <pc:sldMk cId="3254035699" sldId="902"/>
        </pc:sldMkLst>
      </pc:sldChg>
      <pc:sldChg chg="addSp delSp modSp add mod">
        <pc:chgData name="Minh Huynh" userId="01a137d4-0d81-46e0-aca6-c9185b391828" providerId="ADAL" clId="{18447838-0BCA-432B-86F3-BB78526C143F}" dt="2026-10-13T02:52:58.446" v="2495" actId="14100"/>
        <pc:sldMkLst>
          <pc:docMk/>
          <pc:sldMk cId="407186605" sldId="903"/>
        </pc:sldMkLst>
        <pc:spChg chg="mod">
          <ac:chgData name="Minh Huynh" userId="01a137d4-0d81-46e0-aca6-c9185b391828" providerId="ADAL" clId="{18447838-0BCA-432B-86F3-BB78526C143F}" dt="2026-10-13T02:52:05.608" v="2463" actId="20577"/>
          <ac:spMkLst>
            <pc:docMk/>
            <pc:sldMk cId="407186605" sldId="903"/>
            <ac:spMk id="4" creationId="{7BC73E8E-0D58-4B4B-A5C4-A8AE38997407}"/>
          </ac:spMkLst>
        </pc:spChg>
        <pc:spChg chg="add del mod">
          <ac:chgData name="Minh Huynh" userId="01a137d4-0d81-46e0-aca6-c9185b391828" providerId="ADAL" clId="{18447838-0BCA-432B-86F3-BB78526C143F}" dt="2026-10-13T02:52:53.567" v="2492"/>
          <ac:spMkLst>
            <pc:docMk/>
            <pc:sldMk cId="407186605" sldId="903"/>
            <ac:spMk id="5" creationId="{ADEC3FB9-46A0-42BC-BA1F-6F02818ADA0A}"/>
          </ac:spMkLst>
        </pc:spChg>
        <pc:spChg chg="add del mod">
          <ac:chgData name="Minh Huynh" userId="01a137d4-0d81-46e0-aca6-c9185b391828" providerId="ADAL" clId="{18447838-0BCA-432B-86F3-BB78526C143F}" dt="2026-10-13T02:52:53.567" v="2492"/>
          <ac:spMkLst>
            <pc:docMk/>
            <pc:sldMk cId="407186605" sldId="903"/>
            <ac:spMk id="6" creationId="{5BCF704C-2879-4F7C-999D-3A1FE9696CD7}"/>
          </ac:spMkLst>
        </pc:spChg>
        <pc:spChg chg="add del mod">
          <ac:chgData name="Minh Huynh" userId="01a137d4-0d81-46e0-aca6-c9185b391828" providerId="ADAL" clId="{18447838-0BCA-432B-86F3-BB78526C143F}" dt="2026-10-13T02:52:53.567" v="2492"/>
          <ac:spMkLst>
            <pc:docMk/>
            <pc:sldMk cId="407186605" sldId="903"/>
            <ac:spMk id="7" creationId="{4C08E428-9A3D-451F-9FDD-468FB8A5EAC0}"/>
          </ac:spMkLst>
        </pc:spChg>
        <pc:spChg chg="add del mod">
          <ac:chgData name="Minh Huynh" userId="01a137d4-0d81-46e0-aca6-c9185b391828" providerId="ADAL" clId="{18447838-0BCA-432B-86F3-BB78526C143F}" dt="2026-10-13T02:52:53.567" v="2492"/>
          <ac:spMkLst>
            <pc:docMk/>
            <pc:sldMk cId="407186605" sldId="903"/>
            <ac:spMk id="8" creationId="{2FD88ADD-0A7A-4F75-9212-61896E47E8E2}"/>
          </ac:spMkLst>
        </pc:spChg>
        <pc:spChg chg="add del mod">
          <ac:chgData name="Minh Huynh" userId="01a137d4-0d81-46e0-aca6-c9185b391828" providerId="ADAL" clId="{18447838-0BCA-432B-86F3-BB78526C143F}" dt="2026-10-13T02:52:53.567" v="2492"/>
          <ac:spMkLst>
            <pc:docMk/>
            <pc:sldMk cId="407186605" sldId="903"/>
            <ac:spMk id="9" creationId="{CEA850DB-253F-45EC-B8A4-D8536273C0C6}"/>
          </ac:spMkLst>
        </pc:spChg>
        <pc:spChg chg="add del mod">
          <ac:chgData name="Minh Huynh" userId="01a137d4-0d81-46e0-aca6-c9185b391828" providerId="ADAL" clId="{18447838-0BCA-432B-86F3-BB78526C143F}" dt="2026-10-13T02:52:53.567" v="2492"/>
          <ac:spMkLst>
            <pc:docMk/>
            <pc:sldMk cId="407186605" sldId="903"/>
            <ac:spMk id="10" creationId="{2B77C65E-EBB1-47DB-8DA2-B196D9DED29C}"/>
          </ac:spMkLst>
        </pc:spChg>
        <pc:spChg chg="add del mod">
          <ac:chgData name="Minh Huynh" userId="01a137d4-0d81-46e0-aca6-c9185b391828" providerId="ADAL" clId="{18447838-0BCA-432B-86F3-BB78526C143F}" dt="2026-10-13T02:52:53.567" v="2492"/>
          <ac:spMkLst>
            <pc:docMk/>
            <pc:sldMk cId="407186605" sldId="903"/>
            <ac:spMk id="11" creationId="{3B2D7323-76A2-420C-9013-8D5970D6530B}"/>
          </ac:spMkLst>
        </pc:spChg>
        <pc:spChg chg="add del mod">
          <ac:chgData name="Minh Huynh" userId="01a137d4-0d81-46e0-aca6-c9185b391828" providerId="ADAL" clId="{18447838-0BCA-432B-86F3-BB78526C143F}" dt="2026-10-13T02:52:53.567" v="2492"/>
          <ac:spMkLst>
            <pc:docMk/>
            <pc:sldMk cId="407186605" sldId="903"/>
            <ac:spMk id="12" creationId="{E5E1C936-9939-45C0-9CAC-D71E97BD66F3}"/>
          </ac:spMkLst>
        </pc:spChg>
        <pc:spChg chg="add del mod">
          <ac:chgData name="Minh Huynh" userId="01a137d4-0d81-46e0-aca6-c9185b391828" providerId="ADAL" clId="{18447838-0BCA-432B-86F3-BB78526C143F}" dt="2026-10-13T02:52:53.567" v="2492"/>
          <ac:spMkLst>
            <pc:docMk/>
            <pc:sldMk cId="407186605" sldId="903"/>
            <ac:spMk id="13" creationId="{0509C094-038E-42F8-98A7-4AA7EB8A1F24}"/>
          </ac:spMkLst>
        </pc:spChg>
        <pc:spChg chg="add del mod">
          <ac:chgData name="Minh Huynh" userId="01a137d4-0d81-46e0-aca6-c9185b391828" providerId="ADAL" clId="{18447838-0BCA-432B-86F3-BB78526C143F}" dt="2026-10-13T02:52:53.567" v="2492"/>
          <ac:spMkLst>
            <pc:docMk/>
            <pc:sldMk cId="407186605" sldId="903"/>
            <ac:spMk id="14" creationId="{C2322A7D-2283-4751-A992-F56BD97E0B28}"/>
          </ac:spMkLst>
        </pc:spChg>
        <pc:spChg chg="add del mod">
          <ac:chgData name="Minh Huynh" userId="01a137d4-0d81-46e0-aca6-c9185b391828" providerId="ADAL" clId="{18447838-0BCA-432B-86F3-BB78526C143F}" dt="2026-10-13T02:52:53.567" v="2492"/>
          <ac:spMkLst>
            <pc:docMk/>
            <pc:sldMk cId="407186605" sldId="903"/>
            <ac:spMk id="15" creationId="{91CA99DC-4B8F-4043-8F8C-15707D28C0E3}"/>
          </ac:spMkLst>
        </pc:spChg>
        <pc:spChg chg="add del mod">
          <ac:chgData name="Minh Huynh" userId="01a137d4-0d81-46e0-aca6-c9185b391828" providerId="ADAL" clId="{18447838-0BCA-432B-86F3-BB78526C143F}" dt="2026-10-13T02:52:53.567" v="2492"/>
          <ac:spMkLst>
            <pc:docMk/>
            <pc:sldMk cId="407186605" sldId="903"/>
            <ac:spMk id="16" creationId="{408747EB-23FD-406E-8607-91866E79D550}"/>
          </ac:spMkLst>
        </pc:spChg>
        <pc:spChg chg="add del mod">
          <ac:chgData name="Minh Huynh" userId="01a137d4-0d81-46e0-aca6-c9185b391828" providerId="ADAL" clId="{18447838-0BCA-432B-86F3-BB78526C143F}" dt="2026-10-13T02:52:53.567" v="2492"/>
          <ac:spMkLst>
            <pc:docMk/>
            <pc:sldMk cId="407186605" sldId="903"/>
            <ac:spMk id="17" creationId="{0B269119-08A1-4BE2-B96D-DA1278FCEFD8}"/>
          </ac:spMkLst>
        </pc:spChg>
        <pc:spChg chg="add del mod">
          <ac:chgData name="Minh Huynh" userId="01a137d4-0d81-46e0-aca6-c9185b391828" providerId="ADAL" clId="{18447838-0BCA-432B-86F3-BB78526C143F}" dt="2026-10-13T02:52:53.567" v="2492"/>
          <ac:spMkLst>
            <pc:docMk/>
            <pc:sldMk cId="407186605" sldId="903"/>
            <ac:spMk id="18" creationId="{B2BE9CB0-715D-47F6-A0D3-C4C34F37F289}"/>
          </ac:spMkLst>
        </pc:spChg>
        <pc:spChg chg="add del mod">
          <ac:chgData name="Minh Huynh" userId="01a137d4-0d81-46e0-aca6-c9185b391828" providerId="ADAL" clId="{18447838-0BCA-432B-86F3-BB78526C143F}" dt="2026-10-13T02:52:53.567" v="2492"/>
          <ac:spMkLst>
            <pc:docMk/>
            <pc:sldMk cId="407186605" sldId="903"/>
            <ac:spMk id="19" creationId="{DB4F1F6D-FE9B-44A1-BDEC-742016D0F220}"/>
          </ac:spMkLst>
        </pc:spChg>
        <pc:spChg chg="add del mod">
          <ac:chgData name="Minh Huynh" userId="01a137d4-0d81-46e0-aca6-c9185b391828" providerId="ADAL" clId="{18447838-0BCA-432B-86F3-BB78526C143F}" dt="2026-10-13T02:52:53.567" v="2492"/>
          <ac:spMkLst>
            <pc:docMk/>
            <pc:sldMk cId="407186605" sldId="903"/>
            <ac:spMk id="20" creationId="{FA31135B-F8C5-4F30-B357-960C685BDB26}"/>
          </ac:spMkLst>
        </pc:spChg>
        <pc:spChg chg="add del mod">
          <ac:chgData name="Minh Huynh" userId="01a137d4-0d81-46e0-aca6-c9185b391828" providerId="ADAL" clId="{18447838-0BCA-432B-86F3-BB78526C143F}" dt="2026-10-13T02:52:53.567" v="2492"/>
          <ac:spMkLst>
            <pc:docMk/>
            <pc:sldMk cId="407186605" sldId="903"/>
            <ac:spMk id="21" creationId="{6C2CC521-6DF9-4B5C-9051-6DE2E689858B}"/>
          </ac:spMkLst>
        </pc:spChg>
        <pc:spChg chg="add del mod">
          <ac:chgData name="Minh Huynh" userId="01a137d4-0d81-46e0-aca6-c9185b391828" providerId="ADAL" clId="{18447838-0BCA-432B-86F3-BB78526C143F}" dt="2026-10-13T02:52:53.567" v="2492"/>
          <ac:spMkLst>
            <pc:docMk/>
            <pc:sldMk cId="407186605" sldId="903"/>
            <ac:spMk id="22" creationId="{147B6001-433B-40A4-AE42-FC65EAFCEB61}"/>
          </ac:spMkLst>
        </pc:spChg>
        <pc:spChg chg="add del mod">
          <ac:chgData name="Minh Huynh" userId="01a137d4-0d81-46e0-aca6-c9185b391828" providerId="ADAL" clId="{18447838-0BCA-432B-86F3-BB78526C143F}" dt="2026-10-13T02:52:53.567" v="2492"/>
          <ac:spMkLst>
            <pc:docMk/>
            <pc:sldMk cId="407186605" sldId="903"/>
            <ac:spMk id="23" creationId="{94317183-4A29-46F9-8A8D-8C1704AAD7DE}"/>
          </ac:spMkLst>
        </pc:spChg>
        <pc:spChg chg="add del mod">
          <ac:chgData name="Minh Huynh" userId="01a137d4-0d81-46e0-aca6-c9185b391828" providerId="ADAL" clId="{18447838-0BCA-432B-86F3-BB78526C143F}" dt="2026-10-13T02:52:53.567" v="2492"/>
          <ac:spMkLst>
            <pc:docMk/>
            <pc:sldMk cId="407186605" sldId="903"/>
            <ac:spMk id="24" creationId="{90D3F90F-D5AD-4416-9955-DACB2A5E619C}"/>
          </ac:spMkLst>
        </pc:spChg>
        <pc:spChg chg="add del mod">
          <ac:chgData name="Minh Huynh" userId="01a137d4-0d81-46e0-aca6-c9185b391828" providerId="ADAL" clId="{18447838-0BCA-432B-86F3-BB78526C143F}" dt="2026-10-13T02:52:53.567" v="2492"/>
          <ac:spMkLst>
            <pc:docMk/>
            <pc:sldMk cId="407186605" sldId="903"/>
            <ac:spMk id="25" creationId="{538DEEF7-7A14-4C97-88FC-4F03EF55C7CD}"/>
          </ac:spMkLst>
        </pc:spChg>
        <pc:spChg chg="add del mod">
          <ac:chgData name="Minh Huynh" userId="01a137d4-0d81-46e0-aca6-c9185b391828" providerId="ADAL" clId="{18447838-0BCA-432B-86F3-BB78526C143F}" dt="2026-10-13T02:52:53.567" v="2492"/>
          <ac:spMkLst>
            <pc:docMk/>
            <pc:sldMk cId="407186605" sldId="903"/>
            <ac:spMk id="26" creationId="{8872A8E3-42AB-4E32-9943-C07A170A083A}"/>
          </ac:spMkLst>
        </pc:spChg>
        <pc:spChg chg="add del mod">
          <ac:chgData name="Minh Huynh" userId="01a137d4-0d81-46e0-aca6-c9185b391828" providerId="ADAL" clId="{18447838-0BCA-432B-86F3-BB78526C143F}" dt="2026-10-13T02:52:53.567" v="2492"/>
          <ac:spMkLst>
            <pc:docMk/>
            <pc:sldMk cId="407186605" sldId="903"/>
            <ac:spMk id="27" creationId="{47B64B21-4075-44DC-A0BA-307F44371E77}"/>
          </ac:spMkLst>
        </pc:spChg>
        <pc:spChg chg="add del mod">
          <ac:chgData name="Minh Huynh" userId="01a137d4-0d81-46e0-aca6-c9185b391828" providerId="ADAL" clId="{18447838-0BCA-432B-86F3-BB78526C143F}" dt="2026-10-13T02:52:53.567" v="2492"/>
          <ac:spMkLst>
            <pc:docMk/>
            <pc:sldMk cId="407186605" sldId="903"/>
            <ac:spMk id="28" creationId="{8C2A514C-18C6-42F6-B67A-09E66AA2FC80}"/>
          </ac:spMkLst>
        </pc:spChg>
        <pc:spChg chg="add del mod">
          <ac:chgData name="Minh Huynh" userId="01a137d4-0d81-46e0-aca6-c9185b391828" providerId="ADAL" clId="{18447838-0BCA-432B-86F3-BB78526C143F}" dt="2026-10-13T02:52:53.567" v="2492"/>
          <ac:spMkLst>
            <pc:docMk/>
            <pc:sldMk cId="407186605" sldId="903"/>
            <ac:spMk id="29" creationId="{289A509F-84D0-42CC-8741-F75A3820973D}"/>
          </ac:spMkLst>
        </pc:spChg>
        <pc:spChg chg="add del mod">
          <ac:chgData name="Minh Huynh" userId="01a137d4-0d81-46e0-aca6-c9185b391828" providerId="ADAL" clId="{18447838-0BCA-432B-86F3-BB78526C143F}" dt="2026-10-13T02:52:53.567" v="2492"/>
          <ac:spMkLst>
            <pc:docMk/>
            <pc:sldMk cId="407186605" sldId="903"/>
            <ac:spMk id="30" creationId="{3AFDCB15-9CD4-42DE-9D60-FB0BA7E47138}"/>
          </ac:spMkLst>
        </pc:spChg>
        <pc:spChg chg="add del mod">
          <ac:chgData name="Minh Huynh" userId="01a137d4-0d81-46e0-aca6-c9185b391828" providerId="ADAL" clId="{18447838-0BCA-432B-86F3-BB78526C143F}" dt="2026-10-13T02:52:53.567" v="2492"/>
          <ac:spMkLst>
            <pc:docMk/>
            <pc:sldMk cId="407186605" sldId="903"/>
            <ac:spMk id="31" creationId="{DAB9FBA9-E83D-4B41-8940-D09426DB17B6}"/>
          </ac:spMkLst>
        </pc:spChg>
        <pc:spChg chg="add del mod">
          <ac:chgData name="Minh Huynh" userId="01a137d4-0d81-46e0-aca6-c9185b391828" providerId="ADAL" clId="{18447838-0BCA-432B-86F3-BB78526C143F}" dt="2026-10-13T02:52:53.567" v="2492"/>
          <ac:spMkLst>
            <pc:docMk/>
            <pc:sldMk cId="407186605" sldId="903"/>
            <ac:spMk id="32" creationId="{F2E99E10-006F-4E61-AAD2-5CFBBF11AE3A}"/>
          </ac:spMkLst>
        </pc:spChg>
        <pc:spChg chg="add del mod">
          <ac:chgData name="Minh Huynh" userId="01a137d4-0d81-46e0-aca6-c9185b391828" providerId="ADAL" clId="{18447838-0BCA-432B-86F3-BB78526C143F}" dt="2026-10-13T02:52:53.567" v="2492"/>
          <ac:spMkLst>
            <pc:docMk/>
            <pc:sldMk cId="407186605" sldId="903"/>
            <ac:spMk id="33" creationId="{D9D9682F-D4F6-4BF7-8E8E-7D3C7CD4CA42}"/>
          </ac:spMkLst>
        </pc:spChg>
        <pc:spChg chg="add del mod">
          <ac:chgData name="Minh Huynh" userId="01a137d4-0d81-46e0-aca6-c9185b391828" providerId="ADAL" clId="{18447838-0BCA-432B-86F3-BB78526C143F}" dt="2026-10-13T02:52:53.567" v="2492"/>
          <ac:spMkLst>
            <pc:docMk/>
            <pc:sldMk cId="407186605" sldId="903"/>
            <ac:spMk id="34" creationId="{E62A4847-2C78-41C8-8A17-4763CE29FD70}"/>
          </ac:spMkLst>
        </pc:spChg>
        <pc:spChg chg="mod">
          <ac:chgData name="Minh Huynh" userId="01a137d4-0d81-46e0-aca6-c9185b391828" providerId="ADAL" clId="{18447838-0BCA-432B-86F3-BB78526C143F}" dt="2026-10-13T02:52:38.718" v="2489" actId="20577"/>
          <ac:spMkLst>
            <pc:docMk/>
            <pc:sldMk cId="407186605" sldId="903"/>
            <ac:spMk id="75" creationId="{49DF9D2F-8E65-4D63-82C3-27F8FA7882BF}"/>
          </ac:spMkLst>
        </pc:spChg>
        <pc:picChg chg="add mod">
          <ac:chgData name="Minh Huynh" userId="01a137d4-0d81-46e0-aca6-c9185b391828" providerId="ADAL" clId="{18447838-0BCA-432B-86F3-BB78526C143F}" dt="2026-10-13T02:52:58.446" v="2495" actId="14100"/>
          <ac:picMkLst>
            <pc:docMk/>
            <pc:sldMk cId="407186605" sldId="903"/>
            <ac:picMk id="2" creationId="{6FCA070F-4587-4399-9BD6-75A05A565D03}"/>
          </ac:picMkLst>
        </pc:picChg>
        <pc:picChg chg="del">
          <ac:chgData name="Minh Huynh" userId="01a137d4-0d81-46e0-aca6-c9185b391828" providerId="ADAL" clId="{18447838-0BCA-432B-86F3-BB78526C143F}" dt="2026-10-13T02:52:51.296" v="2490" actId="478"/>
          <ac:picMkLst>
            <pc:docMk/>
            <pc:sldMk cId="407186605" sldId="903"/>
            <ac:picMk id="3" creationId="{FF9598AB-0C4F-493D-A633-16BD9A5A5B00}"/>
          </ac:picMkLst>
        </pc:picChg>
      </pc:sldChg>
      <pc:sldChg chg="del">
        <pc:chgData name="Minh Huynh" userId="01a137d4-0d81-46e0-aca6-c9185b391828" providerId="ADAL" clId="{18447838-0BCA-432B-86F3-BB78526C143F}" dt="2026-10-12T12:12:45.996" v="0" actId="47"/>
        <pc:sldMkLst>
          <pc:docMk/>
          <pc:sldMk cId="2758277335" sldId="903"/>
        </pc:sldMkLst>
      </pc:sldChg>
      <pc:sldChg chg="addSp delSp modSp add mod">
        <pc:chgData name="Minh Huynh" userId="01a137d4-0d81-46e0-aca6-c9185b391828" providerId="ADAL" clId="{18447838-0BCA-432B-86F3-BB78526C143F}" dt="2026-10-13T02:55:25.047" v="2552"/>
        <pc:sldMkLst>
          <pc:docMk/>
          <pc:sldMk cId="1787648695" sldId="904"/>
        </pc:sldMkLst>
        <pc:spChg chg="mod">
          <ac:chgData name="Minh Huynh" userId="01a137d4-0d81-46e0-aca6-c9185b391828" providerId="ADAL" clId="{18447838-0BCA-432B-86F3-BB78526C143F}" dt="2026-10-13T02:55:04.442" v="2548" actId="20577"/>
          <ac:spMkLst>
            <pc:docMk/>
            <pc:sldMk cId="1787648695" sldId="904"/>
            <ac:spMk id="4" creationId="{7BC73E8E-0D58-4B4B-A5C4-A8AE38997407}"/>
          </ac:spMkLst>
        </pc:spChg>
        <pc:spChg chg="del">
          <ac:chgData name="Minh Huynh" userId="01a137d4-0d81-46e0-aca6-c9185b391828" providerId="ADAL" clId="{18447838-0BCA-432B-86F3-BB78526C143F}" dt="2026-10-13T02:55:12.923" v="2550" actId="478"/>
          <ac:spMkLst>
            <pc:docMk/>
            <pc:sldMk cId="1787648695" sldId="904"/>
            <ac:spMk id="75" creationId="{49DF9D2F-8E65-4D63-82C3-27F8FA7882BF}"/>
          </ac:spMkLst>
        </pc:spChg>
        <pc:graphicFrameChg chg="add mod">
          <ac:chgData name="Minh Huynh" userId="01a137d4-0d81-46e0-aca6-c9185b391828" providerId="ADAL" clId="{18447838-0BCA-432B-86F3-BB78526C143F}" dt="2026-10-13T02:55:17.528" v="2551"/>
          <ac:graphicFrameMkLst>
            <pc:docMk/>
            <pc:sldMk cId="1787648695" sldId="904"/>
            <ac:graphicFrameMk id="5" creationId="{ED8765C3-613A-4F4C-A180-3299951757A9}"/>
          </ac:graphicFrameMkLst>
        </pc:graphicFrameChg>
        <pc:graphicFrameChg chg="add mod">
          <ac:chgData name="Minh Huynh" userId="01a137d4-0d81-46e0-aca6-c9185b391828" providerId="ADAL" clId="{18447838-0BCA-432B-86F3-BB78526C143F}" dt="2026-10-13T02:55:25.047" v="2552"/>
          <ac:graphicFrameMkLst>
            <pc:docMk/>
            <pc:sldMk cId="1787648695" sldId="904"/>
            <ac:graphicFrameMk id="6" creationId="{1E019121-932F-4197-9A42-61D4D5DF8D3E}"/>
          </ac:graphicFrameMkLst>
        </pc:graphicFrameChg>
        <pc:picChg chg="del">
          <ac:chgData name="Minh Huynh" userId="01a137d4-0d81-46e0-aca6-c9185b391828" providerId="ADAL" clId="{18447838-0BCA-432B-86F3-BB78526C143F}" dt="2026-10-13T02:55:09.587" v="2549" actId="478"/>
          <ac:picMkLst>
            <pc:docMk/>
            <pc:sldMk cId="1787648695" sldId="904"/>
            <ac:picMk id="2" creationId="{6FCA070F-4587-4399-9BD6-75A05A565D03}"/>
          </ac:picMkLst>
        </pc:picChg>
      </pc:sldChg>
      <pc:sldChg chg="addSp delSp modSp add mod">
        <pc:chgData name="Minh Huynh" userId="01a137d4-0d81-46e0-aca6-c9185b391828" providerId="ADAL" clId="{18447838-0BCA-432B-86F3-BB78526C143F}" dt="2026-10-13T02:57:56.104" v="2599" actId="1076"/>
        <pc:sldMkLst>
          <pc:docMk/>
          <pc:sldMk cId="1045422390" sldId="905"/>
        </pc:sldMkLst>
        <pc:spChg chg="add del">
          <ac:chgData name="Minh Huynh" userId="01a137d4-0d81-46e0-aca6-c9185b391828" providerId="ADAL" clId="{18447838-0BCA-432B-86F3-BB78526C143F}" dt="2026-10-13T02:57:33.838" v="2556"/>
          <ac:spMkLst>
            <pc:docMk/>
            <pc:sldMk cId="1045422390" sldId="905"/>
            <ac:spMk id="2" creationId="{F1E60DDB-647A-44BE-BE48-8E5ECFC1A088}"/>
          </ac:spMkLst>
        </pc:spChg>
        <pc:spChg chg="mod">
          <ac:chgData name="Minh Huynh" userId="01a137d4-0d81-46e0-aca6-c9185b391828" providerId="ADAL" clId="{18447838-0BCA-432B-86F3-BB78526C143F}" dt="2026-10-13T02:57:47.455" v="2595" actId="20577"/>
          <ac:spMkLst>
            <pc:docMk/>
            <pc:sldMk cId="1045422390" sldId="905"/>
            <ac:spMk id="4" creationId="{7BC73E8E-0D58-4B4B-A5C4-A8AE38997407}"/>
          </ac:spMkLst>
        </pc:spChg>
        <pc:graphicFrameChg chg="del">
          <ac:chgData name="Minh Huynh" userId="01a137d4-0d81-46e0-aca6-c9185b391828" providerId="ADAL" clId="{18447838-0BCA-432B-86F3-BB78526C143F}" dt="2026-10-13T02:57:31.904" v="2554" actId="478"/>
          <ac:graphicFrameMkLst>
            <pc:docMk/>
            <pc:sldMk cId="1045422390" sldId="905"/>
            <ac:graphicFrameMk id="5" creationId="{ED8765C3-613A-4F4C-A180-3299951757A9}"/>
          </ac:graphicFrameMkLst>
        </pc:graphicFrameChg>
        <pc:graphicFrameChg chg="del">
          <ac:chgData name="Minh Huynh" userId="01a137d4-0d81-46e0-aca6-c9185b391828" providerId="ADAL" clId="{18447838-0BCA-432B-86F3-BB78526C143F}" dt="2026-10-13T02:57:31.904" v="2554" actId="478"/>
          <ac:graphicFrameMkLst>
            <pc:docMk/>
            <pc:sldMk cId="1045422390" sldId="905"/>
            <ac:graphicFrameMk id="6" creationId="{1E019121-932F-4197-9A42-61D4D5DF8D3E}"/>
          </ac:graphicFrameMkLst>
        </pc:graphicFrameChg>
        <pc:picChg chg="add mod modCrop">
          <ac:chgData name="Minh Huynh" userId="01a137d4-0d81-46e0-aca6-c9185b391828" providerId="ADAL" clId="{18447838-0BCA-432B-86F3-BB78526C143F}" dt="2026-10-13T02:57:56.104" v="2599" actId="1076"/>
          <ac:picMkLst>
            <pc:docMk/>
            <pc:sldMk cId="1045422390" sldId="905"/>
            <ac:picMk id="3" creationId="{408C6312-FD8B-4CBC-B76D-19D9F5BFB69F}"/>
          </ac:picMkLst>
        </pc:picChg>
      </pc:sldChg>
      <pc:sldChg chg="addSp delSp modSp add mod">
        <pc:chgData name="Minh Huynh" userId="01a137d4-0d81-46e0-aca6-c9185b391828" providerId="ADAL" clId="{18447838-0BCA-432B-86F3-BB78526C143F}" dt="2026-10-13T03:01:57.617" v="2674" actId="20577"/>
        <pc:sldMkLst>
          <pc:docMk/>
          <pc:sldMk cId="4258506999" sldId="906"/>
        </pc:sldMkLst>
        <pc:spChg chg="add del">
          <ac:chgData name="Minh Huynh" userId="01a137d4-0d81-46e0-aca6-c9185b391828" providerId="ADAL" clId="{18447838-0BCA-432B-86F3-BB78526C143F}" dt="2026-10-13T03:01:33.318" v="2603"/>
          <ac:spMkLst>
            <pc:docMk/>
            <pc:sldMk cId="4258506999" sldId="906"/>
            <ac:spMk id="2" creationId="{2B5DCEBB-3CA7-465A-BCB6-8273A98139B4}"/>
          </ac:spMkLst>
        </pc:spChg>
        <pc:spChg chg="mod">
          <ac:chgData name="Minh Huynh" userId="01a137d4-0d81-46e0-aca6-c9185b391828" providerId="ADAL" clId="{18447838-0BCA-432B-86F3-BB78526C143F}" dt="2026-10-13T03:01:57.617" v="2674" actId="20577"/>
          <ac:spMkLst>
            <pc:docMk/>
            <pc:sldMk cId="4258506999" sldId="906"/>
            <ac:spMk id="4" creationId="{7BC73E8E-0D58-4B4B-A5C4-A8AE38997407}"/>
          </ac:spMkLst>
        </pc:spChg>
        <pc:picChg chg="del">
          <ac:chgData name="Minh Huynh" userId="01a137d4-0d81-46e0-aca6-c9185b391828" providerId="ADAL" clId="{18447838-0BCA-432B-86F3-BB78526C143F}" dt="2026-10-13T03:01:31.307" v="2601" actId="478"/>
          <ac:picMkLst>
            <pc:docMk/>
            <pc:sldMk cId="4258506999" sldId="906"/>
            <ac:picMk id="3" creationId="{408C6312-FD8B-4CBC-B76D-19D9F5BFB69F}"/>
          </ac:picMkLst>
        </pc:picChg>
        <pc:picChg chg="add mod modCrop">
          <ac:chgData name="Minh Huynh" userId="01a137d4-0d81-46e0-aca6-c9185b391828" providerId="ADAL" clId="{18447838-0BCA-432B-86F3-BB78526C143F}" dt="2026-10-13T03:01:42.046" v="2607" actId="1076"/>
          <ac:picMkLst>
            <pc:docMk/>
            <pc:sldMk cId="4258506999" sldId="906"/>
            <ac:picMk id="5" creationId="{A8AC5D9D-3B8D-4A6F-B0B8-5820DD3642C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4.xlsx"/></Relationships>
</file>

<file path=ppt/charts/_rels/chart16.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18.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19.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16.xml"/><Relationship Id="rId1" Type="http://schemas.microsoft.com/office/2011/relationships/chartStyle" Target="style16.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17.xml"/><Relationship Id="rId1" Type="http://schemas.microsoft.com/office/2011/relationships/chartStyle" Target="style17.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18.xml"/><Relationship Id="rId1" Type="http://schemas.microsoft.com/office/2011/relationships/chartStyle" Target="style18.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19.xml"/><Relationship Id="rId1" Type="http://schemas.microsoft.com/office/2011/relationships/chartStyle" Target="style19.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20.xml"/><Relationship Id="rId1" Type="http://schemas.microsoft.com/office/2011/relationships/chartStyle" Target="style20.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21.xml"/><Relationship Id="rId1" Type="http://schemas.microsoft.com/office/2011/relationships/chartStyle" Target="style21.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22.xml"/><Relationship Id="rId1" Type="http://schemas.microsoft.com/office/2011/relationships/chartStyle" Target="style22.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23.xml"/><Relationship Id="rId1" Type="http://schemas.microsoft.com/office/2011/relationships/chartStyle" Target="style23.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mhuynh\Desktop\Teaching\STA20006%20-%20ANOVA\2016\Semester%202\Tutorials\Week%201%20-%20A%20review%20of%20concepts\Tutorial%20Week%201%20Worksheet.xlsx" TargetMode="External"/><Relationship Id="rId2" Type="http://schemas.microsoft.com/office/2011/relationships/chartColorStyle" Target="colors24.xml"/><Relationship Id="rId1" Type="http://schemas.microsoft.com/office/2011/relationships/chartStyle" Target="style2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28575" cap="rnd">
              <a:solidFill>
                <a:schemeClr val="accent1"/>
              </a:solidFill>
              <a:round/>
            </a:ln>
            <a:effectLst/>
          </c:spPr>
          <c:marker>
            <c:symbol val="none"/>
          </c:marker>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Sheet1!#REF!</c:f>
              <c:numCache>
                <c:formatCode>General</c:formatCode>
                <c:ptCount val="1"/>
                <c:pt idx="0">
                  <c:v>1</c:v>
                </c:pt>
              </c:numCache>
            </c:numRef>
          </c:val>
          <c:smooth val="0"/>
          <c:extLst>
            <c:ext xmlns:c16="http://schemas.microsoft.com/office/drawing/2014/chart" uri="{C3380CC4-5D6E-409C-BE32-E72D297353CC}">
              <c16:uniqueId val="{00000000-91EA-41FF-B3D7-6C6B61828029}"/>
            </c:ext>
          </c:extLst>
        </c:ser>
        <c:ser>
          <c:idx val="1"/>
          <c:order val="1"/>
          <c:spPr>
            <a:ln w="28575" cap="rnd">
              <a:solidFill>
                <a:srgbClr val="0070C0"/>
              </a:solidFill>
              <a:round/>
            </a:ln>
            <a:effectLst/>
          </c:spPr>
          <c:marker>
            <c:symbol val="none"/>
          </c:marker>
          <c:dPt>
            <c:idx val="17"/>
            <c:marker>
              <c:symbol val="none"/>
            </c:marker>
            <c:bubble3D val="0"/>
            <c:spPr>
              <a:ln w="28575" cap="rnd">
                <a:solidFill>
                  <a:srgbClr val="0070C0"/>
                </a:solidFill>
                <a:round/>
              </a:ln>
              <a:effectLst/>
            </c:spPr>
            <c:extLst>
              <c:ext xmlns:c16="http://schemas.microsoft.com/office/drawing/2014/chart" uri="{C3380CC4-5D6E-409C-BE32-E72D297353CC}">
                <c16:uniqueId val="{00000002-91EA-41FF-B3D7-6C6B61828029}"/>
              </c:ext>
            </c:extLst>
          </c:dPt>
          <c:dPt>
            <c:idx val="18"/>
            <c:marker>
              <c:symbol val="none"/>
            </c:marker>
            <c:bubble3D val="0"/>
            <c:spPr>
              <a:ln w="28575" cap="rnd">
                <a:solidFill>
                  <a:srgbClr val="0070C0"/>
                </a:solidFill>
                <a:round/>
              </a:ln>
              <a:effectLst/>
            </c:spPr>
            <c:extLst>
              <c:ext xmlns:c16="http://schemas.microsoft.com/office/drawing/2014/chart" uri="{C3380CC4-5D6E-409C-BE32-E72D297353CC}">
                <c16:uniqueId val="{00000004-91EA-41FF-B3D7-6C6B61828029}"/>
              </c:ext>
            </c:extLst>
          </c:dPt>
          <c:dPt>
            <c:idx val="19"/>
            <c:marker>
              <c:symbol val="none"/>
            </c:marker>
            <c:bubble3D val="0"/>
            <c:spPr>
              <a:ln w="28575" cap="rnd">
                <a:solidFill>
                  <a:srgbClr val="0070C0"/>
                </a:solidFill>
                <a:round/>
              </a:ln>
              <a:effectLst/>
            </c:spPr>
            <c:extLst>
              <c:ext xmlns:c16="http://schemas.microsoft.com/office/drawing/2014/chart" uri="{C3380CC4-5D6E-409C-BE32-E72D297353CC}">
                <c16:uniqueId val="{00000006-91EA-41FF-B3D7-6C6B61828029}"/>
              </c:ext>
            </c:extLst>
          </c:dPt>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Sheet1!$D$2:$D$21</c:f>
              <c:numCache>
                <c:formatCode>General</c:formatCode>
                <c:ptCount val="20"/>
                <c:pt idx="0">
                  <c:v>36.299999999999997</c:v>
                </c:pt>
                <c:pt idx="1">
                  <c:v>57.3</c:v>
                </c:pt>
                <c:pt idx="2">
                  <c:v>60</c:v>
                </c:pt>
                <c:pt idx="3">
                  <c:v>19</c:v>
                </c:pt>
                <c:pt idx="4">
                  <c:v>34.299999999999997</c:v>
                </c:pt>
                <c:pt idx="5">
                  <c:v>72</c:v>
                </c:pt>
                <c:pt idx="6">
                  <c:v>80.7</c:v>
                </c:pt>
                <c:pt idx="7">
                  <c:v>14</c:v>
                </c:pt>
                <c:pt idx="8">
                  <c:v>35.299999999999997</c:v>
                </c:pt>
                <c:pt idx="9">
                  <c:v>89</c:v>
                </c:pt>
                <c:pt idx="10">
                  <c:v>89.3</c:v>
                </c:pt>
                <c:pt idx="11">
                  <c:v>22.7</c:v>
                </c:pt>
                <c:pt idx="12">
                  <c:v>30.7</c:v>
                </c:pt>
                <c:pt idx="13">
                  <c:v>39.700000000000003</c:v>
                </c:pt>
                <c:pt idx="14">
                  <c:v>73.3</c:v>
                </c:pt>
                <c:pt idx="15">
                  <c:v>34</c:v>
                </c:pt>
              </c:numCache>
            </c:numRef>
          </c:val>
          <c:smooth val="0"/>
          <c:extLst>
            <c:ext xmlns:c16="http://schemas.microsoft.com/office/drawing/2014/chart" uri="{C3380CC4-5D6E-409C-BE32-E72D297353CC}">
              <c16:uniqueId val="{00000007-91EA-41FF-B3D7-6C6B61828029}"/>
            </c:ext>
          </c:extLst>
        </c:ser>
        <c:dLbls>
          <c:showLegendKey val="0"/>
          <c:showVal val="0"/>
          <c:showCatName val="0"/>
          <c:showSerName val="0"/>
          <c:showPercent val="0"/>
          <c:showBubbleSize val="0"/>
        </c:dLbls>
        <c:smooth val="0"/>
        <c:axId val="1221395088"/>
        <c:axId val="1221392176"/>
      </c:lineChart>
      <c:catAx>
        <c:axId val="122139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gency FB" panose="020B0503020202020204" pitchFamily="34" charset="0"/>
                <a:ea typeface="+mn-ea"/>
                <a:cs typeface="+mn-cs"/>
              </a:defRPr>
            </a:pPr>
            <a:endParaRPr lang="en-US"/>
          </a:p>
        </c:txPr>
        <c:crossAx val="1221392176"/>
        <c:crosses val="autoZero"/>
        <c:auto val="1"/>
        <c:lblAlgn val="ctr"/>
        <c:lblOffset val="100"/>
        <c:noMultiLvlLbl val="0"/>
      </c:catAx>
      <c:valAx>
        <c:axId val="1221392176"/>
        <c:scaling>
          <c:orientation val="minMax"/>
        </c:scaling>
        <c:delete val="0"/>
        <c:axPos val="l"/>
        <c:title>
          <c:tx>
            <c:rich>
              <a:bodyPr rot="-5400000" spcFirstLastPara="1" vertOverflow="ellipsis" vert="horz" wrap="square" anchor="ctr" anchorCtr="1"/>
              <a:lstStyle/>
              <a:p>
                <a:pPr>
                  <a:defRPr sz="1600" b="0" i="0" u="none" strike="noStrike" kern="1200" baseline="0">
                    <a:solidFill>
                      <a:schemeClr val="tx1"/>
                    </a:solidFill>
                    <a:latin typeface="Agency FB" panose="020B0503020202020204" pitchFamily="34" charset="0"/>
                    <a:ea typeface="+mn-ea"/>
                    <a:cs typeface="+mn-cs"/>
                  </a:defRPr>
                </a:pPr>
                <a:r>
                  <a:rPr lang="en-AU" dirty="0"/>
                  <a:t>Sales</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Agency FB" panose="020B0503020202020204" pitchFamily="34"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Agency FB" panose="020B0503020202020204" pitchFamily="34" charset="0"/>
                <a:ea typeface="+mn-ea"/>
                <a:cs typeface="+mn-cs"/>
              </a:defRPr>
            </a:pPr>
            <a:endParaRPr lang="en-US"/>
          </a:p>
        </c:txPr>
        <c:crossAx val="1221395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latin typeface="Agency FB" panose="020B0503020202020204" pitchFamily="34"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28575" cap="rnd">
              <a:solidFill>
                <a:schemeClr val="accent1"/>
              </a:solidFill>
              <a:round/>
            </a:ln>
            <a:effectLst/>
          </c:spPr>
          <c:marker>
            <c:symbol val="none"/>
          </c:marker>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Sheet1!#REF!</c:f>
              <c:numCache>
                <c:formatCode>General</c:formatCode>
                <c:ptCount val="1"/>
                <c:pt idx="0">
                  <c:v>1</c:v>
                </c:pt>
              </c:numCache>
            </c:numRef>
          </c:val>
          <c:smooth val="0"/>
          <c:extLst>
            <c:ext xmlns:c16="http://schemas.microsoft.com/office/drawing/2014/chart" uri="{C3380CC4-5D6E-409C-BE32-E72D297353CC}">
              <c16:uniqueId val="{00000000-3776-4760-8FB8-0768871BCDDC}"/>
            </c:ext>
          </c:extLst>
        </c:ser>
        <c:ser>
          <c:idx val="1"/>
          <c:order val="1"/>
          <c:spPr>
            <a:ln w="28575" cap="rnd">
              <a:solidFill>
                <a:srgbClr val="0070C0"/>
              </a:solidFill>
              <a:round/>
            </a:ln>
            <a:effectLst/>
          </c:spPr>
          <c:marker>
            <c:symbol val="none"/>
          </c:marker>
          <c:dPt>
            <c:idx val="17"/>
            <c:marker>
              <c:symbol val="none"/>
            </c:marker>
            <c:bubble3D val="0"/>
            <c:spPr>
              <a:ln w="28575" cap="rnd">
                <a:solidFill>
                  <a:srgbClr val="0070C0"/>
                </a:solidFill>
                <a:round/>
              </a:ln>
              <a:effectLst/>
            </c:spPr>
            <c:extLst>
              <c:ext xmlns:c16="http://schemas.microsoft.com/office/drawing/2014/chart" uri="{C3380CC4-5D6E-409C-BE32-E72D297353CC}">
                <c16:uniqueId val="{00000002-3776-4760-8FB8-0768871BCDDC}"/>
              </c:ext>
            </c:extLst>
          </c:dPt>
          <c:dPt>
            <c:idx val="18"/>
            <c:marker>
              <c:symbol val="none"/>
            </c:marker>
            <c:bubble3D val="0"/>
            <c:spPr>
              <a:ln w="28575" cap="rnd">
                <a:solidFill>
                  <a:srgbClr val="0070C0"/>
                </a:solidFill>
                <a:round/>
              </a:ln>
              <a:effectLst/>
            </c:spPr>
            <c:extLst>
              <c:ext xmlns:c16="http://schemas.microsoft.com/office/drawing/2014/chart" uri="{C3380CC4-5D6E-409C-BE32-E72D297353CC}">
                <c16:uniqueId val="{00000004-3776-4760-8FB8-0768871BCDDC}"/>
              </c:ext>
            </c:extLst>
          </c:dPt>
          <c:dPt>
            <c:idx val="19"/>
            <c:marker>
              <c:symbol val="none"/>
            </c:marker>
            <c:bubble3D val="0"/>
            <c:spPr>
              <a:ln w="28575" cap="rnd">
                <a:solidFill>
                  <a:srgbClr val="0070C0"/>
                </a:solidFill>
                <a:round/>
              </a:ln>
              <a:effectLst/>
            </c:spPr>
            <c:extLst>
              <c:ext xmlns:c16="http://schemas.microsoft.com/office/drawing/2014/chart" uri="{C3380CC4-5D6E-409C-BE32-E72D297353CC}">
                <c16:uniqueId val="{00000006-3776-4760-8FB8-0768871BCDDC}"/>
              </c:ext>
            </c:extLst>
          </c:dPt>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Sheet1!$D$2:$D$21</c:f>
              <c:numCache>
                <c:formatCode>General</c:formatCode>
                <c:ptCount val="20"/>
                <c:pt idx="0">
                  <c:v>36.299999999999997</c:v>
                </c:pt>
                <c:pt idx="1">
                  <c:v>57.3</c:v>
                </c:pt>
                <c:pt idx="2">
                  <c:v>60</c:v>
                </c:pt>
                <c:pt idx="3">
                  <c:v>19</c:v>
                </c:pt>
                <c:pt idx="4">
                  <c:v>34.299999999999997</c:v>
                </c:pt>
                <c:pt idx="5">
                  <c:v>72</c:v>
                </c:pt>
                <c:pt idx="6">
                  <c:v>80.7</c:v>
                </c:pt>
                <c:pt idx="7">
                  <c:v>14</c:v>
                </c:pt>
                <c:pt idx="8">
                  <c:v>35.299999999999997</c:v>
                </c:pt>
                <c:pt idx="9">
                  <c:v>89</c:v>
                </c:pt>
                <c:pt idx="10">
                  <c:v>89.3</c:v>
                </c:pt>
                <c:pt idx="11">
                  <c:v>22.7</c:v>
                </c:pt>
                <c:pt idx="12">
                  <c:v>30.7</c:v>
                </c:pt>
                <c:pt idx="13">
                  <c:v>39.700000000000003</c:v>
                </c:pt>
                <c:pt idx="14">
                  <c:v>73.3</c:v>
                </c:pt>
                <c:pt idx="15">
                  <c:v>34</c:v>
                </c:pt>
              </c:numCache>
            </c:numRef>
          </c:val>
          <c:smooth val="0"/>
          <c:extLst>
            <c:ext xmlns:c16="http://schemas.microsoft.com/office/drawing/2014/chart" uri="{C3380CC4-5D6E-409C-BE32-E72D297353CC}">
              <c16:uniqueId val="{00000007-3776-4760-8FB8-0768871BCDDC}"/>
            </c:ext>
          </c:extLst>
        </c:ser>
        <c:dLbls>
          <c:showLegendKey val="0"/>
          <c:showVal val="0"/>
          <c:showCatName val="0"/>
          <c:showSerName val="0"/>
          <c:showPercent val="0"/>
          <c:showBubbleSize val="0"/>
        </c:dLbls>
        <c:smooth val="0"/>
        <c:axId val="1221395088"/>
        <c:axId val="1221392176"/>
      </c:lineChart>
      <c:catAx>
        <c:axId val="122139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solidFill>
                <a:latin typeface="Agency FB" panose="020B0503020202020204" pitchFamily="34" charset="0"/>
                <a:ea typeface="+mn-ea"/>
                <a:cs typeface="+mn-cs"/>
              </a:defRPr>
            </a:pPr>
            <a:endParaRPr lang="en-US"/>
          </a:p>
        </c:txPr>
        <c:crossAx val="1221392176"/>
        <c:crosses val="autoZero"/>
        <c:auto val="1"/>
        <c:lblAlgn val="ctr"/>
        <c:lblOffset val="100"/>
        <c:noMultiLvlLbl val="0"/>
      </c:catAx>
      <c:valAx>
        <c:axId val="12213921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Agency FB" panose="020B0503020202020204" pitchFamily="34" charset="0"/>
                <a:ea typeface="+mn-ea"/>
                <a:cs typeface="+mn-cs"/>
              </a:defRPr>
            </a:pPr>
            <a:endParaRPr lang="en-US"/>
          </a:p>
        </c:txPr>
        <c:crossAx val="1221395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latin typeface="Agency FB" panose="020B0503020202020204" pitchFamily="34"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28575" cap="rnd">
              <a:solidFill>
                <a:schemeClr val="accent1"/>
              </a:solidFill>
              <a:round/>
            </a:ln>
            <a:effectLst/>
          </c:spPr>
          <c:marker>
            <c:symbol val="none"/>
          </c:marker>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Sheet1!#REF!</c:f>
              <c:numCache>
                <c:formatCode>General</c:formatCode>
                <c:ptCount val="1"/>
                <c:pt idx="0">
                  <c:v>1</c:v>
                </c:pt>
              </c:numCache>
            </c:numRef>
          </c:val>
          <c:smooth val="0"/>
          <c:extLst>
            <c:ext xmlns:c16="http://schemas.microsoft.com/office/drawing/2014/chart" uri="{C3380CC4-5D6E-409C-BE32-E72D297353CC}">
              <c16:uniqueId val="{00000000-341C-426F-9103-B8B7E04BE2EA}"/>
            </c:ext>
          </c:extLst>
        </c:ser>
        <c:ser>
          <c:idx val="1"/>
          <c:order val="1"/>
          <c:spPr>
            <a:ln w="28575" cap="rnd">
              <a:solidFill>
                <a:srgbClr val="0070C0"/>
              </a:solidFill>
              <a:round/>
            </a:ln>
            <a:effectLst/>
          </c:spPr>
          <c:marker>
            <c:symbol val="none"/>
          </c:marker>
          <c:dPt>
            <c:idx val="17"/>
            <c:marker>
              <c:symbol val="none"/>
            </c:marker>
            <c:bubble3D val="0"/>
            <c:spPr>
              <a:ln w="28575" cap="rnd">
                <a:solidFill>
                  <a:srgbClr val="0070C0"/>
                </a:solidFill>
                <a:round/>
              </a:ln>
              <a:effectLst/>
            </c:spPr>
            <c:extLst>
              <c:ext xmlns:c16="http://schemas.microsoft.com/office/drawing/2014/chart" uri="{C3380CC4-5D6E-409C-BE32-E72D297353CC}">
                <c16:uniqueId val="{00000002-341C-426F-9103-B8B7E04BE2EA}"/>
              </c:ext>
            </c:extLst>
          </c:dPt>
          <c:dPt>
            <c:idx val="18"/>
            <c:marker>
              <c:symbol val="none"/>
            </c:marker>
            <c:bubble3D val="0"/>
            <c:spPr>
              <a:ln w="28575" cap="rnd">
                <a:solidFill>
                  <a:srgbClr val="0070C0"/>
                </a:solidFill>
                <a:round/>
              </a:ln>
              <a:effectLst/>
            </c:spPr>
            <c:extLst>
              <c:ext xmlns:c16="http://schemas.microsoft.com/office/drawing/2014/chart" uri="{C3380CC4-5D6E-409C-BE32-E72D297353CC}">
                <c16:uniqueId val="{00000004-341C-426F-9103-B8B7E04BE2EA}"/>
              </c:ext>
            </c:extLst>
          </c:dPt>
          <c:dPt>
            <c:idx val="19"/>
            <c:marker>
              <c:symbol val="none"/>
            </c:marker>
            <c:bubble3D val="0"/>
            <c:spPr>
              <a:ln w="28575" cap="rnd">
                <a:solidFill>
                  <a:srgbClr val="0070C0"/>
                </a:solidFill>
                <a:round/>
              </a:ln>
              <a:effectLst/>
            </c:spPr>
            <c:extLst>
              <c:ext xmlns:c16="http://schemas.microsoft.com/office/drawing/2014/chart" uri="{C3380CC4-5D6E-409C-BE32-E72D297353CC}">
                <c16:uniqueId val="{00000006-341C-426F-9103-B8B7E04BE2EA}"/>
              </c:ext>
            </c:extLst>
          </c:dPt>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Sheet1!$D$2:$D$21</c:f>
              <c:numCache>
                <c:formatCode>General</c:formatCode>
                <c:ptCount val="20"/>
                <c:pt idx="0">
                  <c:v>36.299999999999997</c:v>
                </c:pt>
                <c:pt idx="1">
                  <c:v>57.3</c:v>
                </c:pt>
                <c:pt idx="2">
                  <c:v>60</c:v>
                </c:pt>
                <c:pt idx="3">
                  <c:v>19</c:v>
                </c:pt>
                <c:pt idx="4">
                  <c:v>34.299999999999997</c:v>
                </c:pt>
                <c:pt idx="5">
                  <c:v>72</c:v>
                </c:pt>
                <c:pt idx="6">
                  <c:v>80.7</c:v>
                </c:pt>
                <c:pt idx="7">
                  <c:v>14</c:v>
                </c:pt>
                <c:pt idx="8">
                  <c:v>35.299999999999997</c:v>
                </c:pt>
                <c:pt idx="9">
                  <c:v>89</c:v>
                </c:pt>
                <c:pt idx="10">
                  <c:v>89.3</c:v>
                </c:pt>
                <c:pt idx="11">
                  <c:v>22.7</c:v>
                </c:pt>
                <c:pt idx="12">
                  <c:v>30.7</c:v>
                </c:pt>
                <c:pt idx="13">
                  <c:v>39.700000000000003</c:v>
                </c:pt>
                <c:pt idx="14">
                  <c:v>73.3</c:v>
                </c:pt>
                <c:pt idx="15">
                  <c:v>34</c:v>
                </c:pt>
              </c:numCache>
            </c:numRef>
          </c:val>
          <c:smooth val="0"/>
          <c:extLst>
            <c:ext xmlns:c16="http://schemas.microsoft.com/office/drawing/2014/chart" uri="{C3380CC4-5D6E-409C-BE32-E72D297353CC}">
              <c16:uniqueId val="{00000007-341C-426F-9103-B8B7E04BE2EA}"/>
            </c:ext>
          </c:extLst>
        </c:ser>
        <c:dLbls>
          <c:showLegendKey val="0"/>
          <c:showVal val="0"/>
          <c:showCatName val="0"/>
          <c:showSerName val="0"/>
          <c:showPercent val="0"/>
          <c:showBubbleSize val="0"/>
        </c:dLbls>
        <c:smooth val="0"/>
        <c:axId val="1221395088"/>
        <c:axId val="1221392176"/>
      </c:lineChart>
      <c:catAx>
        <c:axId val="122139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solidFill>
                <a:latin typeface="Agency FB" panose="020B0503020202020204" pitchFamily="34" charset="0"/>
                <a:ea typeface="+mn-ea"/>
                <a:cs typeface="+mn-cs"/>
              </a:defRPr>
            </a:pPr>
            <a:endParaRPr lang="en-US"/>
          </a:p>
        </c:txPr>
        <c:crossAx val="1221392176"/>
        <c:crosses val="autoZero"/>
        <c:auto val="1"/>
        <c:lblAlgn val="ctr"/>
        <c:lblOffset val="100"/>
        <c:noMultiLvlLbl val="0"/>
      </c:catAx>
      <c:valAx>
        <c:axId val="12213921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Agency FB" panose="020B0503020202020204" pitchFamily="34" charset="0"/>
                <a:ea typeface="+mn-ea"/>
                <a:cs typeface="+mn-cs"/>
              </a:defRPr>
            </a:pPr>
            <a:endParaRPr lang="en-US"/>
          </a:p>
        </c:txPr>
        <c:crossAx val="1221395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solidFill>
            <a:schemeClr val="tx1"/>
          </a:solidFill>
          <a:latin typeface="Agency FB" panose="020B0503020202020204" pitchFamily="34" charset="0"/>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28575" cap="rnd">
              <a:solidFill>
                <a:schemeClr val="accent1"/>
              </a:solidFill>
              <a:round/>
            </a:ln>
            <a:effectLst/>
          </c:spPr>
          <c:marker>
            <c:symbol val="none"/>
          </c:marker>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Sheet1!#REF!</c:f>
              <c:numCache>
                <c:formatCode>General</c:formatCode>
                <c:ptCount val="1"/>
                <c:pt idx="0">
                  <c:v>1</c:v>
                </c:pt>
              </c:numCache>
            </c:numRef>
          </c:val>
          <c:smooth val="0"/>
          <c:extLst>
            <c:ext xmlns:c16="http://schemas.microsoft.com/office/drawing/2014/chart" uri="{C3380CC4-5D6E-409C-BE32-E72D297353CC}">
              <c16:uniqueId val="{00000000-BC5E-4677-AB85-3903114D82B4}"/>
            </c:ext>
          </c:extLst>
        </c:ser>
        <c:ser>
          <c:idx val="1"/>
          <c:order val="1"/>
          <c:spPr>
            <a:ln w="28575" cap="rnd">
              <a:solidFill>
                <a:srgbClr val="4472C4"/>
              </a:solidFill>
              <a:round/>
            </a:ln>
            <a:effectLst/>
          </c:spPr>
          <c:marker>
            <c:symbol val="none"/>
          </c:marker>
          <c:dPt>
            <c:idx val="16"/>
            <c:marker>
              <c:symbol val="none"/>
            </c:marker>
            <c:bubble3D val="0"/>
            <c:spPr>
              <a:ln w="28575" cap="rnd">
                <a:noFill/>
                <a:round/>
              </a:ln>
              <a:effectLst/>
            </c:spPr>
            <c:extLst>
              <c:ext xmlns:c16="http://schemas.microsoft.com/office/drawing/2014/chart" uri="{C3380CC4-5D6E-409C-BE32-E72D297353CC}">
                <c16:uniqueId val="{00000002-BC5E-4677-AB85-3903114D82B4}"/>
              </c:ext>
            </c:extLst>
          </c:dPt>
          <c:dPt>
            <c:idx val="17"/>
            <c:marker>
              <c:symbol val="none"/>
            </c:marker>
            <c:bubble3D val="0"/>
            <c:spPr>
              <a:ln w="28575" cap="rnd">
                <a:solidFill>
                  <a:srgbClr val="FF0000"/>
                </a:solidFill>
                <a:round/>
              </a:ln>
              <a:effectLst/>
            </c:spPr>
            <c:extLst>
              <c:ext xmlns:c16="http://schemas.microsoft.com/office/drawing/2014/chart" uri="{C3380CC4-5D6E-409C-BE32-E72D297353CC}">
                <c16:uniqueId val="{00000004-BC5E-4677-AB85-3903114D82B4}"/>
              </c:ext>
            </c:extLst>
          </c:dPt>
          <c:dPt>
            <c:idx val="18"/>
            <c:marker>
              <c:symbol val="none"/>
            </c:marker>
            <c:bubble3D val="0"/>
            <c:spPr>
              <a:ln w="28575" cap="rnd">
                <a:solidFill>
                  <a:srgbClr val="FF0000"/>
                </a:solidFill>
                <a:round/>
              </a:ln>
              <a:effectLst/>
            </c:spPr>
            <c:extLst>
              <c:ext xmlns:c16="http://schemas.microsoft.com/office/drawing/2014/chart" uri="{C3380CC4-5D6E-409C-BE32-E72D297353CC}">
                <c16:uniqueId val="{00000006-BC5E-4677-AB85-3903114D82B4}"/>
              </c:ext>
            </c:extLst>
          </c:dPt>
          <c:dPt>
            <c:idx val="19"/>
            <c:marker>
              <c:symbol val="none"/>
            </c:marker>
            <c:bubble3D val="0"/>
            <c:spPr>
              <a:ln w="28575" cap="rnd">
                <a:solidFill>
                  <a:srgbClr val="FF0000"/>
                </a:solidFill>
                <a:round/>
              </a:ln>
              <a:effectLst/>
            </c:spPr>
            <c:extLst>
              <c:ext xmlns:c16="http://schemas.microsoft.com/office/drawing/2014/chart" uri="{C3380CC4-5D6E-409C-BE32-E72D297353CC}">
                <c16:uniqueId val="{00000008-BC5E-4677-AB85-3903114D82B4}"/>
              </c:ext>
            </c:extLst>
          </c:dPt>
          <c:cat>
            <c:multiLvlStrRef>
              <c:f>Sheet1!$B$2:$C$21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2017</c:v>
                  </c:pt>
                  <c:pt idx="1">
                    <c:v>2017</c:v>
                  </c:pt>
                  <c:pt idx="2">
                    <c:v>2017</c:v>
                  </c:pt>
                  <c:pt idx="3">
                    <c:v>2017</c:v>
                  </c:pt>
                  <c:pt idx="4">
                    <c:v>2018</c:v>
                  </c:pt>
                  <c:pt idx="5">
                    <c:v>2018</c:v>
                  </c:pt>
                  <c:pt idx="6">
                    <c:v>2018</c:v>
                  </c:pt>
                  <c:pt idx="7">
                    <c:v>2018</c:v>
                  </c:pt>
                  <c:pt idx="8">
                    <c:v>2019</c:v>
                  </c:pt>
                  <c:pt idx="9">
                    <c:v>2019</c:v>
                  </c:pt>
                  <c:pt idx="10">
                    <c:v>2019</c:v>
                  </c:pt>
                  <c:pt idx="11">
                    <c:v>2019</c:v>
                  </c:pt>
                  <c:pt idx="12">
                    <c:v>2020</c:v>
                  </c:pt>
                  <c:pt idx="13">
                    <c:v>2020</c:v>
                  </c:pt>
                  <c:pt idx="14">
                    <c:v>2020</c:v>
                  </c:pt>
                  <c:pt idx="15">
                    <c:v>2020</c:v>
                  </c:pt>
                  <c:pt idx="16">
                    <c:v>2021</c:v>
                  </c:pt>
                  <c:pt idx="17">
                    <c:v>2021</c:v>
                  </c:pt>
                  <c:pt idx="18">
                    <c:v>2021</c:v>
                  </c:pt>
                  <c:pt idx="19">
                    <c:v>2021</c:v>
                  </c:pt>
                </c:lvl>
              </c:multiLvlStrCache>
            </c:multiLvlStrRef>
          </c:cat>
          <c:val>
            <c:numRef>
              <c:f>Sheet1!$D$2:$D$21</c:f>
              <c:numCache>
                <c:formatCode>General</c:formatCode>
                <c:ptCount val="20"/>
                <c:pt idx="0">
                  <c:v>36.299999999999997</c:v>
                </c:pt>
                <c:pt idx="1">
                  <c:v>57.3</c:v>
                </c:pt>
                <c:pt idx="2">
                  <c:v>60</c:v>
                </c:pt>
                <c:pt idx="3">
                  <c:v>19</c:v>
                </c:pt>
                <c:pt idx="4">
                  <c:v>34.299999999999997</c:v>
                </c:pt>
                <c:pt idx="5">
                  <c:v>72</c:v>
                </c:pt>
                <c:pt idx="6">
                  <c:v>80.7</c:v>
                </c:pt>
                <c:pt idx="7">
                  <c:v>14</c:v>
                </c:pt>
                <c:pt idx="8">
                  <c:v>35.299999999999997</c:v>
                </c:pt>
                <c:pt idx="9">
                  <c:v>89</c:v>
                </c:pt>
                <c:pt idx="10">
                  <c:v>89.3</c:v>
                </c:pt>
                <c:pt idx="11">
                  <c:v>22.7</c:v>
                </c:pt>
                <c:pt idx="12">
                  <c:v>30.7</c:v>
                </c:pt>
                <c:pt idx="13">
                  <c:v>39.700000000000003</c:v>
                </c:pt>
                <c:pt idx="14">
                  <c:v>73.3</c:v>
                </c:pt>
                <c:pt idx="15">
                  <c:v>34</c:v>
                </c:pt>
                <c:pt idx="16">
                  <c:v>30.7</c:v>
                </c:pt>
                <c:pt idx="17">
                  <c:v>39.700000000000003</c:v>
                </c:pt>
                <c:pt idx="18">
                  <c:v>73.3</c:v>
                </c:pt>
                <c:pt idx="19">
                  <c:v>34</c:v>
                </c:pt>
              </c:numCache>
            </c:numRef>
          </c:val>
          <c:smooth val="0"/>
          <c:extLst>
            <c:ext xmlns:c16="http://schemas.microsoft.com/office/drawing/2014/chart" uri="{C3380CC4-5D6E-409C-BE32-E72D297353CC}">
              <c16:uniqueId val="{00000009-BC5E-4677-AB85-3903114D82B4}"/>
            </c:ext>
          </c:extLst>
        </c:ser>
        <c:dLbls>
          <c:showLegendKey val="0"/>
          <c:showVal val="0"/>
          <c:showCatName val="0"/>
          <c:showSerName val="0"/>
          <c:showPercent val="0"/>
          <c:showBubbleSize val="0"/>
        </c:dLbls>
        <c:smooth val="0"/>
        <c:axId val="1221395088"/>
        <c:axId val="1221392176"/>
      </c:lineChart>
      <c:catAx>
        <c:axId val="122139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solidFill>
                <a:latin typeface="Agency FB" panose="020B0503020202020204" pitchFamily="34" charset="0"/>
                <a:ea typeface="+mn-ea"/>
                <a:cs typeface="+mn-cs"/>
              </a:defRPr>
            </a:pPr>
            <a:endParaRPr lang="en-US"/>
          </a:p>
        </c:txPr>
        <c:crossAx val="1221392176"/>
        <c:crosses val="autoZero"/>
        <c:auto val="1"/>
        <c:lblAlgn val="ctr"/>
        <c:lblOffset val="100"/>
        <c:noMultiLvlLbl val="0"/>
      </c:catAx>
      <c:valAx>
        <c:axId val="12213921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Agency FB" panose="020B0503020202020204" pitchFamily="34" charset="0"/>
                <a:ea typeface="+mn-ea"/>
                <a:cs typeface="+mn-cs"/>
              </a:defRPr>
            </a:pPr>
            <a:endParaRPr lang="en-US"/>
          </a:p>
        </c:txPr>
        <c:crossAx val="12213950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1"/>
          </a:solidFill>
          <a:latin typeface="Agency FB" panose="020B0503020202020204" pitchFamily="34" charset="0"/>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Sheet1!$E$2</c:f>
              <c:strCache>
                <c:ptCount val="1"/>
                <c:pt idx="0">
                  <c:v>Exercise</c:v>
                </c:pt>
              </c:strCache>
            </c:strRef>
          </c:tx>
          <c:spPr>
            <a:ln w="38100" cap="rnd">
              <a:noFill/>
              <a:round/>
            </a:ln>
            <a:effectLst/>
          </c:spPr>
          <c:marker>
            <c:symbol val="circle"/>
            <c:size val="12"/>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Sheet1!$C$3:$C$16</c:f>
              <c:numCache>
                <c:formatCode>General</c:formatCode>
                <c:ptCount val="14"/>
                <c:pt idx="0">
                  <c:v>30</c:v>
                </c:pt>
                <c:pt idx="1">
                  <c:v>65</c:v>
                </c:pt>
                <c:pt idx="2">
                  <c:v>143</c:v>
                </c:pt>
                <c:pt idx="3">
                  <c:v>155</c:v>
                </c:pt>
                <c:pt idx="4">
                  <c:v>245</c:v>
                </c:pt>
                <c:pt idx="5">
                  <c:v>192</c:v>
                </c:pt>
                <c:pt idx="6">
                  <c:v>155</c:v>
                </c:pt>
                <c:pt idx="7">
                  <c:v>167</c:v>
                </c:pt>
                <c:pt idx="8">
                  <c:v>200</c:v>
                </c:pt>
                <c:pt idx="9">
                  <c:v>200</c:v>
                </c:pt>
                <c:pt idx="10">
                  <c:v>270</c:v>
                </c:pt>
                <c:pt idx="11">
                  <c:v>310</c:v>
                </c:pt>
                <c:pt idx="12">
                  <c:v>275</c:v>
                </c:pt>
                <c:pt idx="13">
                  <c:v>291</c:v>
                </c:pt>
              </c:numCache>
            </c:numRef>
          </c:xVal>
          <c:yVal>
            <c:numRef>
              <c:f>Sheet1!$E$3:$E$16</c:f>
              <c:numCache>
                <c:formatCode>General</c:formatCode>
                <c:ptCount val="14"/>
                <c:pt idx="0">
                  <c:v>210</c:v>
                </c:pt>
                <c:pt idx="1">
                  <c:v>185</c:v>
                </c:pt>
                <c:pt idx="2">
                  <c:v>175</c:v>
                </c:pt>
                <c:pt idx="3">
                  <c:v>145</c:v>
                </c:pt>
                <c:pt idx="4">
                  <c:v>121</c:v>
                </c:pt>
                <c:pt idx="5">
                  <c:v>100</c:v>
                </c:pt>
                <c:pt idx="6">
                  <c:v>85</c:v>
                </c:pt>
                <c:pt idx="7">
                  <c:v>84</c:v>
                </c:pt>
                <c:pt idx="8">
                  <c:v>81</c:v>
                </c:pt>
                <c:pt idx="9">
                  <c:v>51</c:v>
                </c:pt>
                <c:pt idx="10">
                  <c:v>31</c:v>
                </c:pt>
                <c:pt idx="11">
                  <c:v>41</c:v>
                </c:pt>
                <c:pt idx="12">
                  <c:v>31</c:v>
                </c:pt>
                <c:pt idx="13">
                  <c:v>25</c:v>
                </c:pt>
              </c:numCache>
            </c:numRef>
          </c:yVal>
          <c:smooth val="0"/>
          <c:extLst>
            <c:ext xmlns:c16="http://schemas.microsoft.com/office/drawing/2014/chart" uri="{C3380CC4-5D6E-409C-BE32-E72D297353CC}">
              <c16:uniqueId val="{00000001-BE53-4479-9171-404C2E92FCD1}"/>
            </c:ext>
          </c:extLst>
        </c:ser>
        <c:dLbls>
          <c:showLegendKey val="0"/>
          <c:showVal val="0"/>
          <c:showCatName val="0"/>
          <c:showSerName val="0"/>
          <c:showPercent val="0"/>
          <c:showBubbleSize val="0"/>
        </c:dLbls>
        <c:axId val="2014478575"/>
        <c:axId val="2014480495"/>
      </c:scatterChart>
      <c:valAx>
        <c:axId val="201447857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014480495"/>
        <c:crosses val="autoZero"/>
        <c:crossBetween val="midCat"/>
      </c:valAx>
      <c:valAx>
        <c:axId val="20144804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01447857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Sheet1!$D$2</c:f>
              <c:strCache>
                <c:ptCount val="1"/>
                <c:pt idx="0">
                  <c:v>Amount</c:v>
                </c:pt>
              </c:strCache>
            </c:strRef>
          </c:tx>
          <c:spPr>
            <a:ln w="38100" cap="rnd">
              <a:noFill/>
              <a:round/>
            </a:ln>
            <a:effectLst/>
          </c:spPr>
          <c:marker>
            <c:symbol val="circle"/>
            <c:size val="12"/>
            <c:spPr>
              <a:solidFill>
                <a:schemeClr val="accent1"/>
              </a:solidFill>
              <a:ln w="9525">
                <a:solidFill>
                  <a:schemeClr val="accent1"/>
                </a:solidFill>
              </a:ln>
              <a:effectLst/>
            </c:spPr>
          </c:marker>
          <c:xVal>
            <c:numRef>
              <c:f>Sheet1!$C$3:$C$16</c:f>
              <c:numCache>
                <c:formatCode>General</c:formatCode>
                <c:ptCount val="14"/>
                <c:pt idx="0">
                  <c:v>30</c:v>
                </c:pt>
                <c:pt idx="1">
                  <c:v>65</c:v>
                </c:pt>
                <c:pt idx="2">
                  <c:v>143</c:v>
                </c:pt>
                <c:pt idx="3">
                  <c:v>155</c:v>
                </c:pt>
                <c:pt idx="4">
                  <c:v>245</c:v>
                </c:pt>
                <c:pt idx="5">
                  <c:v>192</c:v>
                </c:pt>
                <c:pt idx="6">
                  <c:v>155</c:v>
                </c:pt>
                <c:pt idx="7">
                  <c:v>167</c:v>
                </c:pt>
                <c:pt idx="8">
                  <c:v>200</c:v>
                </c:pt>
                <c:pt idx="9">
                  <c:v>200</c:v>
                </c:pt>
                <c:pt idx="10">
                  <c:v>270</c:v>
                </c:pt>
                <c:pt idx="11">
                  <c:v>310</c:v>
                </c:pt>
                <c:pt idx="12">
                  <c:v>275</c:v>
                </c:pt>
                <c:pt idx="13">
                  <c:v>291</c:v>
                </c:pt>
              </c:numCache>
            </c:numRef>
          </c:xVal>
          <c:yVal>
            <c:numRef>
              <c:f>Sheet1!$D$3:$D$16</c:f>
              <c:numCache>
                <c:formatCode>General</c:formatCode>
                <c:ptCount val="14"/>
                <c:pt idx="0">
                  <c:v>70</c:v>
                </c:pt>
                <c:pt idx="1">
                  <c:v>105</c:v>
                </c:pt>
                <c:pt idx="2">
                  <c:v>187</c:v>
                </c:pt>
                <c:pt idx="3">
                  <c:v>201</c:v>
                </c:pt>
                <c:pt idx="4">
                  <c:v>220</c:v>
                </c:pt>
                <c:pt idx="5">
                  <c:v>167</c:v>
                </c:pt>
                <c:pt idx="6">
                  <c:v>205</c:v>
                </c:pt>
                <c:pt idx="7">
                  <c:v>209</c:v>
                </c:pt>
                <c:pt idx="8">
                  <c:v>240</c:v>
                </c:pt>
                <c:pt idx="9">
                  <c:v>260</c:v>
                </c:pt>
                <c:pt idx="10">
                  <c:v>270</c:v>
                </c:pt>
                <c:pt idx="11">
                  <c:v>295</c:v>
                </c:pt>
                <c:pt idx="12">
                  <c:v>250</c:v>
                </c:pt>
                <c:pt idx="13">
                  <c:v>312</c:v>
                </c:pt>
              </c:numCache>
            </c:numRef>
          </c:yVal>
          <c:smooth val="0"/>
          <c:extLst>
            <c:ext xmlns:c16="http://schemas.microsoft.com/office/drawing/2014/chart" uri="{C3380CC4-5D6E-409C-BE32-E72D297353CC}">
              <c16:uniqueId val="{00000000-2079-446E-8893-346E6404A23D}"/>
            </c:ext>
          </c:extLst>
        </c:ser>
        <c:dLbls>
          <c:showLegendKey val="0"/>
          <c:showVal val="0"/>
          <c:showCatName val="0"/>
          <c:showSerName val="0"/>
          <c:showPercent val="0"/>
          <c:showBubbleSize val="0"/>
        </c:dLbls>
        <c:axId val="141169999"/>
        <c:axId val="141172879"/>
      </c:scatterChart>
      <c:valAx>
        <c:axId val="14116999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41172879"/>
        <c:crosses val="autoZero"/>
        <c:crossBetween val="midCat"/>
      </c:valAx>
      <c:valAx>
        <c:axId val="141172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4116999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38100" cap="rnd">
              <a:noFill/>
              <a:round/>
            </a:ln>
            <a:effectLst/>
          </c:spPr>
          <c:marker>
            <c:symbol val="circle"/>
            <c:size val="12"/>
            <c:spPr>
              <a:solidFill>
                <a:schemeClr val="accent1"/>
              </a:solidFill>
              <a:ln w="9525">
                <a:solidFill>
                  <a:schemeClr val="accent1"/>
                </a:solidFill>
              </a:ln>
              <a:effectLst/>
            </c:spPr>
          </c:marker>
          <c:xVal>
            <c:numRef>
              <c:f>Sheet1!$G$3:$G$16</c:f>
              <c:numCache>
                <c:formatCode>General</c:formatCode>
                <c:ptCount val="14"/>
                <c:pt idx="0">
                  <c:v>6</c:v>
                </c:pt>
                <c:pt idx="1">
                  <c:v>2</c:v>
                </c:pt>
                <c:pt idx="2">
                  <c:v>6</c:v>
                </c:pt>
                <c:pt idx="3">
                  <c:v>3</c:v>
                </c:pt>
                <c:pt idx="4">
                  <c:v>8</c:v>
                </c:pt>
                <c:pt idx="5">
                  <c:v>10</c:v>
                </c:pt>
                <c:pt idx="6">
                  <c:v>3</c:v>
                </c:pt>
                <c:pt idx="7">
                  <c:v>5</c:v>
                </c:pt>
                <c:pt idx="8">
                  <c:v>5</c:v>
                </c:pt>
                <c:pt idx="9">
                  <c:v>2</c:v>
                </c:pt>
                <c:pt idx="10">
                  <c:v>10</c:v>
                </c:pt>
                <c:pt idx="11">
                  <c:v>5</c:v>
                </c:pt>
                <c:pt idx="12">
                  <c:v>8</c:v>
                </c:pt>
                <c:pt idx="13">
                  <c:v>7</c:v>
                </c:pt>
              </c:numCache>
            </c:numRef>
          </c:xVal>
          <c:yVal>
            <c:numRef>
              <c:f>Sheet1!$H$3:$H$16</c:f>
              <c:numCache>
                <c:formatCode>General</c:formatCode>
                <c:ptCount val="14"/>
                <c:pt idx="0">
                  <c:v>3</c:v>
                </c:pt>
                <c:pt idx="1">
                  <c:v>6</c:v>
                </c:pt>
                <c:pt idx="2">
                  <c:v>6</c:v>
                </c:pt>
                <c:pt idx="3">
                  <c:v>8</c:v>
                </c:pt>
                <c:pt idx="4">
                  <c:v>10</c:v>
                </c:pt>
                <c:pt idx="5">
                  <c:v>7</c:v>
                </c:pt>
                <c:pt idx="6">
                  <c:v>4</c:v>
                </c:pt>
                <c:pt idx="7">
                  <c:v>4</c:v>
                </c:pt>
                <c:pt idx="8">
                  <c:v>6</c:v>
                </c:pt>
                <c:pt idx="9">
                  <c:v>10</c:v>
                </c:pt>
                <c:pt idx="10">
                  <c:v>8</c:v>
                </c:pt>
                <c:pt idx="11">
                  <c:v>10</c:v>
                </c:pt>
                <c:pt idx="12">
                  <c:v>8</c:v>
                </c:pt>
                <c:pt idx="13">
                  <c:v>2</c:v>
                </c:pt>
              </c:numCache>
            </c:numRef>
          </c:yVal>
          <c:smooth val="0"/>
          <c:extLst>
            <c:ext xmlns:c16="http://schemas.microsoft.com/office/drawing/2014/chart" uri="{C3380CC4-5D6E-409C-BE32-E72D297353CC}">
              <c16:uniqueId val="{00000000-1C46-43D3-AFF1-D7F1AFEED815}"/>
            </c:ext>
          </c:extLst>
        </c:ser>
        <c:dLbls>
          <c:showLegendKey val="0"/>
          <c:showVal val="0"/>
          <c:showCatName val="0"/>
          <c:showSerName val="0"/>
          <c:showPercent val="0"/>
          <c:showBubbleSize val="0"/>
        </c:dLbls>
        <c:axId val="1186940496"/>
        <c:axId val="1186940976"/>
      </c:scatterChart>
      <c:valAx>
        <c:axId val="118694049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2540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40976"/>
        <c:crosses val="autoZero"/>
        <c:crossBetween val="midCat"/>
      </c:valAx>
      <c:valAx>
        <c:axId val="1186940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25400"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4049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none"/>
          </c:marker>
          <c:xVal>
            <c:numRef>
              <c:f>Sheet2!$D$3:$D$18</c:f>
              <c:numCache>
                <c:formatCode>General</c:formatCode>
                <c:ptCount val="16"/>
                <c:pt idx="0">
                  <c:v>1</c:v>
                </c:pt>
                <c:pt idx="1">
                  <c:v>1</c:v>
                </c:pt>
                <c:pt idx="2">
                  <c:v>1</c:v>
                </c:pt>
                <c:pt idx="3">
                  <c:v>1</c:v>
                </c:pt>
                <c:pt idx="4">
                  <c:v>2</c:v>
                </c:pt>
                <c:pt idx="5">
                  <c:v>2</c:v>
                </c:pt>
                <c:pt idx="6">
                  <c:v>2</c:v>
                </c:pt>
                <c:pt idx="7">
                  <c:v>2</c:v>
                </c:pt>
                <c:pt idx="8">
                  <c:v>3</c:v>
                </c:pt>
                <c:pt idx="9">
                  <c:v>3</c:v>
                </c:pt>
                <c:pt idx="10">
                  <c:v>3</c:v>
                </c:pt>
                <c:pt idx="11">
                  <c:v>3</c:v>
                </c:pt>
                <c:pt idx="12">
                  <c:v>4</c:v>
                </c:pt>
                <c:pt idx="13">
                  <c:v>4</c:v>
                </c:pt>
                <c:pt idx="14">
                  <c:v>5</c:v>
                </c:pt>
                <c:pt idx="15">
                  <c:v>5</c:v>
                </c:pt>
              </c:numCache>
            </c:numRef>
          </c:xVal>
          <c:yVal>
            <c:numRef>
              <c:f>Sheet2!$E$3:$E$18</c:f>
              <c:numCache>
                <c:formatCode>General</c:formatCode>
                <c:ptCount val="16"/>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numCache>
            </c:numRef>
          </c:yVal>
          <c:smooth val="0"/>
          <c:extLst>
            <c:ext xmlns:c16="http://schemas.microsoft.com/office/drawing/2014/chart" uri="{C3380CC4-5D6E-409C-BE32-E72D297353CC}">
              <c16:uniqueId val="{00000000-AE7E-448A-9FE0-05409159527A}"/>
            </c:ext>
          </c:extLst>
        </c:ser>
        <c:dLbls>
          <c:showLegendKey val="0"/>
          <c:showVal val="0"/>
          <c:showCatName val="0"/>
          <c:showSerName val="0"/>
          <c:showPercent val="0"/>
          <c:showBubbleSize val="0"/>
        </c:dLbls>
        <c:axId val="1365622896"/>
        <c:axId val="1365620400"/>
      </c:scatterChart>
      <c:valAx>
        <c:axId val="1365622896"/>
        <c:scaling>
          <c:orientation val="minMax"/>
          <c:max val="5.5"/>
          <c:min val="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r>
                  <a:rPr lang="en-AU" dirty="0"/>
                  <a:t>Week</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endParaRPr lang="en-US"/>
          </a:p>
        </c:txPr>
        <c:crossAx val="1365620400"/>
        <c:crosses val="autoZero"/>
        <c:crossBetween val="midCat"/>
      </c:valAx>
      <c:valAx>
        <c:axId val="1365620400"/>
        <c:scaling>
          <c:orientation val="minMax"/>
          <c:max val="160"/>
          <c:min val="0"/>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endParaRPr lang="en-US"/>
          </a:p>
        </c:txPr>
        <c:crossAx val="1365622896"/>
        <c:crosses val="autoZero"/>
        <c:crossBetween val="midCat"/>
        <c:majorUnit val="2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Narrow" panose="020B0606020202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none"/>
          </c:marker>
          <c:xVal>
            <c:numRef>
              <c:f>Sheet2!$D$3:$D$18</c:f>
              <c:numCache>
                <c:formatCode>General</c:formatCode>
                <c:ptCount val="16"/>
                <c:pt idx="0">
                  <c:v>1</c:v>
                </c:pt>
                <c:pt idx="1">
                  <c:v>1</c:v>
                </c:pt>
                <c:pt idx="2">
                  <c:v>1</c:v>
                </c:pt>
                <c:pt idx="3">
                  <c:v>1</c:v>
                </c:pt>
                <c:pt idx="4">
                  <c:v>2</c:v>
                </c:pt>
                <c:pt idx="5">
                  <c:v>2</c:v>
                </c:pt>
                <c:pt idx="6">
                  <c:v>2</c:v>
                </c:pt>
                <c:pt idx="7">
                  <c:v>2</c:v>
                </c:pt>
                <c:pt idx="8">
                  <c:v>3</c:v>
                </c:pt>
                <c:pt idx="9">
                  <c:v>3</c:v>
                </c:pt>
                <c:pt idx="10">
                  <c:v>3</c:v>
                </c:pt>
                <c:pt idx="11">
                  <c:v>3</c:v>
                </c:pt>
                <c:pt idx="12">
                  <c:v>4</c:v>
                </c:pt>
                <c:pt idx="13">
                  <c:v>4</c:v>
                </c:pt>
                <c:pt idx="14">
                  <c:v>5</c:v>
                </c:pt>
                <c:pt idx="15">
                  <c:v>5</c:v>
                </c:pt>
              </c:numCache>
            </c:numRef>
          </c:xVal>
          <c:yVal>
            <c:numRef>
              <c:f>Sheet2!$E$3:$E$18</c:f>
              <c:numCache>
                <c:formatCode>General</c:formatCode>
                <c:ptCount val="16"/>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numCache>
            </c:numRef>
          </c:yVal>
          <c:smooth val="0"/>
          <c:extLst>
            <c:ext xmlns:c16="http://schemas.microsoft.com/office/drawing/2014/chart" uri="{C3380CC4-5D6E-409C-BE32-E72D297353CC}">
              <c16:uniqueId val="{00000000-1955-466F-ABE4-1068F0D221FD}"/>
            </c:ext>
          </c:extLst>
        </c:ser>
        <c:dLbls>
          <c:showLegendKey val="0"/>
          <c:showVal val="0"/>
          <c:showCatName val="0"/>
          <c:showSerName val="0"/>
          <c:showPercent val="0"/>
          <c:showBubbleSize val="0"/>
        </c:dLbls>
        <c:axId val="1365622896"/>
        <c:axId val="1365620400"/>
      </c:scatterChart>
      <c:valAx>
        <c:axId val="1365622896"/>
        <c:scaling>
          <c:orientation val="minMax"/>
          <c:max val="5.5"/>
          <c:min val="0"/>
        </c:scaling>
        <c:delete val="0"/>
        <c:axPos val="b"/>
        <c:title>
          <c:tx>
            <c:rich>
              <a:bodyPr rot="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r>
                  <a:rPr lang="en-AU" dirty="0"/>
                  <a:t>Week</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endParaRPr lang="en-US"/>
          </a:p>
        </c:txPr>
        <c:crossAx val="1365620400"/>
        <c:crosses val="autoZero"/>
        <c:crossBetween val="midCat"/>
      </c:valAx>
      <c:valAx>
        <c:axId val="1365620400"/>
        <c:scaling>
          <c:orientation val="minMax"/>
          <c:max val="160"/>
          <c:min val="0"/>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Narrow" panose="020B0606020202030204" pitchFamily="34" charset="0"/>
                <a:ea typeface="+mn-ea"/>
                <a:cs typeface="+mn-cs"/>
              </a:defRPr>
            </a:pPr>
            <a:endParaRPr lang="en-US"/>
          </a:p>
        </c:txPr>
        <c:crossAx val="1365622896"/>
        <c:crosses val="autoZero"/>
        <c:crossBetween val="midCat"/>
        <c:majorUnit val="2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Narrow" panose="020B0606020202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Sheet2!$B$1</c:f>
              <c:strCache>
                <c:ptCount val="1"/>
                <c:pt idx="0">
                  <c:v>Y</c:v>
                </c:pt>
              </c:strCache>
            </c:strRef>
          </c:tx>
          <c:spPr>
            <a:ln w="38100" cap="rnd">
              <a:noFill/>
              <a:round/>
            </a:ln>
            <a:effectLst/>
          </c:spPr>
          <c:marker>
            <c:symbol val="circle"/>
            <c:size val="5"/>
            <c:spPr>
              <a:solidFill>
                <a:schemeClr val="tx1"/>
              </a:solidFill>
              <a:ln w="9525">
                <a:noFill/>
              </a:ln>
              <a:effectLst/>
            </c:spPr>
          </c:marker>
          <c:trendline>
            <c:spPr>
              <a:ln w="19050" cap="rnd">
                <a:solidFill>
                  <a:schemeClr val="accent2"/>
                </a:solidFill>
                <a:prstDash val="sysDot"/>
              </a:ln>
              <a:effectLst/>
            </c:spPr>
            <c:trendlineType val="linear"/>
            <c:dispRSqr val="0"/>
            <c:dispEq val="0"/>
          </c:trendline>
          <c:xVal>
            <c:numRef>
              <c:f>Sheet2!$A$2:$A$11</c:f>
              <c:numCache>
                <c:formatCode>General</c:formatCode>
                <c:ptCount val="10"/>
                <c:pt idx="0">
                  <c:v>10</c:v>
                </c:pt>
                <c:pt idx="1">
                  <c:v>9</c:v>
                </c:pt>
                <c:pt idx="2">
                  <c:v>8</c:v>
                </c:pt>
                <c:pt idx="3">
                  <c:v>7</c:v>
                </c:pt>
                <c:pt idx="4">
                  <c:v>6</c:v>
                </c:pt>
                <c:pt idx="5">
                  <c:v>5</c:v>
                </c:pt>
                <c:pt idx="6">
                  <c:v>4</c:v>
                </c:pt>
                <c:pt idx="7">
                  <c:v>3</c:v>
                </c:pt>
                <c:pt idx="8">
                  <c:v>2</c:v>
                </c:pt>
                <c:pt idx="9">
                  <c:v>1</c:v>
                </c:pt>
              </c:numCache>
            </c:numRef>
          </c:xVal>
          <c:yVal>
            <c:numRef>
              <c:f>Sheet2!$B$2:$B$11</c:f>
              <c:numCache>
                <c:formatCode>General</c:formatCode>
                <c:ptCount val="10"/>
                <c:pt idx="0">
                  <c:v>1</c:v>
                </c:pt>
                <c:pt idx="1">
                  <c:v>2</c:v>
                </c:pt>
                <c:pt idx="2">
                  <c:v>3</c:v>
                </c:pt>
                <c:pt idx="3">
                  <c:v>4</c:v>
                </c:pt>
                <c:pt idx="4">
                  <c:v>5</c:v>
                </c:pt>
                <c:pt idx="5">
                  <c:v>6</c:v>
                </c:pt>
                <c:pt idx="6">
                  <c:v>7</c:v>
                </c:pt>
                <c:pt idx="7">
                  <c:v>8</c:v>
                </c:pt>
                <c:pt idx="8">
                  <c:v>9</c:v>
                </c:pt>
                <c:pt idx="9">
                  <c:v>10</c:v>
                </c:pt>
              </c:numCache>
            </c:numRef>
          </c:yVal>
          <c:smooth val="0"/>
          <c:extLst>
            <c:ext xmlns:c16="http://schemas.microsoft.com/office/drawing/2014/chart" uri="{C3380CC4-5D6E-409C-BE32-E72D297353CC}">
              <c16:uniqueId val="{00000000-3B79-4508-BCC4-E64B86EE3F75}"/>
            </c:ext>
          </c:extLst>
        </c:ser>
        <c:dLbls>
          <c:showLegendKey val="0"/>
          <c:showVal val="0"/>
          <c:showCatName val="0"/>
          <c:showSerName val="0"/>
          <c:showPercent val="0"/>
          <c:showBubbleSize val="0"/>
        </c:dLbls>
        <c:axId val="1186832496"/>
        <c:axId val="1186835856"/>
      </c:scatterChart>
      <c:valAx>
        <c:axId val="1186832496"/>
        <c:scaling>
          <c:orientation val="minMax"/>
          <c:max val="11"/>
          <c:min val="0"/>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835856"/>
        <c:crosses val="autoZero"/>
        <c:crossBetween val="midCat"/>
      </c:valAx>
      <c:valAx>
        <c:axId val="1186835856"/>
        <c:scaling>
          <c:orientation val="minMax"/>
        </c:scaling>
        <c:delete val="0"/>
        <c:axPos val="l"/>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83249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Sheet2!$F$1</c:f>
              <c:strCache>
                <c:ptCount val="1"/>
                <c:pt idx="0">
                  <c:v>Y</c:v>
                </c:pt>
              </c:strCache>
            </c:strRef>
          </c:tx>
          <c:spPr>
            <a:ln w="38100" cap="rnd">
              <a:noFill/>
              <a:round/>
            </a:ln>
            <a:effectLst/>
          </c:spPr>
          <c:marker>
            <c:symbol val="circle"/>
            <c:size val="5"/>
            <c:spPr>
              <a:solidFill>
                <a:schemeClr val="tx1"/>
              </a:solidFill>
              <a:ln w="9525">
                <a:noFill/>
              </a:ln>
              <a:effectLst/>
            </c:spPr>
          </c:marker>
          <c:trendline>
            <c:spPr>
              <a:ln w="19050" cap="rnd">
                <a:solidFill>
                  <a:schemeClr val="accent2"/>
                </a:solidFill>
                <a:prstDash val="sysDot"/>
              </a:ln>
              <a:effectLst/>
            </c:spPr>
            <c:trendlineType val="linear"/>
            <c:dispRSqr val="0"/>
            <c:dispEq val="0"/>
          </c:trendline>
          <c:xVal>
            <c:numRef>
              <c:f>Sheet2!$E$2:$E$11</c:f>
              <c:numCache>
                <c:formatCode>General</c:formatCode>
                <c:ptCount val="10"/>
                <c:pt idx="0">
                  <c:v>9</c:v>
                </c:pt>
                <c:pt idx="1">
                  <c:v>9</c:v>
                </c:pt>
                <c:pt idx="2">
                  <c:v>4</c:v>
                </c:pt>
                <c:pt idx="3">
                  <c:v>5</c:v>
                </c:pt>
                <c:pt idx="4">
                  <c:v>4</c:v>
                </c:pt>
                <c:pt idx="5">
                  <c:v>5</c:v>
                </c:pt>
                <c:pt idx="6">
                  <c:v>8</c:v>
                </c:pt>
                <c:pt idx="7">
                  <c:v>7</c:v>
                </c:pt>
                <c:pt idx="8">
                  <c:v>3</c:v>
                </c:pt>
                <c:pt idx="9">
                  <c:v>1</c:v>
                </c:pt>
              </c:numCache>
            </c:numRef>
          </c:xVal>
          <c:yVal>
            <c:numRef>
              <c:f>Sheet2!$F$2:$F$11</c:f>
              <c:numCache>
                <c:formatCode>General</c:formatCode>
                <c:ptCount val="10"/>
                <c:pt idx="0">
                  <c:v>1</c:v>
                </c:pt>
                <c:pt idx="1">
                  <c:v>4</c:v>
                </c:pt>
                <c:pt idx="2">
                  <c:v>6</c:v>
                </c:pt>
                <c:pt idx="3">
                  <c:v>5</c:v>
                </c:pt>
                <c:pt idx="4">
                  <c:v>4</c:v>
                </c:pt>
                <c:pt idx="5">
                  <c:v>2</c:v>
                </c:pt>
                <c:pt idx="6">
                  <c:v>7</c:v>
                </c:pt>
                <c:pt idx="7">
                  <c:v>8</c:v>
                </c:pt>
                <c:pt idx="8">
                  <c:v>9</c:v>
                </c:pt>
                <c:pt idx="9">
                  <c:v>8</c:v>
                </c:pt>
              </c:numCache>
            </c:numRef>
          </c:yVal>
          <c:smooth val="0"/>
          <c:extLst>
            <c:ext xmlns:c16="http://schemas.microsoft.com/office/drawing/2014/chart" uri="{C3380CC4-5D6E-409C-BE32-E72D297353CC}">
              <c16:uniqueId val="{00000000-A11C-4CB1-A19E-42621F40C05E}"/>
            </c:ext>
          </c:extLst>
        </c:ser>
        <c:dLbls>
          <c:showLegendKey val="0"/>
          <c:showVal val="0"/>
          <c:showCatName val="0"/>
          <c:showSerName val="0"/>
          <c:showPercent val="0"/>
          <c:showBubbleSize val="0"/>
        </c:dLbls>
        <c:axId val="1186946736"/>
        <c:axId val="1186931856"/>
      </c:scatterChart>
      <c:valAx>
        <c:axId val="1186946736"/>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31856"/>
        <c:crosses val="autoZero"/>
        <c:crossBetween val="midCat"/>
      </c:valAx>
      <c:valAx>
        <c:axId val="1186931856"/>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4673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Sheet2!$F$1</c:f>
              <c:strCache>
                <c:ptCount val="1"/>
                <c:pt idx="0">
                  <c:v>Y</c:v>
                </c:pt>
              </c:strCache>
            </c:strRef>
          </c:tx>
          <c:spPr>
            <a:ln w="25400" cap="rnd">
              <a:noFill/>
              <a:round/>
            </a:ln>
            <a:effectLst/>
          </c:spPr>
          <c:marker>
            <c:symbol val="circle"/>
            <c:size val="5"/>
            <c:spPr>
              <a:solidFill>
                <a:schemeClr val="tx1"/>
              </a:solidFill>
              <a:ln w="9525">
                <a:solidFill>
                  <a:schemeClr val="tx1"/>
                </a:solidFill>
              </a:ln>
              <a:effectLst/>
            </c:spPr>
          </c:marker>
          <c:trendline>
            <c:spPr>
              <a:ln w="19050" cap="rnd">
                <a:solidFill>
                  <a:schemeClr val="accent1"/>
                </a:solidFill>
                <a:prstDash val="sysDot"/>
              </a:ln>
              <a:effectLst/>
            </c:spPr>
            <c:trendlineType val="linear"/>
            <c:dispRSqr val="0"/>
            <c:dispEq val="0"/>
          </c:trendline>
          <c:xVal>
            <c:numRef>
              <c:f>Sheet2!$J$2:$J$11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Sheet2!$K$2:$K$11</c:f>
              <c:numCache>
                <c:formatCode>General</c:formatCode>
                <c:ptCount val="10"/>
                <c:pt idx="0">
                  <c:v>1</c:v>
                </c:pt>
                <c:pt idx="1">
                  <c:v>2</c:v>
                </c:pt>
                <c:pt idx="2">
                  <c:v>3</c:v>
                </c:pt>
                <c:pt idx="3">
                  <c:v>4</c:v>
                </c:pt>
                <c:pt idx="4">
                  <c:v>5</c:v>
                </c:pt>
                <c:pt idx="5">
                  <c:v>6</c:v>
                </c:pt>
                <c:pt idx="6">
                  <c:v>7</c:v>
                </c:pt>
                <c:pt idx="7">
                  <c:v>8</c:v>
                </c:pt>
                <c:pt idx="8">
                  <c:v>9</c:v>
                </c:pt>
                <c:pt idx="9">
                  <c:v>10</c:v>
                </c:pt>
              </c:numCache>
            </c:numRef>
          </c:yVal>
          <c:smooth val="0"/>
          <c:extLst>
            <c:ext xmlns:c16="http://schemas.microsoft.com/office/drawing/2014/chart" uri="{C3380CC4-5D6E-409C-BE32-E72D297353CC}">
              <c16:uniqueId val="{00000000-519F-40EC-B5AA-E890EECCDC44}"/>
            </c:ext>
          </c:extLst>
        </c:ser>
        <c:dLbls>
          <c:showLegendKey val="0"/>
          <c:showVal val="0"/>
          <c:showCatName val="0"/>
          <c:showSerName val="0"/>
          <c:showPercent val="0"/>
          <c:showBubbleSize val="0"/>
        </c:dLbls>
        <c:axId val="1186946736"/>
        <c:axId val="1186931856"/>
      </c:scatterChart>
      <c:valAx>
        <c:axId val="1186946736"/>
        <c:scaling>
          <c:orientation val="minMax"/>
          <c:max val="11"/>
          <c:min val="0"/>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31856"/>
        <c:crosses val="autoZero"/>
        <c:crossBetween val="midCat"/>
      </c:valAx>
      <c:valAx>
        <c:axId val="1186931856"/>
        <c:scaling>
          <c:orientation val="minMax"/>
          <c:min val="2"/>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4673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Sheet2!$F$1</c:f>
              <c:strCache>
                <c:ptCount val="1"/>
                <c:pt idx="0">
                  <c:v>Y</c:v>
                </c:pt>
              </c:strCache>
            </c:strRef>
          </c:tx>
          <c:spPr>
            <a:ln w="25400" cap="rnd">
              <a:noFill/>
              <a:round/>
            </a:ln>
            <a:effectLst/>
          </c:spPr>
          <c:marker>
            <c:symbol val="circle"/>
            <c:size val="5"/>
            <c:spPr>
              <a:solidFill>
                <a:schemeClr val="tx1"/>
              </a:solidFill>
              <a:ln w="9525">
                <a:solidFill>
                  <a:schemeClr val="tx1"/>
                </a:solidFill>
              </a:ln>
              <a:effectLst/>
            </c:spPr>
          </c:marker>
          <c:trendline>
            <c:spPr>
              <a:ln w="19050" cap="rnd">
                <a:solidFill>
                  <a:schemeClr val="accent1"/>
                </a:solidFill>
                <a:prstDash val="sysDot"/>
              </a:ln>
              <a:effectLst/>
            </c:spPr>
            <c:trendlineType val="linear"/>
            <c:dispRSqr val="0"/>
            <c:dispEq val="0"/>
          </c:trendline>
          <c:xVal>
            <c:numRef>
              <c:f>Sheet2!$O$2:$O$11</c:f>
              <c:numCache>
                <c:formatCode>General</c:formatCode>
                <c:ptCount val="10"/>
                <c:pt idx="0">
                  <c:v>2</c:v>
                </c:pt>
                <c:pt idx="1">
                  <c:v>3</c:v>
                </c:pt>
                <c:pt idx="2">
                  <c:v>7</c:v>
                </c:pt>
                <c:pt idx="3">
                  <c:v>8</c:v>
                </c:pt>
                <c:pt idx="4">
                  <c:v>5</c:v>
                </c:pt>
                <c:pt idx="5">
                  <c:v>4</c:v>
                </c:pt>
                <c:pt idx="6">
                  <c:v>5</c:v>
                </c:pt>
                <c:pt idx="7">
                  <c:v>4</c:v>
                </c:pt>
                <c:pt idx="8">
                  <c:v>9</c:v>
                </c:pt>
                <c:pt idx="9">
                  <c:v>8</c:v>
                </c:pt>
              </c:numCache>
            </c:numRef>
          </c:xVal>
          <c:yVal>
            <c:numRef>
              <c:f>Sheet2!$P$2:$P$11</c:f>
              <c:numCache>
                <c:formatCode>General</c:formatCode>
                <c:ptCount val="10"/>
                <c:pt idx="0">
                  <c:v>2.5</c:v>
                </c:pt>
                <c:pt idx="1">
                  <c:v>2</c:v>
                </c:pt>
                <c:pt idx="2">
                  <c:v>3</c:v>
                </c:pt>
                <c:pt idx="3">
                  <c:v>4</c:v>
                </c:pt>
                <c:pt idx="4">
                  <c:v>5</c:v>
                </c:pt>
                <c:pt idx="5">
                  <c:v>6</c:v>
                </c:pt>
                <c:pt idx="6">
                  <c:v>7</c:v>
                </c:pt>
                <c:pt idx="7">
                  <c:v>8</c:v>
                </c:pt>
                <c:pt idx="8">
                  <c:v>9</c:v>
                </c:pt>
                <c:pt idx="9">
                  <c:v>10</c:v>
                </c:pt>
              </c:numCache>
            </c:numRef>
          </c:yVal>
          <c:smooth val="0"/>
          <c:extLst>
            <c:ext xmlns:c16="http://schemas.microsoft.com/office/drawing/2014/chart" uri="{C3380CC4-5D6E-409C-BE32-E72D297353CC}">
              <c16:uniqueId val="{00000001-BD98-42F9-B057-3D6E17A9E252}"/>
            </c:ext>
          </c:extLst>
        </c:ser>
        <c:dLbls>
          <c:showLegendKey val="0"/>
          <c:showVal val="0"/>
          <c:showCatName val="0"/>
          <c:showSerName val="0"/>
          <c:showPercent val="0"/>
          <c:showBubbleSize val="0"/>
        </c:dLbls>
        <c:axId val="1186946736"/>
        <c:axId val="1186931856"/>
      </c:scatterChart>
      <c:valAx>
        <c:axId val="1186946736"/>
        <c:scaling>
          <c:orientation val="minMax"/>
          <c:max val="11"/>
          <c:min val="0"/>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31856"/>
        <c:crosses val="autoZero"/>
        <c:crossBetween val="midCat"/>
      </c:valAx>
      <c:valAx>
        <c:axId val="1186931856"/>
        <c:scaling>
          <c:orientation val="minMax"/>
          <c:min val="2"/>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4673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Sheet2!$F$1</c:f>
              <c:strCache>
                <c:ptCount val="1"/>
                <c:pt idx="0">
                  <c:v>Y</c:v>
                </c:pt>
              </c:strCache>
            </c:strRef>
          </c:tx>
          <c:spPr>
            <a:ln w="25400" cap="rnd">
              <a:noFill/>
              <a:round/>
            </a:ln>
            <a:effectLst/>
          </c:spPr>
          <c:marker>
            <c:symbol val="circle"/>
            <c:size val="5"/>
            <c:spPr>
              <a:solidFill>
                <a:schemeClr val="tx1"/>
              </a:solidFill>
              <a:ln w="9525">
                <a:solidFill>
                  <a:schemeClr val="tx1"/>
                </a:solidFill>
              </a:ln>
              <a:effectLst/>
            </c:spPr>
          </c:marker>
          <c:xVal>
            <c:numRef>
              <c:f>Sheet2!$T$2:$T$11</c:f>
              <c:numCache>
                <c:formatCode>General</c:formatCode>
                <c:ptCount val="10"/>
                <c:pt idx="0">
                  <c:v>4</c:v>
                </c:pt>
                <c:pt idx="1">
                  <c:v>5</c:v>
                </c:pt>
                <c:pt idx="2">
                  <c:v>6</c:v>
                </c:pt>
                <c:pt idx="3">
                  <c:v>8</c:v>
                </c:pt>
                <c:pt idx="4">
                  <c:v>9</c:v>
                </c:pt>
                <c:pt idx="5">
                  <c:v>0</c:v>
                </c:pt>
                <c:pt idx="6">
                  <c:v>2</c:v>
                </c:pt>
                <c:pt idx="7">
                  <c:v>2</c:v>
                </c:pt>
                <c:pt idx="8">
                  <c:v>3</c:v>
                </c:pt>
                <c:pt idx="9">
                  <c:v>7</c:v>
                </c:pt>
              </c:numCache>
            </c:numRef>
          </c:xVal>
          <c:yVal>
            <c:numRef>
              <c:f>Sheet2!$U$2:$U$11</c:f>
              <c:numCache>
                <c:formatCode>General</c:formatCode>
                <c:ptCount val="10"/>
                <c:pt idx="0">
                  <c:v>6</c:v>
                </c:pt>
                <c:pt idx="1">
                  <c:v>7</c:v>
                </c:pt>
                <c:pt idx="2">
                  <c:v>8</c:v>
                </c:pt>
                <c:pt idx="3">
                  <c:v>9</c:v>
                </c:pt>
                <c:pt idx="4">
                  <c:v>3.95</c:v>
                </c:pt>
                <c:pt idx="5">
                  <c:v>7</c:v>
                </c:pt>
                <c:pt idx="6">
                  <c:v>5</c:v>
                </c:pt>
                <c:pt idx="7">
                  <c:v>9</c:v>
                </c:pt>
                <c:pt idx="8">
                  <c:v>9</c:v>
                </c:pt>
                <c:pt idx="9">
                  <c:v>10</c:v>
                </c:pt>
              </c:numCache>
            </c:numRef>
          </c:yVal>
          <c:smooth val="0"/>
          <c:extLst>
            <c:ext xmlns:c16="http://schemas.microsoft.com/office/drawing/2014/chart" uri="{C3380CC4-5D6E-409C-BE32-E72D297353CC}">
              <c16:uniqueId val="{00000001-8A96-441D-9CE7-41363E185629}"/>
            </c:ext>
          </c:extLst>
        </c:ser>
        <c:dLbls>
          <c:showLegendKey val="0"/>
          <c:showVal val="0"/>
          <c:showCatName val="0"/>
          <c:showSerName val="0"/>
          <c:showPercent val="0"/>
          <c:showBubbleSize val="0"/>
        </c:dLbls>
        <c:axId val="1186946736"/>
        <c:axId val="1186931856"/>
      </c:scatterChart>
      <c:valAx>
        <c:axId val="1186946736"/>
        <c:scaling>
          <c:orientation val="minMax"/>
          <c:max val="11"/>
          <c:min val="0"/>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31856"/>
        <c:crosses val="autoZero"/>
        <c:crossBetween val="midCat"/>
      </c:valAx>
      <c:valAx>
        <c:axId val="1186931856"/>
        <c:scaling>
          <c:orientation val="minMax"/>
          <c:min val="2"/>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694673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lineMarker"/>
        <c:varyColors val="0"/>
        <c:ser>
          <c:idx val="0"/>
          <c:order val="0"/>
          <c:tx>
            <c:strRef>
              <c:f>Sheet1!$D$3</c:f>
              <c:strCache>
                <c:ptCount val="1"/>
                <c:pt idx="0">
                  <c:v>Drownings</c:v>
                </c:pt>
              </c:strCache>
            </c:strRef>
          </c:tx>
          <c:spPr>
            <a:ln w="19050" cap="rnd">
              <a:noFill/>
              <a:round/>
            </a:ln>
            <a:effectLst>
              <a:glow rad="101600">
                <a:srgbClr val="00B0F0">
                  <a:alpha val="40000"/>
                </a:srgbClr>
              </a:glow>
            </a:effectLst>
          </c:spPr>
          <c:marker>
            <c:symbol val="circle"/>
            <c:size val="8"/>
            <c:spPr>
              <a:solidFill>
                <a:srgbClr val="EC1B2E">
                  <a:lumMod val="75000"/>
                </a:srgbClr>
              </a:solidFill>
              <a:ln w="9525">
                <a:solidFill>
                  <a:schemeClr val="accent1"/>
                </a:solidFill>
              </a:ln>
              <a:effectLst>
                <a:glow rad="101600">
                  <a:srgbClr val="00B0F0">
                    <a:alpha val="40000"/>
                  </a:srgbClr>
                </a:glow>
              </a:effectLst>
            </c:spPr>
          </c:marker>
          <c:xVal>
            <c:numRef>
              <c:f>Sheet1!$C$4:$C$21</c:f>
              <c:numCache>
                <c:formatCode>General</c:formatCode>
                <c:ptCount val="18"/>
                <c:pt idx="0">
                  <c:v>12</c:v>
                </c:pt>
                <c:pt idx="1">
                  <c:v>14</c:v>
                </c:pt>
                <c:pt idx="2">
                  <c:v>13</c:v>
                </c:pt>
                <c:pt idx="3">
                  <c:v>15</c:v>
                </c:pt>
                <c:pt idx="4">
                  <c:v>15</c:v>
                </c:pt>
                <c:pt idx="5">
                  <c:v>18</c:v>
                </c:pt>
                <c:pt idx="6">
                  <c:v>19</c:v>
                </c:pt>
                <c:pt idx="7">
                  <c:v>22</c:v>
                </c:pt>
                <c:pt idx="8">
                  <c:v>23</c:v>
                </c:pt>
                <c:pt idx="9">
                  <c:v>22</c:v>
                </c:pt>
                <c:pt idx="10">
                  <c:v>22</c:v>
                </c:pt>
                <c:pt idx="11">
                  <c:v>26</c:v>
                </c:pt>
                <c:pt idx="12">
                  <c:v>29</c:v>
                </c:pt>
                <c:pt idx="13">
                  <c:v>31</c:v>
                </c:pt>
                <c:pt idx="14">
                  <c:v>30</c:v>
                </c:pt>
                <c:pt idx="15">
                  <c:v>32</c:v>
                </c:pt>
                <c:pt idx="16">
                  <c:v>34</c:v>
                </c:pt>
                <c:pt idx="17">
                  <c:v>35</c:v>
                </c:pt>
              </c:numCache>
            </c:numRef>
          </c:xVal>
          <c:yVal>
            <c:numRef>
              <c:f>Sheet1!$D$4:$D$21</c:f>
              <c:numCache>
                <c:formatCode>General</c:formatCode>
                <c:ptCount val="18"/>
                <c:pt idx="0">
                  <c:v>1</c:v>
                </c:pt>
                <c:pt idx="1">
                  <c:v>2</c:v>
                </c:pt>
                <c:pt idx="2">
                  <c:v>2</c:v>
                </c:pt>
                <c:pt idx="3">
                  <c:v>1</c:v>
                </c:pt>
                <c:pt idx="4">
                  <c:v>3</c:v>
                </c:pt>
                <c:pt idx="5">
                  <c:v>4</c:v>
                </c:pt>
                <c:pt idx="6">
                  <c:v>3</c:v>
                </c:pt>
                <c:pt idx="7">
                  <c:v>4</c:v>
                </c:pt>
                <c:pt idx="8">
                  <c:v>5</c:v>
                </c:pt>
                <c:pt idx="9">
                  <c:v>5</c:v>
                </c:pt>
                <c:pt idx="10">
                  <c:v>6</c:v>
                </c:pt>
                <c:pt idx="11">
                  <c:v>7</c:v>
                </c:pt>
                <c:pt idx="12">
                  <c:v>5</c:v>
                </c:pt>
                <c:pt idx="13">
                  <c:v>6</c:v>
                </c:pt>
                <c:pt idx="14">
                  <c:v>7</c:v>
                </c:pt>
                <c:pt idx="15">
                  <c:v>8</c:v>
                </c:pt>
                <c:pt idx="16">
                  <c:v>9</c:v>
                </c:pt>
                <c:pt idx="17">
                  <c:v>10</c:v>
                </c:pt>
              </c:numCache>
            </c:numRef>
          </c:yVal>
          <c:smooth val="0"/>
          <c:extLst>
            <c:ext xmlns:c16="http://schemas.microsoft.com/office/drawing/2014/chart" uri="{C3380CC4-5D6E-409C-BE32-E72D297353CC}">
              <c16:uniqueId val="{00000000-A40A-428E-A909-56538B0E7830}"/>
            </c:ext>
          </c:extLst>
        </c:ser>
        <c:dLbls>
          <c:showLegendKey val="0"/>
          <c:showVal val="0"/>
          <c:showCatName val="0"/>
          <c:showSerName val="0"/>
          <c:showPercent val="0"/>
          <c:showBubbleSize val="0"/>
        </c:dLbls>
        <c:axId val="501142608"/>
        <c:axId val="501143920"/>
      </c:scatterChart>
      <c:valAx>
        <c:axId val="501142608"/>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50000"/>
                      </a:schemeClr>
                    </a:solidFill>
                    <a:latin typeface="+mn-lt"/>
                    <a:ea typeface="+mn-ea"/>
                    <a:cs typeface="+mn-cs"/>
                  </a:defRPr>
                </a:pPr>
                <a:r>
                  <a:rPr lang="en-AU" dirty="0">
                    <a:solidFill>
                      <a:srgbClr val="0070C0"/>
                    </a:solidFill>
                  </a:rPr>
                  <a:t>Ice Cream Sales</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50000"/>
                  </a:schemeClr>
                </a:solidFill>
                <a:latin typeface="+mn-lt"/>
                <a:ea typeface="+mn-ea"/>
                <a:cs typeface="+mn-cs"/>
              </a:defRPr>
            </a:pPr>
            <a:endParaRPr lang="en-US"/>
          </a:p>
        </c:txPr>
        <c:crossAx val="501143920"/>
        <c:crosses val="autoZero"/>
        <c:crossBetween val="midCat"/>
      </c:valAx>
      <c:valAx>
        <c:axId val="501143920"/>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lumMod val="50000"/>
                      </a:schemeClr>
                    </a:solidFill>
                    <a:latin typeface="+mn-lt"/>
                    <a:ea typeface="+mn-ea"/>
                    <a:cs typeface="+mn-cs"/>
                  </a:defRPr>
                </a:pPr>
                <a:r>
                  <a:rPr lang="en-AU" dirty="0">
                    <a:solidFill>
                      <a:srgbClr val="FF0000"/>
                    </a:solidFill>
                  </a:rPr>
                  <a:t>Number of Drownings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50000"/>
                  </a:schemeClr>
                </a:solidFill>
                <a:latin typeface="+mn-lt"/>
                <a:ea typeface="+mn-ea"/>
                <a:cs typeface="+mn-cs"/>
              </a:defRPr>
            </a:pPr>
            <a:endParaRPr lang="en-US"/>
          </a:p>
        </c:txPr>
        <c:crossAx val="50114260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lumMod val="50000"/>
            </a:schemeClr>
          </a:solidFill>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Sheet1!$A$1:$AI$1</c:f>
              <c:numCache>
                <c:formatCode>General</c:formatCode>
                <c:ptCount val="3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numCache>
            </c:numRef>
          </c:xVal>
          <c:yVal>
            <c:numRef>
              <c:f>Sheet1!$A$2:$AI$2</c:f>
              <c:numCache>
                <c:formatCode>General</c:formatCode>
                <c:ptCount val="35"/>
                <c:pt idx="0">
                  <c:v>15</c:v>
                </c:pt>
                <c:pt idx="1">
                  <c:v>14</c:v>
                </c:pt>
                <c:pt idx="2">
                  <c:v>15</c:v>
                </c:pt>
                <c:pt idx="3">
                  <c:v>19</c:v>
                </c:pt>
                <c:pt idx="4">
                  <c:v>13</c:v>
                </c:pt>
                <c:pt idx="5">
                  <c:v>18</c:v>
                </c:pt>
                <c:pt idx="6">
                  <c:v>14</c:v>
                </c:pt>
                <c:pt idx="7">
                  <c:v>11</c:v>
                </c:pt>
                <c:pt idx="8">
                  <c:v>15</c:v>
                </c:pt>
                <c:pt idx="9">
                  <c:v>14</c:v>
                </c:pt>
                <c:pt idx="10">
                  <c:v>13</c:v>
                </c:pt>
                <c:pt idx="11">
                  <c:v>11</c:v>
                </c:pt>
                <c:pt idx="12">
                  <c:v>12</c:v>
                </c:pt>
                <c:pt idx="13">
                  <c:v>9</c:v>
                </c:pt>
                <c:pt idx="14">
                  <c:v>5</c:v>
                </c:pt>
                <c:pt idx="15">
                  <c:v>7</c:v>
                </c:pt>
                <c:pt idx="16">
                  <c:v>6</c:v>
                </c:pt>
                <c:pt idx="17">
                  <c:v>2</c:v>
                </c:pt>
                <c:pt idx="18">
                  <c:v>11</c:v>
                </c:pt>
                <c:pt idx="19">
                  <c:v>12</c:v>
                </c:pt>
                <c:pt idx="20">
                  <c:v>10</c:v>
                </c:pt>
                <c:pt idx="21">
                  <c:v>9</c:v>
                </c:pt>
                <c:pt idx="22">
                  <c:v>9</c:v>
                </c:pt>
                <c:pt idx="23">
                  <c:v>3</c:v>
                </c:pt>
                <c:pt idx="24">
                  <c:v>6</c:v>
                </c:pt>
                <c:pt idx="25">
                  <c:v>5</c:v>
                </c:pt>
                <c:pt idx="26">
                  <c:v>4</c:v>
                </c:pt>
                <c:pt idx="27">
                  <c:v>3</c:v>
                </c:pt>
                <c:pt idx="28">
                  <c:v>9</c:v>
                </c:pt>
                <c:pt idx="29">
                  <c:v>11</c:v>
                </c:pt>
                <c:pt idx="30">
                  <c:v>4</c:v>
                </c:pt>
                <c:pt idx="31">
                  <c:v>5</c:v>
                </c:pt>
                <c:pt idx="32">
                  <c:v>5</c:v>
                </c:pt>
                <c:pt idx="33">
                  <c:v>3</c:v>
                </c:pt>
                <c:pt idx="34">
                  <c:v>4</c:v>
                </c:pt>
              </c:numCache>
            </c:numRef>
          </c:yVal>
          <c:smooth val="0"/>
          <c:extLst>
            <c:ext xmlns:c16="http://schemas.microsoft.com/office/drawing/2014/chart" uri="{C3380CC4-5D6E-409C-BE32-E72D297353CC}">
              <c16:uniqueId val="{00000000-9672-4EEC-9106-FD23946ED472}"/>
            </c:ext>
          </c:extLst>
        </c:ser>
        <c:dLbls>
          <c:showLegendKey val="0"/>
          <c:showVal val="0"/>
          <c:showCatName val="0"/>
          <c:showSerName val="0"/>
          <c:showPercent val="0"/>
          <c:showBubbleSize val="0"/>
        </c:dLbls>
        <c:axId val="120943360"/>
        <c:axId val="120945280"/>
      </c:scatterChart>
      <c:valAx>
        <c:axId val="1209433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945280"/>
        <c:crosses val="autoZero"/>
        <c:crossBetween val="midCat"/>
      </c:valAx>
      <c:valAx>
        <c:axId val="120945280"/>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94336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Sheet1!$A$4:$AI$4</c:f>
              <c:numCache>
                <c:formatCode>General</c:formatCode>
                <c:ptCount val="3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numCache>
            </c:numRef>
          </c:xVal>
          <c:yVal>
            <c:numRef>
              <c:f>Sheet1!$A$5:$AI$5</c:f>
              <c:numCache>
                <c:formatCode>General</c:formatCode>
                <c:ptCount val="35"/>
                <c:pt idx="0">
                  <c:v>13</c:v>
                </c:pt>
                <c:pt idx="1">
                  <c:v>0</c:v>
                </c:pt>
                <c:pt idx="2">
                  <c:v>6</c:v>
                </c:pt>
                <c:pt idx="3">
                  <c:v>3</c:v>
                </c:pt>
                <c:pt idx="4">
                  <c:v>18</c:v>
                </c:pt>
                <c:pt idx="5">
                  <c:v>6</c:v>
                </c:pt>
                <c:pt idx="6">
                  <c:v>14</c:v>
                </c:pt>
                <c:pt idx="7">
                  <c:v>7</c:v>
                </c:pt>
                <c:pt idx="8">
                  <c:v>8</c:v>
                </c:pt>
                <c:pt idx="9">
                  <c:v>18</c:v>
                </c:pt>
                <c:pt idx="10">
                  <c:v>3</c:v>
                </c:pt>
                <c:pt idx="11">
                  <c:v>18</c:v>
                </c:pt>
                <c:pt idx="12">
                  <c:v>12</c:v>
                </c:pt>
                <c:pt idx="13">
                  <c:v>7</c:v>
                </c:pt>
                <c:pt idx="14">
                  <c:v>6</c:v>
                </c:pt>
                <c:pt idx="15">
                  <c:v>12</c:v>
                </c:pt>
                <c:pt idx="16">
                  <c:v>5</c:v>
                </c:pt>
                <c:pt idx="17">
                  <c:v>10</c:v>
                </c:pt>
                <c:pt idx="18">
                  <c:v>1</c:v>
                </c:pt>
                <c:pt idx="19">
                  <c:v>17</c:v>
                </c:pt>
                <c:pt idx="20">
                  <c:v>7</c:v>
                </c:pt>
                <c:pt idx="21">
                  <c:v>10</c:v>
                </c:pt>
                <c:pt idx="22">
                  <c:v>14</c:v>
                </c:pt>
                <c:pt idx="23">
                  <c:v>14</c:v>
                </c:pt>
                <c:pt idx="24">
                  <c:v>3</c:v>
                </c:pt>
                <c:pt idx="25">
                  <c:v>0</c:v>
                </c:pt>
                <c:pt idx="26">
                  <c:v>3</c:v>
                </c:pt>
                <c:pt idx="27">
                  <c:v>3</c:v>
                </c:pt>
                <c:pt idx="28">
                  <c:v>2</c:v>
                </c:pt>
                <c:pt idx="29">
                  <c:v>11</c:v>
                </c:pt>
                <c:pt idx="30">
                  <c:v>9</c:v>
                </c:pt>
                <c:pt idx="31">
                  <c:v>14</c:v>
                </c:pt>
                <c:pt idx="32">
                  <c:v>7</c:v>
                </c:pt>
                <c:pt idx="33">
                  <c:v>12</c:v>
                </c:pt>
                <c:pt idx="34">
                  <c:v>15</c:v>
                </c:pt>
              </c:numCache>
            </c:numRef>
          </c:yVal>
          <c:smooth val="0"/>
          <c:extLst>
            <c:ext xmlns:c16="http://schemas.microsoft.com/office/drawing/2014/chart" uri="{C3380CC4-5D6E-409C-BE32-E72D297353CC}">
              <c16:uniqueId val="{00000000-0B41-4B2B-807B-E30BEFF02A2B}"/>
            </c:ext>
          </c:extLst>
        </c:ser>
        <c:dLbls>
          <c:showLegendKey val="0"/>
          <c:showVal val="0"/>
          <c:showCatName val="0"/>
          <c:showSerName val="0"/>
          <c:showPercent val="0"/>
          <c:showBubbleSize val="0"/>
        </c:dLbls>
        <c:axId val="121058816"/>
        <c:axId val="121060736"/>
      </c:scatterChart>
      <c:valAx>
        <c:axId val="1210588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060736"/>
        <c:crosses val="autoZero"/>
        <c:crossBetween val="midCat"/>
      </c:valAx>
      <c:valAx>
        <c:axId val="121060736"/>
        <c:scaling>
          <c:orientation val="minMax"/>
          <c:max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05881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Sheet1!$A$7:$AI$7</c:f>
              <c:numCache>
                <c:formatCode>General</c:formatCode>
                <c:ptCount val="3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numCache>
            </c:numRef>
          </c:xVal>
          <c:yVal>
            <c:numRef>
              <c:f>Sheet1!$A$8:$AI$8</c:f>
              <c:numCache>
                <c:formatCode>General</c:formatCode>
                <c:ptCount val="35"/>
                <c:pt idx="0">
                  <c:v>9</c:v>
                </c:pt>
                <c:pt idx="1">
                  <c:v>5</c:v>
                </c:pt>
                <c:pt idx="2">
                  <c:v>4</c:v>
                </c:pt>
                <c:pt idx="3">
                  <c:v>3</c:v>
                </c:pt>
                <c:pt idx="4">
                  <c:v>8</c:v>
                </c:pt>
                <c:pt idx="5">
                  <c:v>7</c:v>
                </c:pt>
                <c:pt idx="6">
                  <c:v>5</c:v>
                </c:pt>
                <c:pt idx="7">
                  <c:v>6</c:v>
                </c:pt>
                <c:pt idx="8">
                  <c:v>10</c:v>
                </c:pt>
                <c:pt idx="9">
                  <c:v>6</c:v>
                </c:pt>
                <c:pt idx="10">
                  <c:v>5</c:v>
                </c:pt>
                <c:pt idx="11">
                  <c:v>4</c:v>
                </c:pt>
                <c:pt idx="12">
                  <c:v>7</c:v>
                </c:pt>
                <c:pt idx="13">
                  <c:v>6</c:v>
                </c:pt>
                <c:pt idx="14">
                  <c:v>2</c:v>
                </c:pt>
                <c:pt idx="15">
                  <c:v>5</c:v>
                </c:pt>
                <c:pt idx="16">
                  <c:v>11</c:v>
                </c:pt>
                <c:pt idx="17">
                  <c:v>6</c:v>
                </c:pt>
                <c:pt idx="18">
                  <c:v>5</c:v>
                </c:pt>
                <c:pt idx="19">
                  <c:v>7</c:v>
                </c:pt>
                <c:pt idx="20">
                  <c:v>3</c:v>
                </c:pt>
                <c:pt idx="21">
                  <c:v>4</c:v>
                </c:pt>
                <c:pt idx="22">
                  <c:v>2</c:v>
                </c:pt>
                <c:pt idx="23">
                  <c:v>6</c:v>
                </c:pt>
                <c:pt idx="24">
                  <c:v>5</c:v>
                </c:pt>
                <c:pt idx="25">
                  <c:v>4</c:v>
                </c:pt>
                <c:pt idx="26">
                  <c:v>5</c:v>
                </c:pt>
                <c:pt idx="27">
                  <c:v>5</c:v>
                </c:pt>
                <c:pt idx="28">
                  <c:v>4</c:v>
                </c:pt>
                <c:pt idx="29">
                  <c:v>2</c:v>
                </c:pt>
                <c:pt idx="30">
                  <c:v>3</c:v>
                </c:pt>
                <c:pt idx="31">
                  <c:v>2</c:v>
                </c:pt>
                <c:pt idx="32">
                  <c:v>4</c:v>
                </c:pt>
                <c:pt idx="33">
                  <c:v>2</c:v>
                </c:pt>
                <c:pt idx="34">
                  <c:v>1</c:v>
                </c:pt>
              </c:numCache>
            </c:numRef>
          </c:yVal>
          <c:smooth val="0"/>
          <c:extLst>
            <c:ext xmlns:c16="http://schemas.microsoft.com/office/drawing/2014/chart" uri="{C3380CC4-5D6E-409C-BE32-E72D297353CC}">
              <c16:uniqueId val="{00000000-443B-4D8B-9422-47E966169FF0}"/>
            </c:ext>
          </c:extLst>
        </c:ser>
        <c:dLbls>
          <c:showLegendKey val="0"/>
          <c:showVal val="0"/>
          <c:showCatName val="0"/>
          <c:showSerName val="0"/>
          <c:showPercent val="0"/>
          <c:showBubbleSize val="0"/>
        </c:dLbls>
        <c:axId val="121067776"/>
        <c:axId val="120992128"/>
      </c:scatterChart>
      <c:valAx>
        <c:axId val="1210677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992128"/>
        <c:crosses val="autoZero"/>
        <c:crossBetween val="midCat"/>
      </c:valAx>
      <c:valAx>
        <c:axId val="120992128"/>
        <c:scaling>
          <c:orientation val="minMax"/>
          <c:max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06777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chemeClr val="tx1"/>
              </a:solidFill>
              <a:ln w="9525">
                <a:noFill/>
              </a:ln>
              <a:effectLst/>
            </c:spPr>
          </c:marker>
          <c:trendline>
            <c:spPr>
              <a:ln w="31750" cap="rnd">
                <a:solidFill>
                  <a:schemeClr val="tx1">
                    <a:lumMod val="95000"/>
                    <a:lumOff val="5000"/>
                  </a:schemeClr>
                </a:solidFill>
                <a:prstDash val="solid"/>
              </a:ln>
              <a:effectLst/>
            </c:spPr>
            <c:trendlineType val="linear"/>
            <c:dispRSqr val="0"/>
            <c:dispEq val="0"/>
          </c:trendline>
          <c:xVal>
            <c:numRef>
              <c:f>Sheet2!$B$1:$B$60</c:f>
              <c:numCache>
                <c:formatCode>General</c:formatCode>
                <c:ptCount val="60"/>
                <c:pt idx="0">
                  <c:v>2.71</c:v>
                </c:pt>
                <c:pt idx="1">
                  <c:v>3.58</c:v>
                </c:pt>
                <c:pt idx="2">
                  <c:v>2.38</c:v>
                </c:pt>
                <c:pt idx="3">
                  <c:v>2.19</c:v>
                </c:pt>
                <c:pt idx="4">
                  <c:v>3.31</c:v>
                </c:pt>
                <c:pt idx="5">
                  <c:v>2.91</c:v>
                </c:pt>
                <c:pt idx="6">
                  <c:v>2.86</c:v>
                </c:pt>
                <c:pt idx="7">
                  <c:v>2.27</c:v>
                </c:pt>
                <c:pt idx="8">
                  <c:v>3.14</c:v>
                </c:pt>
                <c:pt idx="9">
                  <c:v>4.5999999999999996</c:v>
                </c:pt>
                <c:pt idx="10">
                  <c:v>4.97</c:v>
                </c:pt>
                <c:pt idx="11">
                  <c:v>5.39</c:v>
                </c:pt>
                <c:pt idx="12">
                  <c:v>4.57</c:v>
                </c:pt>
                <c:pt idx="13">
                  <c:v>6.39</c:v>
                </c:pt>
                <c:pt idx="14">
                  <c:v>4.66</c:v>
                </c:pt>
                <c:pt idx="15">
                  <c:v>4.22</c:v>
                </c:pt>
                <c:pt idx="16">
                  <c:v>5.5</c:v>
                </c:pt>
                <c:pt idx="17">
                  <c:v>7.2</c:v>
                </c:pt>
                <c:pt idx="18">
                  <c:v>4.78</c:v>
                </c:pt>
                <c:pt idx="19">
                  <c:v>5.93</c:v>
                </c:pt>
                <c:pt idx="20">
                  <c:v>6.51</c:v>
                </c:pt>
                <c:pt idx="21">
                  <c:v>5.54</c:v>
                </c:pt>
                <c:pt idx="22">
                  <c:v>5.07</c:v>
                </c:pt>
                <c:pt idx="23">
                  <c:v>5.42</c:v>
                </c:pt>
                <c:pt idx="24">
                  <c:v>4.8099999999999996</c:v>
                </c:pt>
                <c:pt idx="25">
                  <c:v>6.23</c:v>
                </c:pt>
                <c:pt idx="26">
                  <c:v>7.78</c:v>
                </c:pt>
                <c:pt idx="27">
                  <c:v>7.72</c:v>
                </c:pt>
                <c:pt idx="28">
                  <c:v>7.52</c:v>
                </c:pt>
                <c:pt idx="29">
                  <c:v>7.53</c:v>
                </c:pt>
                <c:pt idx="30">
                  <c:v>2.81</c:v>
                </c:pt>
                <c:pt idx="31">
                  <c:v>2.66</c:v>
                </c:pt>
                <c:pt idx="32">
                  <c:v>2.44</c:v>
                </c:pt>
                <c:pt idx="33">
                  <c:v>2.4</c:v>
                </c:pt>
                <c:pt idx="34">
                  <c:v>2.4300000000000002</c:v>
                </c:pt>
                <c:pt idx="35">
                  <c:v>2.2599999999999998</c:v>
                </c:pt>
                <c:pt idx="36">
                  <c:v>3.27</c:v>
                </c:pt>
                <c:pt idx="37">
                  <c:v>3.09</c:v>
                </c:pt>
                <c:pt idx="38">
                  <c:v>2.48</c:v>
                </c:pt>
                <c:pt idx="39">
                  <c:v>4.4000000000000004</c:v>
                </c:pt>
                <c:pt idx="40">
                  <c:v>8.44</c:v>
                </c:pt>
                <c:pt idx="41">
                  <c:v>7.21</c:v>
                </c:pt>
                <c:pt idx="42">
                  <c:v>6.47</c:v>
                </c:pt>
                <c:pt idx="43">
                  <c:v>6.04</c:v>
                </c:pt>
                <c:pt idx="44">
                  <c:v>5.77</c:v>
                </c:pt>
                <c:pt idx="45">
                  <c:v>6.84</c:v>
                </c:pt>
                <c:pt idx="46">
                  <c:v>6.54</c:v>
                </c:pt>
                <c:pt idx="47">
                  <c:v>5.99</c:v>
                </c:pt>
                <c:pt idx="48">
                  <c:v>4.3</c:v>
                </c:pt>
                <c:pt idx="49">
                  <c:v>8.0399999999999991</c:v>
                </c:pt>
                <c:pt idx="50">
                  <c:v>5.86</c:v>
                </c:pt>
                <c:pt idx="51">
                  <c:v>5.36</c:v>
                </c:pt>
                <c:pt idx="52">
                  <c:v>9.11</c:v>
                </c:pt>
                <c:pt idx="53">
                  <c:v>6.19</c:v>
                </c:pt>
                <c:pt idx="54">
                  <c:v>5.53</c:v>
                </c:pt>
                <c:pt idx="55">
                  <c:v>8.2799999999999994</c:v>
                </c:pt>
                <c:pt idx="56">
                  <c:v>8.08</c:v>
                </c:pt>
                <c:pt idx="57">
                  <c:v>3.18</c:v>
                </c:pt>
                <c:pt idx="58">
                  <c:v>3.97</c:v>
                </c:pt>
                <c:pt idx="59">
                  <c:v>8.48</c:v>
                </c:pt>
              </c:numCache>
            </c:numRef>
          </c:xVal>
          <c:yVal>
            <c:numRef>
              <c:f>Sheet2!$C$1:$C$60</c:f>
              <c:numCache>
                <c:formatCode>General</c:formatCode>
                <c:ptCount val="60"/>
                <c:pt idx="0">
                  <c:v>4.43</c:v>
                </c:pt>
                <c:pt idx="1">
                  <c:v>4.88</c:v>
                </c:pt>
                <c:pt idx="2">
                  <c:v>3.84</c:v>
                </c:pt>
                <c:pt idx="3">
                  <c:v>3.61</c:v>
                </c:pt>
                <c:pt idx="4">
                  <c:v>7</c:v>
                </c:pt>
                <c:pt idx="5">
                  <c:v>3.73</c:v>
                </c:pt>
                <c:pt idx="6">
                  <c:v>2.9</c:v>
                </c:pt>
                <c:pt idx="7">
                  <c:v>5.42</c:v>
                </c:pt>
                <c:pt idx="8">
                  <c:v>6.93</c:v>
                </c:pt>
                <c:pt idx="9">
                  <c:v>4.45</c:v>
                </c:pt>
                <c:pt idx="10">
                  <c:v>5.47</c:v>
                </c:pt>
                <c:pt idx="11">
                  <c:v>3.1</c:v>
                </c:pt>
                <c:pt idx="12">
                  <c:v>5.31</c:v>
                </c:pt>
                <c:pt idx="13">
                  <c:v>6.02</c:v>
                </c:pt>
                <c:pt idx="14">
                  <c:v>4.88</c:v>
                </c:pt>
                <c:pt idx="15">
                  <c:v>5.78</c:v>
                </c:pt>
                <c:pt idx="16">
                  <c:v>5.58</c:v>
                </c:pt>
                <c:pt idx="17">
                  <c:v>5.09</c:v>
                </c:pt>
                <c:pt idx="18">
                  <c:v>6.87</c:v>
                </c:pt>
                <c:pt idx="19">
                  <c:v>4.53</c:v>
                </c:pt>
                <c:pt idx="20">
                  <c:v>4.1399999999999997</c:v>
                </c:pt>
                <c:pt idx="21">
                  <c:v>6.68</c:v>
                </c:pt>
                <c:pt idx="22">
                  <c:v>3.62</c:v>
                </c:pt>
                <c:pt idx="23">
                  <c:v>2.78</c:v>
                </c:pt>
                <c:pt idx="24">
                  <c:v>3.52</c:v>
                </c:pt>
                <c:pt idx="25">
                  <c:v>4.93</c:v>
                </c:pt>
                <c:pt idx="26">
                  <c:v>7.09</c:v>
                </c:pt>
                <c:pt idx="27">
                  <c:v>4.55</c:v>
                </c:pt>
                <c:pt idx="28">
                  <c:v>6.33</c:v>
                </c:pt>
                <c:pt idx="29">
                  <c:v>7.58</c:v>
                </c:pt>
                <c:pt idx="30">
                  <c:v>3.87</c:v>
                </c:pt>
                <c:pt idx="31">
                  <c:v>4.58</c:v>
                </c:pt>
                <c:pt idx="32">
                  <c:v>4.2300000000000004</c:v>
                </c:pt>
                <c:pt idx="33">
                  <c:v>3.29</c:v>
                </c:pt>
                <c:pt idx="34">
                  <c:v>1.93</c:v>
                </c:pt>
                <c:pt idx="35">
                  <c:v>3.66</c:v>
                </c:pt>
                <c:pt idx="36">
                  <c:v>4.1500000000000004</c:v>
                </c:pt>
                <c:pt idx="37">
                  <c:v>6.16</c:v>
                </c:pt>
                <c:pt idx="38">
                  <c:v>4.99</c:v>
                </c:pt>
                <c:pt idx="39">
                  <c:v>5.0999999999999996</c:v>
                </c:pt>
                <c:pt idx="40">
                  <c:v>8.01</c:v>
                </c:pt>
                <c:pt idx="41">
                  <c:v>6.58</c:v>
                </c:pt>
                <c:pt idx="42">
                  <c:v>5.19</c:v>
                </c:pt>
                <c:pt idx="43">
                  <c:v>6.42</c:v>
                </c:pt>
                <c:pt idx="44">
                  <c:v>5.43</c:v>
                </c:pt>
                <c:pt idx="45">
                  <c:v>9.31</c:v>
                </c:pt>
                <c:pt idx="46">
                  <c:v>5.51</c:v>
                </c:pt>
                <c:pt idx="47">
                  <c:v>8.9499999999999993</c:v>
                </c:pt>
                <c:pt idx="48">
                  <c:v>6.58</c:v>
                </c:pt>
                <c:pt idx="49">
                  <c:v>8.1300000000000008</c:v>
                </c:pt>
                <c:pt idx="50">
                  <c:v>4.45</c:v>
                </c:pt>
                <c:pt idx="51">
                  <c:v>10.050000000000001</c:v>
                </c:pt>
                <c:pt idx="52">
                  <c:v>9.84</c:v>
                </c:pt>
                <c:pt idx="53">
                  <c:v>10.87</c:v>
                </c:pt>
                <c:pt idx="54">
                  <c:v>9.06</c:v>
                </c:pt>
                <c:pt idx="55">
                  <c:v>9.19</c:v>
                </c:pt>
                <c:pt idx="56">
                  <c:v>11.94</c:v>
                </c:pt>
                <c:pt idx="57">
                  <c:v>5.48</c:v>
                </c:pt>
                <c:pt idx="58">
                  <c:v>8.86</c:v>
                </c:pt>
                <c:pt idx="59">
                  <c:v>11.98</c:v>
                </c:pt>
              </c:numCache>
            </c:numRef>
          </c:yVal>
          <c:smooth val="0"/>
          <c:extLst>
            <c:ext xmlns:c16="http://schemas.microsoft.com/office/drawing/2014/chart" uri="{C3380CC4-5D6E-409C-BE32-E72D297353CC}">
              <c16:uniqueId val="{00000001-BAF6-40A3-B09C-711B861F501E}"/>
            </c:ext>
          </c:extLst>
        </c:ser>
        <c:dLbls>
          <c:showLegendKey val="0"/>
          <c:showVal val="0"/>
          <c:showCatName val="0"/>
          <c:showSerName val="0"/>
          <c:showPercent val="0"/>
          <c:showBubbleSize val="0"/>
        </c:dLbls>
        <c:axId val="358811024"/>
        <c:axId val="358811352"/>
      </c:scatterChart>
      <c:valAx>
        <c:axId val="358811024"/>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dirty="0"/>
                  <a:t>Time</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8811352"/>
        <c:crosses val="autoZero"/>
        <c:crossBetween val="midCat"/>
      </c:valAx>
      <c:valAx>
        <c:axId val="358811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a:t>Aggression</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88110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chemeClr val="tx1"/>
              </a:solidFill>
              <a:ln w="9525">
                <a:noFill/>
              </a:ln>
              <a:effectLst/>
            </c:spPr>
          </c:marker>
          <c:trendline>
            <c:spPr>
              <a:ln w="31750" cap="rnd">
                <a:solidFill>
                  <a:schemeClr val="tx1">
                    <a:lumMod val="95000"/>
                    <a:lumOff val="5000"/>
                  </a:schemeClr>
                </a:solidFill>
                <a:prstDash val="solid"/>
              </a:ln>
              <a:effectLst/>
            </c:spPr>
            <c:trendlineType val="linear"/>
            <c:dispRSqr val="0"/>
            <c:dispEq val="0"/>
          </c:trendline>
          <c:xVal>
            <c:numRef>
              <c:f>Sheet2!$B$1:$B$60</c:f>
              <c:numCache>
                <c:formatCode>General</c:formatCode>
                <c:ptCount val="60"/>
                <c:pt idx="0">
                  <c:v>2.71</c:v>
                </c:pt>
                <c:pt idx="1">
                  <c:v>3.58</c:v>
                </c:pt>
                <c:pt idx="2">
                  <c:v>2.38</c:v>
                </c:pt>
                <c:pt idx="3">
                  <c:v>2.19</c:v>
                </c:pt>
                <c:pt idx="4">
                  <c:v>3.31</c:v>
                </c:pt>
                <c:pt idx="5">
                  <c:v>2.91</c:v>
                </c:pt>
                <c:pt idx="6">
                  <c:v>2.86</c:v>
                </c:pt>
                <c:pt idx="7">
                  <c:v>2.27</c:v>
                </c:pt>
                <c:pt idx="8">
                  <c:v>3.14</c:v>
                </c:pt>
                <c:pt idx="9">
                  <c:v>4.5999999999999996</c:v>
                </c:pt>
                <c:pt idx="10">
                  <c:v>4.97</c:v>
                </c:pt>
                <c:pt idx="11">
                  <c:v>5.39</c:v>
                </c:pt>
                <c:pt idx="12">
                  <c:v>4.57</c:v>
                </c:pt>
                <c:pt idx="13">
                  <c:v>6.39</c:v>
                </c:pt>
                <c:pt idx="14">
                  <c:v>4.66</c:v>
                </c:pt>
                <c:pt idx="15">
                  <c:v>4.22</c:v>
                </c:pt>
                <c:pt idx="16">
                  <c:v>5.5</c:v>
                </c:pt>
                <c:pt idx="17">
                  <c:v>7.2</c:v>
                </c:pt>
                <c:pt idx="18">
                  <c:v>4.78</c:v>
                </c:pt>
                <c:pt idx="19">
                  <c:v>5.93</c:v>
                </c:pt>
                <c:pt idx="20">
                  <c:v>6.51</c:v>
                </c:pt>
                <c:pt idx="21">
                  <c:v>5.54</c:v>
                </c:pt>
                <c:pt idx="22">
                  <c:v>5.07</c:v>
                </c:pt>
                <c:pt idx="23">
                  <c:v>5.42</c:v>
                </c:pt>
                <c:pt idx="24">
                  <c:v>4.8099999999999996</c:v>
                </c:pt>
                <c:pt idx="25">
                  <c:v>6.23</c:v>
                </c:pt>
                <c:pt idx="26">
                  <c:v>7.78</c:v>
                </c:pt>
                <c:pt idx="27">
                  <c:v>7.72</c:v>
                </c:pt>
                <c:pt idx="28">
                  <c:v>7.52</c:v>
                </c:pt>
                <c:pt idx="29">
                  <c:v>7.53</c:v>
                </c:pt>
                <c:pt idx="30">
                  <c:v>2.81</c:v>
                </c:pt>
                <c:pt idx="31">
                  <c:v>2.66</c:v>
                </c:pt>
                <c:pt idx="32">
                  <c:v>2.44</c:v>
                </c:pt>
                <c:pt idx="33">
                  <c:v>2.4</c:v>
                </c:pt>
                <c:pt idx="34">
                  <c:v>2.4300000000000002</c:v>
                </c:pt>
                <c:pt idx="35">
                  <c:v>2.2599999999999998</c:v>
                </c:pt>
                <c:pt idx="36">
                  <c:v>3.27</c:v>
                </c:pt>
                <c:pt idx="37">
                  <c:v>3.09</c:v>
                </c:pt>
                <c:pt idx="38">
                  <c:v>2.48</c:v>
                </c:pt>
                <c:pt idx="39">
                  <c:v>4.4000000000000004</c:v>
                </c:pt>
                <c:pt idx="40">
                  <c:v>8.44</c:v>
                </c:pt>
                <c:pt idx="41">
                  <c:v>7.21</c:v>
                </c:pt>
                <c:pt idx="42">
                  <c:v>6.47</c:v>
                </c:pt>
                <c:pt idx="43">
                  <c:v>6.04</c:v>
                </c:pt>
                <c:pt idx="44">
                  <c:v>5.77</c:v>
                </c:pt>
                <c:pt idx="45">
                  <c:v>6.84</c:v>
                </c:pt>
                <c:pt idx="46">
                  <c:v>6.54</c:v>
                </c:pt>
                <c:pt idx="47">
                  <c:v>5.99</c:v>
                </c:pt>
                <c:pt idx="48">
                  <c:v>4.3</c:v>
                </c:pt>
                <c:pt idx="49">
                  <c:v>8.0399999999999991</c:v>
                </c:pt>
                <c:pt idx="50">
                  <c:v>5.86</c:v>
                </c:pt>
                <c:pt idx="51">
                  <c:v>5.36</c:v>
                </c:pt>
                <c:pt idx="52">
                  <c:v>9.11</c:v>
                </c:pt>
                <c:pt idx="53">
                  <c:v>6.19</c:v>
                </c:pt>
                <c:pt idx="54">
                  <c:v>5.53</c:v>
                </c:pt>
                <c:pt idx="55">
                  <c:v>8.2799999999999994</c:v>
                </c:pt>
                <c:pt idx="56">
                  <c:v>8.08</c:v>
                </c:pt>
                <c:pt idx="57">
                  <c:v>3.18</c:v>
                </c:pt>
                <c:pt idx="58">
                  <c:v>3.97</c:v>
                </c:pt>
                <c:pt idx="59">
                  <c:v>8.48</c:v>
                </c:pt>
              </c:numCache>
            </c:numRef>
          </c:xVal>
          <c:yVal>
            <c:numRef>
              <c:f>Sheet2!$C$1:$C$60</c:f>
              <c:numCache>
                <c:formatCode>General</c:formatCode>
                <c:ptCount val="60"/>
                <c:pt idx="0">
                  <c:v>4.43</c:v>
                </c:pt>
                <c:pt idx="1">
                  <c:v>4.88</c:v>
                </c:pt>
                <c:pt idx="2">
                  <c:v>3.84</c:v>
                </c:pt>
                <c:pt idx="3">
                  <c:v>3.61</c:v>
                </c:pt>
                <c:pt idx="4">
                  <c:v>7</c:v>
                </c:pt>
                <c:pt idx="5">
                  <c:v>3.73</c:v>
                </c:pt>
                <c:pt idx="6">
                  <c:v>2.9</c:v>
                </c:pt>
                <c:pt idx="7">
                  <c:v>5.42</c:v>
                </c:pt>
                <c:pt idx="8">
                  <c:v>6.93</c:v>
                </c:pt>
                <c:pt idx="9">
                  <c:v>4.45</c:v>
                </c:pt>
                <c:pt idx="10">
                  <c:v>5.47</c:v>
                </c:pt>
                <c:pt idx="11">
                  <c:v>3.1</c:v>
                </c:pt>
                <c:pt idx="12">
                  <c:v>5.31</c:v>
                </c:pt>
                <c:pt idx="13">
                  <c:v>6.02</c:v>
                </c:pt>
                <c:pt idx="14">
                  <c:v>4.88</c:v>
                </c:pt>
                <c:pt idx="15">
                  <c:v>5.78</c:v>
                </c:pt>
                <c:pt idx="16">
                  <c:v>5.58</c:v>
                </c:pt>
                <c:pt idx="17">
                  <c:v>5.09</c:v>
                </c:pt>
                <c:pt idx="18">
                  <c:v>6.87</c:v>
                </c:pt>
                <c:pt idx="19">
                  <c:v>4.53</c:v>
                </c:pt>
                <c:pt idx="20">
                  <c:v>4.1399999999999997</c:v>
                </c:pt>
                <c:pt idx="21">
                  <c:v>6.68</c:v>
                </c:pt>
                <c:pt idx="22">
                  <c:v>3.62</c:v>
                </c:pt>
                <c:pt idx="23">
                  <c:v>2.78</c:v>
                </c:pt>
                <c:pt idx="24">
                  <c:v>3.52</c:v>
                </c:pt>
                <c:pt idx="25">
                  <c:v>4.93</c:v>
                </c:pt>
                <c:pt idx="26">
                  <c:v>7.09</c:v>
                </c:pt>
                <c:pt idx="27">
                  <c:v>4.55</c:v>
                </c:pt>
                <c:pt idx="28">
                  <c:v>6.33</c:v>
                </c:pt>
                <c:pt idx="29">
                  <c:v>7.58</c:v>
                </c:pt>
                <c:pt idx="30">
                  <c:v>3.87</c:v>
                </c:pt>
                <c:pt idx="31">
                  <c:v>4.58</c:v>
                </c:pt>
                <c:pt idx="32">
                  <c:v>4.2300000000000004</c:v>
                </c:pt>
                <c:pt idx="33">
                  <c:v>3.29</c:v>
                </c:pt>
                <c:pt idx="34">
                  <c:v>1.93</c:v>
                </c:pt>
                <c:pt idx="35">
                  <c:v>3.66</c:v>
                </c:pt>
                <c:pt idx="36">
                  <c:v>4.1500000000000004</c:v>
                </c:pt>
                <c:pt idx="37">
                  <c:v>6.16</c:v>
                </c:pt>
                <c:pt idx="38">
                  <c:v>4.99</c:v>
                </c:pt>
                <c:pt idx="39">
                  <c:v>5.0999999999999996</c:v>
                </c:pt>
                <c:pt idx="40">
                  <c:v>8.01</c:v>
                </c:pt>
                <c:pt idx="41">
                  <c:v>6.58</c:v>
                </c:pt>
                <c:pt idx="42">
                  <c:v>5.19</c:v>
                </c:pt>
                <c:pt idx="43">
                  <c:v>6.42</c:v>
                </c:pt>
                <c:pt idx="44">
                  <c:v>5.43</c:v>
                </c:pt>
                <c:pt idx="45">
                  <c:v>9.31</c:v>
                </c:pt>
                <c:pt idx="46">
                  <c:v>5.51</c:v>
                </c:pt>
                <c:pt idx="47">
                  <c:v>8.9499999999999993</c:v>
                </c:pt>
                <c:pt idx="48">
                  <c:v>6.58</c:v>
                </c:pt>
                <c:pt idx="49">
                  <c:v>8.1300000000000008</c:v>
                </c:pt>
                <c:pt idx="50">
                  <c:v>4.45</c:v>
                </c:pt>
                <c:pt idx="51">
                  <c:v>10.050000000000001</c:v>
                </c:pt>
                <c:pt idx="52">
                  <c:v>9.84</c:v>
                </c:pt>
                <c:pt idx="53">
                  <c:v>10.87</c:v>
                </c:pt>
                <c:pt idx="54">
                  <c:v>9.06</c:v>
                </c:pt>
                <c:pt idx="55">
                  <c:v>9.19</c:v>
                </c:pt>
                <c:pt idx="56">
                  <c:v>11.94</c:v>
                </c:pt>
                <c:pt idx="57">
                  <c:v>5.48</c:v>
                </c:pt>
                <c:pt idx="58">
                  <c:v>8.86</c:v>
                </c:pt>
                <c:pt idx="59">
                  <c:v>11.98</c:v>
                </c:pt>
              </c:numCache>
            </c:numRef>
          </c:yVal>
          <c:smooth val="0"/>
          <c:extLst>
            <c:ext xmlns:c16="http://schemas.microsoft.com/office/drawing/2014/chart" uri="{C3380CC4-5D6E-409C-BE32-E72D297353CC}">
              <c16:uniqueId val="{00000001-032B-4927-984C-CDD3BA0A8F80}"/>
            </c:ext>
          </c:extLst>
        </c:ser>
        <c:dLbls>
          <c:showLegendKey val="0"/>
          <c:showVal val="0"/>
          <c:showCatName val="0"/>
          <c:showSerName val="0"/>
          <c:showPercent val="0"/>
          <c:showBubbleSize val="0"/>
        </c:dLbls>
        <c:axId val="358811024"/>
        <c:axId val="358811352"/>
      </c:scatterChart>
      <c:valAx>
        <c:axId val="358811024"/>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dirty="0"/>
                  <a:t>Time</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8811352"/>
        <c:crosses val="autoZero"/>
        <c:crossBetween val="midCat"/>
      </c:valAx>
      <c:valAx>
        <c:axId val="358811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a:t>Aggression</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88110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rgbClr val="FF0000"/>
              </a:solidFill>
              <a:ln w="9525">
                <a:solidFill>
                  <a:srgbClr val="C00000"/>
                </a:solidFill>
              </a:ln>
              <a:effectLst/>
            </c:spPr>
          </c:marker>
          <c:trendline>
            <c:spPr>
              <a:ln w="31750" cap="rnd">
                <a:solidFill>
                  <a:srgbClr val="FF0000"/>
                </a:solidFill>
                <a:prstDash val="solid"/>
              </a:ln>
              <a:effectLst/>
            </c:spPr>
            <c:trendlineType val="linear"/>
            <c:dispRSqr val="0"/>
            <c:dispEq val="0"/>
          </c:trendline>
          <c:xVal>
            <c:numRef>
              <c:f>Sheet2!$B$31:$B$60</c:f>
              <c:numCache>
                <c:formatCode>General</c:formatCode>
                <c:ptCount val="30"/>
                <c:pt idx="0">
                  <c:v>2.81</c:v>
                </c:pt>
                <c:pt idx="1">
                  <c:v>2.66</c:v>
                </c:pt>
                <c:pt idx="2">
                  <c:v>2.44</c:v>
                </c:pt>
                <c:pt idx="3">
                  <c:v>2.4</c:v>
                </c:pt>
                <c:pt idx="4">
                  <c:v>2.4300000000000002</c:v>
                </c:pt>
                <c:pt idx="5">
                  <c:v>2.2599999999999998</c:v>
                </c:pt>
                <c:pt idx="6">
                  <c:v>3.27</c:v>
                </c:pt>
                <c:pt idx="7">
                  <c:v>3.09</c:v>
                </c:pt>
                <c:pt idx="8">
                  <c:v>2.48</c:v>
                </c:pt>
                <c:pt idx="9">
                  <c:v>4.4000000000000004</c:v>
                </c:pt>
                <c:pt idx="10">
                  <c:v>8.44</c:v>
                </c:pt>
                <c:pt idx="11">
                  <c:v>7.21</c:v>
                </c:pt>
                <c:pt idx="12">
                  <c:v>6.47</c:v>
                </c:pt>
                <c:pt idx="13">
                  <c:v>6.04</c:v>
                </c:pt>
                <c:pt idx="14">
                  <c:v>5.77</c:v>
                </c:pt>
                <c:pt idx="15">
                  <c:v>6.84</c:v>
                </c:pt>
                <c:pt idx="16">
                  <c:v>6.54</c:v>
                </c:pt>
                <c:pt idx="17">
                  <c:v>5.99</c:v>
                </c:pt>
                <c:pt idx="18">
                  <c:v>4.3</c:v>
                </c:pt>
                <c:pt idx="19">
                  <c:v>8.0399999999999991</c:v>
                </c:pt>
                <c:pt idx="20">
                  <c:v>5.86</c:v>
                </c:pt>
                <c:pt idx="21">
                  <c:v>5.36</c:v>
                </c:pt>
                <c:pt idx="22">
                  <c:v>9.11</c:v>
                </c:pt>
                <c:pt idx="23">
                  <c:v>6.19</c:v>
                </c:pt>
                <c:pt idx="24">
                  <c:v>5.53</c:v>
                </c:pt>
                <c:pt idx="25">
                  <c:v>8.2799999999999994</c:v>
                </c:pt>
                <c:pt idx="26">
                  <c:v>8.08</c:v>
                </c:pt>
                <c:pt idx="27">
                  <c:v>3.18</c:v>
                </c:pt>
                <c:pt idx="28">
                  <c:v>3.97</c:v>
                </c:pt>
                <c:pt idx="29">
                  <c:v>8.48</c:v>
                </c:pt>
              </c:numCache>
            </c:numRef>
          </c:xVal>
          <c:yVal>
            <c:numRef>
              <c:f>Sheet2!$C$31:$C$60</c:f>
              <c:numCache>
                <c:formatCode>General</c:formatCode>
                <c:ptCount val="30"/>
                <c:pt idx="0">
                  <c:v>3.87</c:v>
                </c:pt>
                <c:pt idx="1">
                  <c:v>4.58</c:v>
                </c:pt>
                <c:pt idx="2">
                  <c:v>4.2300000000000004</c:v>
                </c:pt>
                <c:pt idx="3">
                  <c:v>3.29</c:v>
                </c:pt>
                <c:pt idx="4">
                  <c:v>1.93</c:v>
                </c:pt>
                <c:pt idx="5">
                  <c:v>3.66</c:v>
                </c:pt>
                <c:pt idx="6">
                  <c:v>4.1500000000000004</c:v>
                </c:pt>
                <c:pt idx="7">
                  <c:v>6.16</c:v>
                </c:pt>
                <c:pt idx="8">
                  <c:v>4.99</c:v>
                </c:pt>
                <c:pt idx="9">
                  <c:v>5.0999999999999996</c:v>
                </c:pt>
                <c:pt idx="10">
                  <c:v>8.01</c:v>
                </c:pt>
                <c:pt idx="11">
                  <c:v>6.58</c:v>
                </c:pt>
                <c:pt idx="12">
                  <c:v>5.19</c:v>
                </c:pt>
                <c:pt idx="13">
                  <c:v>6.42</c:v>
                </c:pt>
                <c:pt idx="14">
                  <c:v>5.43</c:v>
                </c:pt>
                <c:pt idx="15">
                  <c:v>9.31</c:v>
                </c:pt>
                <c:pt idx="16">
                  <c:v>5.51</c:v>
                </c:pt>
                <c:pt idx="17">
                  <c:v>8.9499999999999993</c:v>
                </c:pt>
                <c:pt idx="18">
                  <c:v>6.58</c:v>
                </c:pt>
                <c:pt idx="19">
                  <c:v>8.1300000000000008</c:v>
                </c:pt>
                <c:pt idx="20">
                  <c:v>4.45</c:v>
                </c:pt>
                <c:pt idx="21">
                  <c:v>10.050000000000001</c:v>
                </c:pt>
                <c:pt idx="22">
                  <c:v>9.84</c:v>
                </c:pt>
                <c:pt idx="23">
                  <c:v>10.87</c:v>
                </c:pt>
                <c:pt idx="24">
                  <c:v>9.06</c:v>
                </c:pt>
                <c:pt idx="25">
                  <c:v>9.19</c:v>
                </c:pt>
                <c:pt idx="26">
                  <c:v>11.94</c:v>
                </c:pt>
                <c:pt idx="27">
                  <c:v>5.48</c:v>
                </c:pt>
                <c:pt idx="28">
                  <c:v>8.86</c:v>
                </c:pt>
                <c:pt idx="29">
                  <c:v>11.98</c:v>
                </c:pt>
              </c:numCache>
            </c:numRef>
          </c:yVal>
          <c:smooth val="0"/>
          <c:extLst>
            <c:ext xmlns:c16="http://schemas.microsoft.com/office/drawing/2014/chart" uri="{C3380CC4-5D6E-409C-BE32-E72D297353CC}">
              <c16:uniqueId val="{00000001-538E-4973-BF97-2584B24E5889}"/>
            </c:ext>
          </c:extLst>
        </c:ser>
        <c:dLbls>
          <c:showLegendKey val="0"/>
          <c:showVal val="0"/>
          <c:showCatName val="0"/>
          <c:showSerName val="0"/>
          <c:showPercent val="0"/>
          <c:showBubbleSize val="0"/>
        </c:dLbls>
        <c:axId val="356645176"/>
        <c:axId val="356643208"/>
      </c:scatterChart>
      <c:valAx>
        <c:axId val="356645176"/>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dirty="0">
                    <a:effectLst/>
                  </a:rPr>
                  <a:t>Time</a:t>
                </a:r>
                <a:endParaRPr lang="en-AU"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6643208"/>
        <c:crosses val="autoZero"/>
        <c:crossBetween val="midCat"/>
      </c:valAx>
      <c:valAx>
        <c:axId val="3566432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a:effectLst/>
                  </a:rPr>
                  <a:t>Aggression</a:t>
                </a:r>
                <a:endParaRPr lang="en-AU" sz="1400">
                  <a:effectLst/>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664517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rgbClr val="00B050"/>
              </a:solidFill>
              <a:ln w="9525">
                <a:noFill/>
              </a:ln>
              <a:effectLst/>
            </c:spPr>
          </c:marker>
          <c:xVal>
            <c:numRef>
              <c:f>Sheet2!$B$1:$B$30</c:f>
              <c:numCache>
                <c:formatCode>General</c:formatCode>
                <c:ptCount val="30"/>
                <c:pt idx="0">
                  <c:v>2.71</c:v>
                </c:pt>
                <c:pt idx="1">
                  <c:v>3.58</c:v>
                </c:pt>
                <c:pt idx="2">
                  <c:v>2.38</c:v>
                </c:pt>
                <c:pt idx="3">
                  <c:v>2.19</c:v>
                </c:pt>
                <c:pt idx="4">
                  <c:v>3.31</c:v>
                </c:pt>
                <c:pt idx="5">
                  <c:v>2.91</c:v>
                </c:pt>
                <c:pt idx="6">
                  <c:v>2.86</c:v>
                </c:pt>
                <c:pt idx="7">
                  <c:v>2.27</c:v>
                </c:pt>
                <c:pt idx="8">
                  <c:v>3.14</c:v>
                </c:pt>
                <c:pt idx="9">
                  <c:v>4.5999999999999996</c:v>
                </c:pt>
                <c:pt idx="10">
                  <c:v>4.97</c:v>
                </c:pt>
                <c:pt idx="11">
                  <c:v>5.39</c:v>
                </c:pt>
                <c:pt idx="12">
                  <c:v>4.57</c:v>
                </c:pt>
                <c:pt idx="13">
                  <c:v>6.39</c:v>
                </c:pt>
                <c:pt idx="14">
                  <c:v>4.66</c:v>
                </c:pt>
                <c:pt idx="15">
                  <c:v>4.22</c:v>
                </c:pt>
                <c:pt idx="16">
                  <c:v>5.5</c:v>
                </c:pt>
                <c:pt idx="17">
                  <c:v>7.2</c:v>
                </c:pt>
                <c:pt idx="18">
                  <c:v>4.78</c:v>
                </c:pt>
                <c:pt idx="19">
                  <c:v>5.93</c:v>
                </c:pt>
                <c:pt idx="20">
                  <c:v>6.51</c:v>
                </c:pt>
                <c:pt idx="21">
                  <c:v>5.54</c:v>
                </c:pt>
                <c:pt idx="22">
                  <c:v>5.07</c:v>
                </c:pt>
                <c:pt idx="23">
                  <c:v>5.42</c:v>
                </c:pt>
                <c:pt idx="24">
                  <c:v>4.8099999999999996</c:v>
                </c:pt>
                <c:pt idx="25">
                  <c:v>6.23</c:v>
                </c:pt>
                <c:pt idx="26">
                  <c:v>7.78</c:v>
                </c:pt>
                <c:pt idx="27">
                  <c:v>7.72</c:v>
                </c:pt>
                <c:pt idx="28">
                  <c:v>7.52</c:v>
                </c:pt>
                <c:pt idx="29">
                  <c:v>7.53</c:v>
                </c:pt>
              </c:numCache>
            </c:numRef>
          </c:xVal>
          <c:yVal>
            <c:numRef>
              <c:f>Sheet2!$C$1:$C$30</c:f>
              <c:numCache>
                <c:formatCode>General</c:formatCode>
                <c:ptCount val="30"/>
                <c:pt idx="0">
                  <c:v>4.43</c:v>
                </c:pt>
                <c:pt idx="1">
                  <c:v>4.88</c:v>
                </c:pt>
                <c:pt idx="2">
                  <c:v>3.84</c:v>
                </c:pt>
                <c:pt idx="3">
                  <c:v>3.61</c:v>
                </c:pt>
                <c:pt idx="4">
                  <c:v>7</c:v>
                </c:pt>
                <c:pt idx="5">
                  <c:v>3.73</c:v>
                </c:pt>
                <c:pt idx="6">
                  <c:v>2.9</c:v>
                </c:pt>
                <c:pt idx="7">
                  <c:v>5.42</c:v>
                </c:pt>
                <c:pt idx="8">
                  <c:v>6.93</c:v>
                </c:pt>
                <c:pt idx="9">
                  <c:v>4.45</c:v>
                </c:pt>
                <c:pt idx="10">
                  <c:v>5.47</c:v>
                </c:pt>
                <c:pt idx="11">
                  <c:v>3.1</c:v>
                </c:pt>
                <c:pt idx="12">
                  <c:v>5.31</c:v>
                </c:pt>
                <c:pt idx="13">
                  <c:v>6.02</c:v>
                </c:pt>
                <c:pt idx="14">
                  <c:v>4.88</c:v>
                </c:pt>
                <c:pt idx="15">
                  <c:v>5.78</c:v>
                </c:pt>
                <c:pt idx="16">
                  <c:v>5.58</c:v>
                </c:pt>
                <c:pt idx="17">
                  <c:v>5.09</c:v>
                </c:pt>
                <c:pt idx="18">
                  <c:v>6.87</c:v>
                </c:pt>
                <c:pt idx="19">
                  <c:v>4.53</c:v>
                </c:pt>
                <c:pt idx="20">
                  <c:v>4.1399999999999997</c:v>
                </c:pt>
                <c:pt idx="21">
                  <c:v>6.68</c:v>
                </c:pt>
                <c:pt idx="22">
                  <c:v>3.62</c:v>
                </c:pt>
                <c:pt idx="23">
                  <c:v>2.78</c:v>
                </c:pt>
                <c:pt idx="24">
                  <c:v>3.52</c:v>
                </c:pt>
                <c:pt idx="25">
                  <c:v>4.93</c:v>
                </c:pt>
                <c:pt idx="26">
                  <c:v>7.09</c:v>
                </c:pt>
                <c:pt idx="27">
                  <c:v>4.55</c:v>
                </c:pt>
                <c:pt idx="28">
                  <c:v>6.33</c:v>
                </c:pt>
                <c:pt idx="29">
                  <c:v>7.58</c:v>
                </c:pt>
              </c:numCache>
            </c:numRef>
          </c:yVal>
          <c:smooth val="0"/>
          <c:extLst>
            <c:ext xmlns:c16="http://schemas.microsoft.com/office/drawing/2014/chart" uri="{C3380CC4-5D6E-409C-BE32-E72D297353CC}">
              <c16:uniqueId val="{00000000-565A-46FD-8299-8109EFBE861C}"/>
            </c:ext>
          </c:extLst>
        </c:ser>
        <c:dLbls>
          <c:showLegendKey val="0"/>
          <c:showVal val="0"/>
          <c:showCatName val="0"/>
          <c:showSerName val="0"/>
          <c:showPercent val="0"/>
          <c:showBubbleSize val="0"/>
        </c:dLbls>
        <c:axId val="348042312"/>
        <c:axId val="227256344"/>
      </c:scatterChart>
      <c:valAx>
        <c:axId val="348042312"/>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dirty="0">
                    <a:effectLst/>
                  </a:rPr>
                  <a:t>Time </a:t>
                </a:r>
                <a:endParaRPr lang="en-AU"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27256344"/>
        <c:crosses val="autoZero"/>
        <c:crossBetween val="midCat"/>
        <c:majorUnit val="2"/>
      </c:valAx>
      <c:valAx>
        <c:axId val="227256344"/>
        <c:scaling>
          <c:orientation val="minMax"/>
          <c:max val="1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a:effectLst/>
                  </a:rPr>
                  <a:t>Aggression</a:t>
                </a:r>
                <a:endParaRPr lang="en-AU" sz="1400">
                  <a:effectLst/>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48042312"/>
        <c:crossesAt val="0"/>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chemeClr val="tx1"/>
              </a:solidFill>
              <a:ln w="9525">
                <a:noFill/>
              </a:ln>
              <a:effectLst/>
            </c:spPr>
          </c:marker>
          <c:trendline>
            <c:spPr>
              <a:ln w="31750" cap="rnd">
                <a:solidFill>
                  <a:schemeClr val="tx1">
                    <a:lumMod val="95000"/>
                    <a:lumOff val="5000"/>
                  </a:schemeClr>
                </a:solidFill>
                <a:prstDash val="solid"/>
              </a:ln>
              <a:effectLst/>
            </c:spPr>
            <c:trendlineType val="linear"/>
            <c:dispRSqr val="0"/>
            <c:dispEq val="0"/>
          </c:trendline>
          <c:xVal>
            <c:numRef>
              <c:f>Sheet2!$B$1:$B$60</c:f>
              <c:numCache>
                <c:formatCode>General</c:formatCode>
                <c:ptCount val="60"/>
                <c:pt idx="0">
                  <c:v>2.71</c:v>
                </c:pt>
                <c:pt idx="1">
                  <c:v>3.58</c:v>
                </c:pt>
                <c:pt idx="2">
                  <c:v>2.38</c:v>
                </c:pt>
                <c:pt idx="3">
                  <c:v>2.19</c:v>
                </c:pt>
                <c:pt idx="4">
                  <c:v>3.31</c:v>
                </c:pt>
                <c:pt idx="5">
                  <c:v>2.91</c:v>
                </c:pt>
                <c:pt idx="6">
                  <c:v>2.86</c:v>
                </c:pt>
                <c:pt idx="7">
                  <c:v>2.27</c:v>
                </c:pt>
                <c:pt idx="8">
                  <c:v>3.14</c:v>
                </c:pt>
                <c:pt idx="9">
                  <c:v>4.5999999999999996</c:v>
                </c:pt>
                <c:pt idx="10">
                  <c:v>4.97</c:v>
                </c:pt>
                <c:pt idx="11">
                  <c:v>5.39</c:v>
                </c:pt>
                <c:pt idx="12">
                  <c:v>4.57</c:v>
                </c:pt>
                <c:pt idx="13">
                  <c:v>6.39</c:v>
                </c:pt>
                <c:pt idx="14">
                  <c:v>4.66</c:v>
                </c:pt>
                <c:pt idx="15">
                  <c:v>4.22</c:v>
                </c:pt>
                <c:pt idx="16">
                  <c:v>5.5</c:v>
                </c:pt>
                <c:pt idx="17">
                  <c:v>7.2</c:v>
                </c:pt>
                <c:pt idx="18">
                  <c:v>4.78</c:v>
                </c:pt>
                <c:pt idx="19">
                  <c:v>5.93</c:v>
                </c:pt>
                <c:pt idx="20">
                  <c:v>6.51</c:v>
                </c:pt>
                <c:pt idx="21">
                  <c:v>5.54</c:v>
                </c:pt>
                <c:pt idx="22">
                  <c:v>5.07</c:v>
                </c:pt>
                <c:pt idx="23">
                  <c:v>5.42</c:v>
                </c:pt>
                <c:pt idx="24">
                  <c:v>4.8099999999999996</c:v>
                </c:pt>
                <c:pt idx="25">
                  <c:v>6.23</c:v>
                </c:pt>
                <c:pt idx="26">
                  <c:v>7.78</c:v>
                </c:pt>
                <c:pt idx="27">
                  <c:v>7.72</c:v>
                </c:pt>
                <c:pt idx="28">
                  <c:v>7.52</c:v>
                </c:pt>
                <c:pt idx="29">
                  <c:v>7.53</c:v>
                </c:pt>
                <c:pt idx="30">
                  <c:v>2.81</c:v>
                </c:pt>
                <c:pt idx="31">
                  <c:v>2.66</c:v>
                </c:pt>
                <c:pt idx="32">
                  <c:v>2.44</c:v>
                </c:pt>
                <c:pt idx="33">
                  <c:v>2.4</c:v>
                </c:pt>
                <c:pt idx="34">
                  <c:v>2.4300000000000002</c:v>
                </c:pt>
                <c:pt idx="35">
                  <c:v>2.2599999999999998</c:v>
                </c:pt>
                <c:pt idx="36">
                  <c:v>3.27</c:v>
                </c:pt>
                <c:pt idx="37">
                  <c:v>3.09</c:v>
                </c:pt>
                <c:pt idx="38">
                  <c:v>2.48</c:v>
                </c:pt>
                <c:pt idx="39">
                  <c:v>4.4000000000000004</c:v>
                </c:pt>
                <c:pt idx="40">
                  <c:v>8.44</c:v>
                </c:pt>
                <c:pt idx="41">
                  <c:v>7.21</c:v>
                </c:pt>
                <c:pt idx="42">
                  <c:v>6.47</c:v>
                </c:pt>
                <c:pt idx="43">
                  <c:v>6.04</c:v>
                </c:pt>
                <c:pt idx="44">
                  <c:v>5.77</c:v>
                </c:pt>
                <c:pt idx="45">
                  <c:v>6.84</c:v>
                </c:pt>
                <c:pt idx="46">
                  <c:v>6.54</c:v>
                </c:pt>
                <c:pt idx="47">
                  <c:v>5.99</c:v>
                </c:pt>
                <c:pt idx="48">
                  <c:v>4.3</c:v>
                </c:pt>
                <c:pt idx="49">
                  <c:v>8.0399999999999991</c:v>
                </c:pt>
                <c:pt idx="50">
                  <c:v>5.86</c:v>
                </c:pt>
                <c:pt idx="51">
                  <c:v>5.36</c:v>
                </c:pt>
                <c:pt idx="52">
                  <c:v>9.11</c:v>
                </c:pt>
                <c:pt idx="53">
                  <c:v>6.19</c:v>
                </c:pt>
                <c:pt idx="54">
                  <c:v>5.53</c:v>
                </c:pt>
                <c:pt idx="55">
                  <c:v>8.2799999999999994</c:v>
                </c:pt>
                <c:pt idx="56">
                  <c:v>8.08</c:v>
                </c:pt>
                <c:pt idx="57">
                  <c:v>3.18</c:v>
                </c:pt>
                <c:pt idx="58">
                  <c:v>3.97</c:v>
                </c:pt>
                <c:pt idx="59">
                  <c:v>8.48</c:v>
                </c:pt>
              </c:numCache>
            </c:numRef>
          </c:xVal>
          <c:yVal>
            <c:numRef>
              <c:f>Sheet2!$C$1:$C$60</c:f>
              <c:numCache>
                <c:formatCode>General</c:formatCode>
                <c:ptCount val="60"/>
                <c:pt idx="0">
                  <c:v>4.43</c:v>
                </c:pt>
                <c:pt idx="1">
                  <c:v>4.88</c:v>
                </c:pt>
                <c:pt idx="2">
                  <c:v>3.84</c:v>
                </c:pt>
                <c:pt idx="3">
                  <c:v>3.61</c:v>
                </c:pt>
                <c:pt idx="4">
                  <c:v>7</c:v>
                </c:pt>
                <c:pt idx="5">
                  <c:v>3.73</c:v>
                </c:pt>
                <c:pt idx="6">
                  <c:v>2.9</c:v>
                </c:pt>
                <c:pt idx="7">
                  <c:v>5.42</c:v>
                </c:pt>
                <c:pt idx="8">
                  <c:v>6.93</c:v>
                </c:pt>
                <c:pt idx="9">
                  <c:v>4.45</c:v>
                </c:pt>
                <c:pt idx="10">
                  <c:v>5.47</c:v>
                </c:pt>
                <c:pt idx="11">
                  <c:v>3.1</c:v>
                </c:pt>
                <c:pt idx="12">
                  <c:v>5.31</c:v>
                </c:pt>
                <c:pt idx="13">
                  <c:v>6.02</c:v>
                </c:pt>
                <c:pt idx="14">
                  <c:v>4.88</c:v>
                </c:pt>
                <c:pt idx="15">
                  <c:v>5.78</c:v>
                </c:pt>
                <c:pt idx="16">
                  <c:v>5.58</c:v>
                </c:pt>
                <c:pt idx="17">
                  <c:v>5.09</c:v>
                </c:pt>
                <c:pt idx="18">
                  <c:v>6.87</c:v>
                </c:pt>
                <c:pt idx="19">
                  <c:v>4.53</c:v>
                </c:pt>
                <c:pt idx="20">
                  <c:v>4.1399999999999997</c:v>
                </c:pt>
                <c:pt idx="21">
                  <c:v>6.68</c:v>
                </c:pt>
                <c:pt idx="22">
                  <c:v>3.62</c:v>
                </c:pt>
                <c:pt idx="23">
                  <c:v>2.78</c:v>
                </c:pt>
                <c:pt idx="24">
                  <c:v>3.52</c:v>
                </c:pt>
                <c:pt idx="25">
                  <c:v>4.93</c:v>
                </c:pt>
                <c:pt idx="26">
                  <c:v>7.09</c:v>
                </c:pt>
                <c:pt idx="27">
                  <c:v>4.55</c:v>
                </c:pt>
                <c:pt idx="28">
                  <c:v>6.33</c:v>
                </c:pt>
                <c:pt idx="29">
                  <c:v>7.58</c:v>
                </c:pt>
                <c:pt idx="30">
                  <c:v>3.87</c:v>
                </c:pt>
                <c:pt idx="31">
                  <c:v>4.58</c:v>
                </c:pt>
                <c:pt idx="32">
                  <c:v>4.2300000000000004</c:v>
                </c:pt>
                <c:pt idx="33">
                  <c:v>3.29</c:v>
                </c:pt>
                <c:pt idx="34">
                  <c:v>1.93</c:v>
                </c:pt>
                <c:pt idx="35">
                  <c:v>3.66</c:v>
                </c:pt>
                <c:pt idx="36">
                  <c:v>4.1500000000000004</c:v>
                </c:pt>
                <c:pt idx="37">
                  <c:v>6.16</c:v>
                </c:pt>
                <c:pt idx="38">
                  <c:v>4.99</c:v>
                </c:pt>
                <c:pt idx="39">
                  <c:v>5.0999999999999996</c:v>
                </c:pt>
                <c:pt idx="40">
                  <c:v>8.01</c:v>
                </c:pt>
                <c:pt idx="41">
                  <c:v>6.58</c:v>
                </c:pt>
                <c:pt idx="42">
                  <c:v>5.19</c:v>
                </c:pt>
                <c:pt idx="43">
                  <c:v>6.42</c:v>
                </c:pt>
                <c:pt idx="44">
                  <c:v>5.43</c:v>
                </c:pt>
                <c:pt idx="45">
                  <c:v>9.31</c:v>
                </c:pt>
                <c:pt idx="46">
                  <c:v>5.51</c:v>
                </c:pt>
                <c:pt idx="47">
                  <c:v>8.9499999999999993</c:v>
                </c:pt>
                <c:pt idx="48">
                  <c:v>6.58</c:v>
                </c:pt>
                <c:pt idx="49">
                  <c:v>8.1300000000000008</c:v>
                </c:pt>
                <c:pt idx="50">
                  <c:v>4.45</c:v>
                </c:pt>
                <c:pt idx="51">
                  <c:v>10.050000000000001</c:v>
                </c:pt>
                <c:pt idx="52">
                  <c:v>9.84</c:v>
                </c:pt>
                <c:pt idx="53">
                  <c:v>10.87</c:v>
                </c:pt>
                <c:pt idx="54">
                  <c:v>9.06</c:v>
                </c:pt>
                <c:pt idx="55">
                  <c:v>9.19</c:v>
                </c:pt>
                <c:pt idx="56">
                  <c:v>11.94</c:v>
                </c:pt>
                <c:pt idx="57">
                  <c:v>5.48</c:v>
                </c:pt>
                <c:pt idx="58">
                  <c:v>8.86</c:v>
                </c:pt>
                <c:pt idx="59">
                  <c:v>11.98</c:v>
                </c:pt>
              </c:numCache>
            </c:numRef>
          </c:yVal>
          <c:smooth val="0"/>
          <c:extLst>
            <c:ext xmlns:c16="http://schemas.microsoft.com/office/drawing/2014/chart" uri="{C3380CC4-5D6E-409C-BE32-E72D297353CC}">
              <c16:uniqueId val="{00000001-032B-4927-984C-CDD3BA0A8F80}"/>
            </c:ext>
          </c:extLst>
        </c:ser>
        <c:dLbls>
          <c:showLegendKey val="0"/>
          <c:showVal val="0"/>
          <c:showCatName val="0"/>
          <c:showSerName val="0"/>
          <c:showPercent val="0"/>
          <c:showBubbleSize val="0"/>
        </c:dLbls>
        <c:axId val="358811024"/>
        <c:axId val="358811352"/>
      </c:scatterChart>
      <c:valAx>
        <c:axId val="358811024"/>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dirty="0"/>
                  <a:t>Time</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8811352"/>
        <c:crosses val="autoZero"/>
        <c:crossBetween val="midCat"/>
      </c:valAx>
      <c:valAx>
        <c:axId val="3588113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a:t>Aggression</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88110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rgbClr val="FF0000"/>
              </a:solidFill>
              <a:ln w="9525">
                <a:solidFill>
                  <a:srgbClr val="C00000"/>
                </a:solidFill>
              </a:ln>
              <a:effectLst/>
            </c:spPr>
          </c:marker>
          <c:trendline>
            <c:spPr>
              <a:ln w="31750" cap="rnd">
                <a:solidFill>
                  <a:srgbClr val="FF0000"/>
                </a:solidFill>
                <a:prstDash val="solid"/>
              </a:ln>
              <a:effectLst/>
            </c:spPr>
            <c:trendlineType val="linear"/>
            <c:dispRSqr val="0"/>
            <c:dispEq val="0"/>
          </c:trendline>
          <c:xVal>
            <c:numRef>
              <c:f>Sheet2!$B$31:$B$60</c:f>
              <c:numCache>
                <c:formatCode>General</c:formatCode>
                <c:ptCount val="30"/>
                <c:pt idx="0">
                  <c:v>2.81</c:v>
                </c:pt>
                <c:pt idx="1">
                  <c:v>2.66</c:v>
                </c:pt>
                <c:pt idx="2">
                  <c:v>2.44</c:v>
                </c:pt>
                <c:pt idx="3">
                  <c:v>2.4</c:v>
                </c:pt>
                <c:pt idx="4">
                  <c:v>2.4300000000000002</c:v>
                </c:pt>
                <c:pt idx="5">
                  <c:v>2.2599999999999998</c:v>
                </c:pt>
                <c:pt idx="6">
                  <c:v>3.27</c:v>
                </c:pt>
                <c:pt idx="7">
                  <c:v>3.09</c:v>
                </c:pt>
                <c:pt idx="8">
                  <c:v>2.48</c:v>
                </c:pt>
                <c:pt idx="9">
                  <c:v>4.4000000000000004</c:v>
                </c:pt>
                <c:pt idx="10">
                  <c:v>8.44</c:v>
                </c:pt>
                <c:pt idx="11">
                  <c:v>7.21</c:v>
                </c:pt>
                <c:pt idx="12">
                  <c:v>6.47</c:v>
                </c:pt>
                <c:pt idx="13">
                  <c:v>6.04</c:v>
                </c:pt>
                <c:pt idx="14">
                  <c:v>5.77</c:v>
                </c:pt>
                <c:pt idx="15">
                  <c:v>6.84</c:v>
                </c:pt>
                <c:pt idx="16">
                  <c:v>6.54</c:v>
                </c:pt>
                <c:pt idx="17">
                  <c:v>5.99</c:v>
                </c:pt>
                <c:pt idx="18">
                  <c:v>4.3</c:v>
                </c:pt>
                <c:pt idx="19">
                  <c:v>8.0399999999999991</c:v>
                </c:pt>
                <c:pt idx="20">
                  <c:v>5.86</c:v>
                </c:pt>
                <c:pt idx="21">
                  <c:v>5.36</c:v>
                </c:pt>
                <c:pt idx="22">
                  <c:v>9.11</c:v>
                </c:pt>
                <c:pt idx="23">
                  <c:v>6.19</c:v>
                </c:pt>
                <c:pt idx="24">
                  <c:v>5.53</c:v>
                </c:pt>
                <c:pt idx="25">
                  <c:v>8.2799999999999994</c:v>
                </c:pt>
                <c:pt idx="26">
                  <c:v>8.08</c:v>
                </c:pt>
                <c:pt idx="27">
                  <c:v>3.18</c:v>
                </c:pt>
                <c:pt idx="28">
                  <c:v>3.97</c:v>
                </c:pt>
                <c:pt idx="29">
                  <c:v>8.48</c:v>
                </c:pt>
              </c:numCache>
            </c:numRef>
          </c:xVal>
          <c:yVal>
            <c:numRef>
              <c:f>Sheet2!$C$31:$C$60</c:f>
              <c:numCache>
                <c:formatCode>General</c:formatCode>
                <c:ptCount val="30"/>
                <c:pt idx="0">
                  <c:v>3.87</c:v>
                </c:pt>
                <c:pt idx="1">
                  <c:v>4.58</c:v>
                </c:pt>
                <c:pt idx="2">
                  <c:v>4.2300000000000004</c:v>
                </c:pt>
                <c:pt idx="3">
                  <c:v>3.29</c:v>
                </c:pt>
                <c:pt idx="4">
                  <c:v>1.93</c:v>
                </c:pt>
                <c:pt idx="5">
                  <c:v>3.66</c:v>
                </c:pt>
                <c:pt idx="6">
                  <c:v>4.1500000000000004</c:v>
                </c:pt>
                <c:pt idx="7">
                  <c:v>6.16</c:v>
                </c:pt>
                <c:pt idx="8">
                  <c:v>4.99</c:v>
                </c:pt>
                <c:pt idx="9">
                  <c:v>5.0999999999999996</c:v>
                </c:pt>
                <c:pt idx="10">
                  <c:v>8.01</c:v>
                </c:pt>
                <c:pt idx="11">
                  <c:v>6.58</c:v>
                </c:pt>
                <c:pt idx="12">
                  <c:v>5.19</c:v>
                </c:pt>
                <c:pt idx="13">
                  <c:v>6.42</c:v>
                </c:pt>
                <c:pt idx="14">
                  <c:v>5.43</c:v>
                </c:pt>
                <c:pt idx="15">
                  <c:v>9.31</c:v>
                </c:pt>
                <c:pt idx="16">
                  <c:v>5.51</c:v>
                </c:pt>
                <c:pt idx="17">
                  <c:v>8.9499999999999993</c:v>
                </c:pt>
                <c:pt idx="18">
                  <c:v>6.58</c:v>
                </c:pt>
                <c:pt idx="19">
                  <c:v>8.1300000000000008</c:v>
                </c:pt>
                <c:pt idx="20">
                  <c:v>4.45</c:v>
                </c:pt>
                <c:pt idx="21">
                  <c:v>10.050000000000001</c:v>
                </c:pt>
                <c:pt idx="22">
                  <c:v>9.84</c:v>
                </c:pt>
                <c:pt idx="23">
                  <c:v>10.87</c:v>
                </c:pt>
                <c:pt idx="24">
                  <c:v>9.06</c:v>
                </c:pt>
                <c:pt idx="25">
                  <c:v>9.19</c:v>
                </c:pt>
                <c:pt idx="26">
                  <c:v>11.94</c:v>
                </c:pt>
                <c:pt idx="27">
                  <c:v>5.48</c:v>
                </c:pt>
                <c:pt idx="28">
                  <c:v>8.86</c:v>
                </c:pt>
                <c:pt idx="29">
                  <c:v>11.98</c:v>
                </c:pt>
              </c:numCache>
            </c:numRef>
          </c:yVal>
          <c:smooth val="0"/>
          <c:extLst>
            <c:ext xmlns:c16="http://schemas.microsoft.com/office/drawing/2014/chart" uri="{C3380CC4-5D6E-409C-BE32-E72D297353CC}">
              <c16:uniqueId val="{00000001-538E-4973-BF97-2584B24E5889}"/>
            </c:ext>
          </c:extLst>
        </c:ser>
        <c:dLbls>
          <c:showLegendKey val="0"/>
          <c:showVal val="0"/>
          <c:showCatName val="0"/>
          <c:showSerName val="0"/>
          <c:showPercent val="0"/>
          <c:showBubbleSize val="0"/>
        </c:dLbls>
        <c:axId val="356645176"/>
        <c:axId val="356643208"/>
      </c:scatterChart>
      <c:valAx>
        <c:axId val="356645176"/>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dirty="0">
                    <a:effectLst/>
                  </a:rPr>
                  <a:t>Time</a:t>
                </a:r>
                <a:endParaRPr lang="en-AU"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6643208"/>
        <c:crosses val="autoZero"/>
        <c:crossBetween val="midCat"/>
      </c:valAx>
      <c:valAx>
        <c:axId val="3566432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a:effectLst/>
                  </a:rPr>
                  <a:t>Aggression</a:t>
                </a:r>
                <a:endParaRPr lang="en-AU" sz="1400">
                  <a:effectLst/>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664517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rgbClr val="00B050"/>
              </a:solidFill>
              <a:ln w="9525">
                <a:noFill/>
              </a:ln>
              <a:effectLst/>
            </c:spPr>
          </c:marker>
          <c:xVal>
            <c:numRef>
              <c:f>Sheet2!$B$1:$B$30</c:f>
              <c:numCache>
                <c:formatCode>General</c:formatCode>
                <c:ptCount val="30"/>
                <c:pt idx="0">
                  <c:v>2.71</c:v>
                </c:pt>
                <c:pt idx="1">
                  <c:v>3.58</c:v>
                </c:pt>
                <c:pt idx="2">
                  <c:v>2.38</c:v>
                </c:pt>
                <c:pt idx="3">
                  <c:v>2.19</c:v>
                </c:pt>
                <c:pt idx="4">
                  <c:v>3.31</c:v>
                </c:pt>
                <c:pt idx="5">
                  <c:v>2.91</c:v>
                </c:pt>
                <c:pt idx="6">
                  <c:v>2.86</c:v>
                </c:pt>
                <c:pt idx="7">
                  <c:v>2.27</c:v>
                </c:pt>
                <c:pt idx="8">
                  <c:v>3.14</c:v>
                </c:pt>
                <c:pt idx="9">
                  <c:v>4.5999999999999996</c:v>
                </c:pt>
                <c:pt idx="10">
                  <c:v>4.97</c:v>
                </c:pt>
                <c:pt idx="11">
                  <c:v>5.39</c:v>
                </c:pt>
                <c:pt idx="12">
                  <c:v>4.57</c:v>
                </c:pt>
                <c:pt idx="13">
                  <c:v>6.39</c:v>
                </c:pt>
                <c:pt idx="14">
                  <c:v>4.66</c:v>
                </c:pt>
                <c:pt idx="15">
                  <c:v>4.22</c:v>
                </c:pt>
                <c:pt idx="16">
                  <c:v>5.5</c:v>
                </c:pt>
                <c:pt idx="17">
                  <c:v>7.2</c:v>
                </c:pt>
                <c:pt idx="18">
                  <c:v>4.78</c:v>
                </c:pt>
                <c:pt idx="19">
                  <c:v>5.93</c:v>
                </c:pt>
                <c:pt idx="20">
                  <c:v>6.51</c:v>
                </c:pt>
                <c:pt idx="21">
                  <c:v>5.54</c:v>
                </c:pt>
                <c:pt idx="22">
                  <c:v>5.07</c:v>
                </c:pt>
                <c:pt idx="23">
                  <c:v>5.42</c:v>
                </c:pt>
                <c:pt idx="24">
                  <c:v>4.8099999999999996</c:v>
                </c:pt>
                <c:pt idx="25">
                  <c:v>6.23</c:v>
                </c:pt>
                <c:pt idx="26">
                  <c:v>7.78</c:v>
                </c:pt>
                <c:pt idx="27">
                  <c:v>7.72</c:v>
                </c:pt>
                <c:pt idx="28">
                  <c:v>7.52</c:v>
                </c:pt>
                <c:pt idx="29">
                  <c:v>7.53</c:v>
                </c:pt>
              </c:numCache>
            </c:numRef>
          </c:xVal>
          <c:yVal>
            <c:numRef>
              <c:f>Sheet2!$C$1:$C$30</c:f>
              <c:numCache>
                <c:formatCode>General</c:formatCode>
                <c:ptCount val="30"/>
                <c:pt idx="0">
                  <c:v>4.43</c:v>
                </c:pt>
                <c:pt idx="1">
                  <c:v>4.88</c:v>
                </c:pt>
                <c:pt idx="2">
                  <c:v>3.84</c:v>
                </c:pt>
                <c:pt idx="3">
                  <c:v>3.61</c:v>
                </c:pt>
                <c:pt idx="4">
                  <c:v>7</c:v>
                </c:pt>
                <c:pt idx="5">
                  <c:v>3.73</c:v>
                </c:pt>
                <c:pt idx="6">
                  <c:v>2.9</c:v>
                </c:pt>
                <c:pt idx="7">
                  <c:v>5.42</c:v>
                </c:pt>
                <c:pt idx="8">
                  <c:v>6.93</c:v>
                </c:pt>
                <c:pt idx="9">
                  <c:v>4.45</c:v>
                </c:pt>
                <c:pt idx="10">
                  <c:v>5.47</c:v>
                </c:pt>
                <c:pt idx="11">
                  <c:v>3.1</c:v>
                </c:pt>
                <c:pt idx="12">
                  <c:v>5.31</c:v>
                </c:pt>
                <c:pt idx="13">
                  <c:v>6.02</c:v>
                </c:pt>
                <c:pt idx="14">
                  <c:v>4.88</c:v>
                </c:pt>
                <c:pt idx="15">
                  <c:v>5.78</c:v>
                </c:pt>
                <c:pt idx="16">
                  <c:v>5.58</c:v>
                </c:pt>
                <c:pt idx="17">
                  <c:v>5.09</c:v>
                </c:pt>
                <c:pt idx="18">
                  <c:v>6.87</c:v>
                </c:pt>
                <c:pt idx="19">
                  <c:v>4.53</c:v>
                </c:pt>
                <c:pt idx="20">
                  <c:v>4.1399999999999997</c:v>
                </c:pt>
                <c:pt idx="21">
                  <c:v>6.68</c:v>
                </c:pt>
                <c:pt idx="22">
                  <c:v>3.62</c:v>
                </c:pt>
                <c:pt idx="23">
                  <c:v>2.78</c:v>
                </c:pt>
                <c:pt idx="24">
                  <c:v>3.52</c:v>
                </c:pt>
                <c:pt idx="25">
                  <c:v>4.93</c:v>
                </c:pt>
                <c:pt idx="26">
                  <c:v>7.09</c:v>
                </c:pt>
                <c:pt idx="27">
                  <c:v>4.55</c:v>
                </c:pt>
                <c:pt idx="28">
                  <c:v>6.33</c:v>
                </c:pt>
                <c:pt idx="29">
                  <c:v>7.58</c:v>
                </c:pt>
              </c:numCache>
            </c:numRef>
          </c:yVal>
          <c:smooth val="0"/>
          <c:extLst>
            <c:ext xmlns:c16="http://schemas.microsoft.com/office/drawing/2014/chart" uri="{C3380CC4-5D6E-409C-BE32-E72D297353CC}">
              <c16:uniqueId val="{00000000-565A-46FD-8299-8109EFBE861C}"/>
            </c:ext>
          </c:extLst>
        </c:ser>
        <c:dLbls>
          <c:showLegendKey val="0"/>
          <c:showVal val="0"/>
          <c:showCatName val="0"/>
          <c:showSerName val="0"/>
          <c:showPercent val="0"/>
          <c:showBubbleSize val="0"/>
        </c:dLbls>
        <c:axId val="348042312"/>
        <c:axId val="227256344"/>
      </c:scatterChart>
      <c:valAx>
        <c:axId val="348042312"/>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dirty="0">
                    <a:effectLst/>
                  </a:rPr>
                  <a:t>Time </a:t>
                </a:r>
                <a:endParaRPr lang="en-AU"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27256344"/>
        <c:crosses val="autoZero"/>
        <c:crossBetween val="midCat"/>
        <c:majorUnit val="2"/>
      </c:valAx>
      <c:valAx>
        <c:axId val="227256344"/>
        <c:scaling>
          <c:orientation val="minMax"/>
          <c:max val="1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a:effectLst/>
                  </a:rPr>
                  <a:t>Aggression</a:t>
                </a:r>
                <a:endParaRPr lang="en-AU" sz="1400">
                  <a:effectLst/>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48042312"/>
        <c:crossesAt val="0"/>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rgbClr val="FF0000"/>
              </a:solidFill>
              <a:ln w="9525">
                <a:solidFill>
                  <a:srgbClr val="C00000"/>
                </a:solidFill>
              </a:ln>
              <a:effectLst/>
            </c:spPr>
          </c:marker>
          <c:trendline>
            <c:spPr>
              <a:ln w="31750" cap="rnd">
                <a:solidFill>
                  <a:srgbClr val="FF0000"/>
                </a:solidFill>
                <a:prstDash val="solid"/>
              </a:ln>
              <a:effectLst/>
            </c:spPr>
            <c:trendlineType val="linear"/>
            <c:dispRSqr val="0"/>
            <c:dispEq val="0"/>
          </c:trendline>
          <c:xVal>
            <c:numRef>
              <c:f>Sheet2!$B$31:$B$60</c:f>
              <c:numCache>
                <c:formatCode>General</c:formatCode>
                <c:ptCount val="30"/>
                <c:pt idx="0">
                  <c:v>2.81</c:v>
                </c:pt>
                <c:pt idx="1">
                  <c:v>2.66</c:v>
                </c:pt>
                <c:pt idx="2">
                  <c:v>2.44</c:v>
                </c:pt>
                <c:pt idx="3">
                  <c:v>2.4</c:v>
                </c:pt>
                <c:pt idx="4">
                  <c:v>2.4300000000000002</c:v>
                </c:pt>
                <c:pt idx="5">
                  <c:v>2.2599999999999998</c:v>
                </c:pt>
                <c:pt idx="6">
                  <c:v>3.27</c:v>
                </c:pt>
                <c:pt idx="7">
                  <c:v>3.09</c:v>
                </c:pt>
                <c:pt idx="8">
                  <c:v>2.48</c:v>
                </c:pt>
                <c:pt idx="9">
                  <c:v>4.4000000000000004</c:v>
                </c:pt>
                <c:pt idx="10">
                  <c:v>8.44</c:v>
                </c:pt>
                <c:pt idx="11">
                  <c:v>7.21</c:v>
                </c:pt>
                <c:pt idx="12">
                  <c:v>6.47</c:v>
                </c:pt>
                <c:pt idx="13">
                  <c:v>6.04</c:v>
                </c:pt>
                <c:pt idx="14">
                  <c:v>5.77</c:v>
                </c:pt>
                <c:pt idx="15">
                  <c:v>6.84</c:v>
                </c:pt>
                <c:pt idx="16">
                  <c:v>6.54</c:v>
                </c:pt>
                <c:pt idx="17">
                  <c:v>5.99</c:v>
                </c:pt>
                <c:pt idx="18">
                  <c:v>4.3</c:v>
                </c:pt>
                <c:pt idx="19">
                  <c:v>8.0399999999999991</c:v>
                </c:pt>
                <c:pt idx="20">
                  <c:v>5.86</c:v>
                </c:pt>
                <c:pt idx="21">
                  <c:v>5.36</c:v>
                </c:pt>
                <c:pt idx="22">
                  <c:v>9.11</c:v>
                </c:pt>
                <c:pt idx="23">
                  <c:v>6.19</c:v>
                </c:pt>
                <c:pt idx="24">
                  <c:v>5.53</c:v>
                </c:pt>
                <c:pt idx="25">
                  <c:v>8.2799999999999994</c:v>
                </c:pt>
                <c:pt idx="26">
                  <c:v>8.08</c:v>
                </c:pt>
                <c:pt idx="27">
                  <c:v>3.18</c:v>
                </c:pt>
                <c:pt idx="28">
                  <c:v>3.97</c:v>
                </c:pt>
                <c:pt idx="29">
                  <c:v>8.48</c:v>
                </c:pt>
              </c:numCache>
            </c:numRef>
          </c:xVal>
          <c:yVal>
            <c:numRef>
              <c:f>Sheet2!$C$31:$C$60</c:f>
              <c:numCache>
                <c:formatCode>General</c:formatCode>
                <c:ptCount val="30"/>
                <c:pt idx="0">
                  <c:v>3.87</c:v>
                </c:pt>
                <c:pt idx="1">
                  <c:v>4.58</c:v>
                </c:pt>
                <c:pt idx="2">
                  <c:v>4.2300000000000004</c:v>
                </c:pt>
                <c:pt idx="3">
                  <c:v>3.29</c:v>
                </c:pt>
                <c:pt idx="4">
                  <c:v>1.93</c:v>
                </c:pt>
                <c:pt idx="5">
                  <c:v>3.66</c:v>
                </c:pt>
                <c:pt idx="6">
                  <c:v>4.1500000000000004</c:v>
                </c:pt>
                <c:pt idx="7">
                  <c:v>6.16</c:v>
                </c:pt>
                <c:pt idx="8">
                  <c:v>4.99</c:v>
                </c:pt>
                <c:pt idx="9">
                  <c:v>5.0999999999999996</c:v>
                </c:pt>
                <c:pt idx="10">
                  <c:v>8.01</c:v>
                </c:pt>
                <c:pt idx="11">
                  <c:v>6.58</c:v>
                </c:pt>
                <c:pt idx="12">
                  <c:v>5.19</c:v>
                </c:pt>
                <c:pt idx="13">
                  <c:v>6.42</c:v>
                </c:pt>
                <c:pt idx="14">
                  <c:v>5.43</c:v>
                </c:pt>
                <c:pt idx="15">
                  <c:v>9.31</c:v>
                </c:pt>
                <c:pt idx="16">
                  <c:v>5.51</c:v>
                </c:pt>
                <c:pt idx="17">
                  <c:v>8.9499999999999993</c:v>
                </c:pt>
                <c:pt idx="18">
                  <c:v>6.58</c:v>
                </c:pt>
                <c:pt idx="19">
                  <c:v>8.1300000000000008</c:v>
                </c:pt>
                <c:pt idx="20">
                  <c:v>4.45</c:v>
                </c:pt>
                <c:pt idx="21">
                  <c:v>10.050000000000001</c:v>
                </c:pt>
                <c:pt idx="22">
                  <c:v>9.84</c:v>
                </c:pt>
                <c:pt idx="23">
                  <c:v>10.87</c:v>
                </c:pt>
                <c:pt idx="24">
                  <c:v>9.06</c:v>
                </c:pt>
                <c:pt idx="25">
                  <c:v>9.19</c:v>
                </c:pt>
                <c:pt idx="26">
                  <c:v>11.94</c:v>
                </c:pt>
                <c:pt idx="27">
                  <c:v>5.48</c:v>
                </c:pt>
                <c:pt idx="28">
                  <c:v>8.86</c:v>
                </c:pt>
                <c:pt idx="29">
                  <c:v>11.98</c:v>
                </c:pt>
              </c:numCache>
            </c:numRef>
          </c:yVal>
          <c:smooth val="0"/>
          <c:extLst>
            <c:ext xmlns:c16="http://schemas.microsoft.com/office/drawing/2014/chart" uri="{C3380CC4-5D6E-409C-BE32-E72D297353CC}">
              <c16:uniqueId val="{00000001-538E-4973-BF97-2584B24E5889}"/>
            </c:ext>
          </c:extLst>
        </c:ser>
        <c:dLbls>
          <c:showLegendKey val="0"/>
          <c:showVal val="0"/>
          <c:showCatName val="0"/>
          <c:showSerName val="0"/>
          <c:showPercent val="0"/>
          <c:showBubbleSize val="0"/>
        </c:dLbls>
        <c:axId val="356645176"/>
        <c:axId val="356643208"/>
      </c:scatterChart>
      <c:valAx>
        <c:axId val="356645176"/>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dirty="0">
                    <a:effectLst/>
                  </a:rPr>
                  <a:t>Time</a:t>
                </a:r>
                <a:endParaRPr lang="en-AU"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6643208"/>
        <c:crosses val="autoZero"/>
        <c:crossBetween val="midCat"/>
      </c:valAx>
      <c:valAx>
        <c:axId val="3566432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a:effectLst/>
                  </a:rPr>
                  <a:t>Aggression</a:t>
                </a:r>
                <a:endParaRPr lang="en-AU" sz="1400">
                  <a:effectLst/>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5664517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8575" cap="rnd">
              <a:noFill/>
              <a:round/>
            </a:ln>
            <a:effectLst/>
          </c:spPr>
          <c:marker>
            <c:symbol val="circle"/>
            <c:size val="5"/>
            <c:spPr>
              <a:solidFill>
                <a:srgbClr val="00B050"/>
              </a:solidFill>
              <a:ln w="9525">
                <a:noFill/>
              </a:ln>
              <a:effectLst/>
            </c:spPr>
          </c:marker>
          <c:xVal>
            <c:numRef>
              <c:f>Sheet2!$B$1:$B$30</c:f>
              <c:numCache>
                <c:formatCode>General</c:formatCode>
                <c:ptCount val="30"/>
                <c:pt idx="0">
                  <c:v>2.71</c:v>
                </c:pt>
                <c:pt idx="1">
                  <c:v>3.58</c:v>
                </c:pt>
                <c:pt idx="2">
                  <c:v>2.38</c:v>
                </c:pt>
                <c:pt idx="3">
                  <c:v>2.19</c:v>
                </c:pt>
                <c:pt idx="4">
                  <c:v>3.31</c:v>
                </c:pt>
                <c:pt idx="5">
                  <c:v>2.91</c:v>
                </c:pt>
                <c:pt idx="6">
                  <c:v>2.86</c:v>
                </c:pt>
                <c:pt idx="7">
                  <c:v>2.27</c:v>
                </c:pt>
                <c:pt idx="8">
                  <c:v>3.14</c:v>
                </c:pt>
                <c:pt idx="9">
                  <c:v>4.5999999999999996</c:v>
                </c:pt>
                <c:pt idx="10">
                  <c:v>4.97</c:v>
                </c:pt>
                <c:pt idx="11">
                  <c:v>5.39</c:v>
                </c:pt>
                <c:pt idx="12">
                  <c:v>4.57</c:v>
                </c:pt>
                <c:pt idx="13">
                  <c:v>6.39</c:v>
                </c:pt>
                <c:pt idx="14">
                  <c:v>4.66</c:v>
                </c:pt>
                <c:pt idx="15">
                  <c:v>4.22</c:v>
                </c:pt>
                <c:pt idx="16">
                  <c:v>5.5</c:v>
                </c:pt>
                <c:pt idx="17">
                  <c:v>7.2</c:v>
                </c:pt>
                <c:pt idx="18">
                  <c:v>4.78</c:v>
                </c:pt>
                <c:pt idx="19">
                  <c:v>5.93</c:v>
                </c:pt>
                <c:pt idx="20">
                  <c:v>6.51</c:v>
                </c:pt>
                <c:pt idx="21">
                  <c:v>5.54</c:v>
                </c:pt>
                <c:pt idx="22">
                  <c:v>5.07</c:v>
                </c:pt>
                <c:pt idx="23">
                  <c:v>5.42</c:v>
                </c:pt>
                <c:pt idx="24">
                  <c:v>4.8099999999999996</c:v>
                </c:pt>
                <c:pt idx="25">
                  <c:v>6.23</c:v>
                </c:pt>
                <c:pt idx="26">
                  <c:v>7.78</c:v>
                </c:pt>
                <c:pt idx="27">
                  <c:v>7.72</c:v>
                </c:pt>
                <c:pt idx="28">
                  <c:v>7.52</c:v>
                </c:pt>
                <c:pt idx="29">
                  <c:v>7.53</c:v>
                </c:pt>
              </c:numCache>
            </c:numRef>
          </c:xVal>
          <c:yVal>
            <c:numRef>
              <c:f>Sheet2!$C$1:$C$30</c:f>
              <c:numCache>
                <c:formatCode>General</c:formatCode>
                <c:ptCount val="30"/>
                <c:pt idx="0">
                  <c:v>4.43</c:v>
                </c:pt>
                <c:pt idx="1">
                  <c:v>4.88</c:v>
                </c:pt>
                <c:pt idx="2">
                  <c:v>3.84</c:v>
                </c:pt>
                <c:pt idx="3">
                  <c:v>3.61</c:v>
                </c:pt>
                <c:pt idx="4">
                  <c:v>7</c:v>
                </c:pt>
                <c:pt idx="5">
                  <c:v>3.73</c:v>
                </c:pt>
                <c:pt idx="6">
                  <c:v>2.9</c:v>
                </c:pt>
                <c:pt idx="7">
                  <c:v>5.42</c:v>
                </c:pt>
                <c:pt idx="8">
                  <c:v>6.93</c:v>
                </c:pt>
                <c:pt idx="9">
                  <c:v>4.45</c:v>
                </c:pt>
                <c:pt idx="10">
                  <c:v>5.47</c:v>
                </c:pt>
                <c:pt idx="11">
                  <c:v>3.1</c:v>
                </c:pt>
                <c:pt idx="12">
                  <c:v>5.31</c:v>
                </c:pt>
                <c:pt idx="13">
                  <c:v>6.02</c:v>
                </c:pt>
                <c:pt idx="14">
                  <c:v>4.88</c:v>
                </c:pt>
                <c:pt idx="15">
                  <c:v>5.78</c:v>
                </c:pt>
                <c:pt idx="16">
                  <c:v>5.58</c:v>
                </c:pt>
                <c:pt idx="17">
                  <c:v>5.09</c:v>
                </c:pt>
                <c:pt idx="18">
                  <c:v>6.87</c:v>
                </c:pt>
                <c:pt idx="19">
                  <c:v>4.53</c:v>
                </c:pt>
                <c:pt idx="20">
                  <c:v>4.1399999999999997</c:v>
                </c:pt>
                <c:pt idx="21">
                  <c:v>6.68</c:v>
                </c:pt>
                <c:pt idx="22">
                  <c:v>3.62</c:v>
                </c:pt>
                <c:pt idx="23">
                  <c:v>2.78</c:v>
                </c:pt>
                <c:pt idx="24">
                  <c:v>3.52</c:v>
                </c:pt>
                <c:pt idx="25">
                  <c:v>4.93</c:v>
                </c:pt>
                <c:pt idx="26">
                  <c:v>7.09</c:v>
                </c:pt>
                <c:pt idx="27">
                  <c:v>4.55</c:v>
                </c:pt>
                <c:pt idx="28">
                  <c:v>6.33</c:v>
                </c:pt>
                <c:pt idx="29">
                  <c:v>7.58</c:v>
                </c:pt>
              </c:numCache>
            </c:numRef>
          </c:yVal>
          <c:smooth val="0"/>
          <c:extLst>
            <c:ext xmlns:c16="http://schemas.microsoft.com/office/drawing/2014/chart" uri="{C3380CC4-5D6E-409C-BE32-E72D297353CC}">
              <c16:uniqueId val="{00000000-565A-46FD-8299-8109EFBE861C}"/>
            </c:ext>
          </c:extLst>
        </c:ser>
        <c:dLbls>
          <c:showLegendKey val="0"/>
          <c:showVal val="0"/>
          <c:showCatName val="0"/>
          <c:showSerName val="0"/>
          <c:showPercent val="0"/>
          <c:showBubbleSize val="0"/>
        </c:dLbls>
        <c:axId val="348042312"/>
        <c:axId val="227256344"/>
      </c:scatterChart>
      <c:valAx>
        <c:axId val="348042312"/>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dirty="0">
                    <a:effectLst/>
                  </a:rPr>
                  <a:t>Time </a:t>
                </a:r>
                <a:endParaRPr lang="en-AU" sz="1400" dirty="0">
                  <a:effectLst/>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227256344"/>
        <c:crosses val="autoZero"/>
        <c:crossBetween val="midCat"/>
        <c:majorUnit val="2"/>
      </c:valAx>
      <c:valAx>
        <c:axId val="227256344"/>
        <c:scaling>
          <c:orientation val="minMax"/>
          <c:max val="1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AU" sz="1400" b="0" i="0" baseline="0">
                    <a:effectLst/>
                  </a:rPr>
                  <a:t>Aggression</a:t>
                </a:r>
                <a:endParaRPr lang="en-AU" sz="1400">
                  <a:effectLst/>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48042312"/>
        <c:crossesAt val="0"/>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20094-FB53-4D74-90C8-3B90ED5CA22C}"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2D812-793F-4284-A735-A7869CB1D065}" type="slidenum">
              <a:rPr lang="en-AU" smtClean="0"/>
              <a:t>‹#›</a:t>
            </a:fld>
            <a:endParaRPr lang="en-AU"/>
          </a:p>
        </p:txBody>
      </p:sp>
    </p:spTree>
    <p:extLst>
      <p:ext uri="{BB962C8B-B14F-4D97-AF65-F5344CB8AC3E}">
        <p14:creationId xmlns:p14="http://schemas.microsoft.com/office/powerpoint/2010/main" val="2907263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2</a:t>
            </a:fld>
            <a:endParaRPr lang="en-AU"/>
          </a:p>
        </p:txBody>
      </p:sp>
    </p:spTree>
    <p:extLst>
      <p:ext uri="{BB962C8B-B14F-4D97-AF65-F5344CB8AC3E}">
        <p14:creationId xmlns:p14="http://schemas.microsoft.com/office/powerpoint/2010/main" val="1130733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3</a:t>
            </a:fld>
            <a:endParaRPr lang="en-AU"/>
          </a:p>
        </p:txBody>
      </p:sp>
    </p:spTree>
    <p:extLst>
      <p:ext uri="{BB962C8B-B14F-4D97-AF65-F5344CB8AC3E}">
        <p14:creationId xmlns:p14="http://schemas.microsoft.com/office/powerpoint/2010/main" val="623878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4</a:t>
            </a:fld>
            <a:endParaRPr lang="en-AU"/>
          </a:p>
        </p:txBody>
      </p:sp>
    </p:spTree>
    <p:extLst>
      <p:ext uri="{BB962C8B-B14F-4D97-AF65-F5344CB8AC3E}">
        <p14:creationId xmlns:p14="http://schemas.microsoft.com/office/powerpoint/2010/main" val="3129177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5</a:t>
            </a:fld>
            <a:endParaRPr lang="en-AU"/>
          </a:p>
        </p:txBody>
      </p:sp>
    </p:spTree>
    <p:extLst>
      <p:ext uri="{BB962C8B-B14F-4D97-AF65-F5344CB8AC3E}">
        <p14:creationId xmlns:p14="http://schemas.microsoft.com/office/powerpoint/2010/main" val="318721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6</a:t>
            </a:fld>
            <a:endParaRPr lang="en-AU"/>
          </a:p>
        </p:txBody>
      </p:sp>
    </p:spTree>
    <p:extLst>
      <p:ext uri="{BB962C8B-B14F-4D97-AF65-F5344CB8AC3E}">
        <p14:creationId xmlns:p14="http://schemas.microsoft.com/office/powerpoint/2010/main" val="1182248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7</a:t>
            </a:fld>
            <a:endParaRPr lang="en-AU"/>
          </a:p>
        </p:txBody>
      </p:sp>
    </p:spTree>
    <p:extLst>
      <p:ext uri="{BB962C8B-B14F-4D97-AF65-F5344CB8AC3E}">
        <p14:creationId xmlns:p14="http://schemas.microsoft.com/office/powerpoint/2010/main" val="572680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F4BE-78A3-94CE-715B-F363F8526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BA94-385B-D9EC-1D46-4535E7A2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1C37C-244F-2103-F0EB-FD455FD7CAB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4D893F-9B64-9D40-2E96-729E89BF2A44}"/>
              </a:ext>
            </a:extLst>
          </p:cNvPr>
          <p:cNvSpPr>
            <a:spLocks noGrp="1"/>
          </p:cNvSpPr>
          <p:nvPr>
            <p:ph type="sldNum" sz="quarter" idx="5"/>
          </p:nvPr>
        </p:nvSpPr>
        <p:spPr/>
        <p:txBody>
          <a:bodyPr/>
          <a:lstStyle/>
          <a:p>
            <a:fld id="{C3E4A984-FA65-47CB-8377-447F50C0CDED}" type="slidenum">
              <a:rPr lang="en-AU" smtClean="0"/>
              <a:t>8</a:t>
            </a:fld>
            <a:endParaRPr lang="en-AU"/>
          </a:p>
        </p:txBody>
      </p:sp>
    </p:spTree>
    <p:extLst>
      <p:ext uri="{BB962C8B-B14F-4D97-AF65-F5344CB8AC3E}">
        <p14:creationId xmlns:p14="http://schemas.microsoft.com/office/powerpoint/2010/main" val="1180903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8BD2-F4DC-821F-69DB-5CCEB02EB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212AC-8B59-A324-F034-6BC9B3A40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60DF2-8EF2-FF23-A8F9-5D75D18A4E0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B01373E-10A9-C0A6-583C-28EBEF8067AC}"/>
              </a:ext>
            </a:extLst>
          </p:cNvPr>
          <p:cNvSpPr>
            <a:spLocks noGrp="1"/>
          </p:cNvSpPr>
          <p:nvPr>
            <p:ph type="sldNum" sz="quarter" idx="5"/>
          </p:nvPr>
        </p:nvSpPr>
        <p:spPr/>
        <p:txBody>
          <a:bodyPr/>
          <a:lstStyle/>
          <a:p>
            <a:fld id="{C3E4A984-FA65-47CB-8377-447F50C0CDED}" type="slidenum">
              <a:rPr lang="en-AU" smtClean="0"/>
              <a:t>9</a:t>
            </a:fld>
            <a:endParaRPr lang="en-AU"/>
          </a:p>
        </p:txBody>
      </p:sp>
    </p:spTree>
    <p:extLst>
      <p:ext uri="{BB962C8B-B14F-4D97-AF65-F5344CB8AC3E}">
        <p14:creationId xmlns:p14="http://schemas.microsoft.com/office/powerpoint/2010/main" val="1488265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0BE5-29B3-4F65-FF59-2150C7844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524A4-C529-E611-D3A0-7813B3B03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91B94-38A1-D3A9-B3AE-7FE60C87141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31362D4-71C5-88B7-5E97-D0184C73EE4A}"/>
              </a:ext>
            </a:extLst>
          </p:cNvPr>
          <p:cNvSpPr>
            <a:spLocks noGrp="1"/>
          </p:cNvSpPr>
          <p:nvPr>
            <p:ph type="sldNum" sz="quarter" idx="5"/>
          </p:nvPr>
        </p:nvSpPr>
        <p:spPr/>
        <p:txBody>
          <a:bodyPr/>
          <a:lstStyle/>
          <a:p>
            <a:fld id="{C3E4A984-FA65-47CB-8377-447F50C0CDED}" type="slidenum">
              <a:rPr lang="en-AU" smtClean="0"/>
              <a:t>10</a:t>
            </a:fld>
            <a:endParaRPr lang="en-AU"/>
          </a:p>
        </p:txBody>
      </p:sp>
    </p:spTree>
    <p:extLst>
      <p:ext uri="{BB962C8B-B14F-4D97-AF65-F5344CB8AC3E}">
        <p14:creationId xmlns:p14="http://schemas.microsoft.com/office/powerpoint/2010/main" val="4105432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ACAD7-6E50-C4BB-EF2D-7FE8B27C0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2636A-A324-6B89-ECA6-2A87D0DC2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DF3CAE-9FE8-AEDD-5B5C-6FD4126272C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095770A-4F91-A0C3-9750-338F7C121A1F}"/>
              </a:ext>
            </a:extLst>
          </p:cNvPr>
          <p:cNvSpPr>
            <a:spLocks noGrp="1"/>
          </p:cNvSpPr>
          <p:nvPr>
            <p:ph type="sldNum" sz="quarter" idx="5"/>
          </p:nvPr>
        </p:nvSpPr>
        <p:spPr/>
        <p:txBody>
          <a:bodyPr/>
          <a:lstStyle/>
          <a:p>
            <a:fld id="{C3E4A984-FA65-47CB-8377-447F50C0CDED}" type="slidenum">
              <a:rPr lang="en-AU" smtClean="0"/>
              <a:t>11</a:t>
            </a:fld>
            <a:endParaRPr lang="en-AU"/>
          </a:p>
        </p:txBody>
      </p:sp>
    </p:spTree>
    <p:extLst>
      <p:ext uri="{BB962C8B-B14F-4D97-AF65-F5344CB8AC3E}">
        <p14:creationId xmlns:p14="http://schemas.microsoft.com/office/powerpoint/2010/main" val="739659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B880B-6659-070E-30F6-7202EE3CE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7013C-3309-C3DE-8A8C-FC54A0FAA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45F85-2BF9-294F-D105-C60238C345C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E9D1B1C-9065-4A1A-9CB4-A08294618579}"/>
              </a:ext>
            </a:extLst>
          </p:cNvPr>
          <p:cNvSpPr>
            <a:spLocks noGrp="1"/>
          </p:cNvSpPr>
          <p:nvPr>
            <p:ph type="sldNum" sz="quarter" idx="5"/>
          </p:nvPr>
        </p:nvSpPr>
        <p:spPr/>
        <p:txBody>
          <a:bodyPr/>
          <a:lstStyle/>
          <a:p>
            <a:fld id="{C3E4A984-FA65-47CB-8377-447F50C0CDED}" type="slidenum">
              <a:rPr lang="en-AU" smtClean="0"/>
              <a:t>12</a:t>
            </a:fld>
            <a:endParaRPr lang="en-AU"/>
          </a:p>
        </p:txBody>
      </p:sp>
    </p:spTree>
    <p:extLst>
      <p:ext uri="{BB962C8B-B14F-4D97-AF65-F5344CB8AC3E}">
        <p14:creationId xmlns:p14="http://schemas.microsoft.com/office/powerpoint/2010/main" val="18677315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F5E5-1A35-FEE9-3ED9-046A15B0A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C4876-B6BB-5382-AB5A-DD6A63055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24AA7-BFCD-4687-BE84-F9E5D15B08D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D44C99A-B54D-34E5-CD05-8DB3A43E1E5B}"/>
              </a:ext>
            </a:extLst>
          </p:cNvPr>
          <p:cNvSpPr>
            <a:spLocks noGrp="1"/>
          </p:cNvSpPr>
          <p:nvPr>
            <p:ph type="sldNum" sz="quarter" idx="5"/>
          </p:nvPr>
        </p:nvSpPr>
        <p:spPr/>
        <p:txBody>
          <a:bodyPr/>
          <a:lstStyle/>
          <a:p>
            <a:fld id="{C3E4A984-FA65-47CB-8377-447F50C0CDED}" type="slidenum">
              <a:rPr lang="en-AU" smtClean="0"/>
              <a:t>13</a:t>
            </a:fld>
            <a:endParaRPr lang="en-AU"/>
          </a:p>
        </p:txBody>
      </p:sp>
    </p:spTree>
    <p:extLst>
      <p:ext uri="{BB962C8B-B14F-4D97-AF65-F5344CB8AC3E}">
        <p14:creationId xmlns:p14="http://schemas.microsoft.com/office/powerpoint/2010/main" val="3421290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E923-2934-52A1-C71F-885A41773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6281E-BBFA-6EB3-48F4-67E0DC87C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A09C2-789F-105C-98D0-3DF4DBFEAA4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100B462-F46C-141C-D2E2-F9925AFE4B0D}"/>
              </a:ext>
            </a:extLst>
          </p:cNvPr>
          <p:cNvSpPr>
            <a:spLocks noGrp="1"/>
          </p:cNvSpPr>
          <p:nvPr>
            <p:ph type="sldNum" sz="quarter" idx="5"/>
          </p:nvPr>
        </p:nvSpPr>
        <p:spPr/>
        <p:txBody>
          <a:bodyPr/>
          <a:lstStyle/>
          <a:p>
            <a:fld id="{C3E4A984-FA65-47CB-8377-447F50C0CDED}" type="slidenum">
              <a:rPr lang="en-AU" smtClean="0"/>
              <a:t>14</a:t>
            </a:fld>
            <a:endParaRPr lang="en-AU"/>
          </a:p>
        </p:txBody>
      </p:sp>
    </p:spTree>
    <p:extLst>
      <p:ext uri="{BB962C8B-B14F-4D97-AF65-F5344CB8AC3E}">
        <p14:creationId xmlns:p14="http://schemas.microsoft.com/office/powerpoint/2010/main" val="2741320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BA03A8-B7E6-4BBF-9068-BCF6C4272C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6296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C83C-051B-9164-3D24-BBEF66C8D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45417-288A-A259-57FF-99E051FAF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716A2-7219-BA50-C50A-5452DBE1DD6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7AE7CA1-E3F6-4149-DB69-0729DE4C5B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BA03A8-B7E6-4BBF-9068-BCF6C4272C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9776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28DB3-4FF4-100B-0DFC-A5DCBDD6D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E2AF7-2DAC-E365-D5C5-06F6F374B4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2616C-9E5D-A214-EFEB-E92C3EFD12F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FD9BF26-5318-8D15-741A-F9073A3CF5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BA03A8-B7E6-4BBF-9068-BCF6C4272C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3463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7A29-F133-E8AC-BD25-42D0CDFB6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1F3C3-8AEB-8A9E-941D-DDEF0420D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32891-3E01-84DB-DEE9-7C2456202A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1E58C0B-1DBD-AAED-F910-E547041400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BA03A8-B7E6-4BBF-9068-BCF6C4272CF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9695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FD950-E5A9-134B-5419-3C38D843D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8CB57-2A31-F3AB-B575-947FB34DD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3FA6C-0A51-C255-D0B9-4114E6F34E0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CB93AC4-1AAC-9230-C652-978A0B030970}"/>
              </a:ext>
            </a:extLst>
          </p:cNvPr>
          <p:cNvSpPr>
            <a:spLocks noGrp="1"/>
          </p:cNvSpPr>
          <p:nvPr>
            <p:ph type="sldNum" sz="quarter" idx="5"/>
          </p:nvPr>
        </p:nvSpPr>
        <p:spPr/>
        <p:txBody>
          <a:bodyPr/>
          <a:lstStyle/>
          <a:p>
            <a:fld id="{C3E4A984-FA65-47CB-8377-447F50C0CDED}" type="slidenum">
              <a:rPr lang="en-AU" smtClean="0"/>
              <a:t>20</a:t>
            </a:fld>
            <a:endParaRPr lang="en-AU"/>
          </a:p>
        </p:txBody>
      </p:sp>
    </p:spTree>
    <p:extLst>
      <p:ext uri="{BB962C8B-B14F-4D97-AF65-F5344CB8AC3E}">
        <p14:creationId xmlns:p14="http://schemas.microsoft.com/office/powerpoint/2010/main" val="2042829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C902-F4D8-47B5-62B6-37C119426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B6B42-ED84-30E4-C878-3085D2B229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10D63-079C-7ADC-0962-CD1FEDCB3BB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A6B0D0D-1F5C-36CF-90F7-0229E0CD1907}"/>
              </a:ext>
            </a:extLst>
          </p:cNvPr>
          <p:cNvSpPr>
            <a:spLocks noGrp="1"/>
          </p:cNvSpPr>
          <p:nvPr>
            <p:ph type="sldNum" sz="quarter" idx="5"/>
          </p:nvPr>
        </p:nvSpPr>
        <p:spPr/>
        <p:txBody>
          <a:bodyPr/>
          <a:lstStyle/>
          <a:p>
            <a:fld id="{C3E4A984-FA65-47CB-8377-447F50C0CDED}" type="slidenum">
              <a:rPr lang="en-AU" smtClean="0"/>
              <a:t>21</a:t>
            </a:fld>
            <a:endParaRPr lang="en-AU"/>
          </a:p>
        </p:txBody>
      </p:sp>
    </p:spTree>
    <p:extLst>
      <p:ext uri="{BB962C8B-B14F-4D97-AF65-F5344CB8AC3E}">
        <p14:creationId xmlns:p14="http://schemas.microsoft.com/office/powerpoint/2010/main" val="4176687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E4EAC-8F72-8E9A-54CC-BACA1210C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15F84-6DB3-A991-D5B0-67F2BC640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E6DB7-32E6-F76A-2350-487D07B8FEA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C5845AE-7042-3C57-D2D9-E021141D6F87}"/>
              </a:ext>
            </a:extLst>
          </p:cNvPr>
          <p:cNvSpPr>
            <a:spLocks noGrp="1"/>
          </p:cNvSpPr>
          <p:nvPr>
            <p:ph type="sldNum" sz="quarter" idx="5"/>
          </p:nvPr>
        </p:nvSpPr>
        <p:spPr/>
        <p:txBody>
          <a:bodyPr/>
          <a:lstStyle/>
          <a:p>
            <a:fld id="{C3E4A984-FA65-47CB-8377-447F50C0CDED}" type="slidenum">
              <a:rPr lang="en-AU" smtClean="0"/>
              <a:t>22</a:t>
            </a:fld>
            <a:endParaRPr lang="en-AU"/>
          </a:p>
        </p:txBody>
      </p:sp>
    </p:spTree>
    <p:extLst>
      <p:ext uri="{BB962C8B-B14F-4D97-AF65-F5344CB8AC3E}">
        <p14:creationId xmlns:p14="http://schemas.microsoft.com/office/powerpoint/2010/main" val="183793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E4EAC-8F72-8E9A-54CC-BACA1210C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15F84-6DB3-A991-D5B0-67F2BC640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E6DB7-32E6-F76A-2350-487D07B8FEA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C5845AE-7042-3C57-D2D9-E021141D6F87}"/>
              </a:ext>
            </a:extLst>
          </p:cNvPr>
          <p:cNvSpPr>
            <a:spLocks noGrp="1"/>
          </p:cNvSpPr>
          <p:nvPr>
            <p:ph type="sldNum" sz="quarter" idx="5"/>
          </p:nvPr>
        </p:nvSpPr>
        <p:spPr/>
        <p:txBody>
          <a:bodyPr/>
          <a:lstStyle/>
          <a:p>
            <a:fld id="{C3E4A984-FA65-47CB-8377-447F50C0CDED}" type="slidenum">
              <a:rPr lang="en-AU" smtClean="0"/>
              <a:t>23</a:t>
            </a:fld>
            <a:endParaRPr lang="en-AU"/>
          </a:p>
        </p:txBody>
      </p:sp>
    </p:spTree>
    <p:extLst>
      <p:ext uri="{BB962C8B-B14F-4D97-AF65-F5344CB8AC3E}">
        <p14:creationId xmlns:p14="http://schemas.microsoft.com/office/powerpoint/2010/main" val="359415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471A4-B58C-40C7-ACC7-F9107E270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33DC486-8B1F-4847-A672-1F19F18B1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8AE2605-B86B-4C39-8E3E-2CAE474A3377}"/>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13D65D82-0C1E-49B6-A4BF-143B5B02843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6B8211-EA2C-4B21-B907-FEB4789A834D}"/>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3932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4996-8C1B-4123-A1BC-945F2156E7D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EFE586-118E-43AA-BDAC-F934F1B6A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FA799EE-A009-4AD7-8ED2-7354238C2A64}"/>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584790F5-AD0B-43F8-8DB0-7EECCB97BB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3C7043-66F3-4CEE-91CC-F1DF2161B801}"/>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688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CE0-F641-452D-A2FB-06326DFBD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AB81646-EEC0-40CE-811B-25E2D6676F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82203-5BD0-460E-8CB1-736A09FDE6F3}"/>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800D4E99-EF41-40F5-9AD2-0BF43235FF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D11A29-198E-45B2-8AA1-26302A6437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4030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ABB1-27E8-436E-8391-4B8C0C3927F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9CA4C12-77F3-48C8-8BE1-E4A1C1989D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B118EC-B1F9-4335-91E8-686527BD3F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4E72C4C-E9D2-4A38-9DA8-9CCE4F364531}"/>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6" name="Footer Placeholder 5">
            <a:extLst>
              <a:ext uri="{FF2B5EF4-FFF2-40B4-BE49-F238E27FC236}">
                <a16:creationId xmlns:a16="http://schemas.microsoft.com/office/drawing/2014/main" id="{6FED95C8-3B1A-434B-8CFD-21357279D96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74E9D6-A6ED-44F2-B68F-235194BF1A5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29368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FE22-686D-475D-9181-FA16A63F258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757003-FCF9-427D-9B84-9D315916D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DC2113-0F6D-44B9-A7DA-15B001B53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3DCD859-3D33-4C96-B95D-D469DE6BE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6F3856-CFCB-4BA0-A8FF-F8316EBDC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FC432C-32B4-4CC8-B68C-47E17B6AC145}"/>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8" name="Footer Placeholder 7">
            <a:extLst>
              <a:ext uri="{FF2B5EF4-FFF2-40B4-BE49-F238E27FC236}">
                <a16:creationId xmlns:a16="http://schemas.microsoft.com/office/drawing/2014/main" id="{C7A80297-F617-45A3-B914-2442CE2A7B8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0B97718-06C4-4512-A9E5-C903625D5E54}"/>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790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8CC0-6B93-4300-A6C4-1180D4B8B28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B5C27AA-EB2D-48E6-8049-520B20C3C559}"/>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4" name="Footer Placeholder 3">
            <a:extLst>
              <a:ext uri="{FF2B5EF4-FFF2-40B4-BE49-F238E27FC236}">
                <a16:creationId xmlns:a16="http://schemas.microsoft.com/office/drawing/2014/main" id="{255ACAC1-7E7C-4885-BC2B-375C36FC90F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3A04426-EFCE-4CF3-81B9-6AD5E3B936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419259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6C1FA-B0CD-4727-9A52-1C7BB44458C8}"/>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3" name="Footer Placeholder 2">
            <a:extLst>
              <a:ext uri="{FF2B5EF4-FFF2-40B4-BE49-F238E27FC236}">
                <a16:creationId xmlns:a16="http://schemas.microsoft.com/office/drawing/2014/main" id="{9E627923-117E-491B-923F-6124ABAB00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AE2EFD9-3B27-4105-B54F-231AB460A2C9}"/>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6367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9437-EDEF-4324-99E9-547688B73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7CEB2CC-C30A-49F5-B061-BF9842728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0BBD8A7-1529-4F7D-BB45-A2DAFF9B6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747F8-1F0B-44CC-B76C-249768AB79E4}"/>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6" name="Footer Placeholder 5">
            <a:extLst>
              <a:ext uri="{FF2B5EF4-FFF2-40B4-BE49-F238E27FC236}">
                <a16:creationId xmlns:a16="http://schemas.microsoft.com/office/drawing/2014/main" id="{5B23826A-99D0-4B68-B53F-9FAF1218F4C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B7E538-222A-46EF-81A1-9B0B735ABD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198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F5A6-C530-43CA-98DD-35BD7B597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E428680-95AA-4A86-9335-60A58BD82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BD835A1-2663-47F6-8582-B225E4F72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CF1C3-8D1D-47A7-A841-09CD8B0C7D66}"/>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6" name="Footer Placeholder 5">
            <a:extLst>
              <a:ext uri="{FF2B5EF4-FFF2-40B4-BE49-F238E27FC236}">
                <a16:creationId xmlns:a16="http://schemas.microsoft.com/office/drawing/2014/main" id="{34AD9B48-80EB-492B-A33D-C7623162D3B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7AA910-09B5-4489-B817-0A87DF35D6C6}"/>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447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DD80-9431-4960-B3E9-29FBBB99465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125B747-B8F9-4B6A-A480-D5F0BFC09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95DA87-F4D9-43E5-9761-FC0DCA404675}"/>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7F99904E-C9ED-4568-A230-6E7B1866C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F647D12-63D5-4AE8-9E5A-033061CA426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12052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CD830-63FA-49DB-9533-A5610633E0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A9578AE-FCA6-4113-965E-A40264BC2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4B8185-7406-4AA8-88F8-9E3C393475B7}"/>
              </a:ext>
            </a:extLst>
          </p:cNvPr>
          <p:cNvSpPr>
            <a:spLocks noGrp="1"/>
          </p:cNvSpPr>
          <p:nvPr>
            <p:ph type="dt" sz="half" idx="10"/>
          </p:nvPr>
        </p:nvSpPr>
        <p:spPr/>
        <p:txBody>
          <a:body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0250EFAC-5B41-46D0-BA68-D4759CCE1F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127DBC-E9B6-4236-9E3A-9BB1EB52C1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056661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with logo">
  <p:cSld name="Blank slide with logo">
    <p:spTree>
      <p:nvGrpSpPr>
        <p:cNvPr id="1" name="Shape 20"/>
        <p:cNvGrpSpPr/>
        <p:nvPr/>
      </p:nvGrpSpPr>
      <p:grpSpPr>
        <a:xfrm>
          <a:off x="0" y="0"/>
          <a:ext cx="0" cy="0"/>
          <a:chOff x="0" y="0"/>
          <a:chExt cx="0" cy="0"/>
        </a:xfrm>
      </p:grpSpPr>
      <p:pic>
        <p:nvPicPr>
          <p:cNvPr id="21" name="Google Shape;21;p57"/>
          <p:cNvPicPr preferRelativeResize="0"/>
          <p:nvPr/>
        </p:nvPicPr>
        <p:blipFill rotWithShape="1">
          <a:blip r:embed="rId2">
            <a:alphaModFix/>
          </a:blip>
          <a:srcRect/>
          <a:stretch/>
        </p:blipFill>
        <p:spPr>
          <a:xfrm>
            <a:off x="144964" y="6061928"/>
            <a:ext cx="1712692" cy="729166"/>
          </a:xfrm>
          <a:prstGeom prst="rect">
            <a:avLst/>
          </a:prstGeom>
          <a:noFill/>
          <a:ln>
            <a:noFill/>
          </a:ln>
        </p:spPr>
      </p:pic>
    </p:spTree>
    <p:extLst>
      <p:ext uri="{BB962C8B-B14F-4D97-AF65-F5344CB8AC3E}">
        <p14:creationId xmlns:p14="http://schemas.microsoft.com/office/powerpoint/2010/main" val="564139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ding + Content 2-co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Heading</a:t>
            </a:r>
          </a:p>
        </p:txBody>
      </p:sp>
      <p:sp>
        <p:nvSpPr>
          <p:cNvPr id="3" name="Content Placeholder 2"/>
          <p:cNvSpPr>
            <a:spLocks noGrp="1"/>
          </p:cNvSpPr>
          <p:nvPr>
            <p:ph sz="half" idx="1" hasCustomPrompt="1"/>
          </p:nvPr>
        </p:nvSpPr>
        <p:spPr>
          <a:xfrm>
            <a:off x="838200" y="2772699"/>
            <a:ext cx="5181600" cy="3404264"/>
          </a:xfrm>
        </p:spPr>
        <p:txBody>
          <a:bodyPr/>
          <a:lstStyle>
            <a:lvl1pPr>
              <a:defRPr/>
            </a:lvl1pPr>
            <a:lvl4pPr marL="1371600" indent="0">
              <a:buNone/>
              <a:defRPr/>
            </a:lvl4pPr>
          </a:lstStyle>
          <a:p>
            <a:pPr lvl="0"/>
            <a:r>
              <a:rPr lang="en-US" dirty="0"/>
              <a:t>Bulleted list</a:t>
            </a:r>
          </a:p>
        </p:txBody>
      </p:sp>
      <p:sp>
        <p:nvSpPr>
          <p:cNvPr id="4" name="Content Placeholder 3"/>
          <p:cNvSpPr>
            <a:spLocks noGrp="1"/>
          </p:cNvSpPr>
          <p:nvPr>
            <p:ph sz="half" idx="2" hasCustomPrompt="1"/>
          </p:nvPr>
        </p:nvSpPr>
        <p:spPr>
          <a:xfrm>
            <a:off x="6172200" y="2772699"/>
            <a:ext cx="5181600" cy="3404264"/>
          </a:xfrm>
        </p:spPr>
        <p:txBody>
          <a:bodyPr/>
          <a:lstStyle>
            <a:lvl1pPr>
              <a:defRPr/>
            </a:lvl1pPr>
          </a:lstStyle>
          <a:p>
            <a:pPr lvl="0"/>
            <a:r>
              <a:rPr lang="en-US" dirty="0"/>
              <a:t>Bulleted list</a:t>
            </a:r>
          </a:p>
        </p:txBody>
      </p:sp>
    </p:spTree>
    <p:extLst>
      <p:ext uri="{BB962C8B-B14F-4D97-AF65-F5344CB8AC3E}">
        <p14:creationId xmlns:p14="http://schemas.microsoft.com/office/powerpoint/2010/main" val="614587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53226-C1E9-484E-AA28-9B754F452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E09D47-4554-4BAF-A6EB-D43FB5CBE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33EB1F-CFEF-44CA-A347-2991A2779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59D23-133D-4E17-A6C3-77C76B79CC34}" type="datetimeFigureOut">
              <a:rPr lang="en-AU" smtClean="0"/>
              <a:t>14/10/2026</a:t>
            </a:fld>
            <a:endParaRPr lang="en-AU"/>
          </a:p>
        </p:txBody>
      </p:sp>
      <p:sp>
        <p:nvSpPr>
          <p:cNvPr id="5" name="Footer Placeholder 4">
            <a:extLst>
              <a:ext uri="{FF2B5EF4-FFF2-40B4-BE49-F238E27FC236}">
                <a16:creationId xmlns:a16="http://schemas.microsoft.com/office/drawing/2014/main" id="{CFD117A1-4C96-4D99-AEA5-541B9CFD84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8F625DF-A619-40A9-A782-E56F44E3E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D1443-F093-47BB-852F-C71838E6DC6A}" type="slidenum">
              <a:rPr lang="en-AU" smtClean="0"/>
              <a:t>‹#›</a:t>
            </a:fld>
            <a:endParaRPr lang="en-AU"/>
          </a:p>
        </p:txBody>
      </p:sp>
    </p:spTree>
    <p:extLst>
      <p:ext uri="{BB962C8B-B14F-4D97-AF65-F5344CB8AC3E}">
        <p14:creationId xmlns:p14="http://schemas.microsoft.com/office/powerpoint/2010/main" val="1545353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chart" Target="../charts/chart7.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chart" Target="../charts/chart8.xml"/><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hart" Target="../charts/chart9.xml"/><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7" Type="http://schemas.openxmlformats.org/officeDocument/2006/relationships/chart" Target="../charts/chart14.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9.jpeg"/><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chart" Target="../charts/chart18.xml"/><Relationship Id="rId4" Type="http://schemas.openxmlformats.org/officeDocument/2006/relationships/chart" Target="../charts/chart17.xml"/></Relationships>
</file>

<file path=ppt/slides/_rels/slide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0.gif"/></Relationships>
</file>

<file path=ppt/slides/_rels/slide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0.gif"/></Relationships>
</file>

<file path=ppt/slides/_rels/slide18.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1.png"/><Relationship Id="rId3" Type="http://schemas.openxmlformats.org/officeDocument/2006/relationships/image" Target="../media/image750.png"/><Relationship Id="rId7" Type="http://schemas.openxmlformats.org/officeDocument/2006/relationships/image" Target="../media/image79.png"/><Relationship Id="rId12" Type="http://schemas.openxmlformats.org/officeDocument/2006/relationships/image" Target="../media/image710.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700.png"/><Relationship Id="rId5" Type="http://schemas.openxmlformats.org/officeDocument/2006/relationships/image" Target="../media/image77.png"/><Relationship Id="rId10" Type="http://schemas.openxmlformats.org/officeDocument/2006/relationships/image" Target="../media/image73.png"/><Relationship Id="rId4" Type="http://schemas.openxmlformats.org/officeDocument/2006/relationships/image" Target="../media/image76.png"/><Relationship Id="rId9" Type="http://schemas.openxmlformats.org/officeDocument/2006/relationships/image" Target="../media/image720.png"/></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2.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830.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4.png"/><Relationship Id="rId1" Type="http://schemas.openxmlformats.org/officeDocument/2006/relationships/slideLayout" Target="../slideLayouts/slideLayout12.xml"/><Relationship Id="rId4" Type="http://schemas.openxmlformats.org/officeDocument/2006/relationships/image" Target="../media/image430.png"/></Relationships>
</file>

<file path=ppt/slides/_rels/slide2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45.png"/><Relationship Id="rId1" Type="http://schemas.openxmlformats.org/officeDocument/2006/relationships/slideLayout" Target="../slideLayouts/slideLayout12.xml"/><Relationship Id="rId5" Type="http://schemas.openxmlformats.org/officeDocument/2006/relationships/image" Target="../media/image126.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47.png"/><Relationship Id="rId7" Type="http://schemas.openxmlformats.org/officeDocument/2006/relationships/image" Target="../media/image128.png"/><Relationship Id="rId12" Type="http://schemas.openxmlformats.org/officeDocument/2006/relationships/image" Target="../media/image131.png"/><Relationship Id="rId2" Type="http://schemas.openxmlformats.org/officeDocument/2006/relationships/image" Target="../media/image127.png"/><Relationship Id="rId1" Type="http://schemas.openxmlformats.org/officeDocument/2006/relationships/slideLayout" Target="../slideLayouts/slideLayout12.xml"/><Relationship Id="rId6" Type="http://schemas.openxmlformats.org/officeDocument/2006/relationships/image" Target="../media/image50.svg"/><Relationship Id="rId11" Type="http://schemas.openxmlformats.org/officeDocument/2006/relationships/image" Target="../media/image113.png"/><Relationship Id="rId5" Type="http://schemas.openxmlformats.org/officeDocument/2006/relationships/image" Target="../media/image49.png"/><Relationship Id="rId10" Type="http://schemas.openxmlformats.org/officeDocument/2006/relationships/image" Target="../media/image130.png"/><Relationship Id="rId4" Type="http://schemas.openxmlformats.org/officeDocument/2006/relationships/image" Target="../media/image48.svg"/><Relationship Id="rId9" Type="http://schemas.openxmlformats.org/officeDocument/2006/relationships/image" Target="../media/image110.png"/></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12.xml"/><Relationship Id="rId4" Type="http://schemas.openxmlformats.org/officeDocument/2006/relationships/chart" Target="../charts/char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image" Target="../media/image54.png"/><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12.xml"/><Relationship Id="rId6" Type="http://schemas.openxmlformats.org/officeDocument/2006/relationships/image" Target="../media/image1210.png"/><Relationship Id="rId5" Type="http://schemas.openxmlformats.org/officeDocument/2006/relationships/image" Target="../media/image1070.png"/><Relationship Id="rId4" Type="http://schemas.openxmlformats.org/officeDocument/2006/relationships/chart" Target="../charts/chart25.xml"/></Relationships>
</file>

<file path=ppt/slides/_rels/slide39.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1210.png"/><Relationship Id="rId4" Type="http://schemas.openxmlformats.org/officeDocument/2006/relationships/image" Target="../media/image10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9CE681-010B-4831-B0B7-EA09487CDE64}"/>
              </a:ext>
            </a:extLst>
          </p:cNvPr>
          <p:cNvPicPr>
            <a:picLocks noChangeAspect="1"/>
          </p:cNvPicPr>
          <p:nvPr/>
        </p:nvPicPr>
        <p:blipFill>
          <a:blip r:embed="rId2"/>
          <a:stretch>
            <a:fillRect/>
          </a:stretch>
        </p:blipFill>
        <p:spPr>
          <a:xfrm>
            <a:off x="0" y="1823"/>
            <a:ext cx="12192000" cy="6854354"/>
          </a:xfrm>
          <a:prstGeom prst="rect">
            <a:avLst/>
          </a:prstGeom>
        </p:spPr>
      </p:pic>
      <p:sp>
        <p:nvSpPr>
          <p:cNvPr id="6" name="Freeform: Shape 5">
            <a:extLst>
              <a:ext uri="{FF2B5EF4-FFF2-40B4-BE49-F238E27FC236}">
                <a16:creationId xmlns:a16="http://schemas.microsoft.com/office/drawing/2014/main" id="{556F341A-4AE1-42E8-8AC0-A35CBFF2FFFA}"/>
              </a:ext>
            </a:extLst>
          </p:cNvPr>
          <p:cNvSpPr/>
          <p:nvPr/>
        </p:nvSpPr>
        <p:spPr>
          <a:xfrm>
            <a:off x="393403" y="318976"/>
            <a:ext cx="2658141" cy="6230680"/>
          </a:xfrm>
          <a:custGeom>
            <a:avLst/>
            <a:gdLst>
              <a:gd name="connsiteX0" fmla="*/ 0 w 2658141"/>
              <a:gd name="connsiteY0" fmla="*/ 0 h 6230680"/>
              <a:gd name="connsiteX1" fmla="*/ 1180216 w 2658141"/>
              <a:gd name="connsiteY1" fmla="*/ 0 h 6230680"/>
              <a:gd name="connsiteX2" fmla="*/ 1339704 w 2658141"/>
              <a:gd name="connsiteY2" fmla="*/ 2073350 h 6230680"/>
              <a:gd name="connsiteX3" fmla="*/ 1499192 w 2658141"/>
              <a:gd name="connsiteY3" fmla="*/ 0 h 6230680"/>
              <a:gd name="connsiteX4" fmla="*/ 2658141 w 2658141"/>
              <a:gd name="connsiteY4" fmla="*/ 0 h 6230680"/>
              <a:gd name="connsiteX5" fmla="*/ 2658141 w 2658141"/>
              <a:gd name="connsiteY5" fmla="*/ 6230680 h 6230680"/>
              <a:gd name="connsiteX6" fmla="*/ 1941343 w 2658141"/>
              <a:gd name="connsiteY6" fmla="*/ 6230680 h 6230680"/>
              <a:gd name="connsiteX7" fmla="*/ 1941343 w 2658141"/>
              <a:gd name="connsiteY7" fmla="*/ 3646968 h 6230680"/>
              <a:gd name="connsiteX8" fmla="*/ 1746943 w 2658141"/>
              <a:gd name="connsiteY8" fmla="*/ 6230680 h 6230680"/>
              <a:gd name="connsiteX9" fmla="*/ 941860 w 2658141"/>
              <a:gd name="connsiteY9" fmla="*/ 6230680 h 6230680"/>
              <a:gd name="connsiteX10" fmla="*/ 784255 w 2658141"/>
              <a:gd name="connsiteY10" fmla="*/ 4359982 h 6230680"/>
              <a:gd name="connsiteX11" fmla="*/ 729486 w 2658141"/>
              <a:gd name="connsiteY11" fmla="*/ 3636336 h 6230680"/>
              <a:gd name="connsiteX12" fmla="*/ 729486 w 2658141"/>
              <a:gd name="connsiteY12" fmla="*/ 3709898 h 6230680"/>
              <a:gd name="connsiteX13" fmla="*/ 728386 w 2658141"/>
              <a:gd name="connsiteY13" fmla="*/ 3696842 h 6230680"/>
              <a:gd name="connsiteX14" fmla="*/ 728386 w 2658141"/>
              <a:gd name="connsiteY14" fmla="*/ 6230680 h 6230680"/>
              <a:gd name="connsiteX15" fmla="*/ 0 w 2658141"/>
              <a:gd name="connsiteY15" fmla="*/ 6230680 h 623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8141" h="6230680">
                <a:moveTo>
                  <a:pt x="0" y="0"/>
                </a:moveTo>
                <a:lnTo>
                  <a:pt x="1180216" y="0"/>
                </a:lnTo>
                <a:lnTo>
                  <a:pt x="1339704" y="2073350"/>
                </a:lnTo>
                <a:lnTo>
                  <a:pt x="1499192" y="0"/>
                </a:lnTo>
                <a:lnTo>
                  <a:pt x="2658141" y="0"/>
                </a:lnTo>
                <a:lnTo>
                  <a:pt x="2658141" y="6230680"/>
                </a:lnTo>
                <a:lnTo>
                  <a:pt x="1941343" y="6230680"/>
                </a:lnTo>
                <a:lnTo>
                  <a:pt x="1941343" y="3646968"/>
                </a:lnTo>
                <a:lnTo>
                  <a:pt x="1746943" y="6230680"/>
                </a:lnTo>
                <a:lnTo>
                  <a:pt x="941860" y="6230680"/>
                </a:lnTo>
                <a:lnTo>
                  <a:pt x="784255" y="4359982"/>
                </a:lnTo>
                <a:lnTo>
                  <a:pt x="729486" y="3636336"/>
                </a:lnTo>
                <a:lnTo>
                  <a:pt x="729486" y="3709898"/>
                </a:lnTo>
                <a:lnTo>
                  <a:pt x="728386" y="3696842"/>
                </a:lnTo>
                <a:lnTo>
                  <a:pt x="728386" y="6230680"/>
                </a:lnTo>
                <a:lnTo>
                  <a:pt x="0" y="6230680"/>
                </a:lnTo>
                <a:close/>
              </a:path>
            </a:pathLst>
          </a:custGeom>
          <a:solidFill>
            <a:schemeClr val="bg1">
              <a:alpha val="60000"/>
            </a:schemeClr>
          </a:solidFill>
          <a:ln w="25400" cap="flat" cmpd="sng" algn="ctr">
            <a:noFill/>
            <a:prstDash val="solid"/>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AU" sz="1400" b="0" i="0" u="none" strike="noStrike" kern="0" cap="none" spc="0" normalizeH="0" baseline="0" noProof="0" dirty="0">
              <a:ln>
                <a:noFill/>
              </a:ln>
              <a:solidFill>
                <a:srgbClr val="FFFFFF"/>
              </a:solidFill>
              <a:effectLst/>
              <a:uLnTx/>
              <a:uFillTx/>
              <a:latin typeface="Arial"/>
              <a:ea typeface="+mn-ea"/>
              <a:cs typeface="+mn-cs"/>
              <a:sym typeface="Arial"/>
            </a:endParaRPr>
          </a:p>
        </p:txBody>
      </p:sp>
      <p:pic>
        <p:nvPicPr>
          <p:cNvPr id="8" name="Picture 7">
            <a:extLst>
              <a:ext uri="{FF2B5EF4-FFF2-40B4-BE49-F238E27FC236}">
                <a16:creationId xmlns:a16="http://schemas.microsoft.com/office/drawing/2014/main" id="{0A488F87-1197-471A-B44E-DB7CDC810CD0}"/>
              </a:ext>
            </a:extLst>
          </p:cNvPr>
          <p:cNvPicPr>
            <a:picLocks noChangeAspect="1"/>
          </p:cNvPicPr>
          <p:nvPr/>
        </p:nvPicPr>
        <p:blipFill rotWithShape="1">
          <a:blip r:embed="rId2"/>
          <a:srcRect l="63454" t="7318" b="33527"/>
          <a:stretch/>
        </p:blipFill>
        <p:spPr>
          <a:xfrm>
            <a:off x="7736304" y="505326"/>
            <a:ext cx="4455695" cy="4054642"/>
          </a:xfrm>
          <a:prstGeom prst="rect">
            <a:avLst/>
          </a:prstGeom>
        </p:spPr>
      </p:pic>
      <p:pic>
        <p:nvPicPr>
          <p:cNvPr id="7" name="Picture 6" descr="Registry configuration summary | Monash Compulsory Units Portal (CUP)">
            <a:extLst>
              <a:ext uri="{FF2B5EF4-FFF2-40B4-BE49-F238E27FC236}">
                <a16:creationId xmlns:a16="http://schemas.microsoft.com/office/drawing/2014/main" id="{EBA1EB12-C8B5-4D38-A22A-F8EA37CBD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523" y="422390"/>
            <a:ext cx="2091086" cy="66076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43AD52F1-D9EC-43D5-B468-7D23A6262D47}"/>
              </a:ext>
            </a:extLst>
          </p:cNvPr>
          <p:cNvSpPr/>
          <p:nvPr/>
        </p:nvSpPr>
        <p:spPr>
          <a:xfrm>
            <a:off x="4818185" y="3077307"/>
            <a:ext cx="6570979" cy="1403610"/>
          </a:xfrm>
          <a:prstGeom prst="rect">
            <a:avLst/>
          </a:prstGeom>
          <a:solidFill>
            <a:schemeClr val="accent4">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0" b="1"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rPr>
              <a:t>STATISTICS</a:t>
            </a:r>
            <a:endParaRPr kumimoji="0" lang="en-AU" sz="120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endParaRPr>
          </a:p>
        </p:txBody>
      </p:sp>
      <p:sp>
        <p:nvSpPr>
          <p:cNvPr id="13" name="Rectangle 12">
            <a:extLst>
              <a:ext uri="{FF2B5EF4-FFF2-40B4-BE49-F238E27FC236}">
                <a16:creationId xmlns:a16="http://schemas.microsoft.com/office/drawing/2014/main" id="{F11B6F01-F247-4E5E-AC9E-2D11F2681474}"/>
              </a:ext>
            </a:extLst>
          </p:cNvPr>
          <p:cNvSpPr/>
          <p:nvPr/>
        </p:nvSpPr>
        <p:spPr>
          <a:xfrm>
            <a:off x="6096000" y="4553950"/>
            <a:ext cx="5293165" cy="500420"/>
          </a:xfrm>
          <a:prstGeom prst="rect">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rPr>
              <a:t>Session 7: Models &amp; Relationships</a:t>
            </a:r>
            <a:endParaRPr kumimoji="0" lang="en-AU"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endParaRPr>
          </a:p>
        </p:txBody>
      </p:sp>
    </p:spTree>
    <p:extLst>
      <p:ext uri="{BB962C8B-B14F-4D97-AF65-F5344CB8AC3E}">
        <p14:creationId xmlns:p14="http://schemas.microsoft.com/office/powerpoint/2010/main" val="197262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2000" tmFilter="0, 0; .2, .5; .8, .5; 1, 0"/>
                                        <p:tgtEl>
                                          <p:spTgt spid="8"/>
                                        </p:tgtEl>
                                      </p:cBhvr>
                                    </p:animEffect>
                                    <p:animScale>
                                      <p:cBhvr>
                                        <p:cTn id="7" dur="100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34" name="Arc 33">
            <a:extLst>
              <a:ext uri="{FF2B5EF4-FFF2-40B4-BE49-F238E27FC236}">
                <a16:creationId xmlns:a16="http://schemas.microsoft.com/office/drawing/2014/main" id="{60219D00-7501-4546-97EC-893D55ED097B}"/>
              </a:ext>
            </a:extLst>
          </p:cNvPr>
          <p:cNvSpPr/>
          <p:nvPr/>
        </p:nvSpPr>
        <p:spPr>
          <a:xfrm flipV="1">
            <a:off x="5553687" y="147861"/>
            <a:ext cx="1456646"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Arc 34">
            <a:extLst>
              <a:ext uri="{FF2B5EF4-FFF2-40B4-BE49-F238E27FC236}">
                <a16:creationId xmlns:a16="http://schemas.microsoft.com/office/drawing/2014/main" id="{B12F1C17-A761-4110-98C3-E4EEBE561E22}"/>
              </a:ext>
            </a:extLst>
          </p:cNvPr>
          <p:cNvSpPr/>
          <p:nvPr/>
        </p:nvSpPr>
        <p:spPr>
          <a:xfrm flipH="1" flipV="1">
            <a:off x="7056052" y="147861"/>
            <a:ext cx="1458000"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D0D365C6-1FD6-421D-8406-DABE9F7861FD}"/>
              </a:ext>
            </a:extLst>
          </p:cNvPr>
          <p:cNvSpPr/>
          <p:nvPr/>
        </p:nvSpPr>
        <p:spPr>
          <a:xfrm>
            <a:off x="7010333" y="1150752"/>
            <a:ext cx="45719" cy="130833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37" name="Arc 36">
            <a:extLst>
              <a:ext uri="{FF2B5EF4-FFF2-40B4-BE49-F238E27FC236}">
                <a16:creationId xmlns:a16="http://schemas.microsoft.com/office/drawing/2014/main" id="{DFA41DC4-2014-4116-A76C-29BD1542D73A}"/>
              </a:ext>
            </a:extLst>
          </p:cNvPr>
          <p:cNvSpPr/>
          <p:nvPr/>
        </p:nvSpPr>
        <p:spPr>
          <a:xfrm flipV="1">
            <a:off x="4066680" y="147861"/>
            <a:ext cx="1456646"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Arc 37">
            <a:extLst>
              <a:ext uri="{FF2B5EF4-FFF2-40B4-BE49-F238E27FC236}">
                <a16:creationId xmlns:a16="http://schemas.microsoft.com/office/drawing/2014/main" id="{B2BA9961-6798-4168-AD53-1829B0018353}"/>
              </a:ext>
            </a:extLst>
          </p:cNvPr>
          <p:cNvSpPr/>
          <p:nvPr/>
        </p:nvSpPr>
        <p:spPr>
          <a:xfrm flipH="1" flipV="1">
            <a:off x="5569045" y="147861"/>
            <a:ext cx="1458000"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B923013-60B3-4EB8-A8D1-5B1107AC28BC}"/>
              </a:ext>
            </a:extLst>
          </p:cNvPr>
          <p:cNvSpPr/>
          <p:nvPr/>
        </p:nvSpPr>
        <p:spPr>
          <a:xfrm>
            <a:off x="5523326" y="1150752"/>
            <a:ext cx="45719" cy="130833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EE2C6F11-EBA3-47B7-BE07-6BDFFB5B620A}"/>
              </a:ext>
            </a:extLst>
          </p:cNvPr>
          <p:cNvSpPr/>
          <p:nvPr/>
        </p:nvSpPr>
        <p:spPr>
          <a:xfrm>
            <a:off x="4588056" y="2146267"/>
            <a:ext cx="3323304" cy="88493"/>
          </a:xfrm>
          <a:prstGeom prst="rect">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1" name="Arc 40">
            <a:extLst>
              <a:ext uri="{FF2B5EF4-FFF2-40B4-BE49-F238E27FC236}">
                <a16:creationId xmlns:a16="http://schemas.microsoft.com/office/drawing/2014/main" id="{F4AC76C8-BC02-48A2-A054-D3D497CEA2FC}"/>
              </a:ext>
            </a:extLst>
          </p:cNvPr>
          <p:cNvSpPr/>
          <p:nvPr/>
        </p:nvSpPr>
        <p:spPr>
          <a:xfrm flipV="1">
            <a:off x="1487007" y="3055972"/>
            <a:ext cx="1456646"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a:ea typeface="+mn-ea"/>
              <a:cs typeface="+mn-cs"/>
            </a:endParaRPr>
          </a:p>
        </p:txBody>
      </p:sp>
      <p:sp>
        <p:nvSpPr>
          <p:cNvPr id="42" name="Arc 41">
            <a:extLst>
              <a:ext uri="{FF2B5EF4-FFF2-40B4-BE49-F238E27FC236}">
                <a16:creationId xmlns:a16="http://schemas.microsoft.com/office/drawing/2014/main" id="{5E2E3658-AE8E-45FC-8D58-4CBD83E42F71}"/>
              </a:ext>
            </a:extLst>
          </p:cNvPr>
          <p:cNvSpPr/>
          <p:nvPr/>
        </p:nvSpPr>
        <p:spPr>
          <a:xfrm flipH="1" flipV="1">
            <a:off x="2989372" y="3055972"/>
            <a:ext cx="1458000"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2F97B32A-5AE5-43E4-8ACC-DFD21FC2AFF4}"/>
              </a:ext>
            </a:extLst>
          </p:cNvPr>
          <p:cNvSpPr/>
          <p:nvPr/>
        </p:nvSpPr>
        <p:spPr>
          <a:xfrm>
            <a:off x="2943653" y="4535340"/>
            <a:ext cx="45719" cy="130833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4" name="Arc 43">
            <a:extLst>
              <a:ext uri="{FF2B5EF4-FFF2-40B4-BE49-F238E27FC236}">
                <a16:creationId xmlns:a16="http://schemas.microsoft.com/office/drawing/2014/main" id="{3DB2E73D-0B5C-439A-B0EA-B22B7F9F6A63}"/>
              </a:ext>
            </a:extLst>
          </p:cNvPr>
          <p:cNvSpPr/>
          <p:nvPr/>
        </p:nvSpPr>
        <p:spPr>
          <a:xfrm flipV="1">
            <a:off x="0" y="3055972"/>
            <a:ext cx="1456646"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a:ea typeface="+mn-ea"/>
              <a:cs typeface="+mn-cs"/>
            </a:endParaRPr>
          </a:p>
        </p:txBody>
      </p:sp>
      <p:sp>
        <p:nvSpPr>
          <p:cNvPr id="45" name="Arc 44">
            <a:extLst>
              <a:ext uri="{FF2B5EF4-FFF2-40B4-BE49-F238E27FC236}">
                <a16:creationId xmlns:a16="http://schemas.microsoft.com/office/drawing/2014/main" id="{25DDF90C-1D17-4BD1-9817-195C5AB714F8}"/>
              </a:ext>
            </a:extLst>
          </p:cNvPr>
          <p:cNvSpPr/>
          <p:nvPr/>
        </p:nvSpPr>
        <p:spPr>
          <a:xfrm flipH="1" flipV="1">
            <a:off x="1502365" y="3055972"/>
            <a:ext cx="1458000"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18226E12-0B15-4AEB-B62E-63676823982D}"/>
              </a:ext>
            </a:extLst>
          </p:cNvPr>
          <p:cNvSpPr/>
          <p:nvPr/>
        </p:nvSpPr>
        <p:spPr>
          <a:xfrm>
            <a:off x="1456646" y="4535340"/>
            <a:ext cx="45719" cy="130833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70C08DD3-DDC2-4AAD-B042-5691F5D3F73D}"/>
              </a:ext>
            </a:extLst>
          </p:cNvPr>
          <p:cNvSpPr/>
          <p:nvPr/>
        </p:nvSpPr>
        <p:spPr>
          <a:xfrm>
            <a:off x="521376" y="5530855"/>
            <a:ext cx="3323304" cy="88493"/>
          </a:xfrm>
          <a:prstGeom prst="rect">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8" name="Arc 47">
            <a:extLst>
              <a:ext uri="{FF2B5EF4-FFF2-40B4-BE49-F238E27FC236}">
                <a16:creationId xmlns:a16="http://schemas.microsoft.com/office/drawing/2014/main" id="{824B4D2F-0FCE-4C4A-AF01-4AADAD740A3B}"/>
              </a:ext>
            </a:extLst>
          </p:cNvPr>
          <p:cNvSpPr/>
          <p:nvPr/>
        </p:nvSpPr>
        <p:spPr>
          <a:xfrm flipV="1">
            <a:off x="4744527" y="3055972"/>
            <a:ext cx="1456646"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a:ea typeface="+mn-ea"/>
              <a:cs typeface="+mn-cs"/>
            </a:endParaRPr>
          </a:p>
        </p:txBody>
      </p:sp>
      <p:sp>
        <p:nvSpPr>
          <p:cNvPr id="49" name="Arc 48">
            <a:extLst>
              <a:ext uri="{FF2B5EF4-FFF2-40B4-BE49-F238E27FC236}">
                <a16:creationId xmlns:a16="http://schemas.microsoft.com/office/drawing/2014/main" id="{2B489B30-D222-424F-93F4-7A354CF439A2}"/>
              </a:ext>
            </a:extLst>
          </p:cNvPr>
          <p:cNvSpPr/>
          <p:nvPr/>
        </p:nvSpPr>
        <p:spPr>
          <a:xfrm flipH="1" flipV="1">
            <a:off x="6246892" y="3055972"/>
            <a:ext cx="1458000" cy="1998406"/>
          </a:xfrm>
          <a:prstGeom prst="arc">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B7509C2F-C4C9-422A-9273-5B2608D6E5A2}"/>
              </a:ext>
            </a:extLst>
          </p:cNvPr>
          <p:cNvSpPr/>
          <p:nvPr/>
        </p:nvSpPr>
        <p:spPr>
          <a:xfrm>
            <a:off x="6201173" y="4535340"/>
            <a:ext cx="45719" cy="130833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id="{138CBCA6-1AC9-4C82-AEBB-8BA2EEA79898}"/>
              </a:ext>
            </a:extLst>
          </p:cNvPr>
          <p:cNvSpPr/>
          <p:nvPr/>
        </p:nvSpPr>
        <p:spPr>
          <a:xfrm>
            <a:off x="4412126" y="5530855"/>
            <a:ext cx="3323304" cy="88493"/>
          </a:xfrm>
          <a:prstGeom prst="rect">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C4581C7D-C4D3-400F-B54C-003EDBDD3DCD}"/>
              </a:ext>
            </a:extLst>
          </p:cNvPr>
          <p:cNvSpPr/>
          <p:nvPr/>
        </p:nvSpPr>
        <p:spPr>
          <a:xfrm>
            <a:off x="8606294" y="5249379"/>
            <a:ext cx="226332" cy="5906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C47F9904-BD5B-4A88-A8BB-FFDE261DF0DB}"/>
              </a:ext>
            </a:extLst>
          </p:cNvPr>
          <p:cNvSpPr/>
          <p:nvPr/>
        </p:nvSpPr>
        <p:spPr>
          <a:xfrm>
            <a:off x="8606294" y="5160883"/>
            <a:ext cx="2808066" cy="8849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6ACE0239-A4B4-45DB-8EEC-B36576318053}"/>
              </a:ext>
            </a:extLst>
          </p:cNvPr>
          <p:cNvSpPr/>
          <p:nvPr/>
        </p:nvSpPr>
        <p:spPr>
          <a:xfrm>
            <a:off x="8832626" y="5293622"/>
            <a:ext cx="2355402"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25DEC2AD-1918-4368-8835-C32FE05F515B}"/>
              </a:ext>
            </a:extLst>
          </p:cNvPr>
          <p:cNvSpPr/>
          <p:nvPr/>
        </p:nvSpPr>
        <p:spPr>
          <a:xfrm>
            <a:off x="8832626" y="5383648"/>
            <a:ext cx="2355402"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F87274DD-9FBA-4CBF-AA95-00E3CAA3C41A}"/>
              </a:ext>
            </a:extLst>
          </p:cNvPr>
          <p:cNvSpPr/>
          <p:nvPr/>
        </p:nvSpPr>
        <p:spPr>
          <a:xfrm>
            <a:off x="11188028" y="5249376"/>
            <a:ext cx="226332" cy="5906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23A7BA01-75AC-4E72-B16F-2CDCF447A1B3}"/>
              </a:ext>
            </a:extLst>
          </p:cNvPr>
          <p:cNvSpPr/>
          <p:nvPr/>
        </p:nvSpPr>
        <p:spPr>
          <a:xfrm>
            <a:off x="8339572" y="5530855"/>
            <a:ext cx="3323304" cy="88493"/>
          </a:xfrm>
          <a:prstGeom prst="rect">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4FA88A04-26AF-439A-859D-5D929C1A7FC4}"/>
              </a:ext>
            </a:extLst>
          </p:cNvPr>
          <p:cNvSpPr/>
          <p:nvPr/>
        </p:nvSpPr>
        <p:spPr>
          <a:xfrm>
            <a:off x="9252819" y="5249379"/>
            <a:ext cx="226332" cy="5906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A9A1EF69-5CC9-44DC-81FF-BD4369451698}"/>
              </a:ext>
            </a:extLst>
          </p:cNvPr>
          <p:cNvSpPr/>
          <p:nvPr/>
        </p:nvSpPr>
        <p:spPr>
          <a:xfrm>
            <a:off x="9899344" y="5249378"/>
            <a:ext cx="226332" cy="5906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2037D199-1C50-45EB-8862-78F3C3C2D5B7}"/>
              </a:ext>
            </a:extLst>
          </p:cNvPr>
          <p:cNvSpPr/>
          <p:nvPr/>
        </p:nvSpPr>
        <p:spPr>
          <a:xfrm>
            <a:off x="10543686" y="5249377"/>
            <a:ext cx="226332" cy="5906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12A7ED14-9969-4475-BB1D-567C992A7C39}"/>
              </a:ext>
            </a:extLst>
          </p:cNvPr>
          <p:cNvSpPr/>
          <p:nvPr/>
        </p:nvSpPr>
        <p:spPr>
          <a:xfrm>
            <a:off x="346779" y="3976019"/>
            <a:ext cx="3701143" cy="1998406"/>
          </a:xfrm>
          <a:prstGeom prst="rect">
            <a:avLst/>
          </a:prstGeom>
          <a:noFill/>
          <a:ln w="19050" cmpd="dbl">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7B0E3372-0C80-4C1B-A0FB-43835B1E74A9}"/>
              </a:ext>
            </a:extLst>
          </p:cNvPr>
          <p:cNvSpPr/>
          <p:nvPr/>
        </p:nvSpPr>
        <p:spPr>
          <a:xfrm>
            <a:off x="4255237" y="3968510"/>
            <a:ext cx="3701143" cy="1998406"/>
          </a:xfrm>
          <a:prstGeom prst="rect">
            <a:avLst/>
          </a:prstGeom>
          <a:noFill/>
          <a:ln w="19050" cmpd="dbl">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94C49CDC-65F9-417B-BA59-4E4A6B0754F7}"/>
              </a:ext>
            </a:extLst>
          </p:cNvPr>
          <p:cNvSpPr/>
          <p:nvPr/>
        </p:nvSpPr>
        <p:spPr>
          <a:xfrm>
            <a:off x="8163695" y="3976018"/>
            <a:ext cx="3701143" cy="1998406"/>
          </a:xfrm>
          <a:prstGeom prst="rect">
            <a:avLst/>
          </a:prstGeom>
          <a:noFill/>
          <a:ln w="19050" cmpd="dbl">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2BBF7091-A324-469F-B2FA-72C3B8A76189}"/>
              </a:ext>
            </a:extLst>
          </p:cNvPr>
          <p:cNvSpPr txBox="1"/>
          <p:nvPr/>
        </p:nvSpPr>
        <p:spPr>
          <a:xfrm>
            <a:off x="1696569" y="4014100"/>
            <a:ext cx="978153" cy="523220"/>
          </a:xfrm>
          <a:prstGeom prst="rect">
            <a:avLst/>
          </a:prstGeom>
          <a:noFill/>
          <a:effectLst>
            <a:glow rad="63500">
              <a:srgbClr val="FF0000">
                <a:alpha val="40000"/>
              </a:srgbClr>
            </a:glo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Model 1</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sp>
        <p:nvSpPr>
          <p:cNvPr id="65" name="TextBox 64">
            <a:extLst>
              <a:ext uri="{FF2B5EF4-FFF2-40B4-BE49-F238E27FC236}">
                <a16:creationId xmlns:a16="http://schemas.microsoft.com/office/drawing/2014/main" id="{E5FE08D1-F958-4557-A290-AEE821769E58}"/>
              </a:ext>
            </a:extLst>
          </p:cNvPr>
          <p:cNvSpPr txBox="1"/>
          <p:nvPr/>
        </p:nvSpPr>
        <p:spPr>
          <a:xfrm>
            <a:off x="5734956" y="4006592"/>
            <a:ext cx="1043876" cy="523220"/>
          </a:xfrm>
          <a:prstGeom prst="rect">
            <a:avLst/>
          </a:prstGeom>
          <a:noFill/>
          <a:effectLst>
            <a:glow rad="63500">
              <a:srgbClr val="FF0000">
                <a:alpha val="40000"/>
              </a:srgbClr>
            </a:glo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Model 2</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sp>
        <p:nvSpPr>
          <p:cNvPr id="66" name="TextBox 65">
            <a:extLst>
              <a:ext uri="{FF2B5EF4-FFF2-40B4-BE49-F238E27FC236}">
                <a16:creationId xmlns:a16="http://schemas.microsoft.com/office/drawing/2014/main" id="{48F29F5F-5279-46E8-AF74-C8B3977014BC}"/>
              </a:ext>
            </a:extLst>
          </p:cNvPr>
          <p:cNvSpPr txBox="1"/>
          <p:nvPr/>
        </p:nvSpPr>
        <p:spPr>
          <a:xfrm>
            <a:off x="9555549" y="4020741"/>
            <a:ext cx="1056700" cy="523220"/>
          </a:xfrm>
          <a:prstGeom prst="rect">
            <a:avLst/>
          </a:prstGeom>
          <a:noFill/>
          <a:effectLst>
            <a:glow rad="63500">
              <a:srgbClr val="FF0000">
                <a:alpha val="40000"/>
              </a:srgbClr>
            </a:glo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Model 3</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sp>
        <p:nvSpPr>
          <p:cNvPr id="67" name="TextBox 66">
            <a:extLst>
              <a:ext uri="{FF2B5EF4-FFF2-40B4-BE49-F238E27FC236}">
                <a16:creationId xmlns:a16="http://schemas.microsoft.com/office/drawing/2014/main" id="{C98E14C1-63E2-40B8-B32F-5A65E4A69A77}"/>
              </a:ext>
            </a:extLst>
          </p:cNvPr>
          <p:cNvSpPr txBox="1"/>
          <p:nvPr/>
        </p:nvSpPr>
        <p:spPr>
          <a:xfrm>
            <a:off x="1" y="2270399"/>
            <a:ext cx="12192000" cy="523220"/>
          </a:xfrm>
          <a:prstGeom prst="rect">
            <a:avLst/>
          </a:prstGeom>
          <a:noFill/>
          <a:effectLst>
            <a:glow rad="63500">
              <a:srgbClr val="FF0000">
                <a:alpha val="40000"/>
              </a:srgb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The Real World</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cxnSp>
        <p:nvCxnSpPr>
          <p:cNvPr id="68" name="Straight Arrow Connector 67">
            <a:extLst>
              <a:ext uri="{FF2B5EF4-FFF2-40B4-BE49-F238E27FC236}">
                <a16:creationId xmlns:a16="http://schemas.microsoft.com/office/drawing/2014/main" id="{32C08D4E-EFCA-4D0E-956F-A2432B6579FF}"/>
              </a:ext>
            </a:extLst>
          </p:cNvPr>
          <p:cNvCxnSpPr>
            <a:cxnSpLocks/>
          </p:cNvCxnSpPr>
          <p:nvPr/>
        </p:nvCxnSpPr>
        <p:spPr>
          <a:xfrm flipH="1">
            <a:off x="4082902" y="2905432"/>
            <a:ext cx="1440424" cy="475721"/>
          </a:xfrm>
          <a:prstGeom prst="straightConnector1">
            <a:avLst/>
          </a:prstGeom>
          <a:ln>
            <a:solidFill>
              <a:srgbClr val="FF0000"/>
            </a:solidFill>
            <a:tailEnd type="triangle" w="lg" len="lg"/>
          </a:ln>
          <a:effectLst/>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208E2F1-3C85-408A-BFDC-10F3619E5617}"/>
              </a:ext>
            </a:extLst>
          </p:cNvPr>
          <p:cNvSpPr txBox="1"/>
          <p:nvPr/>
        </p:nvSpPr>
        <p:spPr>
          <a:xfrm>
            <a:off x="327162" y="3566778"/>
            <a:ext cx="372076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gency FB" panose="020B0503020202020204" pitchFamily="34" charset="0"/>
                <a:ea typeface="+mn-ea"/>
                <a:cs typeface="+mn-cs"/>
              </a:rPr>
              <a:t>Good </a:t>
            </a:r>
            <a:r>
              <a:rPr kumimoji="0" lang="en-US" sz="2000" b="0" i="0" u="none" strike="noStrike" kern="1200" cap="none" spc="0" normalizeH="0" baseline="0" noProof="0" dirty="0">
                <a:ln>
                  <a:noFill/>
                </a:ln>
                <a:solidFill>
                  <a:schemeClr val="accent2"/>
                </a:solidFill>
                <a:effectLst/>
                <a:uLnTx/>
                <a:uFillTx/>
                <a:latin typeface="Agency FB" panose="020B0503020202020204" pitchFamily="34" charset="0"/>
                <a:ea typeface="+mn-ea"/>
                <a:cs typeface="+mn-cs"/>
              </a:rPr>
              <a:t>Fit</a:t>
            </a:r>
            <a:endParaRPr kumimoji="0" lang="en-AU" sz="2000" b="0" i="0" u="none" strike="noStrike" kern="1200" cap="none" spc="0" normalizeH="0" baseline="0" noProof="0" dirty="0">
              <a:ln>
                <a:noFill/>
              </a:ln>
              <a:solidFill>
                <a:schemeClr val="accent2"/>
              </a:solidFill>
              <a:effectLst/>
              <a:uLnTx/>
              <a:uFillTx/>
              <a:latin typeface="Agency FB" panose="020B0503020202020204" pitchFamily="34" charset="0"/>
              <a:ea typeface="+mn-ea"/>
              <a:cs typeface="+mn-cs"/>
            </a:endParaRPr>
          </a:p>
        </p:txBody>
      </p:sp>
      <p:cxnSp>
        <p:nvCxnSpPr>
          <p:cNvPr id="70" name="Straight Arrow Connector 69">
            <a:extLst>
              <a:ext uri="{FF2B5EF4-FFF2-40B4-BE49-F238E27FC236}">
                <a16:creationId xmlns:a16="http://schemas.microsoft.com/office/drawing/2014/main" id="{81F5973F-7203-4ABF-832E-E5463A1333EB}"/>
              </a:ext>
            </a:extLst>
          </p:cNvPr>
          <p:cNvCxnSpPr>
            <a:cxnSpLocks/>
          </p:cNvCxnSpPr>
          <p:nvPr/>
        </p:nvCxnSpPr>
        <p:spPr>
          <a:xfrm>
            <a:off x="6159378" y="2917751"/>
            <a:ext cx="7506" cy="410240"/>
          </a:xfrm>
          <a:prstGeom prst="straightConnector1">
            <a:avLst/>
          </a:prstGeom>
          <a:ln>
            <a:solidFill>
              <a:srgbClr val="FF0000"/>
            </a:solidFill>
            <a:tailEnd type="triangle" w="lg" len="lg"/>
          </a:ln>
          <a:effectLst/>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932C38DB-CCD9-406D-8FEA-87F8FB656F4F}"/>
              </a:ext>
            </a:extLst>
          </p:cNvPr>
          <p:cNvSpPr txBox="1"/>
          <p:nvPr/>
        </p:nvSpPr>
        <p:spPr>
          <a:xfrm>
            <a:off x="5588911" y="3506102"/>
            <a:ext cx="1194558"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gency FB" panose="020B0503020202020204" pitchFamily="34" charset="0"/>
                <a:ea typeface="+mn-ea"/>
                <a:cs typeface="+mn-cs"/>
              </a:rPr>
              <a:t>Moderate </a:t>
            </a:r>
            <a:r>
              <a:rPr kumimoji="0" lang="en-US" sz="2000" b="0" i="0" u="none" strike="noStrike" kern="1200" cap="none" spc="0" normalizeH="0" baseline="0" noProof="0" dirty="0">
                <a:ln>
                  <a:noFill/>
                </a:ln>
                <a:solidFill>
                  <a:schemeClr val="accent2"/>
                </a:solidFill>
                <a:effectLst/>
                <a:uLnTx/>
                <a:uFillTx/>
                <a:latin typeface="Agency FB" panose="020B0503020202020204" pitchFamily="34" charset="0"/>
                <a:ea typeface="+mn-ea"/>
                <a:cs typeface="+mn-cs"/>
              </a:rPr>
              <a:t>Fit</a:t>
            </a:r>
            <a:endParaRPr kumimoji="0" lang="en-AU" sz="2000" b="0" i="0" u="none" strike="noStrike" kern="1200" cap="none" spc="0" normalizeH="0" baseline="0" noProof="0" dirty="0">
              <a:ln>
                <a:noFill/>
              </a:ln>
              <a:solidFill>
                <a:schemeClr val="accent2"/>
              </a:solidFill>
              <a:effectLst/>
              <a:uLnTx/>
              <a:uFillTx/>
              <a:latin typeface="Agency FB" panose="020B0503020202020204" pitchFamily="34" charset="0"/>
              <a:ea typeface="+mn-ea"/>
              <a:cs typeface="+mn-cs"/>
            </a:endParaRPr>
          </a:p>
        </p:txBody>
      </p:sp>
      <p:sp>
        <p:nvSpPr>
          <p:cNvPr id="72" name="TextBox 71">
            <a:extLst>
              <a:ext uri="{FF2B5EF4-FFF2-40B4-BE49-F238E27FC236}">
                <a16:creationId xmlns:a16="http://schemas.microsoft.com/office/drawing/2014/main" id="{6FD4E279-17ED-450C-9B79-A5CFB4919B0A}"/>
              </a:ext>
            </a:extLst>
          </p:cNvPr>
          <p:cNvSpPr txBox="1"/>
          <p:nvPr/>
        </p:nvSpPr>
        <p:spPr>
          <a:xfrm>
            <a:off x="9651322" y="3508796"/>
            <a:ext cx="81945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gency FB" panose="020B0503020202020204" pitchFamily="34" charset="0"/>
                <a:ea typeface="+mn-ea"/>
                <a:cs typeface="+mn-cs"/>
              </a:rPr>
              <a:t>Poor </a:t>
            </a:r>
            <a:r>
              <a:rPr kumimoji="0" lang="en-US" sz="2000" b="0" i="0" u="none" strike="noStrike" kern="1200" cap="none" spc="0" normalizeH="0" baseline="0" noProof="0" dirty="0">
                <a:ln>
                  <a:noFill/>
                </a:ln>
                <a:solidFill>
                  <a:schemeClr val="accent2"/>
                </a:solidFill>
                <a:effectLst/>
                <a:uLnTx/>
                <a:uFillTx/>
                <a:latin typeface="Agency FB" panose="020B0503020202020204" pitchFamily="34" charset="0"/>
                <a:ea typeface="+mn-ea"/>
                <a:cs typeface="+mn-cs"/>
              </a:rPr>
              <a:t>Fit</a:t>
            </a:r>
            <a:endParaRPr kumimoji="0" lang="en-AU" sz="2000" b="0" i="0" u="none" strike="noStrike" kern="1200" cap="none" spc="0" normalizeH="0" baseline="0" noProof="0" dirty="0">
              <a:ln>
                <a:noFill/>
              </a:ln>
              <a:solidFill>
                <a:schemeClr val="accent2"/>
              </a:solidFill>
              <a:effectLst/>
              <a:uLnTx/>
              <a:uFillTx/>
              <a:latin typeface="Agency FB" panose="020B0503020202020204" pitchFamily="34" charset="0"/>
              <a:ea typeface="+mn-ea"/>
              <a:cs typeface="+mn-cs"/>
            </a:endParaRPr>
          </a:p>
        </p:txBody>
      </p:sp>
      <p:cxnSp>
        <p:nvCxnSpPr>
          <p:cNvPr id="73" name="Straight Arrow Connector 72">
            <a:extLst>
              <a:ext uri="{FF2B5EF4-FFF2-40B4-BE49-F238E27FC236}">
                <a16:creationId xmlns:a16="http://schemas.microsoft.com/office/drawing/2014/main" id="{63ACDDA9-C0B0-4984-BBFF-A7438FA390C2}"/>
              </a:ext>
            </a:extLst>
          </p:cNvPr>
          <p:cNvCxnSpPr>
            <a:cxnSpLocks/>
          </p:cNvCxnSpPr>
          <p:nvPr/>
        </p:nvCxnSpPr>
        <p:spPr>
          <a:xfrm>
            <a:off x="7056052" y="2898151"/>
            <a:ext cx="1290506" cy="451105"/>
          </a:xfrm>
          <a:prstGeom prst="straightConnector1">
            <a:avLst/>
          </a:prstGeom>
          <a:ln>
            <a:solidFill>
              <a:srgbClr val="FF0000"/>
            </a:solidFill>
            <a:tailEnd type="triangle" w="lg" len="lg"/>
          </a:ln>
          <a:effectLst/>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F5BA484B-D995-4BA5-8B36-69BBAA9114DE}"/>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A modelling framework</a:t>
            </a:r>
          </a:p>
        </p:txBody>
      </p:sp>
    </p:spTree>
    <p:extLst>
      <p:ext uri="{BB962C8B-B14F-4D97-AF65-F5344CB8AC3E}">
        <p14:creationId xmlns:p14="http://schemas.microsoft.com/office/powerpoint/2010/main" val="3520238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5" name="TextBox 74">
            <a:extLst>
              <a:ext uri="{FF2B5EF4-FFF2-40B4-BE49-F238E27FC236}">
                <a16:creationId xmlns:a16="http://schemas.microsoft.com/office/drawing/2014/main" id="{F5BA484B-D995-4BA5-8B36-69BBAA9114DE}"/>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A statistical model</a:t>
            </a:r>
          </a:p>
        </p:txBody>
      </p:sp>
      <p:sp>
        <p:nvSpPr>
          <p:cNvPr id="74" name="Rectangle 73">
            <a:extLst>
              <a:ext uri="{FF2B5EF4-FFF2-40B4-BE49-F238E27FC236}">
                <a16:creationId xmlns:a16="http://schemas.microsoft.com/office/drawing/2014/main" id="{C1F754D5-F838-48EA-BA52-F30B04A59CAA}"/>
              </a:ext>
            </a:extLst>
          </p:cNvPr>
          <p:cNvSpPr/>
          <p:nvPr/>
        </p:nvSpPr>
        <p:spPr>
          <a:xfrm>
            <a:off x="346779" y="3499542"/>
            <a:ext cx="3701143" cy="1998406"/>
          </a:xfrm>
          <a:prstGeom prst="rect">
            <a:avLst/>
          </a:prstGeom>
          <a:noFill/>
          <a:ln w="19050" cmpd="dbl">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EA60B8D-50EE-44F1-A205-1AD9E67438EF}"/>
              </a:ext>
            </a:extLst>
          </p:cNvPr>
          <p:cNvSpPr/>
          <p:nvPr/>
        </p:nvSpPr>
        <p:spPr>
          <a:xfrm>
            <a:off x="4255237" y="3492033"/>
            <a:ext cx="3701143" cy="1998406"/>
          </a:xfrm>
          <a:prstGeom prst="rect">
            <a:avLst/>
          </a:prstGeom>
          <a:noFill/>
          <a:ln w="19050" cmpd="dbl">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7C593BB5-D8D2-46C6-92A5-54CB21FE86E9}"/>
              </a:ext>
            </a:extLst>
          </p:cNvPr>
          <p:cNvSpPr/>
          <p:nvPr/>
        </p:nvSpPr>
        <p:spPr>
          <a:xfrm>
            <a:off x="8163695" y="3499541"/>
            <a:ext cx="3701143" cy="1998406"/>
          </a:xfrm>
          <a:prstGeom prst="rect">
            <a:avLst/>
          </a:prstGeom>
          <a:noFill/>
          <a:ln w="19050" cmpd="dbl">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78" name="TextBox 77">
            <a:extLst>
              <a:ext uri="{FF2B5EF4-FFF2-40B4-BE49-F238E27FC236}">
                <a16:creationId xmlns:a16="http://schemas.microsoft.com/office/drawing/2014/main" id="{20E67DEE-C449-4401-BEB2-829BB4643ACF}"/>
              </a:ext>
            </a:extLst>
          </p:cNvPr>
          <p:cNvSpPr txBox="1"/>
          <p:nvPr/>
        </p:nvSpPr>
        <p:spPr>
          <a:xfrm>
            <a:off x="1696569" y="3537623"/>
            <a:ext cx="978153" cy="523220"/>
          </a:xfrm>
          <a:prstGeom prst="rect">
            <a:avLst/>
          </a:prstGeom>
          <a:noFill/>
          <a:effectLst>
            <a:glow rad="63500">
              <a:srgbClr val="FF0000">
                <a:alpha val="40000"/>
              </a:srgbClr>
            </a:glo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Model 1</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sp>
        <p:nvSpPr>
          <p:cNvPr id="79" name="TextBox 78">
            <a:extLst>
              <a:ext uri="{FF2B5EF4-FFF2-40B4-BE49-F238E27FC236}">
                <a16:creationId xmlns:a16="http://schemas.microsoft.com/office/drawing/2014/main" id="{65FD0AE8-85FA-4F83-AAAD-1548E991A3A4}"/>
              </a:ext>
            </a:extLst>
          </p:cNvPr>
          <p:cNvSpPr txBox="1"/>
          <p:nvPr/>
        </p:nvSpPr>
        <p:spPr>
          <a:xfrm>
            <a:off x="5734956" y="3530115"/>
            <a:ext cx="1043876" cy="523220"/>
          </a:xfrm>
          <a:prstGeom prst="rect">
            <a:avLst/>
          </a:prstGeom>
          <a:noFill/>
          <a:effectLst>
            <a:glow rad="63500">
              <a:srgbClr val="FF0000">
                <a:alpha val="40000"/>
              </a:srgbClr>
            </a:glo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Model 2</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sp>
        <p:nvSpPr>
          <p:cNvPr id="80" name="TextBox 79">
            <a:extLst>
              <a:ext uri="{FF2B5EF4-FFF2-40B4-BE49-F238E27FC236}">
                <a16:creationId xmlns:a16="http://schemas.microsoft.com/office/drawing/2014/main" id="{1B16D93B-C3AF-450A-9414-E03FF5391C75}"/>
              </a:ext>
            </a:extLst>
          </p:cNvPr>
          <p:cNvSpPr txBox="1"/>
          <p:nvPr/>
        </p:nvSpPr>
        <p:spPr>
          <a:xfrm>
            <a:off x="9555549" y="3544264"/>
            <a:ext cx="1056700" cy="523220"/>
          </a:xfrm>
          <a:prstGeom prst="rect">
            <a:avLst/>
          </a:prstGeom>
          <a:noFill/>
          <a:effectLst>
            <a:glow rad="63500">
              <a:srgbClr val="FF0000">
                <a:alpha val="40000"/>
              </a:srgbClr>
            </a:glow>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Model 3</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sp>
        <p:nvSpPr>
          <p:cNvPr id="81" name="TextBox 80">
            <a:extLst>
              <a:ext uri="{FF2B5EF4-FFF2-40B4-BE49-F238E27FC236}">
                <a16:creationId xmlns:a16="http://schemas.microsoft.com/office/drawing/2014/main" id="{E14A1883-67D8-41E4-B3B5-FA3A6C9EA568}"/>
              </a:ext>
            </a:extLst>
          </p:cNvPr>
          <p:cNvSpPr txBox="1"/>
          <p:nvPr/>
        </p:nvSpPr>
        <p:spPr>
          <a:xfrm>
            <a:off x="1" y="2270399"/>
            <a:ext cx="12192000" cy="523220"/>
          </a:xfrm>
          <a:prstGeom prst="rect">
            <a:avLst/>
          </a:prstGeom>
          <a:noFill/>
          <a:effectLst>
            <a:glow rad="63500">
              <a:srgbClr val="FF0000">
                <a:alpha val="40000"/>
              </a:srgb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effectLst/>
                <a:uLnTx/>
                <a:uFillTx/>
                <a:latin typeface="Agency FB" panose="020B0503020202020204" pitchFamily="34" charset="0"/>
                <a:ea typeface="+mn-ea"/>
                <a:cs typeface="+mn-cs"/>
              </a:rPr>
              <a:t>The Real World</a:t>
            </a:r>
            <a:endParaRPr kumimoji="0" lang="en-AU" sz="2800" b="0" i="0" u="none" strike="noStrike" kern="1200" cap="none" spc="0" normalizeH="0" baseline="0" noProof="0" dirty="0">
              <a:ln>
                <a:noFill/>
              </a:ln>
              <a:effectLst/>
              <a:uLnTx/>
              <a:uFillTx/>
              <a:latin typeface="Agency FB" panose="020B0503020202020204" pitchFamily="34" charset="0"/>
              <a:ea typeface="+mn-ea"/>
              <a:cs typeface="+mn-cs"/>
            </a:endParaRPr>
          </a:p>
        </p:txBody>
      </p:sp>
      <p:cxnSp>
        <p:nvCxnSpPr>
          <p:cNvPr id="82" name="Straight Arrow Connector 81">
            <a:extLst>
              <a:ext uri="{FF2B5EF4-FFF2-40B4-BE49-F238E27FC236}">
                <a16:creationId xmlns:a16="http://schemas.microsoft.com/office/drawing/2014/main" id="{9062A202-92E6-4CFA-929B-363B1D75303E}"/>
              </a:ext>
            </a:extLst>
          </p:cNvPr>
          <p:cNvCxnSpPr>
            <a:cxnSpLocks/>
          </p:cNvCxnSpPr>
          <p:nvPr/>
        </p:nvCxnSpPr>
        <p:spPr>
          <a:xfrm flipH="1">
            <a:off x="4082902" y="2905432"/>
            <a:ext cx="1440424" cy="475721"/>
          </a:xfrm>
          <a:prstGeom prst="straightConnector1">
            <a:avLst/>
          </a:prstGeom>
          <a:ln>
            <a:solidFill>
              <a:srgbClr val="FF0000"/>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CD3C966-CB07-4531-A5AD-1D2129B67AA2}"/>
              </a:ext>
            </a:extLst>
          </p:cNvPr>
          <p:cNvCxnSpPr>
            <a:cxnSpLocks/>
          </p:cNvCxnSpPr>
          <p:nvPr/>
        </p:nvCxnSpPr>
        <p:spPr>
          <a:xfrm>
            <a:off x="6159378" y="2917751"/>
            <a:ext cx="7506" cy="410240"/>
          </a:xfrm>
          <a:prstGeom prst="straightConnector1">
            <a:avLst/>
          </a:prstGeom>
          <a:ln>
            <a:solidFill>
              <a:srgbClr val="FF0000"/>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1BD772A-45D3-4CC3-912D-4004572D9A6F}"/>
              </a:ext>
            </a:extLst>
          </p:cNvPr>
          <p:cNvCxnSpPr>
            <a:cxnSpLocks/>
          </p:cNvCxnSpPr>
          <p:nvPr/>
        </p:nvCxnSpPr>
        <p:spPr>
          <a:xfrm>
            <a:off x="7056052" y="2898151"/>
            <a:ext cx="1290506" cy="451105"/>
          </a:xfrm>
          <a:prstGeom prst="straightConnector1">
            <a:avLst/>
          </a:prstGeom>
          <a:ln>
            <a:solidFill>
              <a:srgbClr val="FF0000"/>
            </a:solidFill>
            <a:tailEnd type="triangle" w="lg" len="lg"/>
          </a:ln>
          <a:effectLst/>
        </p:spPr>
        <p:style>
          <a:lnRef idx="1">
            <a:schemeClr val="accent1"/>
          </a:lnRef>
          <a:fillRef idx="0">
            <a:schemeClr val="accent1"/>
          </a:fillRef>
          <a:effectRef idx="0">
            <a:schemeClr val="accent1"/>
          </a:effectRef>
          <a:fontRef idx="minor">
            <a:schemeClr val="tx1"/>
          </a:fontRef>
        </p:style>
      </p:cxnSp>
      <p:graphicFrame>
        <p:nvGraphicFramePr>
          <p:cNvPr id="85" name="Chart 84">
            <a:extLst>
              <a:ext uri="{FF2B5EF4-FFF2-40B4-BE49-F238E27FC236}">
                <a16:creationId xmlns:a16="http://schemas.microsoft.com/office/drawing/2014/main" id="{AE945B46-7FB1-4A68-BBAE-9EE8BD094C6F}"/>
              </a:ext>
            </a:extLst>
          </p:cNvPr>
          <p:cNvGraphicFramePr>
            <a:graphicFrameLocks/>
          </p:cNvGraphicFramePr>
          <p:nvPr/>
        </p:nvGraphicFramePr>
        <p:xfrm>
          <a:off x="2296633" y="1031770"/>
          <a:ext cx="7814930" cy="1247824"/>
        </p:xfrm>
        <a:graphic>
          <a:graphicData uri="http://schemas.openxmlformats.org/drawingml/2006/chart">
            <c:chart xmlns:c="http://schemas.openxmlformats.org/drawingml/2006/chart" xmlns:r="http://schemas.openxmlformats.org/officeDocument/2006/relationships" r:id="rId3"/>
          </a:graphicData>
        </a:graphic>
      </p:graphicFrame>
      <p:cxnSp>
        <p:nvCxnSpPr>
          <p:cNvPr id="86" name="Straight Connector 85">
            <a:extLst>
              <a:ext uri="{FF2B5EF4-FFF2-40B4-BE49-F238E27FC236}">
                <a16:creationId xmlns:a16="http://schemas.microsoft.com/office/drawing/2014/main" id="{62872E2D-08DB-41AE-87A0-6B31CCF863AF}"/>
              </a:ext>
            </a:extLst>
          </p:cNvPr>
          <p:cNvCxnSpPr>
            <a:cxnSpLocks/>
          </p:cNvCxnSpPr>
          <p:nvPr/>
        </p:nvCxnSpPr>
        <p:spPr>
          <a:xfrm flipV="1">
            <a:off x="8569655" y="962477"/>
            <a:ext cx="0" cy="130792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7" name="Chart 86">
            <a:extLst>
              <a:ext uri="{FF2B5EF4-FFF2-40B4-BE49-F238E27FC236}">
                <a16:creationId xmlns:a16="http://schemas.microsoft.com/office/drawing/2014/main" id="{F1ED9524-1282-4AFF-8E5E-8DB9CB7D4605}"/>
              </a:ext>
            </a:extLst>
          </p:cNvPr>
          <p:cNvGraphicFramePr>
            <a:graphicFrameLocks/>
          </p:cNvGraphicFramePr>
          <p:nvPr/>
        </p:nvGraphicFramePr>
        <p:xfrm>
          <a:off x="327162" y="4152362"/>
          <a:ext cx="3740838" cy="1247824"/>
        </p:xfrm>
        <a:graphic>
          <a:graphicData uri="http://schemas.openxmlformats.org/drawingml/2006/chart">
            <c:chart xmlns:c="http://schemas.openxmlformats.org/drawingml/2006/chart" xmlns:r="http://schemas.openxmlformats.org/officeDocument/2006/relationships" r:id="rId4"/>
          </a:graphicData>
        </a:graphic>
      </p:graphicFrame>
      <p:cxnSp>
        <p:nvCxnSpPr>
          <p:cNvPr id="88" name="Straight Connector 87">
            <a:extLst>
              <a:ext uri="{FF2B5EF4-FFF2-40B4-BE49-F238E27FC236}">
                <a16:creationId xmlns:a16="http://schemas.microsoft.com/office/drawing/2014/main" id="{634388A8-251E-40A4-9189-54F6D984DE4F}"/>
              </a:ext>
            </a:extLst>
          </p:cNvPr>
          <p:cNvCxnSpPr>
            <a:cxnSpLocks/>
          </p:cNvCxnSpPr>
          <p:nvPr/>
        </p:nvCxnSpPr>
        <p:spPr>
          <a:xfrm flipV="1">
            <a:off x="3278185" y="4053335"/>
            <a:ext cx="0" cy="134685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9" name="Chart 88">
            <a:extLst>
              <a:ext uri="{FF2B5EF4-FFF2-40B4-BE49-F238E27FC236}">
                <a16:creationId xmlns:a16="http://schemas.microsoft.com/office/drawing/2014/main" id="{6BD77BE3-3D1A-4122-8CC1-62665E009282}"/>
              </a:ext>
            </a:extLst>
          </p:cNvPr>
          <p:cNvGraphicFramePr>
            <a:graphicFrameLocks/>
          </p:cNvGraphicFramePr>
          <p:nvPr/>
        </p:nvGraphicFramePr>
        <p:xfrm>
          <a:off x="4255237" y="4142854"/>
          <a:ext cx="3740838" cy="1247824"/>
        </p:xfrm>
        <a:graphic>
          <a:graphicData uri="http://schemas.openxmlformats.org/drawingml/2006/chart">
            <c:chart xmlns:c="http://schemas.openxmlformats.org/drawingml/2006/chart" xmlns:r="http://schemas.openxmlformats.org/officeDocument/2006/relationships" r:id="rId5"/>
          </a:graphicData>
        </a:graphic>
      </p:graphicFrame>
      <p:cxnSp>
        <p:nvCxnSpPr>
          <p:cNvPr id="90" name="Straight Connector 89">
            <a:extLst>
              <a:ext uri="{FF2B5EF4-FFF2-40B4-BE49-F238E27FC236}">
                <a16:creationId xmlns:a16="http://schemas.microsoft.com/office/drawing/2014/main" id="{4C0036D5-34DB-4CED-A812-4D498A3C5F58}"/>
              </a:ext>
            </a:extLst>
          </p:cNvPr>
          <p:cNvCxnSpPr>
            <a:cxnSpLocks/>
          </p:cNvCxnSpPr>
          <p:nvPr/>
        </p:nvCxnSpPr>
        <p:spPr>
          <a:xfrm flipV="1">
            <a:off x="7206260" y="4043827"/>
            <a:ext cx="0" cy="134685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D942188-3485-4A2C-99B0-407EDB5C7E13}"/>
              </a:ext>
            </a:extLst>
          </p:cNvPr>
          <p:cNvCxnSpPr>
            <a:cxnSpLocks/>
          </p:cNvCxnSpPr>
          <p:nvPr/>
        </p:nvCxnSpPr>
        <p:spPr>
          <a:xfrm flipV="1">
            <a:off x="11134335" y="4034319"/>
            <a:ext cx="0" cy="134685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2AC1DE1-51C9-4318-81C3-1B8096051D19}"/>
              </a:ext>
            </a:extLst>
          </p:cNvPr>
          <p:cNvCxnSpPr>
            <a:cxnSpLocks/>
          </p:cNvCxnSpPr>
          <p:nvPr/>
        </p:nvCxnSpPr>
        <p:spPr>
          <a:xfrm>
            <a:off x="3359888" y="4699591"/>
            <a:ext cx="53162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4211C0B-144B-4E8A-9E09-8BD3BE2387AB}"/>
              </a:ext>
            </a:extLst>
          </p:cNvPr>
          <p:cNvCxnSpPr>
            <a:cxnSpLocks/>
          </p:cNvCxnSpPr>
          <p:nvPr/>
        </p:nvCxnSpPr>
        <p:spPr>
          <a:xfrm>
            <a:off x="7304567" y="4797367"/>
            <a:ext cx="510363" cy="1918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94" name="Chart 93">
            <a:extLst>
              <a:ext uri="{FF2B5EF4-FFF2-40B4-BE49-F238E27FC236}">
                <a16:creationId xmlns:a16="http://schemas.microsoft.com/office/drawing/2014/main" id="{CFC3BC59-4737-4E4D-91A1-130B79199B4C}"/>
              </a:ext>
            </a:extLst>
          </p:cNvPr>
          <p:cNvGraphicFramePr>
            <a:graphicFrameLocks/>
          </p:cNvGraphicFramePr>
          <p:nvPr/>
        </p:nvGraphicFramePr>
        <p:xfrm>
          <a:off x="8190303" y="4138424"/>
          <a:ext cx="3740400" cy="1249200"/>
        </p:xfrm>
        <a:graphic>
          <a:graphicData uri="http://schemas.openxmlformats.org/drawingml/2006/chart">
            <c:chart xmlns:c="http://schemas.openxmlformats.org/drawingml/2006/chart" xmlns:r="http://schemas.openxmlformats.org/officeDocument/2006/relationships" r:id="rId6"/>
          </a:graphicData>
        </a:graphic>
      </p:graphicFrame>
      <p:cxnSp>
        <p:nvCxnSpPr>
          <p:cNvPr id="95" name="Straight Connector 94">
            <a:extLst>
              <a:ext uri="{FF2B5EF4-FFF2-40B4-BE49-F238E27FC236}">
                <a16:creationId xmlns:a16="http://schemas.microsoft.com/office/drawing/2014/main" id="{0CA15FCC-30FF-45FD-9EC1-4A7B5B1A5ED2}"/>
              </a:ext>
            </a:extLst>
          </p:cNvPr>
          <p:cNvCxnSpPr>
            <a:cxnSpLocks/>
          </p:cNvCxnSpPr>
          <p:nvPr/>
        </p:nvCxnSpPr>
        <p:spPr>
          <a:xfrm>
            <a:off x="712381" y="4706619"/>
            <a:ext cx="2493969"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77CC341-2CF6-49CB-B2FA-4551D35A19E9}"/>
              </a:ext>
            </a:extLst>
          </p:cNvPr>
          <p:cNvCxnSpPr>
            <a:cxnSpLocks/>
          </p:cNvCxnSpPr>
          <p:nvPr/>
        </p:nvCxnSpPr>
        <p:spPr>
          <a:xfrm>
            <a:off x="4671463" y="4614530"/>
            <a:ext cx="2466528" cy="16303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407892F-EAF1-4510-9D84-844731F4F64C}"/>
              </a:ext>
            </a:extLst>
          </p:cNvPr>
          <p:cNvCxnSpPr>
            <a:cxnSpLocks/>
          </p:cNvCxnSpPr>
          <p:nvPr/>
        </p:nvCxnSpPr>
        <p:spPr>
          <a:xfrm flipV="1">
            <a:off x="10422820" y="4774060"/>
            <a:ext cx="291099" cy="10108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0A8A771-42E8-4923-8834-27BFB16AACB2}"/>
              </a:ext>
            </a:extLst>
          </p:cNvPr>
          <p:cNvCxnSpPr>
            <a:cxnSpLocks/>
          </p:cNvCxnSpPr>
          <p:nvPr/>
        </p:nvCxnSpPr>
        <p:spPr>
          <a:xfrm flipV="1">
            <a:off x="10713919" y="4489948"/>
            <a:ext cx="171699" cy="28472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469EAB3-3ED1-4139-863D-87767016E6AE}"/>
              </a:ext>
            </a:extLst>
          </p:cNvPr>
          <p:cNvCxnSpPr>
            <a:cxnSpLocks/>
          </p:cNvCxnSpPr>
          <p:nvPr/>
        </p:nvCxnSpPr>
        <p:spPr>
          <a:xfrm>
            <a:off x="10885618" y="4491159"/>
            <a:ext cx="162193" cy="32362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45FA021-F0E6-43C6-9205-8231C5BE66DB}"/>
              </a:ext>
            </a:extLst>
          </p:cNvPr>
          <p:cNvCxnSpPr>
            <a:cxnSpLocks/>
          </p:cNvCxnSpPr>
          <p:nvPr/>
        </p:nvCxnSpPr>
        <p:spPr>
          <a:xfrm flipV="1">
            <a:off x="9736904" y="4772849"/>
            <a:ext cx="311139" cy="102291"/>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A9C2B08-897F-4753-9F33-3579B576F4D8}"/>
              </a:ext>
            </a:extLst>
          </p:cNvPr>
          <p:cNvCxnSpPr>
            <a:cxnSpLocks/>
          </p:cNvCxnSpPr>
          <p:nvPr/>
        </p:nvCxnSpPr>
        <p:spPr>
          <a:xfrm flipV="1">
            <a:off x="10048043" y="4488737"/>
            <a:ext cx="171699" cy="28472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08CD7BB-978F-4693-9588-D7505A621DA1}"/>
              </a:ext>
            </a:extLst>
          </p:cNvPr>
          <p:cNvCxnSpPr>
            <a:cxnSpLocks/>
          </p:cNvCxnSpPr>
          <p:nvPr/>
        </p:nvCxnSpPr>
        <p:spPr>
          <a:xfrm>
            <a:off x="10219742" y="4489948"/>
            <a:ext cx="194377" cy="385192"/>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FD60688-5F6B-4477-ADD3-4AC4AD2B8518}"/>
              </a:ext>
            </a:extLst>
          </p:cNvPr>
          <p:cNvCxnSpPr>
            <a:cxnSpLocks/>
          </p:cNvCxnSpPr>
          <p:nvPr/>
        </p:nvCxnSpPr>
        <p:spPr>
          <a:xfrm flipV="1">
            <a:off x="9097176" y="4771638"/>
            <a:ext cx="284991" cy="103502"/>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FC91B-1AD7-4B27-9105-0271FE81B710}"/>
              </a:ext>
            </a:extLst>
          </p:cNvPr>
          <p:cNvCxnSpPr>
            <a:cxnSpLocks/>
          </p:cNvCxnSpPr>
          <p:nvPr/>
        </p:nvCxnSpPr>
        <p:spPr>
          <a:xfrm flipV="1">
            <a:off x="9382167" y="4487526"/>
            <a:ext cx="171699" cy="28472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656C44F-723E-40E4-A486-5B055AC1F18B}"/>
              </a:ext>
            </a:extLst>
          </p:cNvPr>
          <p:cNvCxnSpPr>
            <a:cxnSpLocks/>
          </p:cNvCxnSpPr>
          <p:nvPr/>
        </p:nvCxnSpPr>
        <p:spPr>
          <a:xfrm>
            <a:off x="9553866" y="4488737"/>
            <a:ext cx="194377" cy="386403"/>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1CAF82F7-C23E-4809-90F1-2EADBAA7DCDF}"/>
              </a:ext>
            </a:extLst>
          </p:cNvPr>
          <p:cNvCxnSpPr>
            <a:cxnSpLocks/>
          </p:cNvCxnSpPr>
          <p:nvPr/>
        </p:nvCxnSpPr>
        <p:spPr>
          <a:xfrm flipV="1">
            <a:off x="8551253" y="4770426"/>
            <a:ext cx="165038" cy="71367"/>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37B9860-9C6E-418D-BB0E-23102C39AD82}"/>
              </a:ext>
            </a:extLst>
          </p:cNvPr>
          <p:cNvCxnSpPr>
            <a:cxnSpLocks/>
          </p:cNvCxnSpPr>
          <p:nvPr/>
        </p:nvCxnSpPr>
        <p:spPr>
          <a:xfrm flipV="1">
            <a:off x="8716291" y="4486315"/>
            <a:ext cx="171699" cy="28472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3B250BE-880C-4FB3-B82C-5643ACC5C7F6}"/>
              </a:ext>
            </a:extLst>
          </p:cNvPr>
          <p:cNvCxnSpPr>
            <a:cxnSpLocks/>
          </p:cNvCxnSpPr>
          <p:nvPr/>
        </p:nvCxnSpPr>
        <p:spPr>
          <a:xfrm>
            <a:off x="8887990" y="4487526"/>
            <a:ext cx="210608" cy="387614"/>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1070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75" name="TextBox 74">
            <a:extLst>
              <a:ext uri="{FF2B5EF4-FFF2-40B4-BE49-F238E27FC236}">
                <a16:creationId xmlns:a16="http://schemas.microsoft.com/office/drawing/2014/main" id="{F5BA484B-D995-4BA5-8B36-69BBAA9114DE}"/>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Covariance</a:t>
            </a:r>
          </a:p>
        </p:txBody>
      </p:sp>
      <p:sp>
        <p:nvSpPr>
          <p:cNvPr id="3" name="TextBox 2">
            <a:extLst>
              <a:ext uri="{FF2B5EF4-FFF2-40B4-BE49-F238E27FC236}">
                <a16:creationId xmlns:a16="http://schemas.microsoft.com/office/drawing/2014/main" id="{5C57431D-630D-4F04-9906-A02B65B2F06B}"/>
              </a:ext>
            </a:extLst>
          </p:cNvPr>
          <p:cNvSpPr txBox="1"/>
          <p:nvPr/>
        </p:nvSpPr>
        <p:spPr>
          <a:xfrm>
            <a:off x="276447" y="882502"/>
            <a:ext cx="11738344" cy="2140651"/>
          </a:xfrm>
          <a:prstGeom prst="rect">
            <a:avLst/>
          </a:prstGeom>
          <a:noFill/>
        </p:spPr>
        <p:txBody>
          <a:bodyPr wrap="square" rtlCol="0">
            <a:spAutoFit/>
          </a:bodyPr>
          <a:lstStyle/>
          <a:p>
            <a:pPr>
              <a:lnSpc>
                <a:spcPct val="107000"/>
              </a:lnSpc>
              <a:spcAft>
                <a:spcPts val="800"/>
              </a:spcAft>
            </a:pPr>
            <a:r>
              <a:rPr lang="en-AU" sz="2400" dirty="0">
                <a:effectLst/>
                <a:latin typeface="Arial Narrow" panose="020B0606020202030204" pitchFamily="34" charset="0"/>
              </a:rPr>
              <a:t>Suppose a study was conducted where participants were shown varying amounts of marketing videos at the start of the week (measure as Time in hours). At the end of the week, two other variables were explored for each participant:</a:t>
            </a:r>
          </a:p>
          <a:p>
            <a:pPr marL="342900" lvl="0" indent="-342900">
              <a:lnSpc>
                <a:spcPct val="107000"/>
              </a:lnSpc>
              <a:buFont typeface="+mj-lt"/>
              <a:buAutoNum type="arabicPeriod"/>
            </a:pPr>
            <a:r>
              <a:rPr lang="en-AU" sz="2400" dirty="0">
                <a:effectLst/>
                <a:latin typeface="Arial Narrow" panose="020B0606020202030204" pitchFamily="34" charset="0"/>
              </a:rPr>
              <a:t>Amount spent ($) for online shopping that week</a:t>
            </a:r>
          </a:p>
          <a:p>
            <a:pPr marL="342900" lvl="0" indent="-342900">
              <a:lnSpc>
                <a:spcPct val="107000"/>
              </a:lnSpc>
              <a:spcAft>
                <a:spcPts val="800"/>
              </a:spcAft>
              <a:buFont typeface="+mj-lt"/>
              <a:buAutoNum type="arabicPeriod"/>
            </a:pPr>
            <a:r>
              <a:rPr lang="en-AU" sz="2400" dirty="0">
                <a:effectLst/>
                <a:latin typeface="Arial Narrow" panose="020B0606020202030204" pitchFamily="34" charset="0"/>
              </a:rPr>
              <a:t>Time spent exercising (mins) that week</a:t>
            </a:r>
          </a:p>
        </p:txBody>
      </p:sp>
      <p:pic>
        <p:nvPicPr>
          <p:cNvPr id="7" name="Picture 6">
            <a:extLst>
              <a:ext uri="{FF2B5EF4-FFF2-40B4-BE49-F238E27FC236}">
                <a16:creationId xmlns:a16="http://schemas.microsoft.com/office/drawing/2014/main" id="{E58C4A65-F09E-4E43-BBEB-A3D531A33622}"/>
              </a:ext>
            </a:extLst>
          </p:cNvPr>
          <p:cNvPicPr>
            <a:picLocks noChangeAspect="1"/>
          </p:cNvPicPr>
          <p:nvPr/>
        </p:nvPicPr>
        <p:blipFill rotWithShape="1">
          <a:blip r:embed="rId3"/>
          <a:srcRect l="3401" t="19690" r="4506" b="13643"/>
          <a:stretch/>
        </p:blipFill>
        <p:spPr>
          <a:xfrm>
            <a:off x="3285460" y="3190694"/>
            <a:ext cx="8516679" cy="3467966"/>
          </a:xfrm>
          <a:prstGeom prst="rect">
            <a:avLst/>
          </a:prstGeom>
        </p:spPr>
      </p:pic>
    </p:spTree>
    <p:extLst>
      <p:ext uri="{BB962C8B-B14F-4D97-AF65-F5344CB8AC3E}">
        <p14:creationId xmlns:p14="http://schemas.microsoft.com/office/powerpoint/2010/main" val="3249847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75DFD1-3FEF-FC63-1920-C52DECDE6DE4}"/>
              </a:ext>
            </a:extLst>
          </p:cNvPr>
          <p:cNvSpPr txBox="1"/>
          <p:nvPr/>
        </p:nvSpPr>
        <p:spPr>
          <a:xfrm>
            <a:off x="920415" y="1262497"/>
            <a:ext cx="2430379" cy="830997"/>
          </a:xfrm>
          <a:prstGeom prst="rect">
            <a:avLst/>
          </a:prstGeom>
          <a:noFill/>
        </p:spPr>
        <p:txBody>
          <a:bodyPr wrap="square" rtlCol="0">
            <a:spAutoFit/>
          </a:bodyPr>
          <a:lstStyle/>
          <a:p>
            <a:pPr algn="ctr"/>
            <a:r>
              <a:rPr lang="en-AU" sz="4800" dirty="0">
                <a:latin typeface="Agency FB" panose="020B0503020202020204" pitchFamily="34" charset="0"/>
              </a:rPr>
              <a:t>Positive</a:t>
            </a:r>
          </a:p>
        </p:txBody>
      </p:sp>
      <p:graphicFrame>
        <p:nvGraphicFramePr>
          <p:cNvPr id="3" name="Chart 2">
            <a:extLst>
              <a:ext uri="{FF2B5EF4-FFF2-40B4-BE49-F238E27FC236}">
                <a16:creationId xmlns:a16="http://schemas.microsoft.com/office/drawing/2014/main" id="{3CD3B86B-E44A-46CB-46EC-6629CFB50400}"/>
              </a:ext>
            </a:extLst>
          </p:cNvPr>
          <p:cNvGraphicFramePr>
            <a:graphicFrameLocks/>
          </p:cNvGraphicFramePr>
          <p:nvPr/>
        </p:nvGraphicFramePr>
        <p:xfrm>
          <a:off x="8290644" y="2093494"/>
          <a:ext cx="3556800" cy="3744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53D3A0BD-4E0F-DD73-9CA7-35DAA5F52FD5}"/>
              </a:ext>
            </a:extLst>
          </p:cNvPr>
          <p:cNvGraphicFramePr>
            <a:graphicFrameLocks/>
          </p:cNvGraphicFramePr>
          <p:nvPr/>
        </p:nvGraphicFramePr>
        <p:xfrm>
          <a:off x="344556" y="2093495"/>
          <a:ext cx="3555001" cy="3743560"/>
        </p:xfrm>
        <a:graphic>
          <a:graphicData uri="http://schemas.openxmlformats.org/drawingml/2006/chart">
            <c:chart xmlns:c="http://schemas.openxmlformats.org/drawingml/2006/chart" xmlns:r="http://schemas.openxmlformats.org/officeDocument/2006/relationships" r:id="rId4"/>
          </a:graphicData>
        </a:graphic>
      </p:graphicFrame>
      <p:cxnSp>
        <p:nvCxnSpPr>
          <p:cNvPr id="5" name="Straight Connector 4">
            <a:extLst>
              <a:ext uri="{FF2B5EF4-FFF2-40B4-BE49-F238E27FC236}">
                <a16:creationId xmlns:a16="http://schemas.microsoft.com/office/drawing/2014/main" id="{3C163D7F-6A9E-3A85-CAD9-CEDF1D1A1490}"/>
              </a:ext>
            </a:extLst>
          </p:cNvPr>
          <p:cNvCxnSpPr>
            <a:cxnSpLocks/>
          </p:cNvCxnSpPr>
          <p:nvPr/>
        </p:nvCxnSpPr>
        <p:spPr>
          <a:xfrm flipV="1">
            <a:off x="962526" y="2695074"/>
            <a:ext cx="2346158" cy="198521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79FA75E-EEFF-9E04-3042-E7C9DBC67AAD}"/>
              </a:ext>
            </a:extLst>
          </p:cNvPr>
          <p:cNvCxnSpPr>
            <a:cxnSpLocks/>
          </p:cNvCxnSpPr>
          <p:nvPr/>
        </p:nvCxnSpPr>
        <p:spPr>
          <a:xfrm>
            <a:off x="8863263" y="2802030"/>
            <a:ext cx="2446421" cy="250657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D4CE57D-4699-8F0E-0856-124A3470B06B}"/>
              </a:ext>
            </a:extLst>
          </p:cNvPr>
          <p:cNvSpPr txBox="1"/>
          <p:nvPr/>
        </p:nvSpPr>
        <p:spPr>
          <a:xfrm>
            <a:off x="8879305" y="1247782"/>
            <a:ext cx="2430379" cy="830997"/>
          </a:xfrm>
          <a:prstGeom prst="rect">
            <a:avLst/>
          </a:prstGeom>
          <a:noFill/>
        </p:spPr>
        <p:txBody>
          <a:bodyPr wrap="square" rtlCol="0">
            <a:spAutoFit/>
          </a:bodyPr>
          <a:lstStyle/>
          <a:p>
            <a:pPr algn="ctr"/>
            <a:r>
              <a:rPr lang="en-AU" sz="4800" dirty="0">
                <a:latin typeface="Agency FB" panose="020B0503020202020204" pitchFamily="34" charset="0"/>
              </a:rPr>
              <a:t>Negative</a:t>
            </a:r>
          </a:p>
        </p:txBody>
      </p:sp>
      <p:graphicFrame>
        <p:nvGraphicFramePr>
          <p:cNvPr id="11" name="Chart 10">
            <a:extLst>
              <a:ext uri="{FF2B5EF4-FFF2-40B4-BE49-F238E27FC236}">
                <a16:creationId xmlns:a16="http://schemas.microsoft.com/office/drawing/2014/main" id="{BC254467-50E7-74E0-8B9C-A64863144E80}"/>
              </a:ext>
            </a:extLst>
          </p:cNvPr>
          <p:cNvGraphicFramePr>
            <a:graphicFrameLocks/>
          </p:cNvGraphicFramePr>
          <p:nvPr/>
        </p:nvGraphicFramePr>
        <p:xfrm>
          <a:off x="4472176" y="2093492"/>
          <a:ext cx="3556800" cy="374400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11">
            <a:extLst>
              <a:ext uri="{FF2B5EF4-FFF2-40B4-BE49-F238E27FC236}">
                <a16:creationId xmlns:a16="http://schemas.microsoft.com/office/drawing/2014/main" id="{D0987AA7-249D-81A7-EAF2-D0403058F758}"/>
              </a:ext>
            </a:extLst>
          </p:cNvPr>
          <p:cNvSpPr txBox="1"/>
          <p:nvPr/>
        </p:nvSpPr>
        <p:spPr>
          <a:xfrm>
            <a:off x="5085000" y="1262497"/>
            <a:ext cx="2430379" cy="830997"/>
          </a:xfrm>
          <a:prstGeom prst="rect">
            <a:avLst/>
          </a:prstGeom>
          <a:noFill/>
        </p:spPr>
        <p:txBody>
          <a:bodyPr wrap="square" rtlCol="0">
            <a:spAutoFit/>
          </a:bodyPr>
          <a:lstStyle/>
          <a:p>
            <a:pPr algn="ctr"/>
            <a:r>
              <a:rPr lang="en-AU" sz="4800" dirty="0">
                <a:latin typeface="Agency FB" panose="020B0503020202020204" pitchFamily="34" charset="0"/>
              </a:rPr>
              <a:t>Zero</a:t>
            </a:r>
          </a:p>
        </p:txBody>
      </p:sp>
      <p:sp>
        <p:nvSpPr>
          <p:cNvPr id="17" name="TextBox 16">
            <a:extLst>
              <a:ext uri="{FF2B5EF4-FFF2-40B4-BE49-F238E27FC236}">
                <a16:creationId xmlns:a16="http://schemas.microsoft.com/office/drawing/2014/main" id="{85419950-8AA6-428F-99CF-14E41BA58153}"/>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Covariance</a:t>
            </a:r>
          </a:p>
        </p:txBody>
      </p:sp>
    </p:spTree>
    <p:extLst>
      <p:ext uri="{BB962C8B-B14F-4D97-AF65-F5344CB8AC3E}">
        <p14:creationId xmlns:p14="http://schemas.microsoft.com/office/powerpoint/2010/main" val="3714263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858D314-375D-8ACE-D435-C2C5901222FD}"/>
                  </a:ext>
                </a:extLst>
              </p:cNvPr>
              <p:cNvSpPr txBox="1"/>
              <p:nvPr/>
            </p:nvSpPr>
            <p:spPr>
              <a:xfrm>
                <a:off x="638191" y="2943278"/>
                <a:ext cx="10915617" cy="1804853"/>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sz="6000" b="0" i="0" smtClean="0">
                          <a:latin typeface="Cambria Math" panose="02040503050406030204" pitchFamily="18" charset="0"/>
                        </a:rPr>
                        <m:t>cov</m:t>
                      </m:r>
                      <m:r>
                        <a:rPr lang="en-AU" sz="6000" b="0" i="0" smtClean="0">
                          <a:latin typeface="Cambria Math" panose="02040503050406030204" pitchFamily="18" charset="0"/>
                        </a:rPr>
                        <m:t>(</m:t>
                      </m:r>
                      <m:r>
                        <m:rPr>
                          <m:sty m:val="p"/>
                        </m:rPr>
                        <a:rPr lang="en-AU" sz="6000" b="0" i="0" smtClean="0">
                          <a:latin typeface="Cambria Math" panose="02040503050406030204" pitchFamily="18" charset="0"/>
                        </a:rPr>
                        <m:t>x</m:t>
                      </m:r>
                      <m:r>
                        <a:rPr lang="en-AU" sz="6000" b="0" i="0" smtClean="0">
                          <a:latin typeface="Cambria Math" panose="02040503050406030204" pitchFamily="18" charset="0"/>
                        </a:rPr>
                        <m:t>,</m:t>
                      </m:r>
                      <m:r>
                        <m:rPr>
                          <m:sty m:val="p"/>
                        </m:rPr>
                        <a:rPr lang="en-AU" sz="6000" b="0" i="0" smtClean="0">
                          <a:latin typeface="Cambria Math" panose="02040503050406030204" pitchFamily="18" charset="0"/>
                        </a:rPr>
                        <m:t>y</m:t>
                      </m:r>
                      <m:r>
                        <a:rPr lang="en-AU" sz="6000" b="0" i="0" smtClean="0">
                          <a:latin typeface="Cambria Math" panose="02040503050406030204" pitchFamily="18" charset="0"/>
                        </a:rPr>
                        <m:t>)</m:t>
                      </m:r>
                      <m:r>
                        <a:rPr lang="en-AU" sz="6000" b="0" i="1" smtClean="0">
                          <a:latin typeface="Cambria Math" panose="02040503050406030204" pitchFamily="18" charset="0"/>
                        </a:rPr>
                        <m:t>=</m:t>
                      </m:r>
                      <m:f>
                        <m:fPr>
                          <m:ctrlPr>
                            <a:rPr lang="en-AU" sz="6000" i="1" smtClean="0">
                              <a:latin typeface="Cambria Math" panose="02040503050406030204" pitchFamily="18" charset="0"/>
                            </a:rPr>
                          </m:ctrlPr>
                        </m:fPr>
                        <m:num>
                          <m:nary>
                            <m:naryPr>
                              <m:chr m:val="∑"/>
                              <m:ctrlPr>
                                <a:rPr lang="en-AU" sz="6000" i="1" smtClean="0">
                                  <a:latin typeface="Cambria Math" panose="02040503050406030204" pitchFamily="18" charset="0"/>
                                </a:rPr>
                              </m:ctrlPr>
                            </m:naryPr>
                            <m:sub>
                              <m:r>
                                <m:rPr>
                                  <m:brk m:alnAt="23"/>
                                </m:rPr>
                                <a:rPr lang="en-AU" sz="6000" b="0" i="1" smtClean="0">
                                  <a:latin typeface="Cambria Math" panose="02040503050406030204" pitchFamily="18" charset="0"/>
                                </a:rPr>
                                <m:t>𝑖</m:t>
                              </m:r>
                              <m:r>
                                <a:rPr lang="en-AU" sz="6000" b="0" i="1" smtClean="0">
                                  <a:latin typeface="Cambria Math" panose="02040503050406030204" pitchFamily="18" charset="0"/>
                                </a:rPr>
                                <m:t>=1</m:t>
                              </m:r>
                            </m:sub>
                            <m:sup>
                              <m:r>
                                <a:rPr lang="en-AU" sz="6000" b="0" i="1" smtClean="0">
                                  <a:latin typeface="Cambria Math" panose="02040503050406030204" pitchFamily="18" charset="0"/>
                                </a:rPr>
                                <m:t>𝑛</m:t>
                              </m:r>
                            </m:sup>
                            <m:e>
                              <m:d>
                                <m:dPr>
                                  <m:ctrlPr>
                                    <a:rPr lang="en-AU" sz="6000" i="1" smtClean="0">
                                      <a:latin typeface="Cambria Math" panose="02040503050406030204" pitchFamily="18" charset="0"/>
                                    </a:rPr>
                                  </m:ctrlPr>
                                </m:dPr>
                                <m:e>
                                  <m:sSub>
                                    <m:sSubPr>
                                      <m:ctrlPr>
                                        <a:rPr lang="en-AU" sz="6000" i="1" smtClean="0">
                                          <a:latin typeface="Cambria Math" panose="02040503050406030204" pitchFamily="18" charset="0"/>
                                        </a:rPr>
                                      </m:ctrlPr>
                                    </m:sSubPr>
                                    <m:e>
                                      <m:r>
                                        <a:rPr lang="en-AU" sz="6000" b="0" i="1" smtClean="0">
                                          <a:latin typeface="Cambria Math" panose="02040503050406030204" pitchFamily="18" charset="0"/>
                                        </a:rPr>
                                        <m:t>𝑥</m:t>
                                      </m:r>
                                    </m:e>
                                    <m:sub>
                                      <m:r>
                                        <a:rPr lang="en-AU" sz="6000" b="0" i="1" smtClean="0">
                                          <a:latin typeface="Cambria Math" panose="02040503050406030204" pitchFamily="18" charset="0"/>
                                        </a:rPr>
                                        <m:t>𝑖</m:t>
                                      </m:r>
                                    </m:sub>
                                  </m:sSub>
                                  <m:r>
                                    <a:rPr lang="en-AU" sz="6000" b="0" i="1" smtClean="0">
                                      <a:latin typeface="Cambria Math" panose="02040503050406030204" pitchFamily="18" charset="0"/>
                                    </a:rPr>
                                    <m:t>−</m:t>
                                  </m:r>
                                  <m:acc>
                                    <m:accPr>
                                      <m:chr m:val="̅"/>
                                      <m:ctrlPr>
                                        <a:rPr lang="en-AU" sz="6000" b="0" i="1" smtClean="0">
                                          <a:latin typeface="Cambria Math" panose="02040503050406030204" pitchFamily="18" charset="0"/>
                                        </a:rPr>
                                      </m:ctrlPr>
                                    </m:accPr>
                                    <m:e>
                                      <m:r>
                                        <a:rPr lang="en-AU" sz="6000" b="0" i="1" smtClean="0">
                                          <a:latin typeface="Cambria Math" panose="02040503050406030204" pitchFamily="18" charset="0"/>
                                        </a:rPr>
                                        <m:t>𝑥</m:t>
                                      </m:r>
                                    </m:e>
                                  </m:acc>
                                </m:e>
                              </m:d>
                            </m:e>
                          </m:nary>
                          <m:d>
                            <m:dPr>
                              <m:ctrlPr>
                                <a:rPr lang="en-AU" sz="6000" i="1" smtClean="0">
                                  <a:latin typeface="Cambria Math" panose="02040503050406030204" pitchFamily="18" charset="0"/>
                                </a:rPr>
                              </m:ctrlPr>
                            </m:dPr>
                            <m:e>
                              <m:sSub>
                                <m:sSubPr>
                                  <m:ctrlPr>
                                    <a:rPr lang="en-AU" sz="6000" i="1">
                                      <a:latin typeface="Cambria Math" panose="02040503050406030204" pitchFamily="18" charset="0"/>
                                    </a:rPr>
                                  </m:ctrlPr>
                                </m:sSubPr>
                                <m:e>
                                  <m:r>
                                    <a:rPr lang="en-AU" sz="6000" b="0" i="1" smtClean="0">
                                      <a:latin typeface="Cambria Math" panose="02040503050406030204" pitchFamily="18" charset="0"/>
                                    </a:rPr>
                                    <m:t>𝑦</m:t>
                                  </m:r>
                                </m:e>
                                <m:sub>
                                  <m:r>
                                    <a:rPr lang="en-AU" sz="6000" b="0" i="1" smtClean="0">
                                      <a:latin typeface="Cambria Math" panose="02040503050406030204" pitchFamily="18" charset="0"/>
                                    </a:rPr>
                                    <m:t>𝑖</m:t>
                                  </m:r>
                                </m:sub>
                              </m:sSub>
                              <m:r>
                                <a:rPr lang="en-AU" sz="6000" i="1">
                                  <a:latin typeface="Cambria Math" panose="02040503050406030204" pitchFamily="18" charset="0"/>
                                </a:rPr>
                                <m:t>−</m:t>
                              </m:r>
                              <m:acc>
                                <m:accPr>
                                  <m:chr m:val="̅"/>
                                  <m:ctrlPr>
                                    <a:rPr lang="en-AU" sz="6000" i="1">
                                      <a:latin typeface="Cambria Math" panose="02040503050406030204" pitchFamily="18" charset="0"/>
                                    </a:rPr>
                                  </m:ctrlPr>
                                </m:accPr>
                                <m:e>
                                  <m:r>
                                    <a:rPr lang="en-AU" sz="6000" b="0" i="1" smtClean="0">
                                      <a:latin typeface="Cambria Math" panose="02040503050406030204" pitchFamily="18" charset="0"/>
                                    </a:rPr>
                                    <m:t>𝑦</m:t>
                                  </m:r>
                                </m:e>
                              </m:acc>
                            </m:e>
                          </m:d>
                        </m:num>
                        <m:den>
                          <m:r>
                            <a:rPr lang="en-AU" sz="6000" b="0" i="1" smtClean="0">
                              <a:latin typeface="Cambria Math" panose="02040503050406030204" pitchFamily="18" charset="0"/>
                            </a:rPr>
                            <m:t>𝑁</m:t>
                          </m:r>
                          <m:r>
                            <a:rPr lang="en-AU" sz="6000" b="0" i="1" smtClean="0">
                              <a:latin typeface="Cambria Math" panose="02040503050406030204" pitchFamily="18" charset="0"/>
                            </a:rPr>
                            <m:t>−1</m:t>
                          </m:r>
                        </m:den>
                      </m:f>
                    </m:oMath>
                  </m:oMathPara>
                </a14:m>
                <a:endParaRPr lang="en-AU" sz="6000" dirty="0"/>
              </a:p>
            </p:txBody>
          </p:sp>
        </mc:Choice>
        <mc:Fallback xmlns="">
          <p:sp>
            <p:nvSpPr>
              <p:cNvPr id="2" name="TextBox 1">
                <a:extLst>
                  <a:ext uri="{FF2B5EF4-FFF2-40B4-BE49-F238E27FC236}">
                    <a16:creationId xmlns:a16="http://schemas.microsoft.com/office/drawing/2014/main" id="{9858D314-375D-8ACE-D435-C2C5901222FD}"/>
                  </a:ext>
                </a:extLst>
              </p:cNvPr>
              <p:cNvSpPr txBox="1">
                <a:spLocks noRot="1" noChangeAspect="1" noMove="1" noResize="1" noEditPoints="1" noAdjustHandles="1" noChangeArrowheads="1" noChangeShapeType="1" noTextEdit="1"/>
              </p:cNvSpPr>
              <p:nvPr/>
            </p:nvSpPr>
            <p:spPr>
              <a:xfrm>
                <a:off x="638191" y="2943278"/>
                <a:ext cx="10915617" cy="1804853"/>
              </a:xfrm>
              <a:prstGeom prst="rect">
                <a:avLst/>
              </a:prstGeom>
              <a:blipFill>
                <a:blip r:embed="rId3"/>
                <a:stretch>
                  <a:fillRect/>
                </a:stretch>
              </a:blipFill>
              <a:ln>
                <a:solidFill>
                  <a:schemeClr val="tx1"/>
                </a:solidFill>
              </a:ln>
            </p:spPr>
            <p:txBody>
              <a:bodyPr/>
              <a:lstStyle/>
              <a:p>
                <a:r>
                  <a:rPr lang="en-AU">
                    <a:noFill/>
                  </a:rPr>
                  <a:t> </a:t>
                </a:r>
              </a:p>
            </p:txBody>
          </p:sp>
        </mc:Fallback>
      </mc:AlternateContent>
      <p:sp>
        <p:nvSpPr>
          <p:cNvPr id="3" name="TextBox 2">
            <a:extLst>
              <a:ext uri="{FF2B5EF4-FFF2-40B4-BE49-F238E27FC236}">
                <a16:creationId xmlns:a16="http://schemas.microsoft.com/office/drawing/2014/main" id="{5635AFC5-B4F9-8964-483E-3FFF6C8EB448}"/>
              </a:ext>
            </a:extLst>
          </p:cNvPr>
          <p:cNvSpPr txBox="1"/>
          <p:nvPr/>
        </p:nvSpPr>
        <p:spPr>
          <a:xfrm>
            <a:off x="650221" y="2291628"/>
            <a:ext cx="10903587" cy="615553"/>
          </a:xfrm>
          <a:prstGeom prst="rect">
            <a:avLst/>
          </a:prstGeom>
          <a:solidFill>
            <a:schemeClr val="bg2">
              <a:lumMod val="90000"/>
            </a:schemeClr>
          </a:solidFill>
          <a:ln>
            <a:solidFill>
              <a:schemeClr val="tx1"/>
            </a:solidFill>
          </a:ln>
        </p:spPr>
        <p:txBody>
          <a:bodyPr wrap="square" lIns="0" tIns="0" rIns="0" bIns="0" rtlCol="0">
            <a:spAutoFit/>
          </a:bodyPr>
          <a:lstStyle/>
          <a:p>
            <a:pPr algn="ctr"/>
            <a:r>
              <a:rPr lang="en-AU" sz="4000" dirty="0">
                <a:latin typeface="Agency FB" panose="020B0503020202020204" pitchFamily="34" charset="0"/>
              </a:rPr>
              <a:t>Covariance</a:t>
            </a:r>
          </a:p>
        </p:txBody>
      </p:sp>
      <p:sp>
        <p:nvSpPr>
          <p:cNvPr id="11" name="TextBox 10">
            <a:extLst>
              <a:ext uri="{FF2B5EF4-FFF2-40B4-BE49-F238E27FC236}">
                <a16:creationId xmlns:a16="http://schemas.microsoft.com/office/drawing/2014/main" id="{9281227D-7E10-42DE-80BC-A4BFDCD301BB}"/>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Covariance</a:t>
            </a:r>
          </a:p>
        </p:txBody>
      </p:sp>
    </p:spTree>
    <p:extLst>
      <p:ext uri="{BB962C8B-B14F-4D97-AF65-F5344CB8AC3E}">
        <p14:creationId xmlns:p14="http://schemas.microsoft.com/office/powerpoint/2010/main" val="3734423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15AF1A29-AD60-406F-B8A3-EC93904438F3}"/>
              </a:ext>
            </a:extLst>
          </p:cNvPr>
          <p:cNvGraphicFramePr>
            <a:graphicFrameLocks/>
          </p:cNvGraphicFramePr>
          <p:nvPr>
            <p:extLst>
              <p:ext uri="{D42A27DB-BD31-4B8C-83A1-F6EECF244321}">
                <p14:modId xmlns:p14="http://schemas.microsoft.com/office/powerpoint/2010/main" val="2139164143"/>
              </p:ext>
            </p:extLst>
          </p:nvPr>
        </p:nvGraphicFramePr>
        <p:xfrm>
          <a:off x="5135340" y="813181"/>
          <a:ext cx="6331571" cy="4248286"/>
        </p:xfrm>
        <a:graphic>
          <a:graphicData uri="http://schemas.openxmlformats.org/drawingml/2006/chart">
            <c:chart xmlns:c="http://schemas.openxmlformats.org/drawingml/2006/chart" xmlns:r="http://schemas.openxmlformats.org/officeDocument/2006/relationships" r:id="rId3"/>
          </a:graphicData>
        </a:graphic>
      </p:graphicFrame>
      <p:sp>
        <p:nvSpPr>
          <p:cNvPr id="17" name="Oval 16">
            <a:extLst>
              <a:ext uri="{FF2B5EF4-FFF2-40B4-BE49-F238E27FC236}">
                <a16:creationId xmlns:a16="http://schemas.microsoft.com/office/drawing/2014/main" id="{400F35EC-2F76-4B4E-9A31-BC0B4A31ADB6}"/>
              </a:ext>
            </a:extLst>
          </p:cNvPr>
          <p:cNvSpPr/>
          <p:nvPr/>
        </p:nvSpPr>
        <p:spPr>
          <a:xfrm>
            <a:off x="6575531" y="2599410"/>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FC7F326A-7643-4338-8706-2E0BCF088701}"/>
              </a:ext>
            </a:extLst>
          </p:cNvPr>
          <p:cNvSpPr/>
          <p:nvPr/>
        </p:nvSpPr>
        <p:spPr>
          <a:xfrm>
            <a:off x="7600703" y="2423758"/>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5ECC0AF2-AF56-4ED8-98D8-4B56D7060E0E}"/>
              </a:ext>
            </a:extLst>
          </p:cNvPr>
          <p:cNvSpPr/>
          <p:nvPr/>
        </p:nvSpPr>
        <p:spPr>
          <a:xfrm>
            <a:off x="8625875" y="2194737"/>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1214ECEA-860C-405D-AC00-26B5B8A0D0DA}"/>
              </a:ext>
            </a:extLst>
          </p:cNvPr>
          <p:cNvSpPr/>
          <p:nvPr/>
        </p:nvSpPr>
        <p:spPr>
          <a:xfrm>
            <a:off x="9651047" y="1566687"/>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1D3B77DE-EBA6-4E30-8196-D1EE415163BC}"/>
              </a:ext>
            </a:extLst>
          </p:cNvPr>
          <p:cNvSpPr/>
          <p:nvPr/>
        </p:nvSpPr>
        <p:spPr>
          <a:xfrm>
            <a:off x="10664789" y="1132351"/>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CC551DAC-1ABD-4DAB-9F49-B25D68BC364C}"/>
              </a:ext>
            </a:extLst>
          </p:cNvPr>
          <p:cNvSpPr/>
          <p:nvPr/>
        </p:nvSpPr>
        <p:spPr>
          <a:xfrm>
            <a:off x="6574871" y="3236340"/>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66800006-5CA1-41CC-B0D6-ED3CC38941B3}"/>
              </a:ext>
            </a:extLst>
          </p:cNvPr>
          <p:cNvSpPr/>
          <p:nvPr/>
        </p:nvSpPr>
        <p:spPr>
          <a:xfrm>
            <a:off x="7600703" y="3438677"/>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58625785-9406-4812-B295-A7BBE28E0899}"/>
              </a:ext>
            </a:extLst>
          </p:cNvPr>
          <p:cNvSpPr/>
          <p:nvPr/>
        </p:nvSpPr>
        <p:spPr>
          <a:xfrm>
            <a:off x="8626535" y="3438677"/>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021CE0D1-64D8-49E8-BB55-A9C260BB7DA2}"/>
              </a:ext>
            </a:extLst>
          </p:cNvPr>
          <p:cNvSpPr/>
          <p:nvPr/>
        </p:nvSpPr>
        <p:spPr>
          <a:xfrm>
            <a:off x="9652367" y="3019170"/>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DBB9A1DF-F389-463E-8BC3-BB2E0C9B7AAD}"/>
              </a:ext>
            </a:extLst>
          </p:cNvPr>
          <p:cNvSpPr/>
          <p:nvPr/>
        </p:nvSpPr>
        <p:spPr>
          <a:xfrm>
            <a:off x="10666769" y="2599410"/>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7" name="Straight Connector 26">
            <a:extLst>
              <a:ext uri="{FF2B5EF4-FFF2-40B4-BE49-F238E27FC236}">
                <a16:creationId xmlns:a16="http://schemas.microsoft.com/office/drawing/2014/main" id="{12FF40FD-8DC0-448B-A3DA-61F76BDAE882}"/>
              </a:ext>
            </a:extLst>
          </p:cNvPr>
          <p:cNvCxnSpPr>
            <a:cxnSpLocks/>
          </p:cNvCxnSpPr>
          <p:nvPr/>
        </p:nvCxnSpPr>
        <p:spPr>
          <a:xfrm>
            <a:off x="5580461" y="3190620"/>
            <a:ext cx="5623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803A5A2-2490-41C5-A643-D913A8AA7481}"/>
              </a:ext>
            </a:extLst>
          </p:cNvPr>
          <p:cNvSpPr txBox="1"/>
          <p:nvPr/>
        </p:nvSpPr>
        <p:spPr>
          <a:xfrm>
            <a:off x="11249741" y="3047160"/>
            <a:ext cx="898451" cy="276999"/>
          </a:xfrm>
          <a:prstGeom prst="rect">
            <a:avLst/>
          </a:prstGeom>
          <a:noFill/>
        </p:spPr>
        <p:txBody>
          <a:bodyPr wrap="none" rtlCol="0">
            <a:spAutoFit/>
          </a:bodyPr>
          <a:lstStyle/>
          <a:p>
            <a:r>
              <a:rPr lang="en-AU" sz="1200" dirty="0">
                <a:latin typeface="Arial Narrow" panose="020B0606020202030204" pitchFamily="34" charset="0"/>
              </a:rPr>
              <a:t>Mean (Time)</a:t>
            </a:r>
          </a:p>
        </p:txBody>
      </p:sp>
      <p:cxnSp>
        <p:nvCxnSpPr>
          <p:cNvPr id="29" name="Straight Connector 28">
            <a:extLst>
              <a:ext uri="{FF2B5EF4-FFF2-40B4-BE49-F238E27FC236}">
                <a16:creationId xmlns:a16="http://schemas.microsoft.com/office/drawing/2014/main" id="{A5D774AE-D33C-4608-A0DF-A7E8027218D3}"/>
              </a:ext>
            </a:extLst>
          </p:cNvPr>
          <p:cNvCxnSpPr>
            <a:cxnSpLocks/>
          </p:cNvCxnSpPr>
          <p:nvPr/>
        </p:nvCxnSpPr>
        <p:spPr>
          <a:xfrm>
            <a:off x="6628871" y="3185659"/>
            <a:ext cx="0" cy="10499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8704087-047D-4274-BFB7-FFB0C6EB9BA2}"/>
              </a:ext>
            </a:extLst>
          </p:cNvPr>
          <p:cNvCxnSpPr>
            <a:cxnSpLocks/>
          </p:cNvCxnSpPr>
          <p:nvPr/>
        </p:nvCxnSpPr>
        <p:spPr>
          <a:xfrm>
            <a:off x="7654703" y="3185659"/>
            <a:ext cx="0" cy="30701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44EBA2C-0F5E-41A8-AAC4-CC67417C8639}"/>
              </a:ext>
            </a:extLst>
          </p:cNvPr>
          <p:cNvCxnSpPr>
            <a:cxnSpLocks/>
          </p:cNvCxnSpPr>
          <p:nvPr/>
        </p:nvCxnSpPr>
        <p:spPr>
          <a:xfrm>
            <a:off x="8680535" y="3185659"/>
            <a:ext cx="0" cy="30701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EA9BADB-6A0E-421F-9CB8-72B3ABFBFFE9}"/>
              </a:ext>
            </a:extLst>
          </p:cNvPr>
          <p:cNvCxnSpPr>
            <a:cxnSpLocks/>
          </p:cNvCxnSpPr>
          <p:nvPr/>
        </p:nvCxnSpPr>
        <p:spPr>
          <a:xfrm>
            <a:off x="9698903" y="3073170"/>
            <a:ext cx="0" cy="11248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02B2D8C-9A23-4D5F-98DF-1B086799F817}"/>
              </a:ext>
            </a:extLst>
          </p:cNvPr>
          <p:cNvCxnSpPr>
            <a:cxnSpLocks/>
          </p:cNvCxnSpPr>
          <p:nvPr/>
        </p:nvCxnSpPr>
        <p:spPr>
          <a:xfrm>
            <a:off x="10713612" y="2653410"/>
            <a:ext cx="0" cy="53224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06E300B-8454-4C17-8BEA-CD7A4E31F7DE}"/>
              </a:ext>
            </a:extLst>
          </p:cNvPr>
          <p:cNvSpPr txBox="1"/>
          <p:nvPr/>
        </p:nvSpPr>
        <p:spPr>
          <a:xfrm>
            <a:off x="6676803" y="3133636"/>
            <a:ext cx="296876" cy="276999"/>
          </a:xfrm>
          <a:prstGeom prst="rect">
            <a:avLst/>
          </a:prstGeom>
          <a:noFill/>
        </p:spPr>
        <p:txBody>
          <a:bodyPr wrap="none" rtlCol="0">
            <a:spAutoFit/>
          </a:bodyPr>
          <a:lstStyle/>
          <a:p>
            <a:r>
              <a:rPr lang="en-AU" sz="1200" dirty="0">
                <a:latin typeface="Arial Narrow" panose="020B0606020202030204" pitchFamily="34" charset="0"/>
              </a:rPr>
              <a:t>-4</a:t>
            </a:r>
          </a:p>
        </p:txBody>
      </p:sp>
      <p:sp>
        <p:nvSpPr>
          <p:cNvPr id="35" name="TextBox 34">
            <a:extLst>
              <a:ext uri="{FF2B5EF4-FFF2-40B4-BE49-F238E27FC236}">
                <a16:creationId xmlns:a16="http://schemas.microsoft.com/office/drawing/2014/main" id="{7BF2501B-58B0-46A6-8415-4527009BA5C5}"/>
              </a:ext>
            </a:extLst>
          </p:cNvPr>
          <p:cNvSpPr txBox="1"/>
          <p:nvPr/>
        </p:nvSpPr>
        <p:spPr>
          <a:xfrm>
            <a:off x="7666485" y="3175868"/>
            <a:ext cx="367408" cy="276999"/>
          </a:xfrm>
          <a:prstGeom prst="rect">
            <a:avLst/>
          </a:prstGeom>
          <a:noFill/>
        </p:spPr>
        <p:txBody>
          <a:bodyPr wrap="none" rtlCol="0">
            <a:spAutoFit/>
          </a:bodyPr>
          <a:lstStyle/>
          <a:p>
            <a:r>
              <a:rPr lang="en-AU" sz="1200" dirty="0">
                <a:latin typeface="Arial Narrow" panose="020B0606020202030204" pitchFamily="34" charset="0"/>
              </a:rPr>
              <a:t>-14</a:t>
            </a:r>
          </a:p>
        </p:txBody>
      </p:sp>
      <p:sp>
        <p:nvSpPr>
          <p:cNvPr id="36" name="TextBox 35">
            <a:extLst>
              <a:ext uri="{FF2B5EF4-FFF2-40B4-BE49-F238E27FC236}">
                <a16:creationId xmlns:a16="http://schemas.microsoft.com/office/drawing/2014/main" id="{7D18EA7F-E85F-437D-BBAC-CC79963291AE}"/>
              </a:ext>
            </a:extLst>
          </p:cNvPr>
          <p:cNvSpPr txBox="1"/>
          <p:nvPr/>
        </p:nvSpPr>
        <p:spPr>
          <a:xfrm>
            <a:off x="8656167" y="3161678"/>
            <a:ext cx="367408" cy="276999"/>
          </a:xfrm>
          <a:prstGeom prst="rect">
            <a:avLst/>
          </a:prstGeom>
          <a:noFill/>
        </p:spPr>
        <p:txBody>
          <a:bodyPr wrap="none" rtlCol="0">
            <a:spAutoFit/>
          </a:bodyPr>
          <a:lstStyle/>
          <a:p>
            <a:r>
              <a:rPr lang="en-AU" sz="1200" dirty="0">
                <a:latin typeface="Arial Narrow" panose="020B0606020202030204" pitchFamily="34" charset="0"/>
              </a:rPr>
              <a:t>-14</a:t>
            </a:r>
          </a:p>
        </p:txBody>
      </p:sp>
      <p:sp>
        <p:nvSpPr>
          <p:cNvPr id="37" name="TextBox 36">
            <a:extLst>
              <a:ext uri="{FF2B5EF4-FFF2-40B4-BE49-F238E27FC236}">
                <a16:creationId xmlns:a16="http://schemas.microsoft.com/office/drawing/2014/main" id="{308E791B-CA9F-4D6C-8502-A9C56E7BF322}"/>
              </a:ext>
            </a:extLst>
          </p:cNvPr>
          <p:cNvSpPr txBox="1"/>
          <p:nvPr/>
        </p:nvSpPr>
        <p:spPr>
          <a:xfrm>
            <a:off x="9716381" y="2941154"/>
            <a:ext cx="328936" cy="276999"/>
          </a:xfrm>
          <a:prstGeom prst="rect">
            <a:avLst/>
          </a:prstGeom>
          <a:noFill/>
        </p:spPr>
        <p:txBody>
          <a:bodyPr wrap="none" rtlCol="0">
            <a:spAutoFit/>
          </a:bodyPr>
          <a:lstStyle/>
          <a:p>
            <a:r>
              <a:rPr lang="en-AU" sz="1200" dirty="0">
                <a:latin typeface="Arial Narrow" panose="020B0606020202030204" pitchFamily="34" charset="0"/>
              </a:rPr>
              <a:t>+6</a:t>
            </a:r>
          </a:p>
        </p:txBody>
      </p:sp>
      <p:sp>
        <p:nvSpPr>
          <p:cNvPr id="38" name="TextBox 37">
            <a:extLst>
              <a:ext uri="{FF2B5EF4-FFF2-40B4-BE49-F238E27FC236}">
                <a16:creationId xmlns:a16="http://schemas.microsoft.com/office/drawing/2014/main" id="{4E72471D-D16D-4757-A88E-A65417764746}"/>
              </a:ext>
            </a:extLst>
          </p:cNvPr>
          <p:cNvSpPr txBox="1"/>
          <p:nvPr/>
        </p:nvSpPr>
        <p:spPr>
          <a:xfrm>
            <a:off x="10738123" y="2751248"/>
            <a:ext cx="399468" cy="276999"/>
          </a:xfrm>
          <a:prstGeom prst="rect">
            <a:avLst/>
          </a:prstGeom>
          <a:noFill/>
        </p:spPr>
        <p:txBody>
          <a:bodyPr wrap="none" rtlCol="0">
            <a:spAutoFit/>
          </a:bodyPr>
          <a:lstStyle/>
          <a:p>
            <a:r>
              <a:rPr lang="en-AU" sz="1200" dirty="0">
                <a:latin typeface="Arial Narrow" panose="020B0606020202030204" pitchFamily="34" charset="0"/>
              </a:rPr>
              <a:t>+26</a:t>
            </a:r>
          </a:p>
        </p:txBody>
      </p:sp>
      <p:cxnSp>
        <p:nvCxnSpPr>
          <p:cNvPr id="39" name="Straight Connector 38">
            <a:extLst>
              <a:ext uri="{FF2B5EF4-FFF2-40B4-BE49-F238E27FC236}">
                <a16:creationId xmlns:a16="http://schemas.microsoft.com/office/drawing/2014/main" id="{DD793A5E-E3F5-40D5-BAB8-488BA5D5EC27}"/>
              </a:ext>
            </a:extLst>
          </p:cNvPr>
          <p:cNvCxnSpPr>
            <a:cxnSpLocks/>
          </p:cNvCxnSpPr>
          <p:nvPr/>
        </p:nvCxnSpPr>
        <p:spPr>
          <a:xfrm>
            <a:off x="5580461" y="2019345"/>
            <a:ext cx="5623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A9A5D9F-B4CE-46E8-9AAF-9A256058425C}"/>
              </a:ext>
            </a:extLst>
          </p:cNvPr>
          <p:cNvSpPr txBox="1"/>
          <p:nvPr/>
        </p:nvSpPr>
        <p:spPr>
          <a:xfrm>
            <a:off x="11199916" y="1865249"/>
            <a:ext cx="1058303" cy="276999"/>
          </a:xfrm>
          <a:prstGeom prst="rect">
            <a:avLst/>
          </a:prstGeom>
          <a:noFill/>
        </p:spPr>
        <p:txBody>
          <a:bodyPr wrap="none" rtlCol="0">
            <a:spAutoFit/>
          </a:bodyPr>
          <a:lstStyle/>
          <a:p>
            <a:r>
              <a:rPr lang="en-AU" sz="1200" dirty="0">
                <a:latin typeface="Arial Narrow" panose="020B0606020202030204" pitchFamily="34" charset="0"/>
              </a:rPr>
              <a:t>Mean (Amount)</a:t>
            </a:r>
          </a:p>
        </p:txBody>
      </p:sp>
      <p:cxnSp>
        <p:nvCxnSpPr>
          <p:cNvPr id="42" name="Straight Connector 41">
            <a:extLst>
              <a:ext uri="{FF2B5EF4-FFF2-40B4-BE49-F238E27FC236}">
                <a16:creationId xmlns:a16="http://schemas.microsoft.com/office/drawing/2014/main" id="{BFC4AF7B-6936-4036-8219-B734AFB73D34}"/>
              </a:ext>
            </a:extLst>
          </p:cNvPr>
          <p:cNvCxnSpPr>
            <a:cxnSpLocks/>
          </p:cNvCxnSpPr>
          <p:nvPr/>
        </p:nvCxnSpPr>
        <p:spPr>
          <a:xfrm>
            <a:off x="6627961" y="2019345"/>
            <a:ext cx="0" cy="63406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D4D4045-5E55-44D7-BB5E-21DE2FE669DC}"/>
              </a:ext>
            </a:extLst>
          </p:cNvPr>
          <p:cNvCxnSpPr>
            <a:cxnSpLocks/>
          </p:cNvCxnSpPr>
          <p:nvPr/>
        </p:nvCxnSpPr>
        <p:spPr>
          <a:xfrm>
            <a:off x="7654703" y="2019345"/>
            <a:ext cx="0" cy="43644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62B2DCE-7E03-4BA8-8705-96CA6D27A8E1}"/>
              </a:ext>
            </a:extLst>
          </p:cNvPr>
          <p:cNvCxnSpPr>
            <a:cxnSpLocks/>
          </p:cNvCxnSpPr>
          <p:nvPr/>
        </p:nvCxnSpPr>
        <p:spPr>
          <a:xfrm>
            <a:off x="8670428" y="2019345"/>
            <a:ext cx="0" cy="23882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22FF903-96D6-4C44-9222-FF8308F21B6B}"/>
              </a:ext>
            </a:extLst>
          </p:cNvPr>
          <p:cNvCxnSpPr>
            <a:cxnSpLocks/>
          </p:cNvCxnSpPr>
          <p:nvPr/>
        </p:nvCxnSpPr>
        <p:spPr>
          <a:xfrm>
            <a:off x="9686153" y="1624109"/>
            <a:ext cx="0" cy="39523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7785BB-4D05-4668-ACCC-0EF0D97EA22F}"/>
              </a:ext>
            </a:extLst>
          </p:cNvPr>
          <p:cNvCxnSpPr>
            <a:cxnSpLocks/>
          </p:cNvCxnSpPr>
          <p:nvPr/>
        </p:nvCxnSpPr>
        <p:spPr>
          <a:xfrm>
            <a:off x="10712895" y="1228873"/>
            <a:ext cx="0" cy="79047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B9C427A-4F23-46DB-B6D4-4C44B2D9AAC8}"/>
              </a:ext>
            </a:extLst>
          </p:cNvPr>
          <p:cNvSpPr txBox="1"/>
          <p:nvPr/>
        </p:nvSpPr>
        <p:spPr>
          <a:xfrm>
            <a:off x="6644024" y="2175013"/>
            <a:ext cx="367408" cy="276999"/>
          </a:xfrm>
          <a:prstGeom prst="rect">
            <a:avLst/>
          </a:prstGeom>
          <a:noFill/>
        </p:spPr>
        <p:txBody>
          <a:bodyPr wrap="none" rtlCol="0">
            <a:spAutoFit/>
          </a:bodyPr>
          <a:lstStyle/>
          <a:p>
            <a:r>
              <a:rPr lang="en-AU" sz="1200" dirty="0">
                <a:latin typeface="Arial Narrow" panose="020B0606020202030204" pitchFamily="34" charset="0"/>
              </a:rPr>
              <a:t>-30</a:t>
            </a:r>
          </a:p>
        </p:txBody>
      </p:sp>
      <p:sp>
        <p:nvSpPr>
          <p:cNvPr id="54" name="TextBox 53">
            <a:extLst>
              <a:ext uri="{FF2B5EF4-FFF2-40B4-BE49-F238E27FC236}">
                <a16:creationId xmlns:a16="http://schemas.microsoft.com/office/drawing/2014/main" id="{64BE59A1-FB3B-4B7E-B5CA-5300E802FD9D}"/>
              </a:ext>
            </a:extLst>
          </p:cNvPr>
          <p:cNvSpPr txBox="1"/>
          <p:nvPr/>
        </p:nvSpPr>
        <p:spPr>
          <a:xfrm>
            <a:off x="7659499" y="2076330"/>
            <a:ext cx="367408" cy="276999"/>
          </a:xfrm>
          <a:prstGeom prst="rect">
            <a:avLst/>
          </a:prstGeom>
          <a:noFill/>
        </p:spPr>
        <p:txBody>
          <a:bodyPr wrap="none" rtlCol="0">
            <a:spAutoFit/>
          </a:bodyPr>
          <a:lstStyle/>
          <a:p>
            <a:r>
              <a:rPr lang="en-AU" sz="1200" dirty="0">
                <a:latin typeface="Arial Narrow" panose="020B0606020202030204" pitchFamily="34" charset="0"/>
              </a:rPr>
              <a:t>-20</a:t>
            </a:r>
          </a:p>
        </p:txBody>
      </p:sp>
      <p:sp>
        <p:nvSpPr>
          <p:cNvPr id="55" name="TextBox 54">
            <a:extLst>
              <a:ext uri="{FF2B5EF4-FFF2-40B4-BE49-F238E27FC236}">
                <a16:creationId xmlns:a16="http://schemas.microsoft.com/office/drawing/2014/main" id="{6AD70799-27E3-4FF7-84E8-A9F9BCBBC037}"/>
              </a:ext>
            </a:extLst>
          </p:cNvPr>
          <p:cNvSpPr txBox="1"/>
          <p:nvPr/>
        </p:nvSpPr>
        <p:spPr>
          <a:xfrm>
            <a:off x="8680509" y="1961973"/>
            <a:ext cx="367408" cy="276999"/>
          </a:xfrm>
          <a:prstGeom prst="rect">
            <a:avLst/>
          </a:prstGeom>
          <a:noFill/>
        </p:spPr>
        <p:txBody>
          <a:bodyPr wrap="none" rtlCol="0">
            <a:spAutoFit/>
          </a:bodyPr>
          <a:lstStyle/>
          <a:p>
            <a:r>
              <a:rPr lang="en-AU" sz="1200" dirty="0">
                <a:latin typeface="Arial Narrow" panose="020B0606020202030204" pitchFamily="34" charset="0"/>
              </a:rPr>
              <a:t>-10</a:t>
            </a:r>
          </a:p>
        </p:txBody>
      </p:sp>
      <p:sp>
        <p:nvSpPr>
          <p:cNvPr id="56" name="TextBox 55">
            <a:extLst>
              <a:ext uri="{FF2B5EF4-FFF2-40B4-BE49-F238E27FC236}">
                <a16:creationId xmlns:a16="http://schemas.microsoft.com/office/drawing/2014/main" id="{AF8A9FC3-C722-4250-B255-2D038AAF678E}"/>
              </a:ext>
            </a:extLst>
          </p:cNvPr>
          <p:cNvSpPr txBox="1"/>
          <p:nvPr/>
        </p:nvSpPr>
        <p:spPr>
          <a:xfrm>
            <a:off x="9670392" y="1726899"/>
            <a:ext cx="399468" cy="276999"/>
          </a:xfrm>
          <a:prstGeom prst="rect">
            <a:avLst/>
          </a:prstGeom>
          <a:noFill/>
        </p:spPr>
        <p:txBody>
          <a:bodyPr wrap="none" rtlCol="0">
            <a:spAutoFit/>
          </a:bodyPr>
          <a:lstStyle/>
          <a:p>
            <a:r>
              <a:rPr lang="en-AU" sz="1200" dirty="0">
                <a:latin typeface="Arial Narrow" panose="020B0606020202030204" pitchFamily="34" charset="0"/>
              </a:rPr>
              <a:t>+20</a:t>
            </a:r>
          </a:p>
        </p:txBody>
      </p:sp>
      <p:sp>
        <p:nvSpPr>
          <p:cNvPr id="57" name="TextBox 56">
            <a:extLst>
              <a:ext uri="{FF2B5EF4-FFF2-40B4-BE49-F238E27FC236}">
                <a16:creationId xmlns:a16="http://schemas.microsoft.com/office/drawing/2014/main" id="{B7882347-9B19-4B91-8CF2-537420D99D6B}"/>
              </a:ext>
            </a:extLst>
          </p:cNvPr>
          <p:cNvSpPr txBox="1"/>
          <p:nvPr/>
        </p:nvSpPr>
        <p:spPr>
          <a:xfrm>
            <a:off x="10715359" y="1491825"/>
            <a:ext cx="399468" cy="276999"/>
          </a:xfrm>
          <a:prstGeom prst="rect">
            <a:avLst/>
          </a:prstGeom>
          <a:noFill/>
        </p:spPr>
        <p:txBody>
          <a:bodyPr wrap="none" rtlCol="0">
            <a:spAutoFit/>
          </a:bodyPr>
          <a:lstStyle/>
          <a:p>
            <a:r>
              <a:rPr lang="en-AU" sz="1200" dirty="0">
                <a:latin typeface="Arial Narrow" panose="020B0606020202030204" pitchFamily="34" charset="0"/>
              </a:rPr>
              <a:t>+40</a:t>
            </a:r>
          </a:p>
        </p:txBody>
      </p: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73063647-97F7-4F64-A521-C187802755FD}"/>
                  </a:ext>
                </a:extLst>
              </p:cNvPr>
              <p:cNvSpPr txBox="1"/>
              <p:nvPr/>
            </p:nvSpPr>
            <p:spPr>
              <a:xfrm>
                <a:off x="2195913" y="5120655"/>
                <a:ext cx="2104742" cy="481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m:t>
                      </m:r>
                      <m:f>
                        <m:fPr>
                          <m:ctrlPr>
                            <a:rPr lang="en-AU" sz="1600" i="1" smtClean="0">
                              <a:latin typeface="Cambria Math" panose="02040503050406030204" pitchFamily="18" charset="0"/>
                            </a:rPr>
                          </m:ctrlPr>
                        </m:fPr>
                        <m:num>
                          <m:nary>
                            <m:naryPr>
                              <m:chr m:val="∑"/>
                              <m:ctrlPr>
                                <a:rPr lang="en-AU" sz="1600" i="1" smtClean="0">
                                  <a:latin typeface="Cambria Math" panose="02040503050406030204" pitchFamily="18" charset="0"/>
                                </a:rPr>
                              </m:ctrlPr>
                            </m:naryPr>
                            <m:sub>
                              <m:r>
                                <m:rPr>
                                  <m:brk m:alnAt="23"/>
                                </m:rPr>
                                <a:rPr lang="en-AU" sz="1600" b="0" i="1" smtClean="0">
                                  <a:latin typeface="Cambria Math" panose="02040503050406030204" pitchFamily="18" charset="0"/>
                                </a:rPr>
                                <m:t>𝑖</m:t>
                              </m:r>
                              <m:r>
                                <a:rPr lang="en-AU" sz="1600" b="0" i="1" smtClean="0">
                                  <a:latin typeface="Cambria Math" panose="02040503050406030204" pitchFamily="18" charset="0"/>
                                </a:rPr>
                                <m:t>=1</m:t>
                              </m:r>
                            </m:sub>
                            <m:sup>
                              <m:r>
                                <a:rPr lang="en-AU" sz="1600" b="0" i="1" smtClean="0">
                                  <a:latin typeface="Cambria Math" panose="02040503050406030204" pitchFamily="18" charset="0"/>
                                </a:rPr>
                                <m:t>𝑛</m:t>
                              </m:r>
                            </m:sup>
                            <m:e>
                              <m:d>
                                <m:dPr>
                                  <m:ctrlPr>
                                    <a:rPr lang="en-AU" sz="1600" i="1" smtClean="0">
                                      <a:latin typeface="Cambria Math" panose="02040503050406030204" pitchFamily="18" charset="0"/>
                                    </a:rPr>
                                  </m:ctrlPr>
                                </m:dPr>
                                <m:e>
                                  <m:sSub>
                                    <m:sSubPr>
                                      <m:ctrlPr>
                                        <a:rPr lang="en-AU" sz="1600" i="1" smtClean="0">
                                          <a:latin typeface="Cambria Math" panose="02040503050406030204" pitchFamily="18" charset="0"/>
                                        </a:rPr>
                                      </m:ctrlPr>
                                    </m:sSubPr>
                                    <m:e>
                                      <m:r>
                                        <a:rPr lang="en-AU" sz="1600" b="0" i="1" smtClean="0">
                                          <a:latin typeface="Cambria Math" panose="02040503050406030204" pitchFamily="18" charset="0"/>
                                        </a:rPr>
                                        <m:t>𝑥</m:t>
                                      </m:r>
                                    </m:e>
                                    <m:sub>
                                      <m:r>
                                        <a:rPr lang="en-AU" sz="1600" b="0" i="1" smtClean="0">
                                          <a:latin typeface="Cambria Math" panose="02040503050406030204" pitchFamily="18" charset="0"/>
                                        </a:rPr>
                                        <m:t>𝑖</m:t>
                                      </m:r>
                                    </m:sub>
                                  </m:sSub>
                                  <m:r>
                                    <a:rPr lang="en-AU" sz="1600" b="0" i="1" smtClean="0">
                                      <a:latin typeface="Cambria Math" panose="02040503050406030204" pitchFamily="18" charset="0"/>
                                    </a:rPr>
                                    <m:t>−</m:t>
                                  </m:r>
                                  <m:acc>
                                    <m:accPr>
                                      <m:chr m:val="̅"/>
                                      <m:ctrlPr>
                                        <a:rPr lang="en-AU" sz="1600" b="0" i="1" smtClean="0">
                                          <a:latin typeface="Cambria Math" panose="02040503050406030204" pitchFamily="18" charset="0"/>
                                        </a:rPr>
                                      </m:ctrlPr>
                                    </m:accPr>
                                    <m:e>
                                      <m:r>
                                        <a:rPr lang="en-AU" sz="1600" b="0" i="1" smtClean="0">
                                          <a:latin typeface="Cambria Math" panose="02040503050406030204" pitchFamily="18" charset="0"/>
                                        </a:rPr>
                                        <m:t>𝑥</m:t>
                                      </m:r>
                                    </m:e>
                                  </m:acc>
                                </m:e>
                              </m:d>
                            </m:e>
                          </m:nary>
                          <m:d>
                            <m:dPr>
                              <m:ctrlPr>
                                <a:rPr lang="en-AU" sz="1600" i="1" smtClean="0">
                                  <a:latin typeface="Cambria Math" panose="02040503050406030204" pitchFamily="18" charset="0"/>
                                </a:rPr>
                              </m:ctrlPr>
                            </m:dPr>
                            <m:e>
                              <m:sSub>
                                <m:sSubPr>
                                  <m:ctrlPr>
                                    <a:rPr lang="en-AU" sz="1600" i="1">
                                      <a:latin typeface="Cambria Math" panose="02040503050406030204" pitchFamily="18" charset="0"/>
                                    </a:rPr>
                                  </m:ctrlPr>
                                </m:sSubPr>
                                <m:e>
                                  <m:r>
                                    <a:rPr lang="en-AU" sz="1600" b="0" i="1" smtClean="0">
                                      <a:latin typeface="Cambria Math" panose="02040503050406030204" pitchFamily="18" charset="0"/>
                                    </a:rPr>
                                    <m:t>𝑦</m:t>
                                  </m:r>
                                </m:e>
                                <m:sub>
                                  <m:r>
                                    <a:rPr lang="en-AU" sz="1600" b="0" i="1" smtClean="0">
                                      <a:latin typeface="Cambria Math" panose="02040503050406030204" pitchFamily="18" charset="0"/>
                                    </a:rPr>
                                    <m:t>𝑖</m:t>
                                  </m:r>
                                </m:sub>
                              </m:sSub>
                              <m:r>
                                <a:rPr lang="en-AU" sz="1600" i="1">
                                  <a:latin typeface="Cambria Math" panose="02040503050406030204" pitchFamily="18" charset="0"/>
                                </a:rPr>
                                <m:t>−</m:t>
                              </m:r>
                              <m:acc>
                                <m:accPr>
                                  <m:chr m:val="̅"/>
                                  <m:ctrlPr>
                                    <a:rPr lang="en-AU" sz="1600" i="1">
                                      <a:latin typeface="Cambria Math" panose="02040503050406030204" pitchFamily="18" charset="0"/>
                                    </a:rPr>
                                  </m:ctrlPr>
                                </m:accPr>
                                <m:e>
                                  <m:r>
                                    <a:rPr lang="en-AU" sz="1600" b="0" i="1" smtClean="0">
                                      <a:latin typeface="Cambria Math" panose="02040503050406030204" pitchFamily="18" charset="0"/>
                                    </a:rPr>
                                    <m:t>𝑦</m:t>
                                  </m:r>
                                </m:e>
                              </m:acc>
                            </m:e>
                          </m:d>
                        </m:num>
                        <m:den>
                          <m:r>
                            <a:rPr lang="en-AU" sz="1600" b="0" i="1" smtClean="0">
                              <a:latin typeface="Cambria Math" panose="02040503050406030204" pitchFamily="18" charset="0"/>
                            </a:rPr>
                            <m:t>𝑁</m:t>
                          </m:r>
                          <m:r>
                            <a:rPr lang="en-AU" sz="1600" b="0" i="1" smtClean="0">
                              <a:latin typeface="Cambria Math" panose="02040503050406030204" pitchFamily="18" charset="0"/>
                            </a:rPr>
                            <m:t>−1</m:t>
                          </m:r>
                        </m:den>
                      </m:f>
                    </m:oMath>
                  </m:oMathPara>
                </a14:m>
                <a:endParaRPr lang="en-AU" sz="1600" dirty="0"/>
              </a:p>
            </p:txBody>
          </p:sp>
        </mc:Choice>
        <mc:Fallback>
          <p:sp>
            <p:nvSpPr>
              <p:cNvPr id="50" name="TextBox 49">
                <a:extLst>
                  <a:ext uri="{FF2B5EF4-FFF2-40B4-BE49-F238E27FC236}">
                    <a16:creationId xmlns:a16="http://schemas.microsoft.com/office/drawing/2014/main" id="{73063647-97F7-4F64-A521-C187802755FD}"/>
                  </a:ext>
                </a:extLst>
              </p:cNvPr>
              <p:cNvSpPr txBox="1">
                <a:spLocks noRot="1" noChangeAspect="1" noMove="1" noResize="1" noEditPoints="1" noAdjustHandles="1" noChangeArrowheads="1" noChangeShapeType="1" noTextEdit="1"/>
              </p:cNvSpPr>
              <p:nvPr/>
            </p:nvSpPr>
            <p:spPr>
              <a:xfrm>
                <a:off x="2195913" y="5120655"/>
                <a:ext cx="2104742" cy="481350"/>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80B02D45-6CF9-4F9C-B98C-3C72DC5162CB}"/>
                  </a:ext>
                </a:extLst>
              </p:cNvPr>
              <p:cNvSpPr txBox="1"/>
              <p:nvPr/>
            </p:nvSpPr>
            <p:spPr>
              <a:xfrm>
                <a:off x="410943" y="5203976"/>
                <a:ext cx="17945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1" i="0" smtClean="0">
                          <a:latin typeface="Cambria Math" panose="02040503050406030204" pitchFamily="18" charset="0"/>
                        </a:rPr>
                        <m:t>𝐂𝐨𝐯𝐚𝐫𝐢𝐚𝐧𝐜𝐞</m:t>
                      </m:r>
                      <m:d>
                        <m:dPr>
                          <m:ctrlPr>
                            <a:rPr lang="en-AU" b="1" i="1" smtClean="0">
                              <a:latin typeface="Cambria Math" panose="02040503050406030204" pitchFamily="18" charset="0"/>
                            </a:rPr>
                          </m:ctrlPr>
                        </m:dPr>
                        <m:e>
                          <m:r>
                            <a:rPr lang="en-AU" b="1" i="0" smtClean="0">
                              <a:latin typeface="Cambria Math" panose="02040503050406030204" pitchFamily="18" charset="0"/>
                            </a:rPr>
                            <m:t>𝐱</m:t>
                          </m:r>
                          <m:r>
                            <a:rPr lang="en-AU" b="1" i="0" smtClean="0">
                              <a:latin typeface="Cambria Math" panose="02040503050406030204" pitchFamily="18" charset="0"/>
                            </a:rPr>
                            <m:t>,</m:t>
                          </m:r>
                          <m:r>
                            <a:rPr lang="en-AU" b="1" i="0" smtClean="0">
                              <a:latin typeface="Cambria Math" panose="02040503050406030204" pitchFamily="18" charset="0"/>
                            </a:rPr>
                            <m:t>𝐲</m:t>
                          </m:r>
                        </m:e>
                      </m:d>
                    </m:oMath>
                  </m:oMathPara>
                </a14:m>
                <a:endParaRPr lang="en-AU" b="1" dirty="0"/>
              </a:p>
            </p:txBody>
          </p:sp>
        </mc:Choice>
        <mc:Fallback>
          <p:sp>
            <p:nvSpPr>
              <p:cNvPr id="51" name="TextBox 50">
                <a:extLst>
                  <a:ext uri="{FF2B5EF4-FFF2-40B4-BE49-F238E27FC236}">
                    <a16:creationId xmlns:a16="http://schemas.microsoft.com/office/drawing/2014/main" id="{80B02D45-6CF9-4F9C-B98C-3C72DC5162CB}"/>
                  </a:ext>
                </a:extLst>
              </p:cNvPr>
              <p:cNvSpPr txBox="1">
                <a:spLocks noRot="1" noChangeAspect="1" noMove="1" noResize="1" noEditPoints="1" noAdjustHandles="1" noChangeArrowheads="1" noChangeShapeType="1" noTextEdit="1"/>
              </p:cNvSpPr>
              <p:nvPr/>
            </p:nvSpPr>
            <p:spPr>
              <a:xfrm>
                <a:off x="410943" y="5203976"/>
                <a:ext cx="1794594" cy="276999"/>
              </a:xfrm>
              <a:prstGeom prst="rect">
                <a:avLst/>
              </a:prstGeom>
              <a:blipFill>
                <a:blip r:embed="rId5"/>
                <a:stretch>
                  <a:fillRect l="-2373" b="-2666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503FF3DC-5126-41FE-9BAC-1D279305C1EB}"/>
                  </a:ext>
                </a:extLst>
              </p:cNvPr>
              <p:cNvSpPr txBox="1"/>
              <p:nvPr/>
            </p:nvSpPr>
            <p:spPr>
              <a:xfrm>
                <a:off x="4409083" y="5125721"/>
                <a:ext cx="5129192" cy="47628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600" b="0" i="1" smtClean="0">
                          <a:latin typeface="Cambria Math" panose="02040503050406030204" pitchFamily="18" charset="0"/>
                        </a:rPr>
                        <m:t>=</m:t>
                      </m:r>
                      <m:f>
                        <m:fPr>
                          <m:ctrlPr>
                            <a:rPr lang="en-AU" sz="1600" i="1" smtClean="0">
                              <a:latin typeface="Cambria Math" panose="02040503050406030204" pitchFamily="18" charset="0"/>
                            </a:rPr>
                          </m:ctrlPr>
                        </m:fPr>
                        <m:num>
                          <m:d>
                            <m:dPr>
                              <m:ctrlPr>
                                <a:rPr lang="en-AU" sz="1600" b="0" i="1" smtClean="0">
                                  <a:latin typeface="Cambria Math" panose="02040503050406030204" pitchFamily="18" charset="0"/>
                                </a:rPr>
                              </m:ctrlPr>
                            </m:dPr>
                            <m:e>
                              <m:r>
                                <a:rPr lang="en-AU" sz="1600" b="0" i="1" smtClean="0">
                                  <a:solidFill>
                                    <a:srgbClr val="00B050"/>
                                  </a:solidFill>
                                  <a:latin typeface="Cambria Math" panose="02040503050406030204" pitchFamily="18" charset="0"/>
                                </a:rPr>
                                <m:t>−4</m:t>
                              </m:r>
                            </m:e>
                          </m:d>
                          <m:d>
                            <m:dPr>
                              <m:ctrlPr>
                                <a:rPr lang="en-AU" sz="1600" b="0" i="1" smtClean="0">
                                  <a:latin typeface="Cambria Math" panose="02040503050406030204" pitchFamily="18" charset="0"/>
                                </a:rPr>
                              </m:ctrlPr>
                            </m:dPr>
                            <m:e>
                              <m:r>
                                <a:rPr lang="en-AU" sz="1600" b="0" i="1" smtClean="0">
                                  <a:solidFill>
                                    <a:srgbClr val="0070C0"/>
                                  </a:solidFill>
                                  <a:latin typeface="Cambria Math" panose="02040503050406030204" pitchFamily="18" charset="0"/>
                                </a:rPr>
                                <m:t>−30</m:t>
                              </m:r>
                            </m:e>
                          </m:d>
                          <m:r>
                            <a:rPr lang="en-AU" sz="1600" b="0" i="1" smtClean="0">
                              <a:latin typeface="Cambria Math" panose="02040503050406030204" pitchFamily="18" charset="0"/>
                            </a:rPr>
                            <m:t>+</m:t>
                          </m:r>
                          <m:d>
                            <m:dPr>
                              <m:ctrlPr>
                                <a:rPr lang="en-AU" sz="1600" i="1">
                                  <a:latin typeface="Cambria Math" panose="02040503050406030204" pitchFamily="18" charset="0"/>
                                </a:rPr>
                              </m:ctrlPr>
                            </m:dPr>
                            <m:e>
                              <m:r>
                                <a:rPr lang="en-AU" sz="1600" i="1">
                                  <a:solidFill>
                                    <a:srgbClr val="00B050"/>
                                  </a:solidFill>
                                  <a:latin typeface="Cambria Math" panose="02040503050406030204" pitchFamily="18" charset="0"/>
                                </a:rPr>
                                <m:t>−</m:t>
                              </m:r>
                              <m:r>
                                <a:rPr lang="en-AU" sz="1600" b="0" i="1" smtClean="0">
                                  <a:solidFill>
                                    <a:srgbClr val="00B050"/>
                                  </a:solidFill>
                                  <a:latin typeface="Cambria Math" panose="02040503050406030204" pitchFamily="18" charset="0"/>
                                </a:rPr>
                                <m:t>1</m:t>
                              </m:r>
                              <m:r>
                                <a:rPr lang="en-AU" sz="1600" i="1">
                                  <a:solidFill>
                                    <a:srgbClr val="00B050"/>
                                  </a:solidFill>
                                  <a:latin typeface="Cambria Math" panose="02040503050406030204" pitchFamily="18" charset="0"/>
                                </a:rPr>
                                <m:t>4</m:t>
                              </m:r>
                            </m:e>
                          </m:d>
                          <m:d>
                            <m:dPr>
                              <m:ctrlPr>
                                <a:rPr lang="en-AU" sz="1600" i="1">
                                  <a:latin typeface="Cambria Math" panose="02040503050406030204" pitchFamily="18" charset="0"/>
                                </a:rPr>
                              </m:ctrlPr>
                            </m:dPr>
                            <m:e>
                              <m:r>
                                <a:rPr lang="en-AU" sz="1600" i="1">
                                  <a:solidFill>
                                    <a:srgbClr val="0070C0"/>
                                  </a:solidFill>
                                  <a:latin typeface="Cambria Math" panose="02040503050406030204" pitchFamily="18" charset="0"/>
                                </a:rPr>
                                <m:t>−</m:t>
                              </m:r>
                              <m:r>
                                <a:rPr lang="en-AU" sz="1600" b="0" i="1" smtClean="0">
                                  <a:solidFill>
                                    <a:srgbClr val="0070C0"/>
                                  </a:solidFill>
                                  <a:latin typeface="Cambria Math" panose="02040503050406030204" pitchFamily="18" charset="0"/>
                                </a:rPr>
                                <m:t>20</m:t>
                              </m:r>
                            </m:e>
                          </m:d>
                          <m:r>
                            <a:rPr lang="en-AU" sz="1600" b="0" i="1" smtClean="0">
                              <a:solidFill>
                                <a:schemeClr val="tx1"/>
                              </a:solidFill>
                              <a:latin typeface="Cambria Math" panose="02040503050406030204" pitchFamily="18" charset="0"/>
                            </a:rPr>
                            <m:t>+</m:t>
                          </m:r>
                          <m:d>
                            <m:dPr>
                              <m:ctrlPr>
                                <a:rPr lang="en-AU" sz="1600" i="1">
                                  <a:latin typeface="Cambria Math" panose="02040503050406030204" pitchFamily="18" charset="0"/>
                                </a:rPr>
                              </m:ctrlPr>
                            </m:dPr>
                            <m:e>
                              <m:r>
                                <a:rPr lang="en-AU" sz="1600" i="1">
                                  <a:solidFill>
                                    <a:srgbClr val="00B050"/>
                                  </a:solidFill>
                                  <a:latin typeface="Cambria Math" panose="02040503050406030204" pitchFamily="18" charset="0"/>
                                </a:rPr>
                                <m:t>−</m:t>
                              </m:r>
                              <m:r>
                                <a:rPr lang="en-AU" sz="1600" b="0" i="1" smtClean="0">
                                  <a:solidFill>
                                    <a:srgbClr val="00B050"/>
                                  </a:solidFill>
                                  <a:latin typeface="Cambria Math" panose="02040503050406030204" pitchFamily="18" charset="0"/>
                                </a:rPr>
                                <m:t>14</m:t>
                              </m:r>
                            </m:e>
                          </m:d>
                          <m:d>
                            <m:dPr>
                              <m:ctrlPr>
                                <a:rPr lang="en-AU" sz="1600" i="1">
                                  <a:latin typeface="Cambria Math" panose="02040503050406030204" pitchFamily="18" charset="0"/>
                                </a:rPr>
                              </m:ctrlPr>
                            </m:dPr>
                            <m:e>
                              <m:r>
                                <a:rPr lang="en-AU" sz="1600" i="1">
                                  <a:solidFill>
                                    <a:srgbClr val="0070C0"/>
                                  </a:solidFill>
                                  <a:latin typeface="Cambria Math" panose="02040503050406030204" pitchFamily="18" charset="0"/>
                                </a:rPr>
                                <m:t>−</m:t>
                              </m:r>
                              <m:r>
                                <a:rPr lang="en-AU" sz="1600" b="0" i="1" smtClean="0">
                                  <a:solidFill>
                                    <a:srgbClr val="0070C0"/>
                                  </a:solidFill>
                                  <a:latin typeface="Cambria Math" panose="02040503050406030204" pitchFamily="18" charset="0"/>
                                </a:rPr>
                                <m:t>10</m:t>
                              </m:r>
                            </m:e>
                          </m:d>
                          <m:r>
                            <a:rPr lang="en-AU" sz="1600" b="0" i="1" smtClean="0">
                              <a:solidFill>
                                <a:schemeClr val="tx1"/>
                              </a:solidFill>
                              <a:latin typeface="Cambria Math" panose="02040503050406030204" pitchFamily="18" charset="0"/>
                            </a:rPr>
                            <m:t>+</m:t>
                          </m:r>
                          <m:d>
                            <m:dPr>
                              <m:ctrlPr>
                                <a:rPr lang="en-AU" sz="1600" i="1">
                                  <a:latin typeface="Cambria Math" panose="02040503050406030204" pitchFamily="18" charset="0"/>
                                </a:rPr>
                              </m:ctrlPr>
                            </m:dPr>
                            <m:e>
                              <m:r>
                                <a:rPr lang="en-AU" sz="1600" b="0" i="1" smtClean="0">
                                  <a:solidFill>
                                    <a:srgbClr val="00B050"/>
                                  </a:solidFill>
                                  <a:latin typeface="Cambria Math" panose="02040503050406030204" pitchFamily="18" charset="0"/>
                                </a:rPr>
                                <m:t>6</m:t>
                              </m:r>
                            </m:e>
                          </m:d>
                          <m:d>
                            <m:dPr>
                              <m:ctrlPr>
                                <a:rPr lang="en-AU" sz="1600" i="1">
                                  <a:latin typeface="Cambria Math" panose="02040503050406030204" pitchFamily="18" charset="0"/>
                                </a:rPr>
                              </m:ctrlPr>
                            </m:dPr>
                            <m:e>
                              <m:r>
                                <a:rPr lang="en-AU" sz="1600" b="0" i="1" smtClean="0">
                                  <a:solidFill>
                                    <a:srgbClr val="0070C0"/>
                                  </a:solidFill>
                                  <a:latin typeface="Cambria Math" panose="02040503050406030204" pitchFamily="18" charset="0"/>
                                </a:rPr>
                                <m:t>20</m:t>
                              </m:r>
                            </m:e>
                          </m:d>
                          <m:r>
                            <a:rPr lang="en-AU" sz="1600" b="0" i="1" smtClean="0">
                              <a:solidFill>
                                <a:schemeClr val="tx1"/>
                              </a:solidFill>
                              <a:latin typeface="Cambria Math" panose="02040503050406030204" pitchFamily="18" charset="0"/>
                            </a:rPr>
                            <m:t>+(</m:t>
                          </m:r>
                          <m:r>
                            <a:rPr lang="en-AU" sz="1600" b="0" i="1" smtClean="0">
                              <a:solidFill>
                                <a:srgbClr val="00B050"/>
                              </a:solidFill>
                              <a:latin typeface="Cambria Math" panose="02040503050406030204" pitchFamily="18" charset="0"/>
                            </a:rPr>
                            <m:t>26</m:t>
                          </m:r>
                          <m:r>
                            <a:rPr lang="en-AU" sz="1600" b="0" i="1" smtClean="0">
                              <a:solidFill>
                                <a:schemeClr val="tx1"/>
                              </a:solidFill>
                              <a:latin typeface="Cambria Math" panose="02040503050406030204" pitchFamily="18" charset="0"/>
                            </a:rPr>
                            <m:t>)(</m:t>
                          </m:r>
                          <m:r>
                            <a:rPr lang="en-AU" sz="1600" b="0" i="1" smtClean="0">
                              <a:solidFill>
                                <a:srgbClr val="0070C0"/>
                              </a:solidFill>
                              <a:latin typeface="Cambria Math" panose="02040503050406030204" pitchFamily="18" charset="0"/>
                            </a:rPr>
                            <m:t>40</m:t>
                          </m:r>
                          <m:r>
                            <a:rPr lang="en-AU" sz="1600" b="0" i="1" smtClean="0">
                              <a:solidFill>
                                <a:schemeClr val="tx1"/>
                              </a:solidFill>
                              <a:latin typeface="Cambria Math" panose="02040503050406030204" pitchFamily="18" charset="0"/>
                            </a:rPr>
                            <m:t>)</m:t>
                          </m:r>
                        </m:num>
                        <m:den>
                          <m:r>
                            <a:rPr lang="en-AU" sz="1600" b="0" i="1" smtClean="0">
                              <a:latin typeface="Cambria Math" panose="02040503050406030204" pitchFamily="18" charset="0"/>
                            </a:rPr>
                            <m:t>4</m:t>
                          </m:r>
                        </m:den>
                      </m:f>
                    </m:oMath>
                  </m:oMathPara>
                </a14:m>
                <a:endParaRPr lang="en-AU" sz="1600" dirty="0"/>
              </a:p>
            </p:txBody>
          </p:sp>
        </mc:Choice>
        <mc:Fallback>
          <p:sp>
            <p:nvSpPr>
              <p:cNvPr id="52" name="TextBox 51">
                <a:extLst>
                  <a:ext uri="{FF2B5EF4-FFF2-40B4-BE49-F238E27FC236}">
                    <a16:creationId xmlns:a16="http://schemas.microsoft.com/office/drawing/2014/main" id="{503FF3DC-5126-41FE-9BAC-1D279305C1EB}"/>
                  </a:ext>
                </a:extLst>
              </p:cNvPr>
              <p:cNvSpPr txBox="1">
                <a:spLocks noRot="1" noChangeAspect="1" noMove="1" noResize="1" noEditPoints="1" noAdjustHandles="1" noChangeArrowheads="1" noChangeShapeType="1" noTextEdit="1"/>
              </p:cNvSpPr>
              <p:nvPr/>
            </p:nvSpPr>
            <p:spPr>
              <a:xfrm>
                <a:off x="4409083" y="5125721"/>
                <a:ext cx="5129192" cy="476284"/>
              </a:xfrm>
              <a:prstGeom prst="rect">
                <a:avLst/>
              </a:prstGeom>
              <a:blipFill>
                <a:blip r:embed="rId6"/>
                <a:stretch>
                  <a:fillRect r="-13302"/>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711A3B62-EEE3-4DF7-B2A8-27B6A0819F13}"/>
                  </a:ext>
                </a:extLst>
              </p:cNvPr>
              <p:cNvSpPr txBox="1"/>
              <p:nvPr/>
            </p:nvSpPr>
            <p:spPr>
              <a:xfrm>
                <a:off x="4406620" y="5780532"/>
                <a:ext cx="5129192" cy="46102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600" b="0" i="1" smtClean="0">
                          <a:latin typeface="Cambria Math" panose="02040503050406030204" pitchFamily="18" charset="0"/>
                        </a:rPr>
                        <m:t>=</m:t>
                      </m:r>
                      <m:f>
                        <m:fPr>
                          <m:ctrlPr>
                            <a:rPr lang="en-AU" sz="1600" i="1" smtClean="0">
                              <a:latin typeface="Cambria Math" panose="02040503050406030204" pitchFamily="18" charset="0"/>
                            </a:rPr>
                          </m:ctrlPr>
                        </m:fPr>
                        <m:num>
                          <m:r>
                            <a:rPr lang="en-AU" sz="1600" b="0" i="1" smtClean="0">
                              <a:latin typeface="Cambria Math" panose="02040503050406030204" pitchFamily="18" charset="0"/>
                            </a:rPr>
                            <m:t>170</m:t>
                          </m:r>
                        </m:num>
                        <m:den>
                          <m:r>
                            <a:rPr lang="en-AU" sz="1600" b="0" i="1" smtClean="0">
                              <a:latin typeface="Cambria Math" panose="02040503050406030204" pitchFamily="18" charset="0"/>
                            </a:rPr>
                            <m:t>4</m:t>
                          </m:r>
                        </m:den>
                      </m:f>
                    </m:oMath>
                  </m:oMathPara>
                </a14:m>
                <a:endParaRPr lang="en-AU" sz="1600" dirty="0"/>
              </a:p>
            </p:txBody>
          </p:sp>
        </mc:Choice>
        <mc:Fallback>
          <p:sp>
            <p:nvSpPr>
              <p:cNvPr id="58" name="TextBox 57">
                <a:extLst>
                  <a:ext uri="{FF2B5EF4-FFF2-40B4-BE49-F238E27FC236}">
                    <a16:creationId xmlns:a16="http://schemas.microsoft.com/office/drawing/2014/main" id="{711A3B62-EEE3-4DF7-B2A8-27B6A0819F13}"/>
                  </a:ext>
                </a:extLst>
              </p:cNvPr>
              <p:cNvSpPr txBox="1">
                <a:spLocks noRot="1" noChangeAspect="1" noMove="1" noResize="1" noEditPoints="1" noAdjustHandles="1" noChangeArrowheads="1" noChangeShapeType="1" noTextEdit="1"/>
              </p:cNvSpPr>
              <p:nvPr/>
            </p:nvSpPr>
            <p:spPr>
              <a:xfrm>
                <a:off x="4406620" y="5780532"/>
                <a:ext cx="5129192" cy="461024"/>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9" name="TextBox 58">
                <a:extLst>
                  <a:ext uri="{FF2B5EF4-FFF2-40B4-BE49-F238E27FC236}">
                    <a16:creationId xmlns:a16="http://schemas.microsoft.com/office/drawing/2014/main" id="{C0373A3C-9D85-4BA9-A7BD-5537DC2F808A}"/>
                  </a:ext>
                </a:extLst>
              </p:cNvPr>
              <p:cNvSpPr txBox="1"/>
              <p:nvPr/>
            </p:nvSpPr>
            <p:spPr>
              <a:xfrm>
                <a:off x="4416700" y="6526574"/>
                <a:ext cx="5129192" cy="24622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600" b="0" i="1" smtClean="0">
                          <a:latin typeface="Cambria Math" panose="02040503050406030204" pitchFamily="18" charset="0"/>
                        </a:rPr>
                        <m:t>=</m:t>
                      </m:r>
                      <m:r>
                        <a:rPr lang="en-AU" sz="1600" i="1" smtClean="0">
                          <a:latin typeface="Cambria Math" panose="02040503050406030204" pitchFamily="18" charset="0"/>
                        </a:rPr>
                        <m:t>4</m:t>
                      </m:r>
                      <m:r>
                        <a:rPr lang="en-AU" sz="1600" b="0" i="1" smtClean="0">
                          <a:latin typeface="Cambria Math" panose="02040503050406030204" pitchFamily="18" charset="0"/>
                        </a:rPr>
                        <m:t>2.5</m:t>
                      </m:r>
                    </m:oMath>
                  </m:oMathPara>
                </a14:m>
                <a:endParaRPr lang="en-AU" sz="1600" dirty="0"/>
              </a:p>
            </p:txBody>
          </p:sp>
        </mc:Choice>
        <mc:Fallback>
          <p:sp>
            <p:nvSpPr>
              <p:cNvPr id="59" name="TextBox 58">
                <a:extLst>
                  <a:ext uri="{FF2B5EF4-FFF2-40B4-BE49-F238E27FC236}">
                    <a16:creationId xmlns:a16="http://schemas.microsoft.com/office/drawing/2014/main" id="{C0373A3C-9D85-4BA9-A7BD-5537DC2F808A}"/>
                  </a:ext>
                </a:extLst>
              </p:cNvPr>
              <p:cNvSpPr txBox="1">
                <a:spLocks noRot="1" noChangeAspect="1" noMove="1" noResize="1" noEditPoints="1" noAdjustHandles="1" noChangeArrowheads="1" noChangeShapeType="1" noTextEdit="1"/>
              </p:cNvSpPr>
              <p:nvPr/>
            </p:nvSpPr>
            <p:spPr>
              <a:xfrm>
                <a:off x="4416700" y="6526574"/>
                <a:ext cx="5129192" cy="246221"/>
              </a:xfrm>
              <a:prstGeom prst="rect">
                <a:avLst/>
              </a:prstGeom>
              <a:blipFill>
                <a:blip r:embed="rId8"/>
                <a:stretch>
                  <a:fillRect l="-832" b="-7500"/>
                </a:stretch>
              </a:blipFill>
            </p:spPr>
            <p:txBody>
              <a:bodyPr/>
              <a:lstStyle/>
              <a:p>
                <a:r>
                  <a:rPr lang="en-AU">
                    <a:noFill/>
                  </a:rPr>
                  <a:t> </a:t>
                </a:r>
              </a:p>
            </p:txBody>
          </p:sp>
        </mc:Fallback>
      </mc:AlternateContent>
      <p:graphicFrame>
        <p:nvGraphicFramePr>
          <p:cNvPr id="60" name="Table 2">
            <a:extLst>
              <a:ext uri="{FF2B5EF4-FFF2-40B4-BE49-F238E27FC236}">
                <a16:creationId xmlns:a16="http://schemas.microsoft.com/office/drawing/2014/main" id="{1C2FA7FF-5C3E-48ED-9B88-4CAA8368A2CC}"/>
              </a:ext>
            </a:extLst>
          </p:cNvPr>
          <p:cNvGraphicFramePr>
            <a:graphicFrameLocks noGrp="1"/>
          </p:cNvGraphicFramePr>
          <p:nvPr>
            <p:extLst>
              <p:ext uri="{D42A27DB-BD31-4B8C-83A1-F6EECF244321}">
                <p14:modId xmlns:p14="http://schemas.microsoft.com/office/powerpoint/2010/main" val="3381033462"/>
              </p:ext>
            </p:extLst>
          </p:nvPr>
        </p:nvGraphicFramePr>
        <p:xfrm>
          <a:off x="1003479" y="1301470"/>
          <a:ext cx="3214370" cy="2595880"/>
        </p:xfrm>
        <a:graphic>
          <a:graphicData uri="http://schemas.openxmlformats.org/drawingml/2006/table">
            <a:tbl>
              <a:tblPr firstRow="1" bandRow="1">
                <a:tableStyleId>{073A0DAA-6AF3-43AB-8588-CEC1D06C72B9}</a:tableStyleId>
              </a:tblPr>
              <a:tblGrid>
                <a:gridCol w="1607185">
                  <a:extLst>
                    <a:ext uri="{9D8B030D-6E8A-4147-A177-3AD203B41FA5}">
                      <a16:colId xmlns:a16="http://schemas.microsoft.com/office/drawing/2014/main" val="825999274"/>
                    </a:ext>
                  </a:extLst>
                </a:gridCol>
                <a:gridCol w="1607185">
                  <a:extLst>
                    <a:ext uri="{9D8B030D-6E8A-4147-A177-3AD203B41FA5}">
                      <a16:colId xmlns:a16="http://schemas.microsoft.com/office/drawing/2014/main" val="2532125228"/>
                    </a:ext>
                  </a:extLst>
                </a:gridCol>
              </a:tblGrid>
              <a:tr h="370840">
                <a:tc>
                  <a:txBody>
                    <a:bodyPr/>
                    <a:lstStyle/>
                    <a:p>
                      <a:pPr algn="ctr"/>
                      <a:r>
                        <a:rPr lang="en-AU" dirty="0">
                          <a:latin typeface="Arial Narrow" panose="020B0606020202030204" pitchFamily="34" charset="0"/>
                        </a:rPr>
                        <a:t>Time (mins)</a:t>
                      </a:r>
                    </a:p>
                  </a:txBody>
                  <a:tcPr/>
                </a:tc>
                <a:tc>
                  <a:txBody>
                    <a:bodyPr/>
                    <a:lstStyle/>
                    <a:p>
                      <a:pPr algn="ctr"/>
                      <a:r>
                        <a:rPr lang="en-AU" dirty="0">
                          <a:latin typeface="Arial Narrow" panose="020B0606020202030204" pitchFamily="34" charset="0"/>
                        </a:rPr>
                        <a:t>Amount ($)</a:t>
                      </a:r>
                    </a:p>
                  </a:txBody>
                  <a:tcPr/>
                </a:tc>
                <a:extLst>
                  <a:ext uri="{0D108BD9-81ED-4DB2-BD59-A6C34878D82A}">
                    <a16:rowId xmlns:a16="http://schemas.microsoft.com/office/drawing/2014/main" val="524104999"/>
                  </a:ext>
                </a:extLst>
              </a:tr>
              <a:tr h="370840">
                <a:tc>
                  <a:txBody>
                    <a:bodyPr/>
                    <a:lstStyle/>
                    <a:p>
                      <a:pPr algn="ctr"/>
                      <a:r>
                        <a:rPr lang="en-AU" dirty="0">
                          <a:solidFill>
                            <a:srgbClr val="00B050"/>
                          </a:solidFill>
                          <a:latin typeface="Arial Narrow" panose="020B0606020202030204" pitchFamily="34" charset="0"/>
                        </a:rPr>
                        <a:t>50</a:t>
                      </a:r>
                    </a:p>
                  </a:txBody>
                  <a:tcPr/>
                </a:tc>
                <a:tc>
                  <a:txBody>
                    <a:bodyPr/>
                    <a:lstStyle/>
                    <a:p>
                      <a:pPr algn="ctr"/>
                      <a:r>
                        <a:rPr lang="en-AU" dirty="0">
                          <a:solidFill>
                            <a:schemeClr val="accent1"/>
                          </a:solidFill>
                          <a:latin typeface="Arial Narrow" panose="020B0606020202030204" pitchFamily="34" charset="0"/>
                        </a:rPr>
                        <a:t>80</a:t>
                      </a:r>
                    </a:p>
                  </a:txBody>
                  <a:tcPr/>
                </a:tc>
                <a:extLst>
                  <a:ext uri="{0D108BD9-81ED-4DB2-BD59-A6C34878D82A}">
                    <a16:rowId xmlns:a16="http://schemas.microsoft.com/office/drawing/2014/main" val="1261660882"/>
                  </a:ext>
                </a:extLst>
              </a:tr>
              <a:tr h="370840">
                <a:tc>
                  <a:txBody>
                    <a:bodyPr/>
                    <a:lstStyle/>
                    <a:p>
                      <a:pPr algn="ctr"/>
                      <a:r>
                        <a:rPr lang="en-AU" dirty="0">
                          <a:solidFill>
                            <a:srgbClr val="00B050"/>
                          </a:solidFill>
                          <a:latin typeface="Arial Narrow" panose="020B0606020202030204" pitchFamily="34" charset="0"/>
                        </a:rPr>
                        <a:t>40</a:t>
                      </a:r>
                    </a:p>
                  </a:txBody>
                  <a:tcPr/>
                </a:tc>
                <a:tc>
                  <a:txBody>
                    <a:bodyPr/>
                    <a:lstStyle/>
                    <a:p>
                      <a:pPr algn="ctr"/>
                      <a:r>
                        <a:rPr lang="en-AU" dirty="0">
                          <a:solidFill>
                            <a:schemeClr val="accent1"/>
                          </a:solidFill>
                          <a:latin typeface="Arial Narrow" panose="020B0606020202030204" pitchFamily="34" charset="0"/>
                        </a:rPr>
                        <a:t>90</a:t>
                      </a:r>
                    </a:p>
                  </a:txBody>
                  <a:tcPr/>
                </a:tc>
                <a:extLst>
                  <a:ext uri="{0D108BD9-81ED-4DB2-BD59-A6C34878D82A}">
                    <a16:rowId xmlns:a16="http://schemas.microsoft.com/office/drawing/2014/main" val="3903861114"/>
                  </a:ext>
                </a:extLst>
              </a:tr>
              <a:tr h="370840">
                <a:tc>
                  <a:txBody>
                    <a:bodyPr/>
                    <a:lstStyle/>
                    <a:p>
                      <a:pPr algn="ctr"/>
                      <a:r>
                        <a:rPr lang="en-AU" dirty="0">
                          <a:solidFill>
                            <a:srgbClr val="00B050"/>
                          </a:solidFill>
                          <a:latin typeface="Arial Narrow" panose="020B0606020202030204" pitchFamily="34" charset="0"/>
                        </a:rPr>
                        <a:t>40</a:t>
                      </a:r>
                    </a:p>
                  </a:txBody>
                  <a:tcPr/>
                </a:tc>
                <a:tc>
                  <a:txBody>
                    <a:bodyPr/>
                    <a:lstStyle/>
                    <a:p>
                      <a:pPr algn="ctr"/>
                      <a:r>
                        <a:rPr lang="en-AU" dirty="0">
                          <a:solidFill>
                            <a:schemeClr val="accent1"/>
                          </a:solidFill>
                          <a:latin typeface="Arial Narrow" panose="020B0606020202030204" pitchFamily="34" charset="0"/>
                        </a:rPr>
                        <a:t>100</a:t>
                      </a:r>
                    </a:p>
                  </a:txBody>
                  <a:tcPr/>
                </a:tc>
                <a:extLst>
                  <a:ext uri="{0D108BD9-81ED-4DB2-BD59-A6C34878D82A}">
                    <a16:rowId xmlns:a16="http://schemas.microsoft.com/office/drawing/2014/main" val="2611359017"/>
                  </a:ext>
                </a:extLst>
              </a:tr>
              <a:tr h="370840">
                <a:tc>
                  <a:txBody>
                    <a:bodyPr/>
                    <a:lstStyle/>
                    <a:p>
                      <a:pPr algn="ctr"/>
                      <a:r>
                        <a:rPr lang="en-AU" dirty="0">
                          <a:solidFill>
                            <a:srgbClr val="00B050"/>
                          </a:solidFill>
                          <a:latin typeface="Arial Narrow" panose="020B0606020202030204" pitchFamily="34" charset="0"/>
                        </a:rPr>
                        <a:t>60</a:t>
                      </a:r>
                    </a:p>
                  </a:txBody>
                  <a:tcPr/>
                </a:tc>
                <a:tc>
                  <a:txBody>
                    <a:bodyPr/>
                    <a:lstStyle/>
                    <a:p>
                      <a:pPr algn="ctr"/>
                      <a:r>
                        <a:rPr lang="en-AU" dirty="0">
                          <a:solidFill>
                            <a:schemeClr val="accent1"/>
                          </a:solidFill>
                          <a:latin typeface="Arial Narrow" panose="020B0606020202030204" pitchFamily="34" charset="0"/>
                        </a:rPr>
                        <a:t>130</a:t>
                      </a:r>
                    </a:p>
                  </a:txBody>
                  <a:tcPr/>
                </a:tc>
                <a:extLst>
                  <a:ext uri="{0D108BD9-81ED-4DB2-BD59-A6C34878D82A}">
                    <a16:rowId xmlns:a16="http://schemas.microsoft.com/office/drawing/2014/main" val="307225239"/>
                  </a:ext>
                </a:extLst>
              </a:tr>
              <a:tr h="370840">
                <a:tc>
                  <a:txBody>
                    <a:bodyPr/>
                    <a:lstStyle/>
                    <a:p>
                      <a:pPr algn="ctr"/>
                      <a:r>
                        <a:rPr lang="en-AU" dirty="0">
                          <a:solidFill>
                            <a:srgbClr val="00B050"/>
                          </a:solidFill>
                          <a:latin typeface="Arial Narrow" panose="020B0606020202030204" pitchFamily="34" charset="0"/>
                        </a:rPr>
                        <a:t>80</a:t>
                      </a:r>
                    </a:p>
                  </a:txBody>
                  <a:tcPr/>
                </a:tc>
                <a:tc>
                  <a:txBody>
                    <a:bodyPr/>
                    <a:lstStyle/>
                    <a:p>
                      <a:pPr algn="ctr"/>
                      <a:r>
                        <a:rPr lang="en-AU" dirty="0">
                          <a:solidFill>
                            <a:schemeClr val="accent1"/>
                          </a:solidFill>
                          <a:latin typeface="Arial Narrow" panose="020B0606020202030204" pitchFamily="34" charset="0"/>
                        </a:rPr>
                        <a:t>150</a:t>
                      </a:r>
                    </a:p>
                  </a:txBody>
                  <a:tcPr/>
                </a:tc>
                <a:extLst>
                  <a:ext uri="{0D108BD9-81ED-4DB2-BD59-A6C34878D82A}">
                    <a16:rowId xmlns:a16="http://schemas.microsoft.com/office/drawing/2014/main" val="2757838121"/>
                  </a:ext>
                </a:extLst>
              </a:tr>
              <a:tr h="370840">
                <a:tc>
                  <a:txBody>
                    <a:bodyPr/>
                    <a:lstStyle/>
                    <a:p>
                      <a:pPr algn="ctr"/>
                      <a:r>
                        <a:rPr lang="en-AU" dirty="0">
                          <a:latin typeface="Arial Narrow" panose="020B0606020202030204" pitchFamily="34" charset="0"/>
                        </a:rPr>
                        <a:t>Mean: 54</a:t>
                      </a:r>
                    </a:p>
                  </a:txBody>
                  <a:tcPr/>
                </a:tc>
                <a:tc>
                  <a:txBody>
                    <a:bodyPr/>
                    <a:lstStyle/>
                    <a:p>
                      <a:pPr algn="ctr"/>
                      <a:r>
                        <a:rPr lang="en-AU" dirty="0">
                          <a:latin typeface="Arial Narrow" panose="020B0606020202030204" pitchFamily="34" charset="0"/>
                        </a:rPr>
                        <a:t>Mean: 110</a:t>
                      </a:r>
                    </a:p>
                  </a:txBody>
                  <a:tcPr/>
                </a:tc>
                <a:extLst>
                  <a:ext uri="{0D108BD9-81ED-4DB2-BD59-A6C34878D82A}">
                    <a16:rowId xmlns:a16="http://schemas.microsoft.com/office/drawing/2014/main" val="2426260811"/>
                  </a:ext>
                </a:extLst>
              </a:tr>
            </a:tbl>
          </a:graphicData>
        </a:graphic>
      </p:graphicFrame>
      <p:sp>
        <p:nvSpPr>
          <p:cNvPr id="61" name="TextBox 60">
            <a:extLst>
              <a:ext uri="{FF2B5EF4-FFF2-40B4-BE49-F238E27FC236}">
                <a16:creationId xmlns:a16="http://schemas.microsoft.com/office/drawing/2014/main" id="{58DEFE96-E63D-4C1A-BE9A-F8C233C6BC2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Covariance</a:t>
            </a:r>
          </a:p>
        </p:txBody>
      </p:sp>
    </p:spTree>
    <p:extLst>
      <p:ext uri="{BB962C8B-B14F-4D97-AF65-F5344CB8AC3E}">
        <p14:creationId xmlns:p14="http://schemas.microsoft.com/office/powerpoint/2010/main" val="3411983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B2C54-8E06-9AC5-0037-09422FCCFA0B}"/>
            </a:ext>
          </a:extLst>
        </p:cNvPr>
        <p:cNvGrpSpPr/>
        <p:nvPr/>
      </p:nvGrpSpPr>
      <p:grpSpPr>
        <a:xfrm>
          <a:off x="0" y="0"/>
          <a:ext cx="0" cy="0"/>
          <a:chOff x="0" y="0"/>
          <a:chExt cx="0" cy="0"/>
        </a:xfrm>
      </p:grpSpPr>
      <p:graphicFrame>
        <p:nvGraphicFramePr>
          <p:cNvPr id="52" name="Chart 51">
            <a:extLst>
              <a:ext uri="{FF2B5EF4-FFF2-40B4-BE49-F238E27FC236}">
                <a16:creationId xmlns:a16="http://schemas.microsoft.com/office/drawing/2014/main" id="{AF09E7E8-8CDE-48BC-AA5D-C629697613F3}"/>
              </a:ext>
            </a:extLst>
          </p:cNvPr>
          <p:cNvGraphicFramePr>
            <a:graphicFrameLocks/>
          </p:cNvGraphicFramePr>
          <p:nvPr>
            <p:extLst>
              <p:ext uri="{D42A27DB-BD31-4B8C-83A1-F6EECF244321}">
                <p14:modId xmlns:p14="http://schemas.microsoft.com/office/powerpoint/2010/main" val="3634182650"/>
              </p:ext>
            </p:extLst>
          </p:nvPr>
        </p:nvGraphicFramePr>
        <p:xfrm>
          <a:off x="4885959" y="890781"/>
          <a:ext cx="6331571" cy="4248286"/>
        </p:xfrm>
        <a:graphic>
          <a:graphicData uri="http://schemas.openxmlformats.org/drawingml/2006/chart">
            <c:chart xmlns:c="http://schemas.openxmlformats.org/drawingml/2006/chart" xmlns:r="http://schemas.openxmlformats.org/officeDocument/2006/relationships" r:id="rId3"/>
          </a:graphicData>
        </a:graphic>
      </p:graphicFrame>
      <p:sp>
        <p:nvSpPr>
          <p:cNvPr id="58" name="Oval 57">
            <a:extLst>
              <a:ext uri="{FF2B5EF4-FFF2-40B4-BE49-F238E27FC236}">
                <a16:creationId xmlns:a16="http://schemas.microsoft.com/office/drawing/2014/main" id="{2EC9106F-2471-4CB1-B2AD-98F5E397765A}"/>
              </a:ext>
            </a:extLst>
          </p:cNvPr>
          <p:cNvSpPr/>
          <p:nvPr/>
        </p:nvSpPr>
        <p:spPr>
          <a:xfrm>
            <a:off x="6326150" y="2677010"/>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Oval 58">
            <a:extLst>
              <a:ext uri="{FF2B5EF4-FFF2-40B4-BE49-F238E27FC236}">
                <a16:creationId xmlns:a16="http://schemas.microsoft.com/office/drawing/2014/main" id="{817912C1-EF93-43D1-A0D4-238AC822E4E4}"/>
              </a:ext>
            </a:extLst>
          </p:cNvPr>
          <p:cNvSpPr/>
          <p:nvPr/>
        </p:nvSpPr>
        <p:spPr>
          <a:xfrm>
            <a:off x="7351322" y="2501358"/>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Oval 59">
            <a:extLst>
              <a:ext uri="{FF2B5EF4-FFF2-40B4-BE49-F238E27FC236}">
                <a16:creationId xmlns:a16="http://schemas.microsoft.com/office/drawing/2014/main" id="{BE067DBF-E3E4-4E9A-BC9C-C493401C1A8E}"/>
              </a:ext>
            </a:extLst>
          </p:cNvPr>
          <p:cNvSpPr/>
          <p:nvPr/>
        </p:nvSpPr>
        <p:spPr>
          <a:xfrm>
            <a:off x="8376494" y="2272337"/>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Oval 60">
            <a:extLst>
              <a:ext uri="{FF2B5EF4-FFF2-40B4-BE49-F238E27FC236}">
                <a16:creationId xmlns:a16="http://schemas.microsoft.com/office/drawing/2014/main" id="{4C40AAE2-EEC8-4C7E-8CAC-33E12EECB09C}"/>
              </a:ext>
            </a:extLst>
          </p:cNvPr>
          <p:cNvSpPr/>
          <p:nvPr/>
        </p:nvSpPr>
        <p:spPr>
          <a:xfrm>
            <a:off x="9401666" y="1644287"/>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Oval 61">
            <a:extLst>
              <a:ext uri="{FF2B5EF4-FFF2-40B4-BE49-F238E27FC236}">
                <a16:creationId xmlns:a16="http://schemas.microsoft.com/office/drawing/2014/main" id="{20336B49-D133-4432-91CA-C462BDE3BEDE}"/>
              </a:ext>
            </a:extLst>
          </p:cNvPr>
          <p:cNvSpPr/>
          <p:nvPr/>
        </p:nvSpPr>
        <p:spPr>
          <a:xfrm>
            <a:off x="10415408" y="1209951"/>
            <a:ext cx="108000" cy="108000"/>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Oval 62">
            <a:extLst>
              <a:ext uri="{FF2B5EF4-FFF2-40B4-BE49-F238E27FC236}">
                <a16:creationId xmlns:a16="http://schemas.microsoft.com/office/drawing/2014/main" id="{9EBA2A10-0918-42D3-87C1-E9171B45625A}"/>
              </a:ext>
            </a:extLst>
          </p:cNvPr>
          <p:cNvSpPr/>
          <p:nvPr/>
        </p:nvSpPr>
        <p:spPr>
          <a:xfrm>
            <a:off x="6325490" y="3105847"/>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Oval 63">
            <a:extLst>
              <a:ext uri="{FF2B5EF4-FFF2-40B4-BE49-F238E27FC236}">
                <a16:creationId xmlns:a16="http://schemas.microsoft.com/office/drawing/2014/main" id="{AADD523F-66FF-4110-949A-9DA104663ABC}"/>
              </a:ext>
            </a:extLst>
          </p:cNvPr>
          <p:cNvSpPr/>
          <p:nvPr/>
        </p:nvSpPr>
        <p:spPr>
          <a:xfrm>
            <a:off x="7351322" y="2679386"/>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val 64">
            <a:extLst>
              <a:ext uri="{FF2B5EF4-FFF2-40B4-BE49-F238E27FC236}">
                <a16:creationId xmlns:a16="http://schemas.microsoft.com/office/drawing/2014/main" id="{69D40F16-B6E3-488F-B2DB-23A7991B5A63}"/>
              </a:ext>
            </a:extLst>
          </p:cNvPr>
          <p:cNvSpPr/>
          <p:nvPr/>
        </p:nvSpPr>
        <p:spPr>
          <a:xfrm>
            <a:off x="8377154" y="3516277"/>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6" name="Oval 65">
            <a:extLst>
              <a:ext uri="{FF2B5EF4-FFF2-40B4-BE49-F238E27FC236}">
                <a16:creationId xmlns:a16="http://schemas.microsoft.com/office/drawing/2014/main" id="{A1C89A6A-D9E1-49C5-BA4D-72B9EEF188DC}"/>
              </a:ext>
            </a:extLst>
          </p:cNvPr>
          <p:cNvSpPr/>
          <p:nvPr/>
        </p:nvSpPr>
        <p:spPr>
          <a:xfrm>
            <a:off x="9402986" y="3516277"/>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7" name="Oval 66">
            <a:extLst>
              <a:ext uri="{FF2B5EF4-FFF2-40B4-BE49-F238E27FC236}">
                <a16:creationId xmlns:a16="http://schemas.microsoft.com/office/drawing/2014/main" id="{FB98BE07-F2BE-4A09-A8D7-D8985CE8EEA9}"/>
              </a:ext>
            </a:extLst>
          </p:cNvPr>
          <p:cNvSpPr/>
          <p:nvPr/>
        </p:nvSpPr>
        <p:spPr>
          <a:xfrm>
            <a:off x="10417388" y="3377777"/>
            <a:ext cx="108000" cy="108000"/>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8" name="Straight Connector 67">
            <a:extLst>
              <a:ext uri="{FF2B5EF4-FFF2-40B4-BE49-F238E27FC236}">
                <a16:creationId xmlns:a16="http://schemas.microsoft.com/office/drawing/2014/main" id="{5FB80A5D-81C1-4B88-9F12-66E49423FBA4}"/>
              </a:ext>
            </a:extLst>
          </p:cNvPr>
          <p:cNvCxnSpPr>
            <a:cxnSpLocks/>
          </p:cNvCxnSpPr>
          <p:nvPr/>
        </p:nvCxnSpPr>
        <p:spPr>
          <a:xfrm>
            <a:off x="5331080" y="3268220"/>
            <a:ext cx="5623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08BA5DD9-97A8-4BBC-9BDB-E0731D19CC1A}"/>
              </a:ext>
            </a:extLst>
          </p:cNvPr>
          <p:cNvSpPr txBox="1"/>
          <p:nvPr/>
        </p:nvSpPr>
        <p:spPr>
          <a:xfrm>
            <a:off x="11000360" y="3124760"/>
            <a:ext cx="898451" cy="276999"/>
          </a:xfrm>
          <a:prstGeom prst="rect">
            <a:avLst/>
          </a:prstGeom>
          <a:noFill/>
        </p:spPr>
        <p:txBody>
          <a:bodyPr wrap="none" rtlCol="0">
            <a:spAutoFit/>
          </a:bodyPr>
          <a:lstStyle/>
          <a:p>
            <a:r>
              <a:rPr lang="en-AU" sz="1200" dirty="0">
                <a:latin typeface="Arial Narrow" panose="020B0606020202030204" pitchFamily="34" charset="0"/>
              </a:rPr>
              <a:t>Mean (Time)</a:t>
            </a:r>
          </a:p>
        </p:txBody>
      </p:sp>
      <p:cxnSp>
        <p:nvCxnSpPr>
          <p:cNvPr id="70" name="Straight Connector 69">
            <a:extLst>
              <a:ext uri="{FF2B5EF4-FFF2-40B4-BE49-F238E27FC236}">
                <a16:creationId xmlns:a16="http://schemas.microsoft.com/office/drawing/2014/main" id="{EACDEB0A-B779-4827-A074-0154CEB9E74E}"/>
              </a:ext>
            </a:extLst>
          </p:cNvPr>
          <p:cNvCxnSpPr>
            <a:cxnSpLocks/>
          </p:cNvCxnSpPr>
          <p:nvPr/>
        </p:nvCxnSpPr>
        <p:spPr>
          <a:xfrm>
            <a:off x="6379490" y="3173276"/>
            <a:ext cx="0" cy="10499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A08FC52-4E01-472E-940A-E86E81E2B512}"/>
              </a:ext>
            </a:extLst>
          </p:cNvPr>
          <p:cNvCxnSpPr>
            <a:cxnSpLocks/>
          </p:cNvCxnSpPr>
          <p:nvPr/>
        </p:nvCxnSpPr>
        <p:spPr>
          <a:xfrm>
            <a:off x="7405322" y="2731010"/>
            <a:ext cx="0" cy="53224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8D80500-68B9-43E8-B0DF-66962A1D3C75}"/>
              </a:ext>
            </a:extLst>
          </p:cNvPr>
          <p:cNvCxnSpPr>
            <a:cxnSpLocks/>
          </p:cNvCxnSpPr>
          <p:nvPr/>
        </p:nvCxnSpPr>
        <p:spPr>
          <a:xfrm>
            <a:off x="8431154" y="3263259"/>
            <a:ext cx="0" cy="30701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F3C7EE4-20B7-4483-A2C1-36166AE706F7}"/>
              </a:ext>
            </a:extLst>
          </p:cNvPr>
          <p:cNvCxnSpPr>
            <a:cxnSpLocks/>
          </p:cNvCxnSpPr>
          <p:nvPr/>
        </p:nvCxnSpPr>
        <p:spPr>
          <a:xfrm>
            <a:off x="9449522" y="3278269"/>
            <a:ext cx="0" cy="29200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9007DBA-E34B-4E64-A0A6-CF303B4A0A22}"/>
              </a:ext>
            </a:extLst>
          </p:cNvPr>
          <p:cNvCxnSpPr>
            <a:cxnSpLocks/>
          </p:cNvCxnSpPr>
          <p:nvPr/>
        </p:nvCxnSpPr>
        <p:spPr>
          <a:xfrm>
            <a:off x="10469095" y="3263259"/>
            <a:ext cx="0" cy="17974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819F9B0E-D42F-49EE-ACE6-7D6F67F0B37C}"/>
              </a:ext>
            </a:extLst>
          </p:cNvPr>
          <p:cNvSpPr txBox="1"/>
          <p:nvPr/>
        </p:nvSpPr>
        <p:spPr>
          <a:xfrm>
            <a:off x="6427422" y="3014924"/>
            <a:ext cx="328936" cy="276999"/>
          </a:xfrm>
          <a:prstGeom prst="rect">
            <a:avLst/>
          </a:prstGeom>
          <a:noFill/>
        </p:spPr>
        <p:txBody>
          <a:bodyPr wrap="none" rtlCol="0">
            <a:spAutoFit/>
          </a:bodyPr>
          <a:lstStyle/>
          <a:p>
            <a:r>
              <a:rPr lang="en-AU" sz="1200" dirty="0">
                <a:latin typeface="Arial Narrow" panose="020B0606020202030204" pitchFamily="34" charset="0"/>
              </a:rPr>
              <a:t>+6</a:t>
            </a:r>
          </a:p>
        </p:txBody>
      </p:sp>
      <p:sp>
        <p:nvSpPr>
          <p:cNvPr id="77" name="TextBox 76">
            <a:extLst>
              <a:ext uri="{FF2B5EF4-FFF2-40B4-BE49-F238E27FC236}">
                <a16:creationId xmlns:a16="http://schemas.microsoft.com/office/drawing/2014/main" id="{65B8815F-9EAB-4764-8CCD-9BAC96A801D1}"/>
              </a:ext>
            </a:extLst>
          </p:cNvPr>
          <p:cNvSpPr txBox="1"/>
          <p:nvPr/>
        </p:nvSpPr>
        <p:spPr>
          <a:xfrm>
            <a:off x="7417104" y="2862654"/>
            <a:ext cx="399468" cy="276999"/>
          </a:xfrm>
          <a:prstGeom prst="rect">
            <a:avLst/>
          </a:prstGeom>
          <a:noFill/>
        </p:spPr>
        <p:txBody>
          <a:bodyPr wrap="none" rtlCol="0">
            <a:spAutoFit/>
          </a:bodyPr>
          <a:lstStyle/>
          <a:p>
            <a:r>
              <a:rPr lang="en-AU" sz="1200" dirty="0">
                <a:latin typeface="Arial Narrow" panose="020B0606020202030204" pitchFamily="34" charset="0"/>
              </a:rPr>
              <a:t>+26</a:t>
            </a:r>
          </a:p>
        </p:txBody>
      </p:sp>
      <p:sp>
        <p:nvSpPr>
          <p:cNvPr id="81" name="TextBox 80">
            <a:extLst>
              <a:ext uri="{FF2B5EF4-FFF2-40B4-BE49-F238E27FC236}">
                <a16:creationId xmlns:a16="http://schemas.microsoft.com/office/drawing/2014/main" id="{1ED23316-3171-4E90-B77B-4A43335895A5}"/>
              </a:ext>
            </a:extLst>
          </p:cNvPr>
          <p:cNvSpPr txBox="1"/>
          <p:nvPr/>
        </p:nvSpPr>
        <p:spPr>
          <a:xfrm>
            <a:off x="8406786" y="3239278"/>
            <a:ext cx="367408" cy="276999"/>
          </a:xfrm>
          <a:prstGeom prst="rect">
            <a:avLst/>
          </a:prstGeom>
          <a:noFill/>
        </p:spPr>
        <p:txBody>
          <a:bodyPr wrap="none" rtlCol="0">
            <a:spAutoFit/>
          </a:bodyPr>
          <a:lstStyle/>
          <a:p>
            <a:r>
              <a:rPr lang="en-AU" sz="1200" dirty="0">
                <a:latin typeface="Arial Narrow" panose="020B0606020202030204" pitchFamily="34" charset="0"/>
              </a:rPr>
              <a:t>-14</a:t>
            </a:r>
          </a:p>
        </p:txBody>
      </p:sp>
      <p:sp>
        <p:nvSpPr>
          <p:cNvPr id="82" name="TextBox 81">
            <a:extLst>
              <a:ext uri="{FF2B5EF4-FFF2-40B4-BE49-F238E27FC236}">
                <a16:creationId xmlns:a16="http://schemas.microsoft.com/office/drawing/2014/main" id="{AE8B5CD6-60B5-4513-94A7-1FB5ED509C4D}"/>
              </a:ext>
            </a:extLst>
          </p:cNvPr>
          <p:cNvSpPr txBox="1"/>
          <p:nvPr/>
        </p:nvSpPr>
        <p:spPr>
          <a:xfrm>
            <a:off x="9467000" y="3273182"/>
            <a:ext cx="367408" cy="276999"/>
          </a:xfrm>
          <a:prstGeom prst="rect">
            <a:avLst/>
          </a:prstGeom>
          <a:noFill/>
        </p:spPr>
        <p:txBody>
          <a:bodyPr wrap="none" rtlCol="0">
            <a:spAutoFit/>
          </a:bodyPr>
          <a:lstStyle/>
          <a:p>
            <a:r>
              <a:rPr lang="en-AU" sz="1200" dirty="0">
                <a:latin typeface="Arial Narrow" panose="020B0606020202030204" pitchFamily="34" charset="0"/>
              </a:rPr>
              <a:t>-14</a:t>
            </a:r>
          </a:p>
        </p:txBody>
      </p:sp>
      <p:sp>
        <p:nvSpPr>
          <p:cNvPr id="83" name="TextBox 82">
            <a:extLst>
              <a:ext uri="{FF2B5EF4-FFF2-40B4-BE49-F238E27FC236}">
                <a16:creationId xmlns:a16="http://schemas.microsoft.com/office/drawing/2014/main" id="{C8BA2B8C-6E01-4EB3-84E7-C787317DB75B}"/>
              </a:ext>
            </a:extLst>
          </p:cNvPr>
          <p:cNvSpPr txBox="1"/>
          <p:nvPr/>
        </p:nvSpPr>
        <p:spPr>
          <a:xfrm>
            <a:off x="10488742" y="3230866"/>
            <a:ext cx="296876" cy="276999"/>
          </a:xfrm>
          <a:prstGeom prst="rect">
            <a:avLst/>
          </a:prstGeom>
          <a:noFill/>
        </p:spPr>
        <p:txBody>
          <a:bodyPr wrap="none" rtlCol="0">
            <a:spAutoFit/>
          </a:bodyPr>
          <a:lstStyle/>
          <a:p>
            <a:r>
              <a:rPr lang="en-AU" sz="1200" dirty="0">
                <a:latin typeface="Arial Narrow" panose="020B0606020202030204" pitchFamily="34" charset="0"/>
              </a:rPr>
              <a:t>-4</a:t>
            </a:r>
          </a:p>
        </p:txBody>
      </p:sp>
      <p:cxnSp>
        <p:nvCxnSpPr>
          <p:cNvPr id="84" name="Straight Connector 83">
            <a:extLst>
              <a:ext uri="{FF2B5EF4-FFF2-40B4-BE49-F238E27FC236}">
                <a16:creationId xmlns:a16="http://schemas.microsoft.com/office/drawing/2014/main" id="{53CBFAD8-4E27-4D47-BFB8-1201AD8F8161}"/>
              </a:ext>
            </a:extLst>
          </p:cNvPr>
          <p:cNvCxnSpPr>
            <a:cxnSpLocks/>
          </p:cNvCxnSpPr>
          <p:nvPr/>
        </p:nvCxnSpPr>
        <p:spPr>
          <a:xfrm>
            <a:off x="5331080" y="2096945"/>
            <a:ext cx="5623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2BD65B1B-D5FE-4F38-93AB-3B813621AFDD}"/>
              </a:ext>
            </a:extLst>
          </p:cNvPr>
          <p:cNvSpPr txBox="1"/>
          <p:nvPr/>
        </p:nvSpPr>
        <p:spPr>
          <a:xfrm>
            <a:off x="10950535" y="1942849"/>
            <a:ext cx="1058303" cy="276999"/>
          </a:xfrm>
          <a:prstGeom prst="rect">
            <a:avLst/>
          </a:prstGeom>
          <a:noFill/>
        </p:spPr>
        <p:txBody>
          <a:bodyPr wrap="none" rtlCol="0">
            <a:spAutoFit/>
          </a:bodyPr>
          <a:lstStyle/>
          <a:p>
            <a:r>
              <a:rPr lang="en-AU" sz="1200" dirty="0">
                <a:latin typeface="Arial Narrow" panose="020B0606020202030204" pitchFamily="34" charset="0"/>
              </a:rPr>
              <a:t>Mean (Amount)</a:t>
            </a:r>
          </a:p>
        </p:txBody>
      </p:sp>
      <p:cxnSp>
        <p:nvCxnSpPr>
          <p:cNvPr id="86" name="Straight Connector 85">
            <a:extLst>
              <a:ext uri="{FF2B5EF4-FFF2-40B4-BE49-F238E27FC236}">
                <a16:creationId xmlns:a16="http://schemas.microsoft.com/office/drawing/2014/main" id="{35D24651-D95D-4C6F-8387-ECB2F4D63176}"/>
              </a:ext>
            </a:extLst>
          </p:cNvPr>
          <p:cNvCxnSpPr>
            <a:cxnSpLocks/>
          </p:cNvCxnSpPr>
          <p:nvPr/>
        </p:nvCxnSpPr>
        <p:spPr>
          <a:xfrm>
            <a:off x="6378580" y="2096945"/>
            <a:ext cx="0" cy="63406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37FB18C-BAF2-4FCD-821D-13712EE70D71}"/>
              </a:ext>
            </a:extLst>
          </p:cNvPr>
          <p:cNvCxnSpPr>
            <a:cxnSpLocks/>
          </p:cNvCxnSpPr>
          <p:nvPr/>
        </p:nvCxnSpPr>
        <p:spPr>
          <a:xfrm>
            <a:off x="7405322" y="2096945"/>
            <a:ext cx="0" cy="43644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61461AF-15C9-4755-8B71-D7D02889973E}"/>
              </a:ext>
            </a:extLst>
          </p:cNvPr>
          <p:cNvCxnSpPr>
            <a:cxnSpLocks/>
          </p:cNvCxnSpPr>
          <p:nvPr/>
        </p:nvCxnSpPr>
        <p:spPr>
          <a:xfrm>
            <a:off x="8421047" y="2096945"/>
            <a:ext cx="0" cy="23882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E61F1CE-44B5-4A01-9339-5FE6B4D10C2E}"/>
              </a:ext>
            </a:extLst>
          </p:cNvPr>
          <p:cNvCxnSpPr>
            <a:cxnSpLocks/>
          </p:cNvCxnSpPr>
          <p:nvPr/>
        </p:nvCxnSpPr>
        <p:spPr>
          <a:xfrm>
            <a:off x="9436772" y="1701709"/>
            <a:ext cx="0" cy="39523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F20994F-031A-4230-81EA-5C21DDBBD848}"/>
              </a:ext>
            </a:extLst>
          </p:cNvPr>
          <p:cNvCxnSpPr>
            <a:cxnSpLocks/>
          </p:cNvCxnSpPr>
          <p:nvPr/>
        </p:nvCxnSpPr>
        <p:spPr>
          <a:xfrm>
            <a:off x="10463514" y="1306473"/>
            <a:ext cx="0" cy="79047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E9EF2404-11F8-4FF7-844C-A9A421C9AC88}"/>
              </a:ext>
            </a:extLst>
          </p:cNvPr>
          <p:cNvSpPr txBox="1"/>
          <p:nvPr/>
        </p:nvSpPr>
        <p:spPr>
          <a:xfrm>
            <a:off x="6394643" y="2252613"/>
            <a:ext cx="367408" cy="276999"/>
          </a:xfrm>
          <a:prstGeom prst="rect">
            <a:avLst/>
          </a:prstGeom>
          <a:noFill/>
        </p:spPr>
        <p:txBody>
          <a:bodyPr wrap="none" rtlCol="0">
            <a:spAutoFit/>
          </a:bodyPr>
          <a:lstStyle/>
          <a:p>
            <a:r>
              <a:rPr lang="en-AU" sz="1200" dirty="0">
                <a:latin typeface="Arial Narrow" panose="020B0606020202030204" pitchFamily="34" charset="0"/>
              </a:rPr>
              <a:t>-30</a:t>
            </a:r>
          </a:p>
        </p:txBody>
      </p:sp>
      <p:sp>
        <p:nvSpPr>
          <p:cNvPr id="92" name="TextBox 91">
            <a:extLst>
              <a:ext uri="{FF2B5EF4-FFF2-40B4-BE49-F238E27FC236}">
                <a16:creationId xmlns:a16="http://schemas.microsoft.com/office/drawing/2014/main" id="{30EFF907-89C0-4DF4-BFE7-C409BE7CC5E8}"/>
              </a:ext>
            </a:extLst>
          </p:cNvPr>
          <p:cNvSpPr txBox="1"/>
          <p:nvPr/>
        </p:nvSpPr>
        <p:spPr>
          <a:xfrm>
            <a:off x="7410118" y="2153930"/>
            <a:ext cx="367408" cy="276999"/>
          </a:xfrm>
          <a:prstGeom prst="rect">
            <a:avLst/>
          </a:prstGeom>
          <a:noFill/>
        </p:spPr>
        <p:txBody>
          <a:bodyPr wrap="none" rtlCol="0">
            <a:spAutoFit/>
          </a:bodyPr>
          <a:lstStyle/>
          <a:p>
            <a:r>
              <a:rPr lang="en-AU" sz="1200" dirty="0">
                <a:latin typeface="Arial Narrow" panose="020B0606020202030204" pitchFamily="34" charset="0"/>
              </a:rPr>
              <a:t>-20</a:t>
            </a:r>
          </a:p>
        </p:txBody>
      </p:sp>
      <p:sp>
        <p:nvSpPr>
          <p:cNvPr id="93" name="TextBox 92">
            <a:extLst>
              <a:ext uri="{FF2B5EF4-FFF2-40B4-BE49-F238E27FC236}">
                <a16:creationId xmlns:a16="http://schemas.microsoft.com/office/drawing/2014/main" id="{B191668C-B03A-43A0-A540-9BF3D109607F}"/>
              </a:ext>
            </a:extLst>
          </p:cNvPr>
          <p:cNvSpPr txBox="1"/>
          <p:nvPr/>
        </p:nvSpPr>
        <p:spPr>
          <a:xfrm>
            <a:off x="8431128" y="2039573"/>
            <a:ext cx="367408" cy="276999"/>
          </a:xfrm>
          <a:prstGeom prst="rect">
            <a:avLst/>
          </a:prstGeom>
          <a:noFill/>
        </p:spPr>
        <p:txBody>
          <a:bodyPr wrap="none" rtlCol="0">
            <a:spAutoFit/>
          </a:bodyPr>
          <a:lstStyle/>
          <a:p>
            <a:r>
              <a:rPr lang="en-AU" sz="1200" dirty="0">
                <a:latin typeface="Arial Narrow" panose="020B0606020202030204" pitchFamily="34" charset="0"/>
              </a:rPr>
              <a:t>-10</a:t>
            </a:r>
          </a:p>
        </p:txBody>
      </p:sp>
      <p:sp>
        <p:nvSpPr>
          <p:cNvPr id="94" name="TextBox 93">
            <a:extLst>
              <a:ext uri="{FF2B5EF4-FFF2-40B4-BE49-F238E27FC236}">
                <a16:creationId xmlns:a16="http://schemas.microsoft.com/office/drawing/2014/main" id="{B06C7F3E-6A5B-4D77-A8D1-821C275D5230}"/>
              </a:ext>
            </a:extLst>
          </p:cNvPr>
          <p:cNvSpPr txBox="1"/>
          <p:nvPr/>
        </p:nvSpPr>
        <p:spPr>
          <a:xfrm>
            <a:off x="9421011" y="1804499"/>
            <a:ext cx="399468" cy="276999"/>
          </a:xfrm>
          <a:prstGeom prst="rect">
            <a:avLst/>
          </a:prstGeom>
          <a:noFill/>
        </p:spPr>
        <p:txBody>
          <a:bodyPr wrap="none" rtlCol="0">
            <a:spAutoFit/>
          </a:bodyPr>
          <a:lstStyle/>
          <a:p>
            <a:r>
              <a:rPr lang="en-AU" sz="1200" dirty="0">
                <a:latin typeface="Arial Narrow" panose="020B0606020202030204" pitchFamily="34" charset="0"/>
              </a:rPr>
              <a:t>+20</a:t>
            </a:r>
          </a:p>
        </p:txBody>
      </p:sp>
      <p:sp>
        <p:nvSpPr>
          <p:cNvPr id="95" name="TextBox 94">
            <a:extLst>
              <a:ext uri="{FF2B5EF4-FFF2-40B4-BE49-F238E27FC236}">
                <a16:creationId xmlns:a16="http://schemas.microsoft.com/office/drawing/2014/main" id="{0487484A-4FCC-4ECD-A500-1358C491C640}"/>
              </a:ext>
            </a:extLst>
          </p:cNvPr>
          <p:cNvSpPr txBox="1"/>
          <p:nvPr/>
        </p:nvSpPr>
        <p:spPr>
          <a:xfrm>
            <a:off x="10465978" y="1569425"/>
            <a:ext cx="399468" cy="276999"/>
          </a:xfrm>
          <a:prstGeom prst="rect">
            <a:avLst/>
          </a:prstGeom>
          <a:noFill/>
        </p:spPr>
        <p:txBody>
          <a:bodyPr wrap="none" rtlCol="0">
            <a:spAutoFit/>
          </a:bodyPr>
          <a:lstStyle/>
          <a:p>
            <a:r>
              <a:rPr lang="en-AU" sz="1200" dirty="0">
                <a:latin typeface="Arial Narrow" panose="020B0606020202030204" pitchFamily="34" charset="0"/>
              </a:rPr>
              <a:t>+40</a:t>
            </a: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6002143E-5228-4A82-80BC-622C3D8C3FC5}"/>
                  </a:ext>
                </a:extLst>
              </p:cNvPr>
              <p:cNvSpPr txBox="1"/>
              <p:nvPr/>
            </p:nvSpPr>
            <p:spPr>
              <a:xfrm>
                <a:off x="4272474" y="5281372"/>
                <a:ext cx="5129192" cy="47628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600" b="0" i="1" smtClean="0">
                          <a:latin typeface="Cambria Math" panose="02040503050406030204" pitchFamily="18" charset="0"/>
                        </a:rPr>
                        <m:t>=</m:t>
                      </m:r>
                      <m:f>
                        <m:fPr>
                          <m:ctrlPr>
                            <a:rPr lang="en-AU" sz="1600" i="1" smtClean="0">
                              <a:latin typeface="Cambria Math" panose="02040503050406030204" pitchFamily="18" charset="0"/>
                            </a:rPr>
                          </m:ctrlPr>
                        </m:fPr>
                        <m:num>
                          <m:d>
                            <m:dPr>
                              <m:ctrlPr>
                                <a:rPr lang="en-AU" sz="1600" b="0" i="1" smtClean="0">
                                  <a:latin typeface="Cambria Math" panose="02040503050406030204" pitchFamily="18" charset="0"/>
                                </a:rPr>
                              </m:ctrlPr>
                            </m:dPr>
                            <m:e>
                              <m:r>
                                <a:rPr lang="en-AU" sz="1600" b="0" i="1" smtClean="0">
                                  <a:solidFill>
                                    <a:srgbClr val="00B050"/>
                                  </a:solidFill>
                                  <a:latin typeface="Cambria Math" panose="02040503050406030204" pitchFamily="18" charset="0"/>
                                </a:rPr>
                                <m:t>6</m:t>
                              </m:r>
                            </m:e>
                          </m:d>
                          <m:d>
                            <m:dPr>
                              <m:ctrlPr>
                                <a:rPr lang="en-AU" sz="1600" b="0" i="1" smtClean="0">
                                  <a:latin typeface="Cambria Math" panose="02040503050406030204" pitchFamily="18" charset="0"/>
                                </a:rPr>
                              </m:ctrlPr>
                            </m:dPr>
                            <m:e>
                              <m:r>
                                <a:rPr lang="en-AU" sz="1600" b="0" i="1" smtClean="0">
                                  <a:solidFill>
                                    <a:srgbClr val="0070C0"/>
                                  </a:solidFill>
                                  <a:latin typeface="Cambria Math" panose="02040503050406030204" pitchFamily="18" charset="0"/>
                                </a:rPr>
                                <m:t>−30</m:t>
                              </m:r>
                            </m:e>
                          </m:d>
                          <m:r>
                            <a:rPr lang="en-AU" sz="1600" b="0" i="1" smtClean="0">
                              <a:latin typeface="Cambria Math" panose="02040503050406030204" pitchFamily="18" charset="0"/>
                            </a:rPr>
                            <m:t>+</m:t>
                          </m:r>
                          <m:d>
                            <m:dPr>
                              <m:ctrlPr>
                                <a:rPr lang="en-AU" sz="1600" i="1">
                                  <a:latin typeface="Cambria Math" panose="02040503050406030204" pitchFamily="18" charset="0"/>
                                </a:rPr>
                              </m:ctrlPr>
                            </m:dPr>
                            <m:e>
                              <m:r>
                                <a:rPr lang="en-AU" sz="1600" i="1" smtClean="0">
                                  <a:solidFill>
                                    <a:srgbClr val="00B050"/>
                                  </a:solidFill>
                                  <a:latin typeface="Cambria Math" panose="02040503050406030204" pitchFamily="18" charset="0"/>
                                </a:rPr>
                                <m:t>2</m:t>
                              </m:r>
                              <m:r>
                                <a:rPr lang="en-AU" sz="1600" b="0" i="1" smtClean="0">
                                  <a:solidFill>
                                    <a:srgbClr val="00B050"/>
                                  </a:solidFill>
                                  <a:latin typeface="Cambria Math" panose="02040503050406030204" pitchFamily="18" charset="0"/>
                                </a:rPr>
                                <m:t>6</m:t>
                              </m:r>
                            </m:e>
                          </m:d>
                          <m:d>
                            <m:dPr>
                              <m:ctrlPr>
                                <a:rPr lang="en-AU" sz="1600" i="1">
                                  <a:latin typeface="Cambria Math" panose="02040503050406030204" pitchFamily="18" charset="0"/>
                                </a:rPr>
                              </m:ctrlPr>
                            </m:dPr>
                            <m:e>
                              <m:r>
                                <a:rPr lang="en-AU" sz="1600" i="1">
                                  <a:solidFill>
                                    <a:srgbClr val="0070C0"/>
                                  </a:solidFill>
                                  <a:latin typeface="Cambria Math" panose="02040503050406030204" pitchFamily="18" charset="0"/>
                                </a:rPr>
                                <m:t>−</m:t>
                              </m:r>
                              <m:r>
                                <a:rPr lang="en-AU" sz="1600" b="0" i="1" smtClean="0">
                                  <a:solidFill>
                                    <a:srgbClr val="0070C0"/>
                                  </a:solidFill>
                                  <a:latin typeface="Cambria Math" panose="02040503050406030204" pitchFamily="18" charset="0"/>
                                </a:rPr>
                                <m:t>20</m:t>
                              </m:r>
                            </m:e>
                          </m:d>
                          <m:r>
                            <a:rPr lang="en-AU" sz="1600" b="0" i="1" smtClean="0">
                              <a:solidFill>
                                <a:schemeClr val="tx1"/>
                              </a:solidFill>
                              <a:latin typeface="Cambria Math" panose="02040503050406030204" pitchFamily="18" charset="0"/>
                            </a:rPr>
                            <m:t>+</m:t>
                          </m:r>
                          <m:d>
                            <m:dPr>
                              <m:ctrlPr>
                                <a:rPr lang="en-AU" sz="1600" i="1">
                                  <a:latin typeface="Cambria Math" panose="02040503050406030204" pitchFamily="18" charset="0"/>
                                </a:rPr>
                              </m:ctrlPr>
                            </m:dPr>
                            <m:e>
                              <m:r>
                                <a:rPr lang="en-AU" sz="1600" i="1">
                                  <a:solidFill>
                                    <a:srgbClr val="00B050"/>
                                  </a:solidFill>
                                  <a:latin typeface="Cambria Math" panose="02040503050406030204" pitchFamily="18" charset="0"/>
                                </a:rPr>
                                <m:t>−</m:t>
                              </m:r>
                              <m:r>
                                <a:rPr lang="en-AU" sz="1600" b="0" i="1" smtClean="0">
                                  <a:solidFill>
                                    <a:srgbClr val="00B050"/>
                                  </a:solidFill>
                                  <a:latin typeface="Cambria Math" panose="02040503050406030204" pitchFamily="18" charset="0"/>
                                </a:rPr>
                                <m:t>14</m:t>
                              </m:r>
                            </m:e>
                          </m:d>
                          <m:d>
                            <m:dPr>
                              <m:ctrlPr>
                                <a:rPr lang="en-AU" sz="1600" i="1">
                                  <a:latin typeface="Cambria Math" panose="02040503050406030204" pitchFamily="18" charset="0"/>
                                </a:rPr>
                              </m:ctrlPr>
                            </m:dPr>
                            <m:e>
                              <m:r>
                                <a:rPr lang="en-AU" sz="1600" i="1">
                                  <a:solidFill>
                                    <a:srgbClr val="0070C0"/>
                                  </a:solidFill>
                                  <a:latin typeface="Cambria Math" panose="02040503050406030204" pitchFamily="18" charset="0"/>
                                </a:rPr>
                                <m:t>−</m:t>
                              </m:r>
                              <m:r>
                                <a:rPr lang="en-AU" sz="1600" b="0" i="1" smtClean="0">
                                  <a:solidFill>
                                    <a:srgbClr val="0070C0"/>
                                  </a:solidFill>
                                  <a:latin typeface="Cambria Math" panose="02040503050406030204" pitchFamily="18" charset="0"/>
                                </a:rPr>
                                <m:t>10</m:t>
                              </m:r>
                            </m:e>
                          </m:d>
                          <m:r>
                            <a:rPr lang="en-AU" sz="1600" b="0" i="1" smtClean="0">
                              <a:solidFill>
                                <a:schemeClr val="tx1"/>
                              </a:solidFill>
                              <a:latin typeface="Cambria Math" panose="02040503050406030204" pitchFamily="18" charset="0"/>
                            </a:rPr>
                            <m:t>+</m:t>
                          </m:r>
                          <m:d>
                            <m:dPr>
                              <m:ctrlPr>
                                <a:rPr lang="en-AU" sz="1600" i="1">
                                  <a:latin typeface="Cambria Math" panose="02040503050406030204" pitchFamily="18" charset="0"/>
                                </a:rPr>
                              </m:ctrlPr>
                            </m:dPr>
                            <m:e>
                              <m:r>
                                <a:rPr lang="en-AU" sz="1600" b="0" i="1" smtClean="0">
                                  <a:solidFill>
                                    <a:srgbClr val="00B050"/>
                                  </a:solidFill>
                                  <a:latin typeface="Cambria Math" panose="02040503050406030204" pitchFamily="18" charset="0"/>
                                </a:rPr>
                                <m:t>−14</m:t>
                              </m:r>
                            </m:e>
                          </m:d>
                          <m:d>
                            <m:dPr>
                              <m:ctrlPr>
                                <a:rPr lang="en-AU" sz="1600" i="1">
                                  <a:latin typeface="Cambria Math" panose="02040503050406030204" pitchFamily="18" charset="0"/>
                                </a:rPr>
                              </m:ctrlPr>
                            </m:dPr>
                            <m:e>
                              <m:r>
                                <a:rPr lang="en-AU" sz="1600" b="0" i="1" smtClean="0">
                                  <a:solidFill>
                                    <a:srgbClr val="0070C0"/>
                                  </a:solidFill>
                                  <a:latin typeface="Cambria Math" panose="02040503050406030204" pitchFamily="18" charset="0"/>
                                </a:rPr>
                                <m:t>20</m:t>
                              </m:r>
                            </m:e>
                          </m:d>
                          <m:r>
                            <a:rPr lang="en-AU" sz="1600" b="0" i="1" smtClean="0">
                              <a:solidFill>
                                <a:schemeClr val="tx1"/>
                              </a:solidFill>
                              <a:latin typeface="Cambria Math" panose="02040503050406030204" pitchFamily="18" charset="0"/>
                            </a:rPr>
                            <m:t>+(</m:t>
                          </m:r>
                          <m:r>
                            <a:rPr lang="en-AU" sz="1600" b="0" i="1" smtClean="0">
                              <a:solidFill>
                                <a:srgbClr val="00B050"/>
                              </a:solidFill>
                              <a:latin typeface="Cambria Math" panose="02040503050406030204" pitchFamily="18" charset="0"/>
                            </a:rPr>
                            <m:t>−4</m:t>
                          </m:r>
                          <m:r>
                            <a:rPr lang="en-AU" sz="1600" b="0" i="1" smtClean="0">
                              <a:solidFill>
                                <a:schemeClr val="tx1"/>
                              </a:solidFill>
                              <a:latin typeface="Cambria Math" panose="02040503050406030204" pitchFamily="18" charset="0"/>
                            </a:rPr>
                            <m:t>)(</m:t>
                          </m:r>
                          <m:r>
                            <a:rPr lang="en-AU" sz="1600" b="0" i="1" smtClean="0">
                              <a:solidFill>
                                <a:srgbClr val="0070C0"/>
                              </a:solidFill>
                              <a:latin typeface="Cambria Math" panose="02040503050406030204" pitchFamily="18" charset="0"/>
                            </a:rPr>
                            <m:t>40</m:t>
                          </m:r>
                          <m:r>
                            <a:rPr lang="en-AU" sz="1600" b="0" i="1" smtClean="0">
                              <a:solidFill>
                                <a:schemeClr val="tx1"/>
                              </a:solidFill>
                              <a:latin typeface="Cambria Math" panose="02040503050406030204" pitchFamily="18" charset="0"/>
                            </a:rPr>
                            <m:t>)</m:t>
                          </m:r>
                        </m:num>
                        <m:den>
                          <m:r>
                            <a:rPr lang="en-AU" sz="1600" b="0" i="1" smtClean="0">
                              <a:latin typeface="Cambria Math" panose="02040503050406030204" pitchFamily="18" charset="0"/>
                            </a:rPr>
                            <m:t>4</m:t>
                          </m:r>
                        </m:den>
                      </m:f>
                    </m:oMath>
                  </m:oMathPara>
                </a14:m>
                <a:endParaRPr lang="en-AU" sz="1600" dirty="0"/>
              </a:p>
            </p:txBody>
          </p:sp>
        </mc:Choice>
        <mc:Fallback>
          <p:sp>
            <p:nvSpPr>
              <p:cNvPr id="48" name="TextBox 47">
                <a:extLst>
                  <a:ext uri="{FF2B5EF4-FFF2-40B4-BE49-F238E27FC236}">
                    <a16:creationId xmlns:a16="http://schemas.microsoft.com/office/drawing/2014/main" id="{6002143E-5228-4A82-80BC-622C3D8C3FC5}"/>
                  </a:ext>
                </a:extLst>
              </p:cNvPr>
              <p:cNvSpPr txBox="1">
                <a:spLocks noRot="1" noChangeAspect="1" noMove="1" noResize="1" noEditPoints="1" noAdjustHandles="1" noChangeArrowheads="1" noChangeShapeType="1" noTextEdit="1"/>
              </p:cNvSpPr>
              <p:nvPr/>
            </p:nvSpPr>
            <p:spPr>
              <a:xfrm>
                <a:off x="4272474" y="5281372"/>
                <a:ext cx="5129192" cy="476284"/>
              </a:xfrm>
              <a:prstGeom prst="rect">
                <a:avLst/>
              </a:prstGeom>
              <a:blipFill>
                <a:blip r:embed="rId4"/>
                <a:stretch>
                  <a:fillRect r="-13317"/>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1BE0A41A-CCB7-4045-84FF-CD57F56FE8B5}"/>
                  </a:ext>
                </a:extLst>
              </p:cNvPr>
              <p:cNvSpPr txBox="1"/>
              <p:nvPr/>
            </p:nvSpPr>
            <p:spPr>
              <a:xfrm>
                <a:off x="4272474" y="5871919"/>
                <a:ext cx="5129192" cy="46102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600" b="0" i="1" smtClean="0">
                          <a:latin typeface="Cambria Math" panose="02040503050406030204" pitchFamily="18" charset="0"/>
                        </a:rPr>
                        <m:t>=</m:t>
                      </m:r>
                      <m:f>
                        <m:fPr>
                          <m:ctrlPr>
                            <a:rPr lang="en-AU" sz="1600" i="1" smtClean="0">
                              <a:latin typeface="Cambria Math" panose="02040503050406030204" pitchFamily="18" charset="0"/>
                            </a:rPr>
                          </m:ctrlPr>
                        </m:fPr>
                        <m:num>
                          <m:r>
                            <a:rPr lang="en-AU" sz="1600" b="0" i="1" smtClean="0">
                              <a:latin typeface="Cambria Math" panose="02040503050406030204" pitchFamily="18" charset="0"/>
                            </a:rPr>
                            <m:t>−280</m:t>
                          </m:r>
                        </m:num>
                        <m:den>
                          <m:r>
                            <a:rPr lang="en-AU" sz="1600" b="0" i="1" smtClean="0">
                              <a:latin typeface="Cambria Math" panose="02040503050406030204" pitchFamily="18" charset="0"/>
                            </a:rPr>
                            <m:t>4</m:t>
                          </m:r>
                        </m:den>
                      </m:f>
                    </m:oMath>
                  </m:oMathPara>
                </a14:m>
                <a:endParaRPr lang="en-AU" sz="1600" dirty="0"/>
              </a:p>
            </p:txBody>
          </p:sp>
        </mc:Choice>
        <mc:Fallback>
          <p:sp>
            <p:nvSpPr>
              <p:cNvPr id="50" name="TextBox 49">
                <a:extLst>
                  <a:ext uri="{FF2B5EF4-FFF2-40B4-BE49-F238E27FC236}">
                    <a16:creationId xmlns:a16="http://schemas.microsoft.com/office/drawing/2014/main" id="{1BE0A41A-CCB7-4045-84FF-CD57F56FE8B5}"/>
                  </a:ext>
                </a:extLst>
              </p:cNvPr>
              <p:cNvSpPr txBox="1">
                <a:spLocks noRot="1" noChangeAspect="1" noMove="1" noResize="1" noEditPoints="1" noAdjustHandles="1" noChangeArrowheads="1" noChangeShapeType="1" noTextEdit="1"/>
              </p:cNvSpPr>
              <p:nvPr/>
            </p:nvSpPr>
            <p:spPr>
              <a:xfrm>
                <a:off x="4272474" y="5871919"/>
                <a:ext cx="5129192" cy="461024"/>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74A6A6B5-17AE-4A2C-B652-0F715DEDAAF8}"/>
                  </a:ext>
                </a:extLst>
              </p:cNvPr>
              <p:cNvSpPr txBox="1"/>
              <p:nvPr/>
            </p:nvSpPr>
            <p:spPr>
              <a:xfrm>
                <a:off x="4272474" y="6533265"/>
                <a:ext cx="5129192" cy="24622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600" b="0" i="1" smtClean="0">
                          <a:latin typeface="Cambria Math" panose="02040503050406030204" pitchFamily="18" charset="0"/>
                        </a:rPr>
                        <m:t>=</m:t>
                      </m:r>
                      <m:r>
                        <a:rPr lang="en-AU" sz="1600" i="1" smtClean="0">
                          <a:latin typeface="Cambria Math" panose="02040503050406030204" pitchFamily="18" charset="0"/>
                        </a:rPr>
                        <m:t>−</m:t>
                      </m:r>
                      <m:r>
                        <a:rPr lang="en-AU" sz="1600" b="0" i="1" smtClean="0">
                          <a:latin typeface="Cambria Math" panose="02040503050406030204" pitchFamily="18" charset="0"/>
                        </a:rPr>
                        <m:t>70</m:t>
                      </m:r>
                    </m:oMath>
                  </m:oMathPara>
                </a14:m>
                <a:endParaRPr lang="en-AU" sz="1600" dirty="0"/>
              </a:p>
            </p:txBody>
          </p:sp>
        </mc:Choice>
        <mc:Fallback>
          <p:sp>
            <p:nvSpPr>
              <p:cNvPr id="53" name="TextBox 52">
                <a:extLst>
                  <a:ext uri="{FF2B5EF4-FFF2-40B4-BE49-F238E27FC236}">
                    <a16:creationId xmlns:a16="http://schemas.microsoft.com/office/drawing/2014/main" id="{74A6A6B5-17AE-4A2C-B652-0F715DEDAAF8}"/>
                  </a:ext>
                </a:extLst>
              </p:cNvPr>
              <p:cNvSpPr txBox="1">
                <a:spLocks noRot="1" noChangeAspect="1" noMove="1" noResize="1" noEditPoints="1" noAdjustHandles="1" noChangeArrowheads="1" noChangeShapeType="1" noTextEdit="1"/>
              </p:cNvSpPr>
              <p:nvPr/>
            </p:nvSpPr>
            <p:spPr>
              <a:xfrm>
                <a:off x="4272474" y="6533265"/>
                <a:ext cx="5129192" cy="246221"/>
              </a:xfrm>
              <a:prstGeom prst="rect">
                <a:avLst/>
              </a:prstGeom>
              <a:blipFill>
                <a:blip r:embed="rId6"/>
                <a:stretch>
                  <a:fillRect l="-832" b="-5000"/>
                </a:stretch>
              </a:blipFill>
            </p:spPr>
            <p:txBody>
              <a:bodyPr/>
              <a:lstStyle/>
              <a:p>
                <a:r>
                  <a:rPr lang="en-AU">
                    <a:noFill/>
                  </a:rPr>
                  <a:t> </a:t>
                </a:r>
              </a:p>
            </p:txBody>
          </p:sp>
        </mc:Fallback>
      </mc:AlternateContent>
      <p:graphicFrame>
        <p:nvGraphicFramePr>
          <p:cNvPr id="55" name="Table 2">
            <a:extLst>
              <a:ext uri="{FF2B5EF4-FFF2-40B4-BE49-F238E27FC236}">
                <a16:creationId xmlns:a16="http://schemas.microsoft.com/office/drawing/2014/main" id="{ED98AFA9-F1E1-4EE7-AAE2-40FF98A5B55A}"/>
              </a:ext>
            </a:extLst>
          </p:cNvPr>
          <p:cNvGraphicFramePr>
            <a:graphicFrameLocks noGrp="1"/>
          </p:cNvGraphicFramePr>
          <p:nvPr>
            <p:extLst>
              <p:ext uri="{D42A27DB-BD31-4B8C-83A1-F6EECF244321}">
                <p14:modId xmlns:p14="http://schemas.microsoft.com/office/powerpoint/2010/main" val="706745210"/>
              </p:ext>
            </p:extLst>
          </p:nvPr>
        </p:nvGraphicFramePr>
        <p:xfrm>
          <a:off x="922420" y="1317951"/>
          <a:ext cx="3214370" cy="2595880"/>
        </p:xfrm>
        <a:graphic>
          <a:graphicData uri="http://schemas.openxmlformats.org/drawingml/2006/table">
            <a:tbl>
              <a:tblPr firstRow="1" bandRow="1">
                <a:tableStyleId>{073A0DAA-6AF3-43AB-8588-CEC1D06C72B9}</a:tableStyleId>
              </a:tblPr>
              <a:tblGrid>
                <a:gridCol w="1607185">
                  <a:extLst>
                    <a:ext uri="{9D8B030D-6E8A-4147-A177-3AD203B41FA5}">
                      <a16:colId xmlns:a16="http://schemas.microsoft.com/office/drawing/2014/main" val="825999274"/>
                    </a:ext>
                  </a:extLst>
                </a:gridCol>
                <a:gridCol w="1607185">
                  <a:extLst>
                    <a:ext uri="{9D8B030D-6E8A-4147-A177-3AD203B41FA5}">
                      <a16:colId xmlns:a16="http://schemas.microsoft.com/office/drawing/2014/main" val="2532125228"/>
                    </a:ext>
                  </a:extLst>
                </a:gridCol>
              </a:tblGrid>
              <a:tr h="370840">
                <a:tc>
                  <a:txBody>
                    <a:bodyPr/>
                    <a:lstStyle/>
                    <a:p>
                      <a:pPr algn="ctr"/>
                      <a:r>
                        <a:rPr lang="en-AU" dirty="0">
                          <a:latin typeface="Arial Narrow" panose="020B0606020202030204" pitchFamily="34" charset="0"/>
                        </a:rPr>
                        <a:t>Time (mins)</a:t>
                      </a:r>
                    </a:p>
                  </a:txBody>
                  <a:tcPr/>
                </a:tc>
                <a:tc>
                  <a:txBody>
                    <a:bodyPr/>
                    <a:lstStyle/>
                    <a:p>
                      <a:pPr algn="ctr"/>
                      <a:r>
                        <a:rPr lang="en-AU" dirty="0">
                          <a:latin typeface="Arial Narrow" panose="020B0606020202030204" pitchFamily="34" charset="0"/>
                        </a:rPr>
                        <a:t>Amount ($)</a:t>
                      </a:r>
                    </a:p>
                  </a:txBody>
                  <a:tcPr/>
                </a:tc>
                <a:extLst>
                  <a:ext uri="{0D108BD9-81ED-4DB2-BD59-A6C34878D82A}">
                    <a16:rowId xmlns:a16="http://schemas.microsoft.com/office/drawing/2014/main" val="524104999"/>
                  </a:ext>
                </a:extLst>
              </a:tr>
              <a:tr h="370840">
                <a:tc>
                  <a:txBody>
                    <a:bodyPr/>
                    <a:lstStyle/>
                    <a:p>
                      <a:pPr algn="ctr"/>
                      <a:r>
                        <a:rPr lang="en-AU" dirty="0">
                          <a:solidFill>
                            <a:srgbClr val="00B050"/>
                          </a:solidFill>
                          <a:latin typeface="Arial Narrow" panose="020B0606020202030204" pitchFamily="34" charset="0"/>
                        </a:rPr>
                        <a:t>60</a:t>
                      </a:r>
                    </a:p>
                  </a:txBody>
                  <a:tcPr/>
                </a:tc>
                <a:tc>
                  <a:txBody>
                    <a:bodyPr/>
                    <a:lstStyle/>
                    <a:p>
                      <a:pPr algn="ctr"/>
                      <a:r>
                        <a:rPr lang="en-AU" dirty="0">
                          <a:solidFill>
                            <a:schemeClr val="accent1"/>
                          </a:solidFill>
                          <a:latin typeface="Arial Narrow" panose="020B0606020202030204" pitchFamily="34" charset="0"/>
                        </a:rPr>
                        <a:t>80</a:t>
                      </a:r>
                    </a:p>
                  </a:txBody>
                  <a:tcPr/>
                </a:tc>
                <a:extLst>
                  <a:ext uri="{0D108BD9-81ED-4DB2-BD59-A6C34878D82A}">
                    <a16:rowId xmlns:a16="http://schemas.microsoft.com/office/drawing/2014/main" val="1261660882"/>
                  </a:ext>
                </a:extLst>
              </a:tr>
              <a:tr h="370840">
                <a:tc>
                  <a:txBody>
                    <a:bodyPr/>
                    <a:lstStyle/>
                    <a:p>
                      <a:pPr algn="ctr"/>
                      <a:r>
                        <a:rPr lang="en-AU" dirty="0">
                          <a:solidFill>
                            <a:srgbClr val="00B050"/>
                          </a:solidFill>
                          <a:latin typeface="Arial Narrow" panose="020B0606020202030204" pitchFamily="34" charset="0"/>
                        </a:rPr>
                        <a:t>80</a:t>
                      </a:r>
                    </a:p>
                  </a:txBody>
                  <a:tcPr/>
                </a:tc>
                <a:tc>
                  <a:txBody>
                    <a:bodyPr/>
                    <a:lstStyle/>
                    <a:p>
                      <a:pPr algn="ctr"/>
                      <a:r>
                        <a:rPr lang="en-AU" dirty="0">
                          <a:solidFill>
                            <a:schemeClr val="accent1"/>
                          </a:solidFill>
                          <a:latin typeface="Arial Narrow" panose="020B0606020202030204" pitchFamily="34" charset="0"/>
                        </a:rPr>
                        <a:t>90</a:t>
                      </a:r>
                    </a:p>
                  </a:txBody>
                  <a:tcPr/>
                </a:tc>
                <a:extLst>
                  <a:ext uri="{0D108BD9-81ED-4DB2-BD59-A6C34878D82A}">
                    <a16:rowId xmlns:a16="http://schemas.microsoft.com/office/drawing/2014/main" val="3903861114"/>
                  </a:ext>
                </a:extLst>
              </a:tr>
              <a:tr h="370840">
                <a:tc>
                  <a:txBody>
                    <a:bodyPr/>
                    <a:lstStyle/>
                    <a:p>
                      <a:pPr algn="ctr"/>
                      <a:r>
                        <a:rPr lang="en-AU" dirty="0">
                          <a:solidFill>
                            <a:srgbClr val="00B050"/>
                          </a:solidFill>
                          <a:latin typeface="Arial Narrow" panose="020B0606020202030204" pitchFamily="34" charset="0"/>
                        </a:rPr>
                        <a:t>40</a:t>
                      </a:r>
                    </a:p>
                  </a:txBody>
                  <a:tcPr/>
                </a:tc>
                <a:tc>
                  <a:txBody>
                    <a:bodyPr/>
                    <a:lstStyle/>
                    <a:p>
                      <a:pPr algn="ctr"/>
                      <a:r>
                        <a:rPr lang="en-AU" dirty="0">
                          <a:solidFill>
                            <a:schemeClr val="accent1"/>
                          </a:solidFill>
                          <a:latin typeface="Arial Narrow" panose="020B0606020202030204" pitchFamily="34" charset="0"/>
                        </a:rPr>
                        <a:t>100</a:t>
                      </a:r>
                    </a:p>
                  </a:txBody>
                  <a:tcPr/>
                </a:tc>
                <a:extLst>
                  <a:ext uri="{0D108BD9-81ED-4DB2-BD59-A6C34878D82A}">
                    <a16:rowId xmlns:a16="http://schemas.microsoft.com/office/drawing/2014/main" val="2611359017"/>
                  </a:ext>
                </a:extLst>
              </a:tr>
              <a:tr h="370840">
                <a:tc>
                  <a:txBody>
                    <a:bodyPr/>
                    <a:lstStyle/>
                    <a:p>
                      <a:pPr algn="ctr"/>
                      <a:r>
                        <a:rPr lang="en-AU" dirty="0">
                          <a:solidFill>
                            <a:srgbClr val="00B050"/>
                          </a:solidFill>
                          <a:latin typeface="Arial Narrow" panose="020B0606020202030204" pitchFamily="34" charset="0"/>
                        </a:rPr>
                        <a:t>40</a:t>
                      </a:r>
                    </a:p>
                  </a:txBody>
                  <a:tcPr/>
                </a:tc>
                <a:tc>
                  <a:txBody>
                    <a:bodyPr/>
                    <a:lstStyle/>
                    <a:p>
                      <a:pPr algn="ctr"/>
                      <a:r>
                        <a:rPr lang="en-AU" dirty="0">
                          <a:solidFill>
                            <a:schemeClr val="accent1"/>
                          </a:solidFill>
                          <a:latin typeface="Arial Narrow" panose="020B0606020202030204" pitchFamily="34" charset="0"/>
                        </a:rPr>
                        <a:t>130</a:t>
                      </a:r>
                    </a:p>
                  </a:txBody>
                  <a:tcPr/>
                </a:tc>
                <a:extLst>
                  <a:ext uri="{0D108BD9-81ED-4DB2-BD59-A6C34878D82A}">
                    <a16:rowId xmlns:a16="http://schemas.microsoft.com/office/drawing/2014/main" val="307225239"/>
                  </a:ext>
                </a:extLst>
              </a:tr>
              <a:tr h="370840">
                <a:tc>
                  <a:txBody>
                    <a:bodyPr/>
                    <a:lstStyle/>
                    <a:p>
                      <a:pPr algn="ctr"/>
                      <a:r>
                        <a:rPr lang="en-AU" dirty="0">
                          <a:solidFill>
                            <a:srgbClr val="00B050"/>
                          </a:solidFill>
                          <a:latin typeface="Arial Narrow" panose="020B0606020202030204" pitchFamily="34" charset="0"/>
                        </a:rPr>
                        <a:t>50</a:t>
                      </a:r>
                    </a:p>
                  </a:txBody>
                  <a:tcPr/>
                </a:tc>
                <a:tc>
                  <a:txBody>
                    <a:bodyPr/>
                    <a:lstStyle/>
                    <a:p>
                      <a:pPr algn="ctr"/>
                      <a:r>
                        <a:rPr lang="en-AU" dirty="0">
                          <a:solidFill>
                            <a:schemeClr val="accent1"/>
                          </a:solidFill>
                          <a:latin typeface="Arial Narrow" panose="020B0606020202030204" pitchFamily="34" charset="0"/>
                        </a:rPr>
                        <a:t>150</a:t>
                      </a:r>
                    </a:p>
                  </a:txBody>
                  <a:tcPr/>
                </a:tc>
                <a:extLst>
                  <a:ext uri="{0D108BD9-81ED-4DB2-BD59-A6C34878D82A}">
                    <a16:rowId xmlns:a16="http://schemas.microsoft.com/office/drawing/2014/main" val="2757838121"/>
                  </a:ext>
                </a:extLst>
              </a:tr>
              <a:tr h="370840">
                <a:tc>
                  <a:txBody>
                    <a:bodyPr/>
                    <a:lstStyle/>
                    <a:p>
                      <a:pPr algn="ctr"/>
                      <a:r>
                        <a:rPr lang="en-AU" dirty="0">
                          <a:latin typeface="Arial Narrow" panose="020B0606020202030204" pitchFamily="34" charset="0"/>
                        </a:rPr>
                        <a:t>Mean: 54</a:t>
                      </a:r>
                    </a:p>
                  </a:txBody>
                  <a:tcPr/>
                </a:tc>
                <a:tc>
                  <a:txBody>
                    <a:bodyPr/>
                    <a:lstStyle/>
                    <a:p>
                      <a:pPr algn="ctr"/>
                      <a:r>
                        <a:rPr lang="en-AU" dirty="0">
                          <a:latin typeface="Arial Narrow" panose="020B0606020202030204" pitchFamily="34" charset="0"/>
                        </a:rPr>
                        <a:t>Mean: 110</a:t>
                      </a:r>
                    </a:p>
                  </a:txBody>
                  <a:tcPr/>
                </a:tc>
                <a:extLst>
                  <a:ext uri="{0D108BD9-81ED-4DB2-BD59-A6C34878D82A}">
                    <a16:rowId xmlns:a16="http://schemas.microsoft.com/office/drawing/2014/main" val="2426260811"/>
                  </a:ext>
                </a:extLst>
              </a:tr>
            </a:tbl>
          </a:graphicData>
        </a:graphic>
      </p:graphicFrame>
      <p:sp>
        <p:nvSpPr>
          <p:cNvPr id="49" name="TextBox 48">
            <a:extLst>
              <a:ext uri="{FF2B5EF4-FFF2-40B4-BE49-F238E27FC236}">
                <a16:creationId xmlns:a16="http://schemas.microsoft.com/office/drawing/2014/main" id="{481BB63F-BB9C-4CE5-811E-166FBA385086}"/>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Covariance</a:t>
            </a:r>
          </a:p>
        </p:txBody>
      </p: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F6875FEC-5DDA-4EF7-99D1-9CB8CDD8DF7F}"/>
                  </a:ext>
                </a:extLst>
              </p:cNvPr>
              <p:cNvSpPr txBox="1"/>
              <p:nvPr/>
            </p:nvSpPr>
            <p:spPr>
              <a:xfrm>
                <a:off x="2068322" y="5301408"/>
                <a:ext cx="2104742" cy="481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m:t>
                      </m:r>
                      <m:f>
                        <m:fPr>
                          <m:ctrlPr>
                            <a:rPr lang="en-AU" sz="1600" i="1" smtClean="0">
                              <a:latin typeface="Cambria Math" panose="02040503050406030204" pitchFamily="18" charset="0"/>
                            </a:rPr>
                          </m:ctrlPr>
                        </m:fPr>
                        <m:num>
                          <m:nary>
                            <m:naryPr>
                              <m:chr m:val="∑"/>
                              <m:ctrlPr>
                                <a:rPr lang="en-AU" sz="1600" i="1" smtClean="0">
                                  <a:latin typeface="Cambria Math" panose="02040503050406030204" pitchFamily="18" charset="0"/>
                                </a:rPr>
                              </m:ctrlPr>
                            </m:naryPr>
                            <m:sub>
                              <m:r>
                                <m:rPr>
                                  <m:brk m:alnAt="23"/>
                                </m:rPr>
                                <a:rPr lang="en-AU" sz="1600" b="0" i="1" smtClean="0">
                                  <a:latin typeface="Cambria Math" panose="02040503050406030204" pitchFamily="18" charset="0"/>
                                </a:rPr>
                                <m:t>𝑖</m:t>
                              </m:r>
                              <m:r>
                                <a:rPr lang="en-AU" sz="1600" b="0" i="1" smtClean="0">
                                  <a:latin typeface="Cambria Math" panose="02040503050406030204" pitchFamily="18" charset="0"/>
                                </a:rPr>
                                <m:t>=1</m:t>
                              </m:r>
                            </m:sub>
                            <m:sup>
                              <m:r>
                                <a:rPr lang="en-AU" sz="1600" b="0" i="1" smtClean="0">
                                  <a:latin typeface="Cambria Math" panose="02040503050406030204" pitchFamily="18" charset="0"/>
                                </a:rPr>
                                <m:t>𝑛</m:t>
                              </m:r>
                            </m:sup>
                            <m:e>
                              <m:d>
                                <m:dPr>
                                  <m:ctrlPr>
                                    <a:rPr lang="en-AU" sz="1600" i="1" smtClean="0">
                                      <a:latin typeface="Cambria Math" panose="02040503050406030204" pitchFamily="18" charset="0"/>
                                    </a:rPr>
                                  </m:ctrlPr>
                                </m:dPr>
                                <m:e>
                                  <m:sSub>
                                    <m:sSubPr>
                                      <m:ctrlPr>
                                        <a:rPr lang="en-AU" sz="1600" i="1" smtClean="0">
                                          <a:latin typeface="Cambria Math" panose="02040503050406030204" pitchFamily="18" charset="0"/>
                                        </a:rPr>
                                      </m:ctrlPr>
                                    </m:sSubPr>
                                    <m:e>
                                      <m:r>
                                        <a:rPr lang="en-AU" sz="1600" b="0" i="1" smtClean="0">
                                          <a:latin typeface="Cambria Math" panose="02040503050406030204" pitchFamily="18" charset="0"/>
                                        </a:rPr>
                                        <m:t>𝑥</m:t>
                                      </m:r>
                                    </m:e>
                                    <m:sub>
                                      <m:r>
                                        <a:rPr lang="en-AU" sz="1600" b="0" i="1" smtClean="0">
                                          <a:latin typeface="Cambria Math" panose="02040503050406030204" pitchFamily="18" charset="0"/>
                                        </a:rPr>
                                        <m:t>𝑖</m:t>
                                      </m:r>
                                    </m:sub>
                                  </m:sSub>
                                  <m:r>
                                    <a:rPr lang="en-AU" sz="1600" b="0" i="1" smtClean="0">
                                      <a:latin typeface="Cambria Math" panose="02040503050406030204" pitchFamily="18" charset="0"/>
                                    </a:rPr>
                                    <m:t>−</m:t>
                                  </m:r>
                                  <m:acc>
                                    <m:accPr>
                                      <m:chr m:val="̅"/>
                                      <m:ctrlPr>
                                        <a:rPr lang="en-AU" sz="1600" b="0" i="1" smtClean="0">
                                          <a:latin typeface="Cambria Math" panose="02040503050406030204" pitchFamily="18" charset="0"/>
                                        </a:rPr>
                                      </m:ctrlPr>
                                    </m:accPr>
                                    <m:e>
                                      <m:r>
                                        <a:rPr lang="en-AU" sz="1600" b="0" i="1" smtClean="0">
                                          <a:latin typeface="Cambria Math" panose="02040503050406030204" pitchFamily="18" charset="0"/>
                                        </a:rPr>
                                        <m:t>𝑥</m:t>
                                      </m:r>
                                    </m:e>
                                  </m:acc>
                                </m:e>
                              </m:d>
                            </m:e>
                          </m:nary>
                          <m:d>
                            <m:dPr>
                              <m:ctrlPr>
                                <a:rPr lang="en-AU" sz="1600" i="1" smtClean="0">
                                  <a:latin typeface="Cambria Math" panose="02040503050406030204" pitchFamily="18" charset="0"/>
                                </a:rPr>
                              </m:ctrlPr>
                            </m:dPr>
                            <m:e>
                              <m:sSub>
                                <m:sSubPr>
                                  <m:ctrlPr>
                                    <a:rPr lang="en-AU" sz="1600" i="1">
                                      <a:latin typeface="Cambria Math" panose="02040503050406030204" pitchFamily="18" charset="0"/>
                                    </a:rPr>
                                  </m:ctrlPr>
                                </m:sSubPr>
                                <m:e>
                                  <m:r>
                                    <a:rPr lang="en-AU" sz="1600" b="0" i="1" smtClean="0">
                                      <a:latin typeface="Cambria Math" panose="02040503050406030204" pitchFamily="18" charset="0"/>
                                    </a:rPr>
                                    <m:t>𝑦</m:t>
                                  </m:r>
                                </m:e>
                                <m:sub>
                                  <m:r>
                                    <a:rPr lang="en-AU" sz="1600" b="0" i="1" smtClean="0">
                                      <a:latin typeface="Cambria Math" panose="02040503050406030204" pitchFamily="18" charset="0"/>
                                    </a:rPr>
                                    <m:t>𝑖</m:t>
                                  </m:r>
                                </m:sub>
                              </m:sSub>
                              <m:r>
                                <a:rPr lang="en-AU" sz="1600" i="1">
                                  <a:latin typeface="Cambria Math" panose="02040503050406030204" pitchFamily="18" charset="0"/>
                                </a:rPr>
                                <m:t>−</m:t>
                              </m:r>
                              <m:acc>
                                <m:accPr>
                                  <m:chr m:val="̅"/>
                                  <m:ctrlPr>
                                    <a:rPr lang="en-AU" sz="1600" i="1">
                                      <a:latin typeface="Cambria Math" panose="02040503050406030204" pitchFamily="18" charset="0"/>
                                    </a:rPr>
                                  </m:ctrlPr>
                                </m:accPr>
                                <m:e>
                                  <m:r>
                                    <a:rPr lang="en-AU" sz="1600" b="0" i="1" smtClean="0">
                                      <a:latin typeface="Cambria Math" panose="02040503050406030204" pitchFamily="18" charset="0"/>
                                    </a:rPr>
                                    <m:t>𝑦</m:t>
                                  </m:r>
                                </m:e>
                              </m:acc>
                            </m:e>
                          </m:d>
                        </m:num>
                        <m:den>
                          <m:r>
                            <a:rPr lang="en-AU" sz="1600" b="0" i="1" smtClean="0">
                              <a:latin typeface="Cambria Math" panose="02040503050406030204" pitchFamily="18" charset="0"/>
                            </a:rPr>
                            <m:t>𝑁</m:t>
                          </m:r>
                          <m:r>
                            <a:rPr lang="en-AU" sz="1600" b="0" i="1" smtClean="0">
                              <a:latin typeface="Cambria Math" panose="02040503050406030204" pitchFamily="18" charset="0"/>
                            </a:rPr>
                            <m:t>−1</m:t>
                          </m:r>
                        </m:den>
                      </m:f>
                    </m:oMath>
                  </m:oMathPara>
                </a14:m>
                <a:endParaRPr lang="en-AU" sz="1600" dirty="0"/>
              </a:p>
            </p:txBody>
          </p:sp>
        </mc:Choice>
        <mc:Fallback>
          <p:sp>
            <p:nvSpPr>
              <p:cNvPr id="56" name="TextBox 55">
                <a:extLst>
                  <a:ext uri="{FF2B5EF4-FFF2-40B4-BE49-F238E27FC236}">
                    <a16:creationId xmlns:a16="http://schemas.microsoft.com/office/drawing/2014/main" id="{F6875FEC-5DDA-4EF7-99D1-9CB8CDD8DF7F}"/>
                  </a:ext>
                </a:extLst>
              </p:cNvPr>
              <p:cNvSpPr txBox="1">
                <a:spLocks noRot="1" noChangeAspect="1" noMove="1" noResize="1" noEditPoints="1" noAdjustHandles="1" noChangeArrowheads="1" noChangeShapeType="1" noTextEdit="1"/>
              </p:cNvSpPr>
              <p:nvPr/>
            </p:nvSpPr>
            <p:spPr>
              <a:xfrm>
                <a:off x="2068322" y="5301408"/>
                <a:ext cx="2104742" cy="481350"/>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1332C59E-3134-45FA-ABF5-06872BA70517}"/>
                  </a:ext>
                </a:extLst>
              </p:cNvPr>
              <p:cNvSpPr txBox="1"/>
              <p:nvPr/>
            </p:nvSpPr>
            <p:spPr>
              <a:xfrm>
                <a:off x="283352" y="5384729"/>
                <a:ext cx="17945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1" i="0" smtClean="0">
                          <a:latin typeface="Cambria Math" panose="02040503050406030204" pitchFamily="18" charset="0"/>
                        </a:rPr>
                        <m:t>𝐂𝐨𝐯𝐚𝐫𝐢𝐚𝐧𝐜𝐞</m:t>
                      </m:r>
                      <m:d>
                        <m:dPr>
                          <m:ctrlPr>
                            <a:rPr lang="en-AU" b="1" i="1" smtClean="0">
                              <a:latin typeface="Cambria Math" panose="02040503050406030204" pitchFamily="18" charset="0"/>
                            </a:rPr>
                          </m:ctrlPr>
                        </m:dPr>
                        <m:e>
                          <m:r>
                            <a:rPr lang="en-AU" b="1" i="0" smtClean="0">
                              <a:latin typeface="Cambria Math" panose="02040503050406030204" pitchFamily="18" charset="0"/>
                            </a:rPr>
                            <m:t>𝐱</m:t>
                          </m:r>
                          <m:r>
                            <a:rPr lang="en-AU" b="1" i="0" smtClean="0">
                              <a:latin typeface="Cambria Math" panose="02040503050406030204" pitchFamily="18" charset="0"/>
                            </a:rPr>
                            <m:t>,</m:t>
                          </m:r>
                          <m:r>
                            <a:rPr lang="en-AU" b="1" i="0" smtClean="0">
                              <a:latin typeface="Cambria Math" panose="02040503050406030204" pitchFamily="18" charset="0"/>
                            </a:rPr>
                            <m:t>𝐲</m:t>
                          </m:r>
                        </m:e>
                      </m:d>
                    </m:oMath>
                  </m:oMathPara>
                </a14:m>
                <a:endParaRPr lang="en-AU" b="1" dirty="0"/>
              </a:p>
            </p:txBody>
          </p:sp>
        </mc:Choice>
        <mc:Fallback>
          <p:sp>
            <p:nvSpPr>
              <p:cNvPr id="57" name="TextBox 56">
                <a:extLst>
                  <a:ext uri="{FF2B5EF4-FFF2-40B4-BE49-F238E27FC236}">
                    <a16:creationId xmlns:a16="http://schemas.microsoft.com/office/drawing/2014/main" id="{1332C59E-3134-45FA-ABF5-06872BA70517}"/>
                  </a:ext>
                </a:extLst>
              </p:cNvPr>
              <p:cNvSpPr txBox="1">
                <a:spLocks noRot="1" noChangeAspect="1" noMove="1" noResize="1" noEditPoints="1" noAdjustHandles="1" noChangeArrowheads="1" noChangeShapeType="1" noTextEdit="1"/>
              </p:cNvSpPr>
              <p:nvPr/>
            </p:nvSpPr>
            <p:spPr>
              <a:xfrm>
                <a:off x="283352" y="5384729"/>
                <a:ext cx="1794594" cy="276999"/>
              </a:xfrm>
              <a:prstGeom prst="rect">
                <a:avLst/>
              </a:prstGeom>
              <a:blipFill>
                <a:blip r:embed="rId8"/>
                <a:stretch>
                  <a:fillRect l="-2373" b="-23913"/>
                </a:stretch>
              </a:blipFill>
            </p:spPr>
            <p:txBody>
              <a:bodyPr/>
              <a:lstStyle/>
              <a:p>
                <a:r>
                  <a:rPr lang="en-AU">
                    <a:noFill/>
                  </a:rPr>
                  <a:t> </a:t>
                </a:r>
              </a:p>
            </p:txBody>
          </p:sp>
        </mc:Fallback>
      </mc:AlternateContent>
    </p:spTree>
    <p:extLst>
      <p:ext uri="{BB962C8B-B14F-4D97-AF65-F5344CB8AC3E}">
        <p14:creationId xmlns:p14="http://schemas.microsoft.com/office/powerpoint/2010/main" val="1669648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8972-BBE8-3417-C5AD-DF5DA2D4C90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37E5E19-5B66-8D03-1793-F34E34D03CB1}"/>
              </a:ext>
            </a:extLst>
          </p:cNvPr>
          <p:cNvSpPr/>
          <p:nvPr/>
        </p:nvSpPr>
        <p:spPr>
          <a:xfrm>
            <a:off x="5606473" y="941799"/>
            <a:ext cx="6497294" cy="5143500"/>
          </a:xfrm>
          <a:prstGeom prst="rect">
            <a:avLst/>
          </a:prstGeom>
          <a:solidFill>
            <a:schemeClr val="bg1"/>
          </a:solid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1900" dirty="0">
                <a:solidFill>
                  <a:schemeClr val="tx1"/>
                </a:solidFill>
                <a:latin typeface="Arial Narrow" panose="020B0606020202030204" pitchFamily="34" charset="0"/>
              </a:rPr>
              <a:t>The covariance has no built-in scale, and depends entirely on the units of your variables.</a:t>
            </a:r>
          </a:p>
          <a:p>
            <a:pPr marL="342900" indent="-342900">
              <a:buFont typeface="Arial" panose="020B0604020202020204" pitchFamily="34" charset="0"/>
              <a:buChar char="•"/>
            </a:pPr>
            <a:endParaRPr lang="en-US" sz="19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1900" dirty="0">
                <a:solidFill>
                  <a:schemeClr val="tx1"/>
                </a:solidFill>
                <a:latin typeface="Arial Narrow" panose="020B0606020202030204" pitchFamily="34" charset="0"/>
              </a:rPr>
              <a:t>For example, right now one of our variables is amount spent in dollars, which gave us a covariance of 42.5.</a:t>
            </a:r>
          </a:p>
          <a:p>
            <a:pPr marL="342900" indent="-342900">
              <a:buFont typeface="Arial" panose="020B0604020202020204" pitchFamily="34" charset="0"/>
              <a:buChar char="•"/>
            </a:pPr>
            <a:endParaRPr lang="en-US" sz="19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1900" dirty="0">
                <a:solidFill>
                  <a:schemeClr val="tx1"/>
                </a:solidFill>
                <a:latin typeface="Arial Narrow" panose="020B0606020202030204" pitchFamily="34" charset="0"/>
              </a:rPr>
              <a:t>Now, if I was to switch dollars to cents, the covariance would update as well (to 4250). It’s the same data, the same relationship – however, completely different value!</a:t>
            </a:r>
          </a:p>
          <a:p>
            <a:pPr marL="342900" indent="-342900">
              <a:buFont typeface="Arial" panose="020B0604020202020204" pitchFamily="34" charset="0"/>
              <a:buChar char="•"/>
            </a:pPr>
            <a:endParaRPr lang="en-US" sz="19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1900" dirty="0">
                <a:solidFill>
                  <a:schemeClr val="tx1"/>
                </a:solidFill>
                <a:latin typeface="Arial Narrow" panose="020B0606020202030204" pitchFamily="34" charset="0"/>
              </a:rPr>
              <a:t>The covariance is great for identifying the direction of the relationship (positive or negative). However, the covariance is not great at telling us the strength of these relationships. </a:t>
            </a:r>
          </a:p>
          <a:p>
            <a:pPr marL="342900" indent="-342900">
              <a:buFont typeface="Arial" panose="020B0604020202020204" pitchFamily="34" charset="0"/>
              <a:buChar char="•"/>
            </a:pPr>
            <a:endParaRPr lang="en-US" sz="19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19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1900" dirty="0">
              <a:solidFill>
                <a:schemeClr val="tx1"/>
              </a:solidFill>
              <a:latin typeface="Arial Narrow" panose="020B0606020202030204" pitchFamily="34" charset="0"/>
            </a:endParaRPr>
          </a:p>
        </p:txBody>
      </p:sp>
      <p:pic>
        <p:nvPicPr>
          <p:cNvPr id="1026" name="Picture 2" descr="Scales GIFs - Get the best gif on GIFER">
            <a:extLst>
              <a:ext uri="{FF2B5EF4-FFF2-40B4-BE49-F238E27FC236}">
                <a16:creationId xmlns:a16="http://schemas.microsoft.com/office/drawing/2014/main" id="{7B7433E3-E562-A8F8-3419-D1120B44E6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27" y="941799"/>
            <a:ext cx="5237018" cy="51435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C3B17C5-E703-4237-8DF2-11F016F9503B}"/>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Covariance</a:t>
            </a:r>
          </a:p>
        </p:txBody>
      </p:sp>
    </p:spTree>
    <p:extLst>
      <p:ext uri="{BB962C8B-B14F-4D97-AF65-F5344CB8AC3E}">
        <p14:creationId xmlns:p14="http://schemas.microsoft.com/office/powerpoint/2010/main" val="2324839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06CC-DAFB-EF70-B64F-384F358D0A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16B261-74E1-B890-5D1C-80FAC57A6070}"/>
              </a:ext>
            </a:extLst>
          </p:cNvPr>
          <p:cNvSpPr/>
          <p:nvPr/>
        </p:nvSpPr>
        <p:spPr>
          <a:xfrm>
            <a:off x="178873" y="1324658"/>
            <a:ext cx="11825285"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rial Narrow" panose="020B0606020202030204" pitchFamily="34" charset="0"/>
              </a:rPr>
              <a:t>By </a:t>
            </a:r>
            <a:r>
              <a:rPr lang="en-US" sz="2400" dirty="0" err="1">
                <a:solidFill>
                  <a:srgbClr val="FF0000"/>
                </a:solidFill>
                <a:latin typeface="Arial Narrow" panose="020B0606020202030204" pitchFamily="34" charset="0"/>
              </a:rPr>
              <a:t>standardising</a:t>
            </a:r>
            <a:r>
              <a:rPr lang="en-US" sz="2400" dirty="0">
                <a:solidFill>
                  <a:schemeClr val="tx1"/>
                </a:solidFill>
                <a:latin typeface="Arial Narrow" panose="020B0606020202030204" pitchFamily="34" charset="0"/>
              </a:rPr>
              <a:t> the covariance, we obtain the correlation coefficient – a metric that provides both direction and strength between two variables. Except, unlike covariance, the interpretation of the strength is meaningful.</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CC515C4-9C0D-9F0E-AD72-AFE0841C64F7}"/>
                  </a:ext>
                </a:extLst>
              </p:cNvPr>
              <p:cNvSpPr txBox="1"/>
              <p:nvPr/>
            </p:nvSpPr>
            <p:spPr>
              <a:xfrm>
                <a:off x="4068000" y="3472058"/>
                <a:ext cx="3983658" cy="11685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3200" b="0" i="0" smtClean="0">
                          <a:latin typeface="Cambria Math" panose="02040503050406030204" pitchFamily="18" charset="0"/>
                        </a:rPr>
                        <m:t>Corr</m:t>
                      </m:r>
                      <m:d>
                        <m:dPr>
                          <m:ctrlPr>
                            <a:rPr lang="en-AU" sz="3200" b="0" i="1" smtClean="0">
                              <a:latin typeface="Cambria Math" panose="02040503050406030204" pitchFamily="18" charset="0"/>
                            </a:rPr>
                          </m:ctrlPr>
                        </m:dPr>
                        <m:e>
                          <m:r>
                            <m:rPr>
                              <m:sty m:val="p"/>
                            </m:rPr>
                            <a:rPr lang="en-AU" sz="3200" b="0" i="0" smtClean="0">
                              <a:latin typeface="Cambria Math" panose="02040503050406030204" pitchFamily="18" charset="0"/>
                            </a:rPr>
                            <m:t>x</m:t>
                          </m:r>
                          <m:r>
                            <a:rPr lang="en-AU" sz="3200" b="0" i="0" smtClean="0">
                              <a:latin typeface="Cambria Math" panose="02040503050406030204" pitchFamily="18" charset="0"/>
                            </a:rPr>
                            <m:t>,</m:t>
                          </m:r>
                          <m:r>
                            <m:rPr>
                              <m:sty m:val="p"/>
                            </m:rPr>
                            <a:rPr lang="en-AU" sz="3200" b="0" i="0" smtClean="0">
                              <a:latin typeface="Cambria Math" panose="02040503050406030204" pitchFamily="18" charset="0"/>
                            </a:rPr>
                            <m:t>y</m:t>
                          </m:r>
                        </m:e>
                      </m:d>
                      <m:r>
                        <a:rPr lang="en-AU" sz="3200" b="0" i="0" smtClean="0">
                          <a:latin typeface="Cambria Math" panose="02040503050406030204" pitchFamily="18" charset="0"/>
                        </a:rPr>
                        <m:t>=</m:t>
                      </m:r>
                      <m:f>
                        <m:fPr>
                          <m:ctrlPr>
                            <a:rPr lang="en-AU" sz="3200" i="1" smtClean="0">
                              <a:latin typeface="Cambria Math" panose="02040503050406030204" pitchFamily="18" charset="0"/>
                            </a:rPr>
                          </m:ctrlPr>
                        </m:fPr>
                        <m:num>
                          <m:r>
                            <m:rPr>
                              <m:sty m:val="p"/>
                            </m:rPr>
                            <a:rPr lang="en-AU" sz="3200" b="0" i="0" smtClean="0">
                              <a:latin typeface="Cambria Math" panose="02040503050406030204" pitchFamily="18" charset="0"/>
                            </a:rPr>
                            <m:t>Cov</m:t>
                          </m:r>
                          <m:r>
                            <a:rPr lang="en-AU" sz="3200" b="0" i="1" smtClean="0">
                              <a:latin typeface="Cambria Math" panose="02040503050406030204" pitchFamily="18" charset="0"/>
                            </a:rPr>
                            <m:t>(</m:t>
                          </m:r>
                          <m:r>
                            <m:rPr>
                              <m:sty m:val="p"/>
                            </m:rPr>
                            <a:rPr lang="en-AU" sz="3200" b="0" i="0" smtClean="0">
                              <a:latin typeface="Cambria Math" panose="02040503050406030204" pitchFamily="18" charset="0"/>
                            </a:rPr>
                            <m:t>x</m:t>
                          </m:r>
                          <m:r>
                            <a:rPr lang="en-AU" sz="3200" b="0" i="0" smtClean="0">
                              <a:latin typeface="Cambria Math" panose="02040503050406030204" pitchFamily="18" charset="0"/>
                            </a:rPr>
                            <m:t>,</m:t>
                          </m:r>
                          <m:r>
                            <m:rPr>
                              <m:sty m:val="p"/>
                            </m:rPr>
                            <a:rPr lang="en-AU" sz="3200" b="0" i="0" smtClean="0">
                              <a:latin typeface="Cambria Math" panose="02040503050406030204" pitchFamily="18" charset="0"/>
                            </a:rPr>
                            <m:t>y</m:t>
                          </m:r>
                          <m:r>
                            <a:rPr lang="en-AU" sz="3200" b="0" i="1" smtClean="0">
                              <a:latin typeface="Cambria Math" panose="02040503050406030204" pitchFamily="18" charset="0"/>
                            </a:rPr>
                            <m:t>)</m:t>
                          </m:r>
                        </m:num>
                        <m:den>
                          <m:sSub>
                            <m:sSubPr>
                              <m:ctrlPr>
                                <a:rPr lang="en-AU" sz="3200" b="0" i="1" smtClean="0">
                                  <a:latin typeface="Cambria Math" panose="02040503050406030204" pitchFamily="18" charset="0"/>
                                </a:rPr>
                              </m:ctrlPr>
                            </m:sSubPr>
                            <m:e>
                              <m:r>
                                <a:rPr lang="en-AU" sz="3200" b="0" i="1" smtClean="0">
                                  <a:latin typeface="Cambria Math" panose="02040503050406030204" pitchFamily="18" charset="0"/>
                                </a:rPr>
                                <m:t>𝑆</m:t>
                              </m:r>
                            </m:e>
                            <m:sub>
                              <m:r>
                                <a:rPr lang="en-AU" sz="3200" b="0" i="1" smtClean="0">
                                  <a:latin typeface="Cambria Math" panose="02040503050406030204" pitchFamily="18" charset="0"/>
                                </a:rPr>
                                <m:t>𝑥</m:t>
                              </m:r>
                            </m:sub>
                          </m:sSub>
                          <m:sSub>
                            <m:sSubPr>
                              <m:ctrlPr>
                                <a:rPr lang="en-AU" sz="3200" i="1" smtClean="0">
                                  <a:latin typeface="Cambria Math" panose="02040503050406030204" pitchFamily="18" charset="0"/>
                                </a:rPr>
                              </m:ctrlPr>
                            </m:sSubPr>
                            <m:e>
                              <m:r>
                                <a:rPr lang="en-AU" sz="3200" i="1" smtClean="0">
                                  <a:latin typeface="Cambria Math" panose="02040503050406030204" pitchFamily="18" charset="0"/>
                                  <a:ea typeface="Cambria Math" panose="02040503050406030204" pitchFamily="18" charset="0"/>
                                </a:rPr>
                                <m:t>×</m:t>
                              </m:r>
                              <m:r>
                                <a:rPr lang="en-AU" sz="3200" i="1">
                                  <a:latin typeface="Cambria Math" panose="02040503050406030204" pitchFamily="18" charset="0"/>
                                </a:rPr>
                                <m:t>𝑆</m:t>
                              </m:r>
                            </m:e>
                            <m:sub>
                              <m:r>
                                <a:rPr lang="en-AU" sz="3200" b="0" i="1" smtClean="0">
                                  <a:latin typeface="Cambria Math" panose="02040503050406030204" pitchFamily="18" charset="0"/>
                                </a:rPr>
                                <m:t>𝑦</m:t>
                              </m:r>
                            </m:sub>
                          </m:sSub>
                        </m:den>
                      </m:f>
                    </m:oMath>
                  </m:oMathPara>
                </a14:m>
                <a:endParaRPr lang="en-AU" sz="3200" dirty="0"/>
              </a:p>
            </p:txBody>
          </p:sp>
        </mc:Choice>
        <mc:Fallback>
          <p:sp>
            <p:nvSpPr>
              <p:cNvPr id="5" name="TextBox 4">
                <a:extLst>
                  <a:ext uri="{FF2B5EF4-FFF2-40B4-BE49-F238E27FC236}">
                    <a16:creationId xmlns:a16="http://schemas.microsoft.com/office/drawing/2014/main" id="{0CC515C4-9C0D-9F0E-AD72-AFE0841C64F7}"/>
                  </a:ext>
                </a:extLst>
              </p:cNvPr>
              <p:cNvSpPr txBox="1">
                <a:spLocks noRot="1" noChangeAspect="1" noMove="1" noResize="1" noEditPoints="1" noAdjustHandles="1" noChangeArrowheads="1" noChangeShapeType="1" noTextEdit="1"/>
              </p:cNvSpPr>
              <p:nvPr/>
            </p:nvSpPr>
            <p:spPr>
              <a:xfrm>
                <a:off x="4068000" y="3472058"/>
                <a:ext cx="3983658" cy="1168525"/>
              </a:xfrm>
              <a:prstGeom prst="rect">
                <a:avLst/>
              </a:prstGeom>
              <a:blipFill>
                <a:blip r:embed="rId3"/>
                <a:stretch>
                  <a:fillRect/>
                </a:stretch>
              </a:blipFill>
            </p:spPr>
            <p:txBody>
              <a:bodyPr/>
              <a:lstStyle/>
              <a:p>
                <a:r>
                  <a:rPr lang="en-AU">
                    <a:noFill/>
                  </a:rPr>
                  <a:t> </a:t>
                </a:r>
              </a:p>
            </p:txBody>
          </p:sp>
        </mc:Fallback>
      </mc:AlternateContent>
      <p:sp>
        <p:nvSpPr>
          <p:cNvPr id="6" name="Freeform: Shape 5">
            <a:extLst>
              <a:ext uri="{FF2B5EF4-FFF2-40B4-BE49-F238E27FC236}">
                <a16:creationId xmlns:a16="http://schemas.microsoft.com/office/drawing/2014/main" id="{C1894501-9995-8FD8-79BB-9BC370C84D3A}"/>
              </a:ext>
            </a:extLst>
          </p:cNvPr>
          <p:cNvSpPr/>
          <p:nvPr/>
        </p:nvSpPr>
        <p:spPr>
          <a:xfrm>
            <a:off x="3108960" y="4356041"/>
            <a:ext cx="1910080" cy="822960"/>
          </a:xfrm>
          <a:custGeom>
            <a:avLst/>
            <a:gdLst>
              <a:gd name="connsiteX0" fmla="*/ 0 w 2854960"/>
              <a:gd name="connsiteY0" fmla="*/ 822960 h 822960"/>
              <a:gd name="connsiteX1" fmla="*/ 2326640 w 2854960"/>
              <a:gd name="connsiteY1" fmla="*/ 751840 h 822960"/>
              <a:gd name="connsiteX2" fmla="*/ 2854960 w 2854960"/>
              <a:gd name="connsiteY2" fmla="*/ 0 h 822960"/>
            </a:gdLst>
            <a:ahLst/>
            <a:cxnLst>
              <a:cxn ang="0">
                <a:pos x="connsiteX0" y="connsiteY0"/>
              </a:cxn>
              <a:cxn ang="0">
                <a:pos x="connsiteX1" y="connsiteY1"/>
              </a:cxn>
              <a:cxn ang="0">
                <a:pos x="connsiteX2" y="connsiteY2"/>
              </a:cxn>
            </a:cxnLst>
            <a:rect l="l" t="t" r="r" b="b"/>
            <a:pathLst>
              <a:path w="2854960" h="822960">
                <a:moveTo>
                  <a:pt x="0" y="822960"/>
                </a:moveTo>
                <a:lnTo>
                  <a:pt x="2326640" y="751840"/>
                </a:lnTo>
                <a:cubicBezTo>
                  <a:pt x="2802467" y="614680"/>
                  <a:pt x="2828713" y="307340"/>
                  <a:pt x="2854960" y="0"/>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E7B29EB7-18CB-7B9E-479D-F5909D72338A}"/>
              </a:ext>
            </a:extLst>
          </p:cNvPr>
          <p:cNvSpPr/>
          <p:nvPr/>
        </p:nvSpPr>
        <p:spPr>
          <a:xfrm>
            <a:off x="6461760" y="4112201"/>
            <a:ext cx="1422400" cy="5283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Freeform: Shape 7">
            <a:extLst>
              <a:ext uri="{FF2B5EF4-FFF2-40B4-BE49-F238E27FC236}">
                <a16:creationId xmlns:a16="http://schemas.microsoft.com/office/drawing/2014/main" id="{ED1CDCD0-AD66-28A8-8917-185D80BC401C}"/>
              </a:ext>
            </a:extLst>
          </p:cNvPr>
          <p:cNvSpPr/>
          <p:nvPr/>
        </p:nvSpPr>
        <p:spPr>
          <a:xfrm>
            <a:off x="7366000" y="4803081"/>
            <a:ext cx="1768998" cy="557438"/>
          </a:xfrm>
          <a:custGeom>
            <a:avLst/>
            <a:gdLst>
              <a:gd name="connsiteX0" fmla="*/ 1767840 w 1768998"/>
              <a:gd name="connsiteY0" fmla="*/ 548640 h 557438"/>
              <a:gd name="connsiteX1" fmla="*/ 1554480 w 1768998"/>
              <a:gd name="connsiteY1" fmla="*/ 548640 h 557438"/>
              <a:gd name="connsiteX2" fmla="*/ 436880 w 1768998"/>
              <a:gd name="connsiteY2" fmla="*/ 457200 h 557438"/>
              <a:gd name="connsiteX3" fmla="*/ 0 w 1768998"/>
              <a:gd name="connsiteY3" fmla="*/ 0 h 557438"/>
            </a:gdLst>
            <a:ahLst/>
            <a:cxnLst>
              <a:cxn ang="0">
                <a:pos x="connsiteX0" y="connsiteY0"/>
              </a:cxn>
              <a:cxn ang="0">
                <a:pos x="connsiteX1" y="connsiteY1"/>
              </a:cxn>
              <a:cxn ang="0">
                <a:pos x="connsiteX2" y="connsiteY2"/>
              </a:cxn>
              <a:cxn ang="0">
                <a:pos x="connsiteX3" y="connsiteY3"/>
              </a:cxn>
            </a:cxnLst>
            <a:rect l="l" t="t" r="r" b="b"/>
            <a:pathLst>
              <a:path w="1768998" h="557438">
                <a:moveTo>
                  <a:pt x="1767840" y="548640"/>
                </a:moveTo>
                <a:cubicBezTo>
                  <a:pt x="1772073" y="556260"/>
                  <a:pt x="1776307" y="563880"/>
                  <a:pt x="1554480" y="548640"/>
                </a:cubicBezTo>
                <a:cubicBezTo>
                  <a:pt x="1332653" y="533400"/>
                  <a:pt x="695960" y="548640"/>
                  <a:pt x="436880" y="457200"/>
                </a:cubicBezTo>
                <a:cubicBezTo>
                  <a:pt x="177800" y="365760"/>
                  <a:pt x="88900" y="182880"/>
                  <a:pt x="0" y="0"/>
                </a:cubicBezTo>
              </a:path>
            </a:pathLst>
          </a:custGeom>
          <a:noFill/>
          <a:ln>
            <a:solidFill>
              <a:srgbClr val="FF000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Freeform: Shape 10">
            <a:extLst>
              <a:ext uri="{FF2B5EF4-FFF2-40B4-BE49-F238E27FC236}">
                <a16:creationId xmlns:a16="http://schemas.microsoft.com/office/drawing/2014/main" id="{4825D848-731F-5814-FAF1-154EE57B8076}"/>
              </a:ext>
            </a:extLst>
          </p:cNvPr>
          <p:cNvSpPr/>
          <p:nvPr/>
        </p:nvSpPr>
        <p:spPr>
          <a:xfrm>
            <a:off x="7366000" y="2466202"/>
            <a:ext cx="2448560" cy="924639"/>
          </a:xfrm>
          <a:custGeom>
            <a:avLst/>
            <a:gdLst>
              <a:gd name="connsiteX0" fmla="*/ 2448560 w 2448560"/>
              <a:gd name="connsiteY0" fmla="*/ 71199 h 924639"/>
              <a:gd name="connsiteX1" fmla="*/ 2326640 w 2448560"/>
              <a:gd name="connsiteY1" fmla="*/ 71199 h 924639"/>
              <a:gd name="connsiteX2" fmla="*/ 711200 w 2448560"/>
              <a:gd name="connsiteY2" fmla="*/ 61039 h 924639"/>
              <a:gd name="connsiteX3" fmla="*/ 0 w 2448560"/>
              <a:gd name="connsiteY3" fmla="*/ 924639 h 924639"/>
            </a:gdLst>
            <a:ahLst/>
            <a:cxnLst>
              <a:cxn ang="0">
                <a:pos x="connsiteX0" y="connsiteY0"/>
              </a:cxn>
              <a:cxn ang="0">
                <a:pos x="connsiteX1" y="connsiteY1"/>
              </a:cxn>
              <a:cxn ang="0">
                <a:pos x="connsiteX2" y="connsiteY2"/>
              </a:cxn>
              <a:cxn ang="0">
                <a:pos x="connsiteX3" y="connsiteY3"/>
              </a:cxn>
            </a:cxnLst>
            <a:rect l="l" t="t" r="r" b="b"/>
            <a:pathLst>
              <a:path w="2448560" h="924639">
                <a:moveTo>
                  <a:pt x="2448560" y="71199"/>
                </a:moveTo>
                <a:lnTo>
                  <a:pt x="2326640" y="71199"/>
                </a:lnTo>
                <a:cubicBezTo>
                  <a:pt x="2037080" y="69506"/>
                  <a:pt x="1098973" y="-81201"/>
                  <a:pt x="711200" y="61039"/>
                </a:cubicBezTo>
                <a:cubicBezTo>
                  <a:pt x="323427" y="203279"/>
                  <a:pt x="161713" y="563959"/>
                  <a:pt x="0" y="924639"/>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514430B5-6FC1-4A37-1485-F691E85E663D}"/>
              </a:ext>
            </a:extLst>
          </p:cNvPr>
          <p:cNvSpPr txBox="1"/>
          <p:nvPr/>
        </p:nvSpPr>
        <p:spPr>
          <a:xfrm>
            <a:off x="9229562" y="5117229"/>
            <a:ext cx="2448560" cy="584775"/>
          </a:xfrm>
          <a:prstGeom prst="rect">
            <a:avLst/>
          </a:prstGeom>
          <a:noFill/>
        </p:spPr>
        <p:txBody>
          <a:bodyPr wrap="square" rtlCol="0">
            <a:spAutoFit/>
          </a:bodyPr>
          <a:lstStyle/>
          <a:p>
            <a:r>
              <a:rPr lang="en-AU" sz="1600" dirty="0">
                <a:solidFill>
                  <a:srgbClr val="FF0000"/>
                </a:solidFill>
                <a:latin typeface="Arial Narrow" panose="020B0606020202030204" pitchFamily="34" charset="0"/>
              </a:rPr>
              <a:t>Product of Std. deviation of x and Std. deviation for y</a:t>
            </a:r>
          </a:p>
        </p:txBody>
      </p:sp>
      <p:sp>
        <p:nvSpPr>
          <p:cNvPr id="13" name="TextBox 12">
            <a:extLst>
              <a:ext uri="{FF2B5EF4-FFF2-40B4-BE49-F238E27FC236}">
                <a16:creationId xmlns:a16="http://schemas.microsoft.com/office/drawing/2014/main" id="{56D9D4DD-4685-2CF2-2A55-420E530B47EE}"/>
              </a:ext>
            </a:extLst>
          </p:cNvPr>
          <p:cNvSpPr txBox="1"/>
          <p:nvPr/>
        </p:nvSpPr>
        <p:spPr>
          <a:xfrm>
            <a:off x="9814560" y="2271182"/>
            <a:ext cx="1863562" cy="338554"/>
          </a:xfrm>
          <a:prstGeom prst="rect">
            <a:avLst/>
          </a:prstGeom>
          <a:noFill/>
        </p:spPr>
        <p:txBody>
          <a:bodyPr wrap="square" rtlCol="0">
            <a:spAutoFit/>
          </a:bodyPr>
          <a:lstStyle/>
          <a:p>
            <a:r>
              <a:rPr lang="en-AU" sz="1600" dirty="0">
                <a:latin typeface="Arial Narrow" panose="020B0606020202030204" pitchFamily="34" charset="0"/>
              </a:rPr>
              <a:t>Covariance of x and y</a:t>
            </a:r>
          </a:p>
        </p:txBody>
      </p:sp>
      <p:sp>
        <p:nvSpPr>
          <p:cNvPr id="14" name="TextBox 13">
            <a:extLst>
              <a:ext uri="{FF2B5EF4-FFF2-40B4-BE49-F238E27FC236}">
                <a16:creationId xmlns:a16="http://schemas.microsoft.com/office/drawing/2014/main" id="{1383DF36-00F5-BB07-B67E-26337EA54205}"/>
              </a:ext>
            </a:extLst>
          </p:cNvPr>
          <p:cNvSpPr txBox="1"/>
          <p:nvPr/>
        </p:nvSpPr>
        <p:spPr>
          <a:xfrm>
            <a:off x="1280160" y="4973742"/>
            <a:ext cx="1863562" cy="338554"/>
          </a:xfrm>
          <a:prstGeom prst="rect">
            <a:avLst/>
          </a:prstGeom>
          <a:noFill/>
        </p:spPr>
        <p:txBody>
          <a:bodyPr wrap="square" rtlCol="0">
            <a:spAutoFit/>
          </a:bodyPr>
          <a:lstStyle/>
          <a:p>
            <a:r>
              <a:rPr lang="en-AU" sz="1600" dirty="0">
                <a:latin typeface="Arial Narrow" panose="020B0606020202030204" pitchFamily="34" charset="0"/>
              </a:rPr>
              <a:t>Correlation of x and y</a:t>
            </a:r>
          </a:p>
        </p:txBody>
      </p:sp>
      <p:sp>
        <p:nvSpPr>
          <p:cNvPr id="18" name="TextBox 17">
            <a:extLst>
              <a:ext uri="{FF2B5EF4-FFF2-40B4-BE49-F238E27FC236}">
                <a16:creationId xmlns:a16="http://schemas.microsoft.com/office/drawing/2014/main" id="{C87EF551-8965-4A95-9C8D-040F2A29E68F}"/>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Correlation</a:t>
            </a:r>
          </a:p>
        </p:txBody>
      </p:sp>
    </p:spTree>
    <p:extLst>
      <p:ext uri="{BB962C8B-B14F-4D97-AF65-F5344CB8AC3E}">
        <p14:creationId xmlns:p14="http://schemas.microsoft.com/office/powerpoint/2010/main" val="2206776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3BD73-3947-7E27-2811-E5D61D36935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846ACE9-29E9-C672-6A8A-585E4EB9C726}"/>
              </a:ext>
            </a:extLst>
          </p:cNvPr>
          <p:cNvSpPr/>
          <p:nvPr/>
        </p:nvSpPr>
        <p:spPr>
          <a:xfrm>
            <a:off x="111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-1.00</a:t>
            </a:r>
          </a:p>
        </p:txBody>
      </p:sp>
      <p:sp>
        <p:nvSpPr>
          <p:cNvPr id="42" name="Rectangle 41">
            <a:extLst>
              <a:ext uri="{FF2B5EF4-FFF2-40B4-BE49-F238E27FC236}">
                <a16:creationId xmlns:a16="http://schemas.microsoft.com/office/drawing/2014/main" id="{5957DC82-7CDC-CFFC-EC0D-B81FA96FC133}"/>
              </a:ext>
            </a:extLst>
          </p:cNvPr>
          <p:cNvSpPr/>
          <p:nvPr/>
        </p:nvSpPr>
        <p:spPr>
          <a:xfrm>
            <a:off x="219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-0.75</a:t>
            </a:r>
          </a:p>
        </p:txBody>
      </p:sp>
      <p:sp>
        <p:nvSpPr>
          <p:cNvPr id="43" name="Rectangle 42">
            <a:extLst>
              <a:ext uri="{FF2B5EF4-FFF2-40B4-BE49-F238E27FC236}">
                <a16:creationId xmlns:a16="http://schemas.microsoft.com/office/drawing/2014/main" id="{6040B3D5-2D9D-02B8-E466-1DBEF6FE684D}"/>
              </a:ext>
            </a:extLst>
          </p:cNvPr>
          <p:cNvSpPr/>
          <p:nvPr/>
        </p:nvSpPr>
        <p:spPr>
          <a:xfrm>
            <a:off x="327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-0.50</a:t>
            </a:r>
          </a:p>
        </p:txBody>
      </p:sp>
      <p:sp>
        <p:nvSpPr>
          <p:cNvPr id="46" name="Rectangle 45">
            <a:extLst>
              <a:ext uri="{FF2B5EF4-FFF2-40B4-BE49-F238E27FC236}">
                <a16:creationId xmlns:a16="http://schemas.microsoft.com/office/drawing/2014/main" id="{FC4B46F2-0148-9520-6B3D-8F466D854A5A}"/>
              </a:ext>
            </a:extLst>
          </p:cNvPr>
          <p:cNvSpPr/>
          <p:nvPr/>
        </p:nvSpPr>
        <p:spPr>
          <a:xfrm>
            <a:off x="435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-0.25</a:t>
            </a:r>
          </a:p>
        </p:txBody>
      </p:sp>
      <p:sp>
        <p:nvSpPr>
          <p:cNvPr id="47" name="Rectangle 46">
            <a:extLst>
              <a:ext uri="{FF2B5EF4-FFF2-40B4-BE49-F238E27FC236}">
                <a16:creationId xmlns:a16="http://schemas.microsoft.com/office/drawing/2014/main" id="{4C358B71-7E44-3765-C364-61DBCDF7A868}"/>
              </a:ext>
            </a:extLst>
          </p:cNvPr>
          <p:cNvSpPr/>
          <p:nvPr/>
        </p:nvSpPr>
        <p:spPr>
          <a:xfrm>
            <a:off x="543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a:t>
            </a:r>
          </a:p>
        </p:txBody>
      </p:sp>
      <p:sp>
        <p:nvSpPr>
          <p:cNvPr id="48" name="Rectangle 47">
            <a:extLst>
              <a:ext uri="{FF2B5EF4-FFF2-40B4-BE49-F238E27FC236}">
                <a16:creationId xmlns:a16="http://schemas.microsoft.com/office/drawing/2014/main" id="{98CB3122-CDC8-A352-D984-E48A97247ADC}"/>
              </a:ext>
            </a:extLst>
          </p:cNvPr>
          <p:cNvSpPr/>
          <p:nvPr/>
        </p:nvSpPr>
        <p:spPr>
          <a:xfrm>
            <a:off x="651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+0.25</a:t>
            </a:r>
          </a:p>
        </p:txBody>
      </p:sp>
      <p:sp>
        <p:nvSpPr>
          <p:cNvPr id="49" name="Rectangle 48">
            <a:extLst>
              <a:ext uri="{FF2B5EF4-FFF2-40B4-BE49-F238E27FC236}">
                <a16:creationId xmlns:a16="http://schemas.microsoft.com/office/drawing/2014/main" id="{9D611F38-46F6-9E1A-CCD4-22B84CC77EC9}"/>
              </a:ext>
            </a:extLst>
          </p:cNvPr>
          <p:cNvSpPr/>
          <p:nvPr/>
        </p:nvSpPr>
        <p:spPr>
          <a:xfrm>
            <a:off x="759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+0.50</a:t>
            </a:r>
          </a:p>
        </p:txBody>
      </p:sp>
      <p:sp>
        <p:nvSpPr>
          <p:cNvPr id="50" name="Rectangle 49">
            <a:extLst>
              <a:ext uri="{FF2B5EF4-FFF2-40B4-BE49-F238E27FC236}">
                <a16:creationId xmlns:a16="http://schemas.microsoft.com/office/drawing/2014/main" id="{FCB965BE-AEA2-3632-8F11-DD88358EE723}"/>
              </a:ext>
            </a:extLst>
          </p:cNvPr>
          <p:cNvSpPr/>
          <p:nvPr/>
        </p:nvSpPr>
        <p:spPr>
          <a:xfrm>
            <a:off x="867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+0.75</a:t>
            </a:r>
          </a:p>
        </p:txBody>
      </p:sp>
      <p:sp>
        <p:nvSpPr>
          <p:cNvPr id="51" name="Rectangle 50">
            <a:extLst>
              <a:ext uri="{FF2B5EF4-FFF2-40B4-BE49-F238E27FC236}">
                <a16:creationId xmlns:a16="http://schemas.microsoft.com/office/drawing/2014/main" id="{800DDDA6-7424-C3D0-C3D9-0BCF25E4720F}"/>
              </a:ext>
            </a:extLst>
          </p:cNvPr>
          <p:cNvSpPr/>
          <p:nvPr/>
        </p:nvSpPr>
        <p:spPr>
          <a:xfrm>
            <a:off x="9759960" y="2397760"/>
            <a:ext cx="1080000" cy="320040"/>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dirty="0">
                <a:solidFill>
                  <a:schemeClr val="tx1"/>
                </a:solidFill>
                <a:latin typeface="Arial Narrow" panose="020B0606020202030204" pitchFamily="34" charset="0"/>
              </a:rPr>
              <a:t>+1.00</a:t>
            </a:r>
          </a:p>
        </p:txBody>
      </p:sp>
      <p:sp>
        <p:nvSpPr>
          <p:cNvPr id="52" name="Rectangle 51">
            <a:extLst>
              <a:ext uri="{FF2B5EF4-FFF2-40B4-BE49-F238E27FC236}">
                <a16:creationId xmlns:a16="http://schemas.microsoft.com/office/drawing/2014/main" id="{04B679B2-BF17-61D3-6BC2-D3950F10766B}"/>
              </a:ext>
            </a:extLst>
          </p:cNvPr>
          <p:cNvSpPr/>
          <p:nvPr/>
        </p:nvSpPr>
        <p:spPr>
          <a:xfrm>
            <a:off x="165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3" name="Rectangle 52">
            <a:extLst>
              <a:ext uri="{FF2B5EF4-FFF2-40B4-BE49-F238E27FC236}">
                <a16:creationId xmlns:a16="http://schemas.microsoft.com/office/drawing/2014/main" id="{F53EDBB3-0321-F316-4DD0-CA8F971473C5}"/>
              </a:ext>
            </a:extLst>
          </p:cNvPr>
          <p:cNvSpPr/>
          <p:nvPr/>
        </p:nvSpPr>
        <p:spPr>
          <a:xfrm>
            <a:off x="273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4" name="Rectangle 53">
            <a:extLst>
              <a:ext uri="{FF2B5EF4-FFF2-40B4-BE49-F238E27FC236}">
                <a16:creationId xmlns:a16="http://schemas.microsoft.com/office/drawing/2014/main" id="{6F11D02E-F09C-0DAE-427A-9173A976A266}"/>
              </a:ext>
            </a:extLst>
          </p:cNvPr>
          <p:cNvSpPr/>
          <p:nvPr/>
        </p:nvSpPr>
        <p:spPr>
          <a:xfrm>
            <a:off x="381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5" name="Rectangle 54">
            <a:extLst>
              <a:ext uri="{FF2B5EF4-FFF2-40B4-BE49-F238E27FC236}">
                <a16:creationId xmlns:a16="http://schemas.microsoft.com/office/drawing/2014/main" id="{52EAF80F-2556-F127-3891-27B6ADA5F5A4}"/>
              </a:ext>
            </a:extLst>
          </p:cNvPr>
          <p:cNvSpPr/>
          <p:nvPr/>
        </p:nvSpPr>
        <p:spPr>
          <a:xfrm>
            <a:off x="489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6" name="Rectangle 55">
            <a:extLst>
              <a:ext uri="{FF2B5EF4-FFF2-40B4-BE49-F238E27FC236}">
                <a16:creationId xmlns:a16="http://schemas.microsoft.com/office/drawing/2014/main" id="{A788D946-566F-C9FA-FCF8-B8025B894BE0}"/>
              </a:ext>
            </a:extLst>
          </p:cNvPr>
          <p:cNvSpPr/>
          <p:nvPr/>
        </p:nvSpPr>
        <p:spPr>
          <a:xfrm>
            <a:off x="597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7" name="Rectangle 56">
            <a:extLst>
              <a:ext uri="{FF2B5EF4-FFF2-40B4-BE49-F238E27FC236}">
                <a16:creationId xmlns:a16="http://schemas.microsoft.com/office/drawing/2014/main" id="{0BA728BA-287C-DD65-F4B2-1F020F9D731A}"/>
              </a:ext>
            </a:extLst>
          </p:cNvPr>
          <p:cNvSpPr/>
          <p:nvPr/>
        </p:nvSpPr>
        <p:spPr>
          <a:xfrm>
            <a:off x="705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8" name="Rectangle 57">
            <a:extLst>
              <a:ext uri="{FF2B5EF4-FFF2-40B4-BE49-F238E27FC236}">
                <a16:creationId xmlns:a16="http://schemas.microsoft.com/office/drawing/2014/main" id="{0F8B76D4-9023-9AB7-81DC-BB87763D2F06}"/>
              </a:ext>
            </a:extLst>
          </p:cNvPr>
          <p:cNvSpPr/>
          <p:nvPr/>
        </p:nvSpPr>
        <p:spPr>
          <a:xfrm>
            <a:off x="813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59" name="Rectangle 58">
            <a:extLst>
              <a:ext uri="{FF2B5EF4-FFF2-40B4-BE49-F238E27FC236}">
                <a16:creationId xmlns:a16="http://schemas.microsoft.com/office/drawing/2014/main" id="{7A19FDEA-E83D-B5D4-40CA-4522AC45A592}"/>
              </a:ext>
            </a:extLst>
          </p:cNvPr>
          <p:cNvSpPr/>
          <p:nvPr/>
        </p:nvSpPr>
        <p:spPr>
          <a:xfrm>
            <a:off x="9219960" y="2235200"/>
            <a:ext cx="1080000" cy="162560"/>
          </a:xfrm>
          <a:prstGeom prst="rect">
            <a:avLst/>
          </a:prstGeom>
          <a:noFill/>
          <a:ln w="12700">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62" name="Rectangle 61">
            <a:extLst>
              <a:ext uri="{FF2B5EF4-FFF2-40B4-BE49-F238E27FC236}">
                <a16:creationId xmlns:a16="http://schemas.microsoft.com/office/drawing/2014/main" id="{F2D85A3C-6CA9-1046-2075-26084FF572A6}"/>
              </a:ext>
            </a:extLst>
          </p:cNvPr>
          <p:cNvSpPr/>
          <p:nvPr/>
        </p:nvSpPr>
        <p:spPr>
          <a:xfrm>
            <a:off x="1545800" y="2229224"/>
            <a:ext cx="8986240" cy="61280"/>
          </a:xfrm>
          <a:prstGeom prst="rect">
            <a:avLst/>
          </a:prstGeom>
          <a:solidFill>
            <a:schemeClr val="bg1"/>
          </a:solidFill>
          <a:ln w="1270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sp>
        <p:nvSpPr>
          <p:cNvPr id="63" name="Rectangle 62">
            <a:extLst>
              <a:ext uri="{FF2B5EF4-FFF2-40B4-BE49-F238E27FC236}">
                <a16:creationId xmlns:a16="http://schemas.microsoft.com/office/drawing/2014/main" id="{748F876B-1765-042B-D66F-7C04EFFCA210}"/>
              </a:ext>
            </a:extLst>
          </p:cNvPr>
          <p:cNvSpPr/>
          <p:nvPr/>
        </p:nvSpPr>
        <p:spPr>
          <a:xfrm>
            <a:off x="1396985" y="2392382"/>
            <a:ext cx="8986240" cy="61280"/>
          </a:xfrm>
          <a:prstGeom prst="rect">
            <a:avLst/>
          </a:prstGeom>
          <a:solidFill>
            <a:schemeClr val="bg1"/>
          </a:solidFill>
          <a:ln w="1270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dirty="0">
              <a:latin typeface="Arial Narrow" panose="020B0606020202030204" pitchFamily="34" charset="0"/>
            </a:endParaRPr>
          </a:p>
        </p:txBody>
      </p:sp>
      <p:cxnSp>
        <p:nvCxnSpPr>
          <p:cNvPr id="65" name="Straight Connector 64">
            <a:extLst>
              <a:ext uri="{FF2B5EF4-FFF2-40B4-BE49-F238E27FC236}">
                <a16:creationId xmlns:a16="http://schemas.microsoft.com/office/drawing/2014/main" id="{22EB57EF-A010-1A19-C7E7-A127439F61A2}"/>
              </a:ext>
            </a:extLst>
          </p:cNvPr>
          <p:cNvCxnSpPr/>
          <p:nvPr/>
        </p:nvCxnSpPr>
        <p:spPr>
          <a:xfrm>
            <a:off x="1659960" y="2290504"/>
            <a:ext cx="864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FD180F3-C809-C3C7-61C0-B3677491F4D2}"/>
              </a:ext>
            </a:extLst>
          </p:cNvPr>
          <p:cNvCxnSpPr/>
          <p:nvPr/>
        </p:nvCxnSpPr>
        <p:spPr>
          <a:xfrm flipH="1">
            <a:off x="1659960" y="1957892"/>
            <a:ext cx="4320000"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DBC927B-0595-588E-4D27-B6FC33C3D023}"/>
              </a:ext>
            </a:extLst>
          </p:cNvPr>
          <p:cNvSpPr txBox="1"/>
          <p:nvPr/>
        </p:nvSpPr>
        <p:spPr>
          <a:xfrm>
            <a:off x="1659960" y="1501895"/>
            <a:ext cx="4320000" cy="369332"/>
          </a:xfrm>
          <a:prstGeom prst="rect">
            <a:avLst/>
          </a:prstGeom>
          <a:noFill/>
        </p:spPr>
        <p:txBody>
          <a:bodyPr wrap="square" rtlCol="0">
            <a:spAutoFit/>
          </a:bodyPr>
          <a:lstStyle/>
          <a:p>
            <a:pPr algn="ctr"/>
            <a:r>
              <a:rPr lang="en-AU" dirty="0">
                <a:solidFill>
                  <a:schemeClr val="accent2"/>
                </a:solidFill>
                <a:latin typeface="Arial Narrow" panose="020B0606020202030204" pitchFamily="34" charset="0"/>
              </a:rPr>
              <a:t>Negative</a:t>
            </a:r>
          </a:p>
        </p:txBody>
      </p:sp>
      <p:graphicFrame>
        <p:nvGraphicFramePr>
          <p:cNvPr id="4" name="Chart 3">
            <a:extLst>
              <a:ext uri="{FF2B5EF4-FFF2-40B4-BE49-F238E27FC236}">
                <a16:creationId xmlns:a16="http://schemas.microsoft.com/office/drawing/2014/main" id="{0733273F-776C-7E5F-FFB1-8709EC7CCB86}"/>
              </a:ext>
            </a:extLst>
          </p:cNvPr>
          <p:cNvGraphicFramePr>
            <a:graphicFrameLocks/>
          </p:cNvGraphicFramePr>
          <p:nvPr/>
        </p:nvGraphicFramePr>
        <p:xfrm>
          <a:off x="486003" y="2928192"/>
          <a:ext cx="2347913"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3972DBD-0775-954A-DD65-58FFD2C2AED6}"/>
              </a:ext>
            </a:extLst>
          </p:cNvPr>
          <p:cNvGraphicFramePr>
            <a:graphicFrameLocks/>
          </p:cNvGraphicFramePr>
          <p:nvPr/>
        </p:nvGraphicFramePr>
        <p:xfrm>
          <a:off x="2646360" y="2928192"/>
          <a:ext cx="2347200" cy="2743200"/>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Straight Arrow Connector 8">
            <a:extLst>
              <a:ext uri="{FF2B5EF4-FFF2-40B4-BE49-F238E27FC236}">
                <a16:creationId xmlns:a16="http://schemas.microsoft.com/office/drawing/2014/main" id="{98763678-3736-E488-22E4-5957F5AA7038}"/>
              </a:ext>
            </a:extLst>
          </p:cNvPr>
          <p:cNvCxnSpPr>
            <a:cxnSpLocks/>
          </p:cNvCxnSpPr>
          <p:nvPr/>
        </p:nvCxnSpPr>
        <p:spPr>
          <a:xfrm>
            <a:off x="5969202" y="1957892"/>
            <a:ext cx="432000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4E2C16B-31D3-992A-A954-3FB05CFF6FE1}"/>
              </a:ext>
            </a:extLst>
          </p:cNvPr>
          <p:cNvSpPr txBox="1"/>
          <p:nvPr/>
        </p:nvSpPr>
        <p:spPr>
          <a:xfrm>
            <a:off x="5969202" y="1496228"/>
            <a:ext cx="4330757" cy="369332"/>
          </a:xfrm>
          <a:prstGeom prst="rect">
            <a:avLst/>
          </a:prstGeom>
          <a:noFill/>
        </p:spPr>
        <p:txBody>
          <a:bodyPr wrap="square" rtlCol="0">
            <a:spAutoFit/>
          </a:bodyPr>
          <a:lstStyle/>
          <a:p>
            <a:pPr algn="ctr"/>
            <a:r>
              <a:rPr lang="en-AU" dirty="0">
                <a:solidFill>
                  <a:schemeClr val="accent1"/>
                </a:solidFill>
                <a:latin typeface="Arial Narrow" panose="020B0606020202030204" pitchFamily="34" charset="0"/>
              </a:rPr>
              <a:t>Positive</a:t>
            </a:r>
          </a:p>
        </p:txBody>
      </p:sp>
      <p:sp>
        <p:nvSpPr>
          <p:cNvPr id="13" name="TextBox 12">
            <a:extLst>
              <a:ext uri="{FF2B5EF4-FFF2-40B4-BE49-F238E27FC236}">
                <a16:creationId xmlns:a16="http://schemas.microsoft.com/office/drawing/2014/main" id="{557BA087-7B5A-6F50-A411-9F6D8D9D44D6}"/>
              </a:ext>
            </a:extLst>
          </p:cNvPr>
          <p:cNvSpPr txBox="1"/>
          <p:nvPr/>
        </p:nvSpPr>
        <p:spPr>
          <a:xfrm>
            <a:off x="5202070" y="1593333"/>
            <a:ext cx="1534263" cy="646331"/>
          </a:xfrm>
          <a:prstGeom prst="rect">
            <a:avLst/>
          </a:prstGeom>
          <a:solidFill>
            <a:schemeClr val="bg1"/>
          </a:solidFill>
        </p:spPr>
        <p:txBody>
          <a:bodyPr wrap="square" rtlCol="0">
            <a:spAutoFit/>
          </a:bodyPr>
          <a:lstStyle/>
          <a:p>
            <a:pPr algn="ctr"/>
            <a:r>
              <a:rPr lang="en-AU" dirty="0">
                <a:latin typeface="Arial Narrow" panose="020B0606020202030204" pitchFamily="34" charset="0"/>
              </a:rPr>
              <a:t>Strength of relationship</a:t>
            </a:r>
          </a:p>
        </p:txBody>
      </p:sp>
      <p:graphicFrame>
        <p:nvGraphicFramePr>
          <p:cNvPr id="14" name="Chart 13">
            <a:extLst>
              <a:ext uri="{FF2B5EF4-FFF2-40B4-BE49-F238E27FC236}">
                <a16:creationId xmlns:a16="http://schemas.microsoft.com/office/drawing/2014/main" id="{E1260A09-8EDE-F014-ACD6-406951FB473D}"/>
              </a:ext>
            </a:extLst>
          </p:cNvPr>
          <p:cNvGraphicFramePr>
            <a:graphicFrameLocks/>
          </p:cNvGraphicFramePr>
          <p:nvPr/>
        </p:nvGraphicFramePr>
        <p:xfrm>
          <a:off x="9115602" y="2928189"/>
          <a:ext cx="2347200"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06FB1270-3D3C-8D07-CFC8-A8917DD032FF}"/>
              </a:ext>
            </a:extLst>
          </p:cNvPr>
          <p:cNvGraphicFramePr>
            <a:graphicFrameLocks/>
          </p:cNvGraphicFramePr>
          <p:nvPr/>
        </p:nvGraphicFramePr>
        <p:xfrm>
          <a:off x="6955602" y="2928189"/>
          <a:ext cx="2347200" cy="27432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8" name="Chart 7">
            <a:extLst>
              <a:ext uri="{FF2B5EF4-FFF2-40B4-BE49-F238E27FC236}">
                <a16:creationId xmlns:a16="http://schemas.microsoft.com/office/drawing/2014/main" id="{A7816507-4610-464F-BD17-0301CE028BAD}"/>
              </a:ext>
            </a:extLst>
          </p:cNvPr>
          <p:cNvGraphicFramePr>
            <a:graphicFrameLocks/>
          </p:cNvGraphicFramePr>
          <p:nvPr/>
        </p:nvGraphicFramePr>
        <p:xfrm>
          <a:off x="4817117" y="2926800"/>
          <a:ext cx="2347200" cy="2743200"/>
        </p:xfrm>
        <a:graphic>
          <a:graphicData uri="http://schemas.openxmlformats.org/drawingml/2006/chart">
            <c:chart xmlns:c="http://schemas.openxmlformats.org/drawingml/2006/chart" xmlns:r="http://schemas.openxmlformats.org/officeDocument/2006/relationships" r:id="rId7"/>
          </a:graphicData>
        </a:graphic>
      </p:graphicFrame>
      <p:cxnSp>
        <p:nvCxnSpPr>
          <p:cNvPr id="16" name="Straight Connector 15">
            <a:extLst>
              <a:ext uri="{FF2B5EF4-FFF2-40B4-BE49-F238E27FC236}">
                <a16:creationId xmlns:a16="http://schemas.microsoft.com/office/drawing/2014/main" id="{460F7EAB-A22A-3CAE-D38E-81E1C78B689A}"/>
              </a:ext>
            </a:extLst>
          </p:cNvPr>
          <p:cNvCxnSpPr>
            <a:cxnSpLocks/>
          </p:cNvCxnSpPr>
          <p:nvPr/>
        </p:nvCxnSpPr>
        <p:spPr>
          <a:xfrm>
            <a:off x="5085000" y="3958816"/>
            <a:ext cx="1573984" cy="0"/>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4392D7C-F510-D5AA-77D6-4D1D67D56F01}"/>
              </a:ext>
            </a:extLst>
          </p:cNvPr>
          <p:cNvSpPr txBox="1"/>
          <p:nvPr/>
        </p:nvSpPr>
        <p:spPr>
          <a:xfrm>
            <a:off x="3873541" y="5457081"/>
            <a:ext cx="4330757" cy="369332"/>
          </a:xfrm>
          <a:prstGeom prst="rect">
            <a:avLst/>
          </a:prstGeom>
          <a:noFill/>
        </p:spPr>
        <p:txBody>
          <a:bodyPr wrap="square" rtlCol="0">
            <a:spAutoFit/>
          </a:bodyPr>
          <a:lstStyle/>
          <a:p>
            <a:pPr algn="ctr"/>
            <a:r>
              <a:rPr lang="en-AU" dirty="0">
                <a:solidFill>
                  <a:schemeClr val="accent6"/>
                </a:solidFill>
                <a:latin typeface="Arial Narrow" panose="020B0606020202030204" pitchFamily="34" charset="0"/>
              </a:rPr>
              <a:t>No relationship</a:t>
            </a:r>
          </a:p>
        </p:txBody>
      </p:sp>
      <p:sp>
        <p:nvSpPr>
          <p:cNvPr id="41" name="TextBox 40">
            <a:extLst>
              <a:ext uri="{FF2B5EF4-FFF2-40B4-BE49-F238E27FC236}">
                <a16:creationId xmlns:a16="http://schemas.microsoft.com/office/drawing/2014/main" id="{9200354C-D864-4AB9-B35E-8B41E0B1F042}"/>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Correlation</a:t>
            </a:r>
          </a:p>
        </p:txBody>
      </p:sp>
    </p:spTree>
    <p:extLst>
      <p:ext uri="{BB962C8B-B14F-4D97-AF65-F5344CB8AC3E}">
        <p14:creationId xmlns:p14="http://schemas.microsoft.com/office/powerpoint/2010/main" val="2094585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52704-A307-7DD2-1ABF-A449DC2C769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E045F7D-D916-0E9E-8151-2AA0119045E1}"/>
              </a:ext>
            </a:extLst>
          </p:cNvPr>
          <p:cNvSpPr/>
          <p:nvPr/>
        </p:nvSpPr>
        <p:spPr>
          <a:xfrm>
            <a:off x="1518969" y="2293544"/>
            <a:ext cx="3094722" cy="3331275"/>
          </a:xfrm>
          <a:prstGeom prst="rect">
            <a:avLst/>
          </a:prstGeom>
          <a:solidFill>
            <a:srgbClr val="00B0F0">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66D409B4-491E-37FF-F342-5F65A4B33793}"/>
              </a:ext>
            </a:extLst>
          </p:cNvPr>
          <p:cNvSpPr/>
          <p:nvPr/>
        </p:nvSpPr>
        <p:spPr>
          <a:xfrm>
            <a:off x="795069" y="2293543"/>
            <a:ext cx="723900" cy="3331275"/>
          </a:xfrm>
          <a:prstGeom prst="rect">
            <a:avLst/>
          </a:prstGeom>
          <a:solidFill>
            <a:srgbClr val="EC1B2E">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AU" sz="4800" b="0" i="0" u="none" strike="noStrike" kern="0" cap="none" spc="0" normalizeH="0" baseline="0" noProof="0" dirty="0">
                <a:ln>
                  <a:noFill/>
                </a:ln>
                <a:solidFill>
                  <a:srgbClr val="FFFFFF"/>
                </a:solidFill>
                <a:effectLst/>
                <a:uLnTx/>
                <a:uFillTx/>
                <a:latin typeface="Calibri" panose="020F0502020204030204"/>
                <a:ea typeface="+mn-ea"/>
                <a:cs typeface="+mn-cs"/>
              </a:rPr>
              <a:t>IF</a:t>
            </a:r>
          </a:p>
        </p:txBody>
      </p:sp>
      <p:sp>
        <p:nvSpPr>
          <p:cNvPr id="4" name="Rectangle 3">
            <a:extLst>
              <a:ext uri="{FF2B5EF4-FFF2-40B4-BE49-F238E27FC236}">
                <a16:creationId xmlns:a16="http://schemas.microsoft.com/office/drawing/2014/main" id="{017C88D0-CE6C-94DE-EA58-8543156FCFF1}"/>
              </a:ext>
            </a:extLst>
          </p:cNvPr>
          <p:cNvSpPr/>
          <p:nvPr/>
        </p:nvSpPr>
        <p:spPr>
          <a:xfrm>
            <a:off x="8175039" y="2293545"/>
            <a:ext cx="3094722" cy="3331275"/>
          </a:xfrm>
          <a:prstGeom prst="rect">
            <a:avLst/>
          </a:prstGeom>
          <a:solidFill>
            <a:srgbClr val="00B0F0">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B7FC7994-E194-D818-0096-665C8CA2615B}"/>
              </a:ext>
            </a:extLst>
          </p:cNvPr>
          <p:cNvSpPr/>
          <p:nvPr/>
        </p:nvSpPr>
        <p:spPr>
          <a:xfrm>
            <a:off x="7451139" y="2293544"/>
            <a:ext cx="723900" cy="3331275"/>
          </a:xfrm>
          <a:prstGeom prst="rect">
            <a:avLst/>
          </a:prstGeom>
          <a:solidFill>
            <a:srgbClr val="EC1B2E">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AU" sz="4800" b="0" i="0" u="none" strike="noStrike" kern="0" cap="none" spc="0" normalizeH="0" baseline="0" noProof="0" dirty="0">
                <a:ln>
                  <a:noFill/>
                </a:ln>
                <a:solidFill>
                  <a:srgbClr val="FFFFFF"/>
                </a:solidFill>
                <a:effectLst/>
                <a:uLnTx/>
                <a:uFillTx/>
                <a:latin typeface="Calibri" panose="020F0502020204030204"/>
                <a:ea typeface="+mn-ea"/>
                <a:cs typeface="+mn-cs"/>
              </a:rPr>
              <a:t>THEN</a:t>
            </a:r>
          </a:p>
        </p:txBody>
      </p:sp>
      <p:sp>
        <p:nvSpPr>
          <p:cNvPr id="8" name="Arrow: Right 7">
            <a:extLst>
              <a:ext uri="{FF2B5EF4-FFF2-40B4-BE49-F238E27FC236}">
                <a16:creationId xmlns:a16="http://schemas.microsoft.com/office/drawing/2014/main" id="{94E7B13C-AADE-A99D-8A15-6ABD276BF8CE}"/>
              </a:ext>
            </a:extLst>
          </p:cNvPr>
          <p:cNvSpPr/>
          <p:nvPr/>
        </p:nvSpPr>
        <p:spPr>
          <a:xfrm>
            <a:off x="4917285" y="3361075"/>
            <a:ext cx="2242260" cy="1196209"/>
          </a:xfrm>
          <a:prstGeom prst="rightArrow">
            <a:avLst/>
          </a:prstGeom>
          <a:solidFill>
            <a:srgbClr val="EC1B2E">
              <a:alpha val="50000"/>
            </a:srgbClr>
          </a:solidFill>
          <a:ln w="12700" cap="flat" cmpd="sng" algn="ctr">
            <a:solidFill>
              <a:srgbClr val="333538"/>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FBA8CBBF-07C0-453C-B812-C6E1E8AD8FE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Correlation</a:t>
            </a:r>
          </a:p>
        </p:txBody>
      </p:sp>
    </p:spTree>
    <p:extLst>
      <p:ext uri="{BB962C8B-B14F-4D97-AF65-F5344CB8AC3E}">
        <p14:creationId xmlns:p14="http://schemas.microsoft.com/office/powerpoint/2010/main" val="2132408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5A53-660F-AE56-39FD-4F2A2D3F3B91}"/>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F4B1D48-A71E-4F1E-8872-167BE06512F5}"/>
              </a:ext>
            </a:extLst>
          </p:cNvPr>
          <p:cNvGraphicFramePr>
            <a:graphicFrameLocks noGrp="1"/>
          </p:cNvGraphicFramePr>
          <p:nvPr/>
        </p:nvGraphicFramePr>
        <p:xfrm>
          <a:off x="305806" y="2569144"/>
          <a:ext cx="3387598" cy="2838450"/>
        </p:xfrm>
        <a:graphic>
          <a:graphicData uri="http://schemas.openxmlformats.org/drawingml/2006/table">
            <a:tbl>
              <a:tblPr>
                <a:tableStyleId>{616DA210-FB5B-4158-B5E0-FEB733F419BA}</a:tableStyleId>
              </a:tblPr>
              <a:tblGrid>
                <a:gridCol w="609600">
                  <a:extLst>
                    <a:ext uri="{9D8B030D-6E8A-4147-A177-3AD203B41FA5}">
                      <a16:colId xmlns:a16="http://schemas.microsoft.com/office/drawing/2014/main" val="20000"/>
                    </a:ext>
                  </a:extLst>
                </a:gridCol>
                <a:gridCol w="1084199">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1084199">
                  <a:extLst>
                    <a:ext uri="{9D8B030D-6E8A-4147-A177-3AD203B41FA5}">
                      <a16:colId xmlns:a16="http://schemas.microsoft.com/office/drawing/2014/main" val="20003"/>
                    </a:ext>
                  </a:extLst>
                </a:gridCol>
              </a:tblGrid>
              <a:tr h="190500">
                <a:tc>
                  <a:txBody>
                    <a:bodyPr/>
                    <a:lstStyle/>
                    <a:p>
                      <a:pPr algn="ctr" fontAlgn="b"/>
                      <a:r>
                        <a:rPr lang="en-AU" sz="1800" b="1" u="none" strike="noStrike" dirty="0">
                          <a:solidFill>
                            <a:schemeClr val="tx1">
                              <a:lumMod val="50000"/>
                            </a:schemeClr>
                          </a:solidFill>
                          <a:effectLst/>
                        </a:rPr>
                        <a:t>Sales</a:t>
                      </a:r>
                      <a:endParaRPr lang="en-AU" sz="1800" b="1"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1" u="none" strike="noStrike" dirty="0">
                          <a:solidFill>
                            <a:schemeClr val="tx1">
                              <a:lumMod val="50000"/>
                            </a:schemeClr>
                          </a:solidFill>
                          <a:effectLst/>
                        </a:rPr>
                        <a:t>Drownings</a:t>
                      </a:r>
                      <a:endParaRPr lang="en-AU" sz="1800" b="1" i="0" u="none" strike="noStrike" dirty="0">
                        <a:solidFill>
                          <a:schemeClr val="tx1">
                            <a:lumMod val="50000"/>
                          </a:schemeClr>
                        </a:solidFill>
                        <a:effectLst/>
                        <a:latin typeface="Calibri"/>
                      </a:endParaRPr>
                    </a:p>
                  </a:txBody>
                  <a:tcPr marL="9525" marR="9525" marT="9525" marB="0" anchor="b">
                    <a:solidFill>
                      <a:srgbClr val="FF0000"/>
                    </a:solidFill>
                  </a:tcPr>
                </a:tc>
                <a:tc>
                  <a:txBody>
                    <a:bodyPr/>
                    <a:lstStyle/>
                    <a:p>
                      <a:pPr algn="ctr" fontAlgn="b"/>
                      <a:r>
                        <a:rPr lang="en-AU" sz="1800" b="1" u="none" strike="noStrike" dirty="0">
                          <a:solidFill>
                            <a:schemeClr val="tx1">
                              <a:lumMod val="50000"/>
                            </a:schemeClr>
                          </a:solidFill>
                          <a:effectLst/>
                        </a:rPr>
                        <a:t>Sales</a:t>
                      </a:r>
                      <a:endParaRPr lang="en-AU" sz="1800" b="1"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1" u="none" strike="noStrike" dirty="0">
                          <a:solidFill>
                            <a:schemeClr val="tx1">
                              <a:lumMod val="50000"/>
                            </a:schemeClr>
                          </a:solidFill>
                          <a:effectLst/>
                        </a:rPr>
                        <a:t>Drownings</a:t>
                      </a:r>
                      <a:endParaRPr lang="en-AU" sz="1800" b="1" i="0" u="none" strike="noStrike" dirty="0">
                        <a:solidFill>
                          <a:schemeClr val="tx1">
                            <a:lumMod val="50000"/>
                          </a:schemeClr>
                        </a:solidFill>
                        <a:effectLst/>
                        <a:latin typeface="Calibri"/>
                      </a:endParaRPr>
                    </a:p>
                  </a:txBody>
                  <a:tcPr marL="9525" marR="9525" marT="9525" marB="0" anchor="b">
                    <a:solidFill>
                      <a:srgbClr val="FF0000"/>
                    </a:solidFill>
                  </a:tcPr>
                </a:tc>
                <a:extLst>
                  <a:ext uri="{0D108BD9-81ED-4DB2-BD59-A6C34878D82A}">
                    <a16:rowId xmlns:a16="http://schemas.microsoft.com/office/drawing/2014/main" val="10000"/>
                  </a:ext>
                </a:extLst>
              </a:tr>
              <a:tr h="190500">
                <a:tc>
                  <a:txBody>
                    <a:bodyPr/>
                    <a:lstStyle/>
                    <a:p>
                      <a:pPr algn="ctr" fontAlgn="b"/>
                      <a:r>
                        <a:rPr lang="en-AU" sz="1800" u="none" strike="noStrike" dirty="0">
                          <a:solidFill>
                            <a:schemeClr val="tx1">
                              <a:lumMod val="50000"/>
                            </a:schemeClr>
                          </a:solidFill>
                          <a:effectLst/>
                        </a:rPr>
                        <a:t>12</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1</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22</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5</a:t>
                      </a:r>
                    </a:p>
                  </a:txBody>
                  <a:tcPr marL="9525" marR="9525" marT="9525" marB="0" anchor="b">
                    <a:solidFill>
                      <a:srgbClr val="FF0000"/>
                    </a:solidFill>
                  </a:tcPr>
                </a:tc>
                <a:extLst>
                  <a:ext uri="{0D108BD9-81ED-4DB2-BD59-A6C34878D82A}">
                    <a16:rowId xmlns:a16="http://schemas.microsoft.com/office/drawing/2014/main" val="10001"/>
                  </a:ext>
                </a:extLst>
              </a:tr>
              <a:tr h="190500">
                <a:tc>
                  <a:txBody>
                    <a:bodyPr/>
                    <a:lstStyle/>
                    <a:p>
                      <a:pPr algn="ctr" fontAlgn="b"/>
                      <a:r>
                        <a:rPr lang="en-AU" sz="1800" b="0" i="0" u="none" strike="noStrike" dirty="0">
                          <a:solidFill>
                            <a:schemeClr val="tx1">
                              <a:lumMod val="50000"/>
                            </a:schemeClr>
                          </a:solidFill>
                          <a:effectLst/>
                          <a:latin typeface="+mn-lt"/>
                        </a:rPr>
                        <a:t>14</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2</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22</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6</a:t>
                      </a:r>
                    </a:p>
                  </a:txBody>
                  <a:tcPr marL="9525" marR="9525" marT="9525" marB="0" anchor="b">
                    <a:solidFill>
                      <a:srgbClr val="FF0000"/>
                    </a:solidFill>
                  </a:tcPr>
                </a:tc>
                <a:extLst>
                  <a:ext uri="{0D108BD9-81ED-4DB2-BD59-A6C34878D82A}">
                    <a16:rowId xmlns:a16="http://schemas.microsoft.com/office/drawing/2014/main" val="10002"/>
                  </a:ext>
                </a:extLst>
              </a:tr>
              <a:tr h="190500">
                <a:tc>
                  <a:txBody>
                    <a:bodyPr/>
                    <a:lstStyle/>
                    <a:p>
                      <a:pPr algn="ctr" fontAlgn="b"/>
                      <a:r>
                        <a:rPr lang="en-AU" sz="1800" b="0" i="0" u="none" strike="noStrike" dirty="0">
                          <a:solidFill>
                            <a:schemeClr val="tx1">
                              <a:lumMod val="50000"/>
                            </a:schemeClr>
                          </a:solidFill>
                          <a:effectLst/>
                          <a:latin typeface="+mn-lt"/>
                        </a:rPr>
                        <a:t>13</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2</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26</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7</a:t>
                      </a:r>
                    </a:p>
                  </a:txBody>
                  <a:tcPr marL="9525" marR="9525" marT="9525" marB="0" anchor="b">
                    <a:solidFill>
                      <a:srgbClr val="FF0000"/>
                    </a:solidFill>
                  </a:tcPr>
                </a:tc>
                <a:extLst>
                  <a:ext uri="{0D108BD9-81ED-4DB2-BD59-A6C34878D82A}">
                    <a16:rowId xmlns:a16="http://schemas.microsoft.com/office/drawing/2014/main" val="10003"/>
                  </a:ext>
                </a:extLst>
              </a:tr>
              <a:tr h="190500">
                <a:tc>
                  <a:txBody>
                    <a:bodyPr/>
                    <a:lstStyle/>
                    <a:p>
                      <a:pPr algn="ctr" fontAlgn="b"/>
                      <a:r>
                        <a:rPr lang="en-AU" sz="1800" b="0" i="0" u="none" strike="noStrike" dirty="0">
                          <a:solidFill>
                            <a:schemeClr val="tx1">
                              <a:lumMod val="50000"/>
                            </a:schemeClr>
                          </a:solidFill>
                          <a:effectLst/>
                          <a:latin typeface="+mn-lt"/>
                        </a:rPr>
                        <a:t>15</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1</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29</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5</a:t>
                      </a:r>
                    </a:p>
                  </a:txBody>
                  <a:tcPr marL="9525" marR="9525" marT="9525" marB="0" anchor="b">
                    <a:solidFill>
                      <a:srgbClr val="FF0000"/>
                    </a:solidFill>
                  </a:tcPr>
                </a:tc>
                <a:extLst>
                  <a:ext uri="{0D108BD9-81ED-4DB2-BD59-A6C34878D82A}">
                    <a16:rowId xmlns:a16="http://schemas.microsoft.com/office/drawing/2014/main" val="10004"/>
                  </a:ext>
                </a:extLst>
              </a:tr>
              <a:tr h="190500">
                <a:tc>
                  <a:txBody>
                    <a:bodyPr/>
                    <a:lstStyle/>
                    <a:p>
                      <a:pPr algn="ctr" fontAlgn="b"/>
                      <a:r>
                        <a:rPr lang="en-AU" sz="1800" b="0" i="0" u="none" strike="noStrike" dirty="0">
                          <a:solidFill>
                            <a:schemeClr val="tx1">
                              <a:lumMod val="50000"/>
                            </a:schemeClr>
                          </a:solidFill>
                          <a:effectLst/>
                          <a:latin typeface="+mn-lt"/>
                        </a:rPr>
                        <a:t>15</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3</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31</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6</a:t>
                      </a:r>
                    </a:p>
                  </a:txBody>
                  <a:tcPr marL="9525" marR="9525" marT="9525" marB="0" anchor="b">
                    <a:solidFill>
                      <a:srgbClr val="FF0000"/>
                    </a:solidFill>
                  </a:tcPr>
                </a:tc>
                <a:extLst>
                  <a:ext uri="{0D108BD9-81ED-4DB2-BD59-A6C34878D82A}">
                    <a16:rowId xmlns:a16="http://schemas.microsoft.com/office/drawing/2014/main" val="10005"/>
                  </a:ext>
                </a:extLst>
              </a:tr>
              <a:tr h="190500">
                <a:tc>
                  <a:txBody>
                    <a:bodyPr/>
                    <a:lstStyle/>
                    <a:p>
                      <a:pPr algn="ctr" fontAlgn="b"/>
                      <a:r>
                        <a:rPr lang="en-AU" sz="1800" b="0" i="0" u="none" strike="noStrike" dirty="0">
                          <a:solidFill>
                            <a:schemeClr val="tx1">
                              <a:lumMod val="50000"/>
                            </a:schemeClr>
                          </a:solidFill>
                          <a:effectLst/>
                          <a:latin typeface="+mn-lt"/>
                        </a:rPr>
                        <a:t>18</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4</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30</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7</a:t>
                      </a:r>
                    </a:p>
                  </a:txBody>
                  <a:tcPr marL="9525" marR="9525" marT="9525" marB="0" anchor="b">
                    <a:solidFill>
                      <a:srgbClr val="FF0000"/>
                    </a:solidFill>
                  </a:tcPr>
                </a:tc>
                <a:extLst>
                  <a:ext uri="{0D108BD9-81ED-4DB2-BD59-A6C34878D82A}">
                    <a16:rowId xmlns:a16="http://schemas.microsoft.com/office/drawing/2014/main" val="10006"/>
                  </a:ext>
                </a:extLst>
              </a:tr>
              <a:tr h="190500">
                <a:tc>
                  <a:txBody>
                    <a:bodyPr/>
                    <a:lstStyle/>
                    <a:p>
                      <a:pPr algn="ctr" fontAlgn="b"/>
                      <a:r>
                        <a:rPr lang="en-AU" sz="1800" b="0" i="0" u="none" strike="noStrike" dirty="0">
                          <a:solidFill>
                            <a:schemeClr val="tx1">
                              <a:lumMod val="50000"/>
                            </a:schemeClr>
                          </a:solidFill>
                          <a:effectLst/>
                          <a:latin typeface="+mn-lt"/>
                        </a:rPr>
                        <a:t>19</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3</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32</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8</a:t>
                      </a:r>
                    </a:p>
                  </a:txBody>
                  <a:tcPr marL="9525" marR="9525" marT="9525" marB="0" anchor="b">
                    <a:solidFill>
                      <a:srgbClr val="FF0000"/>
                    </a:solidFill>
                  </a:tcPr>
                </a:tc>
                <a:extLst>
                  <a:ext uri="{0D108BD9-81ED-4DB2-BD59-A6C34878D82A}">
                    <a16:rowId xmlns:a16="http://schemas.microsoft.com/office/drawing/2014/main" val="10007"/>
                  </a:ext>
                </a:extLst>
              </a:tr>
              <a:tr h="190500">
                <a:tc>
                  <a:txBody>
                    <a:bodyPr/>
                    <a:lstStyle/>
                    <a:p>
                      <a:pPr algn="ctr" fontAlgn="b"/>
                      <a:r>
                        <a:rPr lang="en-AU" sz="1800" b="0" i="0" u="none" strike="noStrike" dirty="0">
                          <a:solidFill>
                            <a:schemeClr val="tx1">
                              <a:lumMod val="50000"/>
                            </a:schemeClr>
                          </a:solidFill>
                          <a:effectLst/>
                          <a:latin typeface="+mn-lt"/>
                        </a:rPr>
                        <a:t>22</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4</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34</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9</a:t>
                      </a:r>
                    </a:p>
                  </a:txBody>
                  <a:tcPr marL="9525" marR="9525" marT="9525" marB="0" anchor="b">
                    <a:solidFill>
                      <a:srgbClr val="FF0000"/>
                    </a:solidFill>
                  </a:tcPr>
                </a:tc>
                <a:extLst>
                  <a:ext uri="{0D108BD9-81ED-4DB2-BD59-A6C34878D82A}">
                    <a16:rowId xmlns:a16="http://schemas.microsoft.com/office/drawing/2014/main" val="10008"/>
                  </a:ext>
                </a:extLst>
              </a:tr>
              <a:tr h="190500">
                <a:tc>
                  <a:txBody>
                    <a:bodyPr/>
                    <a:lstStyle/>
                    <a:p>
                      <a:pPr algn="ctr" fontAlgn="b"/>
                      <a:r>
                        <a:rPr lang="en-AU" sz="1800" b="0" i="0" u="none" strike="noStrike" dirty="0">
                          <a:solidFill>
                            <a:schemeClr val="tx1">
                              <a:lumMod val="50000"/>
                            </a:schemeClr>
                          </a:solidFill>
                          <a:effectLst/>
                          <a:latin typeface="+mn-lt"/>
                        </a:rPr>
                        <a:t>23</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5</a:t>
                      </a:r>
                    </a:p>
                  </a:txBody>
                  <a:tcPr marL="9525" marR="9525" marT="9525" marB="0" anchor="b">
                    <a:solidFill>
                      <a:srgbClr val="FF0000"/>
                    </a:solidFill>
                  </a:tcPr>
                </a:tc>
                <a:tc>
                  <a:txBody>
                    <a:bodyPr/>
                    <a:lstStyle/>
                    <a:p>
                      <a:pPr algn="ctr" fontAlgn="b"/>
                      <a:r>
                        <a:rPr lang="en-AU" sz="1800" b="0" i="0" u="none" strike="noStrike" dirty="0">
                          <a:solidFill>
                            <a:schemeClr val="tx1">
                              <a:lumMod val="50000"/>
                            </a:schemeClr>
                          </a:solidFill>
                          <a:effectLst/>
                          <a:latin typeface="+mn-lt"/>
                        </a:rPr>
                        <a:t>35</a:t>
                      </a:r>
                      <a:endParaRPr lang="en-AU" sz="1800" b="0" i="0" u="none" strike="noStrike" dirty="0">
                        <a:solidFill>
                          <a:schemeClr val="tx1">
                            <a:lumMod val="50000"/>
                          </a:schemeClr>
                        </a:solidFill>
                        <a:effectLst/>
                        <a:latin typeface="Calibri"/>
                      </a:endParaRPr>
                    </a:p>
                  </a:txBody>
                  <a:tcPr marL="9525" marR="9525" marT="9525" marB="0" anchor="b">
                    <a:solidFill>
                      <a:srgbClr val="00B0F0"/>
                    </a:solidFill>
                  </a:tcPr>
                </a:tc>
                <a:tc>
                  <a:txBody>
                    <a:bodyPr/>
                    <a:lstStyle/>
                    <a:p>
                      <a:pPr algn="ctr" fontAlgn="b"/>
                      <a:r>
                        <a:rPr lang="en-AU" sz="1800" b="0" i="0" u="none" strike="noStrike" dirty="0">
                          <a:solidFill>
                            <a:schemeClr val="tx1">
                              <a:lumMod val="50000"/>
                            </a:schemeClr>
                          </a:solidFill>
                          <a:effectLst/>
                          <a:latin typeface="Calibri"/>
                        </a:rPr>
                        <a:t>10</a:t>
                      </a:r>
                    </a:p>
                  </a:txBody>
                  <a:tcPr marL="9525" marR="9525" marT="9525" marB="0" anchor="b">
                    <a:solidFill>
                      <a:srgbClr val="FF0000"/>
                    </a:solidFill>
                  </a:tcPr>
                </a:tc>
                <a:extLst>
                  <a:ext uri="{0D108BD9-81ED-4DB2-BD59-A6C34878D82A}">
                    <a16:rowId xmlns:a16="http://schemas.microsoft.com/office/drawing/2014/main" val="10009"/>
                  </a:ext>
                </a:extLst>
              </a:tr>
            </a:tbl>
          </a:graphicData>
        </a:graphic>
      </p:graphicFrame>
      <p:graphicFrame>
        <p:nvGraphicFramePr>
          <p:cNvPr id="5" name="Chart 4">
            <a:extLst>
              <a:ext uri="{FF2B5EF4-FFF2-40B4-BE49-F238E27FC236}">
                <a16:creationId xmlns:a16="http://schemas.microsoft.com/office/drawing/2014/main" id="{8FCD341E-ED81-3A8A-B466-572D945F65B5}"/>
              </a:ext>
            </a:extLst>
          </p:cNvPr>
          <p:cNvGraphicFramePr>
            <a:graphicFrameLocks/>
          </p:cNvGraphicFramePr>
          <p:nvPr/>
        </p:nvGraphicFramePr>
        <p:xfrm>
          <a:off x="3810000" y="2564830"/>
          <a:ext cx="8076194" cy="2842763"/>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4EACE79B-B5E9-44AD-B18C-D9DEFE0E65E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Correlation is not Causation</a:t>
            </a:r>
          </a:p>
        </p:txBody>
      </p:sp>
    </p:spTree>
    <p:extLst>
      <p:ext uri="{BB962C8B-B14F-4D97-AF65-F5344CB8AC3E}">
        <p14:creationId xmlns:p14="http://schemas.microsoft.com/office/powerpoint/2010/main" val="2539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50"/>
                                  </p:stCondLst>
                                  <p:childTnLst>
                                    <p:set>
                                      <p:cBhvr>
                                        <p:cTn id="6" dur="1" fill="hold">
                                          <p:stCondLst>
                                            <p:cond delay="0"/>
                                          </p:stCondLst>
                                        </p:cTn>
                                        <p:tgtEl>
                                          <p:spTgt spid="5">
                                            <p:graphicEl>
                                              <a:chart seriesIdx="-4" categoryIdx="0" bldStep="category"/>
                                            </p:graphicEl>
                                          </p:spTgt>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5">
                                            <p:graphicEl>
                                              <a:chart seriesIdx="-4" categoryIdx="1" bldStep="category"/>
                                            </p:graphicEl>
                                          </p:spTgt>
                                        </p:tgtEl>
                                        <p:attrNameLst>
                                          <p:attrName>style.visibility</p:attrName>
                                        </p:attrNameLst>
                                      </p:cBhvr>
                                      <p:to>
                                        <p:strVal val="visible"/>
                                      </p:to>
                                    </p:set>
                                  </p:childTnLst>
                                </p:cTn>
                              </p:par>
                              <p:par>
                                <p:cTn id="9" presetID="1" presetClass="entr" presetSubtype="0" fill="hold" grpId="0" nodeType="withEffect">
                                  <p:stCondLst>
                                    <p:cond delay="750"/>
                                  </p:stCondLst>
                                  <p:childTnLst>
                                    <p:set>
                                      <p:cBhvr>
                                        <p:cTn id="10" dur="1" fill="hold">
                                          <p:stCondLst>
                                            <p:cond delay="0"/>
                                          </p:stCondLst>
                                        </p:cTn>
                                        <p:tgtEl>
                                          <p:spTgt spid="5">
                                            <p:graphicEl>
                                              <a:chart seriesIdx="-4" categoryIdx="2" bldStep="category"/>
                                            </p:graphicEl>
                                          </p:spTgt>
                                        </p:tgtEl>
                                        <p:attrNameLst>
                                          <p:attrName>style.visibility</p:attrName>
                                        </p:attrNameLst>
                                      </p:cBhvr>
                                      <p:to>
                                        <p:strVal val="visible"/>
                                      </p:to>
                                    </p:set>
                                  </p:childTnLst>
                                </p:cTn>
                              </p:par>
                              <p:par>
                                <p:cTn id="11" presetID="1" presetClass="entr" presetSubtype="0" fill="hold" grpId="0" nodeType="withEffect">
                                  <p:stCondLst>
                                    <p:cond delay="1000"/>
                                  </p:stCondLst>
                                  <p:childTnLst>
                                    <p:set>
                                      <p:cBhvr>
                                        <p:cTn id="12" dur="1" fill="hold">
                                          <p:stCondLst>
                                            <p:cond delay="0"/>
                                          </p:stCondLst>
                                        </p:cTn>
                                        <p:tgtEl>
                                          <p:spTgt spid="5">
                                            <p:graphicEl>
                                              <a:chart seriesIdx="-4" categoryIdx="3" bldStep="category"/>
                                            </p:graphicEl>
                                          </p:spTgt>
                                        </p:tgtEl>
                                        <p:attrNameLst>
                                          <p:attrName>style.visibility</p:attrName>
                                        </p:attrNameLst>
                                      </p:cBhvr>
                                      <p:to>
                                        <p:strVal val="visible"/>
                                      </p:to>
                                    </p:set>
                                  </p:childTnLst>
                                </p:cTn>
                              </p:par>
                              <p:par>
                                <p:cTn id="13" presetID="1" presetClass="entr" presetSubtype="0" fill="hold" grpId="0" nodeType="withEffect">
                                  <p:stCondLst>
                                    <p:cond delay="1250"/>
                                  </p:stCondLst>
                                  <p:childTnLst>
                                    <p:set>
                                      <p:cBhvr>
                                        <p:cTn id="14" dur="1" fill="hold">
                                          <p:stCondLst>
                                            <p:cond delay="0"/>
                                          </p:stCondLst>
                                        </p:cTn>
                                        <p:tgtEl>
                                          <p:spTgt spid="5">
                                            <p:graphicEl>
                                              <a:chart seriesIdx="-4" categoryIdx="4" bldStep="category"/>
                                            </p:graphicEl>
                                          </p:spTgt>
                                        </p:tgtEl>
                                        <p:attrNameLst>
                                          <p:attrName>style.visibility</p:attrName>
                                        </p:attrNameLst>
                                      </p:cBhvr>
                                      <p:to>
                                        <p:strVal val="visible"/>
                                      </p:to>
                                    </p:set>
                                  </p:childTnLst>
                                </p:cTn>
                              </p:par>
                              <p:par>
                                <p:cTn id="15" presetID="1" presetClass="entr" presetSubtype="0" fill="hold" grpId="0" nodeType="withEffect">
                                  <p:stCondLst>
                                    <p:cond delay="1500"/>
                                  </p:stCondLst>
                                  <p:childTnLst>
                                    <p:set>
                                      <p:cBhvr>
                                        <p:cTn id="16" dur="1" fill="hold">
                                          <p:stCondLst>
                                            <p:cond delay="0"/>
                                          </p:stCondLst>
                                        </p:cTn>
                                        <p:tgtEl>
                                          <p:spTgt spid="5">
                                            <p:graphicEl>
                                              <a:chart seriesIdx="-4" categoryIdx="5" bldStep="category"/>
                                            </p:graphicEl>
                                          </p:spTgt>
                                        </p:tgtEl>
                                        <p:attrNameLst>
                                          <p:attrName>style.visibility</p:attrName>
                                        </p:attrNameLst>
                                      </p:cBhvr>
                                      <p:to>
                                        <p:strVal val="visible"/>
                                      </p:to>
                                    </p:set>
                                  </p:childTnLst>
                                </p:cTn>
                              </p:par>
                              <p:par>
                                <p:cTn id="17" presetID="1" presetClass="entr" presetSubtype="0" fill="hold" grpId="0" nodeType="withEffect">
                                  <p:stCondLst>
                                    <p:cond delay="1750"/>
                                  </p:stCondLst>
                                  <p:childTnLst>
                                    <p:set>
                                      <p:cBhvr>
                                        <p:cTn id="18" dur="1" fill="hold">
                                          <p:stCondLst>
                                            <p:cond delay="0"/>
                                          </p:stCondLst>
                                        </p:cTn>
                                        <p:tgtEl>
                                          <p:spTgt spid="5">
                                            <p:graphicEl>
                                              <a:chart seriesIdx="-4" categoryIdx="6" bldStep="category"/>
                                            </p:graphicEl>
                                          </p:spTgt>
                                        </p:tgtEl>
                                        <p:attrNameLst>
                                          <p:attrName>style.visibility</p:attrName>
                                        </p:attrNameLst>
                                      </p:cBhvr>
                                      <p:to>
                                        <p:strVal val="visible"/>
                                      </p:to>
                                    </p:set>
                                  </p:childTnLst>
                                </p:cTn>
                              </p:par>
                              <p:par>
                                <p:cTn id="19" presetID="1" presetClass="entr" presetSubtype="0" fill="hold" grpId="0" nodeType="withEffect">
                                  <p:stCondLst>
                                    <p:cond delay="2000"/>
                                  </p:stCondLst>
                                  <p:childTnLst>
                                    <p:set>
                                      <p:cBhvr>
                                        <p:cTn id="20" dur="1" fill="hold">
                                          <p:stCondLst>
                                            <p:cond delay="0"/>
                                          </p:stCondLst>
                                        </p:cTn>
                                        <p:tgtEl>
                                          <p:spTgt spid="5">
                                            <p:graphicEl>
                                              <a:chart seriesIdx="-4" categoryIdx="7" bldStep="category"/>
                                            </p:graphicEl>
                                          </p:spTgt>
                                        </p:tgtEl>
                                        <p:attrNameLst>
                                          <p:attrName>style.visibility</p:attrName>
                                        </p:attrNameLst>
                                      </p:cBhvr>
                                      <p:to>
                                        <p:strVal val="visible"/>
                                      </p:to>
                                    </p:set>
                                  </p:childTnLst>
                                </p:cTn>
                              </p:par>
                              <p:par>
                                <p:cTn id="21" presetID="1" presetClass="entr" presetSubtype="0" fill="hold" grpId="0" nodeType="withEffect">
                                  <p:stCondLst>
                                    <p:cond delay="2250"/>
                                  </p:stCondLst>
                                  <p:childTnLst>
                                    <p:set>
                                      <p:cBhvr>
                                        <p:cTn id="22" dur="1" fill="hold">
                                          <p:stCondLst>
                                            <p:cond delay="0"/>
                                          </p:stCondLst>
                                        </p:cTn>
                                        <p:tgtEl>
                                          <p:spTgt spid="5">
                                            <p:graphicEl>
                                              <a:chart seriesIdx="-4" categoryIdx="8" bldStep="category"/>
                                            </p:graphicEl>
                                          </p:spTgt>
                                        </p:tgtEl>
                                        <p:attrNameLst>
                                          <p:attrName>style.visibility</p:attrName>
                                        </p:attrNameLst>
                                      </p:cBhvr>
                                      <p:to>
                                        <p:strVal val="visible"/>
                                      </p:to>
                                    </p:set>
                                  </p:childTnLst>
                                </p:cTn>
                              </p:par>
                              <p:par>
                                <p:cTn id="23" presetID="1" presetClass="entr" presetSubtype="0" fill="hold" grpId="0" nodeType="withEffect">
                                  <p:stCondLst>
                                    <p:cond delay="2500"/>
                                  </p:stCondLst>
                                  <p:childTnLst>
                                    <p:set>
                                      <p:cBhvr>
                                        <p:cTn id="24" dur="1" fill="hold">
                                          <p:stCondLst>
                                            <p:cond delay="0"/>
                                          </p:stCondLst>
                                        </p:cTn>
                                        <p:tgtEl>
                                          <p:spTgt spid="5">
                                            <p:graphicEl>
                                              <a:chart seriesIdx="-4" categoryIdx="9" bldStep="category"/>
                                            </p:graphicEl>
                                          </p:spTgt>
                                        </p:tgtEl>
                                        <p:attrNameLst>
                                          <p:attrName>style.visibility</p:attrName>
                                        </p:attrNameLst>
                                      </p:cBhvr>
                                      <p:to>
                                        <p:strVal val="visible"/>
                                      </p:to>
                                    </p:set>
                                  </p:childTnLst>
                                </p:cTn>
                              </p:par>
                              <p:par>
                                <p:cTn id="25" presetID="1" presetClass="entr" presetSubtype="0" fill="hold" grpId="0" nodeType="withEffect">
                                  <p:stCondLst>
                                    <p:cond delay="2750"/>
                                  </p:stCondLst>
                                  <p:childTnLst>
                                    <p:set>
                                      <p:cBhvr>
                                        <p:cTn id="26" dur="1" fill="hold">
                                          <p:stCondLst>
                                            <p:cond delay="0"/>
                                          </p:stCondLst>
                                        </p:cTn>
                                        <p:tgtEl>
                                          <p:spTgt spid="5">
                                            <p:graphicEl>
                                              <a:chart seriesIdx="-4" categoryIdx="10" bldStep="category"/>
                                            </p:graphicEl>
                                          </p:spTgt>
                                        </p:tgtEl>
                                        <p:attrNameLst>
                                          <p:attrName>style.visibility</p:attrName>
                                        </p:attrNameLst>
                                      </p:cBhvr>
                                      <p:to>
                                        <p:strVal val="visible"/>
                                      </p:to>
                                    </p:set>
                                  </p:childTnLst>
                                </p:cTn>
                              </p:par>
                              <p:par>
                                <p:cTn id="27" presetID="1" presetClass="entr" presetSubtype="0" fill="hold" grpId="0" nodeType="withEffect">
                                  <p:stCondLst>
                                    <p:cond delay="3000"/>
                                  </p:stCondLst>
                                  <p:childTnLst>
                                    <p:set>
                                      <p:cBhvr>
                                        <p:cTn id="28" dur="1" fill="hold">
                                          <p:stCondLst>
                                            <p:cond delay="0"/>
                                          </p:stCondLst>
                                        </p:cTn>
                                        <p:tgtEl>
                                          <p:spTgt spid="5">
                                            <p:graphicEl>
                                              <a:chart seriesIdx="-4" categoryIdx="11" bldStep="category"/>
                                            </p:graphicEl>
                                          </p:spTgt>
                                        </p:tgtEl>
                                        <p:attrNameLst>
                                          <p:attrName>style.visibility</p:attrName>
                                        </p:attrNameLst>
                                      </p:cBhvr>
                                      <p:to>
                                        <p:strVal val="visible"/>
                                      </p:to>
                                    </p:set>
                                  </p:childTnLst>
                                </p:cTn>
                              </p:par>
                              <p:par>
                                <p:cTn id="29" presetID="1" presetClass="entr" presetSubtype="0" fill="hold" grpId="0" nodeType="withEffect">
                                  <p:stCondLst>
                                    <p:cond delay="3250"/>
                                  </p:stCondLst>
                                  <p:childTnLst>
                                    <p:set>
                                      <p:cBhvr>
                                        <p:cTn id="30" dur="1" fill="hold">
                                          <p:stCondLst>
                                            <p:cond delay="0"/>
                                          </p:stCondLst>
                                        </p:cTn>
                                        <p:tgtEl>
                                          <p:spTgt spid="5">
                                            <p:graphicEl>
                                              <a:chart seriesIdx="-4" categoryIdx="12" bldStep="category"/>
                                            </p:graphicEl>
                                          </p:spTgt>
                                        </p:tgtEl>
                                        <p:attrNameLst>
                                          <p:attrName>style.visibility</p:attrName>
                                        </p:attrNameLst>
                                      </p:cBhvr>
                                      <p:to>
                                        <p:strVal val="visible"/>
                                      </p:to>
                                    </p:set>
                                  </p:childTnLst>
                                </p:cTn>
                              </p:par>
                              <p:par>
                                <p:cTn id="31" presetID="1" presetClass="entr" presetSubtype="0" fill="hold" grpId="0" nodeType="withEffect">
                                  <p:stCondLst>
                                    <p:cond delay="3500"/>
                                  </p:stCondLst>
                                  <p:childTnLst>
                                    <p:set>
                                      <p:cBhvr>
                                        <p:cTn id="32" dur="1" fill="hold">
                                          <p:stCondLst>
                                            <p:cond delay="0"/>
                                          </p:stCondLst>
                                        </p:cTn>
                                        <p:tgtEl>
                                          <p:spTgt spid="5">
                                            <p:graphicEl>
                                              <a:chart seriesIdx="-4" categoryIdx="13" bldStep="category"/>
                                            </p:graphicEl>
                                          </p:spTgt>
                                        </p:tgtEl>
                                        <p:attrNameLst>
                                          <p:attrName>style.visibility</p:attrName>
                                        </p:attrNameLst>
                                      </p:cBhvr>
                                      <p:to>
                                        <p:strVal val="visible"/>
                                      </p:to>
                                    </p:set>
                                  </p:childTnLst>
                                </p:cTn>
                              </p:par>
                              <p:par>
                                <p:cTn id="33" presetID="1" presetClass="entr" presetSubtype="0" fill="hold" grpId="0" nodeType="withEffect">
                                  <p:stCondLst>
                                    <p:cond delay="3750"/>
                                  </p:stCondLst>
                                  <p:childTnLst>
                                    <p:set>
                                      <p:cBhvr>
                                        <p:cTn id="34" dur="1" fill="hold">
                                          <p:stCondLst>
                                            <p:cond delay="0"/>
                                          </p:stCondLst>
                                        </p:cTn>
                                        <p:tgtEl>
                                          <p:spTgt spid="5">
                                            <p:graphicEl>
                                              <a:chart seriesIdx="-4" categoryIdx="14" bldStep="category"/>
                                            </p:graphicEl>
                                          </p:spTgt>
                                        </p:tgtEl>
                                        <p:attrNameLst>
                                          <p:attrName>style.visibility</p:attrName>
                                        </p:attrNameLst>
                                      </p:cBhvr>
                                      <p:to>
                                        <p:strVal val="visible"/>
                                      </p:to>
                                    </p:set>
                                  </p:childTnLst>
                                </p:cTn>
                              </p:par>
                              <p:par>
                                <p:cTn id="35" presetID="1" presetClass="entr" presetSubtype="0" fill="hold" grpId="0" nodeType="withEffect">
                                  <p:stCondLst>
                                    <p:cond delay="4000"/>
                                  </p:stCondLst>
                                  <p:childTnLst>
                                    <p:set>
                                      <p:cBhvr>
                                        <p:cTn id="36" dur="1" fill="hold">
                                          <p:stCondLst>
                                            <p:cond delay="0"/>
                                          </p:stCondLst>
                                        </p:cTn>
                                        <p:tgtEl>
                                          <p:spTgt spid="5">
                                            <p:graphicEl>
                                              <a:chart seriesIdx="-4" categoryIdx="15" bldStep="category"/>
                                            </p:graphicEl>
                                          </p:spTgt>
                                        </p:tgtEl>
                                        <p:attrNameLst>
                                          <p:attrName>style.visibility</p:attrName>
                                        </p:attrNameLst>
                                      </p:cBhvr>
                                      <p:to>
                                        <p:strVal val="visible"/>
                                      </p:to>
                                    </p:set>
                                  </p:childTnLst>
                                </p:cTn>
                              </p:par>
                              <p:par>
                                <p:cTn id="37" presetID="1" presetClass="entr" presetSubtype="0" fill="hold" grpId="0" nodeType="withEffect">
                                  <p:stCondLst>
                                    <p:cond delay="4250"/>
                                  </p:stCondLst>
                                  <p:childTnLst>
                                    <p:set>
                                      <p:cBhvr>
                                        <p:cTn id="38" dur="1" fill="hold">
                                          <p:stCondLst>
                                            <p:cond delay="0"/>
                                          </p:stCondLst>
                                        </p:cTn>
                                        <p:tgtEl>
                                          <p:spTgt spid="5">
                                            <p:graphicEl>
                                              <a:chart seriesIdx="-4" categoryIdx="16" bldStep="category"/>
                                            </p:graphicEl>
                                          </p:spTgt>
                                        </p:tgtEl>
                                        <p:attrNameLst>
                                          <p:attrName>style.visibility</p:attrName>
                                        </p:attrNameLst>
                                      </p:cBhvr>
                                      <p:to>
                                        <p:strVal val="visible"/>
                                      </p:to>
                                    </p:set>
                                  </p:childTnLst>
                                </p:cTn>
                              </p:par>
                              <p:par>
                                <p:cTn id="39" presetID="1" presetClass="entr" presetSubtype="0" fill="hold" grpId="0" nodeType="withEffect">
                                  <p:stCondLst>
                                    <p:cond delay="4500"/>
                                  </p:stCondLst>
                                  <p:childTnLst>
                                    <p:set>
                                      <p:cBhvr>
                                        <p:cTn id="40" dur="1" fill="hold">
                                          <p:stCondLst>
                                            <p:cond delay="0"/>
                                          </p:stCondLst>
                                        </p:cTn>
                                        <p:tgtEl>
                                          <p:spTgt spid="5">
                                            <p:graphicEl>
                                              <a:chart seriesIdx="-4" categoryIdx="17" bldStep="category"/>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Chart bld="category" animBg="0"/>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E6BF5-E53D-4770-9D65-3F4F893CCFE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1567274-F3C2-3557-BEFE-EE900F1586D9}"/>
              </a:ext>
            </a:extLst>
          </p:cNvPr>
          <p:cNvSpPr/>
          <p:nvPr/>
        </p:nvSpPr>
        <p:spPr>
          <a:xfrm>
            <a:off x="884467" y="4091611"/>
            <a:ext cx="3094722" cy="2104380"/>
          </a:xfrm>
          <a:prstGeom prst="rect">
            <a:avLst/>
          </a:prstGeom>
          <a:solidFill>
            <a:srgbClr val="00B0F0">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D50B53A3-507E-152A-67EC-6C8FF87140E8}"/>
              </a:ext>
            </a:extLst>
          </p:cNvPr>
          <p:cNvSpPr/>
          <p:nvPr/>
        </p:nvSpPr>
        <p:spPr>
          <a:xfrm>
            <a:off x="7540537" y="4091612"/>
            <a:ext cx="3094722" cy="2104380"/>
          </a:xfrm>
          <a:prstGeom prst="rect">
            <a:avLst/>
          </a:prstGeom>
          <a:solidFill>
            <a:srgbClr val="00B0F0">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pic>
        <p:nvPicPr>
          <p:cNvPr id="18" name="Picture 2" descr="Image result for ice cream transparent">
            <a:extLst>
              <a:ext uri="{FF2B5EF4-FFF2-40B4-BE49-F238E27FC236}">
                <a16:creationId xmlns:a16="http://schemas.microsoft.com/office/drawing/2014/main" id="{8BDA83A9-77BE-3CE6-C423-54651C03C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135" y="4236957"/>
            <a:ext cx="2686054" cy="178299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drownings">
            <a:extLst>
              <a:ext uri="{FF2B5EF4-FFF2-40B4-BE49-F238E27FC236}">
                <a16:creationId xmlns:a16="http://schemas.microsoft.com/office/drawing/2014/main" id="{776EA7D9-E8CA-09E7-2F00-A6E1B6505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1689" y="4196257"/>
            <a:ext cx="2795199" cy="1864398"/>
          </a:xfrm>
          <a:prstGeom prst="rect">
            <a:avLst/>
          </a:prstGeom>
          <a:noFill/>
          <a:effectLst/>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787D5141-8CAC-6E4A-852C-30C03C39A516}"/>
              </a:ext>
            </a:extLst>
          </p:cNvPr>
          <p:cNvSpPr/>
          <p:nvPr/>
        </p:nvSpPr>
        <p:spPr>
          <a:xfrm>
            <a:off x="4232698" y="1180526"/>
            <a:ext cx="3094722" cy="2104380"/>
          </a:xfrm>
          <a:prstGeom prst="rect">
            <a:avLst/>
          </a:prstGeom>
          <a:solidFill>
            <a:srgbClr val="92D050">
              <a:alpha val="50000"/>
            </a:srgbClr>
          </a:solidFill>
          <a:ln w="12700" cap="flat" cmpd="sng" algn="ctr">
            <a:solidFill>
              <a:srgbClr val="333538">
                <a:lumMod val="50000"/>
              </a:srgbClr>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1" name="Arrow: Left-Right 20">
            <a:extLst>
              <a:ext uri="{FF2B5EF4-FFF2-40B4-BE49-F238E27FC236}">
                <a16:creationId xmlns:a16="http://schemas.microsoft.com/office/drawing/2014/main" id="{E6848DAF-A8A1-5BD1-7D2A-E3697F64DE19}"/>
              </a:ext>
            </a:extLst>
          </p:cNvPr>
          <p:cNvSpPr/>
          <p:nvPr/>
        </p:nvSpPr>
        <p:spPr>
          <a:xfrm>
            <a:off x="4370625" y="4562438"/>
            <a:ext cx="2778475" cy="1217249"/>
          </a:xfrm>
          <a:prstGeom prst="leftRightArrow">
            <a:avLst/>
          </a:prstGeom>
          <a:solidFill>
            <a:srgbClr val="EC1B2E">
              <a:alpha val="50000"/>
            </a:srgbClr>
          </a:solidFill>
          <a:ln w="12700" cap="flat" cmpd="sng" algn="ctr">
            <a:solidFill>
              <a:srgbClr val="333538"/>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 name="Arrow: Right 21">
            <a:extLst>
              <a:ext uri="{FF2B5EF4-FFF2-40B4-BE49-F238E27FC236}">
                <a16:creationId xmlns:a16="http://schemas.microsoft.com/office/drawing/2014/main" id="{4428DDBC-A416-728F-8ED1-5745FFBDE484}"/>
              </a:ext>
            </a:extLst>
          </p:cNvPr>
          <p:cNvSpPr/>
          <p:nvPr/>
        </p:nvSpPr>
        <p:spPr>
          <a:xfrm rot="8169335">
            <a:off x="1914811" y="2419602"/>
            <a:ext cx="2242260" cy="1196209"/>
          </a:xfrm>
          <a:prstGeom prst="rightArrow">
            <a:avLst/>
          </a:prstGeom>
          <a:solidFill>
            <a:srgbClr val="EC1B2E">
              <a:alpha val="50000"/>
            </a:srgbClr>
          </a:solidFill>
          <a:ln w="12700" cap="flat" cmpd="sng" algn="ctr">
            <a:solidFill>
              <a:srgbClr val="333538"/>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CD996B44-C628-ED31-D504-5BB4CD3FF9AE}"/>
              </a:ext>
            </a:extLst>
          </p:cNvPr>
          <p:cNvSpPr/>
          <p:nvPr/>
        </p:nvSpPr>
        <p:spPr>
          <a:xfrm rot="2657319">
            <a:off x="7418399" y="2435542"/>
            <a:ext cx="2242260" cy="1196209"/>
          </a:xfrm>
          <a:prstGeom prst="rightArrow">
            <a:avLst/>
          </a:prstGeom>
          <a:solidFill>
            <a:srgbClr val="EC1B2E">
              <a:alpha val="50000"/>
            </a:srgbClr>
          </a:solidFill>
          <a:ln w="12700" cap="flat" cmpd="sng" algn="ctr">
            <a:solidFill>
              <a:srgbClr val="333538"/>
            </a:solid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pic>
        <p:nvPicPr>
          <p:cNvPr id="24" name="Picture 2" descr="Image result for summer">
            <a:extLst>
              <a:ext uri="{FF2B5EF4-FFF2-40B4-BE49-F238E27FC236}">
                <a16:creationId xmlns:a16="http://schemas.microsoft.com/office/drawing/2014/main" id="{8115D09E-D77F-027A-84C0-C190CAD9A6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6895" y="1291262"/>
            <a:ext cx="2879725" cy="1918928"/>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5E38BB17-13DF-4FA7-97AD-12865079144B}"/>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Correlation is not Causation</a:t>
            </a:r>
          </a:p>
        </p:txBody>
      </p:sp>
    </p:spTree>
    <p:extLst>
      <p:ext uri="{BB962C8B-B14F-4D97-AF65-F5344CB8AC3E}">
        <p14:creationId xmlns:p14="http://schemas.microsoft.com/office/powerpoint/2010/main" val="952664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095EAC35-70A4-424D-A0D0-BBBDE18F403F}"/>
              </a:ext>
            </a:extLst>
          </p:cNvPr>
          <p:cNvSpPr>
            <a:spLocks noGrp="1"/>
          </p:cNvSpPr>
          <p:nvPr>
            <p:ph idx="1"/>
          </p:nvPr>
        </p:nvSpPr>
        <p:spPr>
          <a:xfrm>
            <a:off x="2038890" y="1164872"/>
            <a:ext cx="8229600" cy="5693127"/>
          </a:xfrm>
        </p:spPr>
        <p:txBody>
          <a:bodyPr>
            <a:normAutofit/>
          </a:bodyPr>
          <a:lstStyle/>
          <a:p>
            <a:r>
              <a:rPr lang="en-AU" sz="2000" b="1" dirty="0">
                <a:solidFill>
                  <a:srgbClr val="FF0000"/>
                </a:solidFill>
                <a:latin typeface="Roboto Condensed" panose="020B0604020202020204" charset="0"/>
                <a:ea typeface="Roboto Condensed" panose="020B0604020202020204" charset="0"/>
              </a:rPr>
              <a:t>Regression: </a:t>
            </a:r>
            <a:r>
              <a:rPr lang="en-AU" sz="2000" dirty="0">
                <a:latin typeface="Roboto Condensed" panose="020B0604020202020204" charset="0"/>
                <a:ea typeface="Roboto Condensed" panose="020B0604020202020204" charset="0"/>
              </a:rPr>
              <a:t>a procedure for finding a straight line that comes as close as possible to all the data points in a scatterplot</a:t>
            </a: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r>
              <a:rPr lang="en-AU" sz="2000" dirty="0">
                <a:latin typeface="Roboto Condensed" panose="020B0604020202020204" charset="0"/>
                <a:ea typeface="Roboto Condensed" panose="020B0604020202020204" charset="0"/>
              </a:rPr>
              <a:t>The </a:t>
            </a:r>
            <a:r>
              <a:rPr lang="en-AU" sz="2000" b="1" dirty="0">
                <a:solidFill>
                  <a:srgbClr val="FF0000"/>
                </a:solidFill>
                <a:latin typeface="Roboto Condensed" panose="020B0604020202020204" charset="0"/>
                <a:ea typeface="Roboto Condensed" panose="020B0604020202020204" charset="0"/>
              </a:rPr>
              <a:t>regression equation </a:t>
            </a:r>
            <a:r>
              <a:rPr lang="en-AU" sz="2000" dirty="0">
                <a:latin typeface="Roboto Condensed" panose="020B0604020202020204" charset="0"/>
                <a:ea typeface="Roboto Condensed" panose="020B0604020202020204" charset="0"/>
              </a:rPr>
              <a:t>is a formula that describes the regression line and has the basic formula:</a:t>
            </a: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endParaRPr lang="en-AU" sz="2000" dirty="0">
              <a:latin typeface="Roboto Condensed" panose="020B0604020202020204" charset="0"/>
              <a:ea typeface="Roboto Condensed" panose="020B0604020202020204" charset="0"/>
            </a:endParaRPr>
          </a:p>
          <a:p>
            <a:r>
              <a:rPr lang="en-AU" sz="2000" dirty="0">
                <a:latin typeface="Roboto Condensed" panose="020B0604020202020204" charset="0"/>
                <a:ea typeface="Roboto Condensed" panose="020B0604020202020204" charset="0"/>
              </a:rPr>
              <a:t>Note: When we are only dealing with two variables, this is called </a:t>
            </a:r>
            <a:r>
              <a:rPr lang="en-AU" sz="2000" b="1" dirty="0">
                <a:latin typeface="Roboto Condensed" panose="020B0604020202020204" charset="0"/>
                <a:ea typeface="Roboto Condensed" panose="020B0604020202020204" charset="0"/>
              </a:rPr>
              <a:t>simple linear regression</a:t>
            </a:r>
            <a:endParaRPr lang="en-AU" sz="2000" dirty="0">
              <a:latin typeface="Roboto Condensed" panose="020B0604020202020204" charset="0"/>
              <a:ea typeface="Roboto Condensed" panose="020B0604020202020204" charset="0"/>
            </a:endParaRPr>
          </a:p>
        </p:txBody>
      </p:sp>
      <p:graphicFrame>
        <p:nvGraphicFramePr>
          <p:cNvPr id="15" name="Chart 14">
            <a:extLst>
              <a:ext uri="{FF2B5EF4-FFF2-40B4-BE49-F238E27FC236}">
                <a16:creationId xmlns:a16="http://schemas.microsoft.com/office/drawing/2014/main" id="{6C1CA8DC-624F-4BA6-88A7-E6F6D8DD4AAF}"/>
              </a:ext>
            </a:extLst>
          </p:cNvPr>
          <p:cNvGraphicFramePr>
            <a:graphicFrameLocks/>
          </p:cNvGraphicFramePr>
          <p:nvPr/>
        </p:nvGraphicFramePr>
        <p:xfrm>
          <a:off x="1943710" y="1921059"/>
          <a:ext cx="2875343" cy="14251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EB75B16F-886B-403A-A97F-1F2CE55F27B6}"/>
              </a:ext>
            </a:extLst>
          </p:cNvPr>
          <p:cNvGraphicFramePr>
            <a:graphicFrameLocks/>
          </p:cNvGraphicFramePr>
          <p:nvPr/>
        </p:nvGraphicFramePr>
        <p:xfrm>
          <a:off x="4752022" y="1921059"/>
          <a:ext cx="2888179" cy="14401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7C219C99-2C4F-47FC-8114-1BB36C713A5E}"/>
              </a:ext>
            </a:extLst>
          </p:cNvPr>
          <p:cNvGraphicFramePr>
            <a:graphicFrameLocks/>
          </p:cNvGraphicFramePr>
          <p:nvPr/>
        </p:nvGraphicFramePr>
        <p:xfrm>
          <a:off x="7488326" y="1921059"/>
          <a:ext cx="2875343" cy="1440150"/>
        </p:xfrm>
        <a:graphic>
          <a:graphicData uri="http://schemas.openxmlformats.org/drawingml/2006/chart">
            <c:chart xmlns:c="http://schemas.openxmlformats.org/drawingml/2006/chart" xmlns:r="http://schemas.openxmlformats.org/officeDocument/2006/relationships" r:id="rId5"/>
          </a:graphicData>
        </a:graphic>
      </p:graphicFrame>
      <p:cxnSp>
        <p:nvCxnSpPr>
          <p:cNvPr id="18" name="Straight Connector 17">
            <a:extLst>
              <a:ext uri="{FF2B5EF4-FFF2-40B4-BE49-F238E27FC236}">
                <a16:creationId xmlns:a16="http://schemas.microsoft.com/office/drawing/2014/main" id="{40EFEBCD-1E48-4E46-A6E7-F02AE30F04E5}"/>
              </a:ext>
            </a:extLst>
          </p:cNvPr>
          <p:cNvCxnSpPr/>
          <p:nvPr/>
        </p:nvCxnSpPr>
        <p:spPr>
          <a:xfrm>
            <a:off x="2375758" y="2209091"/>
            <a:ext cx="1944216" cy="72008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D16096B-ED62-466A-BE5A-F5CFBA8D371E}"/>
              </a:ext>
            </a:extLst>
          </p:cNvPr>
          <p:cNvCxnSpPr/>
          <p:nvPr/>
        </p:nvCxnSpPr>
        <p:spPr>
          <a:xfrm>
            <a:off x="7848366" y="2721531"/>
            <a:ext cx="2088232" cy="20764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5B24178-BE20-444D-A424-4A6474987D2C}"/>
              </a:ext>
            </a:extLst>
          </p:cNvPr>
          <p:cNvCxnSpPr/>
          <p:nvPr/>
        </p:nvCxnSpPr>
        <p:spPr>
          <a:xfrm flipV="1">
            <a:off x="5112062" y="2425115"/>
            <a:ext cx="2160240" cy="35470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B6529EE-892A-4EEF-9CB3-3D5F7226B0A0}"/>
                  </a:ext>
                </a:extLst>
              </p:cNvPr>
              <p:cNvSpPr txBox="1"/>
              <p:nvPr/>
            </p:nvSpPr>
            <p:spPr>
              <a:xfrm>
                <a:off x="5398054" y="4228423"/>
                <a:ext cx="2961067" cy="43088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AU" sz="2200" b="0" i="1" u="none" strike="noStrike" kern="1200" cap="none" spc="0" normalizeH="0" baseline="0" noProof="0" smtClean="0">
                          <a:ln>
                            <a:noFill/>
                          </a:ln>
                          <a:solidFill>
                            <a:prstClr val="black"/>
                          </a:solidFill>
                          <a:effectLst/>
                          <a:uLnTx/>
                          <a:uFillTx/>
                          <a:latin typeface="Cambria Math"/>
                          <a:ea typeface="+mn-ea"/>
                          <a:cs typeface="+mn-cs"/>
                        </a:rPr>
                        <m:t>𝑦</m:t>
                      </m:r>
                      <m:r>
                        <a:rPr kumimoji="0" lang="en-AU" sz="2200" b="0" i="1" u="none" strike="noStrike" kern="1200" cap="none" spc="0" normalizeH="0" baseline="0" noProof="0" smtClean="0">
                          <a:ln>
                            <a:noFill/>
                          </a:ln>
                          <a:solidFill>
                            <a:prstClr val="black"/>
                          </a:solidFill>
                          <a:effectLst/>
                          <a:uLnTx/>
                          <a:uFillTx/>
                          <a:latin typeface="Cambria Math"/>
                          <a:ea typeface="+mn-ea"/>
                          <a:cs typeface="+mn-cs"/>
                        </a:rPr>
                        <m:t>=</m:t>
                      </m:r>
                      <m:sSub>
                        <m:sSubPr>
                          <m:ctrlP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𝑏</m:t>
                          </m:r>
                        </m:e>
                        <m:sub>
                          <m: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sub>
                      </m:sSub>
                      <m:r>
                        <a:rPr kumimoji="0" lang="en-AU" sz="2200" b="0" i="1" u="none" strike="noStrike" kern="1200" cap="none" spc="0" normalizeH="0" baseline="0" noProof="0" smtClean="0">
                          <a:ln>
                            <a:noFill/>
                          </a:ln>
                          <a:solidFill>
                            <a:prstClr val="black"/>
                          </a:solidFill>
                          <a:effectLst/>
                          <a:uLnTx/>
                          <a:uFillTx/>
                          <a:latin typeface="Cambria Math"/>
                          <a:ea typeface="+mn-ea"/>
                          <a:cs typeface="+mn-cs"/>
                        </a:rPr>
                        <m:t>+</m:t>
                      </m:r>
                      <m:sSub>
                        <m:sSubPr>
                          <m:ctrlP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𝑏</m:t>
                          </m:r>
                        </m:e>
                        <m:sub>
                          <m: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sub>
                      </m:sSub>
                      <m:sSub>
                        <m:sSubPr>
                          <m:ctrlP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𝑥</m:t>
                          </m:r>
                        </m:e>
                        <m:sub>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1</m:t>
                          </m:r>
                        </m:sub>
                      </m:sSub>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𝑒𝑟𝑟𝑜𝑟</m:t>
                      </m:r>
                    </m:oMath>
                  </m:oMathPara>
                </a14:m>
                <a:endParaRPr kumimoji="0" lang="en-AU" sz="22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endParaRPr>
              </a:p>
            </p:txBody>
          </p:sp>
        </mc:Choice>
        <mc:Fallback xmlns="">
          <p:sp>
            <p:nvSpPr>
              <p:cNvPr id="21" name="TextBox 20">
                <a:extLst>
                  <a:ext uri="{FF2B5EF4-FFF2-40B4-BE49-F238E27FC236}">
                    <a16:creationId xmlns:a16="http://schemas.microsoft.com/office/drawing/2014/main" id="{9B6529EE-892A-4EEF-9CB3-3D5F7226B0A0}"/>
                  </a:ext>
                </a:extLst>
              </p:cNvPr>
              <p:cNvSpPr txBox="1">
                <a:spLocks noRot="1" noChangeAspect="1" noMove="1" noResize="1" noEditPoints="1" noAdjustHandles="1" noChangeArrowheads="1" noChangeShapeType="1" noTextEdit="1"/>
              </p:cNvSpPr>
              <p:nvPr/>
            </p:nvSpPr>
            <p:spPr>
              <a:xfrm>
                <a:off x="5398054" y="4228423"/>
                <a:ext cx="2961067" cy="430887"/>
              </a:xfrm>
              <a:prstGeom prst="rect">
                <a:avLst/>
              </a:prstGeom>
              <a:blipFill>
                <a:blip r:embed="rId6"/>
                <a:stretch>
                  <a:fillRect b="-11429"/>
                </a:stretch>
              </a:blipFill>
            </p:spPr>
            <p:txBody>
              <a:bodyPr/>
              <a:lstStyle/>
              <a:p>
                <a:r>
                  <a:rPr lang="en-AU">
                    <a:noFill/>
                  </a:rPr>
                  <a:t> </a:t>
                </a:r>
              </a:p>
            </p:txBody>
          </p:sp>
        </mc:Fallback>
      </mc:AlternateContent>
      <p:sp>
        <p:nvSpPr>
          <p:cNvPr id="26" name="TextBox 25">
            <a:extLst>
              <a:ext uri="{FF2B5EF4-FFF2-40B4-BE49-F238E27FC236}">
                <a16:creationId xmlns:a16="http://schemas.microsoft.com/office/drawing/2014/main" id="{965FEB2D-1E51-4266-97F1-B446D9288F19}"/>
              </a:ext>
            </a:extLst>
          </p:cNvPr>
          <p:cNvSpPr txBox="1"/>
          <p:nvPr/>
        </p:nvSpPr>
        <p:spPr>
          <a:xfrm>
            <a:off x="5638116" y="5524443"/>
            <a:ext cx="1960793"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Intercept / constant</a:t>
            </a:r>
          </a:p>
        </p:txBody>
      </p:sp>
      <p:sp>
        <p:nvSpPr>
          <p:cNvPr id="27" name="TextBox 26">
            <a:extLst>
              <a:ext uri="{FF2B5EF4-FFF2-40B4-BE49-F238E27FC236}">
                <a16:creationId xmlns:a16="http://schemas.microsoft.com/office/drawing/2014/main" id="{11461E46-B1E9-4DBC-B8FF-28F42F77DDAC}"/>
              </a:ext>
            </a:extLst>
          </p:cNvPr>
          <p:cNvSpPr txBox="1"/>
          <p:nvPr/>
        </p:nvSpPr>
        <p:spPr>
          <a:xfrm>
            <a:off x="6677760" y="4989790"/>
            <a:ext cx="686406"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slope</a:t>
            </a:r>
          </a:p>
        </p:txBody>
      </p:sp>
      <p:cxnSp>
        <p:nvCxnSpPr>
          <p:cNvPr id="34" name="Straight Arrow Connector 33">
            <a:extLst>
              <a:ext uri="{FF2B5EF4-FFF2-40B4-BE49-F238E27FC236}">
                <a16:creationId xmlns:a16="http://schemas.microsoft.com/office/drawing/2014/main" id="{9966682E-C24B-4112-8ABB-00C3C84473D2}"/>
              </a:ext>
            </a:extLst>
          </p:cNvPr>
          <p:cNvCxnSpPr/>
          <p:nvPr/>
        </p:nvCxnSpPr>
        <p:spPr>
          <a:xfrm flipH="1" flipV="1">
            <a:off x="6102493" y="4631506"/>
            <a:ext cx="72008" cy="89696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4E05F3F-4FC9-4286-A012-7DC1B7A87C00}"/>
              </a:ext>
            </a:extLst>
          </p:cNvPr>
          <p:cNvCxnSpPr>
            <a:cxnSpLocks/>
          </p:cNvCxnSpPr>
          <p:nvPr/>
        </p:nvCxnSpPr>
        <p:spPr>
          <a:xfrm flipH="1" flipV="1">
            <a:off x="6722423" y="4631506"/>
            <a:ext cx="229643" cy="448481"/>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1BBBA6E-2A32-48EA-891A-C5CA7ED78B7B}"/>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Linear Regression</a:t>
            </a:r>
          </a:p>
        </p:txBody>
      </p:sp>
    </p:spTree>
    <p:extLst>
      <p:ext uri="{BB962C8B-B14F-4D97-AF65-F5344CB8AC3E}">
        <p14:creationId xmlns:p14="http://schemas.microsoft.com/office/powerpoint/2010/main" val="140710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8"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0" dur="500"/>
                                        <p:tgtEl>
                                          <p:spTgt spid="20"/>
                                        </p:tgtEl>
                                      </p:cBhvr>
                                    </p:animEffect>
                                  </p:childTnLst>
                                </p:cTn>
                              </p:par>
                              <p:par>
                                <p:cTn id="11" presetID="22" presetClass="entr" presetSubtype="8"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down)">
                                      <p:cBhvr>
                                        <p:cTn id="29" dur="500"/>
                                        <p:tgtEl>
                                          <p:spTgt spid="34"/>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down)">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down)">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152E-15E1-910E-94CE-DBD882A5CE0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BA1CA97-31A0-D828-491B-C5C090D85E0E}"/>
                  </a:ext>
                </a:extLst>
              </p:cNvPr>
              <p:cNvSpPr txBox="1"/>
              <p:nvPr/>
            </p:nvSpPr>
            <p:spPr>
              <a:xfrm>
                <a:off x="2629703" y="1498519"/>
                <a:ext cx="1925335"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kumimoji="0" lang="en-AU" sz="2200" b="0" i="1" u="none" strike="noStrike" kern="1200" cap="none" spc="0" normalizeH="0" baseline="0" noProof="0" smtClean="0">
                          <a:ln>
                            <a:noFill/>
                          </a:ln>
                          <a:solidFill>
                            <a:prstClr val="black"/>
                          </a:solidFill>
                          <a:effectLst/>
                          <a:uLnTx/>
                          <a:uFillTx/>
                          <a:latin typeface="Cambria Math"/>
                          <a:ea typeface="+mn-ea"/>
                          <a:cs typeface="+mn-cs"/>
                        </a:rPr>
                        <m:t>𝑦</m:t>
                      </m:r>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lang="en-AU" sz="2200" i="1">
                              <a:solidFill>
                                <a:srgbClr val="00B050"/>
                              </a:solidFill>
                              <a:latin typeface="Cambria Math" panose="02040503050406030204" pitchFamily="18" charset="0"/>
                            </a:rPr>
                          </m:ctrlPr>
                        </m:sSubPr>
                        <m:e>
                          <m:r>
                            <a:rPr lang="en-AU" sz="2200" i="1">
                              <a:solidFill>
                                <a:srgbClr val="00B050"/>
                              </a:solidFill>
                              <a:latin typeface="Cambria Math" panose="02040503050406030204" pitchFamily="18" charset="0"/>
                            </a:rPr>
                            <m:t>𝑏</m:t>
                          </m:r>
                        </m:e>
                        <m:sub>
                          <m:r>
                            <a:rPr lang="en-AU" sz="2200" i="1">
                              <a:solidFill>
                                <a:srgbClr val="00B050"/>
                              </a:solidFill>
                              <a:latin typeface="Cambria Math" panose="02040503050406030204" pitchFamily="18" charset="0"/>
                            </a:rPr>
                            <m:t>0</m:t>
                          </m:r>
                        </m:sub>
                      </m:sSub>
                      <m:r>
                        <a:rPr lang="en-AU" sz="2200" i="1">
                          <a:solidFill>
                            <a:prstClr val="black"/>
                          </a:solidFill>
                          <a:latin typeface="Cambria Math"/>
                        </a:rPr>
                        <m:t>+</m:t>
                      </m:r>
                      <m:sSub>
                        <m:sSubPr>
                          <m:ctrlPr>
                            <a:rPr lang="en-AU" sz="2200" i="1">
                              <a:solidFill>
                                <a:schemeClr val="accent1"/>
                              </a:solidFill>
                              <a:latin typeface="Cambria Math" panose="02040503050406030204" pitchFamily="18" charset="0"/>
                            </a:rPr>
                          </m:ctrlPr>
                        </m:sSubPr>
                        <m:e>
                          <m:r>
                            <a:rPr lang="en-AU" sz="2200" i="1">
                              <a:solidFill>
                                <a:schemeClr val="accent1"/>
                              </a:solidFill>
                              <a:latin typeface="Cambria Math" panose="02040503050406030204" pitchFamily="18" charset="0"/>
                            </a:rPr>
                            <m:t>𝑏</m:t>
                          </m:r>
                        </m:e>
                        <m:sub>
                          <m:r>
                            <a:rPr lang="en-AU" sz="2200" i="1">
                              <a:solidFill>
                                <a:schemeClr val="accent1"/>
                              </a:solidFill>
                              <a:latin typeface="Cambria Math" panose="02040503050406030204" pitchFamily="18" charset="0"/>
                            </a:rPr>
                            <m:t>1</m:t>
                          </m:r>
                        </m:sub>
                      </m:sSub>
                      <m:sSub>
                        <m:sSubPr>
                          <m:ctrlPr>
                            <a:rPr lang="en-AU" sz="2200" i="1">
                              <a:latin typeface="Cambria Math" panose="02040503050406030204" pitchFamily="18" charset="0"/>
                            </a:rPr>
                          </m:ctrlPr>
                        </m:sSubPr>
                        <m:e>
                          <m:r>
                            <a:rPr lang="en-AU" sz="2200" i="1">
                              <a:latin typeface="Cambria Math" panose="02040503050406030204" pitchFamily="18" charset="0"/>
                            </a:rPr>
                            <m:t>𝑥</m:t>
                          </m:r>
                        </m:e>
                        <m:sub>
                          <m:r>
                            <a:rPr lang="en-AU" sz="2200" i="1">
                              <a:latin typeface="Cambria Math" panose="02040503050406030204" pitchFamily="18" charset="0"/>
                            </a:rPr>
                            <m:t>1</m:t>
                          </m:r>
                        </m:sub>
                      </m:sSub>
                    </m:oMath>
                  </m:oMathPara>
                </a14:m>
                <a:endParaRPr kumimoji="0" lang="en-AU" sz="22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endParaRPr>
              </a:p>
            </p:txBody>
          </p:sp>
        </mc:Choice>
        <mc:Fallback xmlns="">
          <p:sp>
            <p:nvSpPr>
              <p:cNvPr id="11" name="TextBox 10">
                <a:extLst>
                  <a:ext uri="{FF2B5EF4-FFF2-40B4-BE49-F238E27FC236}">
                    <a16:creationId xmlns:a16="http://schemas.microsoft.com/office/drawing/2014/main" id="{EBA1CA97-31A0-D828-491B-C5C090D85E0E}"/>
                  </a:ext>
                </a:extLst>
              </p:cNvPr>
              <p:cNvSpPr txBox="1">
                <a:spLocks noRot="1" noChangeAspect="1" noMove="1" noResize="1" noEditPoints="1" noAdjustHandles="1" noChangeArrowheads="1" noChangeShapeType="1" noTextEdit="1"/>
              </p:cNvSpPr>
              <p:nvPr/>
            </p:nvSpPr>
            <p:spPr>
              <a:xfrm>
                <a:off x="2629703" y="1498519"/>
                <a:ext cx="1925335" cy="430887"/>
              </a:xfrm>
              <a:prstGeom prst="rect">
                <a:avLst/>
              </a:prstGeom>
              <a:blipFill>
                <a:blip r:embed="rId3"/>
                <a:stretch>
                  <a:fillRect b="-9859"/>
                </a:stretch>
              </a:blipFill>
            </p:spPr>
            <p:txBody>
              <a:bodyPr/>
              <a:lstStyle/>
              <a:p>
                <a:r>
                  <a:rPr lang="en-AU">
                    <a:noFill/>
                  </a:rPr>
                  <a:t> </a:t>
                </a:r>
              </a:p>
            </p:txBody>
          </p:sp>
        </mc:Fallback>
      </mc:AlternateContent>
      <p:sp>
        <p:nvSpPr>
          <p:cNvPr id="12" name="TextBox 11">
            <a:extLst>
              <a:ext uri="{FF2B5EF4-FFF2-40B4-BE49-F238E27FC236}">
                <a16:creationId xmlns:a16="http://schemas.microsoft.com/office/drawing/2014/main" id="{667558EA-9990-8862-5471-6B944258E9A2}"/>
              </a:ext>
            </a:extLst>
          </p:cNvPr>
          <p:cNvSpPr txBox="1"/>
          <p:nvPr/>
        </p:nvSpPr>
        <p:spPr>
          <a:xfrm>
            <a:off x="2869765" y="2794539"/>
            <a:ext cx="1960793"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Intercept / constant</a:t>
            </a:r>
          </a:p>
        </p:txBody>
      </p:sp>
      <p:sp>
        <p:nvSpPr>
          <p:cNvPr id="13" name="TextBox 12">
            <a:extLst>
              <a:ext uri="{FF2B5EF4-FFF2-40B4-BE49-F238E27FC236}">
                <a16:creationId xmlns:a16="http://schemas.microsoft.com/office/drawing/2014/main" id="{8F8C64E8-AF21-8EF6-655E-092E96EFD5FD}"/>
              </a:ext>
            </a:extLst>
          </p:cNvPr>
          <p:cNvSpPr txBox="1"/>
          <p:nvPr/>
        </p:nvSpPr>
        <p:spPr>
          <a:xfrm>
            <a:off x="3909409" y="2259886"/>
            <a:ext cx="686406"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slope</a:t>
            </a:r>
          </a:p>
        </p:txBody>
      </p:sp>
      <p:cxnSp>
        <p:nvCxnSpPr>
          <p:cNvPr id="22" name="Straight Arrow Connector 21">
            <a:extLst>
              <a:ext uri="{FF2B5EF4-FFF2-40B4-BE49-F238E27FC236}">
                <a16:creationId xmlns:a16="http://schemas.microsoft.com/office/drawing/2014/main" id="{55E09BE4-4F5A-FB21-692B-1C76873F66F1}"/>
              </a:ext>
            </a:extLst>
          </p:cNvPr>
          <p:cNvCxnSpPr/>
          <p:nvPr/>
        </p:nvCxnSpPr>
        <p:spPr>
          <a:xfrm flipH="1" flipV="1">
            <a:off x="3334142" y="1901602"/>
            <a:ext cx="72008" cy="89696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F3D727E-F881-7815-FDC7-D0FF77DAEFE5}"/>
              </a:ext>
            </a:extLst>
          </p:cNvPr>
          <p:cNvCxnSpPr>
            <a:cxnSpLocks/>
          </p:cNvCxnSpPr>
          <p:nvPr/>
        </p:nvCxnSpPr>
        <p:spPr>
          <a:xfrm flipH="1" flipV="1">
            <a:off x="3980329" y="1904104"/>
            <a:ext cx="203386" cy="445979"/>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pic>
        <p:nvPicPr>
          <p:cNvPr id="24" name="Picture 2" descr="http://img.sparknotes.com/figures/3/393a0f9064f0cef5c349ab5966e8842d/xy-graph2.gif">
            <a:extLst>
              <a:ext uri="{FF2B5EF4-FFF2-40B4-BE49-F238E27FC236}">
                <a16:creationId xmlns:a16="http://schemas.microsoft.com/office/drawing/2014/main" id="{DD529F80-62B7-6264-9FBD-B8B4B039FB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9703" y="3741965"/>
            <a:ext cx="2373263" cy="237326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img.sparknotes.com/figures/3/393a0f9064f0cef5c349ab5966e8842d/xy-graph2.gif">
            <a:extLst>
              <a:ext uri="{FF2B5EF4-FFF2-40B4-BE49-F238E27FC236}">
                <a16:creationId xmlns:a16="http://schemas.microsoft.com/office/drawing/2014/main" id="{2826EF5A-D0AB-E80A-11BC-342FE93C2E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5620" y="3741965"/>
            <a:ext cx="2373263" cy="237326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img.sparknotes.com/figures/3/393a0f9064f0cef5c349ab5966e8842d/xy-graph2.gif">
            <a:extLst>
              <a:ext uri="{FF2B5EF4-FFF2-40B4-BE49-F238E27FC236}">
                <a16:creationId xmlns:a16="http://schemas.microsoft.com/office/drawing/2014/main" id="{9A4F6F53-EFCB-2F61-AE7E-1ECD3C4DCA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8167" y="3741963"/>
            <a:ext cx="2373263" cy="2373263"/>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8EBF7CC3-5350-E7DB-6044-0836F017F8AB}"/>
              </a:ext>
            </a:extLst>
          </p:cNvPr>
          <p:cNvCxnSpPr/>
          <p:nvPr/>
        </p:nvCxnSpPr>
        <p:spPr>
          <a:xfrm flipV="1">
            <a:off x="3117197" y="4318029"/>
            <a:ext cx="1440160" cy="432048"/>
          </a:xfrm>
          <a:prstGeom prst="line">
            <a:avLst/>
          </a:prstGeom>
          <a:ln w="25400">
            <a:solidFill>
              <a:srgbClr val="0070C0"/>
            </a:solidFill>
          </a:ln>
          <a:effectLst>
            <a:glow rad="101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652A285-2BD8-657E-5BD1-1F708389049B}"/>
              </a:ext>
            </a:extLst>
          </p:cNvPr>
          <p:cNvCxnSpPr/>
          <p:nvPr/>
        </p:nvCxnSpPr>
        <p:spPr>
          <a:xfrm flipV="1">
            <a:off x="5708296" y="4029997"/>
            <a:ext cx="793277" cy="1584176"/>
          </a:xfrm>
          <a:prstGeom prst="line">
            <a:avLst/>
          </a:prstGeom>
          <a:ln w="25400">
            <a:solidFill>
              <a:srgbClr val="0070C0"/>
            </a:solidFill>
          </a:ln>
          <a:effectLst>
            <a:glow rad="101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934BD32-8920-676D-28A3-D362D9C99AFA}"/>
              </a:ext>
            </a:extLst>
          </p:cNvPr>
          <p:cNvCxnSpPr/>
          <p:nvPr/>
        </p:nvCxnSpPr>
        <p:spPr>
          <a:xfrm>
            <a:off x="7725709" y="4029997"/>
            <a:ext cx="1656184" cy="720080"/>
          </a:xfrm>
          <a:prstGeom prst="line">
            <a:avLst/>
          </a:prstGeom>
          <a:ln w="25400">
            <a:solidFill>
              <a:srgbClr val="0070C0"/>
            </a:solidFill>
          </a:ln>
          <a:effectLst>
            <a:glow rad="101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0F481A00-C747-F417-0E5E-0F087EF8B702}"/>
              </a:ext>
            </a:extLst>
          </p:cNvPr>
          <p:cNvSpPr/>
          <p:nvPr/>
        </p:nvSpPr>
        <p:spPr>
          <a:xfrm>
            <a:off x="3613283" y="4457644"/>
            <a:ext cx="261500" cy="216024"/>
          </a:xfrm>
          <a:prstGeom prst="ellipse">
            <a:avLst/>
          </a:prstGeom>
          <a:noFill/>
          <a:ln w="12700">
            <a:solidFill>
              <a:srgbClr val="00B05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ACEA55D1-A9B2-5045-1D51-CB5CA96D3930}"/>
              </a:ext>
            </a:extLst>
          </p:cNvPr>
          <p:cNvSpPr/>
          <p:nvPr/>
        </p:nvSpPr>
        <p:spPr>
          <a:xfrm>
            <a:off x="5982602" y="4673668"/>
            <a:ext cx="261500" cy="216024"/>
          </a:xfrm>
          <a:prstGeom prst="ellipse">
            <a:avLst/>
          </a:prstGeom>
          <a:noFill/>
          <a:ln w="12700">
            <a:solidFill>
              <a:srgbClr val="00B05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8EC4E175-C591-6EB7-2A8F-3A99AB08C1DE}"/>
              </a:ext>
            </a:extLst>
          </p:cNvPr>
          <p:cNvSpPr/>
          <p:nvPr/>
        </p:nvSpPr>
        <p:spPr>
          <a:xfrm>
            <a:off x="8293298" y="4241620"/>
            <a:ext cx="261500" cy="216024"/>
          </a:xfrm>
          <a:prstGeom prst="ellipse">
            <a:avLst/>
          </a:prstGeom>
          <a:noFill/>
          <a:ln w="12700">
            <a:solidFill>
              <a:srgbClr val="00B05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Content Placeholder 7">
            <a:extLst>
              <a:ext uri="{FF2B5EF4-FFF2-40B4-BE49-F238E27FC236}">
                <a16:creationId xmlns:a16="http://schemas.microsoft.com/office/drawing/2014/main" id="{001EA219-334D-2794-BD88-906679603591}"/>
              </a:ext>
            </a:extLst>
          </p:cNvPr>
          <p:cNvSpPr txBox="1">
            <a:spLocks/>
          </p:cNvSpPr>
          <p:nvPr/>
        </p:nvSpPr>
        <p:spPr>
          <a:xfrm>
            <a:off x="5005620" y="1554907"/>
            <a:ext cx="4735810" cy="1561128"/>
          </a:xfrm>
          <a:prstGeom prst="rect">
            <a:avLst/>
          </a:prstGeom>
          <a:ln w="25400">
            <a:solidFill>
              <a:sysClr val="windowText" lastClr="000000"/>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AU" sz="2000" b="0" i="0"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The </a:t>
            </a:r>
            <a:r>
              <a:rPr kumimoji="0" lang="en-AU" sz="2000" b="0" i="0"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intercept (</a:t>
            </a:r>
            <a:r>
              <a:rPr kumimoji="0" lang="en-AU" sz="2000" b="0" i="1"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b</a:t>
            </a:r>
            <a:r>
              <a:rPr kumimoji="0" lang="en-AU" sz="2000" b="0" i="1" u="none" strike="noStrike" kern="1200" cap="none" spc="0" normalizeH="0" baseline="-25000" noProof="0" dirty="0">
                <a:ln>
                  <a:noFill/>
                </a:ln>
                <a:solidFill>
                  <a:srgbClr val="00B050"/>
                </a:solidFill>
                <a:effectLst/>
                <a:uLnTx/>
                <a:uFillTx/>
                <a:latin typeface="Roboto Condensed" panose="020B0604020202020204" charset="0"/>
                <a:ea typeface="Roboto Condensed" panose="020B0604020202020204" charset="0"/>
                <a:cs typeface="+mn-cs"/>
              </a:rPr>
              <a:t>0</a:t>
            </a:r>
            <a:r>
              <a:rPr kumimoji="0" lang="en-AU" sz="2000" b="0" i="0"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 </a:t>
            </a:r>
            <a:r>
              <a:rPr kumimoji="0" lang="en-AU" sz="2000" b="0" i="0"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tells us at what particular point does the regression line cross the </a:t>
            </a:r>
            <a:r>
              <a:rPr kumimoji="0" lang="en-AU" sz="2000" b="0" i="1"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y</a:t>
            </a:r>
            <a:r>
              <a:rPr kumimoji="0" lang="en-AU" sz="2000" b="0" i="0"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-axis when </a:t>
            </a:r>
            <a:r>
              <a:rPr kumimoji="0" lang="en-AU" sz="2000" b="0" i="1"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x</a:t>
            </a:r>
            <a:r>
              <a:rPr kumimoji="0" lang="en-AU" sz="2000" b="0" i="0"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 = 0. Because of this, it is sometimes referred to as the </a:t>
            </a:r>
            <a:r>
              <a:rPr kumimoji="0" lang="en-AU" sz="2000" b="0" i="0"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y-intercept</a:t>
            </a:r>
            <a:r>
              <a:rPr kumimoji="0" lang="en-AU" sz="2000" b="0" i="0" u="none" strike="noStrike" kern="1200" cap="none" spc="0" normalizeH="0" baseline="0" noProof="0" dirty="0">
                <a:ln>
                  <a:noFill/>
                </a:ln>
                <a:solidFill>
                  <a:sysClr val="windowText" lastClr="000000"/>
                </a:solidFill>
                <a:effectLst/>
                <a:uLnTx/>
                <a:uFillTx/>
                <a:latin typeface="Roboto Condensed" panose="020B0604020202020204" charset="0"/>
                <a:ea typeface="Roboto Condensed" panose="020B0604020202020204" charset="0"/>
                <a:cs typeface="+mn-cs"/>
              </a:rPr>
              <a:t>.</a:t>
            </a:r>
          </a:p>
        </p:txBody>
      </p:sp>
      <p:sp>
        <p:nvSpPr>
          <p:cNvPr id="26" name="TextBox 25">
            <a:extLst>
              <a:ext uri="{FF2B5EF4-FFF2-40B4-BE49-F238E27FC236}">
                <a16:creationId xmlns:a16="http://schemas.microsoft.com/office/drawing/2014/main" id="{E4441832-A349-4811-B60C-48F409577DB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Linear Regression</a:t>
            </a:r>
          </a:p>
        </p:txBody>
      </p:sp>
    </p:spTree>
    <p:extLst>
      <p:ext uri="{BB962C8B-B14F-4D97-AF65-F5344CB8AC3E}">
        <p14:creationId xmlns:p14="http://schemas.microsoft.com/office/powerpoint/2010/main" val="60795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par>
                                <p:cTn id="19" presetID="22" presetClass="entr" presetSubtype="8"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par>
                                <p:cTn id="22" presetID="22" presetClass="entr" presetSubtype="8"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left)">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down)">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down)">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down)">
                                      <p:cBhvr>
                                        <p:cTn id="3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B110D-D488-C708-C04D-A888C16A6C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74FD5B2-6B55-BEF5-9B27-394ADAB39E6C}"/>
                  </a:ext>
                </a:extLst>
              </p:cNvPr>
              <p:cNvSpPr txBox="1"/>
              <p:nvPr/>
            </p:nvSpPr>
            <p:spPr>
              <a:xfrm>
                <a:off x="2629703" y="1498519"/>
                <a:ext cx="1925335"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kumimoji="0" lang="en-AU" sz="2200" b="0" i="1" u="none" strike="noStrike" kern="1200" cap="none" spc="0" normalizeH="0" baseline="0" noProof="0" smtClean="0">
                          <a:ln>
                            <a:noFill/>
                          </a:ln>
                          <a:solidFill>
                            <a:prstClr val="black"/>
                          </a:solidFill>
                          <a:effectLst/>
                          <a:uLnTx/>
                          <a:uFillTx/>
                          <a:latin typeface="Cambria Math"/>
                          <a:ea typeface="+mn-ea"/>
                          <a:cs typeface="+mn-cs"/>
                        </a:rPr>
                        <m:t>𝑦</m:t>
                      </m:r>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lang="en-AU" sz="2200" i="1">
                              <a:solidFill>
                                <a:srgbClr val="00B050"/>
                              </a:solidFill>
                              <a:latin typeface="Cambria Math" panose="02040503050406030204" pitchFamily="18" charset="0"/>
                            </a:rPr>
                          </m:ctrlPr>
                        </m:sSubPr>
                        <m:e>
                          <m:r>
                            <a:rPr lang="en-AU" sz="2200" i="1">
                              <a:solidFill>
                                <a:srgbClr val="00B050"/>
                              </a:solidFill>
                              <a:latin typeface="Cambria Math" panose="02040503050406030204" pitchFamily="18" charset="0"/>
                            </a:rPr>
                            <m:t>𝑏</m:t>
                          </m:r>
                        </m:e>
                        <m:sub>
                          <m:r>
                            <a:rPr lang="en-AU" sz="2200" i="1">
                              <a:solidFill>
                                <a:srgbClr val="00B050"/>
                              </a:solidFill>
                              <a:latin typeface="Cambria Math" panose="02040503050406030204" pitchFamily="18" charset="0"/>
                            </a:rPr>
                            <m:t>0</m:t>
                          </m:r>
                        </m:sub>
                      </m:sSub>
                      <m:r>
                        <a:rPr lang="en-AU" sz="2200" i="1">
                          <a:solidFill>
                            <a:prstClr val="black"/>
                          </a:solidFill>
                          <a:latin typeface="Cambria Math"/>
                        </a:rPr>
                        <m:t>+</m:t>
                      </m:r>
                      <m:sSub>
                        <m:sSubPr>
                          <m:ctrlPr>
                            <a:rPr lang="en-AU" sz="2200" i="1">
                              <a:solidFill>
                                <a:schemeClr val="accent1"/>
                              </a:solidFill>
                              <a:latin typeface="Cambria Math" panose="02040503050406030204" pitchFamily="18" charset="0"/>
                            </a:rPr>
                          </m:ctrlPr>
                        </m:sSubPr>
                        <m:e>
                          <m:r>
                            <a:rPr lang="en-AU" sz="2200" i="1">
                              <a:solidFill>
                                <a:schemeClr val="accent1"/>
                              </a:solidFill>
                              <a:latin typeface="Cambria Math" panose="02040503050406030204" pitchFamily="18" charset="0"/>
                            </a:rPr>
                            <m:t>𝑏</m:t>
                          </m:r>
                        </m:e>
                        <m:sub>
                          <m:r>
                            <a:rPr lang="en-AU" sz="2200" i="1">
                              <a:solidFill>
                                <a:schemeClr val="accent1"/>
                              </a:solidFill>
                              <a:latin typeface="Cambria Math" panose="02040503050406030204" pitchFamily="18" charset="0"/>
                            </a:rPr>
                            <m:t>1</m:t>
                          </m:r>
                        </m:sub>
                      </m:sSub>
                      <m:sSub>
                        <m:sSubPr>
                          <m:ctrlPr>
                            <a:rPr lang="en-AU" sz="2200" i="1">
                              <a:latin typeface="Cambria Math" panose="02040503050406030204" pitchFamily="18" charset="0"/>
                            </a:rPr>
                          </m:ctrlPr>
                        </m:sSubPr>
                        <m:e>
                          <m:r>
                            <a:rPr lang="en-AU" sz="2200" i="1">
                              <a:latin typeface="Cambria Math" panose="02040503050406030204" pitchFamily="18" charset="0"/>
                            </a:rPr>
                            <m:t>𝑥</m:t>
                          </m:r>
                        </m:e>
                        <m:sub>
                          <m:r>
                            <a:rPr lang="en-AU" sz="2200" i="1">
                              <a:latin typeface="Cambria Math" panose="02040503050406030204" pitchFamily="18" charset="0"/>
                            </a:rPr>
                            <m:t>1</m:t>
                          </m:r>
                        </m:sub>
                      </m:sSub>
                    </m:oMath>
                  </m:oMathPara>
                </a14:m>
                <a:endParaRPr kumimoji="0" lang="en-AU" sz="22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endParaRPr>
              </a:p>
            </p:txBody>
          </p:sp>
        </mc:Choice>
        <mc:Fallback xmlns="">
          <p:sp>
            <p:nvSpPr>
              <p:cNvPr id="11" name="TextBox 10">
                <a:extLst>
                  <a:ext uri="{FF2B5EF4-FFF2-40B4-BE49-F238E27FC236}">
                    <a16:creationId xmlns:a16="http://schemas.microsoft.com/office/drawing/2014/main" id="{D74FD5B2-6B55-BEF5-9B27-394ADAB39E6C}"/>
                  </a:ext>
                </a:extLst>
              </p:cNvPr>
              <p:cNvSpPr txBox="1">
                <a:spLocks noRot="1" noChangeAspect="1" noMove="1" noResize="1" noEditPoints="1" noAdjustHandles="1" noChangeArrowheads="1" noChangeShapeType="1" noTextEdit="1"/>
              </p:cNvSpPr>
              <p:nvPr/>
            </p:nvSpPr>
            <p:spPr>
              <a:xfrm>
                <a:off x="2629703" y="1498519"/>
                <a:ext cx="1925335" cy="430887"/>
              </a:xfrm>
              <a:prstGeom prst="rect">
                <a:avLst/>
              </a:prstGeom>
              <a:blipFill>
                <a:blip r:embed="rId3"/>
                <a:stretch>
                  <a:fillRect b="-9859"/>
                </a:stretch>
              </a:blipFill>
            </p:spPr>
            <p:txBody>
              <a:bodyPr/>
              <a:lstStyle/>
              <a:p>
                <a:r>
                  <a:rPr lang="en-AU">
                    <a:noFill/>
                  </a:rPr>
                  <a:t> </a:t>
                </a:r>
              </a:p>
            </p:txBody>
          </p:sp>
        </mc:Fallback>
      </mc:AlternateContent>
      <p:sp>
        <p:nvSpPr>
          <p:cNvPr id="12" name="TextBox 11">
            <a:extLst>
              <a:ext uri="{FF2B5EF4-FFF2-40B4-BE49-F238E27FC236}">
                <a16:creationId xmlns:a16="http://schemas.microsoft.com/office/drawing/2014/main" id="{897BAEFA-9F67-10AC-1BBD-3791E437A4E4}"/>
              </a:ext>
            </a:extLst>
          </p:cNvPr>
          <p:cNvSpPr txBox="1"/>
          <p:nvPr/>
        </p:nvSpPr>
        <p:spPr>
          <a:xfrm>
            <a:off x="2869765" y="2794539"/>
            <a:ext cx="1960793"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srgbClr val="00B050"/>
                </a:solidFill>
                <a:effectLst/>
                <a:uLnTx/>
                <a:uFillTx/>
                <a:latin typeface="Roboto Condensed" panose="020B0604020202020204" charset="0"/>
                <a:ea typeface="Roboto Condensed" panose="020B0604020202020204" charset="0"/>
                <a:cs typeface="+mn-cs"/>
              </a:rPr>
              <a:t>Intercept / constant</a:t>
            </a:r>
          </a:p>
        </p:txBody>
      </p:sp>
      <p:sp>
        <p:nvSpPr>
          <p:cNvPr id="13" name="TextBox 12">
            <a:extLst>
              <a:ext uri="{FF2B5EF4-FFF2-40B4-BE49-F238E27FC236}">
                <a16:creationId xmlns:a16="http://schemas.microsoft.com/office/drawing/2014/main" id="{8D18BFF7-A582-00ED-3461-1C8DE746ADE7}"/>
              </a:ext>
            </a:extLst>
          </p:cNvPr>
          <p:cNvSpPr txBox="1"/>
          <p:nvPr/>
        </p:nvSpPr>
        <p:spPr>
          <a:xfrm>
            <a:off x="3909409" y="2259886"/>
            <a:ext cx="686406"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slope</a:t>
            </a:r>
          </a:p>
        </p:txBody>
      </p:sp>
      <p:cxnSp>
        <p:nvCxnSpPr>
          <p:cNvPr id="22" name="Straight Arrow Connector 21">
            <a:extLst>
              <a:ext uri="{FF2B5EF4-FFF2-40B4-BE49-F238E27FC236}">
                <a16:creationId xmlns:a16="http://schemas.microsoft.com/office/drawing/2014/main" id="{94BA8DD1-AE35-C643-87E2-D98AF7431731}"/>
              </a:ext>
            </a:extLst>
          </p:cNvPr>
          <p:cNvCxnSpPr/>
          <p:nvPr/>
        </p:nvCxnSpPr>
        <p:spPr>
          <a:xfrm flipH="1" flipV="1">
            <a:off x="3334142" y="1901602"/>
            <a:ext cx="72008" cy="896963"/>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A0DB019-6D5E-9E25-4F99-BDBD4ACD0AE5}"/>
              </a:ext>
            </a:extLst>
          </p:cNvPr>
          <p:cNvCxnSpPr>
            <a:cxnSpLocks/>
          </p:cNvCxnSpPr>
          <p:nvPr/>
        </p:nvCxnSpPr>
        <p:spPr>
          <a:xfrm flipH="1" flipV="1">
            <a:off x="3980329" y="1904104"/>
            <a:ext cx="203386" cy="445979"/>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9" name="Content Placeholder 7">
            <a:extLst>
              <a:ext uri="{FF2B5EF4-FFF2-40B4-BE49-F238E27FC236}">
                <a16:creationId xmlns:a16="http://schemas.microsoft.com/office/drawing/2014/main" id="{8E9F0DD7-7912-FD29-9AF4-A5FF906CA665}"/>
              </a:ext>
            </a:extLst>
          </p:cNvPr>
          <p:cNvSpPr txBox="1">
            <a:spLocks/>
          </p:cNvSpPr>
          <p:nvPr/>
        </p:nvSpPr>
        <p:spPr>
          <a:xfrm>
            <a:off x="5005620" y="1554907"/>
            <a:ext cx="4735810" cy="1561128"/>
          </a:xfrm>
          <a:prstGeom prst="rect">
            <a:avLst/>
          </a:prstGeom>
          <a:ln w="25400">
            <a:solidFill>
              <a:sysClr val="windowText" lastClr="000000"/>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defRPr/>
            </a:pPr>
            <a:r>
              <a:rPr kumimoji="0" lang="en-AU" sz="20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The </a:t>
            </a:r>
            <a:r>
              <a:rPr kumimoji="0" lang="en-AU" sz="2000" b="0" i="0"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slope (</a:t>
            </a:r>
            <a:r>
              <a:rPr kumimoji="0" lang="en-AU" sz="2000" b="0" i="1"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b</a:t>
            </a:r>
            <a:r>
              <a:rPr kumimoji="0" lang="en-AU" sz="2000" b="0" i="1" u="none" strike="noStrike" kern="1200" cap="none" spc="0" normalizeH="0" baseline="-25000" noProof="0" dirty="0">
                <a:ln>
                  <a:noFill/>
                </a:ln>
                <a:solidFill>
                  <a:srgbClr val="0070C0"/>
                </a:solidFill>
                <a:effectLst/>
                <a:uLnTx/>
                <a:uFillTx/>
                <a:latin typeface="Roboto Condensed" panose="020B0604020202020204" charset="0"/>
                <a:ea typeface="Roboto Condensed" panose="020B0604020202020204" charset="0"/>
                <a:cs typeface="+mn-cs"/>
              </a:rPr>
              <a:t>1</a:t>
            </a:r>
            <a:r>
              <a:rPr kumimoji="0" lang="en-AU" sz="2000" b="0" i="0"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 </a:t>
            </a:r>
            <a:r>
              <a:rPr kumimoji="0" lang="en-AU" sz="20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tells us how much of an increase there is for </a:t>
            </a:r>
            <a:r>
              <a:rPr kumimoji="0" lang="en-AU" sz="2000" b="0" i="1"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y </a:t>
            </a:r>
            <a:r>
              <a:rPr kumimoji="0" lang="en-AU" sz="20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when the </a:t>
            </a:r>
            <a:r>
              <a:rPr kumimoji="0" lang="en-AU" sz="2000" b="0" i="1"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x</a:t>
            </a:r>
            <a:r>
              <a:rPr kumimoji="0" lang="en-AU" sz="2000" b="0" i="0" u="none" strike="noStrike" kern="1200" cap="none" spc="0" normalizeH="0" baseline="0" noProof="0" dirty="0">
                <a:ln>
                  <a:noFill/>
                </a:ln>
                <a:solidFill>
                  <a:srgbClr val="FF0000"/>
                </a:solidFill>
                <a:effectLst/>
                <a:uLnTx/>
                <a:uFillTx/>
                <a:latin typeface="Roboto Condensed" panose="020B0604020202020204" charset="0"/>
                <a:ea typeface="Roboto Condensed" panose="020B0604020202020204" charset="0"/>
                <a:cs typeface="+mn-cs"/>
              </a:rPr>
              <a:t> </a:t>
            </a:r>
            <a:r>
              <a:rPr kumimoji="0" lang="en-AU" sz="20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increases by one unit. It is also an indication of how </a:t>
            </a:r>
            <a:r>
              <a:rPr kumimoji="0" lang="en-AU" sz="2000" b="0" i="0" u="none" strike="noStrike" kern="1200" cap="none" spc="0" normalizeH="0" baseline="0" noProof="0" dirty="0">
                <a:ln>
                  <a:noFill/>
                </a:ln>
                <a:solidFill>
                  <a:srgbClr val="0070C0"/>
                </a:solidFill>
                <a:effectLst/>
                <a:uLnTx/>
                <a:uFillTx/>
                <a:latin typeface="Roboto Condensed" panose="020B0604020202020204" charset="0"/>
                <a:ea typeface="Roboto Condensed" panose="020B0604020202020204" charset="0"/>
                <a:cs typeface="+mn-cs"/>
              </a:rPr>
              <a:t>steep</a:t>
            </a:r>
            <a:r>
              <a:rPr kumimoji="0" lang="en-AU" sz="20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 the line is.</a:t>
            </a:r>
          </a:p>
        </p:txBody>
      </p:sp>
      <p:pic>
        <p:nvPicPr>
          <p:cNvPr id="10" name="Picture 2" descr="http://img.sparknotes.com/figures/3/393a0f9064f0cef5c349ab5966e8842d/xy-graph2.gif">
            <a:extLst>
              <a:ext uri="{FF2B5EF4-FFF2-40B4-BE49-F238E27FC236}">
                <a16:creationId xmlns:a16="http://schemas.microsoft.com/office/drawing/2014/main" id="{60FA8AAB-5901-0684-D9E3-0EE1D0E5E8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9703" y="3741965"/>
            <a:ext cx="2373263" cy="237326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ttp://img.sparknotes.com/figures/3/393a0f9064f0cef5c349ab5966e8842d/xy-graph2.gif">
            <a:extLst>
              <a:ext uri="{FF2B5EF4-FFF2-40B4-BE49-F238E27FC236}">
                <a16:creationId xmlns:a16="http://schemas.microsoft.com/office/drawing/2014/main" id="{475986D5-CC65-AFCB-67ED-5CD8EA14D5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5620" y="3741965"/>
            <a:ext cx="2373263" cy="23732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img.sparknotes.com/figures/3/393a0f9064f0cef5c349ab5966e8842d/xy-graph2.gif">
            <a:extLst>
              <a:ext uri="{FF2B5EF4-FFF2-40B4-BE49-F238E27FC236}">
                <a16:creationId xmlns:a16="http://schemas.microsoft.com/office/drawing/2014/main" id="{671894AA-01FF-64C7-A9A8-B0A180F8E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8167" y="3741963"/>
            <a:ext cx="2373263" cy="237326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92B546FC-BB48-6D48-47D6-A58E8CAEAAB9}"/>
              </a:ext>
            </a:extLst>
          </p:cNvPr>
          <p:cNvCxnSpPr>
            <a:cxnSpLocks/>
          </p:cNvCxnSpPr>
          <p:nvPr/>
        </p:nvCxnSpPr>
        <p:spPr>
          <a:xfrm flipV="1">
            <a:off x="3117197" y="4625163"/>
            <a:ext cx="1263417" cy="124914"/>
          </a:xfrm>
          <a:prstGeom prst="line">
            <a:avLst/>
          </a:prstGeom>
          <a:ln w="25400">
            <a:solidFill>
              <a:srgbClr val="0070C0"/>
            </a:solidFill>
          </a:ln>
          <a:effectLst>
            <a:glow rad="101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2C4351-2C3A-00B8-3D03-C3A92456FDD2}"/>
              </a:ext>
            </a:extLst>
          </p:cNvPr>
          <p:cNvCxnSpPr>
            <a:cxnSpLocks/>
          </p:cNvCxnSpPr>
          <p:nvPr/>
        </p:nvCxnSpPr>
        <p:spPr>
          <a:xfrm flipV="1">
            <a:off x="5503939" y="4369981"/>
            <a:ext cx="1231193" cy="380096"/>
          </a:xfrm>
          <a:prstGeom prst="line">
            <a:avLst/>
          </a:prstGeom>
          <a:ln w="25400">
            <a:solidFill>
              <a:srgbClr val="0070C0"/>
            </a:solidFill>
          </a:ln>
          <a:effectLst>
            <a:glow rad="101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716D97-611B-CC25-357F-189B653802CF}"/>
              </a:ext>
            </a:extLst>
          </p:cNvPr>
          <p:cNvCxnSpPr>
            <a:cxnSpLocks/>
          </p:cNvCxnSpPr>
          <p:nvPr/>
        </p:nvCxnSpPr>
        <p:spPr>
          <a:xfrm flipV="1">
            <a:off x="7866486" y="4008474"/>
            <a:ext cx="1096761" cy="741603"/>
          </a:xfrm>
          <a:prstGeom prst="line">
            <a:avLst/>
          </a:prstGeom>
          <a:ln w="25400">
            <a:solidFill>
              <a:srgbClr val="0070C0"/>
            </a:solidFill>
          </a:ln>
          <a:effectLst>
            <a:glow rad="101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75DF2AF-56A3-4CB7-AE5C-689781D94583}"/>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Linear Regression</a:t>
            </a:r>
          </a:p>
        </p:txBody>
      </p:sp>
    </p:spTree>
    <p:extLst>
      <p:ext uri="{BB962C8B-B14F-4D97-AF65-F5344CB8AC3E}">
        <p14:creationId xmlns:p14="http://schemas.microsoft.com/office/powerpoint/2010/main" val="218598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48F81-F069-F452-88CA-DBE60E023787}"/>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4A901A5-29B5-C5F3-F460-42215E1FEC38}"/>
              </a:ext>
            </a:extLst>
          </p:cNvPr>
          <p:cNvGraphicFramePr>
            <a:graphicFrameLocks noGrp="1"/>
          </p:cNvGraphicFramePr>
          <p:nvPr/>
        </p:nvGraphicFramePr>
        <p:xfrm>
          <a:off x="282102" y="1203960"/>
          <a:ext cx="6300000" cy="445008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1252601024"/>
                    </a:ext>
                  </a:extLst>
                </a:gridCol>
                <a:gridCol w="1260000">
                  <a:extLst>
                    <a:ext uri="{9D8B030D-6E8A-4147-A177-3AD203B41FA5}">
                      <a16:colId xmlns:a16="http://schemas.microsoft.com/office/drawing/2014/main" val="3583394108"/>
                    </a:ext>
                  </a:extLst>
                </a:gridCol>
                <a:gridCol w="1260000">
                  <a:extLst>
                    <a:ext uri="{9D8B030D-6E8A-4147-A177-3AD203B41FA5}">
                      <a16:colId xmlns:a16="http://schemas.microsoft.com/office/drawing/2014/main" val="672031058"/>
                    </a:ext>
                  </a:extLst>
                </a:gridCol>
                <a:gridCol w="1260000">
                  <a:extLst>
                    <a:ext uri="{9D8B030D-6E8A-4147-A177-3AD203B41FA5}">
                      <a16:colId xmlns:a16="http://schemas.microsoft.com/office/drawing/2014/main" val="467943204"/>
                    </a:ext>
                  </a:extLst>
                </a:gridCol>
                <a:gridCol w="1260000">
                  <a:extLst>
                    <a:ext uri="{9D8B030D-6E8A-4147-A177-3AD203B41FA5}">
                      <a16:colId xmlns:a16="http://schemas.microsoft.com/office/drawing/2014/main" val="2792629468"/>
                    </a:ext>
                  </a:extLst>
                </a:gridCol>
              </a:tblGrid>
              <a:tr h="370840">
                <a:tc>
                  <a:txBody>
                    <a:bodyPr/>
                    <a:lstStyle/>
                    <a:p>
                      <a:pPr algn="ctr"/>
                      <a:r>
                        <a:rPr lang="en-US" dirty="0"/>
                        <a:t>x</a:t>
                      </a:r>
                      <a:endParaRPr lang="en-AU" dirty="0"/>
                    </a:p>
                  </a:txBody>
                  <a:tcPr/>
                </a:tc>
                <a:tc>
                  <a:txBody>
                    <a:bodyPr/>
                    <a:lstStyle/>
                    <a:p>
                      <a:pPr algn="ctr"/>
                      <a:r>
                        <a:rPr lang="en-US" dirty="0"/>
                        <a:t>y</a:t>
                      </a:r>
                      <a:endParaRPr lang="en-AU" dirty="0"/>
                    </a:p>
                  </a:txBody>
                  <a:tcPr/>
                </a:tc>
                <a:tc>
                  <a:txBody>
                    <a:bodyPr/>
                    <a:lstStyle/>
                    <a:p>
                      <a:pPr algn="ctr"/>
                      <a:r>
                        <a:rPr lang="en-US" dirty="0" err="1"/>
                        <a:t>xy</a:t>
                      </a:r>
                      <a:endParaRPr lang="en-AU" dirty="0"/>
                    </a:p>
                  </a:txBody>
                  <a:tcPr/>
                </a:tc>
                <a:tc>
                  <a:txBody>
                    <a:bodyPr/>
                    <a:lstStyle/>
                    <a:p>
                      <a:pPr algn="ctr"/>
                      <a:r>
                        <a:rPr lang="en-US" dirty="0"/>
                        <a:t>x</a:t>
                      </a:r>
                      <a:r>
                        <a:rPr lang="en-US" baseline="30000" dirty="0"/>
                        <a:t>2</a:t>
                      </a:r>
                      <a:endParaRPr lang="en-AU" baseline="30000" dirty="0"/>
                    </a:p>
                  </a:txBody>
                  <a:tcPr/>
                </a:tc>
                <a:tc>
                  <a:txBody>
                    <a:bodyPr/>
                    <a:lstStyle/>
                    <a:p>
                      <a:pPr algn="ctr"/>
                      <a:r>
                        <a:rPr lang="en-US" dirty="0"/>
                        <a:t>y</a:t>
                      </a:r>
                      <a:r>
                        <a:rPr lang="en-US" baseline="30000" dirty="0"/>
                        <a:t>2</a:t>
                      </a:r>
                      <a:endParaRPr lang="en-AU" baseline="30000" dirty="0"/>
                    </a:p>
                  </a:txBody>
                  <a:tcPr/>
                </a:tc>
                <a:extLst>
                  <a:ext uri="{0D108BD9-81ED-4DB2-BD59-A6C34878D82A}">
                    <a16:rowId xmlns:a16="http://schemas.microsoft.com/office/drawing/2014/main" val="931154209"/>
                  </a:ext>
                </a:extLst>
              </a:tr>
              <a:tr h="370840">
                <a:tc>
                  <a:txBody>
                    <a:bodyPr/>
                    <a:lstStyle/>
                    <a:p>
                      <a:pPr algn="ctr"/>
                      <a:r>
                        <a:rPr lang="en-US" dirty="0"/>
                        <a:t>8</a:t>
                      </a:r>
                      <a:endParaRPr lang="en-AU" dirty="0"/>
                    </a:p>
                  </a:txBody>
                  <a:tcPr/>
                </a:tc>
                <a:tc>
                  <a:txBody>
                    <a:bodyPr/>
                    <a:lstStyle/>
                    <a:p>
                      <a:pPr algn="ctr"/>
                      <a:r>
                        <a:rPr lang="en-US" dirty="0"/>
                        <a:t>2</a:t>
                      </a:r>
                      <a:endParaRPr lang="en-AU" dirty="0"/>
                    </a:p>
                  </a:txBody>
                  <a:tcPr/>
                </a:tc>
                <a:tc>
                  <a:txBody>
                    <a:bodyPr/>
                    <a:lstStyle/>
                    <a:p>
                      <a:pPr algn="ctr"/>
                      <a:r>
                        <a:rPr lang="en-US" dirty="0"/>
                        <a:t>16</a:t>
                      </a:r>
                      <a:endParaRPr lang="en-AU" dirty="0"/>
                    </a:p>
                  </a:txBody>
                  <a:tcPr/>
                </a:tc>
                <a:tc>
                  <a:txBody>
                    <a:bodyPr/>
                    <a:lstStyle/>
                    <a:p>
                      <a:pPr algn="ctr"/>
                      <a:r>
                        <a:rPr lang="en-US" dirty="0"/>
                        <a:t>64</a:t>
                      </a:r>
                      <a:endParaRPr lang="en-AU" dirty="0"/>
                    </a:p>
                  </a:txBody>
                  <a:tcPr/>
                </a:tc>
                <a:tc>
                  <a:txBody>
                    <a:bodyPr/>
                    <a:lstStyle/>
                    <a:p>
                      <a:pPr algn="ctr"/>
                      <a:r>
                        <a:rPr lang="en-US" dirty="0"/>
                        <a:t>4</a:t>
                      </a:r>
                      <a:endParaRPr lang="en-AU" dirty="0"/>
                    </a:p>
                  </a:txBody>
                  <a:tcPr/>
                </a:tc>
                <a:extLst>
                  <a:ext uri="{0D108BD9-81ED-4DB2-BD59-A6C34878D82A}">
                    <a16:rowId xmlns:a16="http://schemas.microsoft.com/office/drawing/2014/main" val="228379253"/>
                  </a:ext>
                </a:extLst>
              </a:tr>
              <a:tr h="370840">
                <a:tc>
                  <a:txBody>
                    <a:bodyPr/>
                    <a:lstStyle/>
                    <a:p>
                      <a:pPr algn="ctr"/>
                      <a:r>
                        <a:rPr lang="en-US" dirty="0"/>
                        <a:t>1</a:t>
                      </a:r>
                      <a:endParaRPr lang="en-AU" dirty="0"/>
                    </a:p>
                  </a:txBody>
                  <a:tcPr/>
                </a:tc>
                <a:tc>
                  <a:txBody>
                    <a:bodyPr/>
                    <a:lstStyle/>
                    <a:p>
                      <a:pPr algn="ctr"/>
                      <a:r>
                        <a:rPr lang="en-US" dirty="0"/>
                        <a:t>9</a:t>
                      </a:r>
                      <a:endParaRPr lang="en-AU" dirty="0"/>
                    </a:p>
                  </a:txBody>
                  <a:tcPr/>
                </a:tc>
                <a:tc>
                  <a:txBody>
                    <a:bodyPr/>
                    <a:lstStyle/>
                    <a:p>
                      <a:pPr algn="ctr"/>
                      <a:r>
                        <a:rPr lang="en-US" dirty="0"/>
                        <a:t>9</a:t>
                      </a:r>
                      <a:endParaRPr lang="en-AU" dirty="0"/>
                    </a:p>
                  </a:txBody>
                  <a:tcPr/>
                </a:tc>
                <a:tc>
                  <a:txBody>
                    <a:bodyPr/>
                    <a:lstStyle/>
                    <a:p>
                      <a:pPr algn="ctr"/>
                      <a:r>
                        <a:rPr lang="en-US" dirty="0"/>
                        <a:t>1</a:t>
                      </a:r>
                      <a:endParaRPr lang="en-AU" dirty="0"/>
                    </a:p>
                  </a:txBody>
                  <a:tcPr/>
                </a:tc>
                <a:tc>
                  <a:txBody>
                    <a:bodyPr/>
                    <a:lstStyle/>
                    <a:p>
                      <a:pPr algn="ctr"/>
                      <a:r>
                        <a:rPr lang="en-US" dirty="0"/>
                        <a:t>81</a:t>
                      </a:r>
                      <a:endParaRPr lang="en-AU" dirty="0"/>
                    </a:p>
                  </a:txBody>
                  <a:tcPr/>
                </a:tc>
                <a:extLst>
                  <a:ext uri="{0D108BD9-81ED-4DB2-BD59-A6C34878D82A}">
                    <a16:rowId xmlns:a16="http://schemas.microsoft.com/office/drawing/2014/main" val="2521240210"/>
                  </a:ext>
                </a:extLst>
              </a:tr>
              <a:tr h="370840">
                <a:tc>
                  <a:txBody>
                    <a:bodyPr/>
                    <a:lstStyle/>
                    <a:p>
                      <a:pPr algn="ctr"/>
                      <a:r>
                        <a:rPr lang="en-US" dirty="0"/>
                        <a:t>5</a:t>
                      </a:r>
                      <a:endParaRPr lang="en-AU" dirty="0"/>
                    </a:p>
                  </a:txBody>
                  <a:tcPr/>
                </a:tc>
                <a:tc>
                  <a:txBody>
                    <a:bodyPr/>
                    <a:lstStyle/>
                    <a:p>
                      <a:pPr algn="ctr"/>
                      <a:r>
                        <a:rPr lang="en-US" dirty="0"/>
                        <a:t>4</a:t>
                      </a:r>
                      <a:endParaRPr lang="en-AU" dirty="0"/>
                    </a:p>
                  </a:txBody>
                  <a:tcPr/>
                </a:tc>
                <a:tc>
                  <a:txBody>
                    <a:bodyPr/>
                    <a:lstStyle/>
                    <a:p>
                      <a:pPr algn="ctr"/>
                      <a:r>
                        <a:rPr lang="en-US" dirty="0"/>
                        <a:t>20</a:t>
                      </a:r>
                      <a:endParaRPr lang="en-AU" dirty="0"/>
                    </a:p>
                  </a:txBody>
                  <a:tcPr/>
                </a:tc>
                <a:tc>
                  <a:txBody>
                    <a:bodyPr/>
                    <a:lstStyle/>
                    <a:p>
                      <a:pPr algn="ctr"/>
                      <a:r>
                        <a:rPr lang="en-US" dirty="0"/>
                        <a:t>25</a:t>
                      </a:r>
                      <a:endParaRPr lang="en-AU" dirty="0"/>
                    </a:p>
                  </a:txBody>
                  <a:tcPr/>
                </a:tc>
                <a:tc>
                  <a:txBody>
                    <a:bodyPr/>
                    <a:lstStyle/>
                    <a:p>
                      <a:pPr algn="ctr"/>
                      <a:r>
                        <a:rPr lang="en-US" dirty="0"/>
                        <a:t>16</a:t>
                      </a:r>
                      <a:endParaRPr lang="en-AU" dirty="0"/>
                    </a:p>
                  </a:txBody>
                  <a:tcPr/>
                </a:tc>
                <a:extLst>
                  <a:ext uri="{0D108BD9-81ED-4DB2-BD59-A6C34878D82A}">
                    <a16:rowId xmlns:a16="http://schemas.microsoft.com/office/drawing/2014/main" val="2643687055"/>
                  </a:ext>
                </a:extLst>
              </a:tr>
              <a:tr h="370840">
                <a:tc>
                  <a:txBody>
                    <a:bodyPr/>
                    <a:lstStyle/>
                    <a:p>
                      <a:pPr algn="ctr"/>
                      <a:r>
                        <a:rPr lang="en-US" dirty="0"/>
                        <a:t>10</a:t>
                      </a:r>
                      <a:endParaRPr lang="en-AU" dirty="0"/>
                    </a:p>
                  </a:txBody>
                  <a:tcPr/>
                </a:tc>
                <a:tc>
                  <a:txBody>
                    <a:bodyPr/>
                    <a:lstStyle/>
                    <a:p>
                      <a:pPr algn="ctr"/>
                      <a:r>
                        <a:rPr lang="en-US" dirty="0"/>
                        <a:t>3</a:t>
                      </a:r>
                      <a:endParaRPr lang="en-AU" dirty="0"/>
                    </a:p>
                  </a:txBody>
                  <a:tcPr/>
                </a:tc>
                <a:tc>
                  <a:txBody>
                    <a:bodyPr/>
                    <a:lstStyle/>
                    <a:p>
                      <a:pPr algn="ctr"/>
                      <a:r>
                        <a:rPr lang="en-US" dirty="0"/>
                        <a:t>30</a:t>
                      </a:r>
                      <a:endParaRPr lang="en-AU" dirty="0"/>
                    </a:p>
                  </a:txBody>
                  <a:tcPr/>
                </a:tc>
                <a:tc>
                  <a:txBody>
                    <a:bodyPr/>
                    <a:lstStyle/>
                    <a:p>
                      <a:pPr algn="ctr"/>
                      <a:r>
                        <a:rPr lang="en-US" dirty="0"/>
                        <a:t>100</a:t>
                      </a:r>
                      <a:endParaRPr lang="en-AU" dirty="0"/>
                    </a:p>
                  </a:txBody>
                  <a:tcPr/>
                </a:tc>
                <a:tc>
                  <a:txBody>
                    <a:bodyPr/>
                    <a:lstStyle/>
                    <a:p>
                      <a:pPr algn="ctr"/>
                      <a:r>
                        <a:rPr lang="en-US" dirty="0"/>
                        <a:t>9</a:t>
                      </a:r>
                      <a:endParaRPr lang="en-AU" dirty="0"/>
                    </a:p>
                  </a:txBody>
                  <a:tcPr/>
                </a:tc>
                <a:extLst>
                  <a:ext uri="{0D108BD9-81ED-4DB2-BD59-A6C34878D82A}">
                    <a16:rowId xmlns:a16="http://schemas.microsoft.com/office/drawing/2014/main" val="1865680707"/>
                  </a:ext>
                </a:extLst>
              </a:tr>
              <a:tr h="370840">
                <a:tc>
                  <a:txBody>
                    <a:bodyPr/>
                    <a:lstStyle/>
                    <a:p>
                      <a:pPr algn="ctr"/>
                      <a:r>
                        <a:rPr lang="en-US" dirty="0"/>
                        <a:t>5</a:t>
                      </a:r>
                      <a:endParaRPr lang="en-AU" dirty="0"/>
                    </a:p>
                  </a:txBody>
                  <a:tcPr/>
                </a:tc>
                <a:tc>
                  <a:txBody>
                    <a:bodyPr/>
                    <a:lstStyle/>
                    <a:p>
                      <a:pPr algn="ctr"/>
                      <a:r>
                        <a:rPr lang="en-US" dirty="0"/>
                        <a:t>5</a:t>
                      </a:r>
                      <a:endParaRPr lang="en-AU" dirty="0"/>
                    </a:p>
                  </a:txBody>
                  <a:tcPr/>
                </a:tc>
                <a:tc>
                  <a:txBody>
                    <a:bodyPr/>
                    <a:lstStyle/>
                    <a:p>
                      <a:pPr algn="ctr"/>
                      <a:r>
                        <a:rPr lang="en-US" dirty="0"/>
                        <a:t>25</a:t>
                      </a:r>
                      <a:endParaRPr lang="en-AU" dirty="0"/>
                    </a:p>
                  </a:txBody>
                  <a:tcPr/>
                </a:tc>
                <a:tc>
                  <a:txBody>
                    <a:bodyPr/>
                    <a:lstStyle/>
                    <a:p>
                      <a:pPr algn="ctr"/>
                      <a:r>
                        <a:rPr lang="en-US" dirty="0"/>
                        <a:t>25</a:t>
                      </a:r>
                      <a:endParaRPr lang="en-AU" dirty="0"/>
                    </a:p>
                  </a:txBody>
                  <a:tcPr/>
                </a:tc>
                <a:tc>
                  <a:txBody>
                    <a:bodyPr/>
                    <a:lstStyle/>
                    <a:p>
                      <a:pPr algn="ctr"/>
                      <a:r>
                        <a:rPr lang="en-US" dirty="0"/>
                        <a:t>25</a:t>
                      </a:r>
                      <a:endParaRPr lang="en-AU" dirty="0"/>
                    </a:p>
                  </a:txBody>
                  <a:tcPr/>
                </a:tc>
                <a:extLst>
                  <a:ext uri="{0D108BD9-81ED-4DB2-BD59-A6C34878D82A}">
                    <a16:rowId xmlns:a16="http://schemas.microsoft.com/office/drawing/2014/main" val="2184339853"/>
                  </a:ext>
                </a:extLst>
              </a:tr>
              <a:tr h="370840">
                <a:tc>
                  <a:txBody>
                    <a:bodyPr/>
                    <a:lstStyle/>
                    <a:p>
                      <a:pPr algn="ctr"/>
                      <a:r>
                        <a:rPr lang="en-US" dirty="0"/>
                        <a:t>8</a:t>
                      </a:r>
                      <a:endParaRPr lang="en-AU" dirty="0"/>
                    </a:p>
                  </a:txBody>
                  <a:tcPr/>
                </a:tc>
                <a:tc>
                  <a:txBody>
                    <a:bodyPr/>
                    <a:lstStyle/>
                    <a:p>
                      <a:pPr algn="ctr"/>
                      <a:r>
                        <a:rPr lang="en-US" dirty="0"/>
                        <a:t>4</a:t>
                      </a:r>
                      <a:endParaRPr lang="en-AU" dirty="0"/>
                    </a:p>
                  </a:txBody>
                  <a:tcPr/>
                </a:tc>
                <a:tc>
                  <a:txBody>
                    <a:bodyPr/>
                    <a:lstStyle/>
                    <a:p>
                      <a:pPr algn="ctr"/>
                      <a:r>
                        <a:rPr lang="en-US" dirty="0"/>
                        <a:t>32</a:t>
                      </a:r>
                      <a:endParaRPr lang="en-AU" dirty="0"/>
                    </a:p>
                  </a:txBody>
                  <a:tcPr/>
                </a:tc>
                <a:tc>
                  <a:txBody>
                    <a:bodyPr/>
                    <a:lstStyle/>
                    <a:p>
                      <a:pPr algn="ctr"/>
                      <a:r>
                        <a:rPr lang="en-US" dirty="0"/>
                        <a:t>64</a:t>
                      </a:r>
                      <a:endParaRPr lang="en-AU" dirty="0"/>
                    </a:p>
                  </a:txBody>
                  <a:tcPr/>
                </a:tc>
                <a:tc>
                  <a:txBody>
                    <a:bodyPr/>
                    <a:lstStyle/>
                    <a:p>
                      <a:pPr algn="ctr"/>
                      <a:r>
                        <a:rPr lang="en-US" dirty="0"/>
                        <a:t>16</a:t>
                      </a:r>
                      <a:endParaRPr lang="en-AU" dirty="0"/>
                    </a:p>
                  </a:txBody>
                  <a:tcPr/>
                </a:tc>
                <a:extLst>
                  <a:ext uri="{0D108BD9-81ED-4DB2-BD59-A6C34878D82A}">
                    <a16:rowId xmlns:a16="http://schemas.microsoft.com/office/drawing/2014/main" val="3666861281"/>
                  </a:ext>
                </a:extLst>
              </a:tr>
              <a:tr h="370840">
                <a:tc>
                  <a:txBody>
                    <a:bodyPr/>
                    <a:lstStyle/>
                    <a:p>
                      <a:pPr algn="ctr"/>
                      <a:r>
                        <a:rPr lang="en-US" dirty="0"/>
                        <a:t>6</a:t>
                      </a:r>
                      <a:endParaRPr lang="en-AU" dirty="0"/>
                    </a:p>
                  </a:txBody>
                  <a:tcPr/>
                </a:tc>
                <a:tc>
                  <a:txBody>
                    <a:bodyPr/>
                    <a:lstStyle/>
                    <a:p>
                      <a:pPr algn="ctr"/>
                      <a:r>
                        <a:rPr lang="en-US" dirty="0"/>
                        <a:t>3</a:t>
                      </a:r>
                      <a:endParaRPr lang="en-AU" dirty="0"/>
                    </a:p>
                  </a:txBody>
                  <a:tcPr/>
                </a:tc>
                <a:tc>
                  <a:txBody>
                    <a:bodyPr/>
                    <a:lstStyle/>
                    <a:p>
                      <a:pPr algn="ctr"/>
                      <a:r>
                        <a:rPr lang="en-US" dirty="0"/>
                        <a:t>18</a:t>
                      </a:r>
                      <a:endParaRPr lang="en-AU" dirty="0"/>
                    </a:p>
                  </a:txBody>
                  <a:tcPr/>
                </a:tc>
                <a:tc>
                  <a:txBody>
                    <a:bodyPr/>
                    <a:lstStyle/>
                    <a:p>
                      <a:pPr algn="ctr"/>
                      <a:r>
                        <a:rPr lang="en-US" dirty="0"/>
                        <a:t>36</a:t>
                      </a:r>
                      <a:endParaRPr lang="en-AU" dirty="0"/>
                    </a:p>
                  </a:txBody>
                  <a:tcPr/>
                </a:tc>
                <a:tc>
                  <a:txBody>
                    <a:bodyPr/>
                    <a:lstStyle/>
                    <a:p>
                      <a:pPr algn="ctr"/>
                      <a:r>
                        <a:rPr lang="en-US" dirty="0"/>
                        <a:t>9</a:t>
                      </a:r>
                      <a:endParaRPr lang="en-AU" dirty="0"/>
                    </a:p>
                  </a:txBody>
                  <a:tcPr/>
                </a:tc>
                <a:extLst>
                  <a:ext uri="{0D108BD9-81ED-4DB2-BD59-A6C34878D82A}">
                    <a16:rowId xmlns:a16="http://schemas.microsoft.com/office/drawing/2014/main" val="578665917"/>
                  </a:ext>
                </a:extLst>
              </a:tr>
              <a:tr h="370840">
                <a:tc>
                  <a:txBody>
                    <a:bodyPr/>
                    <a:lstStyle/>
                    <a:p>
                      <a:pPr algn="ctr"/>
                      <a:r>
                        <a:rPr lang="en-US" dirty="0"/>
                        <a:t>5</a:t>
                      </a:r>
                      <a:endParaRPr lang="en-AU" dirty="0"/>
                    </a:p>
                  </a:txBody>
                  <a:tcPr/>
                </a:tc>
                <a:tc>
                  <a:txBody>
                    <a:bodyPr/>
                    <a:lstStyle/>
                    <a:p>
                      <a:pPr algn="ctr"/>
                      <a:r>
                        <a:rPr lang="en-US" dirty="0"/>
                        <a:t>5</a:t>
                      </a:r>
                      <a:endParaRPr lang="en-AU" dirty="0"/>
                    </a:p>
                  </a:txBody>
                  <a:tcPr/>
                </a:tc>
                <a:tc>
                  <a:txBody>
                    <a:bodyPr/>
                    <a:lstStyle/>
                    <a:p>
                      <a:pPr algn="ctr"/>
                      <a:r>
                        <a:rPr lang="en-US" dirty="0"/>
                        <a:t>25</a:t>
                      </a:r>
                      <a:endParaRPr lang="en-AU" dirty="0"/>
                    </a:p>
                  </a:txBody>
                  <a:tcPr/>
                </a:tc>
                <a:tc>
                  <a:txBody>
                    <a:bodyPr/>
                    <a:lstStyle/>
                    <a:p>
                      <a:pPr algn="ctr"/>
                      <a:r>
                        <a:rPr lang="en-US" dirty="0"/>
                        <a:t>25</a:t>
                      </a:r>
                      <a:endParaRPr lang="en-AU" dirty="0"/>
                    </a:p>
                  </a:txBody>
                  <a:tcPr/>
                </a:tc>
                <a:tc>
                  <a:txBody>
                    <a:bodyPr/>
                    <a:lstStyle/>
                    <a:p>
                      <a:pPr algn="ctr"/>
                      <a:r>
                        <a:rPr lang="en-US" dirty="0"/>
                        <a:t>25</a:t>
                      </a:r>
                      <a:endParaRPr lang="en-AU" dirty="0"/>
                    </a:p>
                  </a:txBody>
                  <a:tcPr/>
                </a:tc>
                <a:extLst>
                  <a:ext uri="{0D108BD9-81ED-4DB2-BD59-A6C34878D82A}">
                    <a16:rowId xmlns:a16="http://schemas.microsoft.com/office/drawing/2014/main" val="3147473892"/>
                  </a:ext>
                </a:extLst>
              </a:tr>
              <a:tr h="370840">
                <a:tc>
                  <a:txBody>
                    <a:bodyPr/>
                    <a:lstStyle/>
                    <a:p>
                      <a:pPr algn="ctr"/>
                      <a:r>
                        <a:rPr lang="en-US" dirty="0"/>
                        <a:t>6</a:t>
                      </a:r>
                      <a:endParaRPr lang="en-AU" dirty="0"/>
                    </a:p>
                  </a:txBody>
                  <a:tcPr/>
                </a:tc>
                <a:tc>
                  <a:txBody>
                    <a:bodyPr/>
                    <a:lstStyle/>
                    <a:p>
                      <a:pPr algn="ctr"/>
                      <a:r>
                        <a:rPr lang="en-US" dirty="0"/>
                        <a:t>4</a:t>
                      </a:r>
                      <a:endParaRPr lang="en-AU" dirty="0"/>
                    </a:p>
                  </a:txBody>
                  <a:tcPr/>
                </a:tc>
                <a:tc>
                  <a:txBody>
                    <a:bodyPr/>
                    <a:lstStyle/>
                    <a:p>
                      <a:pPr algn="ctr"/>
                      <a:r>
                        <a:rPr lang="en-US" dirty="0"/>
                        <a:t>24</a:t>
                      </a:r>
                      <a:endParaRPr lang="en-AU" dirty="0"/>
                    </a:p>
                  </a:txBody>
                  <a:tcPr/>
                </a:tc>
                <a:tc>
                  <a:txBody>
                    <a:bodyPr/>
                    <a:lstStyle/>
                    <a:p>
                      <a:pPr algn="ctr"/>
                      <a:r>
                        <a:rPr lang="en-US" dirty="0"/>
                        <a:t>36</a:t>
                      </a:r>
                      <a:endParaRPr lang="en-AU" dirty="0"/>
                    </a:p>
                  </a:txBody>
                  <a:tcPr/>
                </a:tc>
                <a:tc>
                  <a:txBody>
                    <a:bodyPr/>
                    <a:lstStyle/>
                    <a:p>
                      <a:pPr algn="ctr"/>
                      <a:r>
                        <a:rPr lang="en-US" dirty="0"/>
                        <a:t>16</a:t>
                      </a:r>
                      <a:endParaRPr lang="en-AU" dirty="0"/>
                    </a:p>
                  </a:txBody>
                  <a:tcPr/>
                </a:tc>
                <a:extLst>
                  <a:ext uri="{0D108BD9-81ED-4DB2-BD59-A6C34878D82A}">
                    <a16:rowId xmlns:a16="http://schemas.microsoft.com/office/drawing/2014/main" val="2380869277"/>
                  </a:ext>
                </a:extLst>
              </a:tr>
              <a:tr h="370840">
                <a:tc>
                  <a:txBody>
                    <a:bodyPr/>
                    <a:lstStyle/>
                    <a:p>
                      <a:pPr algn="ctr"/>
                      <a:r>
                        <a:rPr lang="en-US" dirty="0"/>
                        <a:t>10</a:t>
                      </a:r>
                      <a:endParaRPr lang="en-AU" dirty="0"/>
                    </a:p>
                  </a:txBody>
                  <a:tcPr/>
                </a:tc>
                <a:tc>
                  <a:txBody>
                    <a:bodyPr/>
                    <a:lstStyle/>
                    <a:p>
                      <a:pPr algn="ctr"/>
                      <a:r>
                        <a:rPr lang="en-US" dirty="0"/>
                        <a:t>1</a:t>
                      </a:r>
                      <a:endParaRPr lang="en-AU" dirty="0"/>
                    </a:p>
                  </a:txBody>
                  <a:tcPr/>
                </a:tc>
                <a:tc>
                  <a:txBody>
                    <a:bodyPr/>
                    <a:lstStyle/>
                    <a:p>
                      <a:pPr algn="ctr"/>
                      <a:r>
                        <a:rPr lang="en-US" dirty="0"/>
                        <a:t>10</a:t>
                      </a:r>
                      <a:endParaRPr lang="en-AU" dirty="0"/>
                    </a:p>
                  </a:txBody>
                  <a:tcPr/>
                </a:tc>
                <a:tc>
                  <a:txBody>
                    <a:bodyPr/>
                    <a:lstStyle/>
                    <a:p>
                      <a:pPr algn="ctr"/>
                      <a:r>
                        <a:rPr lang="en-US" dirty="0"/>
                        <a:t>100</a:t>
                      </a:r>
                      <a:endParaRPr lang="en-AU" dirty="0"/>
                    </a:p>
                  </a:txBody>
                  <a:tcPr/>
                </a:tc>
                <a:tc>
                  <a:txBody>
                    <a:bodyPr/>
                    <a:lstStyle/>
                    <a:p>
                      <a:pPr algn="ctr"/>
                      <a:r>
                        <a:rPr lang="en-US" dirty="0"/>
                        <a:t>1</a:t>
                      </a:r>
                      <a:endParaRPr lang="en-AU" dirty="0"/>
                    </a:p>
                  </a:txBody>
                  <a:tcPr/>
                </a:tc>
                <a:extLst>
                  <a:ext uri="{0D108BD9-81ED-4DB2-BD59-A6C34878D82A}">
                    <a16:rowId xmlns:a16="http://schemas.microsoft.com/office/drawing/2014/main" val="2445692253"/>
                  </a:ext>
                </a:extLst>
              </a:tr>
              <a:tr h="370840">
                <a:tc>
                  <a:txBody>
                    <a:bodyPr/>
                    <a:lstStyle/>
                    <a:p>
                      <a:pPr algn="ctr"/>
                      <a:r>
                        <a:rPr lang="en-US" dirty="0"/>
                        <a:t>64</a:t>
                      </a:r>
                      <a:endParaRPr lang="en-AU" dirty="0"/>
                    </a:p>
                  </a:txBody>
                  <a:tcPr>
                    <a:solidFill>
                      <a:schemeClr val="accent2">
                        <a:lumMod val="60000"/>
                        <a:lumOff val="40000"/>
                      </a:schemeClr>
                    </a:solidFill>
                  </a:tcPr>
                </a:tc>
                <a:tc>
                  <a:txBody>
                    <a:bodyPr/>
                    <a:lstStyle/>
                    <a:p>
                      <a:pPr algn="ctr"/>
                      <a:r>
                        <a:rPr lang="en-US" dirty="0"/>
                        <a:t>40</a:t>
                      </a:r>
                      <a:endParaRPr lang="en-AU" dirty="0"/>
                    </a:p>
                  </a:txBody>
                  <a:tcPr>
                    <a:solidFill>
                      <a:schemeClr val="accent2">
                        <a:lumMod val="60000"/>
                        <a:lumOff val="40000"/>
                      </a:schemeClr>
                    </a:solidFill>
                  </a:tcPr>
                </a:tc>
                <a:tc>
                  <a:txBody>
                    <a:bodyPr/>
                    <a:lstStyle/>
                    <a:p>
                      <a:pPr algn="ctr"/>
                      <a:r>
                        <a:rPr lang="en-US" dirty="0"/>
                        <a:t>209</a:t>
                      </a:r>
                      <a:endParaRPr lang="en-AU" dirty="0"/>
                    </a:p>
                  </a:txBody>
                  <a:tcPr>
                    <a:solidFill>
                      <a:schemeClr val="accent2">
                        <a:lumMod val="60000"/>
                        <a:lumOff val="40000"/>
                      </a:schemeClr>
                    </a:solidFill>
                  </a:tcPr>
                </a:tc>
                <a:tc>
                  <a:txBody>
                    <a:bodyPr/>
                    <a:lstStyle/>
                    <a:p>
                      <a:pPr algn="ctr"/>
                      <a:r>
                        <a:rPr lang="en-US" dirty="0"/>
                        <a:t>476</a:t>
                      </a:r>
                      <a:endParaRPr lang="en-AU" dirty="0"/>
                    </a:p>
                  </a:txBody>
                  <a:tcPr>
                    <a:solidFill>
                      <a:schemeClr val="accent2">
                        <a:lumMod val="60000"/>
                        <a:lumOff val="40000"/>
                      </a:schemeClr>
                    </a:solidFill>
                  </a:tcPr>
                </a:tc>
                <a:tc>
                  <a:txBody>
                    <a:bodyPr/>
                    <a:lstStyle/>
                    <a:p>
                      <a:pPr algn="ctr"/>
                      <a:r>
                        <a:rPr lang="en-US" dirty="0"/>
                        <a:t>202</a:t>
                      </a:r>
                      <a:endParaRPr lang="en-AU" dirty="0"/>
                    </a:p>
                  </a:txBody>
                  <a:tcPr>
                    <a:solidFill>
                      <a:schemeClr val="accent2">
                        <a:lumMod val="60000"/>
                        <a:lumOff val="40000"/>
                      </a:schemeClr>
                    </a:solidFill>
                  </a:tcPr>
                </a:tc>
                <a:extLst>
                  <a:ext uri="{0D108BD9-81ED-4DB2-BD59-A6C34878D82A}">
                    <a16:rowId xmlns:a16="http://schemas.microsoft.com/office/drawing/2014/main" val="1508501362"/>
                  </a:ext>
                </a:extLst>
              </a:tr>
            </a:tbl>
          </a:graphicData>
        </a:graphic>
      </p:graphicFrame>
      <p:sp>
        <p:nvSpPr>
          <p:cNvPr id="14" name="TextBox 13">
            <a:extLst>
              <a:ext uri="{FF2B5EF4-FFF2-40B4-BE49-F238E27FC236}">
                <a16:creationId xmlns:a16="http://schemas.microsoft.com/office/drawing/2014/main" id="{5FF41D7A-2ACF-D6FC-9FE0-2622870CDC58}"/>
              </a:ext>
            </a:extLst>
          </p:cNvPr>
          <p:cNvSpPr txBox="1"/>
          <p:nvPr/>
        </p:nvSpPr>
        <p:spPr>
          <a:xfrm>
            <a:off x="278751" y="881489"/>
            <a:ext cx="1263351" cy="369332"/>
          </a:xfrm>
          <a:prstGeom prst="rect">
            <a:avLst/>
          </a:prstGeom>
          <a:noFill/>
        </p:spPr>
        <p:txBody>
          <a:bodyPr wrap="square" rtlCol="0">
            <a:spAutoFit/>
          </a:bodyPr>
          <a:lstStyle/>
          <a:p>
            <a:pPr algn="ctr"/>
            <a:r>
              <a:rPr lang="en-US" dirty="0"/>
              <a:t>N Friends</a:t>
            </a:r>
            <a:endParaRPr lang="en-AU" dirty="0"/>
          </a:p>
        </p:txBody>
      </p:sp>
      <p:sp>
        <p:nvSpPr>
          <p:cNvPr id="15" name="TextBox 14">
            <a:extLst>
              <a:ext uri="{FF2B5EF4-FFF2-40B4-BE49-F238E27FC236}">
                <a16:creationId xmlns:a16="http://schemas.microsoft.com/office/drawing/2014/main" id="{01FC83BF-6F2E-84E9-247D-BAC79817A387}"/>
              </a:ext>
            </a:extLst>
          </p:cNvPr>
          <p:cNvSpPr txBox="1"/>
          <p:nvPr/>
        </p:nvSpPr>
        <p:spPr>
          <a:xfrm>
            <a:off x="1540427" y="881489"/>
            <a:ext cx="1263351" cy="369332"/>
          </a:xfrm>
          <a:prstGeom prst="rect">
            <a:avLst/>
          </a:prstGeom>
          <a:noFill/>
        </p:spPr>
        <p:txBody>
          <a:bodyPr wrap="square" rtlCol="0">
            <a:spAutoFit/>
          </a:bodyPr>
          <a:lstStyle/>
          <a:p>
            <a:pPr algn="ctr"/>
            <a:r>
              <a:rPr lang="en-US" dirty="0"/>
              <a:t>Depression</a:t>
            </a:r>
            <a:endParaRPr lang="en-AU"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CC58522-DDBC-99E3-C1BA-DF4C424DDC53}"/>
                  </a:ext>
                </a:extLst>
              </p:cNvPr>
              <p:cNvSpPr txBox="1"/>
              <p:nvPr/>
            </p:nvSpPr>
            <p:spPr>
              <a:xfrm>
                <a:off x="648586" y="5768163"/>
                <a:ext cx="527773"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AU" i="1" smtClean="0">
                              <a:latin typeface="Cambria Math" panose="02040503050406030204" pitchFamily="18" charset="0"/>
                            </a:rPr>
                          </m:ctrlPr>
                        </m:naryPr>
                        <m:sub/>
                        <m:sup/>
                        <m:e>
                          <m:r>
                            <a:rPr lang="en-US" b="0" i="1" smtClean="0">
                              <a:latin typeface="Cambria Math" panose="02040503050406030204" pitchFamily="18" charset="0"/>
                            </a:rPr>
                            <m:t>𝑥</m:t>
                          </m:r>
                        </m:e>
                      </m:nary>
                    </m:oMath>
                  </m:oMathPara>
                </a14:m>
                <a:endParaRPr lang="en-AU" dirty="0"/>
              </a:p>
            </p:txBody>
          </p:sp>
        </mc:Choice>
        <mc:Fallback xmlns="">
          <p:sp>
            <p:nvSpPr>
              <p:cNvPr id="3" name="TextBox 2">
                <a:extLst>
                  <a:ext uri="{FF2B5EF4-FFF2-40B4-BE49-F238E27FC236}">
                    <a16:creationId xmlns:a16="http://schemas.microsoft.com/office/drawing/2014/main" id="{4CC58522-DDBC-99E3-C1BA-DF4C424DDC53}"/>
                  </a:ext>
                </a:extLst>
              </p:cNvPr>
              <p:cNvSpPr txBox="1">
                <a:spLocks noRot="1" noChangeAspect="1" noMove="1" noResize="1" noEditPoints="1" noAdjustHandles="1" noChangeArrowheads="1" noChangeShapeType="1" noTextEdit="1"/>
              </p:cNvSpPr>
              <p:nvPr/>
            </p:nvSpPr>
            <p:spPr>
              <a:xfrm>
                <a:off x="648586" y="5768163"/>
                <a:ext cx="527773" cy="670761"/>
              </a:xfrm>
              <a:prstGeom prst="rect">
                <a:avLst/>
              </a:prstGeom>
              <a:blipFill>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A05C22B-58A9-FF60-96B7-BE9A41C32D13}"/>
                  </a:ext>
                </a:extLst>
              </p:cNvPr>
              <p:cNvSpPr txBox="1"/>
              <p:nvPr/>
            </p:nvSpPr>
            <p:spPr>
              <a:xfrm>
                <a:off x="1884226" y="5772344"/>
                <a:ext cx="527773"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AU" i="1" smtClean="0">
                              <a:latin typeface="Cambria Math" panose="02040503050406030204" pitchFamily="18" charset="0"/>
                            </a:rPr>
                          </m:ctrlPr>
                        </m:naryPr>
                        <m:sub/>
                        <m:sup/>
                        <m:e>
                          <m:r>
                            <a:rPr lang="en-US" b="0" i="1" smtClean="0">
                              <a:latin typeface="Cambria Math" panose="02040503050406030204" pitchFamily="18" charset="0"/>
                            </a:rPr>
                            <m:t>𝑦</m:t>
                          </m:r>
                        </m:e>
                      </m:nary>
                    </m:oMath>
                  </m:oMathPara>
                </a14:m>
                <a:endParaRPr lang="en-AU" dirty="0"/>
              </a:p>
            </p:txBody>
          </p:sp>
        </mc:Choice>
        <mc:Fallback xmlns="">
          <p:sp>
            <p:nvSpPr>
              <p:cNvPr id="17" name="TextBox 16">
                <a:extLst>
                  <a:ext uri="{FF2B5EF4-FFF2-40B4-BE49-F238E27FC236}">
                    <a16:creationId xmlns:a16="http://schemas.microsoft.com/office/drawing/2014/main" id="{5A05C22B-58A9-FF60-96B7-BE9A41C32D13}"/>
                  </a:ext>
                </a:extLst>
              </p:cNvPr>
              <p:cNvSpPr txBox="1">
                <a:spLocks noRot="1" noChangeAspect="1" noMove="1" noResize="1" noEditPoints="1" noAdjustHandles="1" noChangeArrowheads="1" noChangeShapeType="1" noTextEdit="1"/>
              </p:cNvSpPr>
              <p:nvPr/>
            </p:nvSpPr>
            <p:spPr>
              <a:xfrm>
                <a:off x="1884226" y="5772344"/>
                <a:ext cx="527773" cy="670761"/>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4D569E4-0953-6296-4CA8-F528D34D9BD7}"/>
                  </a:ext>
                </a:extLst>
              </p:cNvPr>
              <p:cNvSpPr txBox="1"/>
              <p:nvPr/>
            </p:nvSpPr>
            <p:spPr>
              <a:xfrm>
                <a:off x="3090227" y="5763300"/>
                <a:ext cx="654603"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AU" i="1" smtClean="0">
                              <a:latin typeface="Cambria Math" panose="02040503050406030204" pitchFamily="18" charset="0"/>
                            </a:rPr>
                          </m:ctrlPr>
                        </m:naryPr>
                        <m:sub/>
                        <m:sup/>
                        <m:e>
                          <m:r>
                            <a:rPr lang="en-US" b="0" i="1" smtClean="0">
                              <a:latin typeface="Cambria Math" panose="02040503050406030204" pitchFamily="18" charset="0"/>
                            </a:rPr>
                            <m:t>𝑥𝑦</m:t>
                          </m:r>
                        </m:e>
                      </m:nary>
                    </m:oMath>
                  </m:oMathPara>
                </a14:m>
                <a:endParaRPr lang="en-AU" dirty="0"/>
              </a:p>
            </p:txBody>
          </p:sp>
        </mc:Choice>
        <mc:Fallback xmlns="">
          <p:sp>
            <p:nvSpPr>
              <p:cNvPr id="18" name="TextBox 17">
                <a:extLst>
                  <a:ext uri="{FF2B5EF4-FFF2-40B4-BE49-F238E27FC236}">
                    <a16:creationId xmlns:a16="http://schemas.microsoft.com/office/drawing/2014/main" id="{F4D569E4-0953-6296-4CA8-F528D34D9BD7}"/>
                  </a:ext>
                </a:extLst>
              </p:cNvPr>
              <p:cNvSpPr txBox="1">
                <a:spLocks noRot="1" noChangeAspect="1" noMove="1" noResize="1" noEditPoints="1" noAdjustHandles="1" noChangeArrowheads="1" noChangeShapeType="1" noTextEdit="1"/>
              </p:cNvSpPr>
              <p:nvPr/>
            </p:nvSpPr>
            <p:spPr>
              <a:xfrm>
                <a:off x="3090227" y="5763300"/>
                <a:ext cx="654603" cy="670761"/>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32293DC-54B7-3081-F29B-0F0109EA4A38}"/>
                  </a:ext>
                </a:extLst>
              </p:cNvPr>
              <p:cNvSpPr txBox="1"/>
              <p:nvPr/>
            </p:nvSpPr>
            <p:spPr>
              <a:xfrm>
                <a:off x="4390986" y="5764663"/>
                <a:ext cx="640752"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AU" i="1" smtClean="0">
                              <a:latin typeface="Cambria Math" panose="02040503050406030204" pitchFamily="18" charset="0"/>
                            </a:rPr>
                          </m:ctrlPr>
                        </m:naryPr>
                        <m:sub/>
                        <m:sup/>
                        <m:e>
                          <m:sSup>
                            <m:sSupPr>
                              <m:ctrlPr>
                                <a:rPr lang="en-AU"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e>
                      </m:nary>
                    </m:oMath>
                  </m:oMathPara>
                </a14:m>
                <a:endParaRPr lang="en-AU" dirty="0"/>
              </a:p>
            </p:txBody>
          </p:sp>
        </mc:Choice>
        <mc:Fallback xmlns="">
          <p:sp>
            <p:nvSpPr>
              <p:cNvPr id="19" name="TextBox 18">
                <a:extLst>
                  <a:ext uri="{FF2B5EF4-FFF2-40B4-BE49-F238E27FC236}">
                    <a16:creationId xmlns:a16="http://schemas.microsoft.com/office/drawing/2014/main" id="{C32293DC-54B7-3081-F29B-0F0109EA4A38}"/>
                  </a:ext>
                </a:extLst>
              </p:cNvPr>
              <p:cNvSpPr txBox="1">
                <a:spLocks noRot="1" noChangeAspect="1" noMove="1" noResize="1" noEditPoints="1" noAdjustHandles="1" noChangeArrowheads="1" noChangeShapeType="1" noTextEdit="1"/>
              </p:cNvSpPr>
              <p:nvPr/>
            </p:nvSpPr>
            <p:spPr>
              <a:xfrm>
                <a:off x="4390986" y="5764663"/>
                <a:ext cx="640752" cy="670761"/>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5F39A21-C383-972D-2516-1A94C0194484}"/>
                  </a:ext>
                </a:extLst>
              </p:cNvPr>
              <p:cNvSpPr txBox="1"/>
              <p:nvPr/>
            </p:nvSpPr>
            <p:spPr>
              <a:xfrm>
                <a:off x="5561605" y="5763299"/>
                <a:ext cx="645818"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AU" i="1" smtClean="0">
                              <a:latin typeface="Cambria Math" panose="02040503050406030204" pitchFamily="18" charset="0"/>
                            </a:rPr>
                          </m:ctrlPr>
                        </m:naryPr>
                        <m:sub/>
                        <m:sup/>
                        <m:e>
                          <m:sSup>
                            <m:sSupPr>
                              <m:ctrlPr>
                                <a:rPr lang="en-AU"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2</m:t>
                              </m:r>
                            </m:sup>
                          </m:sSup>
                        </m:e>
                      </m:nary>
                    </m:oMath>
                  </m:oMathPara>
                </a14:m>
                <a:endParaRPr lang="en-AU" dirty="0"/>
              </a:p>
            </p:txBody>
          </p:sp>
        </mc:Choice>
        <mc:Fallback xmlns="">
          <p:sp>
            <p:nvSpPr>
              <p:cNvPr id="20" name="TextBox 19">
                <a:extLst>
                  <a:ext uri="{FF2B5EF4-FFF2-40B4-BE49-F238E27FC236}">
                    <a16:creationId xmlns:a16="http://schemas.microsoft.com/office/drawing/2014/main" id="{85F39A21-C383-972D-2516-1A94C0194484}"/>
                  </a:ext>
                </a:extLst>
              </p:cNvPr>
              <p:cNvSpPr txBox="1">
                <a:spLocks noRot="1" noChangeAspect="1" noMove="1" noResize="1" noEditPoints="1" noAdjustHandles="1" noChangeArrowheads="1" noChangeShapeType="1" noTextEdit="1"/>
              </p:cNvSpPr>
              <p:nvPr/>
            </p:nvSpPr>
            <p:spPr>
              <a:xfrm>
                <a:off x="5561605" y="5763299"/>
                <a:ext cx="645818" cy="670761"/>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A9AF97F-A17F-696D-8B3F-82FA8A480784}"/>
                  </a:ext>
                </a:extLst>
              </p:cNvPr>
              <p:cNvSpPr txBox="1"/>
              <p:nvPr/>
            </p:nvSpPr>
            <p:spPr>
              <a:xfrm>
                <a:off x="7236000" y="2139547"/>
                <a:ext cx="2614627" cy="5829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m:t>
                      </m:r>
                      <m:f>
                        <m:fPr>
                          <m:ctrlPr>
                            <a:rPr lang="en-AU" i="1" smtClean="0">
                              <a:solidFill>
                                <a:srgbClr val="00B050"/>
                              </a:solidFill>
                              <a:latin typeface="Cambria Math" panose="02040503050406030204" pitchFamily="18" charset="0"/>
                            </a:rPr>
                          </m:ctrlPr>
                        </m:fPr>
                        <m:num>
                          <m:d>
                            <m:dPr>
                              <m:ctrlPr>
                                <a:rPr lang="en-AU" i="1" smtClean="0">
                                  <a:solidFill>
                                    <a:srgbClr val="00B050"/>
                                  </a:solidFill>
                                  <a:latin typeface="Cambria Math" panose="02040503050406030204" pitchFamily="18" charset="0"/>
                                </a:rPr>
                              </m:ctrlPr>
                            </m:dPr>
                            <m:e>
                              <m:r>
                                <a:rPr lang="en-US" i="1" smtClean="0">
                                  <a:solidFill>
                                    <a:srgbClr val="00B050"/>
                                  </a:solidFill>
                                  <a:latin typeface="Cambria Math" panose="02040503050406030204" pitchFamily="18" charset="0"/>
                                </a:rPr>
                                <m:t>4</m:t>
                              </m:r>
                              <m:r>
                                <a:rPr lang="en-US" b="0" i="1" smtClean="0">
                                  <a:solidFill>
                                    <a:srgbClr val="00B050"/>
                                  </a:solidFill>
                                  <a:latin typeface="Cambria Math" panose="02040503050406030204" pitchFamily="18" charset="0"/>
                                </a:rPr>
                                <m:t>0</m:t>
                              </m:r>
                            </m:e>
                          </m:d>
                          <m:d>
                            <m:dPr>
                              <m:ctrlPr>
                                <a:rPr lang="en-AU" i="1" smtClean="0">
                                  <a:solidFill>
                                    <a:srgbClr val="00B050"/>
                                  </a:solidFill>
                                  <a:latin typeface="Cambria Math" panose="02040503050406030204" pitchFamily="18" charset="0"/>
                                </a:rPr>
                              </m:ctrlPr>
                            </m:dPr>
                            <m:e>
                              <m:r>
                                <a:rPr lang="en-US" i="1" smtClean="0">
                                  <a:solidFill>
                                    <a:srgbClr val="00B050"/>
                                  </a:solidFill>
                                  <a:latin typeface="Cambria Math" panose="02040503050406030204" pitchFamily="18" charset="0"/>
                                </a:rPr>
                                <m:t>4</m:t>
                              </m:r>
                              <m:r>
                                <a:rPr lang="en-US" b="0" i="1" smtClean="0">
                                  <a:solidFill>
                                    <a:srgbClr val="00B050"/>
                                  </a:solidFill>
                                  <a:latin typeface="Cambria Math" panose="02040503050406030204" pitchFamily="18" charset="0"/>
                                </a:rPr>
                                <m:t>76</m:t>
                              </m:r>
                            </m:e>
                          </m:d>
                          <m:r>
                            <a:rPr lang="en-US" b="0" i="1" smtClean="0">
                              <a:solidFill>
                                <a:srgbClr val="00B050"/>
                              </a:solidFill>
                              <a:latin typeface="Cambria Math" panose="02040503050406030204" pitchFamily="18" charset="0"/>
                            </a:rPr>
                            <m:t>−</m:t>
                          </m:r>
                          <m:d>
                            <m:dPr>
                              <m:ctrlPr>
                                <a:rPr lang="en-US" b="0" i="1" smtClean="0">
                                  <a:solidFill>
                                    <a:srgbClr val="00B050"/>
                                  </a:solidFill>
                                  <a:latin typeface="Cambria Math" panose="02040503050406030204" pitchFamily="18" charset="0"/>
                                </a:rPr>
                              </m:ctrlPr>
                            </m:dPr>
                            <m:e>
                              <m:r>
                                <a:rPr lang="en-US" b="0" i="1" smtClean="0">
                                  <a:solidFill>
                                    <a:srgbClr val="00B050"/>
                                  </a:solidFill>
                                  <a:latin typeface="Cambria Math" panose="02040503050406030204" pitchFamily="18" charset="0"/>
                                </a:rPr>
                                <m:t>64</m:t>
                              </m:r>
                            </m:e>
                          </m:d>
                          <m:d>
                            <m:dPr>
                              <m:ctrlPr>
                                <a:rPr lang="en-US" b="0" i="1" smtClean="0">
                                  <a:solidFill>
                                    <a:srgbClr val="00B050"/>
                                  </a:solidFill>
                                  <a:latin typeface="Cambria Math" panose="02040503050406030204" pitchFamily="18" charset="0"/>
                                </a:rPr>
                              </m:ctrlPr>
                            </m:dPr>
                            <m:e>
                              <m:r>
                                <a:rPr lang="en-US" b="0" i="1" smtClean="0">
                                  <a:solidFill>
                                    <a:srgbClr val="00B050"/>
                                  </a:solidFill>
                                  <a:latin typeface="Cambria Math" panose="02040503050406030204" pitchFamily="18" charset="0"/>
                                </a:rPr>
                                <m:t>209</m:t>
                              </m:r>
                            </m:e>
                          </m:d>
                        </m:num>
                        <m:den>
                          <m:r>
                            <a:rPr lang="en-US" b="0" i="1" smtClean="0">
                              <a:solidFill>
                                <a:srgbClr val="00B050"/>
                              </a:solidFill>
                              <a:latin typeface="Cambria Math" panose="02040503050406030204" pitchFamily="18" charset="0"/>
                            </a:rPr>
                            <m:t>10</m:t>
                          </m:r>
                          <m:d>
                            <m:dPr>
                              <m:ctrlPr>
                                <a:rPr lang="en-AU" i="1" smtClean="0">
                                  <a:solidFill>
                                    <a:srgbClr val="00B050"/>
                                  </a:solidFill>
                                  <a:latin typeface="Cambria Math" panose="02040503050406030204" pitchFamily="18" charset="0"/>
                                </a:rPr>
                              </m:ctrlPr>
                            </m:dPr>
                            <m:e>
                              <m:r>
                                <a:rPr lang="en-US" i="1" smtClean="0">
                                  <a:solidFill>
                                    <a:srgbClr val="00B050"/>
                                  </a:solidFill>
                                  <a:latin typeface="Cambria Math" panose="02040503050406030204" pitchFamily="18" charset="0"/>
                                </a:rPr>
                                <m:t>4</m:t>
                              </m:r>
                              <m:r>
                                <a:rPr lang="en-US" b="0" i="1" smtClean="0">
                                  <a:solidFill>
                                    <a:srgbClr val="00B050"/>
                                  </a:solidFill>
                                  <a:latin typeface="Cambria Math" panose="02040503050406030204" pitchFamily="18" charset="0"/>
                                </a:rPr>
                                <m:t>76</m:t>
                              </m:r>
                            </m:e>
                          </m:d>
                          <m:r>
                            <a:rPr lang="en-US" b="0" i="1" smtClean="0">
                              <a:solidFill>
                                <a:srgbClr val="00B050"/>
                              </a:solidFill>
                              <a:latin typeface="Cambria Math" panose="02040503050406030204" pitchFamily="18" charset="0"/>
                            </a:rPr>
                            <m:t>−</m:t>
                          </m:r>
                          <m:sSup>
                            <m:sSupPr>
                              <m:ctrlPr>
                                <a:rPr lang="en-US" b="0" i="1" smtClean="0">
                                  <a:solidFill>
                                    <a:srgbClr val="00B050"/>
                                  </a:solidFill>
                                  <a:latin typeface="Cambria Math" panose="02040503050406030204" pitchFamily="18" charset="0"/>
                                </a:rPr>
                              </m:ctrlPr>
                            </m:sSupPr>
                            <m:e>
                              <m:d>
                                <m:dPr>
                                  <m:ctrlPr>
                                    <a:rPr lang="en-US" b="0" i="1" smtClean="0">
                                      <a:solidFill>
                                        <a:srgbClr val="00B050"/>
                                      </a:solidFill>
                                      <a:latin typeface="Cambria Math" panose="02040503050406030204" pitchFamily="18" charset="0"/>
                                    </a:rPr>
                                  </m:ctrlPr>
                                </m:dPr>
                                <m:e>
                                  <m:r>
                                    <a:rPr lang="en-US" b="0" i="1" smtClean="0">
                                      <a:solidFill>
                                        <a:srgbClr val="00B050"/>
                                      </a:solidFill>
                                      <a:latin typeface="Cambria Math" panose="02040503050406030204" pitchFamily="18" charset="0"/>
                                    </a:rPr>
                                    <m:t>64</m:t>
                                  </m:r>
                                </m:e>
                              </m:d>
                            </m:e>
                            <m:sup>
                              <m:r>
                                <a:rPr lang="en-US" b="0" i="1" smtClean="0">
                                  <a:solidFill>
                                    <a:srgbClr val="00B050"/>
                                  </a:solidFill>
                                  <a:latin typeface="Cambria Math" panose="02040503050406030204" pitchFamily="18" charset="0"/>
                                </a:rPr>
                                <m:t>2</m:t>
                              </m:r>
                            </m:sup>
                          </m:sSup>
                        </m:den>
                      </m:f>
                    </m:oMath>
                  </m:oMathPara>
                </a14:m>
                <a:endParaRPr lang="en-AU" dirty="0">
                  <a:solidFill>
                    <a:srgbClr val="00B050"/>
                  </a:solidFill>
                </a:endParaRPr>
              </a:p>
            </p:txBody>
          </p:sp>
        </mc:Choice>
        <mc:Fallback xmlns="">
          <p:sp>
            <p:nvSpPr>
              <p:cNvPr id="25" name="TextBox 24">
                <a:extLst>
                  <a:ext uri="{FF2B5EF4-FFF2-40B4-BE49-F238E27FC236}">
                    <a16:creationId xmlns:a16="http://schemas.microsoft.com/office/drawing/2014/main" id="{1A9AF97F-A17F-696D-8B3F-82FA8A480784}"/>
                  </a:ext>
                </a:extLst>
              </p:cNvPr>
              <p:cNvSpPr txBox="1">
                <a:spLocks noRot="1" noChangeAspect="1" noMove="1" noResize="1" noEditPoints="1" noAdjustHandles="1" noChangeArrowheads="1" noChangeShapeType="1" noTextEdit="1"/>
              </p:cNvSpPr>
              <p:nvPr/>
            </p:nvSpPr>
            <p:spPr>
              <a:xfrm>
                <a:off x="7236000" y="2139547"/>
                <a:ext cx="2614627" cy="582916"/>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D79061E-F29B-C9A2-CB1D-A2CBC636C3FA}"/>
                  </a:ext>
                </a:extLst>
              </p:cNvPr>
              <p:cNvSpPr txBox="1"/>
              <p:nvPr/>
            </p:nvSpPr>
            <p:spPr>
              <a:xfrm>
                <a:off x="7236000" y="4486596"/>
                <a:ext cx="2294795" cy="5829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m:t>
                      </m:r>
                      <m:f>
                        <m:fPr>
                          <m:ctrlPr>
                            <a:rPr lang="en-AU"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10</m:t>
                          </m:r>
                          <m:d>
                            <m:dPr>
                              <m:ctrlPr>
                                <a:rPr lang="en-AU" i="1" smtClean="0">
                                  <a:solidFill>
                                    <a:srgbClr val="0070C0"/>
                                  </a:solidFill>
                                  <a:latin typeface="Cambria Math" panose="02040503050406030204" pitchFamily="18" charset="0"/>
                                </a:rPr>
                              </m:ctrlPr>
                            </m:dPr>
                            <m:e>
                              <m:r>
                                <a:rPr lang="en-US" i="1" smtClean="0">
                                  <a:solidFill>
                                    <a:srgbClr val="0070C0"/>
                                  </a:solidFill>
                                  <a:latin typeface="Cambria Math" panose="02040503050406030204" pitchFamily="18" charset="0"/>
                                </a:rPr>
                                <m:t>2</m:t>
                              </m:r>
                              <m:r>
                                <a:rPr lang="en-US" b="0" i="1" smtClean="0">
                                  <a:solidFill>
                                    <a:srgbClr val="0070C0"/>
                                  </a:solidFill>
                                  <a:latin typeface="Cambria Math" panose="02040503050406030204" pitchFamily="18" charset="0"/>
                                </a:rPr>
                                <m:t>09</m:t>
                              </m:r>
                            </m:e>
                          </m:d>
                          <m:r>
                            <a:rPr lang="en-US" b="0" i="1" smtClean="0">
                              <a:solidFill>
                                <a:srgbClr val="0070C0"/>
                              </a:solidFill>
                              <a:latin typeface="Cambria Math" panose="02040503050406030204" pitchFamily="18" charset="0"/>
                            </a:rPr>
                            <m:t>−</m:t>
                          </m:r>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64</m:t>
                              </m:r>
                            </m:e>
                          </m:d>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40</m:t>
                              </m:r>
                            </m:e>
                          </m:d>
                        </m:num>
                        <m:den>
                          <m:r>
                            <a:rPr lang="en-US" b="0" i="1" smtClean="0">
                              <a:solidFill>
                                <a:srgbClr val="0070C0"/>
                              </a:solidFill>
                              <a:latin typeface="Cambria Math" panose="02040503050406030204" pitchFamily="18" charset="0"/>
                            </a:rPr>
                            <m:t>10</m:t>
                          </m:r>
                          <m:d>
                            <m:dPr>
                              <m:ctrlPr>
                                <a:rPr lang="en-AU" i="1" smtClean="0">
                                  <a:solidFill>
                                    <a:srgbClr val="0070C0"/>
                                  </a:solidFill>
                                  <a:latin typeface="Cambria Math" panose="02040503050406030204" pitchFamily="18" charset="0"/>
                                </a:rPr>
                              </m:ctrlPr>
                            </m:dPr>
                            <m:e>
                              <m:r>
                                <a:rPr lang="en-US" i="1" smtClean="0">
                                  <a:solidFill>
                                    <a:srgbClr val="0070C0"/>
                                  </a:solidFill>
                                  <a:latin typeface="Cambria Math" panose="02040503050406030204" pitchFamily="18" charset="0"/>
                                </a:rPr>
                                <m:t>4</m:t>
                              </m:r>
                              <m:r>
                                <a:rPr lang="en-US" b="0" i="1" smtClean="0">
                                  <a:solidFill>
                                    <a:srgbClr val="0070C0"/>
                                  </a:solidFill>
                                  <a:latin typeface="Cambria Math" panose="02040503050406030204" pitchFamily="18" charset="0"/>
                                </a:rPr>
                                <m:t>76</m:t>
                              </m:r>
                            </m:e>
                          </m:d>
                          <m:r>
                            <a:rPr lang="en-US" b="0" i="1" smtClean="0">
                              <a:solidFill>
                                <a:srgbClr val="0070C0"/>
                              </a:solidFill>
                              <a:latin typeface="Cambria Math" panose="02040503050406030204" pitchFamily="18" charset="0"/>
                            </a:rPr>
                            <m:t>−</m:t>
                          </m:r>
                          <m:sSup>
                            <m:sSupPr>
                              <m:ctrlPr>
                                <a:rPr lang="en-US" b="0" i="1" smtClean="0">
                                  <a:solidFill>
                                    <a:srgbClr val="0070C0"/>
                                  </a:solidFill>
                                  <a:latin typeface="Cambria Math" panose="02040503050406030204" pitchFamily="18" charset="0"/>
                                </a:rPr>
                              </m:ctrlPr>
                            </m:sSupPr>
                            <m:e>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64</m:t>
                                  </m:r>
                                </m:e>
                              </m:d>
                            </m:e>
                            <m:sup>
                              <m:r>
                                <a:rPr lang="en-US" b="0" i="1" smtClean="0">
                                  <a:solidFill>
                                    <a:srgbClr val="0070C0"/>
                                  </a:solidFill>
                                  <a:latin typeface="Cambria Math" panose="02040503050406030204" pitchFamily="18" charset="0"/>
                                </a:rPr>
                                <m:t>2</m:t>
                              </m:r>
                            </m:sup>
                          </m:sSup>
                        </m:den>
                      </m:f>
                    </m:oMath>
                  </m:oMathPara>
                </a14:m>
                <a:endParaRPr lang="en-AU" dirty="0">
                  <a:solidFill>
                    <a:srgbClr val="0070C0"/>
                  </a:solidFill>
                </a:endParaRPr>
              </a:p>
            </p:txBody>
          </p:sp>
        </mc:Choice>
        <mc:Fallback xmlns="">
          <p:sp>
            <p:nvSpPr>
              <p:cNvPr id="26" name="TextBox 25">
                <a:extLst>
                  <a:ext uri="{FF2B5EF4-FFF2-40B4-BE49-F238E27FC236}">
                    <a16:creationId xmlns:a16="http://schemas.microsoft.com/office/drawing/2014/main" id="{AD79061E-F29B-C9A2-CB1D-A2CBC636C3FA}"/>
                  </a:ext>
                </a:extLst>
              </p:cNvPr>
              <p:cNvSpPr txBox="1">
                <a:spLocks noRot="1" noChangeAspect="1" noMove="1" noResize="1" noEditPoints="1" noAdjustHandles="1" noChangeArrowheads="1" noChangeShapeType="1" noTextEdit="1"/>
              </p:cNvSpPr>
              <p:nvPr/>
            </p:nvSpPr>
            <p:spPr>
              <a:xfrm>
                <a:off x="7236000" y="4486596"/>
                <a:ext cx="2294795" cy="582916"/>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BB62237-5151-61A3-58C6-489B08572ED9}"/>
                  </a:ext>
                </a:extLst>
              </p:cNvPr>
              <p:cNvSpPr txBox="1"/>
              <p:nvPr/>
            </p:nvSpPr>
            <p:spPr>
              <a:xfrm>
                <a:off x="7204894" y="2905168"/>
                <a:ext cx="7229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m:t>
                      </m:r>
                      <m:r>
                        <a:rPr lang="en-US" i="1" smtClean="0">
                          <a:solidFill>
                            <a:srgbClr val="00B050"/>
                          </a:solidFill>
                          <a:latin typeface="Cambria Math" panose="02040503050406030204" pitchFamily="18" charset="0"/>
                        </a:rPr>
                        <m:t>8</m:t>
                      </m:r>
                      <m:r>
                        <a:rPr lang="en-US" b="0" i="1" smtClean="0">
                          <a:solidFill>
                            <a:srgbClr val="00B050"/>
                          </a:solidFill>
                          <a:latin typeface="Cambria Math" panose="02040503050406030204" pitchFamily="18" charset="0"/>
                        </a:rPr>
                        <m:t>.53</m:t>
                      </m:r>
                    </m:oMath>
                  </m:oMathPara>
                </a14:m>
                <a:endParaRPr lang="en-AU" dirty="0">
                  <a:solidFill>
                    <a:srgbClr val="00B050"/>
                  </a:solidFill>
                </a:endParaRPr>
              </a:p>
            </p:txBody>
          </p:sp>
        </mc:Choice>
        <mc:Fallback xmlns="">
          <p:sp>
            <p:nvSpPr>
              <p:cNvPr id="29" name="TextBox 28">
                <a:extLst>
                  <a:ext uri="{FF2B5EF4-FFF2-40B4-BE49-F238E27FC236}">
                    <a16:creationId xmlns:a16="http://schemas.microsoft.com/office/drawing/2014/main" id="{8BB62237-5151-61A3-58C6-489B08572ED9}"/>
                  </a:ext>
                </a:extLst>
              </p:cNvPr>
              <p:cNvSpPr txBox="1">
                <a:spLocks noRot="1" noChangeAspect="1" noMove="1" noResize="1" noEditPoints="1" noAdjustHandles="1" noChangeArrowheads="1" noChangeShapeType="1" noTextEdit="1"/>
              </p:cNvSpPr>
              <p:nvPr/>
            </p:nvSpPr>
            <p:spPr>
              <a:xfrm>
                <a:off x="7204894" y="2905168"/>
                <a:ext cx="722954" cy="276999"/>
              </a:xfrm>
              <a:prstGeom prst="rect">
                <a:avLst/>
              </a:prstGeom>
              <a:blipFill>
                <a:blip r:embed="rId9"/>
                <a:stretch>
                  <a:fillRect l="-3361" r="-7563" b="-888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43CCD80-EE53-3380-4A28-F453F0227926}"/>
                  </a:ext>
                </a:extLst>
              </p:cNvPr>
              <p:cNvSpPr txBox="1"/>
              <p:nvPr/>
            </p:nvSpPr>
            <p:spPr>
              <a:xfrm>
                <a:off x="7204894" y="5247695"/>
                <a:ext cx="8960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m:t>
                      </m:r>
                      <m:r>
                        <a:rPr lang="en-US"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0.7</m:t>
                      </m:r>
                      <m:r>
                        <a:rPr lang="en-AU" b="0" i="1" smtClean="0">
                          <a:solidFill>
                            <a:srgbClr val="0070C0"/>
                          </a:solidFill>
                          <a:latin typeface="Cambria Math" panose="02040503050406030204" pitchFamily="18" charset="0"/>
                        </a:rPr>
                        <m:t>1</m:t>
                      </m:r>
                    </m:oMath>
                  </m:oMathPara>
                </a14:m>
                <a:endParaRPr lang="en-AU" dirty="0">
                  <a:solidFill>
                    <a:srgbClr val="0070C0"/>
                  </a:solidFill>
                </a:endParaRPr>
              </a:p>
            </p:txBody>
          </p:sp>
        </mc:Choice>
        <mc:Fallback xmlns="">
          <p:sp>
            <p:nvSpPr>
              <p:cNvPr id="30" name="TextBox 29">
                <a:extLst>
                  <a:ext uri="{FF2B5EF4-FFF2-40B4-BE49-F238E27FC236}">
                    <a16:creationId xmlns:a16="http://schemas.microsoft.com/office/drawing/2014/main" id="{D43CCD80-EE53-3380-4A28-F453F0227926}"/>
                  </a:ext>
                </a:extLst>
              </p:cNvPr>
              <p:cNvSpPr txBox="1">
                <a:spLocks noRot="1" noChangeAspect="1" noMove="1" noResize="1" noEditPoints="1" noAdjustHandles="1" noChangeArrowheads="1" noChangeShapeType="1" noTextEdit="1"/>
              </p:cNvSpPr>
              <p:nvPr/>
            </p:nvSpPr>
            <p:spPr>
              <a:xfrm>
                <a:off x="7204894" y="5247695"/>
                <a:ext cx="896079" cy="276999"/>
              </a:xfrm>
              <a:prstGeom prst="rect">
                <a:avLst/>
              </a:prstGeom>
              <a:blipFill>
                <a:blip r:embed="rId10"/>
                <a:stretch>
                  <a:fillRect l="-2721" r="-6122" b="-666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DD993C-16FB-1B7A-7056-1AD2875B2B34}"/>
                  </a:ext>
                </a:extLst>
              </p:cNvPr>
              <p:cNvSpPr txBox="1"/>
              <p:nvPr/>
            </p:nvSpPr>
            <p:spPr>
              <a:xfrm>
                <a:off x="6953693" y="1355652"/>
                <a:ext cx="3194464" cy="6011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B050"/>
                              </a:solidFill>
                              <a:latin typeface="Cambria Math" panose="02040503050406030204" pitchFamily="18" charset="0"/>
                            </a:rPr>
                          </m:ctrlPr>
                        </m:sSubPr>
                        <m:e>
                          <m:r>
                            <a:rPr lang="en-AU" b="0" i="1" smtClean="0">
                              <a:solidFill>
                                <a:srgbClr val="00B050"/>
                              </a:solidFill>
                              <a:latin typeface="Cambria Math" panose="02040503050406030204" pitchFamily="18" charset="0"/>
                            </a:rPr>
                            <m:t>𝑏</m:t>
                          </m:r>
                        </m:e>
                        <m:sub>
                          <m:r>
                            <a:rPr lang="en-AU" b="0" i="1" smtClean="0">
                              <a:solidFill>
                                <a:srgbClr val="00B050"/>
                              </a:solidFill>
                              <a:latin typeface="Cambria Math" panose="02040503050406030204" pitchFamily="18" charset="0"/>
                            </a:rPr>
                            <m:t>0</m:t>
                          </m:r>
                        </m:sub>
                      </m:sSub>
                      <m:r>
                        <a:rPr lang="en-US" b="0" i="1" smtClean="0">
                          <a:solidFill>
                            <a:srgbClr val="00B050"/>
                          </a:solidFill>
                          <a:latin typeface="Cambria Math" panose="02040503050406030204" pitchFamily="18" charset="0"/>
                        </a:rPr>
                        <m:t>=</m:t>
                      </m:r>
                      <m:f>
                        <m:fPr>
                          <m:ctrlPr>
                            <a:rPr lang="en-AU" i="1" smtClean="0">
                              <a:solidFill>
                                <a:srgbClr val="00B050"/>
                              </a:solidFill>
                              <a:latin typeface="Cambria Math" panose="02040503050406030204" pitchFamily="18" charset="0"/>
                            </a:rPr>
                          </m:ctrlPr>
                        </m:fPr>
                        <m:num>
                          <m:d>
                            <m:dPr>
                              <m:ctrlPr>
                                <a:rPr lang="en-AU" i="1" smtClean="0">
                                  <a:solidFill>
                                    <a:srgbClr val="00B050"/>
                                  </a:solidFill>
                                  <a:latin typeface="Cambria Math" panose="02040503050406030204" pitchFamily="18" charset="0"/>
                                </a:rPr>
                              </m:ctrlPr>
                            </m:dPr>
                            <m:e>
                              <m:nary>
                                <m:naryPr>
                                  <m:chr m:val="∑"/>
                                  <m:subHide m:val="on"/>
                                  <m:supHide m:val="on"/>
                                  <m:ctrlPr>
                                    <a:rPr lang="en-AU" i="1" smtClean="0">
                                      <a:solidFill>
                                        <a:srgbClr val="00B050"/>
                                      </a:solidFill>
                                      <a:latin typeface="Cambria Math" panose="02040503050406030204" pitchFamily="18" charset="0"/>
                                    </a:rPr>
                                  </m:ctrlPr>
                                </m:naryPr>
                                <m:sub/>
                                <m:sup/>
                                <m:e>
                                  <m:r>
                                    <a:rPr lang="en-US" b="0" i="1" smtClean="0">
                                      <a:solidFill>
                                        <a:srgbClr val="00B050"/>
                                      </a:solidFill>
                                      <a:latin typeface="Cambria Math" panose="02040503050406030204" pitchFamily="18" charset="0"/>
                                    </a:rPr>
                                    <m:t>𝑦</m:t>
                                  </m:r>
                                </m:e>
                              </m:nary>
                            </m:e>
                          </m:d>
                          <m:d>
                            <m:dPr>
                              <m:ctrlPr>
                                <a:rPr lang="en-AU" i="1" smtClean="0">
                                  <a:solidFill>
                                    <a:srgbClr val="00B050"/>
                                  </a:solidFill>
                                  <a:latin typeface="Cambria Math" panose="02040503050406030204" pitchFamily="18" charset="0"/>
                                </a:rPr>
                              </m:ctrlPr>
                            </m:dPr>
                            <m:e>
                              <m:nary>
                                <m:naryPr>
                                  <m:chr m:val="∑"/>
                                  <m:subHide m:val="on"/>
                                  <m:supHide m:val="on"/>
                                  <m:ctrlPr>
                                    <a:rPr lang="en-AU" i="1" smtClean="0">
                                      <a:solidFill>
                                        <a:srgbClr val="00B050"/>
                                      </a:solidFill>
                                      <a:latin typeface="Cambria Math" panose="02040503050406030204" pitchFamily="18" charset="0"/>
                                    </a:rPr>
                                  </m:ctrlPr>
                                </m:naryPr>
                                <m:sub/>
                                <m:sup/>
                                <m:e>
                                  <m:sSup>
                                    <m:sSupPr>
                                      <m:ctrlPr>
                                        <a:rPr lang="en-AU"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𝑥</m:t>
                                      </m:r>
                                    </m:e>
                                    <m:sup>
                                      <m:r>
                                        <a:rPr lang="en-US" b="0" i="1" smtClean="0">
                                          <a:solidFill>
                                            <a:srgbClr val="00B050"/>
                                          </a:solidFill>
                                          <a:latin typeface="Cambria Math" panose="02040503050406030204" pitchFamily="18" charset="0"/>
                                        </a:rPr>
                                        <m:t>2</m:t>
                                      </m:r>
                                    </m:sup>
                                  </m:sSup>
                                </m:e>
                              </m:nary>
                            </m:e>
                          </m:d>
                          <m:r>
                            <a:rPr lang="en-US" b="0" i="1" smtClean="0">
                              <a:solidFill>
                                <a:srgbClr val="00B050"/>
                              </a:solidFill>
                              <a:latin typeface="Cambria Math" panose="02040503050406030204" pitchFamily="18" charset="0"/>
                            </a:rPr>
                            <m:t>−</m:t>
                          </m:r>
                          <m:d>
                            <m:dPr>
                              <m:ctrlPr>
                                <a:rPr lang="en-US" b="0" i="1" smtClean="0">
                                  <a:solidFill>
                                    <a:srgbClr val="00B050"/>
                                  </a:solidFill>
                                  <a:latin typeface="Cambria Math" panose="02040503050406030204" pitchFamily="18" charset="0"/>
                                </a:rPr>
                              </m:ctrlPr>
                            </m:dPr>
                            <m:e>
                              <m:nary>
                                <m:naryPr>
                                  <m:chr m:val="∑"/>
                                  <m:subHide m:val="on"/>
                                  <m:supHide m:val="on"/>
                                  <m:ctrlPr>
                                    <a:rPr lang="en-US" b="0" i="1" smtClean="0">
                                      <a:solidFill>
                                        <a:srgbClr val="00B050"/>
                                      </a:solidFill>
                                      <a:latin typeface="Cambria Math" panose="02040503050406030204" pitchFamily="18" charset="0"/>
                                    </a:rPr>
                                  </m:ctrlPr>
                                </m:naryPr>
                                <m:sub/>
                                <m:sup/>
                                <m:e>
                                  <m:r>
                                    <a:rPr lang="en-US" b="0" i="1" smtClean="0">
                                      <a:solidFill>
                                        <a:srgbClr val="00B050"/>
                                      </a:solidFill>
                                      <a:latin typeface="Cambria Math" panose="02040503050406030204" pitchFamily="18" charset="0"/>
                                    </a:rPr>
                                    <m:t>𝑥</m:t>
                                  </m:r>
                                </m:e>
                              </m:nary>
                            </m:e>
                          </m:d>
                          <m:d>
                            <m:dPr>
                              <m:ctrlPr>
                                <a:rPr lang="en-US" b="0" i="1" smtClean="0">
                                  <a:solidFill>
                                    <a:srgbClr val="00B050"/>
                                  </a:solidFill>
                                  <a:latin typeface="Cambria Math" panose="02040503050406030204" pitchFamily="18" charset="0"/>
                                </a:rPr>
                              </m:ctrlPr>
                            </m:dPr>
                            <m:e>
                              <m:nary>
                                <m:naryPr>
                                  <m:chr m:val="∑"/>
                                  <m:subHide m:val="on"/>
                                  <m:supHide m:val="on"/>
                                  <m:ctrlPr>
                                    <a:rPr lang="en-US" b="0" i="1" smtClean="0">
                                      <a:solidFill>
                                        <a:srgbClr val="00B050"/>
                                      </a:solidFill>
                                      <a:latin typeface="Cambria Math" panose="02040503050406030204" pitchFamily="18" charset="0"/>
                                    </a:rPr>
                                  </m:ctrlPr>
                                </m:naryPr>
                                <m:sub/>
                                <m:sup/>
                                <m:e>
                                  <m:r>
                                    <a:rPr lang="en-US" b="0" i="1" smtClean="0">
                                      <a:solidFill>
                                        <a:srgbClr val="00B050"/>
                                      </a:solidFill>
                                      <a:latin typeface="Cambria Math" panose="02040503050406030204" pitchFamily="18" charset="0"/>
                                    </a:rPr>
                                    <m:t>𝑥𝑦</m:t>
                                  </m:r>
                                </m:e>
                              </m:nary>
                            </m:e>
                          </m:d>
                        </m:num>
                        <m:den>
                          <m:r>
                            <a:rPr lang="en-US" b="0" i="1" smtClean="0">
                              <a:solidFill>
                                <a:srgbClr val="00B050"/>
                              </a:solidFill>
                              <a:latin typeface="Cambria Math" panose="02040503050406030204" pitchFamily="18" charset="0"/>
                            </a:rPr>
                            <m:t>𝑛</m:t>
                          </m:r>
                          <m:d>
                            <m:dPr>
                              <m:ctrlPr>
                                <a:rPr lang="en-AU" i="1" smtClean="0">
                                  <a:solidFill>
                                    <a:srgbClr val="00B050"/>
                                  </a:solidFill>
                                  <a:latin typeface="Cambria Math" panose="02040503050406030204" pitchFamily="18" charset="0"/>
                                </a:rPr>
                              </m:ctrlPr>
                            </m:dPr>
                            <m:e>
                              <m:nary>
                                <m:naryPr>
                                  <m:chr m:val="∑"/>
                                  <m:subHide m:val="on"/>
                                  <m:supHide m:val="on"/>
                                  <m:ctrlPr>
                                    <a:rPr lang="en-AU" i="1" smtClean="0">
                                      <a:solidFill>
                                        <a:srgbClr val="00B050"/>
                                      </a:solidFill>
                                      <a:latin typeface="Cambria Math" panose="02040503050406030204" pitchFamily="18" charset="0"/>
                                    </a:rPr>
                                  </m:ctrlPr>
                                </m:naryPr>
                                <m:sub/>
                                <m:sup/>
                                <m:e>
                                  <m:sSup>
                                    <m:sSupPr>
                                      <m:ctrlPr>
                                        <a:rPr lang="en-AU"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𝑥</m:t>
                                      </m:r>
                                    </m:e>
                                    <m:sup>
                                      <m:r>
                                        <a:rPr lang="en-US" b="0" i="1" smtClean="0">
                                          <a:solidFill>
                                            <a:srgbClr val="00B050"/>
                                          </a:solidFill>
                                          <a:latin typeface="Cambria Math" panose="02040503050406030204" pitchFamily="18" charset="0"/>
                                        </a:rPr>
                                        <m:t>2</m:t>
                                      </m:r>
                                    </m:sup>
                                  </m:sSup>
                                </m:e>
                              </m:nary>
                            </m:e>
                          </m:d>
                          <m:r>
                            <a:rPr lang="en-US" b="0" i="1" smtClean="0">
                              <a:solidFill>
                                <a:srgbClr val="00B050"/>
                              </a:solidFill>
                              <a:latin typeface="Cambria Math" panose="02040503050406030204" pitchFamily="18" charset="0"/>
                            </a:rPr>
                            <m:t>−</m:t>
                          </m:r>
                          <m:sSup>
                            <m:sSupPr>
                              <m:ctrlPr>
                                <a:rPr lang="en-US" b="0" i="1" smtClean="0">
                                  <a:solidFill>
                                    <a:srgbClr val="00B050"/>
                                  </a:solidFill>
                                  <a:latin typeface="Cambria Math" panose="02040503050406030204" pitchFamily="18" charset="0"/>
                                </a:rPr>
                              </m:ctrlPr>
                            </m:sSupPr>
                            <m:e>
                              <m:d>
                                <m:dPr>
                                  <m:ctrlPr>
                                    <a:rPr lang="en-US" b="0" i="1" smtClean="0">
                                      <a:solidFill>
                                        <a:srgbClr val="00B050"/>
                                      </a:solidFill>
                                      <a:latin typeface="Cambria Math" panose="02040503050406030204" pitchFamily="18" charset="0"/>
                                    </a:rPr>
                                  </m:ctrlPr>
                                </m:dPr>
                                <m:e>
                                  <m:nary>
                                    <m:naryPr>
                                      <m:chr m:val="∑"/>
                                      <m:subHide m:val="on"/>
                                      <m:supHide m:val="on"/>
                                      <m:ctrlPr>
                                        <a:rPr lang="en-US" b="0" i="1" smtClean="0">
                                          <a:solidFill>
                                            <a:srgbClr val="00B050"/>
                                          </a:solidFill>
                                          <a:latin typeface="Cambria Math" panose="02040503050406030204" pitchFamily="18" charset="0"/>
                                        </a:rPr>
                                      </m:ctrlPr>
                                    </m:naryPr>
                                    <m:sub/>
                                    <m:sup/>
                                    <m:e>
                                      <m:r>
                                        <a:rPr lang="en-US" b="0" i="1" smtClean="0">
                                          <a:solidFill>
                                            <a:srgbClr val="00B050"/>
                                          </a:solidFill>
                                          <a:latin typeface="Cambria Math" panose="02040503050406030204" pitchFamily="18" charset="0"/>
                                        </a:rPr>
                                        <m:t>𝑥</m:t>
                                      </m:r>
                                    </m:e>
                                  </m:nary>
                                </m:e>
                              </m:d>
                            </m:e>
                            <m:sup>
                              <m:r>
                                <a:rPr lang="en-US" b="0" i="1" smtClean="0">
                                  <a:solidFill>
                                    <a:srgbClr val="00B050"/>
                                  </a:solidFill>
                                  <a:latin typeface="Cambria Math" panose="02040503050406030204" pitchFamily="18" charset="0"/>
                                </a:rPr>
                                <m:t>2</m:t>
                              </m:r>
                            </m:sup>
                          </m:sSup>
                        </m:den>
                      </m:f>
                    </m:oMath>
                  </m:oMathPara>
                </a14:m>
                <a:endParaRPr lang="en-AU" dirty="0">
                  <a:solidFill>
                    <a:srgbClr val="00B050"/>
                  </a:solidFill>
                </a:endParaRPr>
              </a:p>
            </p:txBody>
          </p:sp>
        </mc:Choice>
        <mc:Fallback xmlns="">
          <p:sp>
            <p:nvSpPr>
              <p:cNvPr id="4" name="TextBox 3">
                <a:extLst>
                  <a:ext uri="{FF2B5EF4-FFF2-40B4-BE49-F238E27FC236}">
                    <a16:creationId xmlns:a16="http://schemas.microsoft.com/office/drawing/2014/main" id="{01DD993C-16FB-1B7A-7056-1AD2875B2B34}"/>
                  </a:ext>
                </a:extLst>
              </p:cNvPr>
              <p:cNvSpPr txBox="1">
                <a:spLocks noRot="1" noChangeAspect="1" noMove="1" noResize="1" noEditPoints="1" noAdjustHandles="1" noChangeArrowheads="1" noChangeShapeType="1" noTextEdit="1"/>
              </p:cNvSpPr>
              <p:nvPr/>
            </p:nvSpPr>
            <p:spPr>
              <a:xfrm>
                <a:off x="6953693" y="1355652"/>
                <a:ext cx="3194464" cy="601190"/>
              </a:xfrm>
              <a:prstGeom prst="rect">
                <a:avLst/>
              </a:prstGeom>
              <a:blipFill>
                <a:blip r:embed="rId11"/>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C753CB7-852F-BC6C-AA0F-C3D9A720D711}"/>
                  </a:ext>
                </a:extLst>
              </p:cNvPr>
              <p:cNvSpPr txBox="1"/>
              <p:nvPr/>
            </p:nvSpPr>
            <p:spPr>
              <a:xfrm>
                <a:off x="6981233" y="3616376"/>
                <a:ext cx="2689133" cy="5829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𝑏</m:t>
                          </m:r>
                        </m:e>
                        <m:sub>
                          <m:r>
                            <a:rPr lang="en-AU"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f>
                        <m:fPr>
                          <m:ctrlPr>
                            <a:rPr lang="en-AU"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d>
                            <m:dPr>
                              <m:ctrlPr>
                                <a:rPr lang="en-AU" i="1" smtClean="0">
                                  <a:solidFill>
                                    <a:srgbClr val="0070C0"/>
                                  </a:solidFill>
                                  <a:latin typeface="Cambria Math" panose="02040503050406030204" pitchFamily="18" charset="0"/>
                                </a:rPr>
                              </m:ctrlPr>
                            </m:dPr>
                            <m:e>
                              <m:nary>
                                <m:naryPr>
                                  <m:chr m:val="∑"/>
                                  <m:subHide m:val="on"/>
                                  <m:supHide m:val="on"/>
                                  <m:ctrlPr>
                                    <a:rPr lang="en-AU" i="1" smtClean="0">
                                      <a:solidFill>
                                        <a:srgbClr val="0070C0"/>
                                      </a:solidFill>
                                      <a:latin typeface="Cambria Math" panose="02040503050406030204" pitchFamily="18" charset="0"/>
                                    </a:rPr>
                                  </m:ctrlPr>
                                </m:naryPr>
                                <m:sub/>
                                <m:sup/>
                                <m:e>
                                  <m:r>
                                    <a:rPr lang="en-US" i="1" smtClean="0">
                                      <a:solidFill>
                                        <a:srgbClr val="0070C0"/>
                                      </a:solidFill>
                                      <a:latin typeface="Cambria Math" panose="02040503050406030204" pitchFamily="18" charset="0"/>
                                    </a:rPr>
                                    <m:t>𝑥</m:t>
                                  </m:r>
                                  <m:r>
                                    <a:rPr lang="en-US" b="0" i="1" smtClean="0">
                                      <a:solidFill>
                                        <a:srgbClr val="0070C0"/>
                                      </a:solidFill>
                                      <a:latin typeface="Cambria Math" panose="02040503050406030204" pitchFamily="18" charset="0"/>
                                    </a:rPr>
                                    <m:t>𝑦</m:t>
                                  </m:r>
                                </m:e>
                              </m:nary>
                            </m:e>
                          </m:d>
                          <m:r>
                            <a:rPr lang="en-US" b="0" i="1" smtClean="0">
                              <a:solidFill>
                                <a:srgbClr val="0070C0"/>
                              </a:solidFill>
                              <a:latin typeface="Cambria Math" panose="02040503050406030204" pitchFamily="18" charset="0"/>
                            </a:rPr>
                            <m:t>−</m:t>
                          </m:r>
                          <m:d>
                            <m:dPr>
                              <m:ctrlPr>
                                <a:rPr lang="en-US" b="0" i="1" smtClean="0">
                                  <a:solidFill>
                                    <a:srgbClr val="0070C0"/>
                                  </a:solidFill>
                                  <a:latin typeface="Cambria Math" panose="02040503050406030204" pitchFamily="18" charset="0"/>
                                </a:rPr>
                              </m:ctrlPr>
                            </m:dPr>
                            <m:e>
                              <m:nary>
                                <m:naryPr>
                                  <m:chr m:val="∑"/>
                                  <m:subHide m:val="on"/>
                                  <m:supHide m:val="on"/>
                                  <m:ctrlPr>
                                    <a:rPr lang="en-US" b="0" i="1" smtClean="0">
                                      <a:solidFill>
                                        <a:srgbClr val="0070C0"/>
                                      </a:solidFill>
                                      <a:latin typeface="Cambria Math" panose="02040503050406030204" pitchFamily="18" charset="0"/>
                                    </a:rPr>
                                  </m:ctrlPr>
                                </m:naryPr>
                                <m:sub/>
                                <m:sup/>
                                <m:e>
                                  <m:r>
                                    <a:rPr lang="en-US" b="0" i="1" smtClean="0">
                                      <a:solidFill>
                                        <a:srgbClr val="0070C0"/>
                                      </a:solidFill>
                                      <a:latin typeface="Cambria Math" panose="02040503050406030204" pitchFamily="18" charset="0"/>
                                    </a:rPr>
                                    <m:t>𝑥</m:t>
                                  </m:r>
                                </m:e>
                              </m:nary>
                            </m:e>
                          </m:d>
                          <m:d>
                            <m:dPr>
                              <m:ctrlPr>
                                <a:rPr lang="en-US" b="0" i="1" smtClean="0">
                                  <a:solidFill>
                                    <a:srgbClr val="0070C0"/>
                                  </a:solidFill>
                                  <a:latin typeface="Cambria Math" panose="02040503050406030204" pitchFamily="18" charset="0"/>
                                </a:rPr>
                              </m:ctrlPr>
                            </m:dPr>
                            <m:e>
                              <m:nary>
                                <m:naryPr>
                                  <m:chr m:val="∑"/>
                                  <m:subHide m:val="on"/>
                                  <m:supHide m:val="on"/>
                                  <m:ctrlPr>
                                    <a:rPr lang="en-US" b="0" i="1" smtClean="0">
                                      <a:solidFill>
                                        <a:srgbClr val="0070C0"/>
                                      </a:solidFill>
                                      <a:latin typeface="Cambria Math" panose="02040503050406030204" pitchFamily="18" charset="0"/>
                                    </a:rPr>
                                  </m:ctrlPr>
                                </m:naryPr>
                                <m:sub/>
                                <m:sup/>
                                <m:e>
                                  <m:r>
                                    <a:rPr lang="en-US" b="0" i="1" smtClean="0">
                                      <a:solidFill>
                                        <a:srgbClr val="0070C0"/>
                                      </a:solidFill>
                                      <a:latin typeface="Cambria Math" panose="02040503050406030204" pitchFamily="18" charset="0"/>
                                    </a:rPr>
                                    <m:t>𝑦</m:t>
                                  </m:r>
                                </m:e>
                              </m:nary>
                            </m:e>
                          </m:d>
                        </m:num>
                        <m:den>
                          <m:r>
                            <a:rPr lang="en-US" b="0" i="1" smtClean="0">
                              <a:solidFill>
                                <a:srgbClr val="0070C0"/>
                              </a:solidFill>
                              <a:latin typeface="Cambria Math" panose="02040503050406030204" pitchFamily="18" charset="0"/>
                            </a:rPr>
                            <m:t>𝑛</m:t>
                          </m:r>
                          <m:d>
                            <m:dPr>
                              <m:ctrlPr>
                                <a:rPr lang="en-AU" i="1" smtClean="0">
                                  <a:solidFill>
                                    <a:srgbClr val="0070C0"/>
                                  </a:solidFill>
                                  <a:latin typeface="Cambria Math" panose="02040503050406030204" pitchFamily="18" charset="0"/>
                                </a:rPr>
                              </m:ctrlPr>
                            </m:dPr>
                            <m:e>
                              <m:nary>
                                <m:naryPr>
                                  <m:chr m:val="∑"/>
                                  <m:subHide m:val="on"/>
                                  <m:supHide m:val="on"/>
                                  <m:ctrlPr>
                                    <a:rPr lang="en-AU" i="1" smtClean="0">
                                      <a:solidFill>
                                        <a:srgbClr val="0070C0"/>
                                      </a:solidFill>
                                      <a:latin typeface="Cambria Math" panose="02040503050406030204" pitchFamily="18" charset="0"/>
                                    </a:rPr>
                                  </m:ctrlPr>
                                </m:naryPr>
                                <m:sub/>
                                <m:sup/>
                                <m:e>
                                  <m:sSup>
                                    <m:sSupPr>
                                      <m:ctrlPr>
                                        <a:rPr lang="en-AU"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𝑥</m:t>
                                      </m:r>
                                    </m:e>
                                    <m:sup>
                                      <m:r>
                                        <a:rPr lang="en-US" b="0" i="1" smtClean="0">
                                          <a:solidFill>
                                            <a:srgbClr val="0070C0"/>
                                          </a:solidFill>
                                          <a:latin typeface="Cambria Math" panose="02040503050406030204" pitchFamily="18" charset="0"/>
                                        </a:rPr>
                                        <m:t>2</m:t>
                                      </m:r>
                                    </m:sup>
                                  </m:sSup>
                                </m:e>
                              </m:nary>
                            </m:e>
                          </m:d>
                          <m:r>
                            <a:rPr lang="en-US" b="0" i="1" smtClean="0">
                              <a:solidFill>
                                <a:srgbClr val="0070C0"/>
                              </a:solidFill>
                              <a:latin typeface="Cambria Math" panose="02040503050406030204" pitchFamily="18" charset="0"/>
                            </a:rPr>
                            <m:t>−</m:t>
                          </m:r>
                          <m:sSup>
                            <m:sSupPr>
                              <m:ctrlPr>
                                <a:rPr lang="en-US" b="0" i="1" smtClean="0">
                                  <a:solidFill>
                                    <a:srgbClr val="0070C0"/>
                                  </a:solidFill>
                                  <a:latin typeface="Cambria Math" panose="02040503050406030204" pitchFamily="18" charset="0"/>
                                </a:rPr>
                              </m:ctrlPr>
                            </m:sSupPr>
                            <m:e>
                              <m:d>
                                <m:dPr>
                                  <m:ctrlPr>
                                    <a:rPr lang="en-US" b="0" i="1" smtClean="0">
                                      <a:solidFill>
                                        <a:srgbClr val="0070C0"/>
                                      </a:solidFill>
                                      <a:latin typeface="Cambria Math" panose="02040503050406030204" pitchFamily="18" charset="0"/>
                                    </a:rPr>
                                  </m:ctrlPr>
                                </m:dPr>
                                <m:e>
                                  <m:nary>
                                    <m:naryPr>
                                      <m:chr m:val="∑"/>
                                      <m:subHide m:val="on"/>
                                      <m:supHide m:val="on"/>
                                      <m:ctrlPr>
                                        <a:rPr lang="en-US" b="0" i="1" smtClean="0">
                                          <a:solidFill>
                                            <a:srgbClr val="0070C0"/>
                                          </a:solidFill>
                                          <a:latin typeface="Cambria Math" panose="02040503050406030204" pitchFamily="18" charset="0"/>
                                        </a:rPr>
                                      </m:ctrlPr>
                                    </m:naryPr>
                                    <m:sub/>
                                    <m:sup/>
                                    <m:e>
                                      <m:r>
                                        <a:rPr lang="en-US" b="0" i="1" smtClean="0">
                                          <a:solidFill>
                                            <a:srgbClr val="0070C0"/>
                                          </a:solidFill>
                                          <a:latin typeface="Cambria Math" panose="02040503050406030204" pitchFamily="18" charset="0"/>
                                        </a:rPr>
                                        <m:t>𝑥</m:t>
                                      </m:r>
                                    </m:e>
                                  </m:nary>
                                </m:e>
                              </m:d>
                            </m:e>
                            <m:sup>
                              <m:r>
                                <a:rPr lang="en-US" b="0" i="1" smtClean="0">
                                  <a:solidFill>
                                    <a:srgbClr val="0070C0"/>
                                  </a:solidFill>
                                  <a:latin typeface="Cambria Math" panose="02040503050406030204" pitchFamily="18" charset="0"/>
                                </a:rPr>
                                <m:t>2</m:t>
                              </m:r>
                            </m:sup>
                          </m:sSup>
                        </m:den>
                      </m:f>
                    </m:oMath>
                  </m:oMathPara>
                </a14:m>
                <a:endParaRPr lang="en-AU" dirty="0">
                  <a:solidFill>
                    <a:srgbClr val="0070C0"/>
                  </a:solidFill>
                </a:endParaRPr>
              </a:p>
            </p:txBody>
          </p:sp>
        </mc:Choice>
        <mc:Fallback xmlns="">
          <p:sp>
            <p:nvSpPr>
              <p:cNvPr id="5" name="TextBox 4">
                <a:extLst>
                  <a:ext uri="{FF2B5EF4-FFF2-40B4-BE49-F238E27FC236}">
                    <a16:creationId xmlns:a16="http://schemas.microsoft.com/office/drawing/2014/main" id="{AC753CB7-852F-BC6C-AA0F-C3D9A720D711}"/>
                  </a:ext>
                </a:extLst>
              </p:cNvPr>
              <p:cNvSpPr txBox="1">
                <a:spLocks noRot="1" noChangeAspect="1" noMove="1" noResize="1" noEditPoints="1" noAdjustHandles="1" noChangeArrowheads="1" noChangeShapeType="1" noTextEdit="1"/>
              </p:cNvSpPr>
              <p:nvPr/>
            </p:nvSpPr>
            <p:spPr>
              <a:xfrm>
                <a:off x="6981233" y="3616376"/>
                <a:ext cx="2689133" cy="582916"/>
              </a:xfrm>
              <a:prstGeom prst="rect">
                <a:avLst/>
              </a:prstGeom>
              <a:blipFill>
                <a:blip r:embed="rId1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A18722-8ECA-71D8-259F-273EDCE297AB}"/>
                  </a:ext>
                </a:extLst>
              </p:cNvPr>
              <p:cNvSpPr txBox="1"/>
              <p:nvPr/>
            </p:nvSpPr>
            <p:spPr>
              <a:xfrm>
                <a:off x="6919559" y="6098679"/>
                <a:ext cx="45806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Depression</m:t>
                      </m:r>
                      <m:r>
                        <a:rPr lang="en-AU" b="0" i="0" smtClean="0">
                          <a:latin typeface="Cambria Math" panose="02040503050406030204" pitchFamily="18" charset="0"/>
                        </a:rPr>
                        <m:t>=8.53−0.71</m:t>
                      </m:r>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N</m:t>
                          </m:r>
                          <m:r>
                            <a:rPr lang="en-AU" b="0" i="0" smtClean="0">
                              <a:latin typeface="Cambria Math" panose="02040503050406030204" pitchFamily="18" charset="0"/>
                            </a:rPr>
                            <m:t> </m:t>
                          </m:r>
                          <m:r>
                            <m:rPr>
                              <m:sty m:val="p"/>
                            </m:rPr>
                            <a:rPr lang="en-AU" b="0" i="0" smtClean="0">
                              <a:latin typeface="Cambria Math" panose="02040503050406030204" pitchFamily="18" charset="0"/>
                            </a:rPr>
                            <m:t>Friends</m:t>
                          </m:r>
                        </m:e>
                      </m:d>
                      <m:r>
                        <a:rPr lang="en-AU" b="0" i="0" smtClean="0">
                          <a:latin typeface="Cambria Math" panose="02040503050406030204" pitchFamily="18" charset="0"/>
                        </a:rPr>
                        <m:t>+</m:t>
                      </m:r>
                      <m:r>
                        <m:rPr>
                          <m:sty m:val="p"/>
                        </m:rPr>
                        <a:rPr lang="en-AU" b="0" i="0" smtClean="0">
                          <a:latin typeface="Cambria Math" panose="02040503050406030204" pitchFamily="18" charset="0"/>
                        </a:rPr>
                        <m:t>Error</m:t>
                      </m:r>
                    </m:oMath>
                  </m:oMathPara>
                </a14:m>
                <a:endParaRPr lang="en-AU" dirty="0"/>
              </a:p>
            </p:txBody>
          </p:sp>
        </mc:Choice>
        <mc:Fallback xmlns="">
          <p:sp>
            <p:nvSpPr>
              <p:cNvPr id="6" name="TextBox 5">
                <a:extLst>
                  <a:ext uri="{FF2B5EF4-FFF2-40B4-BE49-F238E27FC236}">
                    <a16:creationId xmlns:a16="http://schemas.microsoft.com/office/drawing/2014/main" id="{98A18722-8ECA-71D8-259F-273EDCE297AB}"/>
                  </a:ext>
                </a:extLst>
              </p:cNvPr>
              <p:cNvSpPr txBox="1">
                <a:spLocks noRot="1" noChangeAspect="1" noMove="1" noResize="1" noEditPoints="1" noAdjustHandles="1" noChangeArrowheads="1" noChangeShapeType="1" noTextEdit="1"/>
              </p:cNvSpPr>
              <p:nvPr/>
            </p:nvSpPr>
            <p:spPr>
              <a:xfrm>
                <a:off x="6919559" y="6098679"/>
                <a:ext cx="4580613" cy="276999"/>
              </a:xfrm>
              <a:prstGeom prst="rect">
                <a:avLst/>
              </a:prstGeom>
              <a:blipFill>
                <a:blip r:embed="rId13"/>
                <a:stretch>
                  <a:fillRect l="-1197" r="-798" b="-32609"/>
                </a:stretch>
              </a:blipFill>
            </p:spPr>
            <p:txBody>
              <a:bodyPr/>
              <a:lstStyle/>
              <a:p>
                <a:r>
                  <a:rPr lang="en-AU">
                    <a:noFill/>
                  </a:rPr>
                  <a:t> </a:t>
                </a:r>
              </a:p>
            </p:txBody>
          </p:sp>
        </mc:Fallback>
      </mc:AlternateContent>
      <p:sp>
        <p:nvSpPr>
          <p:cNvPr id="24" name="TextBox 23">
            <a:extLst>
              <a:ext uri="{FF2B5EF4-FFF2-40B4-BE49-F238E27FC236}">
                <a16:creationId xmlns:a16="http://schemas.microsoft.com/office/drawing/2014/main" id="{4148B79A-D587-4F86-A4D3-D67493E74AD8}"/>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Ordinary Least Squares (OLS)</a:t>
            </a:r>
          </a:p>
        </p:txBody>
      </p:sp>
    </p:spTree>
    <p:extLst>
      <p:ext uri="{BB962C8B-B14F-4D97-AF65-F5344CB8AC3E}">
        <p14:creationId xmlns:p14="http://schemas.microsoft.com/office/powerpoint/2010/main" val="151868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F7A26-5055-AEC2-AFC2-B67BA33D67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1A2BA7B-3335-D1F8-B2E6-D041C5754E13}"/>
              </a:ext>
            </a:extLst>
          </p:cNvPr>
          <p:cNvSpPr/>
          <p:nvPr/>
        </p:nvSpPr>
        <p:spPr>
          <a:xfrm>
            <a:off x="2287704"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1" name="Rectangle 10">
            <a:extLst>
              <a:ext uri="{FF2B5EF4-FFF2-40B4-BE49-F238E27FC236}">
                <a16:creationId xmlns:a16="http://schemas.microsoft.com/office/drawing/2014/main" id="{432A52EC-C7F2-2FD4-0F6D-BF330AE01C85}"/>
              </a:ext>
            </a:extLst>
          </p:cNvPr>
          <p:cNvSpPr/>
          <p:nvPr/>
        </p:nvSpPr>
        <p:spPr>
          <a:xfrm>
            <a:off x="3021852"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2" name="Rectangle 11">
            <a:extLst>
              <a:ext uri="{FF2B5EF4-FFF2-40B4-BE49-F238E27FC236}">
                <a16:creationId xmlns:a16="http://schemas.microsoft.com/office/drawing/2014/main" id="{45A901BF-0615-CDFB-6DFE-31C3FCCBE53E}"/>
              </a:ext>
            </a:extLst>
          </p:cNvPr>
          <p:cNvSpPr/>
          <p:nvPr/>
        </p:nvSpPr>
        <p:spPr>
          <a:xfrm>
            <a:off x="3756000"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3" name="Rectangle 12">
            <a:extLst>
              <a:ext uri="{FF2B5EF4-FFF2-40B4-BE49-F238E27FC236}">
                <a16:creationId xmlns:a16="http://schemas.microsoft.com/office/drawing/2014/main" id="{A1500153-781D-63A2-0B9A-80BC3584FE00}"/>
              </a:ext>
            </a:extLst>
          </p:cNvPr>
          <p:cNvSpPr/>
          <p:nvPr/>
        </p:nvSpPr>
        <p:spPr>
          <a:xfrm>
            <a:off x="4476000"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4" name="Rectangle 13">
            <a:extLst>
              <a:ext uri="{FF2B5EF4-FFF2-40B4-BE49-F238E27FC236}">
                <a16:creationId xmlns:a16="http://schemas.microsoft.com/office/drawing/2014/main" id="{668B5328-949A-8DE2-C39D-FF1061D51E28}"/>
              </a:ext>
            </a:extLst>
          </p:cNvPr>
          <p:cNvSpPr/>
          <p:nvPr/>
        </p:nvSpPr>
        <p:spPr>
          <a:xfrm>
            <a:off x="5196000"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5" name="Rectangle 14">
            <a:extLst>
              <a:ext uri="{FF2B5EF4-FFF2-40B4-BE49-F238E27FC236}">
                <a16:creationId xmlns:a16="http://schemas.microsoft.com/office/drawing/2014/main" id="{CB424816-B8F6-18ED-9271-704A7CD53389}"/>
              </a:ext>
            </a:extLst>
          </p:cNvPr>
          <p:cNvSpPr/>
          <p:nvPr/>
        </p:nvSpPr>
        <p:spPr>
          <a:xfrm>
            <a:off x="5916000"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6" name="Rectangle 15">
            <a:extLst>
              <a:ext uri="{FF2B5EF4-FFF2-40B4-BE49-F238E27FC236}">
                <a16:creationId xmlns:a16="http://schemas.microsoft.com/office/drawing/2014/main" id="{9F86E225-41E0-9839-1D1C-2438D2B069B7}"/>
              </a:ext>
            </a:extLst>
          </p:cNvPr>
          <p:cNvSpPr/>
          <p:nvPr/>
        </p:nvSpPr>
        <p:spPr>
          <a:xfrm>
            <a:off x="6650148"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7" name="Rectangle 16">
            <a:extLst>
              <a:ext uri="{FF2B5EF4-FFF2-40B4-BE49-F238E27FC236}">
                <a16:creationId xmlns:a16="http://schemas.microsoft.com/office/drawing/2014/main" id="{FFA35A8F-43CB-CF66-DDA1-6EFC3F3A5045}"/>
              </a:ext>
            </a:extLst>
          </p:cNvPr>
          <p:cNvSpPr/>
          <p:nvPr/>
        </p:nvSpPr>
        <p:spPr>
          <a:xfrm>
            <a:off x="7384296"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8" name="Rectangle 17">
            <a:extLst>
              <a:ext uri="{FF2B5EF4-FFF2-40B4-BE49-F238E27FC236}">
                <a16:creationId xmlns:a16="http://schemas.microsoft.com/office/drawing/2014/main" id="{50FDFCC5-8C04-4DAD-64FF-09DDB7F75E8E}"/>
              </a:ext>
            </a:extLst>
          </p:cNvPr>
          <p:cNvSpPr/>
          <p:nvPr/>
        </p:nvSpPr>
        <p:spPr>
          <a:xfrm>
            <a:off x="8104296"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19" name="Rectangle 18">
            <a:extLst>
              <a:ext uri="{FF2B5EF4-FFF2-40B4-BE49-F238E27FC236}">
                <a16:creationId xmlns:a16="http://schemas.microsoft.com/office/drawing/2014/main" id="{68AA0F7D-DA8A-D4C1-D58F-0B237351255C}"/>
              </a:ext>
            </a:extLst>
          </p:cNvPr>
          <p:cNvSpPr/>
          <p:nvPr/>
        </p:nvSpPr>
        <p:spPr>
          <a:xfrm>
            <a:off x="8824296" y="5918339"/>
            <a:ext cx="72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20" name="Rectangle 19">
            <a:extLst>
              <a:ext uri="{FF2B5EF4-FFF2-40B4-BE49-F238E27FC236}">
                <a16:creationId xmlns:a16="http://schemas.microsoft.com/office/drawing/2014/main" id="{E2C61F78-1918-B23D-3DCF-AB7B243B2D5E}"/>
              </a:ext>
            </a:extLst>
          </p:cNvPr>
          <p:cNvSpPr/>
          <p:nvPr/>
        </p:nvSpPr>
        <p:spPr>
          <a:xfrm>
            <a:off x="9544296" y="5918339"/>
            <a:ext cx="360000" cy="72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Condensed" panose="020B0604020202020204" charset="0"/>
              <a:ea typeface="Roboto Condensed" panose="020B0604020202020204" charset="0"/>
              <a:cs typeface="+mn-cs"/>
            </a:endParaRPr>
          </a:p>
        </p:txBody>
      </p:sp>
      <p:sp>
        <p:nvSpPr>
          <p:cNvPr id="21" name="Rectangle 20">
            <a:extLst>
              <a:ext uri="{FF2B5EF4-FFF2-40B4-BE49-F238E27FC236}">
                <a16:creationId xmlns:a16="http://schemas.microsoft.com/office/drawing/2014/main" id="{74E9D466-DA11-5E7C-78D9-83F7E7DC4DFF}"/>
              </a:ext>
            </a:extLst>
          </p:cNvPr>
          <p:cNvSpPr/>
          <p:nvPr/>
        </p:nvSpPr>
        <p:spPr>
          <a:xfrm>
            <a:off x="2661340"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1</a:t>
            </a:r>
          </a:p>
        </p:txBody>
      </p:sp>
      <p:sp>
        <p:nvSpPr>
          <p:cNvPr id="22" name="Rectangle 21">
            <a:extLst>
              <a:ext uri="{FF2B5EF4-FFF2-40B4-BE49-F238E27FC236}">
                <a16:creationId xmlns:a16="http://schemas.microsoft.com/office/drawing/2014/main" id="{32BD3E68-6708-0FBC-9427-5AD108939EDA}"/>
              </a:ext>
            </a:extLst>
          </p:cNvPr>
          <p:cNvSpPr/>
          <p:nvPr/>
        </p:nvSpPr>
        <p:spPr>
          <a:xfrm>
            <a:off x="3395488"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2</a:t>
            </a:r>
          </a:p>
        </p:txBody>
      </p:sp>
      <p:sp>
        <p:nvSpPr>
          <p:cNvPr id="23" name="Rectangle 22">
            <a:extLst>
              <a:ext uri="{FF2B5EF4-FFF2-40B4-BE49-F238E27FC236}">
                <a16:creationId xmlns:a16="http://schemas.microsoft.com/office/drawing/2014/main" id="{A9B7CCFC-D1AD-59BB-63AF-81C8D92919FF}"/>
              </a:ext>
            </a:extLst>
          </p:cNvPr>
          <p:cNvSpPr/>
          <p:nvPr/>
        </p:nvSpPr>
        <p:spPr>
          <a:xfrm>
            <a:off x="4129636"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3</a:t>
            </a:r>
          </a:p>
        </p:txBody>
      </p:sp>
      <p:sp>
        <p:nvSpPr>
          <p:cNvPr id="24" name="Rectangle 23">
            <a:extLst>
              <a:ext uri="{FF2B5EF4-FFF2-40B4-BE49-F238E27FC236}">
                <a16:creationId xmlns:a16="http://schemas.microsoft.com/office/drawing/2014/main" id="{6332545B-CE72-FDA1-F289-5012E48A91A9}"/>
              </a:ext>
            </a:extLst>
          </p:cNvPr>
          <p:cNvSpPr/>
          <p:nvPr/>
        </p:nvSpPr>
        <p:spPr>
          <a:xfrm>
            <a:off x="4849636"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4</a:t>
            </a:r>
          </a:p>
        </p:txBody>
      </p:sp>
      <p:sp>
        <p:nvSpPr>
          <p:cNvPr id="25" name="Rectangle 24">
            <a:extLst>
              <a:ext uri="{FF2B5EF4-FFF2-40B4-BE49-F238E27FC236}">
                <a16:creationId xmlns:a16="http://schemas.microsoft.com/office/drawing/2014/main" id="{C90B15BD-EBB6-36F9-CFAC-61706F291375}"/>
              </a:ext>
            </a:extLst>
          </p:cNvPr>
          <p:cNvSpPr/>
          <p:nvPr/>
        </p:nvSpPr>
        <p:spPr>
          <a:xfrm>
            <a:off x="5569636"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5</a:t>
            </a:r>
          </a:p>
        </p:txBody>
      </p:sp>
      <p:sp>
        <p:nvSpPr>
          <p:cNvPr id="26" name="Rectangle 25">
            <a:extLst>
              <a:ext uri="{FF2B5EF4-FFF2-40B4-BE49-F238E27FC236}">
                <a16:creationId xmlns:a16="http://schemas.microsoft.com/office/drawing/2014/main" id="{3CBA4B26-F206-BD1F-F895-6B1DC20D7564}"/>
              </a:ext>
            </a:extLst>
          </p:cNvPr>
          <p:cNvSpPr/>
          <p:nvPr/>
        </p:nvSpPr>
        <p:spPr>
          <a:xfrm>
            <a:off x="6289636"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6</a:t>
            </a:r>
          </a:p>
        </p:txBody>
      </p:sp>
      <p:sp>
        <p:nvSpPr>
          <p:cNvPr id="27" name="Rectangle 26">
            <a:extLst>
              <a:ext uri="{FF2B5EF4-FFF2-40B4-BE49-F238E27FC236}">
                <a16:creationId xmlns:a16="http://schemas.microsoft.com/office/drawing/2014/main" id="{755B4F2B-5E7F-06A6-752B-63254F21A08F}"/>
              </a:ext>
            </a:extLst>
          </p:cNvPr>
          <p:cNvSpPr/>
          <p:nvPr/>
        </p:nvSpPr>
        <p:spPr>
          <a:xfrm>
            <a:off x="7023784"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7</a:t>
            </a:r>
          </a:p>
        </p:txBody>
      </p:sp>
      <p:sp>
        <p:nvSpPr>
          <p:cNvPr id="34" name="Rectangle 33">
            <a:extLst>
              <a:ext uri="{FF2B5EF4-FFF2-40B4-BE49-F238E27FC236}">
                <a16:creationId xmlns:a16="http://schemas.microsoft.com/office/drawing/2014/main" id="{AE9AABAC-DD69-A259-2C85-1AEBF7DEF3EF}"/>
              </a:ext>
            </a:extLst>
          </p:cNvPr>
          <p:cNvSpPr/>
          <p:nvPr/>
        </p:nvSpPr>
        <p:spPr>
          <a:xfrm>
            <a:off x="7757932"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8</a:t>
            </a:r>
          </a:p>
        </p:txBody>
      </p:sp>
      <p:sp>
        <p:nvSpPr>
          <p:cNvPr id="35" name="Rectangle 34">
            <a:extLst>
              <a:ext uri="{FF2B5EF4-FFF2-40B4-BE49-F238E27FC236}">
                <a16:creationId xmlns:a16="http://schemas.microsoft.com/office/drawing/2014/main" id="{E13D404C-4E82-32DE-F21D-D32CC1052F8B}"/>
              </a:ext>
            </a:extLst>
          </p:cNvPr>
          <p:cNvSpPr/>
          <p:nvPr/>
        </p:nvSpPr>
        <p:spPr>
          <a:xfrm>
            <a:off x="8477932"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9</a:t>
            </a:r>
          </a:p>
        </p:txBody>
      </p:sp>
      <p:sp>
        <p:nvSpPr>
          <p:cNvPr id="36" name="Rectangle 35">
            <a:extLst>
              <a:ext uri="{FF2B5EF4-FFF2-40B4-BE49-F238E27FC236}">
                <a16:creationId xmlns:a16="http://schemas.microsoft.com/office/drawing/2014/main" id="{37F03D7E-C714-531A-95B0-CB1526289477}"/>
              </a:ext>
            </a:extLst>
          </p:cNvPr>
          <p:cNvSpPr/>
          <p:nvPr/>
        </p:nvSpPr>
        <p:spPr>
          <a:xfrm>
            <a:off x="9197932" y="6053615"/>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10</a:t>
            </a:r>
          </a:p>
        </p:txBody>
      </p:sp>
      <p:sp>
        <p:nvSpPr>
          <p:cNvPr id="37" name="Rectangle 36">
            <a:extLst>
              <a:ext uri="{FF2B5EF4-FFF2-40B4-BE49-F238E27FC236}">
                <a16:creationId xmlns:a16="http://schemas.microsoft.com/office/drawing/2014/main" id="{04908EFF-916C-2530-EBEB-3CF6A1AD9A69}"/>
              </a:ext>
            </a:extLst>
          </p:cNvPr>
          <p:cNvSpPr/>
          <p:nvPr/>
        </p:nvSpPr>
        <p:spPr>
          <a:xfrm>
            <a:off x="2287704" y="6399760"/>
            <a:ext cx="7616592"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Number of Friends</a:t>
            </a:r>
          </a:p>
        </p:txBody>
      </p:sp>
      <p:sp>
        <p:nvSpPr>
          <p:cNvPr id="38" name="Rectangle 37">
            <a:extLst>
              <a:ext uri="{FF2B5EF4-FFF2-40B4-BE49-F238E27FC236}">
                <a16:creationId xmlns:a16="http://schemas.microsoft.com/office/drawing/2014/main" id="{597A0510-F38D-FB64-0B72-660CCC16A675}"/>
              </a:ext>
            </a:extLst>
          </p:cNvPr>
          <p:cNvSpPr/>
          <p:nvPr/>
        </p:nvSpPr>
        <p:spPr>
          <a:xfrm>
            <a:off x="1969124" y="6056051"/>
            <a:ext cx="720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0</a:t>
            </a:r>
          </a:p>
        </p:txBody>
      </p:sp>
      <p:sp>
        <p:nvSpPr>
          <p:cNvPr id="45" name="Oval 44">
            <a:extLst>
              <a:ext uri="{FF2B5EF4-FFF2-40B4-BE49-F238E27FC236}">
                <a16:creationId xmlns:a16="http://schemas.microsoft.com/office/drawing/2014/main" id="{9B74C841-8A16-CE26-19D8-FEEC3432D3AC}"/>
              </a:ext>
            </a:extLst>
          </p:cNvPr>
          <p:cNvSpPr/>
          <p:nvPr/>
        </p:nvSpPr>
        <p:spPr>
          <a:xfrm>
            <a:off x="9406305" y="4780424"/>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FB6F1C2D-A926-4D72-6753-7C43BAFD26F3}"/>
              </a:ext>
            </a:extLst>
          </p:cNvPr>
          <p:cNvSpPr txBox="1"/>
          <p:nvPr/>
        </p:nvSpPr>
        <p:spPr>
          <a:xfrm>
            <a:off x="9257596" y="4438064"/>
            <a:ext cx="591829"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Pete</a:t>
            </a:r>
          </a:p>
        </p:txBody>
      </p:sp>
      <p:sp>
        <p:nvSpPr>
          <p:cNvPr id="47" name="TextBox 46">
            <a:extLst>
              <a:ext uri="{FF2B5EF4-FFF2-40B4-BE49-F238E27FC236}">
                <a16:creationId xmlns:a16="http://schemas.microsoft.com/office/drawing/2014/main" id="{448A118D-3C7F-2AA5-8924-7D38D9D20C49}"/>
              </a:ext>
            </a:extLst>
          </p:cNvPr>
          <p:cNvSpPr txBox="1"/>
          <p:nvPr/>
        </p:nvSpPr>
        <p:spPr>
          <a:xfrm>
            <a:off x="5766636" y="3713919"/>
            <a:ext cx="591829"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Pam</a:t>
            </a:r>
          </a:p>
        </p:txBody>
      </p:sp>
      <p:sp>
        <p:nvSpPr>
          <p:cNvPr id="48" name="TextBox 47">
            <a:extLst>
              <a:ext uri="{FF2B5EF4-FFF2-40B4-BE49-F238E27FC236}">
                <a16:creationId xmlns:a16="http://schemas.microsoft.com/office/drawing/2014/main" id="{02CAA146-E8CC-BA7D-D414-1B13F2BF2735}"/>
              </a:ext>
            </a:extLst>
          </p:cNvPr>
          <p:cNvSpPr txBox="1"/>
          <p:nvPr/>
        </p:nvSpPr>
        <p:spPr>
          <a:xfrm>
            <a:off x="5191159" y="3740797"/>
            <a:ext cx="630301"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Ross</a:t>
            </a:r>
          </a:p>
        </p:txBody>
      </p:sp>
      <p:sp>
        <p:nvSpPr>
          <p:cNvPr id="49" name="Oval 48">
            <a:extLst>
              <a:ext uri="{FF2B5EF4-FFF2-40B4-BE49-F238E27FC236}">
                <a16:creationId xmlns:a16="http://schemas.microsoft.com/office/drawing/2014/main" id="{47E07D56-4DE3-4008-C0FD-18272518A7D2}"/>
              </a:ext>
            </a:extLst>
          </p:cNvPr>
          <p:cNvSpPr/>
          <p:nvPr/>
        </p:nvSpPr>
        <p:spPr>
          <a:xfrm>
            <a:off x="6492000" y="4782213"/>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extBox 49">
            <a:extLst>
              <a:ext uri="{FF2B5EF4-FFF2-40B4-BE49-F238E27FC236}">
                <a16:creationId xmlns:a16="http://schemas.microsoft.com/office/drawing/2014/main" id="{B0CC9C4C-E1AC-D01D-779D-51544703614C}"/>
              </a:ext>
            </a:extLst>
          </p:cNvPr>
          <p:cNvSpPr txBox="1"/>
          <p:nvPr/>
        </p:nvSpPr>
        <p:spPr>
          <a:xfrm>
            <a:off x="6771614" y="4694569"/>
            <a:ext cx="559769"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Eike</a:t>
            </a:r>
          </a:p>
        </p:txBody>
      </p:sp>
      <p:sp>
        <p:nvSpPr>
          <p:cNvPr id="51" name="TextBox 50">
            <a:extLst>
              <a:ext uri="{FF2B5EF4-FFF2-40B4-BE49-F238E27FC236}">
                <a16:creationId xmlns:a16="http://schemas.microsoft.com/office/drawing/2014/main" id="{FD33A0D3-BDE6-A33D-4256-228A1B45B39C}"/>
              </a:ext>
            </a:extLst>
          </p:cNvPr>
          <p:cNvSpPr txBox="1"/>
          <p:nvPr/>
        </p:nvSpPr>
        <p:spPr>
          <a:xfrm>
            <a:off x="6720910" y="4094771"/>
            <a:ext cx="505267"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Lyn</a:t>
            </a:r>
          </a:p>
        </p:txBody>
      </p:sp>
      <p:sp>
        <p:nvSpPr>
          <p:cNvPr id="53" name="TextBox 52">
            <a:extLst>
              <a:ext uri="{FF2B5EF4-FFF2-40B4-BE49-F238E27FC236}">
                <a16:creationId xmlns:a16="http://schemas.microsoft.com/office/drawing/2014/main" id="{D55B27D4-55FE-C613-B0F0-D465A5860F57}"/>
              </a:ext>
            </a:extLst>
          </p:cNvPr>
          <p:cNvSpPr txBox="1"/>
          <p:nvPr/>
        </p:nvSpPr>
        <p:spPr>
          <a:xfrm>
            <a:off x="8971900" y="5311970"/>
            <a:ext cx="450764"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Jill</a:t>
            </a:r>
          </a:p>
        </p:txBody>
      </p:sp>
      <p:sp>
        <p:nvSpPr>
          <p:cNvPr id="54" name="Rectangle 53">
            <a:extLst>
              <a:ext uri="{FF2B5EF4-FFF2-40B4-BE49-F238E27FC236}">
                <a16:creationId xmlns:a16="http://schemas.microsoft.com/office/drawing/2014/main" id="{5A43C428-FA91-1D47-4B3C-AD15B505DE00}"/>
              </a:ext>
            </a:extLst>
          </p:cNvPr>
          <p:cNvSpPr/>
          <p:nvPr/>
        </p:nvSpPr>
        <p:spPr>
          <a:xfrm>
            <a:off x="2199108" y="5661208"/>
            <a:ext cx="72000" cy="329131"/>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28338F3B-9883-D512-59D5-2222B315A9B1}"/>
              </a:ext>
            </a:extLst>
          </p:cNvPr>
          <p:cNvSpPr/>
          <p:nvPr/>
        </p:nvSpPr>
        <p:spPr>
          <a:xfrm>
            <a:off x="2199108" y="5287353"/>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C51E56AA-96FC-F43F-17F0-538A1F22DBC7}"/>
              </a:ext>
            </a:extLst>
          </p:cNvPr>
          <p:cNvSpPr/>
          <p:nvPr/>
        </p:nvSpPr>
        <p:spPr>
          <a:xfrm>
            <a:off x="2199108" y="4924424"/>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EA6A6E16-8584-E6B9-AD21-A0375A18E420}"/>
              </a:ext>
            </a:extLst>
          </p:cNvPr>
          <p:cNvSpPr/>
          <p:nvPr/>
        </p:nvSpPr>
        <p:spPr>
          <a:xfrm>
            <a:off x="2199108" y="4550569"/>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FCC41C6C-2484-BE92-B54B-872CDF984357}"/>
              </a:ext>
            </a:extLst>
          </p:cNvPr>
          <p:cNvSpPr/>
          <p:nvPr/>
        </p:nvSpPr>
        <p:spPr>
          <a:xfrm>
            <a:off x="2199108" y="4176714"/>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1CBC2C2F-254F-385C-3962-3846ACBAD04D}"/>
              </a:ext>
            </a:extLst>
          </p:cNvPr>
          <p:cNvSpPr/>
          <p:nvPr/>
        </p:nvSpPr>
        <p:spPr>
          <a:xfrm>
            <a:off x="2199108" y="3809787"/>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32DA9A23-0EC7-0216-8ABA-8F7063E541B1}"/>
              </a:ext>
            </a:extLst>
          </p:cNvPr>
          <p:cNvSpPr/>
          <p:nvPr/>
        </p:nvSpPr>
        <p:spPr>
          <a:xfrm>
            <a:off x="2199108" y="3449787"/>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6D4AB1B1-0860-7DDF-1260-516F321E0EB9}"/>
              </a:ext>
            </a:extLst>
          </p:cNvPr>
          <p:cNvSpPr/>
          <p:nvPr/>
        </p:nvSpPr>
        <p:spPr>
          <a:xfrm>
            <a:off x="2199108" y="3086207"/>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9EA8E571-B51F-E7DD-7572-9A282D26D0E1}"/>
              </a:ext>
            </a:extLst>
          </p:cNvPr>
          <p:cNvSpPr/>
          <p:nvPr/>
        </p:nvSpPr>
        <p:spPr>
          <a:xfrm>
            <a:off x="2199108" y="2718625"/>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A7C44582-235B-1354-67F7-6394AF7B3BC6}"/>
              </a:ext>
            </a:extLst>
          </p:cNvPr>
          <p:cNvSpPr/>
          <p:nvPr/>
        </p:nvSpPr>
        <p:spPr>
          <a:xfrm>
            <a:off x="2199108" y="2364383"/>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id="{8CE8BB7B-A7F9-3ABB-F806-791A63A3047D}"/>
              </a:ext>
            </a:extLst>
          </p:cNvPr>
          <p:cNvSpPr/>
          <p:nvPr/>
        </p:nvSpPr>
        <p:spPr>
          <a:xfrm>
            <a:off x="1924518" y="5466981"/>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1</a:t>
            </a:r>
          </a:p>
        </p:txBody>
      </p:sp>
      <p:sp>
        <p:nvSpPr>
          <p:cNvPr id="65" name="Rectangle 64">
            <a:extLst>
              <a:ext uri="{FF2B5EF4-FFF2-40B4-BE49-F238E27FC236}">
                <a16:creationId xmlns:a16="http://schemas.microsoft.com/office/drawing/2014/main" id="{539030D0-095A-A597-744E-DF8284B7CE9E}"/>
              </a:ext>
            </a:extLst>
          </p:cNvPr>
          <p:cNvSpPr/>
          <p:nvPr/>
        </p:nvSpPr>
        <p:spPr>
          <a:xfrm>
            <a:off x="1924518" y="5081039"/>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2</a:t>
            </a:r>
          </a:p>
        </p:txBody>
      </p:sp>
      <p:sp>
        <p:nvSpPr>
          <p:cNvPr id="66" name="Rectangle 65">
            <a:extLst>
              <a:ext uri="{FF2B5EF4-FFF2-40B4-BE49-F238E27FC236}">
                <a16:creationId xmlns:a16="http://schemas.microsoft.com/office/drawing/2014/main" id="{C4F37BDE-69B4-FF8B-3395-827F1EA21EEF}"/>
              </a:ext>
            </a:extLst>
          </p:cNvPr>
          <p:cNvSpPr/>
          <p:nvPr/>
        </p:nvSpPr>
        <p:spPr>
          <a:xfrm>
            <a:off x="1924518" y="4736720"/>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3</a:t>
            </a:r>
          </a:p>
        </p:txBody>
      </p:sp>
      <p:sp>
        <p:nvSpPr>
          <p:cNvPr id="67" name="Rectangle 66">
            <a:extLst>
              <a:ext uri="{FF2B5EF4-FFF2-40B4-BE49-F238E27FC236}">
                <a16:creationId xmlns:a16="http://schemas.microsoft.com/office/drawing/2014/main" id="{D48D02DA-A194-1D37-AA90-C3CD6E6F3A3B}"/>
              </a:ext>
            </a:extLst>
          </p:cNvPr>
          <p:cNvSpPr/>
          <p:nvPr/>
        </p:nvSpPr>
        <p:spPr>
          <a:xfrm>
            <a:off x="1924518" y="4340859"/>
            <a:ext cx="245926" cy="369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4</a:t>
            </a:r>
          </a:p>
        </p:txBody>
      </p:sp>
      <p:sp>
        <p:nvSpPr>
          <p:cNvPr id="68" name="Rectangle 67">
            <a:extLst>
              <a:ext uri="{FF2B5EF4-FFF2-40B4-BE49-F238E27FC236}">
                <a16:creationId xmlns:a16="http://schemas.microsoft.com/office/drawing/2014/main" id="{8A824C6E-8287-79FB-F910-F20F2DBF13B6}"/>
              </a:ext>
            </a:extLst>
          </p:cNvPr>
          <p:cNvSpPr/>
          <p:nvPr/>
        </p:nvSpPr>
        <p:spPr>
          <a:xfrm>
            <a:off x="1924518" y="3989787"/>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5</a:t>
            </a:r>
          </a:p>
        </p:txBody>
      </p:sp>
      <p:sp>
        <p:nvSpPr>
          <p:cNvPr id="69" name="Rectangle 68">
            <a:extLst>
              <a:ext uri="{FF2B5EF4-FFF2-40B4-BE49-F238E27FC236}">
                <a16:creationId xmlns:a16="http://schemas.microsoft.com/office/drawing/2014/main" id="{CE10B3DF-1978-5DD7-8158-01C340E18B14}"/>
              </a:ext>
            </a:extLst>
          </p:cNvPr>
          <p:cNvSpPr/>
          <p:nvPr/>
        </p:nvSpPr>
        <p:spPr>
          <a:xfrm>
            <a:off x="1924518" y="3616313"/>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6</a:t>
            </a:r>
          </a:p>
        </p:txBody>
      </p:sp>
      <p:sp>
        <p:nvSpPr>
          <p:cNvPr id="70" name="Rectangle 69">
            <a:extLst>
              <a:ext uri="{FF2B5EF4-FFF2-40B4-BE49-F238E27FC236}">
                <a16:creationId xmlns:a16="http://schemas.microsoft.com/office/drawing/2014/main" id="{6DCE36D2-2456-BD25-CBE5-2788F7455563}"/>
              </a:ext>
            </a:extLst>
          </p:cNvPr>
          <p:cNvSpPr/>
          <p:nvPr/>
        </p:nvSpPr>
        <p:spPr>
          <a:xfrm>
            <a:off x="1924518" y="3268796"/>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7</a:t>
            </a:r>
          </a:p>
        </p:txBody>
      </p:sp>
      <p:sp>
        <p:nvSpPr>
          <p:cNvPr id="71" name="Rectangle 70">
            <a:extLst>
              <a:ext uri="{FF2B5EF4-FFF2-40B4-BE49-F238E27FC236}">
                <a16:creationId xmlns:a16="http://schemas.microsoft.com/office/drawing/2014/main" id="{E43EFA79-8A21-C7BC-0D22-7E7CF3596B68}"/>
              </a:ext>
            </a:extLst>
          </p:cNvPr>
          <p:cNvSpPr/>
          <p:nvPr/>
        </p:nvSpPr>
        <p:spPr>
          <a:xfrm>
            <a:off x="1924518" y="2918094"/>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8</a:t>
            </a:r>
          </a:p>
        </p:txBody>
      </p:sp>
      <p:sp>
        <p:nvSpPr>
          <p:cNvPr id="72" name="Rectangle 71">
            <a:extLst>
              <a:ext uri="{FF2B5EF4-FFF2-40B4-BE49-F238E27FC236}">
                <a16:creationId xmlns:a16="http://schemas.microsoft.com/office/drawing/2014/main" id="{6599C612-BD1D-3791-A4B9-328FF2B5DE2E}"/>
              </a:ext>
            </a:extLst>
          </p:cNvPr>
          <p:cNvSpPr/>
          <p:nvPr/>
        </p:nvSpPr>
        <p:spPr>
          <a:xfrm>
            <a:off x="1924518" y="2565935"/>
            <a:ext cx="245926"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9</a:t>
            </a:r>
          </a:p>
        </p:txBody>
      </p:sp>
      <p:sp>
        <p:nvSpPr>
          <p:cNvPr id="73" name="Rectangle 72">
            <a:extLst>
              <a:ext uri="{FF2B5EF4-FFF2-40B4-BE49-F238E27FC236}">
                <a16:creationId xmlns:a16="http://schemas.microsoft.com/office/drawing/2014/main" id="{58DCCA42-3973-507A-6813-A307AC539654}"/>
              </a:ext>
            </a:extLst>
          </p:cNvPr>
          <p:cNvSpPr/>
          <p:nvPr/>
        </p:nvSpPr>
        <p:spPr>
          <a:xfrm>
            <a:off x="1816506" y="2178963"/>
            <a:ext cx="46195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74" name="Rectangle 73">
            <a:extLst>
              <a:ext uri="{FF2B5EF4-FFF2-40B4-BE49-F238E27FC236}">
                <a16:creationId xmlns:a16="http://schemas.microsoft.com/office/drawing/2014/main" id="{0AF69722-9D82-DA23-D7F8-A9032803F3BE}"/>
              </a:ext>
            </a:extLst>
          </p:cNvPr>
          <p:cNvSpPr/>
          <p:nvPr/>
        </p:nvSpPr>
        <p:spPr>
          <a:xfrm>
            <a:off x="2199108" y="2014496"/>
            <a:ext cx="72000" cy="360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8429682D-6E18-C598-961C-22C3D523CB91}"/>
              </a:ext>
            </a:extLst>
          </p:cNvPr>
          <p:cNvSpPr/>
          <p:nvPr/>
        </p:nvSpPr>
        <p:spPr>
          <a:xfrm rot="16200000">
            <a:off x="525787" y="3766903"/>
            <a:ext cx="2268272"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Depression Score</a:t>
            </a:r>
          </a:p>
        </p:txBody>
      </p:sp>
      <p:sp>
        <p:nvSpPr>
          <p:cNvPr id="78" name="Oval 77">
            <a:extLst>
              <a:ext uri="{FF2B5EF4-FFF2-40B4-BE49-F238E27FC236}">
                <a16:creationId xmlns:a16="http://schemas.microsoft.com/office/drawing/2014/main" id="{6E6B9929-7C51-A1F7-FB4D-83FAACBA336E}"/>
              </a:ext>
            </a:extLst>
          </p:cNvPr>
          <p:cNvSpPr/>
          <p:nvPr/>
        </p:nvSpPr>
        <p:spPr>
          <a:xfrm>
            <a:off x="7973991" y="5121161"/>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TextBox 78">
            <a:extLst>
              <a:ext uri="{FF2B5EF4-FFF2-40B4-BE49-F238E27FC236}">
                <a16:creationId xmlns:a16="http://schemas.microsoft.com/office/drawing/2014/main" id="{3B0C3A20-F901-6B48-0FB8-A2FA19458FBE}"/>
              </a:ext>
            </a:extLst>
          </p:cNvPr>
          <p:cNvSpPr txBox="1"/>
          <p:nvPr/>
        </p:nvSpPr>
        <p:spPr>
          <a:xfrm>
            <a:off x="7825282" y="4778801"/>
            <a:ext cx="585417"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Sam</a:t>
            </a:r>
          </a:p>
        </p:txBody>
      </p:sp>
      <p:sp>
        <p:nvSpPr>
          <p:cNvPr id="80" name="TextBox 79">
            <a:extLst>
              <a:ext uri="{FF2B5EF4-FFF2-40B4-BE49-F238E27FC236}">
                <a16:creationId xmlns:a16="http://schemas.microsoft.com/office/drawing/2014/main" id="{D3B19895-D7B8-4329-35FA-8A1ECE5B7CD6}"/>
              </a:ext>
            </a:extLst>
          </p:cNvPr>
          <p:cNvSpPr txBox="1"/>
          <p:nvPr/>
        </p:nvSpPr>
        <p:spPr>
          <a:xfrm>
            <a:off x="8237623" y="4213513"/>
            <a:ext cx="585417"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Amy</a:t>
            </a:r>
          </a:p>
        </p:txBody>
      </p:sp>
      <p:sp>
        <p:nvSpPr>
          <p:cNvPr id="81" name="Oval 80">
            <a:extLst>
              <a:ext uri="{FF2B5EF4-FFF2-40B4-BE49-F238E27FC236}">
                <a16:creationId xmlns:a16="http://schemas.microsoft.com/office/drawing/2014/main" id="{65D94772-BCC9-604B-9294-ED0F7BD1E0EF}"/>
              </a:ext>
            </a:extLst>
          </p:cNvPr>
          <p:cNvSpPr/>
          <p:nvPr/>
        </p:nvSpPr>
        <p:spPr>
          <a:xfrm>
            <a:off x="7979941" y="4427966"/>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Oval 81">
            <a:extLst>
              <a:ext uri="{FF2B5EF4-FFF2-40B4-BE49-F238E27FC236}">
                <a16:creationId xmlns:a16="http://schemas.microsoft.com/office/drawing/2014/main" id="{F32F4B92-3683-9038-76F4-8AE1FF6F318B}"/>
              </a:ext>
            </a:extLst>
          </p:cNvPr>
          <p:cNvSpPr/>
          <p:nvPr/>
        </p:nvSpPr>
        <p:spPr>
          <a:xfrm>
            <a:off x="2871843" y="2597405"/>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TextBox 82">
            <a:extLst>
              <a:ext uri="{FF2B5EF4-FFF2-40B4-BE49-F238E27FC236}">
                <a16:creationId xmlns:a16="http://schemas.microsoft.com/office/drawing/2014/main" id="{AB156A09-59C8-9EC2-0840-44E834BAA0B8}"/>
              </a:ext>
            </a:extLst>
          </p:cNvPr>
          <p:cNvSpPr txBox="1"/>
          <p:nvPr/>
        </p:nvSpPr>
        <p:spPr>
          <a:xfrm>
            <a:off x="2359806" y="2790175"/>
            <a:ext cx="627095"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Minh</a:t>
            </a:r>
          </a:p>
        </p:txBody>
      </p:sp>
      <p:sp>
        <p:nvSpPr>
          <p:cNvPr id="84" name="Oval 83">
            <a:extLst>
              <a:ext uri="{FF2B5EF4-FFF2-40B4-BE49-F238E27FC236}">
                <a16:creationId xmlns:a16="http://schemas.microsoft.com/office/drawing/2014/main" id="{DAF23FDF-CB8E-9EDA-E088-3E380CF4ED2B}"/>
              </a:ext>
            </a:extLst>
          </p:cNvPr>
          <p:cNvSpPr/>
          <p:nvPr/>
        </p:nvSpPr>
        <p:spPr>
          <a:xfrm>
            <a:off x="5779627" y="4392714"/>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a:extLst>
              <a:ext uri="{FF2B5EF4-FFF2-40B4-BE49-F238E27FC236}">
                <a16:creationId xmlns:a16="http://schemas.microsoft.com/office/drawing/2014/main" id="{68557EDE-EBD0-12FC-A281-9BD963C1C5E6}"/>
              </a:ext>
            </a:extLst>
          </p:cNvPr>
          <p:cNvSpPr txBox="1"/>
          <p:nvPr/>
        </p:nvSpPr>
        <p:spPr>
          <a:xfrm>
            <a:off x="5217052" y="4307659"/>
            <a:ext cx="583814"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rPr>
              <a:t>Tom</a:t>
            </a:r>
          </a:p>
        </p:txBody>
      </p:sp>
      <p:sp>
        <p:nvSpPr>
          <p:cNvPr id="87" name="Oval 86">
            <a:extLst>
              <a:ext uri="{FF2B5EF4-FFF2-40B4-BE49-F238E27FC236}">
                <a16:creationId xmlns:a16="http://schemas.microsoft.com/office/drawing/2014/main" id="{ED1DF194-E9CD-8DC8-4532-4EA8F6A65A77}"/>
              </a:ext>
            </a:extLst>
          </p:cNvPr>
          <p:cNvSpPr/>
          <p:nvPr/>
        </p:nvSpPr>
        <p:spPr>
          <a:xfrm>
            <a:off x="6488901" y="4388991"/>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BBF592A2-005D-E558-320B-19BEC3962FFC}"/>
              </a:ext>
            </a:extLst>
          </p:cNvPr>
          <p:cNvSpPr/>
          <p:nvPr/>
        </p:nvSpPr>
        <p:spPr>
          <a:xfrm>
            <a:off x="9410645" y="5467353"/>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674143BC-0B14-C966-E384-D38997AA24CE}"/>
              </a:ext>
            </a:extLst>
          </p:cNvPr>
          <p:cNvSpPr/>
          <p:nvPr/>
        </p:nvSpPr>
        <p:spPr>
          <a:xfrm>
            <a:off x="5774551" y="4032714"/>
            <a:ext cx="288000" cy="28800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7" name="Straight Connector 76">
            <a:extLst>
              <a:ext uri="{FF2B5EF4-FFF2-40B4-BE49-F238E27FC236}">
                <a16:creationId xmlns:a16="http://schemas.microsoft.com/office/drawing/2014/main" id="{BF8BDD40-432D-2580-40C7-5DBA18C12D21}"/>
              </a:ext>
            </a:extLst>
          </p:cNvPr>
          <p:cNvCxnSpPr>
            <a:cxnSpLocks/>
          </p:cNvCxnSpPr>
          <p:nvPr/>
        </p:nvCxnSpPr>
        <p:spPr>
          <a:xfrm>
            <a:off x="2986901" y="3113862"/>
            <a:ext cx="6577513" cy="2277945"/>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867617A-DD6D-2A70-69C6-E84422D73F69}"/>
                  </a:ext>
                </a:extLst>
              </p:cNvPr>
              <p:cNvSpPr txBox="1"/>
              <p:nvPr/>
            </p:nvSpPr>
            <p:spPr>
              <a:xfrm>
                <a:off x="3805693" y="1429860"/>
                <a:ext cx="458061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Depression</m:t>
                      </m:r>
                      <m:r>
                        <a:rPr lang="en-AU" b="0" i="0" smtClean="0">
                          <a:latin typeface="Cambria Math" panose="02040503050406030204" pitchFamily="18" charset="0"/>
                        </a:rPr>
                        <m:t>=8.53−0.71</m:t>
                      </m:r>
                      <m:d>
                        <m:dPr>
                          <m:ctrlPr>
                            <a:rPr lang="en-AU" b="0" i="1" smtClean="0">
                              <a:latin typeface="Cambria Math" panose="02040503050406030204" pitchFamily="18" charset="0"/>
                            </a:rPr>
                          </m:ctrlPr>
                        </m:dPr>
                        <m:e>
                          <m:r>
                            <m:rPr>
                              <m:sty m:val="p"/>
                            </m:rPr>
                            <a:rPr lang="en-AU" b="0" i="0" smtClean="0">
                              <a:latin typeface="Cambria Math" panose="02040503050406030204" pitchFamily="18" charset="0"/>
                            </a:rPr>
                            <m:t>N</m:t>
                          </m:r>
                          <m:r>
                            <a:rPr lang="en-AU" b="0" i="0" smtClean="0">
                              <a:latin typeface="Cambria Math" panose="02040503050406030204" pitchFamily="18" charset="0"/>
                            </a:rPr>
                            <m:t> </m:t>
                          </m:r>
                          <m:r>
                            <m:rPr>
                              <m:sty m:val="p"/>
                            </m:rPr>
                            <a:rPr lang="en-AU" b="0" i="0" smtClean="0">
                              <a:latin typeface="Cambria Math" panose="02040503050406030204" pitchFamily="18" charset="0"/>
                            </a:rPr>
                            <m:t>Friends</m:t>
                          </m:r>
                        </m:e>
                      </m:d>
                      <m:r>
                        <a:rPr lang="en-AU" b="0" i="0" smtClean="0">
                          <a:latin typeface="Cambria Math" panose="02040503050406030204" pitchFamily="18" charset="0"/>
                        </a:rPr>
                        <m:t>+</m:t>
                      </m:r>
                      <m:r>
                        <m:rPr>
                          <m:sty m:val="p"/>
                        </m:rPr>
                        <a:rPr lang="en-AU" b="0" i="0" smtClean="0">
                          <a:latin typeface="Cambria Math" panose="02040503050406030204" pitchFamily="18" charset="0"/>
                        </a:rPr>
                        <m:t>Error</m:t>
                      </m:r>
                    </m:oMath>
                  </m:oMathPara>
                </a14:m>
                <a:endParaRPr lang="en-AU" dirty="0"/>
              </a:p>
            </p:txBody>
          </p:sp>
        </mc:Choice>
        <mc:Fallback xmlns="">
          <p:sp>
            <p:nvSpPr>
              <p:cNvPr id="28" name="TextBox 27">
                <a:extLst>
                  <a:ext uri="{FF2B5EF4-FFF2-40B4-BE49-F238E27FC236}">
                    <a16:creationId xmlns:a16="http://schemas.microsoft.com/office/drawing/2014/main" id="{E867617A-DD6D-2A70-69C6-E84422D73F69}"/>
                  </a:ext>
                </a:extLst>
              </p:cNvPr>
              <p:cNvSpPr txBox="1">
                <a:spLocks noRot="1" noChangeAspect="1" noMove="1" noResize="1" noEditPoints="1" noAdjustHandles="1" noChangeArrowheads="1" noChangeShapeType="1" noTextEdit="1"/>
              </p:cNvSpPr>
              <p:nvPr/>
            </p:nvSpPr>
            <p:spPr>
              <a:xfrm>
                <a:off x="3805693" y="1429860"/>
                <a:ext cx="4580613" cy="276999"/>
              </a:xfrm>
              <a:prstGeom prst="rect">
                <a:avLst/>
              </a:prstGeom>
              <a:blipFill>
                <a:blip r:embed="rId3"/>
                <a:stretch>
                  <a:fillRect l="-1197" r="-798" b="-33333"/>
                </a:stretch>
              </a:blipFill>
            </p:spPr>
            <p:txBody>
              <a:bodyPr/>
              <a:lstStyle/>
              <a:p>
                <a:r>
                  <a:rPr lang="en-AU">
                    <a:noFill/>
                  </a:rPr>
                  <a:t> </a:t>
                </a:r>
              </a:p>
            </p:txBody>
          </p:sp>
        </mc:Fallback>
      </mc:AlternateContent>
      <p:sp>
        <p:nvSpPr>
          <p:cNvPr id="30" name="Freeform: Shape 29">
            <a:extLst>
              <a:ext uri="{FF2B5EF4-FFF2-40B4-BE49-F238E27FC236}">
                <a16:creationId xmlns:a16="http://schemas.microsoft.com/office/drawing/2014/main" id="{A1675708-0200-BD5C-CB3F-202A83A686F9}"/>
              </a:ext>
            </a:extLst>
          </p:cNvPr>
          <p:cNvSpPr/>
          <p:nvPr/>
        </p:nvSpPr>
        <p:spPr>
          <a:xfrm>
            <a:off x="5034579" y="1818042"/>
            <a:ext cx="1610328" cy="1667436"/>
          </a:xfrm>
          <a:custGeom>
            <a:avLst/>
            <a:gdLst>
              <a:gd name="connsiteX0" fmla="*/ 1215614 w 1610328"/>
              <a:gd name="connsiteY0" fmla="*/ 0 h 1667436"/>
              <a:gd name="connsiteX1" fmla="*/ 1538343 w 1610328"/>
              <a:gd name="connsiteY1" fmla="*/ 806824 h 1667436"/>
              <a:gd name="connsiteX2" fmla="*/ 0 w 1610328"/>
              <a:gd name="connsiteY2" fmla="*/ 1667436 h 1667436"/>
            </a:gdLst>
            <a:ahLst/>
            <a:cxnLst>
              <a:cxn ang="0">
                <a:pos x="connsiteX0" y="connsiteY0"/>
              </a:cxn>
              <a:cxn ang="0">
                <a:pos x="connsiteX1" y="connsiteY1"/>
              </a:cxn>
              <a:cxn ang="0">
                <a:pos x="connsiteX2" y="connsiteY2"/>
              </a:cxn>
            </a:cxnLst>
            <a:rect l="l" t="t" r="r" b="b"/>
            <a:pathLst>
              <a:path w="1610328" h="1667436">
                <a:moveTo>
                  <a:pt x="1215614" y="0"/>
                </a:moveTo>
                <a:cubicBezTo>
                  <a:pt x="1478279" y="264459"/>
                  <a:pt x="1740945" y="528918"/>
                  <a:pt x="1538343" y="806824"/>
                </a:cubicBezTo>
                <a:cubicBezTo>
                  <a:pt x="1335741" y="1084730"/>
                  <a:pt x="667870" y="1376083"/>
                  <a:pt x="0" y="1667436"/>
                </a:cubicBezTo>
              </a:path>
            </a:pathLst>
          </a:custGeom>
          <a:noFill/>
          <a:ln>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TextBox 28">
            <a:extLst>
              <a:ext uri="{FF2B5EF4-FFF2-40B4-BE49-F238E27FC236}">
                <a16:creationId xmlns:a16="http://schemas.microsoft.com/office/drawing/2014/main" id="{AD411CB6-6E25-4A18-F7C8-1C5789B0B2E2}"/>
              </a:ext>
            </a:extLst>
          </p:cNvPr>
          <p:cNvSpPr txBox="1"/>
          <p:nvPr/>
        </p:nvSpPr>
        <p:spPr>
          <a:xfrm>
            <a:off x="4403575" y="2412750"/>
            <a:ext cx="4333404" cy="646331"/>
          </a:xfrm>
          <a:prstGeom prst="rect">
            <a:avLst/>
          </a:prstGeom>
          <a:solidFill>
            <a:schemeClr val="bg1"/>
          </a:solidFill>
        </p:spPr>
        <p:txBody>
          <a:bodyPr wrap="square" rtlCol="0">
            <a:spAutoFit/>
          </a:bodyPr>
          <a:lstStyle/>
          <a:p>
            <a:pPr algn="ctr"/>
            <a:r>
              <a:rPr lang="en-AU" dirty="0">
                <a:latin typeface="Arial Narrow" panose="020B0606020202030204" pitchFamily="34" charset="0"/>
              </a:rPr>
              <a:t>For each additional increase in number of friends, Depression score decreases by 0.71 points</a:t>
            </a:r>
          </a:p>
        </p:txBody>
      </p:sp>
      <p:sp>
        <p:nvSpPr>
          <p:cNvPr id="86" name="TextBox 85">
            <a:extLst>
              <a:ext uri="{FF2B5EF4-FFF2-40B4-BE49-F238E27FC236}">
                <a16:creationId xmlns:a16="http://schemas.microsoft.com/office/drawing/2014/main" id="{A4D5F821-AE42-4608-B4BB-DC25EA7E4D9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Ordinary Least Squares (OLS)</a:t>
            </a:r>
          </a:p>
        </p:txBody>
      </p:sp>
    </p:spTree>
    <p:extLst>
      <p:ext uri="{BB962C8B-B14F-4D97-AF65-F5344CB8AC3E}">
        <p14:creationId xmlns:p14="http://schemas.microsoft.com/office/powerpoint/2010/main" val="1894680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478E4-A64F-A283-29DD-D73DD4675BBF}"/>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501D002-61AC-0E6F-6CBC-6C6ECFF8E170}"/>
              </a:ext>
            </a:extLst>
          </p:cNvPr>
          <p:cNvCxnSpPr/>
          <p:nvPr/>
        </p:nvCxnSpPr>
        <p:spPr>
          <a:xfrm>
            <a:off x="6096000" y="1117600"/>
            <a:ext cx="0" cy="4744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B951723-C046-A519-7835-DABD0E9B7005}"/>
              </a:ext>
            </a:extLst>
          </p:cNvPr>
          <p:cNvSpPr/>
          <p:nvPr/>
        </p:nvSpPr>
        <p:spPr>
          <a:xfrm>
            <a:off x="294640" y="1117600"/>
            <a:ext cx="5557520" cy="3759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sz="2000" dirty="0">
                <a:latin typeface="Arial Narrow" panose="020B0606020202030204" pitchFamily="34" charset="0"/>
              </a:rPr>
              <a:t>Simple Linear Regression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F1A272-2881-59D0-4E78-2125003062A7}"/>
                  </a:ext>
                </a:extLst>
              </p:cNvPr>
              <p:cNvSpPr txBox="1"/>
              <p:nvPr/>
            </p:nvSpPr>
            <p:spPr>
              <a:xfrm>
                <a:off x="1547414" y="3171783"/>
                <a:ext cx="2961067"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kumimoji="0" lang="en-AU" sz="2200" b="0" i="1" u="none" strike="noStrike" kern="1200" cap="none" spc="0" normalizeH="0" baseline="0" noProof="0" smtClean="0">
                          <a:ln>
                            <a:noFill/>
                          </a:ln>
                          <a:solidFill>
                            <a:prstClr val="black"/>
                          </a:solidFill>
                          <a:effectLst/>
                          <a:uLnTx/>
                          <a:uFillTx/>
                          <a:latin typeface="Cambria Math"/>
                          <a:ea typeface="+mn-ea"/>
                          <a:cs typeface="+mn-cs"/>
                        </a:rPr>
                        <m:t>𝑦</m:t>
                      </m:r>
                      <m:r>
                        <a:rPr kumimoji="0" lang="en-AU" sz="2200" b="0" i="1" u="none" strike="noStrike" kern="1200" cap="none" spc="0" normalizeH="0" baseline="0" noProof="0" smtClean="0">
                          <a:ln>
                            <a:noFill/>
                          </a:ln>
                          <a:solidFill>
                            <a:prstClr val="black"/>
                          </a:solidFill>
                          <a:effectLst/>
                          <a:uLnTx/>
                          <a:uFillTx/>
                          <a:latin typeface="Cambria Math"/>
                          <a:ea typeface="+mn-ea"/>
                          <a:cs typeface="+mn-cs"/>
                        </a:rPr>
                        <m:t>=</m:t>
                      </m:r>
                      <m:sSub>
                        <m:sSubPr>
                          <m:ctrlP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𝑏</m:t>
                          </m:r>
                        </m:e>
                        <m:sub>
                          <m: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sub>
                      </m:sSub>
                      <m:r>
                        <a:rPr kumimoji="0" lang="en-AU" sz="2200" b="0" i="1" u="none" strike="noStrike" kern="1200" cap="none" spc="0" normalizeH="0" baseline="0" noProof="0" smtClean="0">
                          <a:ln>
                            <a:noFill/>
                          </a:ln>
                          <a:solidFill>
                            <a:prstClr val="black"/>
                          </a:solidFill>
                          <a:effectLst/>
                          <a:uLnTx/>
                          <a:uFillTx/>
                          <a:latin typeface="Cambria Math"/>
                          <a:ea typeface="+mn-ea"/>
                          <a:cs typeface="+mn-cs"/>
                        </a:rPr>
                        <m:t>+</m:t>
                      </m:r>
                      <m:sSub>
                        <m:sSubPr>
                          <m:ctrlP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𝑏</m:t>
                          </m:r>
                        </m:e>
                        <m:sub>
                          <m: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sub>
                      </m:sSub>
                      <m:sSub>
                        <m:sSubPr>
                          <m:ctrlPr>
                            <a:rPr lang="en-AU" sz="2200" i="1">
                              <a:latin typeface="Cambria Math" panose="02040503050406030204" pitchFamily="18" charset="0"/>
                            </a:rPr>
                          </m:ctrlPr>
                        </m:sSubPr>
                        <m:e>
                          <m:r>
                            <a:rPr lang="en-AU" sz="2200" i="1">
                              <a:latin typeface="Cambria Math" panose="02040503050406030204" pitchFamily="18" charset="0"/>
                            </a:rPr>
                            <m:t>𝑥</m:t>
                          </m:r>
                        </m:e>
                        <m:sub>
                          <m:r>
                            <a:rPr lang="en-AU" sz="2200" i="1">
                              <a:latin typeface="Cambria Math" panose="02040503050406030204" pitchFamily="18" charset="0"/>
                            </a:rPr>
                            <m:t>1</m:t>
                          </m:r>
                        </m:sub>
                      </m:sSub>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𝑒𝑟𝑟𝑜𝑟</m:t>
                      </m:r>
                    </m:oMath>
                  </m:oMathPara>
                </a14:m>
                <a:endParaRPr kumimoji="0" lang="en-AU" sz="22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endParaRPr>
              </a:p>
            </p:txBody>
          </p:sp>
        </mc:Choice>
        <mc:Fallback xmlns="">
          <p:sp>
            <p:nvSpPr>
              <p:cNvPr id="12" name="TextBox 11">
                <a:extLst>
                  <a:ext uri="{FF2B5EF4-FFF2-40B4-BE49-F238E27FC236}">
                    <a16:creationId xmlns:a16="http://schemas.microsoft.com/office/drawing/2014/main" id="{57F1A272-2881-59D0-4E78-2125003062A7}"/>
                  </a:ext>
                </a:extLst>
              </p:cNvPr>
              <p:cNvSpPr txBox="1">
                <a:spLocks noRot="1" noChangeAspect="1" noMove="1" noResize="1" noEditPoints="1" noAdjustHandles="1" noChangeArrowheads="1" noChangeShapeType="1" noTextEdit="1"/>
              </p:cNvSpPr>
              <p:nvPr/>
            </p:nvSpPr>
            <p:spPr>
              <a:xfrm>
                <a:off x="1547414" y="3171783"/>
                <a:ext cx="2961067" cy="430887"/>
              </a:xfrm>
              <a:prstGeom prst="rect">
                <a:avLst/>
              </a:prstGeom>
              <a:blipFill>
                <a:blip r:embed="rId3"/>
                <a:stretch>
                  <a:fillRect b="-9859"/>
                </a:stretch>
              </a:blipFill>
            </p:spPr>
            <p:txBody>
              <a:bodyPr/>
              <a:lstStyle/>
              <a:p>
                <a:r>
                  <a:rPr lang="en-AU">
                    <a:noFill/>
                  </a:rPr>
                  <a:t> </a:t>
                </a:r>
              </a:p>
            </p:txBody>
          </p:sp>
        </mc:Fallback>
      </mc:AlternateContent>
      <p:sp>
        <p:nvSpPr>
          <p:cNvPr id="2" name="Rectangle 1">
            <a:extLst>
              <a:ext uri="{FF2B5EF4-FFF2-40B4-BE49-F238E27FC236}">
                <a16:creationId xmlns:a16="http://schemas.microsoft.com/office/drawing/2014/main" id="{81ED1386-5A54-DF74-2E4B-16B4D5408B6D}"/>
              </a:ext>
            </a:extLst>
          </p:cNvPr>
          <p:cNvSpPr/>
          <p:nvPr/>
        </p:nvSpPr>
        <p:spPr>
          <a:xfrm>
            <a:off x="6339841" y="1117600"/>
            <a:ext cx="5557520" cy="3759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AU" sz="2000" dirty="0">
                <a:latin typeface="Arial Narrow" panose="020B0606020202030204" pitchFamily="34" charset="0"/>
              </a:rPr>
              <a:t>Multiple Linear Regression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46659C-67FA-B085-F8E2-0165186B5144}"/>
                  </a:ext>
                </a:extLst>
              </p:cNvPr>
              <p:cNvSpPr txBox="1"/>
              <p:nvPr/>
            </p:nvSpPr>
            <p:spPr>
              <a:xfrm>
                <a:off x="6704704" y="3168482"/>
                <a:ext cx="5049716"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kumimoji="0" lang="en-AU" sz="2200" b="0" i="1" u="none" strike="noStrike" kern="1200" cap="none" spc="0" normalizeH="0" baseline="0" noProof="0" smtClean="0">
                          <a:ln>
                            <a:noFill/>
                          </a:ln>
                          <a:solidFill>
                            <a:prstClr val="black"/>
                          </a:solidFill>
                          <a:effectLst/>
                          <a:uLnTx/>
                          <a:uFillTx/>
                          <a:latin typeface="Cambria Math"/>
                          <a:ea typeface="+mn-ea"/>
                          <a:cs typeface="+mn-cs"/>
                        </a:rPr>
                        <m:t>𝑦</m:t>
                      </m:r>
                      <m:r>
                        <a:rPr kumimoji="0" lang="en-AU" sz="2200" b="0" i="1" u="none" strike="noStrike" kern="1200" cap="none" spc="0" normalizeH="0" baseline="0" noProof="0" smtClean="0">
                          <a:ln>
                            <a:noFill/>
                          </a:ln>
                          <a:solidFill>
                            <a:prstClr val="black"/>
                          </a:solidFill>
                          <a:effectLst/>
                          <a:uLnTx/>
                          <a:uFillTx/>
                          <a:latin typeface="Cambria Math"/>
                          <a:ea typeface="+mn-ea"/>
                          <a:cs typeface="+mn-cs"/>
                        </a:rPr>
                        <m:t>=</m:t>
                      </m:r>
                      <m:sSub>
                        <m:sSubPr>
                          <m:ctrlP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𝑏</m:t>
                          </m:r>
                        </m:e>
                        <m:sub>
                          <m:r>
                            <a:rPr kumimoji="0" lang="en-AU" sz="2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sub>
                      </m:sSub>
                      <m:r>
                        <a:rPr kumimoji="0" lang="en-AU" sz="2200" b="0" i="1" u="none" strike="noStrike" kern="1200" cap="none" spc="0" normalizeH="0" baseline="0" noProof="0" smtClean="0">
                          <a:ln>
                            <a:noFill/>
                          </a:ln>
                          <a:solidFill>
                            <a:prstClr val="black"/>
                          </a:solidFill>
                          <a:effectLst/>
                          <a:uLnTx/>
                          <a:uFillTx/>
                          <a:latin typeface="Cambria Math"/>
                          <a:ea typeface="+mn-ea"/>
                          <a:cs typeface="+mn-cs"/>
                        </a:rPr>
                        <m:t>+</m:t>
                      </m:r>
                      <m:sSub>
                        <m:sSubPr>
                          <m:ctrlP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ctrlPr>
                        </m:sSubPr>
                        <m:e>
                          <m: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𝑏</m:t>
                          </m:r>
                        </m:e>
                        <m:sub>
                          <m:r>
                            <a:rPr kumimoji="0" lang="en-AU" sz="2200" b="0" i="1" u="none" strike="noStrike" kern="1200" cap="none" spc="0" normalizeH="0" baseline="0" noProof="0" smtClean="0">
                              <a:ln>
                                <a:noFill/>
                              </a:ln>
                              <a:solidFill>
                                <a:schemeClr val="accent1"/>
                              </a:solidFill>
                              <a:effectLst/>
                              <a:uLnTx/>
                              <a:uFillTx/>
                              <a:latin typeface="Cambria Math" panose="02040503050406030204" pitchFamily="18" charset="0"/>
                              <a:ea typeface="+mn-ea"/>
                              <a:cs typeface="+mn-cs"/>
                            </a:rPr>
                            <m:t>1</m:t>
                          </m:r>
                        </m:sub>
                      </m:sSub>
                      <m:sSub>
                        <m:sSubPr>
                          <m:ctrlPr>
                            <a:rPr lang="en-AU" sz="2200" i="1">
                              <a:latin typeface="Cambria Math" panose="02040503050406030204" pitchFamily="18" charset="0"/>
                            </a:rPr>
                          </m:ctrlPr>
                        </m:sSubPr>
                        <m:e>
                          <m:r>
                            <a:rPr lang="en-AU" sz="2200" i="1">
                              <a:latin typeface="Cambria Math" panose="02040503050406030204" pitchFamily="18" charset="0"/>
                            </a:rPr>
                            <m:t>𝑥</m:t>
                          </m:r>
                        </m:e>
                        <m:sub>
                          <m:r>
                            <a:rPr lang="en-AU" sz="2200" i="1">
                              <a:latin typeface="Cambria Math" panose="02040503050406030204" pitchFamily="18" charset="0"/>
                            </a:rPr>
                            <m:t>1</m:t>
                          </m:r>
                        </m:sub>
                      </m:sSub>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lang="en-AU" sz="2200" i="1" smtClean="0">
                              <a:solidFill>
                                <a:schemeClr val="accent1"/>
                              </a:solidFill>
                              <a:latin typeface="Cambria Math" panose="02040503050406030204" pitchFamily="18" charset="0"/>
                            </a:rPr>
                          </m:ctrlPr>
                        </m:sSubPr>
                        <m:e>
                          <m:r>
                            <a:rPr lang="en-AU" sz="2200" i="1">
                              <a:solidFill>
                                <a:schemeClr val="accent1"/>
                              </a:solidFill>
                              <a:latin typeface="Cambria Math" panose="02040503050406030204" pitchFamily="18" charset="0"/>
                            </a:rPr>
                            <m:t>𝑏</m:t>
                          </m:r>
                        </m:e>
                        <m:sub>
                          <m:r>
                            <a:rPr lang="en-AU" sz="2200" b="0" i="1" smtClean="0">
                              <a:solidFill>
                                <a:schemeClr val="accent1"/>
                              </a:solidFill>
                              <a:latin typeface="Cambria Math" panose="02040503050406030204" pitchFamily="18" charset="0"/>
                            </a:rPr>
                            <m:t>2</m:t>
                          </m:r>
                        </m:sub>
                      </m:sSub>
                      <m:sSub>
                        <m:sSubPr>
                          <m:ctrlPr>
                            <a:rPr lang="en-AU" sz="2200" i="1" smtClean="0">
                              <a:latin typeface="Cambria Math" panose="02040503050406030204" pitchFamily="18" charset="0"/>
                            </a:rPr>
                          </m:ctrlPr>
                        </m:sSubPr>
                        <m:e>
                          <m:r>
                            <a:rPr lang="en-AU" sz="2200" i="1">
                              <a:latin typeface="Cambria Math" panose="02040503050406030204" pitchFamily="18" charset="0"/>
                            </a:rPr>
                            <m:t>𝑥</m:t>
                          </m:r>
                        </m:e>
                        <m:sub>
                          <m:r>
                            <a:rPr lang="en-AU" sz="2200" b="0" i="1" smtClean="0">
                              <a:latin typeface="Cambria Math" panose="02040503050406030204" pitchFamily="18" charset="0"/>
                            </a:rPr>
                            <m:t>2</m:t>
                          </m:r>
                        </m:sub>
                      </m:sSub>
                      <m:r>
                        <a:rPr lang="en-AU" sz="2200" b="0" i="1" smtClean="0">
                          <a:latin typeface="Cambria Math" panose="02040503050406030204" pitchFamily="18" charset="0"/>
                        </a:rPr>
                        <m:t>+…</m:t>
                      </m:r>
                      <m:sSub>
                        <m:sSubPr>
                          <m:ctrlPr>
                            <a:rPr lang="en-AU" sz="2200" i="1">
                              <a:solidFill>
                                <a:schemeClr val="accent1"/>
                              </a:solidFill>
                              <a:latin typeface="Cambria Math" panose="02040503050406030204" pitchFamily="18" charset="0"/>
                            </a:rPr>
                          </m:ctrlPr>
                        </m:sSubPr>
                        <m:e>
                          <m:r>
                            <a:rPr lang="en-AU" sz="2200" i="1">
                              <a:solidFill>
                                <a:schemeClr val="accent1"/>
                              </a:solidFill>
                              <a:latin typeface="Cambria Math" panose="02040503050406030204" pitchFamily="18" charset="0"/>
                            </a:rPr>
                            <m:t>𝑏</m:t>
                          </m:r>
                        </m:e>
                        <m:sub>
                          <m:r>
                            <a:rPr lang="en-AU" sz="2200" b="0" i="1" smtClean="0">
                              <a:solidFill>
                                <a:schemeClr val="accent1"/>
                              </a:solidFill>
                              <a:latin typeface="Cambria Math" panose="02040503050406030204" pitchFamily="18" charset="0"/>
                            </a:rPr>
                            <m:t>𝑘</m:t>
                          </m:r>
                        </m:sub>
                      </m:sSub>
                      <m:sSub>
                        <m:sSubPr>
                          <m:ctrlPr>
                            <a:rPr lang="en-AU" sz="2200" i="1">
                              <a:latin typeface="Cambria Math" panose="02040503050406030204" pitchFamily="18" charset="0"/>
                            </a:rPr>
                          </m:ctrlPr>
                        </m:sSubPr>
                        <m:e>
                          <m:r>
                            <a:rPr lang="en-AU" sz="2200" i="1">
                              <a:latin typeface="Cambria Math" panose="02040503050406030204" pitchFamily="18" charset="0"/>
                            </a:rPr>
                            <m:t>𝑥</m:t>
                          </m:r>
                        </m:e>
                        <m:sub>
                          <m:r>
                            <a:rPr lang="en-AU" sz="2200" b="0" i="1" smtClean="0">
                              <a:latin typeface="Cambria Math" panose="02040503050406030204" pitchFamily="18" charset="0"/>
                            </a:rPr>
                            <m:t>𝑘</m:t>
                          </m:r>
                        </m:sub>
                      </m:sSub>
                      <m:r>
                        <a:rPr lang="en-AU" sz="2200" b="0" i="1" smtClean="0">
                          <a:latin typeface="Cambria Math" panose="02040503050406030204" pitchFamily="18" charset="0"/>
                        </a:rPr>
                        <m:t>+</m:t>
                      </m:r>
                      <m:r>
                        <a:rPr kumimoji="0" lang="en-AU" sz="2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𝑒𝑟𝑟𝑜𝑟</m:t>
                      </m:r>
                    </m:oMath>
                  </m:oMathPara>
                </a14:m>
                <a:endParaRPr kumimoji="0" lang="en-AU" sz="2200" b="0" i="0" u="none" strike="noStrike" kern="1200" cap="none" spc="0" normalizeH="0" baseline="0" noProof="0" dirty="0">
                  <a:ln>
                    <a:noFill/>
                  </a:ln>
                  <a:solidFill>
                    <a:prstClr val="black"/>
                  </a:solidFill>
                  <a:effectLst/>
                  <a:uLnTx/>
                  <a:uFillTx/>
                  <a:latin typeface="Roboto Condensed" panose="020B0604020202020204" charset="0"/>
                  <a:ea typeface="Roboto Condensed" panose="020B0604020202020204" charset="0"/>
                  <a:cs typeface="+mn-cs"/>
                </a:endParaRPr>
              </a:p>
            </p:txBody>
          </p:sp>
        </mc:Choice>
        <mc:Fallback xmlns="">
          <p:sp>
            <p:nvSpPr>
              <p:cNvPr id="4" name="TextBox 3">
                <a:extLst>
                  <a:ext uri="{FF2B5EF4-FFF2-40B4-BE49-F238E27FC236}">
                    <a16:creationId xmlns:a16="http://schemas.microsoft.com/office/drawing/2014/main" id="{5D46659C-67FA-B085-F8E2-0165186B5144}"/>
                  </a:ext>
                </a:extLst>
              </p:cNvPr>
              <p:cNvSpPr txBox="1">
                <a:spLocks noRot="1" noChangeAspect="1" noMove="1" noResize="1" noEditPoints="1" noAdjustHandles="1" noChangeArrowheads="1" noChangeShapeType="1" noTextEdit="1"/>
              </p:cNvSpPr>
              <p:nvPr/>
            </p:nvSpPr>
            <p:spPr>
              <a:xfrm>
                <a:off x="6704704" y="3168482"/>
                <a:ext cx="5049716" cy="430887"/>
              </a:xfrm>
              <a:prstGeom prst="rect">
                <a:avLst/>
              </a:prstGeom>
              <a:blipFill>
                <a:blip r:embed="rId4"/>
                <a:stretch>
                  <a:fillRect b="-11429"/>
                </a:stretch>
              </a:blipFill>
            </p:spPr>
            <p:txBody>
              <a:bodyPr/>
              <a:lstStyle/>
              <a:p>
                <a:r>
                  <a:rPr lang="en-AU">
                    <a:noFill/>
                  </a:rPr>
                  <a:t> </a:t>
                </a:r>
              </a:p>
            </p:txBody>
          </p:sp>
        </mc:Fallback>
      </mc:AlternateContent>
      <p:sp>
        <p:nvSpPr>
          <p:cNvPr id="15" name="TextBox 14">
            <a:extLst>
              <a:ext uri="{FF2B5EF4-FFF2-40B4-BE49-F238E27FC236}">
                <a16:creationId xmlns:a16="http://schemas.microsoft.com/office/drawing/2014/main" id="{EE8E3D33-F091-420E-8C6E-C6A2CD1E2A4A}"/>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a:t>
            </a:r>
          </a:p>
        </p:txBody>
      </p:sp>
    </p:spTree>
    <p:extLst>
      <p:ext uri="{BB962C8B-B14F-4D97-AF65-F5344CB8AC3E}">
        <p14:creationId xmlns:p14="http://schemas.microsoft.com/office/powerpoint/2010/main" val="229310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209A-C75B-760A-C554-25D8947106A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5D72098-05C6-C818-3BFD-E04A5B1764FF}"/>
                  </a:ext>
                </a:extLst>
              </p:cNvPr>
              <p:cNvSpPr txBox="1"/>
              <p:nvPr/>
            </p:nvSpPr>
            <p:spPr>
              <a:xfrm>
                <a:off x="2341782" y="2540584"/>
                <a:ext cx="8335872"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AU" sz="2200" b="0" i="0" smtClean="0">
                          <a:solidFill>
                            <a:schemeClr val="tx1"/>
                          </a:solidFill>
                          <a:latin typeface="Cambria Math" panose="02040503050406030204" pitchFamily="18" charset="0"/>
                        </a:rPr>
                        <m:t>Education</m:t>
                      </m:r>
                      <m:r>
                        <a:rPr lang="en-AU" sz="2200" b="0" i="0" smtClean="0">
                          <a:solidFill>
                            <a:schemeClr val="tx1"/>
                          </a:solidFill>
                          <a:latin typeface="Cambria Math" panose="02040503050406030204" pitchFamily="18" charset="0"/>
                        </a:rPr>
                        <m:t>)+(3368</m:t>
                      </m:r>
                      <m:r>
                        <a:rPr lang="en-AU" sz="2200" b="0" i="1" smtClean="0">
                          <a:solidFill>
                            <a:schemeClr val="tx1"/>
                          </a:solidFill>
                          <a:latin typeface="Cambria Math" panose="02040503050406030204" pitchFamily="18" charset="0"/>
                          <a:ea typeface="Cambria Math" panose="02040503050406030204" pitchFamily="18" charset="0"/>
                        </a:rPr>
                        <m:t>×</m:t>
                      </m:r>
                      <m:r>
                        <m:rPr>
                          <m:sty m:val="p"/>
                        </m:rPr>
                        <a:rPr lang="en-AU" sz="2200" i="0" smtClean="0">
                          <a:solidFill>
                            <a:schemeClr val="tx1"/>
                          </a:solidFill>
                          <a:latin typeface="Cambria Math" panose="02040503050406030204" pitchFamily="18" charset="0"/>
                        </a:rPr>
                        <m:t>A</m:t>
                      </m:r>
                      <m:r>
                        <m:rPr>
                          <m:sty m:val="p"/>
                        </m:rPr>
                        <a:rPr lang="en-AU" sz="2200" b="0" i="0" smtClean="0">
                          <a:solidFill>
                            <a:schemeClr val="tx1"/>
                          </a:solidFill>
                          <a:latin typeface="Cambria Math" panose="02040503050406030204" pitchFamily="18" charset="0"/>
                        </a:rPr>
                        <m:t>ge</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6" name="TextBox 5">
                <a:extLst>
                  <a:ext uri="{FF2B5EF4-FFF2-40B4-BE49-F238E27FC236}">
                    <a16:creationId xmlns:a16="http://schemas.microsoft.com/office/drawing/2014/main" id="{45D72098-05C6-C818-3BFD-E04A5B1764FF}"/>
                  </a:ext>
                </a:extLst>
              </p:cNvPr>
              <p:cNvSpPr txBox="1">
                <a:spLocks noRot="1" noChangeAspect="1" noMove="1" noResize="1" noEditPoints="1" noAdjustHandles="1" noChangeArrowheads="1" noChangeShapeType="1" noTextEdit="1"/>
              </p:cNvSpPr>
              <p:nvPr/>
            </p:nvSpPr>
            <p:spPr>
              <a:xfrm>
                <a:off x="2341782" y="2540584"/>
                <a:ext cx="8335872" cy="430887"/>
              </a:xfrm>
              <a:prstGeom prst="rect">
                <a:avLst/>
              </a:prstGeom>
              <a:blipFill>
                <a:blip r:embed="rId3"/>
                <a:stretch>
                  <a:fillRect b="-18571"/>
                </a:stretch>
              </a:blipFill>
            </p:spPr>
            <p:txBody>
              <a:bodyPr/>
              <a:lstStyle/>
              <a:p>
                <a:r>
                  <a:rPr lang="en-AU">
                    <a:noFill/>
                  </a:rPr>
                  <a:t> </a:t>
                </a:r>
              </a:p>
            </p:txBody>
          </p:sp>
        </mc:Fallback>
      </mc:AlternateContent>
      <p:sp>
        <p:nvSpPr>
          <p:cNvPr id="11" name="Rectangle 10">
            <a:extLst>
              <a:ext uri="{FF2B5EF4-FFF2-40B4-BE49-F238E27FC236}">
                <a16:creationId xmlns:a16="http://schemas.microsoft.com/office/drawing/2014/main" id="{097076AF-2CA6-42F4-A20C-F3013E87DEB3}"/>
              </a:ext>
            </a:extLst>
          </p:cNvPr>
          <p:cNvSpPr/>
          <p:nvPr/>
        </p:nvSpPr>
        <p:spPr>
          <a:xfrm>
            <a:off x="212434" y="1531778"/>
            <a:ext cx="11822548" cy="637674"/>
          </a:xfrm>
          <a:prstGeom prst="rect">
            <a:avLst/>
          </a:prstGeom>
          <a:solidFill>
            <a:schemeClr val="bg1"/>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rial Narrow" panose="020B0606020202030204" pitchFamily="34" charset="0"/>
              </a:rPr>
              <a:t>Suppose we determined a multiple regression model as:</a:t>
            </a:r>
          </a:p>
        </p:txBody>
      </p:sp>
      <p:sp>
        <p:nvSpPr>
          <p:cNvPr id="2" name="TextBox 1">
            <a:extLst>
              <a:ext uri="{FF2B5EF4-FFF2-40B4-BE49-F238E27FC236}">
                <a16:creationId xmlns:a16="http://schemas.microsoft.com/office/drawing/2014/main" id="{486E7B67-4683-4355-BE95-33F3EC5AE3F5}"/>
              </a:ext>
            </a:extLst>
          </p:cNvPr>
          <p:cNvSpPr txBox="1"/>
          <p:nvPr/>
        </p:nvSpPr>
        <p:spPr>
          <a:xfrm>
            <a:off x="4064000" y="4465782"/>
            <a:ext cx="2475345" cy="1631216"/>
          </a:xfrm>
          <a:prstGeom prst="rect">
            <a:avLst/>
          </a:prstGeom>
          <a:noFill/>
          <a:ln>
            <a:solidFill>
              <a:schemeClr val="tx1"/>
            </a:solidFill>
          </a:ln>
        </p:spPr>
        <p:txBody>
          <a:bodyPr wrap="square" rtlCol="0">
            <a:spAutoFit/>
          </a:bodyPr>
          <a:lstStyle/>
          <a:p>
            <a:pPr algn="ctr"/>
            <a:r>
              <a:rPr lang="en-AU" sz="2000" dirty="0">
                <a:latin typeface="Arial Narrow" panose="020B0606020202030204" pitchFamily="34" charset="0"/>
              </a:rPr>
              <a:t>For each additional year in Education, income increases by $4540, when we hold other variables constant.</a:t>
            </a:r>
          </a:p>
        </p:txBody>
      </p:sp>
      <p:sp>
        <p:nvSpPr>
          <p:cNvPr id="13" name="TextBox 12">
            <a:extLst>
              <a:ext uri="{FF2B5EF4-FFF2-40B4-BE49-F238E27FC236}">
                <a16:creationId xmlns:a16="http://schemas.microsoft.com/office/drawing/2014/main" id="{A9FCBD1A-2908-488D-8AFE-B570107DEA06}"/>
              </a:ext>
            </a:extLst>
          </p:cNvPr>
          <p:cNvSpPr txBox="1"/>
          <p:nvPr/>
        </p:nvSpPr>
        <p:spPr>
          <a:xfrm>
            <a:off x="8400472" y="4465781"/>
            <a:ext cx="2475345" cy="1631216"/>
          </a:xfrm>
          <a:prstGeom prst="rect">
            <a:avLst/>
          </a:prstGeom>
          <a:noFill/>
          <a:ln>
            <a:solidFill>
              <a:schemeClr val="tx1"/>
            </a:solidFill>
          </a:ln>
        </p:spPr>
        <p:txBody>
          <a:bodyPr wrap="square" rtlCol="0">
            <a:spAutoFit/>
          </a:bodyPr>
          <a:lstStyle/>
          <a:p>
            <a:pPr algn="ctr"/>
            <a:r>
              <a:rPr lang="en-AU" sz="2000" dirty="0">
                <a:latin typeface="Arial Narrow" panose="020B0606020202030204" pitchFamily="34" charset="0"/>
              </a:rPr>
              <a:t>For each additional year in Age, income increases by $3368, when we hold other variables constant.</a:t>
            </a:r>
          </a:p>
        </p:txBody>
      </p:sp>
      <p:cxnSp>
        <p:nvCxnSpPr>
          <p:cNvPr id="7" name="Straight Arrow Connector 6">
            <a:extLst>
              <a:ext uri="{FF2B5EF4-FFF2-40B4-BE49-F238E27FC236}">
                <a16:creationId xmlns:a16="http://schemas.microsoft.com/office/drawing/2014/main" id="{0BC70B05-36A2-4E8B-801E-24E7D55DDB66}"/>
              </a:ext>
            </a:extLst>
          </p:cNvPr>
          <p:cNvCxnSpPr/>
          <p:nvPr/>
        </p:nvCxnSpPr>
        <p:spPr>
          <a:xfrm flipV="1">
            <a:off x="5301672" y="2971471"/>
            <a:ext cx="350983" cy="13557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30550F3-74E4-42A8-AF00-E28F936397EF}"/>
              </a:ext>
            </a:extLst>
          </p:cNvPr>
          <p:cNvCxnSpPr>
            <a:cxnSpLocks/>
          </p:cNvCxnSpPr>
          <p:nvPr/>
        </p:nvCxnSpPr>
        <p:spPr>
          <a:xfrm flipH="1" flipV="1">
            <a:off x="8682182" y="2971471"/>
            <a:ext cx="780470" cy="13701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E0E2EB-3E67-4E7A-9077-F17B1743C481}"/>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a:t>
            </a:r>
          </a:p>
        </p:txBody>
      </p:sp>
    </p:spTree>
    <p:extLst>
      <p:ext uri="{BB962C8B-B14F-4D97-AF65-F5344CB8AC3E}">
        <p14:creationId xmlns:p14="http://schemas.microsoft.com/office/powerpoint/2010/main" val="423056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0E106-1FB3-2365-B101-6CCD5C44B89B}"/>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C8E6B25-6C75-14DE-0E4F-99DB24EFECCD}"/>
              </a:ext>
            </a:extLst>
          </p:cNvPr>
          <p:cNvCxnSpPr>
            <a:cxnSpLocks/>
          </p:cNvCxnSpPr>
          <p:nvPr/>
        </p:nvCxnSpPr>
        <p:spPr>
          <a:xfrm>
            <a:off x="129223" y="3533017"/>
            <a:ext cx="1194936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89C9251-3E66-D53E-6E41-F7E36FD3BBD3}"/>
              </a:ext>
            </a:extLst>
          </p:cNvPr>
          <p:cNvSpPr/>
          <p:nvPr/>
        </p:nvSpPr>
        <p:spPr>
          <a:xfrm>
            <a:off x="64607" y="1994524"/>
            <a:ext cx="1584176" cy="13334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2" descr="http://blogs.technet.com/resized-image.ashx/__size/550x0/__key/communityserver-blogs-components-weblogfiles/00-00-00-91-10/3513.StickFigure_5F00_GradCap.png">
            <a:extLst>
              <a:ext uri="{FF2B5EF4-FFF2-40B4-BE49-F238E27FC236}">
                <a16:creationId xmlns:a16="http://schemas.microsoft.com/office/drawing/2014/main" id="{F4068632-C50E-FBBC-A338-4F1CE70157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654" y="1993445"/>
            <a:ext cx="1354745" cy="135474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548AA79-D13B-31D9-4EEA-232D9CD746F2}"/>
              </a:ext>
            </a:extLst>
          </p:cNvPr>
          <p:cNvSpPr txBox="1"/>
          <p:nvPr/>
        </p:nvSpPr>
        <p:spPr>
          <a:xfrm>
            <a:off x="1713398" y="2070652"/>
            <a:ext cx="1221187" cy="646331"/>
          </a:xfrm>
          <a:prstGeom prst="rect">
            <a:avLst/>
          </a:prstGeom>
          <a:noFill/>
        </p:spPr>
        <p:txBody>
          <a:bodyPr wrap="square" rtlCol="0">
            <a:spAutoFit/>
          </a:bodyPr>
          <a:lstStyle/>
          <a:p>
            <a:pPr algn="r"/>
            <a:r>
              <a:rPr lang="en-AU" b="1" dirty="0"/>
              <a:t>Years Edu:</a:t>
            </a:r>
          </a:p>
          <a:p>
            <a:pPr algn="r"/>
            <a:r>
              <a:rPr lang="en-AU" b="1" dirty="0"/>
              <a:t>Age:</a:t>
            </a:r>
          </a:p>
        </p:txBody>
      </p:sp>
      <p:sp>
        <p:nvSpPr>
          <p:cNvPr id="8" name="TextBox 7">
            <a:extLst>
              <a:ext uri="{FF2B5EF4-FFF2-40B4-BE49-F238E27FC236}">
                <a16:creationId xmlns:a16="http://schemas.microsoft.com/office/drawing/2014/main" id="{41F1776C-CC83-D8D7-4EBC-E293B98BB27D}"/>
              </a:ext>
            </a:extLst>
          </p:cNvPr>
          <p:cNvSpPr txBox="1"/>
          <p:nvPr/>
        </p:nvSpPr>
        <p:spPr>
          <a:xfrm>
            <a:off x="2853583" y="2077506"/>
            <a:ext cx="1140184" cy="646331"/>
          </a:xfrm>
          <a:prstGeom prst="rect">
            <a:avLst/>
          </a:prstGeom>
          <a:noFill/>
        </p:spPr>
        <p:txBody>
          <a:bodyPr wrap="square" rtlCol="0">
            <a:spAutoFit/>
          </a:bodyPr>
          <a:lstStyle/>
          <a:p>
            <a:r>
              <a:rPr lang="en-AU" dirty="0"/>
              <a:t>12</a:t>
            </a:r>
          </a:p>
          <a:p>
            <a:r>
              <a:rPr lang="en-AU" dirty="0"/>
              <a:t>40</a:t>
            </a:r>
          </a:p>
        </p:txBody>
      </p:sp>
      <p:sp>
        <p:nvSpPr>
          <p:cNvPr id="9" name="TextBox 8">
            <a:extLst>
              <a:ext uri="{FF2B5EF4-FFF2-40B4-BE49-F238E27FC236}">
                <a16:creationId xmlns:a16="http://schemas.microsoft.com/office/drawing/2014/main" id="{E67CDC39-A2E7-EB5D-933F-C2A9447546F1}"/>
              </a:ext>
            </a:extLst>
          </p:cNvPr>
          <p:cNvSpPr txBox="1"/>
          <p:nvPr/>
        </p:nvSpPr>
        <p:spPr>
          <a:xfrm>
            <a:off x="64607" y="1608040"/>
            <a:ext cx="1692001" cy="369332"/>
          </a:xfrm>
          <a:prstGeom prst="rect">
            <a:avLst/>
          </a:prstGeom>
          <a:noFill/>
        </p:spPr>
        <p:txBody>
          <a:bodyPr wrap="square" rtlCol="0">
            <a:spAutoFit/>
          </a:bodyPr>
          <a:lstStyle/>
          <a:p>
            <a:pPr algn="ctr"/>
            <a:r>
              <a:rPr lang="en-AU" u="sng" dirty="0"/>
              <a:t>Person A</a:t>
            </a:r>
          </a:p>
        </p:txBody>
      </p:sp>
      <p:sp>
        <p:nvSpPr>
          <p:cNvPr id="11" name="Rectangle 10">
            <a:extLst>
              <a:ext uri="{FF2B5EF4-FFF2-40B4-BE49-F238E27FC236}">
                <a16:creationId xmlns:a16="http://schemas.microsoft.com/office/drawing/2014/main" id="{D2C0F65E-A22D-E24D-98A0-5CDF97D5AA3D}"/>
              </a:ext>
            </a:extLst>
          </p:cNvPr>
          <p:cNvSpPr/>
          <p:nvPr/>
        </p:nvSpPr>
        <p:spPr>
          <a:xfrm>
            <a:off x="129223" y="4428228"/>
            <a:ext cx="1584176" cy="13334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8423C11F-48D2-BE12-B835-40B72114D33C}"/>
              </a:ext>
            </a:extLst>
          </p:cNvPr>
          <p:cNvSpPr txBox="1"/>
          <p:nvPr/>
        </p:nvSpPr>
        <p:spPr>
          <a:xfrm>
            <a:off x="1713398" y="4514326"/>
            <a:ext cx="1221187" cy="646331"/>
          </a:xfrm>
          <a:prstGeom prst="rect">
            <a:avLst/>
          </a:prstGeom>
          <a:noFill/>
        </p:spPr>
        <p:txBody>
          <a:bodyPr wrap="square" rtlCol="0">
            <a:spAutoFit/>
          </a:bodyPr>
          <a:lstStyle/>
          <a:p>
            <a:pPr algn="r"/>
            <a:r>
              <a:rPr lang="en-AU" b="1" dirty="0"/>
              <a:t>Years Edu:</a:t>
            </a:r>
          </a:p>
          <a:p>
            <a:pPr algn="r"/>
            <a:r>
              <a:rPr lang="en-AU" b="1" dirty="0"/>
              <a:t>Age:</a:t>
            </a:r>
          </a:p>
        </p:txBody>
      </p:sp>
      <p:sp>
        <p:nvSpPr>
          <p:cNvPr id="14" name="TextBox 13">
            <a:extLst>
              <a:ext uri="{FF2B5EF4-FFF2-40B4-BE49-F238E27FC236}">
                <a16:creationId xmlns:a16="http://schemas.microsoft.com/office/drawing/2014/main" id="{B8C8D6FC-9D35-66CF-47F4-A997E27360DF}"/>
              </a:ext>
            </a:extLst>
          </p:cNvPr>
          <p:cNvSpPr txBox="1"/>
          <p:nvPr/>
        </p:nvSpPr>
        <p:spPr>
          <a:xfrm>
            <a:off x="2853583" y="4521180"/>
            <a:ext cx="1140184" cy="646331"/>
          </a:xfrm>
          <a:prstGeom prst="rect">
            <a:avLst/>
          </a:prstGeom>
          <a:noFill/>
        </p:spPr>
        <p:txBody>
          <a:bodyPr wrap="square" rtlCol="0">
            <a:spAutoFit/>
          </a:bodyPr>
          <a:lstStyle/>
          <a:p>
            <a:r>
              <a:rPr lang="en-AU" dirty="0"/>
              <a:t>13</a:t>
            </a:r>
          </a:p>
          <a:p>
            <a:r>
              <a:rPr lang="en-AU" dirty="0"/>
              <a:t>40</a:t>
            </a:r>
          </a:p>
        </p:txBody>
      </p:sp>
      <p:sp>
        <p:nvSpPr>
          <p:cNvPr id="15" name="TextBox 14">
            <a:extLst>
              <a:ext uri="{FF2B5EF4-FFF2-40B4-BE49-F238E27FC236}">
                <a16:creationId xmlns:a16="http://schemas.microsoft.com/office/drawing/2014/main" id="{2A9D81CB-7FD3-5EB2-4C25-0773EB46C90E}"/>
              </a:ext>
            </a:extLst>
          </p:cNvPr>
          <p:cNvSpPr txBox="1"/>
          <p:nvPr/>
        </p:nvSpPr>
        <p:spPr>
          <a:xfrm>
            <a:off x="64606" y="4035496"/>
            <a:ext cx="1692001" cy="369332"/>
          </a:xfrm>
          <a:prstGeom prst="rect">
            <a:avLst/>
          </a:prstGeom>
          <a:noFill/>
        </p:spPr>
        <p:txBody>
          <a:bodyPr wrap="square" rtlCol="0">
            <a:spAutoFit/>
          </a:bodyPr>
          <a:lstStyle/>
          <a:p>
            <a:pPr algn="ctr"/>
            <a:r>
              <a:rPr lang="en-AU" u="sng" dirty="0"/>
              <a:t>Person B</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752D7CD8-60E7-D263-F34B-4900A711DC23}"/>
                  </a:ext>
                </a:extLst>
              </p:cNvPr>
              <p:cNvSpPr txBox="1"/>
              <p:nvPr/>
            </p:nvSpPr>
            <p:spPr>
              <a:xfrm>
                <a:off x="3591462" y="1789610"/>
                <a:ext cx="8335872"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AU" sz="2200" b="0" i="0" smtClean="0">
                          <a:solidFill>
                            <a:srgbClr val="0070C0"/>
                          </a:solidFill>
                          <a:latin typeface="Cambria Math" panose="02040503050406030204" pitchFamily="18" charset="0"/>
                        </a:rPr>
                        <m:t>Education</m:t>
                      </m:r>
                      <m:r>
                        <a:rPr lang="en-AU" sz="2200" b="0" i="0" smtClean="0">
                          <a:solidFill>
                            <a:schemeClr val="tx1"/>
                          </a:solidFill>
                          <a:latin typeface="Cambria Math" panose="02040503050406030204" pitchFamily="18" charset="0"/>
                        </a:rPr>
                        <m:t>)+(</m:t>
                      </m:r>
                      <m:r>
                        <a:rPr lang="en-AU" sz="2200" b="0" i="0" smtClean="0">
                          <a:solidFill>
                            <a:srgbClr val="00B050"/>
                          </a:solidFill>
                          <a:latin typeface="Cambria Math" panose="02040503050406030204" pitchFamily="18" charset="0"/>
                        </a:rPr>
                        <m:t>3368</m:t>
                      </m:r>
                      <m:r>
                        <a:rPr lang="en-AU" sz="2200" b="0" i="1" smtClean="0">
                          <a:solidFill>
                            <a:schemeClr val="tx1"/>
                          </a:solidFill>
                          <a:latin typeface="Cambria Math" panose="02040503050406030204" pitchFamily="18" charset="0"/>
                          <a:ea typeface="Cambria Math" panose="02040503050406030204" pitchFamily="18" charset="0"/>
                        </a:rPr>
                        <m:t>×</m:t>
                      </m:r>
                      <m:r>
                        <m:rPr>
                          <m:sty m:val="p"/>
                        </m:rPr>
                        <a:rPr lang="en-AU" sz="2200" i="0" smtClean="0">
                          <a:solidFill>
                            <a:srgbClr val="00B050"/>
                          </a:solidFill>
                          <a:latin typeface="Cambria Math" panose="02040503050406030204" pitchFamily="18" charset="0"/>
                        </a:rPr>
                        <m:t>A</m:t>
                      </m:r>
                      <m:r>
                        <m:rPr>
                          <m:sty m:val="p"/>
                        </m:rPr>
                        <a:rPr lang="en-AU" sz="2200" b="0" i="0" smtClean="0">
                          <a:solidFill>
                            <a:srgbClr val="00B050"/>
                          </a:solidFill>
                          <a:latin typeface="Cambria Math" panose="02040503050406030204" pitchFamily="18" charset="0"/>
                        </a:rPr>
                        <m:t>ge</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16" name="TextBox 15">
                <a:extLst>
                  <a:ext uri="{FF2B5EF4-FFF2-40B4-BE49-F238E27FC236}">
                    <a16:creationId xmlns:a16="http://schemas.microsoft.com/office/drawing/2014/main" id="{752D7CD8-60E7-D263-F34B-4900A711DC23}"/>
                  </a:ext>
                </a:extLst>
              </p:cNvPr>
              <p:cNvSpPr txBox="1">
                <a:spLocks noRot="1" noChangeAspect="1" noMove="1" noResize="1" noEditPoints="1" noAdjustHandles="1" noChangeArrowheads="1" noChangeShapeType="1" noTextEdit="1"/>
              </p:cNvSpPr>
              <p:nvPr/>
            </p:nvSpPr>
            <p:spPr>
              <a:xfrm>
                <a:off x="3591462" y="1789610"/>
                <a:ext cx="8335872" cy="430887"/>
              </a:xfrm>
              <a:prstGeom prst="rect">
                <a:avLst/>
              </a:prstGeom>
              <a:blipFill>
                <a:blip r:embed="rId4"/>
                <a:stretch>
                  <a:fillRect b="-18571"/>
                </a:stretch>
              </a:blipFill>
            </p:spPr>
            <p:txBody>
              <a:bodyPr/>
              <a:lstStyle/>
              <a:p>
                <a:r>
                  <a:rPr lang="en-AU">
                    <a:noFill/>
                  </a:rPr>
                  <a:t> </a:t>
                </a:r>
              </a:p>
            </p:txBody>
          </p:sp>
        </mc:Fallback>
      </mc:AlternateContent>
      <p:pic>
        <p:nvPicPr>
          <p:cNvPr id="17" name="Picture 2" descr="http://blogs.technet.com/resized-image.ashx/__size/550x0/__key/communityserver-blogs-components-weblogfiles/00-00-00-91-10/3513.StickFigure_5F00_GradCap.png">
            <a:extLst>
              <a:ext uri="{FF2B5EF4-FFF2-40B4-BE49-F238E27FC236}">
                <a16:creationId xmlns:a16="http://schemas.microsoft.com/office/drawing/2014/main" id="{06E076CE-30FE-CD06-16C1-3CBA38141F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654" y="4422275"/>
            <a:ext cx="1354745" cy="135474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7627509-82A8-8669-380F-2BDA4E3B5F4B}"/>
                  </a:ext>
                </a:extLst>
              </p:cNvPr>
              <p:cNvSpPr txBox="1"/>
              <p:nvPr/>
            </p:nvSpPr>
            <p:spPr>
              <a:xfrm>
                <a:off x="3682902" y="2182325"/>
                <a:ext cx="7285905"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m:t>
                      </m:r>
                      <m:r>
                        <a:rPr kumimoji="0" lang="en-AU" sz="2200" b="0" i="0" u="none" strike="noStrike" kern="1200" cap="none" spc="0" normalizeH="0" baseline="0" noProof="0" smtClean="0">
                          <a:ln>
                            <a:noFill/>
                          </a:ln>
                          <a:solidFill>
                            <a:srgbClr val="0070C0"/>
                          </a:solidFill>
                          <a:effectLst/>
                          <a:uLnTx/>
                          <a:uFillTx/>
                          <a:latin typeface="Cambria Math" panose="02040503050406030204" pitchFamily="18" charset="0"/>
                        </a:rPr>
                        <m:t>4540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a:rPr lang="en-AU" sz="2200" b="0" i="0" smtClean="0">
                          <a:solidFill>
                            <a:srgbClr val="0070C0"/>
                          </a:solidFill>
                          <a:latin typeface="Cambria Math" panose="02040503050406030204" pitchFamily="18" charset="0"/>
                        </a:rPr>
                        <m:t>12</m:t>
                      </m:r>
                      <m:r>
                        <a:rPr lang="en-AU" sz="2200" b="0" i="0" smtClean="0">
                          <a:solidFill>
                            <a:schemeClr val="tx1"/>
                          </a:solidFill>
                          <a:latin typeface="Cambria Math" panose="02040503050406030204" pitchFamily="18" charset="0"/>
                        </a:rPr>
                        <m:t>)+(</m:t>
                      </m:r>
                      <m:r>
                        <a:rPr lang="en-AU" sz="2200" b="0" i="0" smtClean="0">
                          <a:solidFill>
                            <a:srgbClr val="00B050"/>
                          </a:solidFill>
                          <a:latin typeface="Cambria Math" panose="02040503050406030204" pitchFamily="18" charset="0"/>
                        </a:rPr>
                        <m:t>3368</m:t>
                      </m:r>
                      <m:r>
                        <a:rPr lang="en-AU" sz="2200" b="0" i="1" smtClean="0">
                          <a:solidFill>
                            <a:schemeClr val="tx1"/>
                          </a:solidFill>
                          <a:latin typeface="Cambria Math" panose="02040503050406030204" pitchFamily="18" charset="0"/>
                          <a:ea typeface="Cambria Math" panose="02040503050406030204" pitchFamily="18" charset="0"/>
                        </a:rPr>
                        <m:t>×</m:t>
                      </m:r>
                      <m:r>
                        <a:rPr lang="en-AU" sz="2200" i="0" smtClean="0">
                          <a:solidFill>
                            <a:srgbClr val="00B050"/>
                          </a:solidFill>
                          <a:latin typeface="Cambria Math" panose="02040503050406030204" pitchFamily="18" charset="0"/>
                        </a:rPr>
                        <m:t>4</m:t>
                      </m:r>
                      <m:r>
                        <a:rPr lang="en-AU" sz="2200" b="0" i="0" smtClean="0">
                          <a:solidFill>
                            <a:srgbClr val="00B050"/>
                          </a:solidFill>
                          <a:latin typeface="Cambria Math" panose="02040503050406030204" pitchFamily="18" charset="0"/>
                        </a:rPr>
                        <m:t>0</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19" name="TextBox 18">
                <a:extLst>
                  <a:ext uri="{FF2B5EF4-FFF2-40B4-BE49-F238E27FC236}">
                    <a16:creationId xmlns:a16="http://schemas.microsoft.com/office/drawing/2014/main" id="{B7627509-82A8-8669-380F-2BDA4E3B5F4B}"/>
                  </a:ext>
                </a:extLst>
              </p:cNvPr>
              <p:cNvSpPr txBox="1">
                <a:spLocks noRot="1" noChangeAspect="1" noMove="1" noResize="1" noEditPoints="1" noAdjustHandles="1" noChangeArrowheads="1" noChangeShapeType="1" noTextEdit="1"/>
              </p:cNvSpPr>
              <p:nvPr/>
            </p:nvSpPr>
            <p:spPr>
              <a:xfrm>
                <a:off x="3682902" y="2182325"/>
                <a:ext cx="7285905" cy="430887"/>
              </a:xfrm>
              <a:prstGeom prst="rect">
                <a:avLst/>
              </a:prstGeom>
              <a:blipFill>
                <a:blip r:embed="rId5"/>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DE43C2D-EB6C-4F8E-0EE0-E331A8AE2A6E}"/>
                  </a:ext>
                </a:extLst>
              </p:cNvPr>
              <p:cNvSpPr txBox="1"/>
              <p:nvPr/>
            </p:nvSpPr>
            <p:spPr>
              <a:xfrm>
                <a:off x="3607847" y="4270784"/>
                <a:ext cx="8335872"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AU" sz="2200" b="0" i="0" smtClean="0">
                          <a:solidFill>
                            <a:srgbClr val="0070C0"/>
                          </a:solidFill>
                          <a:latin typeface="Cambria Math" panose="02040503050406030204" pitchFamily="18" charset="0"/>
                        </a:rPr>
                        <m:t>Education</m:t>
                      </m:r>
                      <m:r>
                        <a:rPr lang="en-AU" sz="2200" b="0" i="0" smtClean="0">
                          <a:solidFill>
                            <a:schemeClr val="tx1"/>
                          </a:solidFill>
                          <a:latin typeface="Cambria Math" panose="02040503050406030204" pitchFamily="18" charset="0"/>
                        </a:rPr>
                        <m:t>)+(</m:t>
                      </m:r>
                      <m:r>
                        <a:rPr lang="en-AU" sz="2200" b="0" i="0" smtClean="0">
                          <a:solidFill>
                            <a:srgbClr val="00B050"/>
                          </a:solidFill>
                          <a:latin typeface="Cambria Math" panose="02040503050406030204" pitchFamily="18" charset="0"/>
                        </a:rPr>
                        <m:t>3368</m:t>
                      </m:r>
                      <m:r>
                        <a:rPr lang="en-AU" sz="2200" b="0" i="1" smtClean="0">
                          <a:solidFill>
                            <a:schemeClr val="tx1"/>
                          </a:solidFill>
                          <a:latin typeface="Cambria Math" panose="02040503050406030204" pitchFamily="18" charset="0"/>
                          <a:ea typeface="Cambria Math" panose="02040503050406030204" pitchFamily="18" charset="0"/>
                        </a:rPr>
                        <m:t>×</m:t>
                      </m:r>
                      <m:r>
                        <m:rPr>
                          <m:sty m:val="p"/>
                        </m:rPr>
                        <a:rPr lang="en-AU" sz="2200" i="0" smtClean="0">
                          <a:solidFill>
                            <a:srgbClr val="00B050"/>
                          </a:solidFill>
                          <a:latin typeface="Cambria Math" panose="02040503050406030204" pitchFamily="18" charset="0"/>
                        </a:rPr>
                        <m:t>A</m:t>
                      </m:r>
                      <m:r>
                        <m:rPr>
                          <m:sty m:val="p"/>
                        </m:rPr>
                        <a:rPr lang="en-AU" sz="2200" b="0" i="0" smtClean="0">
                          <a:solidFill>
                            <a:srgbClr val="00B050"/>
                          </a:solidFill>
                          <a:latin typeface="Cambria Math" panose="02040503050406030204" pitchFamily="18" charset="0"/>
                        </a:rPr>
                        <m:t>ge</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22" name="TextBox 21">
                <a:extLst>
                  <a:ext uri="{FF2B5EF4-FFF2-40B4-BE49-F238E27FC236}">
                    <a16:creationId xmlns:a16="http://schemas.microsoft.com/office/drawing/2014/main" id="{ADE43C2D-EB6C-4F8E-0EE0-E331A8AE2A6E}"/>
                  </a:ext>
                </a:extLst>
              </p:cNvPr>
              <p:cNvSpPr txBox="1">
                <a:spLocks noRot="1" noChangeAspect="1" noMove="1" noResize="1" noEditPoints="1" noAdjustHandles="1" noChangeArrowheads="1" noChangeShapeType="1" noTextEdit="1"/>
              </p:cNvSpPr>
              <p:nvPr/>
            </p:nvSpPr>
            <p:spPr>
              <a:xfrm>
                <a:off x="3607847" y="4270784"/>
                <a:ext cx="8335872" cy="430887"/>
              </a:xfrm>
              <a:prstGeom prst="rect">
                <a:avLst/>
              </a:prstGeom>
              <a:blipFill>
                <a:blip r:embed="rId6"/>
                <a:stretch>
                  <a:fillRect b="-1857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09A4F59B-97A5-63FD-8FBB-00363A3118C1}"/>
                  </a:ext>
                </a:extLst>
              </p:cNvPr>
              <p:cNvSpPr txBox="1"/>
              <p:nvPr/>
            </p:nvSpPr>
            <p:spPr>
              <a:xfrm>
                <a:off x="3699287" y="4663499"/>
                <a:ext cx="7285905"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m:t>
                      </m:r>
                      <m:r>
                        <a:rPr kumimoji="0" lang="en-AU" sz="2200" b="0" i="0" u="none" strike="noStrike" kern="1200" cap="none" spc="0" normalizeH="0" baseline="0" noProof="0" smtClean="0">
                          <a:ln>
                            <a:noFill/>
                          </a:ln>
                          <a:solidFill>
                            <a:srgbClr val="0070C0"/>
                          </a:solidFill>
                          <a:effectLst/>
                          <a:uLnTx/>
                          <a:uFillTx/>
                          <a:latin typeface="Cambria Math" panose="02040503050406030204" pitchFamily="18" charset="0"/>
                        </a:rPr>
                        <m:t>4540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a:rPr lang="en-AU" sz="2200" b="0" i="0" smtClean="0">
                          <a:solidFill>
                            <a:srgbClr val="0070C0"/>
                          </a:solidFill>
                          <a:latin typeface="Cambria Math" panose="02040503050406030204" pitchFamily="18" charset="0"/>
                        </a:rPr>
                        <m:t>13</m:t>
                      </m:r>
                      <m:r>
                        <a:rPr lang="en-AU" sz="2200" b="0" i="0" smtClean="0">
                          <a:solidFill>
                            <a:schemeClr val="tx1"/>
                          </a:solidFill>
                          <a:latin typeface="Cambria Math" panose="02040503050406030204" pitchFamily="18" charset="0"/>
                        </a:rPr>
                        <m:t>)+(</m:t>
                      </m:r>
                      <m:r>
                        <a:rPr lang="en-AU" sz="2200" b="0" i="0" smtClean="0">
                          <a:solidFill>
                            <a:srgbClr val="00B050"/>
                          </a:solidFill>
                          <a:latin typeface="Cambria Math" panose="02040503050406030204" pitchFamily="18" charset="0"/>
                        </a:rPr>
                        <m:t>3368</m:t>
                      </m:r>
                      <m:r>
                        <a:rPr lang="en-AU" sz="2200" b="0" i="1" smtClean="0">
                          <a:solidFill>
                            <a:schemeClr val="tx1"/>
                          </a:solidFill>
                          <a:latin typeface="Cambria Math" panose="02040503050406030204" pitchFamily="18" charset="0"/>
                          <a:ea typeface="Cambria Math" panose="02040503050406030204" pitchFamily="18" charset="0"/>
                        </a:rPr>
                        <m:t>×</m:t>
                      </m:r>
                      <m:r>
                        <a:rPr lang="en-AU" sz="2200" i="0" smtClean="0">
                          <a:solidFill>
                            <a:srgbClr val="00B050"/>
                          </a:solidFill>
                          <a:latin typeface="Cambria Math" panose="02040503050406030204" pitchFamily="18" charset="0"/>
                        </a:rPr>
                        <m:t>4</m:t>
                      </m:r>
                      <m:r>
                        <a:rPr lang="en-AU" sz="2200" b="0" i="0" smtClean="0">
                          <a:solidFill>
                            <a:srgbClr val="00B050"/>
                          </a:solidFill>
                          <a:latin typeface="Cambria Math" panose="02040503050406030204" pitchFamily="18" charset="0"/>
                        </a:rPr>
                        <m:t>0</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23" name="TextBox 22">
                <a:extLst>
                  <a:ext uri="{FF2B5EF4-FFF2-40B4-BE49-F238E27FC236}">
                    <a16:creationId xmlns:a16="http://schemas.microsoft.com/office/drawing/2014/main" id="{09A4F59B-97A5-63FD-8FBB-00363A3118C1}"/>
                  </a:ext>
                </a:extLst>
              </p:cNvPr>
              <p:cNvSpPr txBox="1">
                <a:spLocks noRot="1" noChangeAspect="1" noMove="1" noResize="1" noEditPoints="1" noAdjustHandles="1" noChangeArrowheads="1" noChangeShapeType="1" noTextEdit="1"/>
              </p:cNvSpPr>
              <p:nvPr/>
            </p:nvSpPr>
            <p:spPr>
              <a:xfrm>
                <a:off x="3699287" y="4663499"/>
                <a:ext cx="7285905" cy="430887"/>
              </a:xfrm>
              <a:prstGeom prst="rect">
                <a:avLst/>
              </a:prstGeom>
              <a:blipFill>
                <a:blip r:embed="rId7"/>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2B67F7E-6F67-A7DA-4F69-37E368CF5254}"/>
                  </a:ext>
                </a:extLst>
              </p:cNvPr>
              <p:cNvSpPr txBox="1"/>
              <p:nvPr/>
            </p:nvSpPr>
            <p:spPr>
              <a:xfrm>
                <a:off x="3682902" y="2579888"/>
                <a:ext cx="6475619"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m:t>
                      </m:r>
                      <m:r>
                        <a:rPr kumimoji="0" lang="en-AU" sz="2200" b="0" i="1" u="none" strike="noStrike" kern="1200" cap="none" spc="0" normalizeH="0" baseline="0" noProof="0" smtClean="0">
                          <a:ln>
                            <a:noFill/>
                          </a:ln>
                          <a:solidFill>
                            <a:srgbClr val="0070C0"/>
                          </a:solidFill>
                          <a:effectLst/>
                          <a:uLnTx/>
                          <a:uFillTx/>
                          <a:latin typeface="Cambria Math" panose="02040503050406030204" pitchFamily="18" charset="0"/>
                        </a:rPr>
                        <m:t>54480</m:t>
                      </m:r>
                      <m:r>
                        <a:rPr lang="en-AU" sz="2200" b="0" i="0" smtClean="0">
                          <a:solidFill>
                            <a:schemeClr val="tx1"/>
                          </a:solidFill>
                          <a:latin typeface="Cambria Math" panose="02040503050406030204" pitchFamily="18" charset="0"/>
                        </a:rPr>
                        <m:t>)+(</m:t>
                      </m:r>
                      <m:r>
                        <a:rPr lang="en-AU" sz="2200" b="0" i="1" smtClean="0">
                          <a:solidFill>
                            <a:srgbClr val="00B050"/>
                          </a:solidFill>
                          <a:latin typeface="Cambria Math" panose="02040503050406030204" pitchFamily="18" charset="0"/>
                        </a:rPr>
                        <m:t>134720</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6" name="TextBox 5">
                <a:extLst>
                  <a:ext uri="{FF2B5EF4-FFF2-40B4-BE49-F238E27FC236}">
                    <a16:creationId xmlns:a16="http://schemas.microsoft.com/office/drawing/2014/main" id="{32B67F7E-6F67-A7DA-4F69-37E368CF5254}"/>
                  </a:ext>
                </a:extLst>
              </p:cNvPr>
              <p:cNvSpPr txBox="1">
                <a:spLocks noRot="1" noChangeAspect="1" noMove="1" noResize="1" noEditPoints="1" noAdjustHandles="1" noChangeArrowheads="1" noChangeShapeType="1" noTextEdit="1"/>
              </p:cNvSpPr>
              <p:nvPr/>
            </p:nvSpPr>
            <p:spPr>
              <a:xfrm>
                <a:off x="3682902" y="2579888"/>
                <a:ext cx="6475619" cy="430887"/>
              </a:xfrm>
              <a:prstGeom prst="rect">
                <a:avLst/>
              </a:prstGeom>
              <a:blipFill>
                <a:blip r:embed="rId8"/>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C12D236-BE50-69DD-7C0A-7A295AF0A526}"/>
                  </a:ext>
                </a:extLst>
              </p:cNvPr>
              <p:cNvSpPr txBox="1"/>
              <p:nvPr/>
            </p:nvSpPr>
            <p:spPr>
              <a:xfrm>
                <a:off x="3682902" y="2966780"/>
                <a:ext cx="2487797"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rPr>
                        <m:t>$72,081</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12" name="TextBox 11">
                <a:extLst>
                  <a:ext uri="{FF2B5EF4-FFF2-40B4-BE49-F238E27FC236}">
                    <a16:creationId xmlns:a16="http://schemas.microsoft.com/office/drawing/2014/main" id="{5C12D236-BE50-69DD-7C0A-7A295AF0A526}"/>
                  </a:ext>
                </a:extLst>
              </p:cNvPr>
              <p:cNvSpPr txBox="1">
                <a:spLocks noRot="1" noChangeAspect="1" noMove="1" noResize="1" noEditPoints="1" noAdjustHandles="1" noChangeArrowheads="1" noChangeShapeType="1" noTextEdit="1"/>
              </p:cNvSpPr>
              <p:nvPr/>
            </p:nvSpPr>
            <p:spPr>
              <a:xfrm>
                <a:off x="3682902" y="2966780"/>
                <a:ext cx="2487797" cy="430887"/>
              </a:xfrm>
              <a:prstGeom prst="rect">
                <a:avLst/>
              </a:prstGeom>
              <a:blipFill>
                <a:blip r:embed="rId9"/>
                <a:stretch>
                  <a:fillRect b="-5714"/>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9AFB470-CF4E-E21F-66DC-23E4CAFFE799}"/>
                  </a:ext>
                </a:extLst>
              </p:cNvPr>
              <p:cNvSpPr txBox="1"/>
              <p:nvPr/>
            </p:nvSpPr>
            <p:spPr>
              <a:xfrm>
                <a:off x="3699287" y="5061062"/>
                <a:ext cx="6475619"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m:t>
                      </m:r>
                      <m:r>
                        <a:rPr kumimoji="0" lang="en-AU" sz="2200" b="0" i="1" u="none" strike="noStrike" kern="1200" cap="none" spc="0" normalizeH="0" baseline="0" noProof="0" smtClean="0">
                          <a:ln>
                            <a:noFill/>
                          </a:ln>
                          <a:solidFill>
                            <a:srgbClr val="0070C0"/>
                          </a:solidFill>
                          <a:effectLst/>
                          <a:uLnTx/>
                          <a:uFillTx/>
                          <a:latin typeface="Cambria Math" panose="02040503050406030204" pitchFamily="18" charset="0"/>
                        </a:rPr>
                        <m:t>59020</m:t>
                      </m:r>
                      <m:r>
                        <a:rPr lang="en-AU" sz="2200" b="0" i="0" smtClean="0">
                          <a:solidFill>
                            <a:schemeClr val="tx1"/>
                          </a:solidFill>
                          <a:latin typeface="Cambria Math" panose="02040503050406030204" pitchFamily="18" charset="0"/>
                        </a:rPr>
                        <m:t>)+(</m:t>
                      </m:r>
                      <m:r>
                        <a:rPr lang="en-AU" sz="2200" b="0" i="1" smtClean="0">
                          <a:solidFill>
                            <a:srgbClr val="00B050"/>
                          </a:solidFill>
                          <a:latin typeface="Cambria Math" panose="02040503050406030204" pitchFamily="18" charset="0"/>
                        </a:rPr>
                        <m:t>134720</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18" name="TextBox 17">
                <a:extLst>
                  <a:ext uri="{FF2B5EF4-FFF2-40B4-BE49-F238E27FC236}">
                    <a16:creationId xmlns:a16="http://schemas.microsoft.com/office/drawing/2014/main" id="{89AFB470-CF4E-E21F-66DC-23E4CAFFE799}"/>
                  </a:ext>
                </a:extLst>
              </p:cNvPr>
              <p:cNvSpPr txBox="1">
                <a:spLocks noRot="1" noChangeAspect="1" noMove="1" noResize="1" noEditPoints="1" noAdjustHandles="1" noChangeArrowheads="1" noChangeShapeType="1" noTextEdit="1"/>
              </p:cNvSpPr>
              <p:nvPr/>
            </p:nvSpPr>
            <p:spPr>
              <a:xfrm>
                <a:off x="3699287" y="5061062"/>
                <a:ext cx="6475619" cy="430887"/>
              </a:xfrm>
              <a:prstGeom prst="rect">
                <a:avLst/>
              </a:prstGeom>
              <a:blipFill>
                <a:blip r:embed="rId10"/>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BB6A90B-A03A-B207-C4FB-975B55DC5C96}"/>
                  </a:ext>
                </a:extLst>
              </p:cNvPr>
              <p:cNvSpPr txBox="1"/>
              <p:nvPr/>
            </p:nvSpPr>
            <p:spPr>
              <a:xfrm>
                <a:off x="3699287" y="5447954"/>
                <a:ext cx="2487797"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rPr>
                        <m:t>$76,621</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20" name="TextBox 19">
                <a:extLst>
                  <a:ext uri="{FF2B5EF4-FFF2-40B4-BE49-F238E27FC236}">
                    <a16:creationId xmlns:a16="http://schemas.microsoft.com/office/drawing/2014/main" id="{0BB6A90B-A03A-B207-C4FB-975B55DC5C96}"/>
                  </a:ext>
                </a:extLst>
              </p:cNvPr>
              <p:cNvSpPr txBox="1">
                <a:spLocks noRot="1" noChangeAspect="1" noMove="1" noResize="1" noEditPoints="1" noAdjustHandles="1" noChangeArrowheads="1" noChangeShapeType="1" noTextEdit="1"/>
              </p:cNvSpPr>
              <p:nvPr/>
            </p:nvSpPr>
            <p:spPr>
              <a:xfrm>
                <a:off x="3699287" y="5447954"/>
                <a:ext cx="2487797" cy="430887"/>
              </a:xfrm>
              <a:prstGeom prst="rect">
                <a:avLst/>
              </a:prstGeom>
              <a:blipFill>
                <a:blip r:embed="rId11"/>
                <a:stretch>
                  <a:fillRect b="-5714"/>
                </a:stretch>
              </a:blipFill>
            </p:spPr>
            <p:txBody>
              <a:bodyPr/>
              <a:lstStyle/>
              <a:p>
                <a:r>
                  <a:rPr lang="en-AU">
                    <a:noFill/>
                  </a:rPr>
                  <a:t> </a:t>
                </a:r>
              </a:p>
            </p:txBody>
          </p:sp>
        </mc:Fallback>
      </mc:AlternateContent>
      <p:sp>
        <p:nvSpPr>
          <p:cNvPr id="24" name="TextBox 23">
            <a:extLst>
              <a:ext uri="{FF2B5EF4-FFF2-40B4-BE49-F238E27FC236}">
                <a16:creationId xmlns:a16="http://schemas.microsoft.com/office/drawing/2014/main" id="{4EF67EB8-11D2-4BAF-A08A-03858DF0030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a:t>
            </a: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2B3677F5-F5DC-4A15-B139-C143BE38BA46}"/>
                  </a:ext>
                </a:extLst>
              </p:cNvPr>
              <p:cNvSpPr txBox="1"/>
              <p:nvPr/>
            </p:nvSpPr>
            <p:spPr>
              <a:xfrm>
                <a:off x="129223" y="850783"/>
                <a:ext cx="11949363" cy="430887"/>
              </a:xfrm>
              <a:prstGeom prst="rect">
                <a:avLst/>
              </a:prstGeom>
              <a:noFill/>
              <a:ln>
                <a:solidFill>
                  <a:schemeClr val="tx1"/>
                </a:solidFill>
              </a:ln>
            </p:spPr>
            <p:txBody>
              <a:bodyPr wrap="squar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AU" sz="2200" b="0" i="0" smtClean="0">
                          <a:solidFill>
                            <a:schemeClr val="tx1"/>
                          </a:solidFill>
                          <a:latin typeface="Cambria Math" panose="02040503050406030204" pitchFamily="18" charset="0"/>
                        </a:rPr>
                        <m:t>Education</m:t>
                      </m:r>
                      <m:r>
                        <a:rPr lang="en-AU" sz="2200" b="0" i="0" smtClean="0">
                          <a:solidFill>
                            <a:schemeClr val="tx1"/>
                          </a:solidFill>
                          <a:latin typeface="Cambria Math" panose="02040503050406030204" pitchFamily="18" charset="0"/>
                        </a:rPr>
                        <m:t>)+(3368</m:t>
                      </m:r>
                      <m:r>
                        <a:rPr lang="en-AU" sz="2200" b="0" i="1" smtClean="0">
                          <a:solidFill>
                            <a:schemeClr val="tx1"/>
                          </a:solidFill>
                          <a:latin typeface="Cambria Math" panose="02040503050406030204" pitchFamily="18" charset="0"/>
                          <a:ea typeface="Cambria Math" panose="02040503050406030204" pitchFamily="18" charset="0"/>
                        </a:rPr>
                        <m:t>×</m:t>
                      </m:r>
                      <m:r>
                        <m:rPr>
                          <m:sty m:val="p"/>
                        </m:rPr>
                        <a:rPr lang="en-AU" sz="2200" i="0" smtClean="0">
                          <a:solidFill>
                            <a:schemeClr val="tx1"/>
                          </a:solidFill>
                          <a:latin typeface="Cambria Math" panose="02040503050406030204" pitchFamily="18" charset="0"/>
                        </a:rPr>
                        <m:t>A</m:t>
                      </m:r>
                      <m:r>
                        <m:rPr>
                          <m:sty m:val="p"/>
                        </m:rPr>
                        <a:rPr lang="en-AU" sz="2200" b="0" i="0" smtClean="0">
                          <a:solidFill>
                            <a:schemeClr val="tx1"/>
                          </a:solidFill>
                          <a:latin typeface="Cambria Math" panose="02040503050406030204" pitchFamily="18" charset="0"/>
                        </a:rPr>
                        <m:t>ge</m:t>
                      </m:r>
                      <m:r>
                        <a:rPr lang="en-AU" sz="2200" b="0" i="0" smtClean="0">
                          <a:solidFill>
                            <a:schemeClr val="tx1"/>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25" name="TextBox 24">
                <a:extLst>
                  <a:ext uri="{FF2B5EF4-FFF2-40B4-BE49-F238E27FC236}">
                    <a16:creationId xmlns:a16="http://schemas.microsoft.com/office/drawing/2014/main" id="{2B3677F5-F5DC-4A15-B139-C143BE38BA46}"/>
                  </a:ext>
                </a:extLst>
              </p:cNvPr>
              <p:cNvSpPr txBox="1">
                <a:spLocks noRot="1" noChangeAspect="1" noMove="1" noResize="1" noEditPoints="1" noAdjustHandles="1" noChangeArrowheads="1" noChangeShapeType="1" noTextEdit="1"/>
              </p:cNvSpPr>
              <p:nvPr/>
            </p:nvSpPr>
            <p:spPr>
              <a:xfrm>
                <a:off x="129223" y="850783"/>
                <a:ext cx="11949363" cy="430887"/>
              </a:xfrm>
              <a:prstGeom prst="rect">
                <a:avLst/>
              </a:prstGeom>
              <a:blipFill>
                <a:blip r:embed="rId12"/>
                <a:stretch>
                  <a:fillRect b="-16667"/>
                </a:stretch>
              </a:blipFill>
              <a:ln>
                <a:solidFill>
                  <a:schemeClr val="tx1"/>
                </a:solidFill>
              </a:ln>
            </p:spPr>
            <p:txBody>
              <a:bodyPr/>
              <a:lstStyle/>
              <a:p>
                <a:r>
                  <a:rPr lang="en-AU">
                    <a:noFill/>
                  </a:rPr>
                  <a:t> </a:t>
                </a:r>
              </a:p>
            </p:txBody>
          </p:sp>
        </mc:Fallback>
      </mc:AlternateContent>
    </p:spTree>
    <p:extLst>
      <p:ext uri="{BB962C8B-B14F-4D97-AF65-F5344CB8AC3E}">
        <p14:creationId xmlns:p14="http://schemas.microsoft.com/office/powerpoint/2010/main" val="87703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1000"/>
                                        <p:tgtEl>
                                          <p:spTgt spid="22"/>
                                        </p:tgtEl>
                                      </p:cBhvr>
                                    </p:animEffect>
                                    <p:anim calcmode="lin" valueType="num">
                                      <p:cBhvr>
                                        <p:cTn id="22" dur="1000" fill="hold"/>
                                        <p:tgtEl>
                                          <p:spTgt spid="22"/>
                                        </p:tgtEl>
                                        <p:attrNameLst>
                                          <p:attrName>ppt_x</p:attrName>
                                        </p:attrNameLst>
                                      </p:cBhvr>
                                      <p:tavLst>
                                        <p:tav tm="0">
                                          <p:val>
                                            <p:strVal val="#ppt_x"/>
                                          </p:val>
                                        </p:tav>
                                        <p:tav tm="100000">
                                          <p:val>
                                            <p:strVal val="#ppt_x"/>
                                          </p:val>
                                        </p:tav>
                                      </p:tavLst>
                                    </p:anim>
                                    <p:anim calcmode="lin" valueType="num">
                                      <p:cBhvr>
                                        <p:cTn id="2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1000"/>
                                        <p:tgtEl>
                                          <p:spTgt spid="20"/>
                                        </p:tgtEl>
                                      </p:cBhvr>
                                    </p:animEffect>
                                    <p:anim calcmode="lin" valueType="num">
                                      <p:cBhvr>
                                        <p:cTn id="57" dur="1000" fill="hold"/>
                                        <p:tgtEl>
                                          <p:spTgt spid="20"/>
                                        </p:tgtEl>
                                        <p:attrNameLst>
                                          <p:attrName>ppt_x</p:attrName>
                                        </p:attrNameLst>
                                      </p:cBhvr>
                                      <p:tavLst>
                                        <p:tav tm="0">
                                          <p:val>
                                            <p:strVal val="#ppt_x"/>
                                          </p:val>
                                        </p:tav>
                                        <p:tav tm="100000">
                                          <p:val>
                                            <p:strVal val="#ppt_x"/>
                                          </p:val>
                                        </p:tav>
                                      </p:tavLst>
                                    </p:anim>
                                    <p:anim calcmode="lin" valueType="num">
                                      <p:cBhvr>
                                        <p:cTn id="5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2" grpId="0"/>
      <p:bldP spid="23" grpId="0"/>
      <p:bldP spid="6" grpId="0"/>
      <p:bldP spid="12" grpId="0"/>
      <p:bldP spid="18" grpId="0"/>
      <p:bldP spid="20" grpId="0"/>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0E106-1FB3-2365-B101-6CCD5C44B89B}"/>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C8E6B25-6C75-14DE-0E4F-99DB24EFECCD}"/>
              </a:ext>
            </a:extLst>
          </p:cNvPr>
          <p:cNvCxnSpPr>
            <a:cxnSpLocks/>
          </p:cNvCxnSpPr>
          <p:nvPr/>
        </p:nvCxnSpPr>
        <p:spPr>
          <a:xfrm>
            <a:off x="129223" y="3533017"/>
            <a:ext cx="1194936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89C9251-3E66-D53E-6E41-F7E36FD3BBD3}"/>
              </a:ext>
            </a:extLst>
          </p:cNvPr>
          <p:cNvSpPr/>
          <p:nvPr/>
        </p:nvSpPr>
        <p:spPr>
          <a:xfrm>
            <a:off x="64607" y="1994524"/>
            <a:ext cx="1584176" cy="13334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Picture 2" descr="http://blogs.technet.com/resized-image.ashx/__size/550x0/__key/communityserver-blogs-components-weblogfiles/00-00-00-91-10/3513.StickFigure_5F00_GradCap.png">
            <a:extLst>
              <a:ext uri="{FF2B5EF4-FFF2-40B4-BE49-F238E27FC236}">
                <a16:creationId xmlns:a16="http://schemas.microsoft.com/office/drawing/2014/main" id="{F4068632-C50E-FBBC-A338-4F1CE70157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654" y="1993445"/>
            <a:ext cx="1354745" cy="135474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548AA79-D13B-31D9-4EEA-232D9CD746F2}"/>
              </a:ext>
            </a:extLst>
          </p:cNvPr>
          <p:cNvSpPr txBox="1"/>
          <p:nvPr/>
        </p:nvSpPr>
        <p:spPr>
          <a:xfrm>
            <a:off x="1713398" y="2070652"/>
            <a:ext cx="1221187" cy="646331"/>
          </a:xfrm>
          <a:prstGeom prst="rect">
            <a:avLst/>
          </a:prstGeom>
          <a:noFill/>
        </p:spPr>
        <p:txBody>
          <a:bodyPr wrap="square" rtlCol="0">
            <a:spAutoFit/>
          </a:bodyPr>
          <a:lstStyle/>
          <a:p>
            <a:pPr algn="r"/>
            <a:r>
              <a:rPr lang="en-AU" b="1" dirty="0"/>
              <a:t>Years Edu:</a:t>
            </a:r>
          </a:p>
          <a:p>
            <a:pPr algn="r"/>
            <a:r>
              <a:rPr lang="en-AU" b="1" dirty="0">
                <a:solidFill>
                  <a:schemeClr val="bg2"/>
                </a:solidFill>
              </a:rPr>
              <a:t>Age:</a:t>
            </a:r>
          </a:p>
        </p:txBody>
      </p:sp>
      <p:sp>
        <p:nvSpPr>
          <p:cNvPr id="8" name="TextBox 7">
            <a:extLst>
              <a:ext uri="{FF2B5EF4-FFF2-40B4-BE49-F238E27FC236}">
                <a16:creationId xmlns:a16="http://schemas.microsoft.com/office/drawing/2014/main" id="{41F1776C-CC83-D8D7-4EBC-E293B98BB27D}"/>
              </a:ext>
            </a:extLst>
          </p:cNvPr>
          <p:cNvSpPr txBox="1"/>
          <p:nvPr/>
        </p:nvSpPr>
        <p:spPr>
          <a:xfrm>
            <a:off x="2853583" y="2077506"/>
            <a:ext cx="1140184" cy="646331"/>
          </a:xfrm>
          <a:prstGeom prst="rect">
            <a:avLst/>
          </a:prstGeom>
          <a:noFill/>
        </p:spPr>
        <p:txBody>
          <a:bodyPr wrap="square" rtlCol="0">
            <a:spAutoFit/>
          </a:bodyPr>
          <a:lstStyle/>
          <a:p>
            <a:r>
              <a:rPr lang="en-AU" dirty="0">
                <a:solidFill>
                  <a:srgbClr val="FF0000"/>
                </a:solidFill>
              </a:rPr>
              <a:t>12</a:t>
            </a:r>
          </a:p>
          <a:p>
            <a:r>
              <a:rPr lang="en-AU" dirty="0">
                <a:solidFill>
                  <a:schemeClr val="bg2"/>
                </a:solidFill>
              </a:rPr>
              <a:t>40</a:t>
            </a:r>
          </a:p>
        </p:txBody>
      </p:sp>
      <p:sp>
        <p:nvSpPr>
          <p:cNvPr id="9" name="TextBox 8">
            <a:extLst>
              <a:ext uri="{FF2B5EF4-FFF2-40B4-BE49-F238E27FC236}">
                <a16:creationId xmlns:a16="http://schemas.microsoft.com/office/drawing/2014/main" id="{E67CDC39-A2E7-EB5D-933F-C2A9447546F1}"/>
              </a:ext>
            </a:extLst>
          </p:cNvPr>
          <p:cNvSpPr txBox="1"/>
          <p:nvPr/>
        </p:nvSpPr>
        <p:spPr>
          <a:xfrm>
            <a:off x="64607" y="1608040"/>
            <a:ext cx="1692001" cy="369332"/>
          </a:xfrm>
          <a:prstGeom prst="rect">
            <a:avLst/>
          </a:prstGeom>
          <a:noFill/>
        </p:spPr>
        <p:txBody>
          <a:bodyPr wrap="square" rtlCol="0">
            <a:spAutoFit/>
          </a:bodyPr>
          <a:lstStyle/>
          <a:p>
            <a:pPr algn="ctr"/>
            <a:r>
              <a:rPr lang="en-AU" u="sng" dirty="0"/>
              <a:t>Person A</a:t>
            </a:r>
          </a:p>
        </p:txBody>
      </p:sp>
      <p:sp>
        <p:nvSpPr>
          <p:cNvPr id="11" name="Rectangle 10">
            <a:extLst>
              <a:ext uri="{FF2B5EF4-FFF2-40B4-BE49-F238E27FC236}">
                <a16:creationId xmlns:a16="http://schemas.microsoft.com/office/drawing/2014/main" id="{D2C0F65E-A22D-E24D-98A0-5CDF97D5AA3D}"/>
              </a:ext>
            </a:extLst>
          </p:cNvPr>
          <p:cNvSpPr/>
          <p:nvPr/>
        </p:nvSpPr>
        <p:spPr>
          <a:xfrm>
            <a:off x="129223" y="4428228"/>
            <a:ext cx="1584176" cy="13334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8423C11F-48D2-BE12-B835-40B72114D33C}"/>
              </a:ext>
            </a:extLst>
          </p:cNvPr>
          <p:cNvSpPr txBox="1"/>
          <p:nvPr/>
        </p:nvSpPr>
        <p:spPr>
          <a:xfrm>
            <a:off x="1713398" y="4514326"/>
            <a:ext cx="1221187" cy="646331"/>
          </a:xfrm>
          <a:prstGeom prst="rect">
            <a:avLst/>
          </a:prstGeom>
          <a:noFill/>
        </p:spPr>
        <p:txBody>
          <a:bodyPr wrap="square" rtlCol="0">
            <a:spAutoFit/>
          </a:bodyPr>
          <a:lstStyle/>
          <a:p>
            <a:pPr algn="r"/>
            <a:r>
              <a:rPr lang="en-AU" b="1" dirty="0"/>
              <a:t>Years Edu:</a:t>
            </a:r>
          </a:p>
          <a:p>
            <a:pPr algn="r"/>
            <a:r>
              <a:rPr lang="en-AU" b="1" dirty="0">
                <a:solidFill>
                  <a:schemeClr val="bg2"/>
                </a:solidFill>
              </a:rPr>
              <a:t>Age:</a:t>
            </a:r>
          </a:p>
        </p:txBody>
      </p:sp>
      <p:sp>
        <p:nvSpPr>
          <p:cNvPr id="14" name="TextBox 13">
            <a:extLst>
              <a:ext uri="{FF2B5EF4-FFF2-40B4-BE49-F238E27FC236}">
                <a16:creationId xmlns:a16="http://schemas.microsoft.com/office/drawing/2014/main" id="{B8C8D6FC-9D35-66CF-47F4-A997E27360DF}"/>
              </a:ext>
            </a:extLst>
          </p:cNvPr>
          <p:cNvSpPr txBox="1"/>
          <p:nvPr/>
        </p:nvSpPr>
        <p:spPr>
          <a:xfrm>
            <a:off x="2853583" y="4521180"/>
            <a:ext cx="1140184" cy="646331"/>
          </a:xfrm>
          <a:prstGeom prst="rect">
            <a:avLst/>
          </a:prstGeom>
          <a:noFill/>
        </p:spPr>
        <p:txBody>
          <a:bodyPr wrap="square" rtlCol="0">
            <a:spAutoFit/>
          </a:bodyPr>
          <a:lstStyle/>
          <a:p>
            <a:r>
              <a:rPr lang="en-AU" dirty="0">
                <a:solidFill>
                  <a:srgbClr val="FF0000"/>
                </a:solidFill>
              </a:rPr>
              <a:t>13</a:t>
            </a:r>
          </a:p>
          <a:p>
            <a:r>
              <a:rPr lang="en-AU" dirty="0">
                <a:solidFill>
                  <a:schemeClr val="bg2"/>
                </a:solidFill>
              </a:rPr>
              <a:t>40</a:t>
            </a:r>
          </a:p>
        </p:txBody>
      </p:sp>
      <p:sp>
        <p:nvSpPr>
          <p:cNvPr id="15" name="TextBox 14">
            <a:extLst>
              <a:ext uri="{FF2B5EF4-FFF2-40B4-BE49-F238E27FC236}">
                <a16:creationId xmlns:a16="http://schemas.microsoft.com/office/drawing/2014/main" id="{2A9D81CB-7FD3-5EB2-4C25-0773EB46C90E}"/>
              </a:ext>
            </a:extLst>
          </p:cNvPr>
          <p:cNvSpPr txBox="1"/>
          <p:nvPr/>
        </p:nvSpPr>
        <p:spPr>
          <a:xfrm>
            <a:off x="64606" y="4035496"/>
            <a:ext cx="1692001" cy="369332"/>
          </a:xfrm>
          <a:prstGeom prst="rect">
            <a:avLst/>
          </a:prstGeom>
          <a:noFill/>
        </p:spPr>
        <p:txBody>
          <a:bodyPr wrap="square" rtlCol="0">
            <a:spAutoFit/>
          </a:bodyPr>
          <a:lstStyle/>
          <a:p>
            <a:pPr algn="ctr"/>
            <a:r>
              <a:rPr lang="en-AU" u="sng" dirty="0"/>
              <a:t>Person B</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752D7CD8-60E7-D263-F34B-4900A711DC23}"/>
                  </a:ext>
                </a:extLst>
              </p:cNvPr>
              <p:cNvSpPr txBox="1"/>
              <p:nvPr/>
            </p:nvSpPr>
            <p:spPr>
              <a:xfrm>
                <a:off x="3591462" y="1789610"/>
                <a:ext cx="8335872"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bg2"/>
                          </a:solidFill>
                          <a:effectLst/>
                          <a:uLnTx/>
                          <a:uFillTx/>
                          <a:latin typeface="Cambria Math" panose="02040503050406030204" pitchFamily="18" charset="0"/>
                          <a:ea typeface="Cambria Math" panose="02040503050406030204" pitchFamily="18" charset="0"/>
                        </a:rPr>
                        <m:t>×</m:t>
                      </m:r>
                      <m:r>
                        <m:rPr>
                          <m:sty m:val="p"/>
                        </m:rPr>
                        <a:rPr lang="en-AU" sz="2200" b="0" i="0" smtClean="0">
                          <a:solidFill>
                            <a:schemeClr val="bg2"/>
                          </a:solidFill>
                          <a:latin typeface="Cambria Math" panose="02040503050406030204" pitchFamily="18" charset="0"/>
                        </a:rPr>
                        <m:t>Education</m:t>
                      </m:r>
                      <m:r>
                        <a:rPr lang="en-AU" sz="2200" b="0" i="0" smtClean="0">
                          <a:solidFill>
                            <a:schemeClr val="bg2"/>
                          </a:solidFill>
                          <a:latin typeface="Cambria Math" panose="02040503050406030204" pitchFamily="18" charset="0"/>
                        </a:rPr>
                        <m:t>)+(3368</m:t>
                      </m:r>
                      <m:r>
                        <a:rPr lang="en-AU" sz="2200" b="0" i="1" smtClean="0">
                          <a:solidFill>
                            <a:schemeClr val="bg2"/>
                          </a:solidFill>
                          <a:latin typeface="Cambria Math" panose="02040503050406030204" pitchFamily="18" charset="0"/>
                          <a:ea typeface="Cambria Math" panose="02040503050406030204" pitchFamily="18" charset="0"/>
                        </a:rPr>
                        <m:t>×</m:t>
                      </m:r>
                      <m:r>
                        <m:rPr>
                          <m:sty m:val="p"/>
                        </m:rPr>
                        <a:rPr lang="en-AU" sz="2200" i="0" smtClean="0">
                          <a:solidFill>
                            <a:schemeClr val="bg2"/>
                          </a:solidFill>
                          <a:latin typeface="Cambria Math" panose="02040503050406030204" pitchFamily="18" charset="0"/>
                        </a:rPr>
                        <m:t>A</m:t>
                      </m:r>
                      <m:r>
                        <m:rPr>
                          <m:sty m:val="p"/>
                        </m:rPr>
                        <a:rPr lang="en-AU" sz="2200" b="0" i="0" smtClean="0">
                          <a:solidFill>
                            <a:schemeClr val="bg2"/>
                          </a:solidFill>
                          <a:latin typeface="Cambria Math" panose="02040503050406030204" pitchFamily="18" charset="0"/>
                        </a:rPr>
                        <m:t>ge</m:t>
                      </m:r>
                      <m:r>
                        <a:rPr lang="en-AU" sz="2200" b="0" i="0" smtClean="0">
                          <a:solidFill>
                            <a:schemeClr val="bg2"/>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bg2"/>
                  </a:solidFill>
                  <a:effectLst/>
                  <a:uLnTx/>
                  <a:uFillTx/>
                  <a:latin typeface="Roboto Condensed" panose="020B0604020202020204" charset="0"/>
                  <a:ea typeface="Roboto Condensed" panose="020B0604020202020204" charset="0"/>
                </a:endParaRPr>
              </a:p>
            </p:txBody>
          </p:sp>
        </mc:Choice>
        <mc:Fallback>
          <p:sp>
            <p:nvSpPr>
              <p:cNvPr id="16" name="TextBox 15">
                <a:extLst>
                  <a:ext uri="{FF2B5EF4-FFF2-40B4-BE49-F238E27FC236}">
                    <a16:creationId xmlns:a16="http://schemas.microsoft.com/office/drawing/2014/main" id="{752D7CD8-60E7-D263-F34B-4900A711DC23}"/>
                  </a:ext>
                </a:extLst>
              </p:cNvPr>
              <p:cNvSpPr txBox="1">
                <a:spLocks noRot="1" noChangeAspect="1" noMove="1" noResize="1" noEditPoints="1" noAdjustHandles="1" noChangeArrowheads="1" noChangeShapeType="1" noTextEdit="1"/>
              </p:cNvSpPr>
              <p:nvPr/>
            </p:nvSpPr>
            <p:spPr>
              <a:xfrm>
                <a:off x="3591462" y="1789610"/>
                <a:ext cx="8335872" cy="430887"/>
              </a:xfrm>
              <a:prstGeom prst="rect">
                <a:avLst/>
              </a:prstGeom>
              <a:blipFill>
                <a:blip r:embed="rId4"/>
                <a:stretch>
                  <a:fillRect b="-18571"/>
                </a:stretch>
              </a:blipFill>
            </p:spPr>
            <p:txBody>
              <a:bodyPr/>
              <a:lstStyle/>
              <a:p>
                <a:r>
                  <a:rPr lang="en-AU">
                    <a:noFill/>
                  </a:rPr>
                  <a:t> </a:t>
                </a:r>
              </a:p>
            </p:txBody>
          </p:sp>
        </mc:Fallback>
      </mc:AlternateContent>
      <p:pic>
        <p:nvPicPr>
          <p:cNvPr id="17" name="Picture 2" descr="http://blogs.technet.com/resized-image.ashx/__size/550x0/__key/communityserver-blogs-components-weblogfiles/00-00-00-91-10/3513.StickFigure_5F00_GradCap.png">
            <a:extLst>
              <a:ext uri="{FF2B5EF4-FFF2-40B4-BE49-F238E27FC236}">
                <a16:creationId xmlns:a16="http://schemas.microsoft.com/office/drawing/2014/main" id="{06E076CE-30FE-CD06-16C1-3CBA38141F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654" y="4422275"/>
            <a:ext cx="1354745" cy="135474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7627509-82A8-8669-380F-2BDA4E3B5F4B}"/>
                  </a:ext>
                </a:extLst>
              </p:cNvPr>
              <p:cNvSpPr txBox="1"/>
              <p:nvPr/>
            </p:nvSpPr>
            <p:spPr>
              <a:xfrm>
                <a:off x="3682902" y="2182325"/>
                <a:ext cx="7285905"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bg2"/>
                          </a:solidFill>
                          <a:effectLst/>
                          <a:uLnTx/>
                          <a:uFillTx/>
                          <a:latin typeface="Cambria Math" panose="02040503050406030204" pitchFamily="18" charset="0"/>
                          <a:ea typeface="Cambria Math" panose="02040503050406030204" pitchFamily="18" charset="0"/>
                        </a:rPr>
                        <m:t>×</m:t>
                      </m:r>
                      <m:r>
                        <a:rPr lang="en-AU" sz="2200" b="0" i="0" smtClean="0">
                          <a:solidFill>
                            <a:schemeClr val="bg2"/>
                          </a:solidFill>
                          <a:latin typeface="Cambria Math" panose="02040503050406030204" pitchFamily="18" charset="0"/>
                        </a:rPr>
                        <m:t>12)+(3368</m:t>
                      </m:r>
                      <m:r>
                        <a:rPr lang="en-AU" sz="2200" b="0" i="1" smtClean="0">
                          <a:solidFill>
                            <a:schemeClr val="bg2"/>
                          </a:solidFill>
                          <a:latin typeface="Cambria Math" panose="02040503050406030204" pitchFamily="18" charset="0"/>
                          <a:ea typeface="Cambria Math" panose="02040503050406030204" pitchFamily="18" charset="0"/>
                        </a:rPr>
                        <m:t>×</m:t>
                      </m:r>
                      <m:r>
                        <a:rPr lang="en-AU" sz="2200" i="0" smtClean="0">
                          <a:solidFill>
                            <a:schemeClr val="bg2"/>
                          </a:solidFill>
                          <a:latin typeface="Cambria Math" panose="02040503050406030204" pitchFamily="18" charset="0"/>
                        </a:rPr>
                        <m:t>4</m:t>
                      </m:r>
                      <m:r>
                        <a:rPr lang="en-AU" sz="2200" b="0" i="0" smtClean="0">
                          <a:solidFill>
                            <a:schemeClr val="bg2"/>
                          </a:solidFill>
                          <a:latin typeface="Cambria Math" panose="02040503050406030204" pitchFamily="18" charset="0"/>
                        </a:rPr>
                        <m:t>0)+</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bg2"/>
                  </a:solidFill>
                  <a:effectLst/>
                  <a:uLnTx/>
                  <a:uFillTx/>
                  <a:latin typeface="Roboto Condensed" panose="020B0604020202020204" charset="0"/>
                  <a:ea typeface="Roboto Condensed" panose="020B0604020202020204" charset="0"/>
                </a:endParaRPr>
              </a:p>
            </p:txBody>
          </p:sp>
        </mc:Choice>
        <mc:Fallback>
          <p:sp>
            <p:nvSpPr>
              <p:cNvPr id="19" name="TextBox 18">
                <a:extLst>
                  <a:ext uri="{FF2B5EF4-FFF2-40B4-BE49-F238E27FC236}">
                    <a16:creationId xmlns:a16="http://schemas.microsoft.com/office/drawing/2014/main" id="{B7627509-82A8-8669-380F-2BDA4E3B5F4B}"/>
                  </a:ext>
                </a:extLst>
              </p:cNvPr>
              <p:cNvSpPr txBox="1">
                <a:spLocks noRot="1" noChangeAspect="1" noMove="1" noResize="1" noEditPoints="1" noAdjustHandles="1" noChangeArrowheads="1" noChangeShapeType="1" noTextEdit="1"/>
              </p:cNvSpPr>
              <p:nvPr/>
            </p:nvSpPr>
            <p:spPr>
              <a:xfrm>
                <a:off x="3682902" y="2182325"/>
                <a:ext cx="7285905" cy="430887"/>
              </a:xfrm>
              <a:prstGeom prst="rect">
                <a:avLst/>
              </a:prstGeom>
              <a:blipFill>
                <a:blip r:embed="rId5"/>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DE43C2D-EB6C-4F8E-0EE0-E331A8AE2A6E}"/>
                  </a:ext>
                </a:extLst>
              </p:cNvPr>
              <p:cNvSpPr txBox="1"/>
              <p:nvPr/>
            </p:nvSpPr>
            <p:spPr>
              <a:xfrm>
                <a:off x="3607847" y="4270784"/>
                <a:ext cx="8335872"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bg2"/>
                          </a:solidFill>
                          <a:effectLst/>
                          <a:uLnTx/>
                          <a:uFillTx/>
                          <a:latin typeface="Cambria Math" panose="02040503050406030204" pitchFamily="18" charset="0"/>
                          <a:ea typeface="Cambria Math" panose="02040503050406030204" pitchFamily="18" charset="0"/>
                        </a:rPr>
                        <m:t>×</m:t>
                      </m:r>
                      <m:r>
                        <m:rPr>
                          <m:sty m:val="p"/>
                        </m:rPr>
                        <a:rPr lang="en-AU" sz="2200" b="0" i="0" smtClean="0">
                          <a:solidFill>
                            <a:schemeClr val="bg2"/>
                          </a:solidFill>
                          <a:latin typeface="Cambria Math" panose="02040503050406030204" pitchFamily="18" charset="0"/>
                        </a:rPr>
                        <m:t>Education</m:t>
                      </m:r>
                      <m:r>
                        <a:rPr lang="en-AU" sz="2200" b="0" i="0" smtClean="0">
                          <a:solidFill>
                            <a:schemeClr val="bg2"/>
                          </a:solidFill>
                          <a:latin typeface="Cambria Math" panose="02040503050406030204" pitchFamily="18" charset="0"/>
                        </a:rPr>
                        <m:t>)+(3368</m:t>
                      </m:r>
                      <m:r>
                        <a:rPr lang="en-AU" sz="2200" b="0" i="1" smtClean="0">
                          <a:solidFill>
                            <a:schemeClr val="bg2"/>
                          </a:solidFill>
                          <a:latin typeface="Cambria Math" panose="02040503050406030204" pitchFamily="18" charset="0"/>
                          <a:ea typeface="Cambria Math" panose="02040503050406030204" pitchFamily="18" charset="0"/>
                        </a:rPr>
                        <m:t>×</m:t>
                      </m:r>
                      <m:r>
                        <m:rPr>
                          <m:sty m:val="p"/>
                        </m:rPr>
                        <a:rPr lang="en-AU" sz="2200" i="0" smtClean="0">
                          <a:solidFill>
                            <a:schemeClr val="bg2"/>
                          </a:solidFill>
                          <a:latin typeface="Cambria Math" panose="02040503050406030204" pitchFamily="18" charset="0"/>
                        </a:rPr>
                        <m:t>A</m:t>
                      </m:r>
                      <m:r>
                        <m:rPr>
                          <m:sty m:val="p"/>
                        </m:rPr>
                        <a:rPr lang="en-AU" sz="2200" b="0" i="0" smtClean="0">
                          <a:solidFill>
                            <a:schemeClr val="bg2"/>
                          </a:solidFill>
                          <a:latin typeface="Cambria Math" panose="02040503050406030204" pitchFamily="18" charset="0"/>
                        </a:rPr>
                        <m:t>ge</m:t>
                      </m:r>
                      <m:r>
                        <a:rPr lang="en-AU" sz="2200" b="0" i="0" smtClean="0">
                          <a:solidFill>
                            <a:schemeClr val="bg2"/>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bg2"/>
                  </a:solidFill>
                  <a:effectLst/>
                  <a:uLnTx/>
                  <a:uFillTx/>
                  <a:latin typeface="Roboto Condensed" panose="020B0604020202020204" charset="0"/>
                  <a:ea typeface="Roboto Condensed" panose="020B0604020202020204" charset="0"/>
                </a:endParaRPr>
              </a:p>
            </p:txBody>
          </p:sp>
        </mc:Choice>
        <mc:Fallback>
          <p:sp>
            <p:nvSpPr>
              <p:cNvPr id="22" name="TextBox 21">
                <a:extLst>
                  <a:ext uri="{FF2B5EF4-FFF2-40B4-BE49-F238E27FC236}">
                    <a16:creationId xmlns:a16="http://schemas.microsoft.com/office/drawing/2014/main" id="{ADE43C2D-EB6C-4F8E-0EE0-E331A8AE2A6E}"/>
                  </a:ext>
                </a:extLst>
              </p:cNvPr>
              <p:cNvSpPr txBox="1">
                <a:spLocks noRot="1" noChangeAspect="1" noMove="1" noResize="1" noEditPoints="1" noAdjustHandles="1" noChangeArrowheads="1" noChangeShapeType="1" noTextEdit="1"/>
              </p:cNvSpPr>
              <p:nvPr/>
            </p:nvSpPr>
            <p:spPr>
              <a:xfrm>
                <a:off x="3607847" y="4270784"/>
                <a:ext cx="8335872" cy="430887"/>
              </a:xfrm>
              <a:prstGeom prst="rect">
                <a:avLst/>
              </a:prstGeom>
              <a:blipFill>
                <a:blip r:embed="rId6"/>
                <a:stretch>
                  <a:fillRect b="-1857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09A4F59B-97A5-63FD-8FBB-00363A3118C1}"/>
                  </a:ext>
                </a:extLst>
              </p:cNvPr>
              <p:cNvSpPr txBox="1"/>
              <p:nvPr/>
            </p:nvSpPr>
            <p:spPr>
              <a:xfrm>
                <a:off x="3699287" y="4663499"/>
                <a:ext cx="7285905"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=−117119+(4540</m:t>
                      </m:r>
                      <m:r>
                        <a:rPr kumimoji="0" lang="en-AU" sz="2200" b="0" i="1" u="none" strike="noStrike" kern="1200" cap="none" spc="0" normalizeH="0" baseline="0" noProof="0" smtClean="0">
                          <a:ln>
                            <a:noFill/>
                          </a:ln>
                          <a:solidFill>
                            <a:schemeClr val="bg2"/>
                          </a:solidFill>
                          <a:effectLst/>
                          <a:uLnTx/>
                          <a:uFillTx/>
                          <a:latin typeface="Cambria Math" panose="02040503050406030204" pitchFamily="18" charset="0"/>
                          <a:ea typeface="Cambria Math" panose="02040503050406030204" pitchFamily="18" charset="0"/>
                        </a:rPr>
                        <m:t>×</m:t>
                      </m:r>
                      <m:r>
                        <a:rPr lang="en-AU" sz="2200" b="0" i="0" smtClean="0">
                          <a:solidFill>
                            <a:schemeClr val="bg2"/>
                          </a:solidFill>
                          <a:latin typeface="Cambria Math" panose="02040503050406030204" pitchFamily="18" charset="0"/>
                        </a:rPr>
                        <m:t>13)+(3368</m:t>
                      </m:r>
                      <m:r>
                        <a:rPr lang="en-AU" sz="2200" b="0" i="1" smtClean="0">
                          <a:solidFill>
                            <a:schemeClr val="bg2"/>
                          </a:solidFill>
                          <a:latin typeface="Cambria Math" panose="02040503050406030204" pitchFamily="18" charset="0"/>
                          <a:ea typeface="Cambria Math" panose="02040503050406030204" pitchFamily="18" charset="0"/>
                        </a:rPr>
                        <m:t>×</m:t>
                      </m:r>
                      <m:r>
                        <a:rPr lang="en-AU" sz="2200" i="0" smtClean="0">
                          <a:solidFill>
                            <a:schemeClr val="bg2"/>
                          </a:solidFill>
                          <a:latin typeface="Cambria Math" panose="02040503050406030204" pitchFamily="18" charset="0"/>
                        </a:rPr>
                        <m:t>4</m:t>
                      </m:r>
                      <m:r>
                        <a:rPr lang="en-AU" sz="2200" b="0" i="0" smtClean="0">
                          <a:solidFill>
                            <a:schemeClr val="bg2"/>
                          </a:solidFill>
                          <a:latin typeface="Cambria Math" panose="02040503050406030204" pitchFamily="18" charset="0"/>
                        </a:rPr>
                        <m:t>0)+</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bg2"/>
                  </a:solidFill>
                  <a:effectLst/>
                  <a:uLnTx/>
                  <a:uFillTx/>
                  <a:latin typeface="Roboto Condensed" panose="020B0604020202020204" charset="0"/>
                  <a:ea typeface="Roboto Condensed" panose="020B0604020202020204" charset="0"/>
                </a:endParaRPr>
              </a:p>
            </p:txBody>
          </p:sp>
        </mc:Choice>
        <mc:Fallback>
          <p:sp>
            <p:nvSpPr>
              <p:cNvPr id="23" name="TextBox 22">
                <a:extLst>
                  <a:ext uri="{FF2B5EF4-FFF2-40B4-BE49-F238E27FC236}">
                    <a16:creationId xmlns:a16="http://schemas.microsoft.com/office/drawing/2014/main" id="{09A4F59B-97A5-63FD-8FBB-00363A3118C1}"/>
                  </a:ext>
                </a:extLst>
              </p:cNvPr>
              <p:cNvSpPr txBox="1">
                <a:spLocks noRot="1" noChangeAspect="1" noMove="1" noResize="1" noEditPoints="1" noAdjustHandles="1" noChangeArrowheads="1" noChangeShapeType="1" noTextEdit="1"/>
              </p:cNvSpPr>
              <p:nvPr/>
            </p:nvSpPr>
            <p:spPr>
              <a:xfrm>
                <a:off x="3699287" y="4663499"/>
                <a:ext cx="7285905" cy="430887"/>
              </a:xfrm>
              <a:prstGeom prst="rect">
                <a:avLst/>
              </a:prstGeom>
              <a:blipFill>
                <a:blip r:embed="rId7"/>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2B67F7E-6F67-A7DA-4F69-37E368CF5254}"/>
                  </a:ext>
                </a:extLst>
              </p:cNvPr>
              <p:cNvSpPr txBox="1"/>
              <p:nvPr/>
            </p:nvSpPr>
            <p:spPr>
              <a:xfrm>
                <a:off x="3682902" y="2579888"/>
                <a:ext cx="6475619"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=−117119+(</m:t>
                      </m:r>
                      <m:r>
                        <a:rPr kumimoji="0" lang="en-AU" sz="2200" b="0" i="1" u="none" strike="noStrike" kern="1200" cap="none" spc="0" normalizeH="0" baseline="0" noProof="0" smtClean="0">
                          <a:ln>
                            <a:noFill/>
                          </a:ln>
                          <a:solidFill>
                            <a:schemeClr val="bg2"/>
                          </a:solidFill>
                          <a:effectLst/>
                          <a:uLnTx/>
                          <a:uFillTx/>
                          <a:latin typeface="Cambria Math" panose="02040503050406030204" pitchFamily="18" charset="0"/>
                        </a:rPr>
                        <m:t>54480</m:t>
                      </m:r>
                      <m:r>
                        <a:rPr lang="en-AU" sz="2200" b="0" i="0" smtClean="0">
                          <a:solidFill>
                            <a:schemeClr val="bg2"/>
                          </a:solidFill>
                          <a:latin typeface="Cambria Math" panose="02040503050406030204" pitchFamily="18" charset="0"/>
                        </a:rPr>
                        <m:t>)+(</m:t>
                      </m:r>
                      <m:r>
                        <a:rPr lang="en-AU" sz="2200" b="0" i="1" smtClean="0">
                          <a:solidFill>
                            <a:schemeClr val="bg2"/>
                          </a:solidFill>
                          <a:latin typeface="Cambria Math" panose="02040503050406030204" pitchFamily="18" charset="0"/>
                        </a:rPr>
                        <m:t>134720</m:t>
                      </m:r>
                      <m:r>
                        <a:rPr lang="en-AU" sz="2200" b="0" i="0" smtClean="0">
                          <a:solidFill>
                            <a:schemeClr val="bg2"/>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bg2"/>
                  </a:solidFill>
                  <a:effectLst/>
                  <a:uLnTx/>
                  <a:uFillTx/>
                  <a:latin typeface="Roboto Condensed" panose="020B0604020202020204" charset="0"/>
                  <a:ea typeface="Roboto Condensed" panose="020B0604020202020204" charset="0"/>
                </a:endParaRPr>
              </a:p>
            </p:txBody>
          </p:sp>
        </mc:Choice>
        <mc:Fallback>
          <p:sp>
            <p:nvSpPr>
              <p:cNvPr id="6" name="TextBox 5">
                <a:extLst>
                  <a:ext uri="{FF2B5EF4-FFF2-40B4-BE49-F238E27FC236}">
                    <a16:creationId xmlns:a16="http://schemas.microsoft.com/office/drawing/2014/main" id="{32B67F7E-6F67-A7DA-4F69-37E368CF5254}"/>
                  </a:ext>
                </a:extLst>
              </p:cNvPr>
              <p:cNvSpPr txBox="1">
                <a:spLocks noRot="1" noChangeAspect="1" noMove="1" noResize="1" noEditPoints="1" noAdjustHandles="1" noChangeArrowheads="1" noChangeShapeType="1" noTextEdit="1"/>
              </p:cNvSpPr>
              <p:nvPr/>
            </p:nvSpPr>
            <p:spPr>
              <a:xfrm>
                <a:off x="3682902" y="2579888"/>
                <a:ext cx="6475619" cy="430887"/>
              </a:xfrm>
              <a:prstGeom prst="rect">
                <a:avLst/>
              </a:prstGeom>
              <a:blipFill>
                <a:blip r:embed="rId8"/>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C12D236-BE50-69DD-7C0A-7A295AF0A526}"/>
                  </a:ext>
                </a:extLst>
              </p:cNvPr>
              <p:cNvSpPr txBox="1"/>
              <p:nvPr/>
            </p:nvSpPr>
            <p:spPr>
              <a:xfrm>
                <a:off x="3682902" y="2966780"/>
                <a:ext cx="2487797"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AU" sz="2200" b="0" i="1" u="none" strike="noStrike" kern="1200" cap="none" spc="0" normalizeH="0" baseline="0" noProof="0" smtClean="0">
                          <a:ln>
                            <a:noFill/>
                          </a:ln>
                          <a:solidFill>
                            <a:srgbClr val="FF0000"/>
                          </a:solidFill>
                          <a:effectLst/>
                          <a:uLnTx/>
                          <a:uFillTx/>
                          <a:latin typeface="Cambria Math" panose="02040503050406030204" pitchFamily="18" charset="0"/>
                        </a:rPr>
                        <m:t>72,081</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12" name="TextBox 11">
                <a:extLst>
                  <a:ext uri="{FF2B5EF4-FFF2-40B4-BE49-F238E27FC236}">
                    <a16:creationId xmlns:a16="http://schemas.microsoft.com/office/drawing/2014/main" id="{5C12D236-BE50-69DD-7C0A-7A295AF0A526}"/>
                  </a:ext>
                </a:extLst>
              </p:cNvPr>
              <p:cNvSpPr txBox="1">
                <a:spLocks noRot="1" noChangeAspect="1" noMove="1" noResize="1" noEditPoints="1" noAdjustHandles="1" noChangeArrowheads="1" noChangeShapeType="1" noTextEdit="1"/>
              </p:cNvSpPr>
              <p:nvPr/>
            </p:nvSpPr>
            <p:spPr>
              <a:xfrm>
                <a:off x="3682902" y="2966780"/>
                <a:ext cx="2487797" cy="430887"/>
              </a:xfrm>
              <a:prstGeom prst="rect">
                <a:avLst/>
              </a:prstGeom>
              <a:blipFill>
                <a:blip r:embed="rId9"/>
                <a:stretch>
                  <a:fillRect b="-5714"/>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9AFB470-CF4E-E21F-66DC-23E4CAFFE799}"/>
                  </a:ext>
                </a:extLst>
              </p:cNvPr>
              <p:cNvSpPr txBox="1"/>
              <p:nvPr/>
            </p:nvSpPr>
            <p:spPr>
              <a:xfrm>
                <a:off x="3699287" y="5061062"/>
                <a:ext cx="6475619"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=−117119+(</m:t>
                      </m:r>
                      <m:r>
                        <a:rPr kumimoji="0" lang="en-AU" sz="2200" b="0" i="1" u="none" strike="noStrike" kern="1200" cap="none" spc="0" normalizeH="0" baseline="0" noProof="0" smtClean="0">
                          <a:ln>
                            <a:noFill/>
                          </a:ln>
                          <a:solidFill>
                            <a:schemeClr val="bg2"/>
                          </a:solidFill>
                          <a:effectLst/>
                          <a:uLnTx/>
                          <a:uFillTx/>
                          <a:latin typeface="Cambria Math" panose="02040503050406030204" pitchFamily="18" charset="0"/>
                        </a:rPr>
                        <m:t>59020</m:t>
                      </m:r>
                      <m:r>
                        <a:rPr lang="en-AU" sz="2200" b="0" i="0" smtClean="0">
                          <a:solidFill>
                            <a:schemeClr val="bg2"/>
                          </a:solidFill>
                          <a:latin typeface="Cambria Math" panose="02040503050406030204" pitchFamily="18" charset="0"/>
                        </a:rPr>
                        <m:t>)+(</m:t>
                      </m:r>
                      <m:r>
                        <a:rPr lang="en-AU" sz="2200" b="0" i="1" smtClean="0">
                          <a:solidFill>
                            <a:schemeClr val="bg2"/>
                          </a:solidFill>
                          <a:latin typeface="Cambria Math" panose="02040503050406030204" pitchFamily="18" charset="0"/>
                        </a:rPr>
                        <m:t>134720</m:t>
                      </m:r>
                      <m:r>
                        <a:rPr lang="en-AU" sz="2200" b="0" i="0" smtClean="0">
                          <a:solidFill>
                            <a:schemeClr val="bg2"/>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bg2"/>
                  </a:solidFill>
                  <a:effectLst/>
                  <a:uLnTx/>
                  <a:uFillTx/>
                  <a:latin typeface="Roboto Condensed" panose="020B0604020202020204" charset="0"/>
                  <a:ea typeface="Roboto Condensed" panose="020B0604020202020204" charset="0"/>
                </a:endParaRPr>
              </a:p>
            </p:txBody>
          </p:sp>
        </mc:Choice>
        <mc:Fallback>
          <p:sp>
            <p:nvSpPr>
              <p:cNvPr id="18" name="TextBox 17">
                <a:extLst>
                  <a:ext uri="{FF2B5EF4-FFF2-40B4-BE49-F238E27FC236}">
                    <a16:creationId xmlns:a16="http://schemas.microsoft.com/office/drawing/2014/main" id="{89AFB470-CF4E-E21F-66DC-23E4CAFFE799}"/>
                  </a:ext>
                </a:extLst>
              </p:cNvPr>
              <p:cNvSpPr txBox="1">
                <a:spLocks noRot="1" noChangeAspect="1" noMove="1" noResize="1" noEditPoints="1" noAdjustHandles="1" noChangeArrowheads="1" noChangeShapeType="1" noTextEdit="1"/>
              </p:cNvSpPr>
              <p:nvPr/>
            </p:nvSpPr>
            <p:spPr>
              <a:xfrm>
                <a:off x="3699287" y="5061062"/>
                <a:ext cx="6475619" cy="430887"/>
              </a:xfrm>
              <a:prstGeom prst="rect">
                <a:avLst/>
              </a:prstGeom>
              <a:blipFill>
                <a:blip r:embed="rId10"/>
                <a:stretch>
                  <a:fillRect b="-1690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BB6A90B-A03A-B207-C4FB-975B55DC5C96}"/>
                  </a:ext>
                </a:extLst>
              </p:cNvPr>
              <p:cNvSpPr txBox="1"/>
              <p:nvPr/>
            </p:nvSpPr>
            <p:spPr>
              <a:xfrm>
                <a:off x="3699287" y="5447954"/>
                <a:ext cx="2487797" cy="430887"/>
              </a:xfrm>
              <a:prstGeom prst="rect">
                <a:avLst/>
              </a:prstGeom>
              <a:noFill/>
            </p:spPr>
            <p:txBody>
              <a:bodyPr wrap="non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bg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AU" sz="2200" b="0" i="1" u="none" strike="noStrike" kern="1200" cap="none" spc="0" normalizeH="0" baseline="0" noProof="0" smtClean="0">
                          <a:ln>
                            <a:noFill/>
                          </a:ln>
                          <a:solidFill>
                            <a:srgbClr val="FF0000"/>
                          </a:solidFill>
                          <a:effectLst/>
                          <a:uLnTx/>
                          <a:uFillTx/>
                          <a:latin typeface="Cambria Math" panose="02040503050406030204" pitchFamily="18" charset="0"/>
                        </a:rPr>
                        <m:t>76,621</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20" name="TextBox 19">
                <a:extLst>
                  <a:ext uri="{FF2B5EF4-FFF2-40B4-BE49-F238E27FC236}">
                    <a16:creationId xmlns:a16="http://schemas.microsoft.com/office/drawing/2014/main" id="{0BB6A90B-A03A-B207-C4FB-975B55DC5C96}"/>
                  </a:ext>
                </a:extLst>
              </p:cNvPr>
              <p:cNvSpPr txBox="1">
                <a:spLocks noRot="1" noChangeAspect="1" noMove="1" noResize="1" noEditPoints="1" noAdjustHandles="1" noChangeArrowheads="1" noChangeShapeType="1" noTextEdit="1"/>
              </p:cNvSpPr>
              <p:nvPr/>
            </p:nvSpPr>
            <p:spPr>
              <a:xfrm>
                <a:off x="3699287" y="5447954"/>
                <a:ext cx="2487797" cy="430887"/>
              </a:xfrm>
              <a:prstGeom prst="rect">
                <a:avLst/>
              </a:prstGeom>
              <a:blipFill>
                <a:blip r:embed="rId11"/>
                <a:stretch>
                  <a:fillRect b="-5714"/>
                </a:stretch>
              </a:blipFill>
            </p:spPr>
            <p:txBody>
              <a:bodyPr/>
              <a:lstStyle/>
              <a:p>
                <a:r>
                  <a:rPr lang="en-AU">
                    <a:noFill/>
                  </a:rPr>
                  <a:t> </a:t>
                </a:r>
              </a:p>
            </p:txBody>
          </p:sp>
        </mc:Fallback>
      </mc:AlternateContent>
      <p:sp>
        <p:nvSpPr>
          <p:cNvPr id="24" name="TextBox 23">
            <a:extLst>
              <a:ext uri="{FF2B5EF4-FFF2-40B4-BE49-F238E27FC236}">
                <a16:creationId xmlns:a16="http://schemas.microsoft.com/office/drawing/2014/main" id="{4EF67EB8-11D2-4BAF-A08A-03858DF0030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a:t>
            </a: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2B3677F5-F5DC-4A15-B139-C143BE38BA46}"/>
                  </a:ext>
                </a:extLst>
              </p:cNvPr>
              <p:cNvSpPr txBox="1"/>
              <p:nvPr/>
            </p:nvSpPr>
            <p:spPr>
              <a:xfrm>
                <a:off x="129223" y="850783"/>
                <a:ext cx="11949363" cy="430887"/>
              </a:xfrm>
              <a:prstGeom prst="rect">
                <a:avLst/>
              </a:prstGeom>
              <a:noFill/>
              <a:ln>
                <a:solidFill>
                  <a:schemeClr val="tx1"/>
                </a:solidFill>
              </a:ln>
            </p:spPr>
            <p:txBody>
              <a:bodyPr wrap="square" rtlCol="0">
                <a:spAutoFit/>
              </a:bodyPr>
              <a:lstStyle/>
              <a:p>
                <a:pPr lvl="0"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m:rPr>
                          <m:sty m:val="p"/>
                        </m:rP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Income</m:t>
                      </m:r>
                      <m:r>
                        <a:rPr kumimoji="0" lang="en-AU" sz="2200" b="0" i="0" u="none" strike="noStrike" kern="1200" cap="none" spc="0" normalizeH="0" baseline="0" noProof="0" smtClean="0">
                          <a:ln>
                            <a:noFill/>
                          </a:ln>
                          <a:solidFill>
                            <a:schemeClr val="tx1"/>
                          </a:solidFill>
                          <a:effectLst/>
                          <a:uLnTx/>
                          <a:uFillTx/>
                          <a:latin typeface="Cambria Math" panose="02040503050406030204" pitchFamily="18" charset="0"/>
                        </a:rPr>
                        <m:t>=−117119+(454</m:t>
                      </m:r>
                      <m:r>
                        <a:rPr kumimoji="0" lang="en-AU" sz="2200" b="0" i="0" u="none" strike="noStrike" kern="1200" cap="none" spc="0" normalizeH="0" baseline="0" noProof="0" smtClean="0">
                          <a:ln>
                            <a:noFill/>
                          </a:ln>
                          <a:solidFill>
                            <a:srgbClr val="FF0000"/>
                          </a:solidFill>
                          <a:effectLst/>
                          <a:uLnTx/>
                          <a:uFillTx/>
                          <a:latin typeface="Cambria Math" panose="02040503050406030204" pitchFamily="18" charset="0"/>
                        </a:rPr>
                        <m:t>0</m:t>
                      </m:r>
                      <m:r>
                        <a:rPr kumimoji="0" lang="en-AU" sz="22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r>
                        <m:rPr>
                          <m:sty m:val="p"/>
                        </m:rPr>
                        <a:rPr lang="en-AU" sz="2200" b="0" i="0" smtClean="0">
                          <a:solidFill>
                            <a:schemeClr val="tx1"/>
                          </a:solidFill>
                          <a:latin typeface="Cambria Math" panose="02040503050406030204" pitchFamily="18" charset="0"/>
                        </a:rPr>
                        <m:t>Education</m:t>
                      </m:r>
                      <m:r>
                        <a:rPr lang="en-AU" sz="2200" b="0" i="0" smtClean="0">
                          <a:solidFill>
                            <a:schemeClr val="tx1"/>
                          </a:solidFill>
                          <a:latin typeface="Cambria Math" panose="02040503050406030204" pitchFamily="18" charset="0"/>
                        </a:rPr>
                        <m:t>)+(3368</m:t>
                      </m:r>
                      <m:r>
                        <a:rPr lang="en-AU" sz="2200" b="0" i="1" smtClean="0">
                          <a:solidFill>
                            <a:schemeClr val="bg2"/>
                          </a:solidFill>
                          <a:latin typeface="Cambria Math" panose="02040503050406030204" pitchFamily="18" charset="0"/>
                          <a:ea typeface="Cambria Math" panose="02040503050406030204" pitchFamily="18" charset="0"/>
                        </a:rPr>
                        <m:t>×</m:t>
                      </m:r>
                      <m:r>
                        <m:rPr>
                          <m:sty m:val="p"/>
                        </m:rPr>
                        <a:rPr lang="en-AU" sz="2200" i="0" smtClean="0">
                          <a:solidFill>
                            <a:schemeClr val="bg2"/>
                          </a:solidFill>
                          <a:latin typeface="Cambria Math" panose="02040503050406030204" pitchFamily="18" charset="0"/>
                        </a:rPr>
                        <m:t>A</m:t>
                      </m:r>
                      <m:r>
                        <m:rPr>
                          <m:sty m:val="p"/>
                        </m:rPr>
                        <a:rPr lang="en-AU" sz="2200" b="0" i="0" smtClean="0">
                          <a:solidFill>
                            <a:schemeClr val="bg2"/>
                          </a:solidFill>
                          <a:latin typeface="Cambria Math" panose="02040503050406030204" pitchFamily="18" charset="0"/>
                        </a:rPr>
                        <m:t>ge</m:t>
                      </m:r>
                      <m:r>
                        <a:rPr lang="en-AU" sz="2200" b="0" i="0" smtClean="0">
                          <a:solidFill>
                            <a:schemeClr val="bg2"/>
                          </a:solidFill>
                          <a:latin typeface="Cambria Math" panose="02040503050406030204" pitchFamily="18" charset="0"/>
                        </a:rPr>
                        <m:t>)+</m:t>
                      </m:r>
                      <m:r>
                        <m:rPr>
                          <m:sty m:val="p"/>
                        </m:rPr>
                        <a:rPr kumimoji="0" lang="en-AU" sz="2200" b="0" i="0" u="none" strike="noStrike" kern="1200" cap="none" spc="0" normalizeH="0" baseline="0" noProof="0" smtClean="0">
                          <a:ln>
                            <a:noFill/>
                          </a:ln>
                          <a:solidFill>
                            <a:schemeClr val="bg2"/>
                          </a:solidFill>
                          <a:effectLst/>
                          <a:uLnTx/>
                          <a:uFillTx/>
                          <a:latin typeface="Cambria Math" panose="02040503050406030204" pitchFamily="18" charset="0"/>
                        </a:rPr>
                        <m:t>error</m:t>
                      </m:r>
                    </m:oMath>
                  </m:oMathPara>
                </a14:m>
                <a:endParaRPr kumimoji="0" lang="en-AU" sz="2200" b="0" u="none" strike="noStrike" kern="1200" cap="none" spc="0" normalizeH="0" baseline="0" noProof="0" dirty="0">
                  <a:ln>
                    <a:noFill/>
                  </a:ln>
                  <a:solidFill>
                    <a:schemeClr val="tx1"/>
                  </a:solidFill>
                  <a:effectLst/>
                  <a:uLnTx/>
                  <a:uFillTx/>
                  <a:latin typeface="Roboto Condensed" panose="020B0604020202020204" charset="0"/>
                  <a:ea typeface="Roboto Condensed" panose="020B0604020202020204" charset="0"/>
                </a:endParaRPr>
              </a:p>
            </p:txBody>
          </p:sp>
        </mc:Choice>
        <mc:Fallback>
          <p:sp>
            <p:nvSpPr>
              <p:cNvPr id="25" name="TextBox 24">
                <a:extLst>
                  <a:ext uri="{FF2B5EF4-FFF2-40B4-BE49-F238E27FC236}">
                    <a16:creationId xmlns:a16="http://schemas.microsoft.com/office/drawing/2014/main" id="{2B3677F5-F5DC-4A15-B139-C143BE38BA46}"/>
                  </a:ext>
                </a:extLst>
              </p:cNvPr>
              <p:cNvSpPr txBox="1">
                <a:spLocks noRot="1" noChangeAspect="1" noMove="1" noResize="1" noEditPoints="1" noAdjustHandles="1" noChangeArrowheads="1" noChangeShapeType="1" noTextEdit="1"/>
              </p:cNvSpPr>
              <p:nvPr/>
            </p:nvSpPr>
            <p:spPr>
              <a:xfrm>
                <a:off x="129223" y="850783"/>
                <a:ext cx="11949363" cy="430887"/>
              </a:xfrm>
              <a:prstGeom prst="rect">
                <a:avLst/>
              </a:prstGeom>
              <a:blipFill>
                <a:blip r:embed="rId12"/>
                <a:stretch>
                  <a:fillRect b="-16667"/>
                </a:stretch>
              </a:blipFill>
              <a:ln>
                <a:solidFill>
                  <a:schemeClr val="tx1"/>
                </a:solidFill>
              </a:ln>
            </p:spPr>
            <p:txBody>
              <a:bodyPr/>
              <a:lstStyle/>
              <a:p>
                <a:r>
                  <a:rPr lang="en-AU">
                    <a:noFill/>
                  </a:rPr>
                  <a:t> </a:t>
                </a:r>
              </a:p>
            </p:txBody>
          </p:sp>
        </mc:Fallback>
      </mc:AlternateContent>
    </p:spTree>
    <p:extLst>
      <p:ext uri="{BB962C8B-B14F-4D97-AF65-F5344CB8AC3E}">
        <p14:creationId xmlns:p14="http://schemas.microsoft.com/office/powerpoint/2010/main" val="256866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1000"/>
                                        <p:tgtEl>
                                          <p:spTgt spid="22"/>
                                        </p:tgtEl>
                                      </p:cBhvr>
                                    </p:animEffect>
                                    <p:anim calcmode="lin" valueType="num">
                                      <p:cBhvr>
                                        <p:cTn id="22" dur="1000" fill="hold"/>
                                        <p:tgtEl>
                                          <p:spTgt spid="22"/>
                                        </p:tgtEl>
                                        <p:attrNameLst>
                                          <p:attrName>ppt_x</p:attrName>
                                        </p:attrNameLst>
                                      </p:cBhvr>
                                      <p:tavLst>
                                        <p:tav tm="0">
                                          <p:val>
                                            <p:strVal val="#ppt_x"/>
                                          </p:val>
                                        </p:tav>
                                        <p:tav tm="100000">
                                          <p:val>
                                            <p:strVal val="#ppt_x"/>
                                          </p:val>
                                        </p:tav>
                                      </p:tavLst>
                                    </p:anim>
                                    <p:anim calcmode="lin" valueType="num">
                                      <p:cBhvr>
                                        <p:cTn id="2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1000"/>
                                        <p:tgtEl>
                                          <p:spTgt spid="20"/>
                                        </p:tgtEl>
                                      </p:cBhvr>
                                    </p:animEffect>
                                    <p:anim calcmode="lin" valueType="num">
                                      <p:cBhvr>
                                        <p:cTn id="57" dur="1000" fill="hold"/>
                                        <p:tgtEl>
                                          <p:spTgt spid="20"/>
                                        </p:tgtEl>
                                        <p:attrNameLst>
                                          <p:attrName>ppt_x</p:attrName>
                                        </p:attrNameLst>
                                      </p:cBhvr>
                                      <p:tavLst>
                                        <p:tav tm="0">
                                          <p:val>
                                            <p:strVal val="#ppt_x"/>
                                          </p:val>
                                        </p:tav>
                                        <p:tav tm="100000">
                                          <p:val>
                                            <p:strVal val="#ppt_x"/>
                                          </p:val>
                                        </p:tav>
                                      </p:tavLst>
                                    </p:anim>
                                    <p:anim calcmode="lin" valueType="num">
                                      <p:cBhvr>
                                        <p:cTn id="5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2" grpId="0"/>
      <p:bldP spid="23" grpId="0"/>
      <p:bldP spid="6" grpId="0"/>
      <p:bldP spid="12" grpId="0"/>
      <p:bldP spid="18" grpId="0"/>
      <p:bldP spid="20" grpId="0"/>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102EE-06AA-04E1-B420-3CDF894B5D19}"/>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0AC65E1C-E2EB-46FA-A482-35DC44716104}"/>
              </a:ext>
            </a:extLst>
          </p:cNvPr>
          <p:cNvSpPr txBox="1">
            <a:spLocks/>
          </p:cNvSpPr>
          <p:nvPr/>
        </p:nvSpPr>
        <p:spPr>
          <a:xfrm>
            <a:off x="353180" y="1430870"/>
            <a:ext cx="7520819" cy="452596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Arial" panose="020B0604020202020204" pitchFamily="34" charset="0"/>
              <a:buChar char="•"/>
            </a:pPr>
            <a:r>
              <a:rPr lang="en-AU" sz="2400" kern="0" dirty="0">
                <a:latin typeface="Arial Narrow" panose="020B0606020202030204" pitchFamily="34" charset="0"/>
              </a:rPr>
              <a:t>R</a:t>
            </a:r>
            <a:r>
              <a:rPr lang="en-AU" sz="2400" kern="0" baseline="30000" dirty="0">
                <a:latin typeface="Arial Narrow" panose="020B0606020202030204" pitchFamily="34" charset="0"/>
              </a:rPr>
              <a:t>2</a:t>
            </a:r>
            <a:r>
              <a:rPr lang="en-AU" sz="2400" kern="0" dirty="0">
                <a:latin typeface="Arial Narrow" panose="020B0606020202030204" pitchFamily="34" charset="0"/>
              </a:rPr>
              <a:t> (also called coefficient of determination) </a:t>
            </a:r>
            <a:r>
              <a:rPr lang="en-US" sz="2400" kern="0" dirty="0">
                <a:latin typeface="Arial Narrow" panose="020B0606020202030204" pitchFamily="34" charset="0"/>
              </a:rPr>
              <a:t>is a statistical measure of how well the regression model explains the variability of the response variable.</a:t>
            </a:r>
          </a:p>
          <a:p>
            <a:pPr marL="800100" lvl="1" indent="-342900">
              <a:buFont typeface="Wingdings" panose="05000000000000000000" pitchFamily="2" charset="2"/>
              <a:buChar char="§"/>
            </a:pPr>
            <a:r>
              <a:rPr lang="en-US" sz="2400" kern="0" dirty="0">
                <a:latin typeface="Arial Narrow" panose="020B0606020202030204" pitchFamily="34" charset="0"/>
              </a:rPr>
              <a:t>In simple linear regression, 𝑅</a:t>
            </a:r>
            <a:r>
              <a:rPr lang="en-US" sz="2400" kern="0" baseline="30000" dirty="0">
                <a:latin typeface="Arial Narrow" panose="020B0606020202030204" pitchFamily="34" charset="0"/>
              </a:rPr>
              <a:t>2</a:t>
            </a:r>
            <a:r>
              <a:rPr lang="en-US" sz="2400" kern="0" dirty="0">
                <a:latin typeface="Arial Narrow" panose="020B0606020202030204" pitchFamily="34" charset="0"/>
              </a:rPr>
              <a:t> is the square of the correlation coefficient between the observed and predicted values.</a:t>
            </a:r>
          </a:p>
          <a:p>
            <a:pPr marL="800100" lvl="1" indent="-342900">
              <a:buFont typeface="Wingdings" panose="05000000000000000000" pitchFamily="2" charset="2"/>
              <a:buChar char="§"/>
            </a:pPr>
            <a:r>
              <a:rPr lang="en-US" sz="2400" kern="0" dirty="0">
                <a:latin typeface="Arial Narrow" panose="020B0606020202030204" pitchFamily="34" charset="0"/>
              </a:rPr>
              <a:t>In multiple regression, it is the proportion of variance in the response variable explained collectively by all predictors.</a:t>
            </a:r>
          </a:p>
          <a:p>
            <a:pPr marL="800100" lvl="1" indent="-342900">
              <a:buFont typeface="Arial" panose="020B0604020202020204" pitchFamily="34" charset="0"/>
              <a:buChar char="•"/>
            </a:pPr>
            <a:endParaRPr lang="en-AU" sz="2400" kern="0" dirty="0">
              <a:latin typeface="Arial Narrow" panose="020B0606020202030204" pitchFamily="34" charset="0"/>
            </a:endParaRPr>
          </a:p>
          <a:p>
            <a:pPr marL="342900" indent="-342900">
              <a:buFont typeface="Arial" panose="020B0604020202020204" pitchFamily="34" charset="0"/>
              <a:buChar char="•"/>
            </a:pPr>
            <a:r>
              <a:rPr lang="en-AU" sz="2400" kern="0" dirty="0">
                <a:latin typeface="Arial Narrow" panose="020B0606020202030204" pitchFamily="34" charset="0"/>
              </a:rPr>
              <a:t>R</a:t>
            </a:r>
            <a:r>
              <a:rPr lang="en-AU" sz="2400" kern="0" baseline="30000" dirty="0">
                <a:latin typeface="Arial Narrow" panose="020B0606020202030204" pitchFamily="34" charset="0"/>
              </a:rPr>
              <a:t>2</a:t>
            </a:r>
            <a:r>
              <a:rPr lang="en-AU" sz="2400" kern="0" dirty="0">
                <a:latin typeface="Arial Narrow" panose="020B0606020202030204" pitchFamily="34" charset="0"/>
              </a:rPr>
              <a:t> is always between 0 and 1:</a:t>
            </a:r>
          </a:p>
          <a:p>
            <a:pPr marL="800100" lvl="1" indent="-342900">
              <a:buFont typeface="Wingdings" panose="05000000000000000000" pitchFamily="2" charset="2"/>
              <a:buChar char="§"/>
            </a:pPr>
            <a:r>
              <a:rPr lang="en-AU" sz="2400" kern="0" dirty="0">
                <a:latin typeface="Arial Narrow" panose="020B0606020202030204" pitchFamily="34" charset="0"/>
              </a:rPr>
              <a:t>In general</a:t>
            </a:r>
            <a:r>
              <a:rPr lang="en-AU" sz="2400" kern="0" dirty="0">
                <a:solidFill>
                  <a:srgbClr val="FF0000"/>
                </a:solidFill>
                <a:latin typeface="Arial Narrow" panose="020B0606020202030204" pitchFamily="34" charset="0"/>
              </a:rPr>
              <a:t>*</a:t>
            </a:r>
            <a:r>
              <a:rPr lang="en-AU" sz="2400" kern="0" dirty="0">
                <a:latin typeface="Arial Narrow" panose="020B0606020202030204" pitchFamily="34" charset="0"/>
              </a:rPr>
              <a:t>, the higher the R</a:t>
            </a:r>
            <a:r>
              <a:rPr lang="en-AU" sz="2400" kern="0" baseline="30000" dirty="0">
                <a:latin typeface="Arial Narrow" panose="020B0606020202030204" pitchFamily="34" charset="0"/>
              </a:rPr>
              <a:t>2</a:t>
            </a:r>
            <a:r>
              <a:rPr lang="en-AU" sz="2400" kern="0" dirty="0">
                <a:latin typeface="Arial Narrow" panose="020B0606020202030204" pitchFamily="34" charset="0"/>
              </a:rPr>
              <a:t>, the better the model fits your data. </a:t>
            </a:r>
          </a:p>
        </p:txBody>
      </p:sp>
      <p:sp>
        <p:nvSpPr>
          <p:cNvPr id="8" name="TextBox 7">
            <a:extLst>
              <a:ext uri="{FF2B5EF4-FFF2-40B4-BE49-F238E27FC236}">
                <a16:creationId xmlns:a16="http://schemas.microsoft.com/office/drawing/2014/main" id="{5DDC8878-1472-43AE-841A-C1CF63FD0985}"/>
              </a:ext>
            </a:extLst>
          </p:cNvPr>
          <p:cNvSpPr txBox="1"/>
          <p:nvPr/>
        </p:nvSpPr>
        <p:spPr>
          <a:xfrm>
            <a:off x="2015067" y="6512627"/>
            <a:ext cx="7260131" cy="338554"/>
          </a:xfrm>
          <a:prstGeom prst="rect">
            <a:avLst/>
          </a:prstGeom>
          <a:noFill/>
        </p:spPr>
        <p:txBody>
          <a:bodyPr wrap="square" rtlCol="0">
            <a:spAutoFit/>
          </a:bodyPr>
          <a:lstStyle/>
          <a:p>
            <a:r>
              <a:rPr lang="en-AU" sz="1600" dirty="0">
                <a:solidFill>
                  <a:srgbClr val="FF0000"/>
                </a:solidFill>
              </a:rPr>
              <a:t>*</a:t>
            </a:r>
            <a:r>
              <a:rPr lang="en-AU" sz="1600" dirty="0"/>
              <a:t> Need to be mindful of overfitting models</a:t>
            </a:r>
          </a:p>
        </p:txBody>
      </p:sp>
      <p:pic>
        <p:nvPicPr>
          <p:cNvPr id="14" name="Picture 13">
            <a:extLst>
              <a:ext uri="{FF2B5EF4-FFF2-40B4-BE49-F238E27FC236}">
                <a16:creationId xmlns:a16="http://schemas.microsoft.com/office/drawing/2014/main" id="{F35D57BE-424C-44BB-BD87-3A3EFC22B4D9}"/>
              </a:ext>
            </a:extLst>
          </p:cNvPr>
          <p:cNvPicPr>
            <a:picLocks noChangeAspect="1"/>
          </p:cNvPicPr>
          <p:nvPr/>
        </p:nvPicPr>
        <p:blipFill rotWithShape="1">
          <a:blip r:embed="rId2"/>
          <a:srcRect l="13825" t="24876" r="63889" b="15504"/>
          <a:stretch/>
        </p:blipFill>
        <p:spPr>
          <a:xfrm>
            <a:off x="8365067" y="1354667"/>
            <a:ext cx="3589866" cy="5161997"/>
          </a:xfrm>
          <a:prstGeom prst="rect">
            <a:avLst/>
          </a:prstGeom>
        </p:spPr>
      </p:pic>
      <p:sp>
        <p:nvSpPr>
          <p:cNvPr id="18" name="TextBox 17">
            <a:extLst>
              <a:ext uri="{FF2B5EF4-FFF2-40B4-BE49-F238E27FC236}">
                <a16:creationId xmlns:a16="http://schemas.microsoft.com/office/drawing/2014/main" id="{ECC51F00-4141-47FD-843F-7A262899DE23}"/>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t>
            </a:r>
            <a:r>
              <a:rPr lang="en-AU" sz="3600" baseline="30000" dirty="0">
                <a:solidFill>
                  <a:schemeClr val="bg1"/>
                </a:solidFill>
                <a:latin typeface="Arial Narrow" panose="020B0606020202030204" pitchFamily="34" charset="0"/>
              </a:rPr>
              <a:t>2</a:t>
            </a:r>
            <a:r>
              <a:rPr lang="en-AU" sz="3600" dirty="0">
                <a:solidFill>
                  <a:schemeClr val="bg1"/>
                </a:solidFill>
                <a:latin typeface="Arial Narrow" panose="020B0606020202030204" pitchFamily="34" charset="0"/>
              </a:rPr>
              <a:t> and Goodness of Fit</a:t>
            </a:r>
          </a:p>
        </p:txBody>
      </p:sp>
    </p:spTree>
    <p:extLst>
      <p:ext uri="{BB962C8B-B14F-4D97-AF65-F5344CB8AC3E}">
        <p14:creationId xmlns:p14="http://schemas.microsoft.com/office/powerpoint/2010/main" val="21906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462FE-3602-9DC2-1E9B-BC579A7DE1B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D919A9-E8A9-23F3-85B2-0D29C71638D7}"/>
              </a:ext>
            </a:extLst>
          </p:cNvPr>
          <p:cNvPicPr>
            <a:picLocks noChangeAspect="1"/>
          </p:cNvPicPr>
          <p:nvPr/>
        </p:nvPicPr>
        <p:blipFill>
          <a:blip r:embed="rId2"/>
          <a:stretch>
            <a:fillRect/>
          </a:stretch>
        </p:blipFill>
        <p:spPr>
          <a:xfrm>
            <a:off x="0" y="152400"/>
            <a:ext cx="12192000" cy="6553200"/>
          </a:xfrm>
          <a:prstGeom prst="rect">
            <a:avLst/>
          </a:prstGeom>
        </p:spPr>
      </p:pic>
      <p:sp>
        <p:nvSpPr>
          <p:cNvPr id="2" name="Freeform: Shape 1">
            <a:extLst>
              <a:ext uri="{FF2B5EF4-FFF2-40B4-BE49-F238E27FC236}">
                <a16:creationId xmlns:a16="http://schemas.microsoft.com/office/drawing/2014/main" id="{6110C166-D9F9-C9F8-FD6B-5623B863E74B}"/>
              </a:ext>
            </a:extLst>
          </p:cNvPr>
          <p:cNvSpPr/>
          <p:nvPr/>
        </p:nvSpPr>
        <p:spPr>
          <a:xfrm>
            <a:off x="3638550" y="2498360"/>
            <a:ext cx="865642" cy="1102090"/>
          </a:xfrm>
          <a:custGeom>
            <a:avLst/>
            <a:gdLst>
              <a:gd name="connsiteX0" fmla="*/ 581025 w 865642"/>
              <a:gd name="connsiteY0" fmla="*/ 1102090 h 1102090"/>
              <a:gd name="connsiteX1" fmla="*/ 838200 w 865642"/>
              <a:gd name="connsiteY1" fmla="*/ 149590 h 1102090"/>
              <a:gd name="connsiteX2" fmla="*/ 0 w 865642"/>
              <a:gd name="connsiteY2" fmla="*/ 16240 h 1102090"/>
            </a:gdLst>
            <a:ahLst/>
            <a:cxnLst>
              <a:cxn ang="0">
                <a:pos x="connsiteX0" y="connsiteY0"/>
              </a:cxn>
              <a:cxn ang="0">
                <a:pos x="connsiteX1" y="connsiteY1"/>
              </a:cxn>
              <a:cxn ang="0">
                <a:pos x="connsiteX2" y="connsiteY2"/>
              </a:cxn>
            </a:cxnLst>
            <a:rect l="l" t="t" r="r" b="b"/>
            <a:pathLst>
              <a:path w="865642" h="1102090">
                <a:moveTo>
                  <a:pt x="581025" y="1102090"/>
                </a:moveTo>
                <a:cubicBezTo>
                  <a:pt x="758031" y="716327"/>
                  <a:pt x="935037" y="330565"/>
                  <a:pt x="838200" y="149590"/>
                </a:cubicBezTo>
                <a:cubicBezTo>
                  <a:pt x="741363" y="-31385"/>
                  <a:pt x="370681" y="-7573"/>
                  <a:pt x="0" y="16240"/>
                </a:cubicBezTo>
              </a:path>
            </a:pathLst>
          </a:custGeom>
          <a:noFill/>
          <a:ln>
            <a:solidFill>
              <a:srgbClr val="FF000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Freeform: Shape 3">
            <a:extLst>
              <a:ext uri="{FF2B5EF4-FFF2-40B4-BE49-F238E27FC236}">
                <a16:creationId xmlns:a16="http://schemas.microsoft.com/office/drawing/2014/main" id="{C34867E0-9162-1F51-17C0-1A8BD74ACF45}"/>
              </a:ext>
            </a:extLst>
          </p:cNvPr>
          <p:cNvSpPr/>
          <p:nvPr/>
        </p:nvSpPr>
        <p:spPr>
          <a:xfrm>
            <a:off x="2340561" y="2581275"/>
            <a:ext cx="1774239" cy="1455806"/>
          </a:xfrm>
          <a:custGeom>
            <a:avLst/>
            <a:gdLst>
              <a:gd name="connsiteX0" fmla="*/ 1774239 w 1774239"/>
              <a:gd name="connsiteY0" fmla="*/ 1438275 h 1455806"/>
              <a:gd name="connsiteX1" fmla="*/ 916989 w 1774239"/>
              <a:gd name="connsiteY1" fmla="*/ 1362075 h 1455806"/>
              <a:gd name="connsiteX2" fmla="*/ 12114 w 1774239"/>
              <a:gd name="connsiteY2" fmla="*/ 714375 h 1455806"/>
              <a:gd name="connsiteX3" fmla="*/ 478839 w 1774239"/>
              <a:gd name="connsiteY3" fmla="*/ 0 h 1455806"/>
            </a:gdLst>
            <a:ahLst/>
            <a:cxnLst>
              <a:cxn ang="0">
                <a:pos x="connsiteX0" y="connsiteY0"/>
              </a:cxn>
              <a:cxn ang="0">
                <a:pos x="connsiteX1" y="connsiteY1"/>
              </a:cxn>
              <a:cxn ang="0">
                <a:pos x="connsiteX2" y="connsiteY2"/>
              </a:cxn>
              <a:cxn ang="0">
                <a:pos x="connsiteX3" y="connsiteY3"/>
              </a:cxn>
            </a:cxnLst>
            <a:rect l="l" t="t" r="r" b="b"/>
            <a:pathLst>
              <a:path w="1774239" h="1455806">
                <a:moveTo>
                  <a:pt x="1774239" y="1438275"/>
                </a:moveTo>
                <a:cubicBezTo>
                  <a:pt x="1492457" y="1460500"/>
                  <a:pt x="1210676" y="1482725"/>
                  <a:pt x="916989" y="1362075"/>
                </a:cubicBezTo>
                <a:cubicBezTo>
                  <a:pt x="623302" y="1241425"/>
                  <a:pt x="85139" y="941387"/>
                  <a:pt x="12114" y="714375"/>
                </a:cubicBezTo>
                <a:cubicBezTo>
                  <a:pt x="-60911" y="487362"/>
                  <a:pt x="208964" y="243681"/>
                  <a:pt x="478839" y="0"/>
                </a:cubicBezTo>
              </a:path>
            </a:pathLst>
          </a:custGeom>
          <a:noFill/>
          <a:ln>
            <a:solidFill>
              <a:srgbClr val="0070C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36E299-37D9-4A48-9A5C-4BEC11A2FDF0}"/>
                  </a:ext>
                </a:extLst>
              </p:cNvPr>
              <p:cNvSpPr txBox="1"/>
              <p:nvPr/>
            </p:nvSpPr>
            <p:spPr>
              <a:xfrm>
                <a:off x="4821865" y="2272440"/>
                <a:ext cx="3049617" cy="5754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sSub>
                            <m:sSubPr>
                              <m:ctrlPr>
                                <a:rPr lang="en-AU" i="1" smtClean="0">
                                  <a:solidFill>
                                    <a:srgbClr val="FF0000"/>
                                  </a:solidFill>
                                  <a:latin typeface="Cambria Math" panose="02040503050406030204" pitchFamily="18" charset="0"/>
                                </a:rPr>
                              </m:ctrlPr>
                            </m:sSubPr>
                            <m:e>
                              <m:r>
                                <a:rPr lang="en-AU" b="0" i="1" smtClean="0">
                                  <a:solidFill>
                                    <a:srgbClr val="FF0000"/>
                                  </a:solidFill>
                                  <a:latin typeface="Cambria Math" panose="02040503050406030204" pitchFamily="18" charset="0"/>
                                </a:rPr>
                                <m:t>𝑆𝑆</m:t>
                              </m:r>
                            </m:e>
                            <m:sub>
                              <m:r>
                                <a:rPr lang="en-AU" b="0" i="1" smtClean="0">
                                  <a:solidFill>
                                    <a:srgbClr val="FF0000"/>
                                  </a:solidFill>
                                  <a:latin typeface="Cambria Math" panose="02040503050406030204" pitchFamily="18" charset="0"/>
                                </a:rPr>
                                <m:t>𝑅𝑒𝑔𝑟𝑒𝑟𝑠𝑠𝑖𝑜𝑛</m:t>
                              </m:r>
                            </m:sub>
                          </m:sSub>
                        </m:num>
                        <m:den>
                          <m:sSub>
                            <m:sSubPr>
                              <m:ctrlPr>
                                <a:rPr lang="en-AU" i="1" smtClean="0">
                                  <a:latin typeface="Cambria Math" panose="02040503050406030204" pitchFamily="18" charset="0"/>
                                </a:rPr>
                              </m:ctrlPr>
                            </m:sSubPr>
                            <m:e>
                              <m:r>
                                <a:rPr lang="en-AU" b="0" i="1" smtClean="0">
                                  <a:solidFill>
                                    <a:schemeClr val="accent5"/>
                                  </a:solidFill>
                                  <a:latin typeface="Cambria Math" panose="02040503050406030204" pitchFamily="18" charset="0"/>
                                </a:rPr>
                                <m:t>𝑆𝑆</m:t>
                              </m:r>
                            </m:e>
                            <m:sub>
                              <m:r>
                                <a:rPr lang="en-AU" b="0" i="1" smtClean="0">
                                  <a:solidFill>
                                    <a:schemeClr val="accent5"/>
                                  </a:solidFill>
                                  <a:latin typeface="Cambria Math" panose="02040503050406030204" pitchFamily="18" charset="0"/>
                                </a:rPr>
                                <m:t>𝑇𝑜𝑡𝑎𝑙</m:t>
                              </m:r>
                            </m:sub>
                          </m:sSub>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14.63</m:t>
                          </m:r>
                        </m:num>
                        <m:den>
                          <m:r>
                            <a:rPr lang="en-AU" b="0" i="1" smtClean="0">
                              <a:latin typeface="Cambria Math" panose="02040503050406030204" pitchFamily="18" charset="0"/>
                            </a:rPr>
                            <m:t>64</m:t>
                          </m:r>
                        </m:den>
                      </m:f>
                      <m:r>
                        <a:rPr lang="en-AU" b="0" i="1" smtClean="0">
                          <a:latin typeface="Cambria Math" panose="02040503050406030204" pitchFamily="18" charset="0"/>
                        </a:rPr>
                        <m:t>=0.229</m:t>
                      </m:r>
                    </m:oMath>
                  </m:oMathPara>
                </a14:m>
                <a:endParaRPr lang="en-AU" dirty="0"/>
              </a:p>
            </p:txBody>
          </p:sp>
        </mc:Choice>
        <mc:Fallback xmlns="">
          <p:sp>
            <p:nvSpPr>
              <p:cNvPr id="6" name="TextBox 5">
                <a:extLst>
                  <a:ext uri="{FF2B5EF4-FFF2-40B4-BE49-F238E27FC236}">
                    <a16:creationId xmlns:a16="http://schemas.microsoft.com/office/drawing/2014/main" id="{C136E299-37D9-4A48-9A5C-4BEC11A2FDF0}"/>
                  </a:ext>
                </a:extLst>
              </p:cNvPr>
              <p:cNvSpPr txBox="1">
                <a:spLocks noRot="1" noChangeAspect="1" noMove="1" noResize="1" noEditPoints="1" noAdjustHandles="1" noChangeArrowheads="1" noChangeShapeType="1" noTextEdit="1"/>
              </p:cNvSpPr>
              <p:nvPr/>
            </p:nvSpPr>
            <p:spPr>
              <a:xfrm>
                <a:off x="4821865" y="2272440"/>
                <a:ext cx="3049617" cy="575414"/>
              </a:xfrm>
              <a:prstGeom prst="rect">
                <a:avLst/>
              </a:prstGeom>
              <a:blipFill>
                <a:blip r:embed="rId3"/>
                <a:stretch>
                  <a:fillRect b="-1064"/>
                </a:stretch>
              </a:blipFill>
            </p:spPr>
            <p:txBody>
              <a:bodyPr/>
              <a:lstStyle/>
              <a:p>
                <a:r>
                  <a:rPr lang="en-AU">
                    <a:noFill/>
                  </a:rPr>
                  <a:t> </a:t>
                </a:r>
              </a:p>
            </p:txBody>
          </p:sp>
        </mc:Fallback>
      </mc:AlternateContent>
      <p:sp>
        <p:nvSpPr>
          <p:cNvPr id="16" name="Rectangle 15">
            <a:extLst>
              <a:ext uri="{FF2B5EF4-FFF2-40B4-BE49-F238E27FC236}">
                <a16:creationId xmlns:a16="http://schemas.microsoft.com/office/drawing/2014/main" id="{3BCA4EC7-7729-4387-94BE-4A0854A10633}"/>
              </a:ext>
            </a:extLst>
          </p:cNvPr>
          <p:cNvSpPr/>
          <p:nvPr/>
        </p:nvSpPr>
        <p:spPr>
          <a:xfrm>
            <a:off x="1771650" y="2409825"/>
            <a:ext cx="1866900" cy="2667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3F217196-35CA-4C84-8D0C-CF60EA305FE3}"/>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t>
            </a:r>
            <a:r>
              <a:rPr lang="en-AU" sz="3600" baseline="30000" dirty="0">
                <a:solidFill>
                  <a:schemeClr val="bg1"/>
                </a:solidFill>
                <a:latin typeface="Arial Narrow" panose="020B0606020202030204" pitchFamily="34" charset="0"/>
              </a:rPr>
              <a:t>2</a:t>
            </a:r>
            <a:r>
              <a:rPr lang="en-AU" sz="3600" dirty="0">
                <a:solidFill>
                  <a:schemeClr val="bg1"/>
                </a:solidFill>
                <a:latin typeface="Arial Narrow" panose="020B0606020202030204" pitchFamily="34" charset="0"/>
              </a:rPr>
              <a:t> and Goodness of Fit</a:t>
            </a:r>
          </a:p>
        </p:txBody>
      </p:sp>
    </p:spTree>
    <p:extLst>
      <p:ext uri="{BB962C8B-B14F-4D97-AF65-F5344CB8AC3E}">
        <p14:creationId xmlns:p14="http://schemas.microsoft.com/office/powerpoint/2010/main" val="211723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701C9-8DB4-B844-851B-BFFF5DED0E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D66C00-1BF8-3DCA-4238-995358E775FC}"/>
              </a:ext>
            </a:extLst>
          </p:cNvPr>
          <p:cNvPicPr>
            <a:picLocks noChangeAspect="1"/>
          </p:cNvPicPr>
          <p:nvPr/>
        </p:nvPicPr>
        <p:blipFill>
          <a:blip r:embed="rId2"/>
          <a:stretch>
            <a:fillRect/>
          </a:stretch>
        </p:blipFill>
        <p:spPr>
          <a:xfrm>
            <a:off x="0" y="152400"/>
            <a:ext cx="12192000" cy="6553200"/>
          </a:xfrm>
          <a:prstGeom prst="rect">
            <a:avLst/>
          </a:prstGeom>
        </p:spPr>
      </p:pic>
      <p:sp>
        <p:nvSpPr>
          <p:cNvPr id="5" name="Rectangle 4">
            <a:extLst>
              <a:ext uri="{FF2B5EF4-FFF2-40B4-BE49-F238E27FC236}">
                <a16:creationId xmlns:a16="http://schemas.microsoft.com/office/drawing/2014/main" id="{91A50907-ADCB-7725-02C6-B37A4FB48C76}"/>
              </a:ext>
            </a:extLst>
          </p:cNvPr>
          <p:cNvSpPr/>
          <p:nvPr/>
        </p:nvSpPr>
        <p:spPr>
          <a:xfrm>
            <a:off x="1771650" y="2409825"/>
            <a:ext cx="1866900" cy="2667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EAF0A4E4-A3DE-01B1-F66D-696642229C15}"/>
              </a:ext>
            </a:extLst>
          </p:cNvPr>
          <p:cNvSpPr txBox="1"/>
          <p:nvPr/>
        </p:nvSpPr>
        <p:spPr>
          <a:xfrm>
            <a:off x="3790949" y="2343150"/>
            <a:ext cx="7400925" cy="369332"/>
          </a:xfrm>
          <a:prstGeom prst="rect">
            <a:avLst/>
          </a:prstGeom>
          <a:noFill/>
        </p:spPr>
        <p:txBody>
          <a:bodyPr wrap="square" rtlCol="0">
            <a:spAutoFit/>
          </a:bodyPr>
          <a:lstStyle/>
          <a:p>
            <a:r>
              <a:rPr lang="en-US" dirty="0">
                <a:solidFill>
                  <a:srgbClr val="FF0000"/>
                </a:solidFill>
              </a:rPr>
              <a:t>Note: R</a:t>
            </a:r>
            <a:r>
              <a:rPr lang="en-US" baseline="30000" dirty="0">
                <a:solidFill>
                  <a:srgbClr val="FF0000"/>
                </a:solidFill>
              </a:rPr>
              <a:t>2</a:t>
            </a:r>
            <a:r>
              <a:rPr lang="en-US" dirty="0">
                <a:solidFill>
                  <a:srgbClr val="FF0000"/>
                </a:solidFill>
              </a:rPr>
              <a:t> is suitable for you are dealing with simple linear regression</a:t>
            </a:r>
            <a:endParaRPr lang="en-AU" dirty="0">
              <a:solidFill>
                <a:srgbClr val="FF0000"/>
              </a:solidFill>
            </a:endParaRPr>
          </a:p>
        </p:txBody>
      </p:sp>
      <p:sp>
        <p:nvSpPr>
          <p:cNvPr id="14" name="TextBox 13">
            <a:extLst>
              <a:ext uri="{FF2B5EF4-FFF2-40B4-BE49-F238E27FC236}">
                <a16:creationId xmlns:a16="http://schemas.microsoft.com/office/drawing/2014/main" id="{690DB21E-E430-419E-BE68-5FD51ABC8928}"/>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R</a:t>
            </a:r>
            <a:r>
              <a:rPr lang="en-AU" sz="3600" baseline="30000" dirty="0">
                <a:solidFill>
                  <a:schemeClr val="bg1"/>
                </a:solidFill>
                <a:latin typeface="Arial Narrow" panose="020B0606020202030204" pitchFamily="34" charset="0"/>
              </a:rPr>
              <a:t>2</a:t>
            </a:r>
            <a:r>
              <a:rPr lang="en-AU" sz="3600" dirty="0">
                <a:solidFill>
                  <a:schemeClr val="bg1"/>
                </a:solidFill>
                <a:latin typeface="Arial Narrow" panose="020B0606020202030204" pitchFamily="34" charset="0"/>
              </a:rPr>
              <a:t> and Goodness of Fit</a:t>
            </a:r>
          </a:p>
        </p:txBody>
      </p:sp>
    </p:spTree>
    <p:extLst>
      <p:ext uri="{BB962C8B-B14F-4D97-AF65-F5344CB8AC3E}">
        <p14:creationId xmlns:p14="http://schemas.microsoft.com/office/powerpoint/2010/main" val="323645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0832-01FE-17F3-26F3-33F5000F61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ADABFFE-6D83-4ECE-532D-A1EF0286E740}"/>
              </a:ext>
            </a:extLst>
          </p:cNvPr>
          <p:cNvPicPr>
            <a:picLocks noChangeAspect="1"/>
          </p:cNvPicPr>
          <p:nvPr/>
        </p:nvPicPr>
        <p:blipFill>
          <a:blip r:embed="rId2"/>
          <a:stretch>
            <a:fillRect/>
          </a:stretch>
        </p:blipFill>
        <p:spPr>
          <a:xfrm>
            <a:off x="0" y="304800"/>
            <a:ext cx="12192000" cy="6553200"/>
          </a:xfrm>
          <a:prstGeom prst="rect">
            <a:avLst/>
          </a:prstGeom>
        </p:spPr>
      </p:pic>
      <p:sp>
        <p:nvSpPr>
          <p:cNvPr id="7" name="Right Brace 6">
            <a:extLst>
              <a:ext uri="{FF2B5EF4-FFF2-40B4-BE49-F238E27FC236}">
                <a16:creationId xmlns:a16="http://schemas.microsoft.com/office/drawing/2014/main" id="{05413071-3E87-BFCB-01FC-D75D1E295A1B}"/>
              </a:ext>
            </a:extLst>
          </p:cNvPr>
          <p:cNvSpPr/>
          <p:nvPr/>
        </p:nvSpPr>
        <p:spPr>
          <a:xfrm rot="5400000">
            <a:off x="933449" y="2609850"/>
            <a:ext cx="180975" cy="1285875"/>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8" name="TextBox 7">
            <a:extLst>
              <a:ext uri="{FF2B5EF4-FFF2-40B4-BE49-F238E27FC236}">
                <a16:creationId xmlns:a16="http://schemas.microsoft.com/office/drawing/2014/main" id="{569D2ADB-4C1F-C915-3A5D-744D324A2AF0}"/>
              </a:ext>
            </a:extLst>
          </p:cNvPr>
          <p:cNvSpPr txBox="1"/>
          <p:nvPr/>
        </p:nvSpPr>
        <p:spPr>
          <a:xfrm>
            <a:off x="266699" y="3419475"/>
            <a:ext cx="1866901" cy="1200329"/>
          </a:xfrm>
          <a:prstGeom prst="rect">
            <a:avLst/>
          </a:prstGeom>
          <a:noFill/>
        </p:spPr>
        <p:txBody>
          <a:bodyPr wrap="square" rtlCol="0">
            <a:spAutoFit/>
          </a:bodyPr>
          <a:lstStyle/>
          <a:p>
            <a:pPr algn="ctr"/>
            <a:r>
              <a:rPr lang="en-US" dirty="0">
                <a:solidFill>
                  <a:srgbClr val="FF0000"/>
                </a:solidFill>
              </a:rPr>
              <a:t>Suppose we have a multiple regression problem instead</a:t>
            </a:r>
            <a:endParaRPr lang="en-AU" dirty="0">
              <a:solidFill>
                <a:srgbClr val="FF0000"/>
              </a:solidFill>
            </a:endParaRPr>
          </a:p>
        </p:txBody>
      </p:sp>
      <p:sp>
        <p:nvSpPr>
          <p:cNvPr id="2" name="Rectangle 1">
            <a:extLst>
              <a:ext uri="{FF2B5EF4-FFF2-40B4-BE49-F238E27FC236}">
                <a16:creationId xmlns:a16="http://schemas.microsoft.com/office/drawing/2014/main" id="{CEEAC42D-1B13-2ABC-5998-F8D2F2C76015}"/>
              </a:ext>
            </a:extLst>
          </p:cNvPr>
          <p:cNvSpPr/>
          <p:nvPr/>
        </p:nvSpPr>
        <p:spPr>
          <a:xfrm>
            <a:off x="2228850" y="2962275"/>
            <a:ext cx="1866900" cy="2667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3D3B576F-BF39-58B0-B9D6-CD8E723DFEF6}"/>
              </a:ext>
            </a:extLst>
          </p:cNvPr>
          <p:cNvSpPr txBox="1"/>
          <p:nvPr/>
        </p:nvSpPr>
        <p:spPr>
          <a:xfrm>
            <a:off x="4248149" y="2895600"/>
            <a:ext cx="7400925" cy="369332"/>
          </a:xfrm>
          <a:prstGeom prst="rect">
            <a:avLst/>
          </a:prstGeom>
          <a:noFill/>
        </p:spPr>
        <p:txBody>
          <a:bodyPr wrap="square" rtlCol="0">
            <a:spAutoFit/>
          </a:bodyPr>
          <a:lstStyle/>
          <a:p>
            <a:r>
              <a:rPr lang="en-US" dirty="0">
                <a:solidFill>
                  <a:srgbClr val="FF0000"/>
                </a:solidFill>
              </a:rPr>
              <a:t>It would be better to use Adjusted R</a:t>
            </a:r>
            <a:r>
              <a:rPr lang="en-US" baseline="30000" dirty="0">
                <a:solidFill>
                  <a:srgbClr val="FF0000"/>
                </a:solidFill>
              </a:rPr>
              <a:t>2</a:t>
            </a:r>
            <a:r>
              <a:rPr lang="en-US" dirty="0">
                <a:solidFill>
                  <a:srgbClr val="FF0000"/>
                </a:solidFill>
              </a:rPr>
              <a:t> for multiple regression</a:t>
            </a:r>
            <a:endParaRPr lang="en-AU" dirty="0">
              <a:solidFill>
                <a:srgbClr val="FF0000"/>
              </a:solidFill>
            </a:endParaRPr>
          </a:p>
        </p:txBody>
      </p:sp>
      <p:sp>
        <p:nvSpPr>
          <p:cNvPr id="16" name="TextBox 15">
            <a:extLst>
              <a:ext uri="{FF2B5EF4-FFF2-40B4-BE49-F238E27FC236}">
                <a16:creationId xmlns:a16="http://schemas.microsoft.com/office/drawing/2014/main" id="{7E6B5B4F-6393-4D60-BE62-208DF84714E9}"/>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Adjusted R</a:t>
            </a:r>
            <a:r>
              <a:rPr lang="en-AU" sz="3600" baseline="30000" dirty="0">
                <a:solidFill>
                  <a:schemeClr val="bg1"/>
                </a:solidFill>
                <a:latin typeface="Arial Narrow" panose="020B0606020202030204" pitchFamily="34" charset="0"/>
              </a:rPr>
              <a:t>2</a:t>
            </a:r>
            <a:r>
              <a:rPr lang="en-AU" sz="3600" dirty="0">
                <a:solidFill>
                  <a:schemeClr val="bg1"/>
                </a:solidFill>
                <a:latin typeface="Arial Narrow" panose="020B0606020202030204" pitchFamily="34" charset="0"/>
              </a:rPr>
              <a:t> and Multiple Regression</a:t>
            </a:r>
          </a:p>
        </p:txBody>
      </p:sp>
    </p:spTree>
    <p:extLst>
      <p:ext uri="{BB962C8B-B14F-4D97-AF65-F5344CB8AC3E}">
        <p14:creationId xmlns:p14="http://schemas.microsoft.com/office/powerpoint/2010/main" val="686063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4B5AD-8DC3-8EE3-B0DC-071979DABE5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F026108-165B-6783-41A6-3BFB0AED8C38}"/>
              </a:ext>
            </a:extLst>
          </p:cNvPr>
          <p:cNvPicPr>
            <a:picLocks noChangeAspect="1"/>
          </p:cNvPicPr>
          <p:nvPr/>
        </p:nvPicPr>
        <p:blipFill>
          <a:blip r:embed="rId2"/>
          <a:stretch>
            <a:fillRect/>
          </a:stretch>
        </p:blipFill>
        <p:spPr>
          <a:xfrm>
            <a:off x="0" y="304800"/>
            <a:ext cx="12192000" cy="6553200"/>
          </a:xfrm>
          <a:prstGeom prst="rect">
            <a:avLst/>
          </a:prstGeom>
        </p:spPr>
      </p:pic>
      <p:sp>
        <p:nvSpPr>
          <p:cNvPr id="2" name="Rectangle 1">
            <a:extLst>
              <a:ext uri="{FF2B5EF4-FFF2-40B4-BE49-F238E27FC236}">
                <a16:creationId xmlns:a16="http://schemas.microsoft.com/office/drawing/2014/main" id="{E80FF432-07C4-ED8E-3FB3-2BA5D3988D51}"/>
              </a:ext>
            </a:extLst>
          </p:cNvPr>
          <p:cNvSpPr/>
          <p:nvPr/>
        </p:nvSpPr>
        <p:spPr>
          <a:xfrm>
            <a:off x="2228850" y="2962275"/>
            <a:ext cx="1866900" cy="2667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1ED568CC-7365-B701-62BB-E185516F14A2}"/>
              </a:ext>
            </a:extLst>
          </p:cNvPr>
          <p:cNvSpPr/>
          <p:nvPr/>
        </p:nvSpPr>
        <p:spPr>
          <a:xfrm>
            <a:off x="4444409" y="3733800"/>
            <a:ext cx="552892" cy="8572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8F57175-2B5F-5B12-4A38-1F84462C4629}"/>
                  </a:ext>
                </a:extLst>
              </p:cNvPr>
              <p:cNvSpPr txBox="1"/>
              <p:nvPr/>
            </p:nvSpPr>
            <p:spPr>
              <a:xfrm>
                <a:off x="8016948" y="3733800"/>
                <a:ext cx="3902149" cy="2253437"/>
              </a:xfrm>
              <a:prstGeom prst="rect">
                <a:avLst/>
              </a:prstGeom>
              <a:noFill/>
            </p:spPr>
            <p:txBody>
              <a:bodyPr wrap="square" rtlCol="0">
                <a:spAutoFit/>
              </a:bodyPr>
              <a:lstStyle/>
              <a:p>
                <a:r>
                  <a:rPr lang="en-US" dirty="0">
                    <a:solidFill>
                      <a:srgbClr val="FF0000"/>
                    </a:solidFill>
                  </a:rPr>
                  <a:t>2. Compute Adjusted R</a:t>
                </a:r>
                <a:r>
                  <a:rPr lang="en-US" baseline="30000" dirty="0">
                    <a:solidFill>
                      <a:srgbClr val="FF0000"/>
                    </a:solidFill>
                  </a:rPr>
                  <a:t>2</a:t>
                </a:r>
              </a:p>
              <a:p>
                <a:pPr/>
                <a14:m>
                  <m:oMathPara xmlns:m="http://schemas.openxmlformats.org/officeDocument/2006/math">
                    <m:oMathParaPr>
                      <m:jc m:val="left"/>
                    </m:oMathParaPr>
                    <m:oMath xmlns:m="http://schemas.openxmlformats.org/officeDocument/2006/math">
                      <m:r>
                        <a:rPr lang="en-US" i="1">
                          <a:solidFill>
                            <a:srgbClr val="FF0000"/>
                          </a:solidFill>
                          <a:latin typeface="Cambria Math" panose="02040503050406030204" pitchFamily="18" charset="0"/>
                        </a:rPr>
                        <m:t>1−</m:t>
                      </m:r>
                      <m:f>
                        <m:fPr>
                          <m:ctrlPr>
                            <a:rPr lang="en-US" i="1">
                              <a:solidFill>
                                <a:srgbClr val="FF0000"/>
                              </a:solidFill>
                              <a:latin typeface="Cambria Math" panose="02040503050406030204" pitchFamily="18" charset="0"/>
                            </a:rPr>
                          </m:ctrlPr>
                        </m:fPr>
                        <m:num>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𝑀𝑆</m:t>
                              </m:r>
                            </m:e>
                            <m:sub>
                              <m:r>
                                <a:rPr lang="en-US" i="1">
                                  <a:solidFill>
                                    <a:srgbClr val="FF0000"/>
                                  </a:solidFill>
                                  <a:latin typeface="Cambria Math" panose="02040503050406030204" pitchFamily="18" charset="0"/>
                                </a:rPr>
                                <m:t>𝑒𝑟𝑟𝑜𝑟</m:t>
                              </m:r>
                            </m:sub>
                          </m:sSub>
                        </m:num>
                        <m:den>
                          <m:sSub>
                            <m:sSubPr>
                              <m:ctrlPr>
                                <a:rPr lang="en-US" i="1" smtClean="0">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𝑀𝑆</m:t>
                              </m:r>
                            </m:e>
                            <m:sub>
                              <m:r>
                                <a:rPr lang="en-US" i="1">
                                  <a:solidFill>
                                    <a:srgbClr val="0070C0"/>
                                  </a:solidFill>
                                  <a:latin typeface="Cambria Math" panose="02040503050406030204" pitchFamily="18" charset="0"/>
                                </a:rPr>
                                <m:t>𝑡𝑜𝑡𝑎𝑙</m:t>
                              </m:r>
                            </m:sub>
                          </m:sSub>
                        </m:den>
                      </m:f>
                    </m:oMath>
                  </m:oMathPara>
                </a14:m>
                <a:endParaRPr lang="en-US"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AU" sz="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en-US" b="0"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m:t>
                    </m:r>
                    <m:r>
                      <a:rPr lang="en-US" i="1">
                        <a:solidFill>
                          <a:srgbClr val="FF0000"/>
                        </a:solidFill>
                        <a:latin typeface="Cambria Math" panose="02040503050406030204" pitchFamily="18" charset="0"/>
                      </a:rPr>
                      <m:t>1−</m:t>
                    </m:r>
                    <m:f>
                      <m:fPr>
                        <m:ctrlPr>
                          <a:rPr lang="en-US" i="1">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3.37</m:t>
                        </m:r>
                      </m:num>
                      <m:den>
                        <m:r>
                          <a:rPr lang="en-US" b="0" i="1" smtClean="0">
                            <a:solidFill>
                              <a:srgbClr val="0070C0"/>
                            </a:solidFill>
                            <a:latin typeface="Cambria Math" panose="02040503050406030204" pitchFamily="18" charset="0"/>
                          </a:rPr>
                          <m:t>12.8</m:t>
                        </m:r>
                      </m:den>
                    </m:f>
                  </m:oMath>
                </a14:m>
                <a:endParaRPr lang="en-US" dirty="0">
                  <a:solidFill>
                    <a:srgbClr val="FF0000"/>
                  </a:solidFill>
                </a:endParaRPr>
              </a:p>
              <a:p>
                <a:endParaRPr lang="en-US" sz="800" dirty="0">
                  <a:solidFill>
                    <a:srgbClr val="FF0000"/>
                  </a:solidFill>
                </a:endParaRPr>
              </a:p>
              <a:p>
                <a:r>
                  <a:rPr lang="en-AU" dirty="0">
                    <a:solidFill>
                      <a:srgbClr val="FF0000"/>
                    </a:solidFill>
                  </a:rPr>
                  <a:t> </a:t>
                </a:r>
                <a14:m>
                  <m:oMath xmlns:m="http://schemas.openxmlformats.org/officeDocument/2006/math">
                    <m:r>
                      <a:rPr lang="en-US" i="1">
                        <a:solidFill>
                          <a:srgbClr val="FF0000"/>
                        </a:solidFill>
                        <a:latin typeface="Cambria Math" panose="02040503050406030204" pitchFamily="18" charset="0"/>
                      </a:rPr>
                      <m:t>=1−</m:t>
                    </m:r>
                    <m:r>
                      <a:rPr lang="en-US" b="0" i="1" smtClean="0">
                        <a:solidFill>
                          <a:srgbClr val="FF0000"/>
                        </a:solidFill>
                        <a:latin typeface="Cambria Math" panose="02040503050406030204" pitchFamily="18" charset="0"/>
                      </a:rPr>
                      <m:t>0.26</m:t>
                    </m:r>
                  </m:oMath>
                </a14:m>
                <a:endParaRPr lang="en-US" b="0" dirty="0">
                  <a:solidFill>
                    <a:srgbClr val="FF0000"/>
                  </a:solidFill>
                </a:endParaRPr>
              </a:p>
              <a:p>
                <a:endParaRPr lang="en-AU" sz="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rgbClr val="FF0000"/>
                    </a:solidFill>
                  </a:rPr>
                  <a:t> </a:t>
                </a:r>
                <a14:m>
                  <m:oMath xmlns:m="http://schemas.openxmlformats.org/officeDocument/2006/math">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0.73</m:t>
                    </m:r>
                  </m:oMath>
                </a14:m>
                <a:endParaRPr lang="en-AU" dirty="0">
                  <a:solidFill>
                    <a:srgbClr val="FF0000"/>
                  </a:solidFill>
                </a:endParaRPr>
              </a:p>
            </p:txBody>
          </p:sp>
        </mc:Choice>
        <mc:Fallback xmlns="">
          <p:sp>
            <p:nvSpPr>
              <p:cNvPr id="7" name="TextBox 6">
                <a:extLst>
                  <a:ext uri="{FF2B5EF4-FFF2-40B4-BE49-F238E27FC236}">
                    <a16:creationId xmlns:a16="http://schemas.microsoft.com/office/drawing/2014/main" id="{48F57175-2B5F-5B12-4A38-1F84462C4629}"/>
                  </a:ext>
                </a:extLst>
              </p:cNvPr>
              <p:cNvSpPr txBox="1">
                <a:spLocks noRot="1" noChangeAspect="1" noMove="1" noResize="1" noEditPoints="1" noAdjustHandles="1" noChangeArrowheads="1" noChangeShapeType="1" noTextEdit="1"/>
              </p:cNvSpPr>
              <p:nvPr/>
            </p:nvSpPr>
            <p:spPr>
              <a:xfrm>
                <a:off x="8016948" y="3733800"/>
                <a:ext cx="3902149" cy="2253437"/>
              </a:xfrm>
              <a:prstGeom prst="rect">
                <a:avLst/>
              </a:prstGeom>
              <a:blipFill>
                <a:blip r:embed="rId3"/>
                <a:stretch>
                  <a:fillRect l="-1250" t="-162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DD2E4C7-77FA-A71C-0A27-88052D8C5A7A}"/>
                  </a:ext>
                </a:extLst>
              </p:cNvPr>
              <p:cNvSpPr txBox="1"/>
              <p:nvPr/>
            </p:nvSpPr>
            <p:spPr>
              <a:xfrm>
                <a:off x="8048625" y="2657475"/>
                <a:ext cx="3810000" cy="646331"/>
              </a:xfrm>
              <a:prstGeom prst="rect">
                <a:avLst/>
              </a:prstGeom>
              <a:noFill/>
            </p:spPr>
            <p:txBody>
              <a:bodyPr wrap="square" rtlCol="0">
                <a:spAutoFit/>
              </a:bodyPr>
              <a:lstStyle/>
              <a:p>
                <a:r>
                  <a:rPr lang="en-US" dirty="0">
                    <a:solidFill>
                      <a:srgbClr val="FF0000"/>
                    </a:solidFill>
                  </a:rPr>
                  <a:t>1. Compute </a:t>
                </a:r>
                <a:r>
                  <a:rPr lang="en-US" dirty="0">
                    <a:solidFill>
                      <a:srgbClr val="0070C0"/>
                    </a:solidFill>
                  </a:rPr>
                  <a:t>MS Total</a:t>
                </a:r>
              </a:p>
              <a:p>
                <a:pPr/>
                <a14:m>
                  <m:oMathPara xmlns:m="http://schemas.openxmlformats.org/officeDocument/2006/math">
                    <m:oMathParaPr>
                      <m:jc m:val="left"/>
                    </m:oMathParaPr>
                    <m:oMath xmlns:m="http://schemas.openxmlformats.org/officeDocument/2006/math">
                      <m:f>
                        <m:fPr>
                          <m:type m:val="lin"/>
                          <m:ctrlPr>
                            <a:rPr lang="en-AU"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   </m:t>
                          </m:r>
                          <m:sSub>
                            <m:sSubPr>
                              <m:ctrlPr>
                                <a:rPr lang="en-AU"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𝑆𝑆</m:t>
                              </m:r>
                            </m:e>
                            <m:sub>
                              <m:r>
                                <a:rPr lang="en-US" b="0" i="1" smtClean="0">
                                  <a:solidFill>
                                    <a:srgbClr val="FF0000"/>
                                  </a:solidFill>
                                  <a:latin typeface="Cambria Math" panose="02040503050406030204" pitchFamily="18" charset="0"/>
                                </a:rPr>
                                <m:t>𝑡𝑜𝑡𝑎𝑙</m:t>
                              </m:r>
                            </m:sub>
                          </m:sSub>
                        </m:num>
                        <m:den>
                          <m:sSub>
                            <m:sSubPr>
                              <m:ctrlPr>
                                <a:rPr lang="en-AU"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𝑑𝑓</m:t>
                              </m:r>
                            </m:e>
                            <m:sub>
                              <m:r>
                                <a:rPr lang="en-US" b="0" i="1" smtClean="0">
                                  <a:solidFill>
                                    <a:srgbClr val="FF0000"/>
                                  </a:solidFill>
                                  <a:latin typeface="Cambria Math" panose="02040503050406030204" pitchFamily="18" charset="0"/>
                                </a:rPr>
                                <m:t>𝑡𝑜𝑡𝑎𝑙</m:t>
                              </m:r>
                            </m:sub>
                          </m:sSub>
                          <m:r>
                            <a:rPr lang="en-US" b="0" i="1" smtClean="0">
                              <a:solidFill>
                                <a:srgbClr val="FF0000"/>
                              </a:solidFill>
                              <a:latin typeface="Cambria Math" panose="02040503050406030204" pitchFamily="18" charset="0"/>
                            </a:rPr>
                            <m:t>=</m:t>
                          </m:r>
                          <m:f>
                            <m:fPr>
                              <m:type m:val="lin"/>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64</m:t>
                              </m:r>
                            </m:num>
                            <m:den>
                              <m:r>
                                <a:rPr lang="en-US" b="0" i="1" smtClean="0">
                                  <a:solidFill>
                                    <a:srgbClr val="FF0000"/>
                                  </a:solidFill>
                                  <a:latin typeface="Cambria Math" panose="02040503050406030204" pitchFamily="18" charset="0"/>
                                </a:rPr>
                                <m:t>5</m:t>
                              </m:r>
                            </m:den>
                          </m:f>
                          <m:r>
                            <a:rPr lang="en-US" b="0" i="1" smtClean="0">
                              <a:solidFill>
                                <a:srgbClr val="FF0000"/>
                              </a:solidFill>
                              <a:latin typeface="Cambria Math" panose="02040503050406030204" pitchFamily="18" charset="0"/>
                            </a:rPr>
                            <m:t>=</m:t>
                          </m:r>
                          <m:r>
                            <a:rPr lang="en-US" b="0" i="1" smtClean="0">
                              <a:solidFill>
                                <a:srgbClr val="0070C0"/>
                              </a:solidFill>
                              <a:latin typeface="Cambria Math" panose="02040503050406030204" pitchFamily="18" charset="0"/>
                            </a:rPr>
                            <m:t>12.8</m:t>
                          </m:r>
                        </m:den>
                      </m:f>
                    </m:oMath>
                  </m:oMathPara>
                </a14:m>
                <a:endParaRPr lang="en-AU" dirty="0">
                  <a:solidFill>
                    <a:srgbClr val="FF0000"/>
                  </a:solidFill>
                </a:endParaRPr>
              </a:p>
            </p:txBody>
          </p:sp>
        </mc:Choice>
        <mc:Fallback xmlns="">
          <p:sp>
            <p:nvSpPr>
              <p:cNvPr id="8" name="TextBox 7">
                <a:extLst>
                  <a:ext uri="{FF2B5EF4-FFF2-40B4-BE49-F238E27FC236}">
                    <a16:creationId xmlns:a16="http://schemas.microsoft.com/office/drawing/2014/main" id="{BDD2E4C7-77FA-A71C-0A27-88052D8C5A7A}"/>
                  </a:ext>
                </a:extLst>
              </p:cNvPr>
              <p:cNvSpPr txBox="1">
                <a:spLocks noRot="1" noChangeAspect="1" noMove="1" noResize="1" noEditPoints="1" noAdjustHandles="1" noChangeArrowheads="1" noChangeShapeType="1" noTextEdit="1"/>
              </p:cNvSpPr>
              <p:nvPr/>
            </p:nvSpPr>
            <p:spPr>
              <a:xfrm>
                <a:off x="8048625" y="2657475"/>
                <a:ext cx="3810000" cy="646331"/>
              </a:xfrm>
              <a:prstGeom prst="rect">
                <a:avLst/>
              </a:prstGeom>
              <a:blipFill>
                <a:blip r:embed="rId4"/>
                <a:stretch>
                  <a:fillRect l="-1280" t="-23585" b="-101887"/>
                </a:stretch>
              </a:blipFill>
            </p:spPr>
            <p:txBody>
              <a:bodyPr/>
              <a:lstStyle/>
              <a:p>
                <a:r>
                  <a:rPr lang="en-AU">
                    <a:noFill/>
                  </a:rPr>
                  <a:t> </a:t>
                </a:r>
              </a:p>
            </p:txBody>
          </p:sp>
        </mc:Fallback>
      </mc:AlternateContent>
      <p:sp>
        <p:nvSpPr>
          <p:cNvPr id="10" name="Freeform: Shape 9">
            <a:extLst>
              <a:ext uri="{FF2B5EF4-FFF2-40B4-BE49-F238E27FC236}">
                <a16:creationId xmlns:a16="http://schemas.microsoft.com/office/drawing/2014/main" id="{25047342-4625-2649-1CFB-9C6B84936ED7}"/>
              </a:ext>
            </a:extLst>
          </p:cNvPr>
          <p:cNvSpPr/>
          <p:nvPr/>
        </p:nvSpPr>
        <p:spPr>
          <a:xfrm>
            <a:off x="5146158" y="4167963"/>
            <a:ext cx="2870791" cy="660585"/>
          </a:xfrm>
          <a:custGeom>
            <a:avLst/>
            <a:gdLst>
              <a:gd name="connsiteX0" fmla="*/ 0 w 2870791"/>
              <a:gd name="connsiteY0" fmla="*/ 138223 h 660585"/>
              <a:gd name="connsiteX1" fmla="*/ 1084521 w 2870791"/>
              <a:gd name="connsiteY1" fmla="*/ 659218 h 660585"/>
              <a:gd name="connsiteX2" fmla="*/ 2870791 w 2870791"/>
              <a:gd name="connsiteY2" fmla="*/ 0 h 660585"/>
            </a:gdLst>
            <a:ahLst/>
            <a:cxnLst>
              <a:cxn ang="0">
                <a:pos x="connsiteX0" y="connsiteY0"/>
              </a:cxn>
              <a:cxn ang="0">
                <a:pos x="connsiteX1" y="connsiteY1"/>
              </a:cxn>
              <a:cxn ang="0">
                <a:pos x="connsiteX2" y="connsiteY2"/>
              </a:cxn>
            </a:cxnLst>
            <a:rect l="l" t="t" r="r" b="b"/>
            <a:pathLst>
              <a:path w="2870791" h="660585">
                <a:moveTo>
                  <a:pt x="0" y="138223"/>
                </a:moveTo>
                <a:cubicBezTo>
                  <a:pt x="303028" y="410239"/>
                  <a:pt x="606056" y="682255"/>
                  <a:pt x="1084521" y="659218"/>
                </a:cubicBezTo>
                <a:cubicBezTo>
                  <a:pt x="1562986" y="636181"/>
                  <a:pt x="2216888" y="318090"/>
                  <a:pt x="2870791" y="0"/>
                </a:cubicBezTo>
              </a:path>
            </a:pathLst>
          </a:custGeom>
          <a:noFill/>
          <a:ln>
            <a:solidFill>
              <a:srgbClr val="FF000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14A6AEB6-0186-4B69-8DDC-235C0A679018}"/>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Adjusted R</a:t>
            </a:r>
            <a:r>
              <a:rPr lang="en-AU" sz="3600" baseline="30000" dirty="0">
                <a:solidFill>
                  <a:schemeClr val="bg1"/>
                </a:solidFill>
                <a:latin typeface="Arial Narrow" panose="020B0606020202030204" pitchFamily="34" charset="0"/>
              </a:rPr>
              <a:t>2</a:t>
            </a:r>
            <a:r>
              <a:rPr lang="en-AU" sz="3600" dirty="0">
                <a:solidFill>
                  <a:schemeClr val="bg1"/>
                </a:solidFill>
                <a:latin typeface="Arial Narrow" panose="020B0606020202030204" pitchFamily="34" charset="0"/>
              </a:rPr>
              <a:t> and Multiple Regression</a:t>
            </a:r>
          </a:p>
        </p:txBody>
      </p:sp>
    </p:spTree>
    <p:extLst>
      <p:ext uri="{BB962C8B-B14F-4D97-AF65-F5344CB8AC3E}">
        <p14:creationId xmlns:p14="http://schemas.microsoft.com/office/powerpoint/2010/main" val="1634231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FCDD4F-2B8F-4845-A62A-D210F75B865C}"/>
              </a:ext>
            </a:extLst>
          </p:cNvPr>
          <p:cNvPicPr>
            <a:picLocks noChangeAspect="1"/>
          </p:cNvPicPr>
          <p:nvPr/>
        </p:nvPicPr>
        <p:blipFill>
          <a:blip r:embed="rId2"/>
          <a:stretch>
            <a:fillRect/>
          </a:stretch>
        </p:blipFill>
        <p:spPr>
          <a:xfrm>
            <a:off x="0" y="152400"/>
            <a:ext cx="12192000" cy="65532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9FE1F-E7F3-40A0-BFC8-CA8DDCC307D3}"/>
                  </a:ext>
                </a:extLst>
              </p:cNvPr>
              <p:cNvSpPr txBox="1"/>
              <p:nvPr/>
            </p:nvSpPr>
            <p:spPr>
              <a:xfrm>
                <a:off x="2963333" y="1947333"/>
                <a:ext cx="4384021" cy="276999"/>
              </a:xfrm>
              <a:prstGeom prst="rect">
                <a:avLst/>
              </a:prstGeom>
              <a:solidFill>
                <a:schemeClr val="bg1"/>
              </a:solid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Job</m:t>
                      </m:r>
                      <m:r>
                        <a:rPr lang="en-AU" b="0" i="0" smtClean="0">
                          <a:latin typeface="Cambria Math" panose="02040503050406030204" pitchFamily="18" charset="0"/>
                        </a:rPr>
                        <m:t> </m:t>
                      </m:r>
                      <m:r>
                        <m:rPr>
                          <m:sty m:val="p"/>
                        </m:rPr>
                        <a:rPr lang="en-AU" b="0" i="0" smtClean="0">
                          <a:latin typeface="Cambria Math" panose="02040503050406030204" pitchFamily="18" charset="0"/>
                        </a:rPr>
                        <m:t>Satisfaction</m:t>
                      </m:r>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0</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1</m:t>
                          </m:r>
                        </m:sub>
                      </m:sSub>
                      <m:r>
                        <m:rPr>
                          <m:sty m:val="p"/>
                        </m:rPr>
                        <a:rPr lang="en-AU" b="0" i="0" smtClean="0">
                          <a:latin typeface="Cambria Math" panose="02040503050406030204" pitchFamily="18" charset="0"/>
                        </a:rPr>
                        <m:t>Income</m:t>
                      </m:r>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2</m:t>
                          </m:r>
                        </m:sub>
                      </m:sSub>
                      <m:r>
                        <m:rPr>
                          <m:sty m:val="p"/>
                        </m:rPr>
                        <a:rPr lang="en-AU" b="0" i="0" smtClean="0">
                          <a:latin typeface="Cambria Math" panose="02040503050406030204" pitchFamily="18" charset="0"/>
                        </a:rPr>
                        <m:t>Years</m:t>
                      </m:r>
                    </m:oMath>
                  </m:oMathPara>
                </a14:m>
                <a:endParaRPr lang="en-AU" dirty="0"/>
              </a:p>
            </p:txBody>
          </p:sp>
        </mc:Choice>
        <mc:Fallback xmlns="">
          <p:sp>
            <p:nvSpPr>
              <p:cNvPr id="2" name="TextBox 1">
                <a:extLst>
                  <a:ext uri="{FF2B5EF4-FFF2-40B4-BE49-F238E27FC236}">
                    <a16:creationId xmlns:a16="http://schemas.microsoft.com/office/drawing/2014/main" id="{7639FE1F-E7F3-40A0-BFC8-CA8DDCC307D3}"/>
                  </a:ext>
                </a:extLst>
              </p:cNvPr>
              <p:cNvSpPr txBox="1">
                <a:spLocks noRot="1" noChangeAspect="1" noMove="1" noResize="1" noEditPoints="1" noAdjustHandles="1" noChangeArrowheads="1" noChangeShapeType="1" noTextEdit="1"/>
              </p:cNvSpPr>
              <p:nvPr/>
            </p:nvSpPr>
            <p:spPr>
              <a:xfrm>
                <a:off x="2963333" y="1947333"/>
                <a:ext cx="4384021" cy="276999"/>
              </a:xfrm>
              <a:prstGeom prst="rect">
                <a:avLst/>
              </a:prstGeom>
              <a:blipFill>
                <a:blip r:embed="rId3"/>
                <a:stretch>
                  <a:fillRect l="-971" r="-693" b="-29167"/>
                </a:stretch>
              </a:blipFill>
              <a:ln>
                <a:solidFill>
                  <a:schemeClr val="tx1"/>
                </a:solidFill>
              </a:ln>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A6E037C-516A-4D4F-A984-EEDA5E93A668}"/>
                  </a:ext>
                </a:extLst>
              </p:cNvPr>
              <p:cNvSpPr txBox="1"/>
              <p:nvPr/>
            </p:nvSpPr>
            <p:spPr>
              <a:xfrm>
                <a:off x="6639564" y="2376733"/>
                <a:ext cx="2618761" cy="830997"/>
              </a:xfrm>
              <a:prstGeom prst="rect">
                <a:avLst/>
              </a:prstGeom>
              <a:solidFill>
                <a:schemeClr val="bg1"/>
              </a:solidFill>
              <a:ln>
                <a:noFill/>
              </a:ln>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n-AU" b="0" i="0" smtClean="0">
                          <a:latin typeface="Cambria Math" panose="02040503050406030204" pitchFamily="18" charset="0"/>
                        </a:rPr>
                        <m:t>For</m:t>
                      </m:r>
                      <m:r>
                        <a:rPr lang="en-AU" b="0" i="0" smtClean="0">
                          <a:latin typeface="Cambria Math" panose="02040503050406030204" pitchFamily="18" charset="0"/>
                        </a:rPr>
                        <m:t> </m:t>
                      </m:r>
                      <m:r>
                        <m:rPr>
                          <m:sty m:val="p"/>
                        </m:rPr>
                        <a:rPr lang="en-AU" b="0" i="0" smtClean="0">
                          <a:latin typeface="Cambria Math" panose="02040503050406030204" pitchFamily="18" charset="0"/>
                        </a:rPr>
                        <m:t>Years</m:t>
                      </m:r>
                      <m:r>
                        <a:rPr lang="en-AU" b="0" i="0" smtClean="0">
                          <a:latin typeface="Cambria Math" panose="02040503050406030204" pitchFamily="18" charset="0"/>
                        </a:rPr>
                        <m:t>, </m:t>
                      </m:r>
                      <m:r>
                        <m:rPr>
                          <m:sty m:val="p"/>
                        </m:rPr>
                        <a:rPr lang="en-AU" b="0" i="0" smtClean="0">
                          <a:latin typeface="Cambria Math" panose="02040503050406030204" pitchFamily="18" charset="0"/>
                        </a:rPr>
                        <m:t>let</m:t>
                      </m:r>
                      <m:r>
                        <a:rPr lang="en-AU" b="0" i="0" smtClean="0">
                          <a:latin typeface="Cambria Math" panose="02040503050406030204" pitchFamily="18" charset="0"/>
                        </a:rPr>
                        <m:t>:</m:t>
                      </m:r>
                    </m:oMath>
                  </m:oMathPara>
                </a14:m>
                <a:endParaRPr lang="en-AU" b="0" i="0"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r>
                      <a:rPr lang="en-AU" b="0" i="1" smtClean="0">
                        <a:latin typeface="Cambria Math" panose="02040503050406030204" pitchFamily="18" charset="0"/>
                      </a:rPr>
                      <m:t>1=</m:t>
                    </m:r>
                    <m:r>
                      <m:rPr>
                        <m:sty m:val="p"/>
                      </m:rPr>
                      <a:rPr lang="en-AU" b="0" i="0" smtClean="0">
                        <a:latin typeface="Cambria Math" panose="02040503050406030204" pitchFamily="18" charset="0"/>
                      </a:rPr>
                      <m:t>Less</m:t>
                    </m:r>
                    <m:r>
                      <a:rPr lang="en-AU" b="0" i="0" smtClean="0">
                        <a:latin typeface="Cambria Math" panose="02040503050406030204" pitchFamily="18" charset="0"/>
                      </a:rPr>
                      <m:t> </m:t>
                    </m:r>
                    <m:r>
                      <m:rPr>
                        <m:sty m:val="p"/>
                      </m:rPr>
                      <a:rPr lang="en-AU" b="0" i="0" smtClean="0">
                        <a:latin typeface="Cambria Math" panose="02040503050406030204" pitchFamily="18" charset="0"/>
                      </a:rPr>
                      <m:t>than</m:t>
                    </m:r>
                    <m:r>
                      <a:rPr lang="en-AU" b="0" i="0" smtClean="0">
                        <a:latin typeface="Cambria Math" panose="02040503050406030204" pitchFamily="18" charset="0"/>
                      </a:rPr>
                      <m:t> 4</m:t>
                    </m:r>
                  </m:oMath>
                </a14:m>
                <a:endParaRPr lang="en-AU" b="0" dirty="0"/>
              </a:p>
              <a:p>
                <a:pPr marL="285750" indent="-285750">
                  <a:buFont typeface="Arial" panose="020B0604020202020204" pitchFamily="34" charset="0"/>
                  <a:buChar char="•"/>
                </a:pPr>
                <a14:m>
                  <m:oMath xmlns:m="http://schemas.openxmlformats.org/officeDocument/2006/math">
                    <m:r>
                      <a:rPr lang="en-AU" b="0" i="1" smtClean="0">
                        <a:latin typeface="Cambria Math" panose="02040503050406030204" pitchFamily="18" charset="0"/>
                      </a:rPr>
                      <m:t>0=</m:t>
                    </m:r>
                    <m:r>
                      <m:rPr>
                        <m:sty m:val="p"/>
                      </m:rPr>
                      <a:rPr lang="en-AU" b="0" i="0" smtClean="0">
                        <a:latin typeface="Cambria Math" panose="02040503050406030204" pitchFamily="18" charset="0"/>
                      </a:rPr>
                      <m:t>Greater</m:t>
                    </m:r>
                    <m:r>
                      <a:rPr lang="en-AU" b="0" i="0" smtClean="0">
                        <a:latin typeface="Cambria Math" panose="02040503050406030204" pitchFamily="18" charset="0"/>
                      </a:rPr>
                      <m:t> </m:t>
                    </m:r>
                    <m:r>
                      <m:rPr>
                        <m:sty m:val="p"/>
                      </m:rPr>
                      <a:rPr lang="en-AU" b="0" i="0" smtClean="0">
                        <a:latin typeface="Cambria Math" panose="02040503050406030204" pitchFamily="18" charset="0"/>
                      </a:rPr>
                      <m:t>than</m:t>
                    </m:r>
                    <m:r>
                      <a:rPr lang="en-AU" b="0" i="0" smtClean="0">
                        <a:latin typeface="Cambria Math" panose="02040503050406030204" pitchFamily="18" charset="0"/>
                      </a:rPr>
                      <m:t> 4</m:t>
                    </m:r>
                  </m:oMath>
                </a14:m>
                <a:endParaRPr lang="en-AU" b="0" dirty="0"/>
              </a:p>
            </p:txBody>
          </p:sp>
        </mc:Choice>
        <mc:Fallback>
          <p:sp>
            <p:nvSpPr>
              <p:cNvPr id="13" name="TextBox 12">
                <a:extLst>
                  <a:ext uri="{FF2B5EF4-FFF2-40B4-BE49-F238E27FC236}">
                    <a16:creationId xmlns:a16="http://schemas.microsoft.com/office/drawing/2014/main" id="{4A6E037C-516A-4D4F-A984-EEDA5E93A668}"/>
                  </a:ext>
                </a:extLst>
              </p:cNvPr>
              <p:cNvSpPr txBox="1">
                <a:spLocks noRot="1" noChangeAspect="1" noMove="1" noResize="1" noEditPoints="1" noAdjustHandles="1" noChangeArrowheads="1" noChangeShapeType="1" noTextEdit="1"/>
              </p:cNvSpPr>
              <p:nvPr/>
            </p:nvSpPr>
            <p:spPr>
              <a:xfrm>
                <a:off x="6639564" y="2376733"/>
                <a:ext cx="2618761" cy="830997"/>
              </a:xfrm>
              <a:prstGeom prst="rect">
                <a:avLst/>
              </a:prstGeom>
              <a:blipFill>
                <a:blip r:embed="rId4"/>
                <a:stretch>
                  <a:fillRect l="-4884" b="-13235"/>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16943DF-446B-4C91-AB25-51F52181E56C}"/>
                  </a:ext>
                </a:extLst>
              </p:cNvPr>
              <p:cNvSpPr txBox="1"/>
              <p:nvPr/>
            </p:nvSpPr>
            <p:spPr>
              <a:xfrm>
                <a:off x="2963332" y="5447495"/>
                <a:ext cx="6294993" cy="276999"/>
              </a:xfrm>
              <a:prstGeom prst="rect">
                <a:avLst/>
              </a:prstGeom>
              <a:solidFill>
                <a:schemeClr val="bg1"/>
              </a:solid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Job</m:t>
                      </m:r>
                      <m:r>
                        <a:rPr lang="en-AU" b="0" i="0" smtClean="0">
                          <a:latin typeface="Cambria Math" panose="02040503050406030204" pitchFamily="18" charset="0"/>
                        </a:rPr>
                        <m:t> </m:t>
                      </m:r>
                      <m:r>
                        <m:rPr>
                          <m:sty m:val="p"/>
                        </m:rPr>
                        <a:rPr lang="en-AU" b="0" i="0" smtClean="0">
                          <a:latin typeface="Cambria Math" panose="02040503050406030204" pitchFamily="18" charset="0"/>
                        </a:rPr>
                        <m:t>Satisfaction</m:t>
                      </m:r>
                      <m:r>
                        <a:rPr lang="en-AU" b="0" i="0" smtClean="0">
                          <a:latin typeface="Cambria Math" panose="02040503050406030204" pitchFamily="18" charset="0"/>
                        </a:rPr>
                        <m:t>=</m:t>
                      </m:r>
                      <m:r>
                        <a:rPr lang="en-AU" b="0" i="1" smtClean="0">
                          <a:latin typeface="Cambria Math" panose="02040503050406030204" pitchFamily="18" charset="0"/>
                        </a:rPr>
                        <m:t>10.7668+0.0001(</m:t>
                      </m:r>
                      <m:r>
                        <m:rPr>
                          <m:sty m:val="p"/>
                        </m:rPr>
                        <a:rPr lang="en-AU" b="0" i="0" smtClean="0">
                          <a:latin typeface="Cambria Math" panose="02040503050406030204" pitchFamily="18" charset="0"/>
                        </a:rPr>
                        <m:t>Income</m:t>
                      </m:r>
                      <m:r>
                        <a:rPr lang="en-AU" b="0" i="0" smtClean="0">
                          <a:latin typeface="Cambria Math" panose="02040503050406030204" pitchFamily="18" charset="0"/>
                        </a:rPr>
                        <m:t>)−</m:t>
                      </m:r>
                      <m:r>
                        <a:rPr lang="en-AU" b="0" i="1" smtClean="0">
                          <a:latin typeface="Cambria Math" panose="02040503050406030204" pitchFamily="18" charset="0"/>
                        </a:rPr>
                        <m:t>3.4714(</m:t>
                      </m:r>
                      <m:r>
                        <m:rPr>
                          <m:sty m:val="p"/>
                        </m:rPr>
                        <a:rPr lang="en-AU" b="0" i="0" smtClean="0">
                          <a:latin typeface="Cambria Math" panose="02040503050406030204" pitchFamily="18" charset="0"/>
                        </a:rPr>
                        <m:t>Years</m:t>
                      </m:r>
                      <m:r>
                        <a:rPr lang="en-AU" b="0" i="0" smtClean="0">
                          <a:latin typeface="Cambria Math" panose="02040503050406030204" pitchFamily="18" charset="0"/>
                        </a:rPr>
                        <m:t>)</m:t>
                      </m:r>
                    </m:oMath>
                  </m:oMathPara>
                </a14:m>
                <a:endParaRPr lang="en-AU" dirty="0"/>
              </a:p>
            </p:txBody>
          </p:sp>
        </mc:Choice>
        <mc:Fallback xmlns="">
          <p:sp>
            <p:nvSpPr>
              <p:cNvPr id="14" name="TextBox 13">
                <a:extLst>
                  <a:ext uri="{FF2B5EF4-FFF2-40B4-BE49-F238E27FC236}">
                    <a16:creationId xmlns:a16="http://schemas.microsoft.com/office/drawing/2014/main" id="{B16943DF-446B-4C91-AB25-51F52181E56C}"/>
                  </a:ext>
                </a:extLst>
              </p:cNvPr>
              <p:cNvSpPr txBox="1">
                <a:spLocks noRot="1" noChangeAspect="1" noMove="1" noResize="1" noEditPoints="1" noAdjustHandles="1" noChangeArrowheads="1" noChangeShapeType="1" noTextEdit="1"/>
              </p:cNvSpPr>
              <p:nvPr/>
            </p:nvSpPr>
            <p:spPr>
              <a:xfrm>
                <a:off x="2963332" y="5447495"/>
                <a:ext cx="6294993" cy="276999"/>
              </a:xfrm>
              <a:prstGeom prst="rect">
                <a:avLst/>
              </a:prstGeom>
              <a:blipFill>
                <a:blip r:embed="rId5"/>
                <a:stretch>
                  <a:fillRect l="-580" r="-676" b="-34043"/>
                </a:stretch>
              </a:blipFill>
              <a:ln>
                <a:solidFill>
                  <a:schemeClr val="tx1"/>
                </a:solidFill>
              </a:ln>
            </p:spPr>
            <p:txBody>
              <a:bodyPr/>
              <a:lstStyle/>
              <a:p>
                <a:r>
                  <a:rPr lang="en-AU">
                    <a:noFill/>
                  </a:rPr>
                  <a:t> </a:t>
                </a:r>
              </a:p>
            </p:txBody>
          </p:sp>
        </mc:Fallback>
      </mc:AlternateContent>
      <p:sp>
        <p:nvSpPr>
          <p:cNvPr id="15" name="TextBox 14">
            <a:extLst>
              <a:ext uri="{FF2B5EF4-FFF2-40B4-BE49-F238E27FC236}">
                <a16:creationId xmlns:a16="http://schemas.microsoft.com/office/drawing/2014/main" id="{91F3ECFD-F2C6-4D77-B4E5-A9529F4EBC86}"/>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 with a binary predictor</a:t>
            </a:r>
          </a:p>
        </p:txBody>
      </p:sp>
    </p:spTree>
    <p:extLst>
      <p:ext uri="{BB962C8B-B14F-4D97-AF65-F5344CB8AC3E}">
        <p14:creationId xmlns:p14="http://schemas.microsoft.com/office/powerpoint/2010/main" val="39830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16943DF-446B-4C91-AB25-51F52181E56C}"/>
                  </a:ext>
                </a:extLst>
              </p:cNvPr>
              <p:cNvSpPr txBox="1"/>
              <p:nvPr/>
            </p:nvSpPr>
            <p:spPr>
              <a:xfrm>
                <a:off x="2963332" y="1186911"/>
                <a:ext cx="6294993" cy="276999"/>
              </a:xfrm>
              <a:prstGeom prst="rect">
                <a:avLst/>
              </a:prstGeom>
              <a:solidFill>
                <a:schemeClr val="bg1"/>
              </a:solid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Job</m:t>
                      </m:r>
                      <m:r>
                        <a:rPr lang="en-AU" b="0" i="0" smtClean="0">
                          <a:latin typeface="Cambria Math" panose="02040503050406030204" pitchFamily="18" charset="0"/>
                        </a:rPr>
                        <m:t> </m:t>
                      </m:r>
                      <m:r>
                        <m:rPr>
                          <m:sty m:val="p"/>
                        </m:rPr>
                        <a:rPr lang="en-AU" b="0" i="0" smtClean="0">
                          <a:latin typeface="Cambria Math" panose="02040503050406030204" pitchFamily="18" charset="0"/>
                        </a:rPr>
                        <m:t>Satisfaction</m:t>
                      </m:r>
                      <m:r>
                        <a:rPr lang="en-AU" b="0" i="0" smtClean="0">
                          <a:latin typeface="Cambria Math" panose="02040503050406030204" pitchFamily="18" charset="0"/>
                        </a:rPr>
                        <m:t>=</m:t>
                      </m:r>
                      <m:r>
                        <a:rPr lang="en-AU" b="0" i="1" smtClean="0">
                          <a:latin typeface="Cambria Math" panose="02040503050406030204" pitchFamily="18" charset="0"/>
                        </a:rPr>
                        <m:t>10.7668+0.0001(</m:t>
                      </m:r>
                      <m:r>
                        <m:rPr>
                          <m:sty m:val="p"/>
                        </m:rPr>
                        <a:rPr lang="en-AU" b="0" i="0" smtClean="0">
                          <a:latin typeface="Cambria Math" panose="02040503050406030204" pitchFamily="18" charset="0"/>
                        </a:rPr>
                        <m:t>Income</m:t>
                      </m:r>
                      <m:r>
                        <a:rPr lang="en-AU" b="0" i="0" smtClean="0">
                          <a:latin typeface="Cambria Math" panose="02040503050406030204" pitchFamily="18" charset="0"/>
                        </a:rPr>
                        <m:t>)−</m:t>
                      </m:r>
                      <m:r>
                        <a:rPr lang="en-AU" b="0" i="1" smtClean="0">
                          <a:latin typeface="Cambria Math" panose="02040503050406030204" pitchFamily="18" charset="0"/>
                        </a:rPr>
                        <m:t>3.4714(</m:t>
                      </m:r>
                      <m:r>
                        <m:rPr>
                          <m:sty m:val="p"/>
                        </m:rPr>
                        <a:rPr lang="en-AU" b="0" i="0" smtClean="0">
                          <a:latin typeface="Cambria Math" panose="02040503050406030204" pitchFamily="18" charset="0"/>
                        </a:rPr>
                        <m:t>Years</m:t>
                      </m:r>
                      <m:r>
                        <a:rPr lang="en-AU" b="0" i="0" smtClean="0">
                          <a:latin typeface="Cambria Math" panose="02040503050406030204" pitchFamily="18" charset="0"/>
                        </a:rPr>
                        <m:t>)</m:t>
                      </m:r>
                    </m:oMath>
                  </m:oMathPara>
                </a14:m>
                <a:endParaRPr lang="en-AU" dirty="0"/>
              </a:p>
            </p:txBody>
          </p:sp>
        </mc:Choice>
        <mc:Fallback xmlns="">
          <p:sp>
            <p:nvSpPr>
              <p:cNvPr id="14" name="TextBox 13">
                <a:extLst>
                  <a:ext uri="{FF2B5EF4-FFF2-40B4-BE49-F238E27FC236}">
                    <a16:creationId xmlns:a16="http://schemas.microsoft.com/office/drawing/2014/main" id="{B16943DF-446B-4C91-AB25-51F52181E56C}"/>
                  </a:ext>
                </a:extLst>
              </p:cNvPr>
              <p:cNvSpPr txBox="1">
                <a:spLocks noRot="1" noChangeAspect="1" noMove="1" noResize="1" noEditPoints="1" noAdjustHandles="1" noChangeArrowheads="1" noChangeShapeType="1" noTextEdit="1"/>
              </p:cNvSpPr>
              <p:nvPr/>
            </p:nvSpPr>
            <p:spPr>
              <a:xfrm>
                <a:off x="2963332" y="1186911"/>
                <a:ext cx="6294993" cy="276999"/>
              </a:xfrm>
              <a:prstGeom prst="rect">
                <a:avLst/>
              </a:prstGeom>
              <a:blipFill>
                <a:blip r:embed="rId2"/>
                <a:stretch>
                  <a:fillRect l="-580" r="-676" b="-34043"/>
                </a:stretch>
              </a:blipFill>
              <a:ln>
                <a:solidFill>
                  <a:schemeClr val="tx1"/>
                </a:solidFill>
              </a:ln>
            </p:spPr>
            <p:txBody>
              <a:bodyPr/>
              <a:lstStyle/>
              <a:p>
                <a:r>
                  <a:rPr lang="en-AU">
                    <a:noFill/>
                  </a:rPr>
                  <a:t> </a:t>
                </a:r>
              </a:p>
            </p:txBody>
          </p:sp>
        </mc:Fallback>
      </mc:AlternateContent>
      <p:cxnSp>
        <p:nvCxnSpPr>
          <p:cNvPr id="15" name="Straight Connector 14">
            <a:extLst>
              <a:ext uri="{FF2B5EF4-FFF2-40B4-BE49-F238E27FC236}">
                <a16:creationId xmlns:a16="http://schemas.microsoft.com/office/drawing/2014/main" id="{3DFA8882-850E-42CE-8033-DE827C9C2C46}"/>
              </a:ext>
            </a:extLst>
          </p:cNvPr>
          <p:cNvCxnSpPr>
            <a:cxnSpLocks/>
          </p:cNvCxnSpPr>
          <p:nvPr/>
        </p:nvCxnSpPr>
        <p:spPr>
          <a:xfrm>
            <a:off x="129223" y="3763926"/>
            <a:ext cx="1194936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84A9E81-A5B4-4167-A391-D6F73C7E3C75}"/>
              </a:ext>
            </a:extLst>
          </p:cNvPr>
          <p:cNvSpPr/>
          <p:nvPr/>
        </p:nvSpPr>
        <p:spPr>
          <a:xfrm>
            <a:off x="64607" y="1874558"/>
            <a:ext cx="1584176" cy="13334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0D4256BF-7B98-453D-BAFF-9270B2269CED}"/>
              </a:ext>
            </a:extLst>
          </p:cNvPr>
          <p:cNvSpPr/>
          <p:nvPr/>
        </p:nvSpPr>
        <p:spPr>
          <a:xfrm>
            <a:off x="129223" y="4308262"/>
            <a:ext cx="1584176" cy="13334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TextBox 26">
            <a:extLst>
              <a:ext uri="{FF2B5EF4-FFF2-40B4-BE49-F238E27FC236}">
                <a16:creationId xmlns:a16="http://schemas.microsoft.com/office/drawing/2014/main" id="{B16F1660-BD73-448A-AC72-1647418439E0}"/>
              </a:ext>
            </a:extLst>
          </p:cNvPr>
          <p:cNvSpPr txBox="1"/>
          <p:nvPr/>
        </p:nvSpPr>
        <p:spPr>
          <a:xfrm>
            <a:off x="64607" y="1488074"/>
            <a:ext cx="1692001" cy="369332"/>
          </a:xfrm>
          <a:prstGeom prst="rect">
            <a:avLst/>
          </a:prstGeom>
          <a:noFill/>
        </p:spPr>
        <p:txBody>
          <a:bodyPr wrap="square" rtlCol="0">
            <a:spAutoFit/>
          </a:bodyPr>
          <a:lstStyle/>
          <a:p>
            <a:pPr algn="ctr"/>
            <a:r>
              <a:rPr lang="en-AU" u="sng" dirty="0"/>
              <a:t>Person A</a:t>
            </a:r>
          </a:p>
        </p:txBody>
      </p:sp>
      <p:sp>
        <p:nvSpPr>
          <p:cNvPr id="28" name="TextBox 27">
            <a:extLst>
              <a:ext uri="{FF2B5EF4-FFF2-40B4-BE49-F238E27FC236}">
                <a16:creationId xmlns:a16="http://schemas.microsoft.com/office/drawing/2014/main" id="{753096E7-D300-4249-995C-7A27B6683597}"/>
              </a:ext>
            </a:extLst>
          </p:cNvPr>
          <p:cNvSpPr txBox="1"/>
          <p:nvPr/>
        </p:nvSpPr>
        <p:spPr>
          <a:xfrm>
            <a:off x="64606" y="3915530"/>
            <a:ext cx="1692001" cy="369332"/>
          </a:xfrm>
          <a:prstGeom prst="rect">
            <a:avLst/>
          </a:prstGeom>
          <a:noFill/>
        </p:spPr>
        <p:txBody>
          <a:bodyPr wrap="square" rtlCol="0">
            <a:spAutoFit/>
          </a:bodyPr>
          <a:lstStyle/>
          <a:p>
            <a:pPr algn="ctr"/>
            <a:r>
              <a:rPr lang="en-AU" u="sng" dirty="0"/>
              <a:t>Person B</a:t>
            </a:r>
          </a:p>
        </p:txBody>
      </p:sp>
      <p:pic>
        <p:nvPicPr>
          <p:cNvPr id="29" name="Graphic 28" descr="Man wearing a hoodie">
            <a:extLst>
              <a:ext uri="{FF2B5EF4-FFF2-40B4-BE49-F238E27FC236}">
                <a16:creationId xmlns:a16="http://schemas.microsoft.com/office/drawing/2014/main" id="{30384115-2ED4-4857-A3B0-5E5DE60CAF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2541" y="1995296"/>
            <a:ext cx="810000" cy="1092000"/>
          </a:xfrm>
          <a:prstGeom prst="rect">
            <a:avLst/>
          </a:prstGeom>
        </p:spPr>
      </p:pic>
      <p:pic>
        <p:nvPicPr>
          <p:cNvPr id="30" name="Graphic 29" descr="Woman with long wavy hair">
            <a:extLst>
              <a:ext uri="{FF2B5EF4-FFF2-40B4-BE49-F238E27FC236}">
                <a16:creationId xmlns:a16="http://schemas.microsoft.com/office/drawing/2014/main" id="{CDC010DC-8B41-4948-A6D5-48E69BD049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2541" y="4399201"/>
            <a:ext cx="808307" cy="1132854"/>
          </a:xfrm>
          <a:prstGeom prst="rect">
            <a:avLst/>
          </a:prstGeom>
        </p:spPr>
      </p:pic>
      <p:sp>
        <p:nvSpPr>
          <p:cNvPr id="31" name="TextBox 30">
            <a:extLst>
              <a:ext uri="{FF2B5EF4-FFF2-40B4-BE49-F238E27FC236}">
                <a16:creationId xmlns:a16="http://schemas.microsoft.com/office/drawing/2014/main" id="{F3351213-2879-47CC-9C6A-AAFEB4C8A8E1}"/>
              </a:ext>
            </a:extLst>
          </p:cNvPr>
          <p:cNvSpPr txBox="1"/>
          <p:nvPr/>
        </p:nvSpPr>
        <p:spPr>
          <a:xfrm>
            <a:off x="1756607" y="1874558"/>
            <a:ext cx="1943523" cy="523220"/>
          </a:xfrm>
          <a:prstGeom prst="rect">
            <a:avLst/>
          </a:prstGeom>
          <a:noFill/>
        </p:spPr>
        <p:txBody>
          <a:bodyPr wrap="square" rtlCol="0">
            <a:spAutoFit/>
          </a:bodyPr>
          <a:lstStyle/>
          <a:p>
            <a:r>
              <a:rPr lang="en-AU" sz="1400" b="1" dirty="0">
                <a:latin typeface="Arial Narrow" panose="020B0606020202030204" pitchFamily="34" charset="0"/>
              </a:rPr>
              <a:t>Income: </a:t>
            </a:r>
            <a:r>
              <a:rPr lang="en-AU" sz="1400" dirty="0">
                <a:solidFill>
                  <a:schemeClr val="accent5"/>
                </a:solidFill>
                <a:latin typeface="Arial Narrow" panose="020B0606020202030204" pitchFamily="34" charset="0"/>
              </a:rPr>
              <a:t>75,000</a:t>
            </a:r>
          </a:p>
          <a:p>
            <a:r>
              <a:rPr lang="en-AU" sz="1400" b="1" dirty="0">
                <a:latin typeface="Arial Narrow" panose="020B0606020202030204" pitchFamily="34" charset="0"/>
              </a:rPr>
              <a:t>Years: </a:t>
            </a:r>
            <a:r>
              <a:rPr lang="en-AU" sz="1400" dirty="0">
                <a:latin typeface="Arial Narrow" panose="020B0606020202030204" pitchFamily="34" charset="0"/>
              </a:rPr>
              <a:t>“Less than 4” (</a:t>
            </a:r>
            <a:r>
              <a:rPr lang="en-AU" sz="1400" dirty="0">
                <a:solidFill>
                  <a:srgbClr val="FF0000"/>
                </a:solidFill>
                <a:latin typeface="Arial Narrow" panose="020B0606020202030204" pitchFamily="34" charset="0"/>
              </a:rPr>
              <a:t>1</a:t>
            </a:r>
            <a:r>
              <a:rPr lang="en-AU" sz="1400" dirty="0">
                <a:latin typeface="Arial Narrow" panose="020B0606020202030204" pitchFamily="34" charset="0"/>
              </a:rPr>
              <a:t>)</a:t>
            </a:r>
          </a:p>
        </p:txBody>
      </p:sp>
      <p:sp>
        <p:nvSpPr>
          <p:cNvPr id="32" name="TextBox 31">
            <a:extLst>
              <a:ext uri="{FF2B5EF4-FFF2-40B4-BE49-F238E27FC236}">
                <a16:creationId xmlns:a16="http://schemas.microsoft.com/office/drawing/2014/main" id="{4C9FC23D-9DE8-4BAA-9991-737DE3D92D3C}"/>
              </a:ext>
            </a:extLst>
          </p:cNvPr>
          <p:cNvSpPr txBox="1"/>
          <p:nvPr/>
        </p:nvSpPr>
        <p:spPr>
          <a:xfrm>
            <a:off x="1756607" y="4395536"/>
            <a:ext cx="1943523" cy="523220"/>
          </a:xfrm>
          <a:prstGeom prst="rect">
            <a:avLst/>
          </a:prstGeom>
          <a:noFill/>
        </p:spPr>
        <p:txBody>
          <a:bodyPr wrap="square" rtlCol="0">
            <a:spAutoFit/>
          </a:bodyPr>
          <a:lstStyle/>
          <a:p>
            <a:r>
              <a:rPr lang="en-AU" sz="1400" b="1" dirty="0">
                <a:latin typeface="Arial Narrow" panose="020B0606020202030204" pitchFamily="34" charset="0"/>
              </a:rPr>
              <a:t>Income: </a:t>
            </a:r>
            <a:r>
              <a:rPr lang="en-AU" sz="1400" dirty="0">
                <a:latin typeface="Arial Narrow" panose="020B0606020202030204" pitchFamily="34" charset="0"/>
              </a:rPr>
              <a:t>75,000</a:t>
            </a:r>
          </a:p>
          <a:p>
            <a:r>
              <a:rPr lang="en-AU" sz="1400" b="1" dirty="0">
                <a:latin typeface="Arial Narrow" panose="020B0606020202030204" pitchFamily="34" charset="0"/>
              </a:rPr>
              <a:t>Years: </a:t>
            </a:r>
            <a:r>
              <a:rPr lang="en-AU" sz="1400" dirty="0">
                <a:latin typeface="Arial Narrow" panose="020B0606020202030204" pitchFamily="34" charset="0"/>
              </a:rPr>
              <a:t>“More than 4” (</a:t>
            </a:r>
            <a:r>
              <a:rPr lang="en-AU" sz="1400" dirty="0">
                <a:solidFill>
                  <a:srgbClr val="FF0000"/>
                </a:solidFill>
                <a:latin typeface="Arial Narrow" panose="020B0606020202030204" pitchFamily="34" charset="0"/>
              </a:rPr>
              <a:t>0</a:t>
            </a:r>
            <a:r>
              <a:rPr lang="en-AU" sz="1400" dirty="0">
                <a:latin typeface="Arial Narrow" panose="020B0606020202030204" pitchFamily="34" charset="0"/>
              </a:rPr>
              <a:t>)</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6BFB14E-F325-4210-8A26-234752A75292}"/>
                  </a:ext>
                </a:extLst>
              </p:cNvPr>
              <p:cNvSpPr txBox="1"/>
              <p:nvPr/>
            </p:nvSpPr>
            <p:spPr>
              <a:xfrm>
                <a:off x="4449726" y="1874558"/>
                <a:ext cx="56530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Job</m:t>
                      </m:r>
                      <m:r>
                        <a:rPr lang="en-AU" b="0" i="0" smtClean="0">
                          <a:latin typeface="Cambria Math" panose="02040503050406030204" pitchFamily="18" charset="0"/>
                        </a:rPr>
                        <m:t> </m:t>
                      </m:r>
                      <m:r>
                        <m:rPr>
                          <m:sty m:val="p"/>
                        </m:rPr>
                        <a:rPr lang="en-AU" b="0" i="0" smtClean="0">
                          <a:latin typeface="Cambria Math" panose="02040503050406030204" pitchFamily="18" charset="0"/>
                        </a:rPr>
                        <m:t>Satisfaction</m:t>
                      </m:r>
                      <m:r>
                        <a:rPr lang="en-AU" b="0" i="0" smtClean="0">
                          <a:latin typeface="Cambria Math" panose="02040503050406030204" pitchFamily="18" charset="0"/>
                        </a:rPr>
                        <m:t>=10.7668+.0001</m:t>
                      </m:r>
                      <m:d>
                        <m:dPr>
                          <m:ctrlPr>
                            <a:rPr lang="en-AU" b="0" i="1" smtClean="0">
                              <a:latin typeface="Cambria Math" panose="02040503050406030204" pitchFamily="18" charset="0"/>
                            </a:rPr>
                          </m:ctrlPr>
                        </m:dPr>
                        <m:e>
                          <m:r>
                            <a:rPr lang="en-AU" b="0" i="0" smtClean="0">
                              <a:solidFill>
                                <a:schemeClr val="accent5"/>
                              </a:solidFill>
                              <a:latin typeface="Cambria Math" panose="02040503050406030204" pitchFamily="18" charset="0"/>
                            </a:rPr>
                            <m:t>75000</m:t>
                          </m:r>
                        </m:e>
                      </m:d>
                      <m:r>
                        <a:rPr lang="en-AU" b="0" i="0" smtClean="0">
                          <a:solidFill>
                            <a:schemeClr val="tx1"/>
                          </a:solidFill>
                          <a:latin typeface="Cambria Math" panose="02040503050406030204" pitchFamily="18" charset="0"/>
                        </a:rPr>
                        <m:t>−</m:t>
                      </m:r>
                      <m:r>
                        <a:rPr lang="en-AU" b="0" i="0" smtClean="0">
                          <a:latin typeface="Cambria Math" panose="02040503050406030204" pitchFamily="18" charset="0"/>
                        </a:rPr>
                        <m:t>3.4714(</m:t>
                      </m:r>
                      <m:r>
                        <a:rPr lang="en-AU" b="0" i="0" smtClean="0">
                          <a:solidFill>
                            <a:srgbClr val="FF0000"/>
                          </a:solidFill>
                          <a:latin typeface="Cambria Math" panose="02040503050406030204" pitchFamily="18" charset="0"/>
                        </a:rPr>
                        <m:t>1</m:t>
                      </m:r>
                      <m:r>
                        <a:rPr lang="en-AU" b="0" i="0" smtClean="0">
                          <a:latin typeface="Cambria Math" panose="02040503050406030204" pitchFamily="18" charset="0"/>
                        </a:rPr>
                        <m:t>)</m:t>
                      </m:r>
                    </m:oMath>
                  </m:oMathPara>
                </a14:m>
                <a:endParaRPr lang="en-AU" dirty="0"/>
              </a:p>
            </p:txBody>
          </p:sp>
        </mc:Choice>
        <mc:Fallback xmlns="">
          <p:sp>
            <p:nvSpPr>
              <p:cNvPr id="33" name="TextBox 32">
                <a:extLst>
                  <a:ext uri="{FF2B5EF4-FFF2-40B4-BE49-F238E27FC236}">
                    <a16:creationId xmlns:a16="http://schemas.microsoft.com/office/drawing/2014/main" id="{16BFB14E-F325-4210-8A26-234752A75292}"/>
                  </a:ext>
                </a:extLst>
              </p:cNvPr>
              <p:cNvSpPr txBox="1">
                <a:spLocks noRot="1" noChangeAspect="1" noMove="1" noResize="1" noEditPoints="1" noAdjustHandles="1" noChangeArrowheads="1" noChangeShapeType="1" noTextEdit="1"/>
              </p:cNvSpPr>
              <p:nvPr/>
            </p:nvSpPr>
            <p:spPr>
              <a:xfrm>
                <a:off x="4449726" y="1874558"/>
                <a:ext cx="5653022" cy="276999"/>
              </a:xfrm>
              <a:prstGeom prst="rect">
                <a:avLst/>
              </a:prstGeom>
              <a:blipFill>
                <a:blip r:embed="rId7"/>
                <a:stretch>
                  <a:fillRect l="-863" t="-2222" r="-1079" b="-3777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399B695-0C64-4BC1-B980-A5A48E0CA7B2}"/>
                  </a:ext>
                </a:extLst>
              </p:cNvPr>
              <p:cNvSpPr txBox="1"/>
              <p:nvPr/>
            </p:nvSpPr>
            <p:spPr>
              <a:xfrm>
                <a:off x="4449726" y="2210793"/>
                <a:ext cx="42431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solidFill>
                            <a:schemeClr val="bg1"/>
                          </a:solidFill>
                          <a:latin typeface="Cambria Math" panose="02040503050406030204" pitchFamily="18" charset="0"/>
                        </a:rPr>
                        <m:t>Job</m:t>
                      </m:r>
                      <m:r>
                        <a:rPr lang="en-AU" b="0" i="0" smtClean="0">
                          <a:solidFill>
                            <a:schemeClr val="bg1"/>
                          </a:solidFill>
                          <a:latin typeface="Cambria Math" panose="02040503050406030204" pitchFamily="18" charset="0"/>
                        </a:rPr>
                        <m:t> </m:t>
                      </m:r>
                      <m:r>
                        <m:rPr>
                          <m:sty m:val="p"/>
                        </m:rPr>
                        <a:rPr lang="en-AU" b="0" i="0" smtClean="0">
                          <a:solidFill>
                            <a:schemeClr val="bg1"/>
                          </a:solidFill>
                          <a:latin typeface="Cambria Math" panose="02040503050406030204" pitchFamily="18" charset="0"/>
                        </a:rPr>
                        <m:t>Satisfaction</m:t>
                      </m:r>
                      <m:r>
                        <a:rPr lang="en-AU" b="0" i="0" smtClean="0">
                          <a:latin typeface="Cambria Math" panose="02040503050406030204" pitchFamily="18" charset="0"/>
                        </a:rPr>
                        <m:t>=10.7668+</m:t>
                      </m:r>
                      <m:r>
                        <a:rPr lang="en-AU" b="0" i="1" smtClean="0">
                          <a:solidFill>
                            <a:schemeClr val="accent5"/>
                          </a:solidFill>
                          <a:latin typeface="Cambria Math" panose="02040503050406030204" pitchFamily="18" charset="0"/>
                        </a:rPr>
                        <m:t>7.5</m:t>
                      </m:r>
                      <m:r>
                        <a:rPr lang="en-AU" b="0" i="0" smtClean="0">
                          <a:solidFill>
                            <a:schemeClr val="accent5"/>
                          </a:solidFill>
                          <a:latin typeface="Cambria Math" panose="02040503050406030204" pitchFamily="18" charset="0"/>
                        </a:rPr>
                        <m:t>−</m:t>
                      </m:r>
                      <m:r>
                        <a:rPr lang="en-AU" b="0" i="0" smtClean="0">
                          <a:solidFill>
                            <a:srgbClr val="FF0000"/>
                          </a:solidFill>
                          <a:latin typeface="Cambria Math" panose="02040503050406030204" pitchFamily="18" charset="0"/>
                        </a:rPr>
                        <m:t>3.4714</m:t>
                      </m:r>
                    </m:oMath>
                  </m:oMathPara>
                </a14:m>
                <a:endParaRPr lang="en-AU" dirty="0"/>
              </a:p>
            </p:txBody>
          </p:sp>
        </mc:Choice>
        <mc:Fallback xmlns="">
          <p:sp>
            <p:nvSpPr>
              <p:cNvPr id="34" name="TextBox 33">
                <a:extLst>
                  <a:ext uri="{FF2B5EF4-FFF2-40B4-BE49-F238E27FC236}">
                    <a16:creationId xmlns:a16="http://schemas.microsoft.com/office/drawing/2014/main" id="{A399B695-0C64-4BC1-B980-A5A48E0CA7B2}"/>
                  </a:ext>
                </a:extLst>
              </p:cNvPr>
              <p:cNvSpPr txBox="1">
                <a:spLocks noRot="1" noChangeAspect="1" noMove="1" noResize="1" noEditPoints="1" noAdjustHandles="1" noChangeArrowheads="1" noChangeShapeType="1" noTextEdit="1"/>
              </p:cNvSpPr>
              <p:nvPr/>
            </p:nvSpPr>
            <p:spPr>
              <a:xfrm>
                <a:off x="4449726" y="2210793"/>
                <a:ext cx="4243149" cy="276999"/>
              </a:xfrm>
              <a:prstGeom prst="rect">
                <a:avLst/>
              </a:prstGeom>
              <a:blipFill>
                <a:blip r:embed="rId8"/>
                <a:stretch>
                  <a:fillRect l="-1437" r="-718" b="-3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A708E85-A8DC-4F22-A30D-8A05AB92B8AA}"/>
                  </a:ext>
                </a:extLst>
              </p:cNvPr>
              <p:cNvSpPr txBox="1"/>
              <p:nvPr/>
            </p:nvSpPr>
            <p:spPr>
              <a:xfrm>
                <a:off x="4449726" y="2542243"/>
                <a:ext cx="26978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solidFill>
                            <a:schemeClr val="bg1"/>
                          </a:solidFill>
                          <a:latin typeface="Cambria Math" panose="02040503050406030204" pitchFamily="18" charset="0"/>
                        </a:rPr>
                        <m:t>Job</m:t>
                      </m:r>
                      <m:r>
                        <a:rPr lang="en-AU" b="0" i="0" smtClean="0">
                          <a:solidFill>
                            <a:schemeClr val="bg1"/>
                          </a:solidFill>
                          <a:latin typeface="Cambria Math" panose="02040503050406030204" pitchFamily="18" charset="0"/>
                        </a:rPr>
                        <m:t> </m:t>
                      </m:r>
                      <m:r>
                        <m:rPr>
                          <m:sty m:val="p"/>
                        </m:rPr>
                        <a:rPr lang="en-AU" b="0" i="0" smtClean="0">
                          <a:solidFill>
                            <a:schemeClr val="bg1"/>
                          </a:solidFill>
                          <a:latin typeface="Cambria Math" panose="02040503050406030204" pitchFamily="18" charset="0"/>
                        </a:rPr>
                        <m:t>Satisfaction</m:t>
                      </m:r>
                      <m:r>
                        <a:rPr lang="en-AU" b="0" i="0" smtClean="0">
                          <a:latin typeface="Cambria Math" panose="02040503050406030204" pitchFamily="18" charset="0"/>
                        </a:rPr>
                        <m:t>=</m:t>
                      </m:r>
                      <m:r>
                        <a:rPr lang="en-AU" b="0" i="1" smtClean="0">
                          <a:latin typeface="Cambria Math" panose="02040503050406030204" pitchFamily="18" charset="0"/>
                        </a:rPr>
                        <m:t>14.7953</m:t>
                      </m:r>
                    </m:oMath>
                  </m:oMathPara>
                </a14:m>
                <a:endParaRPr lang="en-AU" dirty="0"/>
              </a:p>
            </p:txBody>
          </p:sp>
        </mc:Choice>
        <mc:Fallback xmlns="">
          <p:sp>
            <p:nvSpPr>
              <p:cNvPr id="35" name="TextBox 34">
                <a:extLst>
                  <a:ext uri="{FF2B5EF4-FFF2-40B4-BE49-F238E27FC236}">
                    <a16:creationId xmlns:a16="http://schemas.microsoft.com/office/drawing/2014/main" id="{3A708E85-A8DC-4F22-A30D-8A05AB92B8AA}"/>
                  </a:ext>
                </a:extLst>
              </p:cNvPr>
              <p:cNvSpPr txBox="1">
                <a:spLocks noRot="1" noChangeAspect="1" noMove="1" noResize="1" noEditPoints="1" noAdjustHandles="1" noChangeArrowheads="1" noChangeShapeType="1" noTextEdit="1"/>
              </p:cNvSpPr>
              <p:nvPr/>
            </p:nvSpPr>
            <p:spPr>
              <a:xfrm>
                <a:off x="4449726" y="2542243"/>
                <a:ext cx="2697854" cy="276999"/>
              </a:xfrm>
              <a:prstGeom prst="rect">
                <a:avLst/>
              </a:prstGeom>
              <a:blipFill>
                <a:blip r:embed="rId9"/>
                <a:stretch>
                  <a:fillRect l="-2483" r="-1580" b="-3555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2A78828-72FC-4B55-81AA-5E4AA51EBF45}"/>
                  </a:ext>
                </a:extLst>
              </p:cNvPr>
              <p:cNvSpPr txBox="1"/>
              <p:nvPr/>
            </p:nvSpPr>
            <p:spPr>
              <a:xfrm>
                <a:off x="4449726" y="4725469"/>
                <a:ext cx="36820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solidFill>
                            <a:schemeClr val="bg1"/>
                          </a:solidFill>
                          <a:latin typeface="Cambria Math" panose="02040503050406030204" pitchFamily="18" charset="0"/>
                        </a:rPr>
                        <m:t>Job</m:t>
                      </m:r>
                      <m:r>
                        <a:rPr lang="en-AU" b="0" i="0" smtClean="0">
                          <a:solidFill>
                            <a:schemeClr val="bg1"/>
                          </a:solidFill>
                          <a:latin typeface="Cambria Math" panose="02040503050406030204" pitchFamily="18" charset="0"/>
                        </a:rPr>
                        <m:t> </m:t>
                      </m:r>
                      <m:r>
                        <m:rPr>
                          <m:sty m:val="p"/>
                        </m:rPr>
                        <a:rPr lang="en-AU" b="0" i="0" smtClean="0">
                          <a:solidFill>
                            <a:schemeClr val="bg1"/>
                          </a:solidFill>
                          <a:latin typeface="Cambria Math" panose="02040503050406030204" pitchFamily="18" charset="0"/>
                        </a:rPr>
                        <m:t>Satisfaction</m:t>
                      </m:r>
                      <m:r>
                        <a:rPr lang="en-AU" b="0" i="0" smtClean="0">
                          <a:latin typeface="Cambria Math" panose="02040503050406030204" pitchFamily="18" charset="0"/>
                        </a:rPr>
                        <m:t>=10.7668+</m:t>
                      </m:r>
                      <m:r>
                        <a:rPr lang="en-AU" b="0" i="1" smtClean="0">
                          <a:solidFill>
                            <a:schemeClr val="accent5"/>
                          </a:solidFill>
                          <a:latin typeface="Cambria Math" panose="02040503050406030204" pitchFamily="18" charset="0"/>
                        </a:rPr>
                        <m:t>7.5</m:t>
                      </m:r>
                      <m:r>
                        <a:rPr lang="en-AU" b="0" i="0" smtClean="0">
                          <a:latin typeface="Cambria Math" panose="02040503050406030204" pitchFamily="18" charset="0"/>
                        </a:rPr>
                        <m:t>−</m:t>
                      </m:r>
                      <m:r>
                        <a:rPr lang="en-AU" b="0" i="0" smtClean="0">
                          <a:solidFill>
                            <a:srgbClr val="FF0000"/>
                          </a:solidFill>
                          <a:latin typeface="Cambria Math" panose="02040503050406030204" pitchFamily="18" charset="0"/>
                        </a:rPr>
                        <m:t>0</m:t>
                      </m:r>
                    </m:oMath>
                  </m:oMathPara>
                </a14:m>
                <a:endParaRPr lang="en-AU" dirty="0"/>
              </a:p>
            </p:txBody>
          </p:sp>
        </mc:Choice>
        <mc:Fallback xmlns="">
          <p:sp>
            <p:nvSpPr>
              <p:cNvPr id="36" name="TextBox 35">
                <a:extLst>
                  <a:ext uri="{FF2B5EF4-FFF2-40B4-BE49-F238E27FC236}">
                    <a16:creationId xmlns:a16="http://schemas.microsoft.com/office/drawing/2014/main" id="{A2A78828-72FC-4B55-81AA-5E4AA51EBF45}"/>
                  </a:ext>
                </a:extLst>
              </p:cNvPr>
              <p:cNvSpPr txBox="1">
                <a:spLocks noRot="1" noChangeAspect="1" noMove="1" noResize="1" noEditPoints="1" noAdjustHandles="1" noChangeArrowheads="1" noChangeShapeType="1" noTextEdit="1"/>
              </p:cNvSpPr>
              <p:nvPr/>
            </p:nvSpPr>
            <p:spPr>
              <a:xfrm>
                <a:off x="4449726" y="4725469"/>
                <a:ext cx="3682097" cy="276999"/>
              </a:xfrm>
              <a:prstGeom prst="rect">
                <a:avLst/>
              </a:prstGeom>
              <a:blipFill>
                <a:blip r:embed="rId10"/>
                <a:stretch>
                  <a:fillRect l="-1656" r="-828" b="-32609"/>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663A1F2-7CA8-4A79-8F58-6E40BD14B483}"/>
                  </a:ext>
                </a:extLst>
              </p:cNvPr>
              <p:cNvSpPr txBox="1"/>
              <p:nvPr/>
            </p:nvSpPr>
            <p:spPr>
              <a:xfrm>
                <a:off x="4449726" y="5056919"/>
                <a:ext cx="26978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solidFill>
                            <a:schemeClr val="bg1"/>
                          </a:solidFill>
                          <a:latin typeface="Cambria Math" panose="02040503050406030204" pitchFamily="18" charset="0"/>
                        </a:rPr>
                        <m:t>Job</m:t>
                      </m:r>
                      <m:r>
                        <a:rPr lang="en-AU" b="0" i="0" smtClean="0">
                          <a:solidFill>
                            <a:schemeClr val="bg1"/>
                          </a:solidFill>
                          <a:latin typeface="Cambria Math" panose="02040503050406030204" pitchFamily="18" charset="0"/>
                        </a:rPr>
                        <m:t> </m:t>
                      </m:r>
                      <m:r>
                        <m:rPr>
                          <m:sty m:val="p"/>
                        </m:rPr>
                        <a:rPr lang="en-AU" b="0" i="0" smtClean="0">
                          <a:solidFill>
                            <a:schemeClr val="bg1"/>
                          </a:solidFill>
                          <a:latin typeface="Cambria Math" panose="02040503050406030204" pitchFamily="18" charset="0"/>
                        </a:rPr>
                        <m:t>Satisfaction</m:t>
                      </m:r>
                      <m:r>
                        <a:rPr lang="en-AU" b="0" i="0" smtClean="0">
                          <a:latin typeface="Cambria Math" panose="02040503050406030204" pitchFamily="18" charset="0"/>
                        </a:rPr>
                        <m:t>=</m:t>
                      </m:r>
                      <m:r>
                        <a:rPr lang="en-AU" b="0" i="1" smtClean="0">
                          <a:latin typeface="Cambria Math" panose="02040503050406030204" pitchFamily="18" charset="0"/>
                        </a:rPr>
                        <m:t>18.2667</m:t>
                      </m:r>
                    </m:oMath>
                  </m:oMathPara>
                </a14:m>
                <a:endParaRPr lang="en-AU" dirty="0"/>
              </a:p>
            </p:txBody>
          </p:sp>
        </mc:Choice>
        <mc:Fallback xmlns="">
          <p:sp>
            <p:nvSpPr>
              <p:cNvPr id="37" name="TextBox 36">
                <a:extLst>
                  <a:ext uri="{FF2B5EF4-FFF2-40B4-BE49-F238E27FC236}">
                    <a16:creationId xmlns:a16="http://schemas.microsoft.com/office/drawing/2014/main" id="{5663A1F2-7CA8-4A79-8F58-6E40BD14B483}"/>
                  </a:ext>
                </a:extLst>
              </p:cNvPr>
              <p:cNvSpPr txBox="1">
                <a:spLocks noRot="1" noChangeAspect="1" noMove="1" noResize="1" noEditPoints="1" noAdjustHandles="1" noChangeArrowheads="1" noChangeShapeType="1" noTextEdit="1"/>
              </p:cNvSpPr>
              <p:nvPr/>
            </p:nvSpPr>
            <p:spPr>
              <a:xfrm>
                <a:off x="4449726" y="5056919"/>
                <a:ext cx="2697854" cy="276999"/>
              </a:xfrm>
              <a:prstGeom prst="rect">
                <a:avLst/>
              </a:prstGeom>
              <a:blipFill>
                <a:blip r:embed="rId11"/>
                <a:stretch>
                  <a:fillRect l="-2483" r="-1354" b="-3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3DB1416-8BB3-483C-86F7-F9091312E990}"/>
                  </a:ext>
                </a:extLst>
              </p:cNvPr>
              <p:cNvSpPr txBox="1"/>
              <p:nvPr/>
            </p:nvSpPr>
            <p:spPr>
              <a:xfrm>
                <a:off x="4449726" y="4389234"/>
                <a:ext cx="56530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AU" b="0" i="0" smtClean="0">
                          <a:latin typeface="Cambria Math" panose="02040503050406030204" pitchFamily="18" charset="0"/>
                        </a:rPr>
                        <m:t>Job</m:t>
                      </m:r>
                      <m:r>
                        <a:rPr lang="en-AU" b="0" i="0" smtClean="0">
                          <a:latin typeface="Cambria Math" panose="02040503050406030204" pitchFamily="18" charset="0"/>
                        </a:rPr>
                        <m:t> </m:t>
                      </m:r>
                      <m:r>
                        <m:rPr>
                          <m:sty m:val="p"/>
                        </m:rPr>
                        <a:rPr lang="en-AU" b="0" i="0" smtClean="0">
                          <a:latin typeface="Cambria Math" panose="02040503050406030204" pitchFamily="18" charset="0"/>
                        </a:rPr>
                        <m:t>Satisfaction</m:t>
                      </m:r>
                      <m:r>
                        <a:rPr lang="en-AU" b="0" i="0" smtClean="0">
                          <a:latin typeface="Cambria Math" panose="02040503050406030204" pitchFamily="18" charset="0"/>
                        </a:rPr>
                        <m:t>=10.7668+.0001</m:t>
                      </m:r>
                      <m:d>
                        <m:dPr>
                          <m:ctrlPr>
                            <a:rPr lang="en-AU" b="0" i="1" smtClean="0">
                              <a:latin typeface="Cambria Math" panose="02040503050406030204" pitchFamily="18" charset="0"/>
                            </a:rPr>
                          </m:ctrlPr>
                        </m:dPr>
                        <m:e>
                          <m:r>
                            <a:rPr lang="en-AU" b="0" i="0" smtClean="0">
                              <a:solidFill>
                                <a:schemeClr val="accent5"/>
                              </a:solidFill>
                              <a:latin typeface="Cambria Math" panose="02040503050406030204" pitchFamily="18" charset="0"/>
                            </a:rPr>
                            <m:t>75000</m:t>
                          </m:r>
                        </m:e>
                      </m:d>
                      <m:r>
                        <a:rPr lang="en-AU" b="0" i="0" smtClean="0">
                          <a:latin typeface="Cambria Math" panose="02040503050406030204" pitchFamily="18" charset="0"/>
                        </a:rPr>
                        <m:t>−3.4714(</m:t>
                      </m:r>
                      <m:r>
                        <a:rPr lang="en-AU" b="0" i="0" smtClean="0">
                          <a:solidFill>
                            <a:srgbClr val="FF0000"/>
                          </a:solidFill>
                          <a:latin typeface="Cambria Math" panose="02040503050406030204" pitchFamily="18" charset="0"/>
                        </a:rPr>
                        <m:t>0</m:t>
                      </m:r>
                      <m:r>
                        <a:rPr lang="en-AU" b="0" i="0" smtClean="0">
                          <a:latin typeface="Cambria Math" panose="02040503050406030204" pitchFamily="18" charset="0"/>
                        </a:rPr>
                        <m:t>)</m:t>
                      </m:r>
                    </m:oMath>
                  </m:oMathPara>
                </a14:m>
                <a:endParaRPr lang="en-AU" dirty="0"/>
              </a:p>
            </p:txBody>
          </p:sp>
        </mc:Choice>
        <mc:Fallback xmlns="">
          <p:sp>
            <p:nvSpPr>
              <p:cNvPr id="39" name="TextBox 38">
                <a:extLst>
                  <a:ext uri="{FF2B5EF4-FFF2-40B4-BE49-F238E27FC236}">
                    <a16:creationId xmlns:a16="http://schemas.microsoft.com/office/drawing/2014/main" id="{33DB1416-8BB3-483C-86F7-F9091312E990}"/>
                  </a:ext>
                </a:extLst>
              </p:cNvPr>
              <p:cNvSpPr txBox="1">
                <a:spLocks noRot="1" noChangeAspect="1" noMove="1" noResize="1" noEditPoints="1" noAdjustHandles="1" noChangeArrowheads="1" noChangeShapeType="1" noTextEdit="1"/>
              </p:cNvSpPr>
              <p:nvPr/>
            </p:nvSpPr>
            <p:spPr>
              <a:xfrm>
                <a:off x="4449726" y="4389234"/>
                <a:ext cx="5653022" cy="276999"/>
              </a:xfrm>
              <a:prstGeom prst="rect">
                <a:avLst/>
              </a:prstGeom>
              <a:blipFill>
                <a:blip r:embed="rId12"/>
                <a:stretch>
                  <a:fillRect l="-863" r="-1079" b="-37778"/>
                </a:stretch>
              </a:blipFill>
            </p:spPr>
            <p:txBody>
              <a:bodyPr/>
              <a:lstStyle/>
              <a:p>
                <a:r>
                  <a:rPr lang="en-AU">
                    <a:noFill/>
                  </a:rPr>
                  <a:t> </a:t>
                </a:r>
              </a:p>
            </p:txBody>
          </p:sp>
        </mc:Fallback>
      </mc:AlternateContent>
      <p:sp>
        <p:nvSpPr>
          <p:cNvPr id="40" name="TextBox 39">
            <a:extLst>
              <a:ext uri="{FF2B5EF4-FFF2-40B4-BE49-F238E27FC236}">
                <a16:creationId xmlns:a16="http://schemas.microsoft.com/office/drawing/2014/main" id="{D0D76A08-5EEF-4DB0-B45F-FF77BCDFD465}"/>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 with a binary predictor</a:t>
            </a:r>
          </a:p>
        </p:txBody>
      </p:sp>
    </p:spTree>
    <p:extLst>
      <p:ext uri="{BB962C8B-B14F-4D97-AF65-F5344CB8AC3E}">
        <p14:creationId xmlns:p14="http://schemas.microsoft.com/office/powerpoint/2010/main" val="54775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E26968-1AAB-4259-A909-4079B81CDDD7}"/>
              </a:ext>
            </a:extLst>
          </p:cNvPr>
          <p:cNvPicPr>
            <a:picLocks noChangeAspect="1"/>
          </p:cNvPicPr>
          <p:nvPr/>
        </p:nvPicPr>
        <p:blipFill rotWithShape="1">
          <a:blip r:embed="rId2"/>
          <a:srcRect r="43924" b="12145"/>
          <a:stretch/>
        </p:blipFill>
        <p:spPr>
          <a:xfrm>
            <a:off x="0" y="152400"/>
            <a:ext cx="6836735" cy="5757333"/>
          </a:xfrm>
          <a:prstGeom prst="rect">
            <a:avLst/>
          </a:prstGeom>
        </p:spPr>
      </p:pic>
      <p:sp>
        <p:nvSpPr>
          <p:cNvPr id="13" name="TextBox 12">
            <a:extLst>
              <a:ext uri="{FF2B5EF4-FFF2-40B4-BE49-F238E27FC236}">
                <a16:creationId xmlns:a16="http://schemas.microsoft.com/office/drawing/2014/main" id="{7F8DFABD-9945-4F0F-BA18-47BF69FECA93}"/>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 with a categorical (k &gt; 2) predictor</a:t>
            </a:r>
          </a:p>
        </p:txBody>
      </p:sp>
      <p:pic>
        <p:nvPicPr>
          <p:cNvPr id="14" name="Picture 13">
            <a:extLst>
              <a:ext uri="{FF2B5EF4-FFF2-40B4-BE49-F238E27FC236}">
                <a16:creationId xmlns:a16="http://schemas.microsoft.com/office/drawing/2014/main" id="{D983F5ED-9266-41C9-B8CC-6342DCD1B9B3}"/>
              </a:ext>
            </a:extLst>
          </p:cNvPr>
          <p:cNvPicPr>
            <a:picLocks noChangeAspect="1"/>
          </p:cNvPicPr>
          <p:nvPr/>
        </p:nvPicPr>
        <p:blipFill rotWithShape="1">
          <a:blip r:embed="rId3"/>
          <a:srcRect l="1831" t="22336" r="69128" b="14711"/>
          <a:stretch/>
        </p:blipFill>
        <p:spPr>
          <a:xfrm>
            <a:off x="3296093" y="1616148"/>
            <a:ext cx="3540642" cy="4125433"/>
          </a:xfrm>
          <a:prstGeom prst="rect">
            <a:avLst/>
          </a:prstGeom>
        </p:spPr>
      </p:pic>
      <p:sp>
        <p:nvSpPr>
          <p:cNvPr id="2" name="Rectangle 1">
            <a:extLst>
              <a:ext uri="{FF2B5EF4-FFF2-40B4-BE49-F238E27FC236}">
                <a16:creationId xmlns:a16="http://schemas.microsoft.com/office/drawing/2014/main" id="{32A8A31C-64EC-4E60-A2FD-206DDC965D51}"/>
              </a:ext>
            </a:extLst>
          </p:cNvPr>
          <p:cNvSpPr/>
          <p:nvPr/>
        </p:nvSpPr>
        <p:spPr>
          <a:xfrm>
            <a:off x="669851" y="1541721"/>
            <a:ext cx="595423" cy="41573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6257C982-239A-4EBC-A64C-8F73BD5A6A1F}"/>
              </a:ext>
            </a:extLst>
          </p:cNvPr>
          <p:cNvSpPr/>
          <p:nvPr/>
        </p:nvSpPr>
        <p:spPr>
          <a:xfrm>
            <a:off x="4295553" y="1541721"/>
            <a:ext cx="1488559" cy="41573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Arrow: Right 2">
            <a:extLst>
              <a:ext uri="{FF2B5EF4-FFF2-40B4-BE49-F238E27FC236}">
                <a16:creationId xmlns:a16="http://schemas.microsoft.com/office/drawing/2014/main" id="{9D73F781-2C5D-45A8-9E38-176FF2BD02EA}"/>
              </a:ext>
            </a:extLst>
          </p:cNvPr>
          <p:cNvSpPr/>
          <p:nvPr/>
        </p:nvSpPr>
        <p:spPr>
          <a:xfrm>
            <a:off x="2264735" y="3413051"/>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6FC5C04C-628C-4BC7-AA65-2699818325FD}"/>
              </a:ext>
            </a:extLst>
          </p:cNvPr>
          <p:cNvSpPr txBox="1"/>
          <p:nvPr/>
        </p:nvSpPr>
        <p:spPr>
          <a:xfrm>
            <a:off x="6996223" y="948267"/>
            <a:ext cx="5050465" cy="3046988"/>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Arial Narrow" panose="020B0606020202030204" pitchFamily="34" charset="0"/>
              </a:rPr>
              <a:t>We need to choose one of the levels to be a reference category, e.g.:</a:t>
            </a:r>
          </a:p>
          <a:p>
            <a:pPr marL="342900" indent="-342900">
              <a:buFont typeface="Arial" panose="020B0604020202020204" pitchFamily="34" charset="0"/>
              <a:buChar char="•"/>
            </a:pPr>
            <a:endParaRPr lang="en-AU" sz="2400" dirty="0">
              <a:latin typeface="Arial Narrow" panose="020B0606020202030204" pitchFamily="34" charset="0"/>
            </a:endParaRPr>
          </a:p>
          <a:p>
            <a:pPr marL="342900" indent="-342900">
              <a:buFont typeface="Arial" panose="020B0604020202020204" pitchFamily="34" charset="0"/>
              <a:buChar char="•"/>
            </a:pPr>
            <a:endParaRPr lang="en-AU" sz="2400" dirty="0">
              <a:latin typeface="Arial Narrow" panose="020B0606020202030204" pitchFamily="34" charset="0"/>
            </a:endParaRPr>
          </a:p>
          <a:p>
            <a:pPr marL="342900" indent="-342900">
              <a:buFont typeface="Arial" panose="020B0604020202020204" pitchFamily="34" charset="0"/>
              <a:buChar char="•"/>
            </a:pPr>
            <a:endParaRPr lang="en-AU" sz="2400" dirty="0">
              <a:latin typeface="Arial Narrow" panose="020B0606020202030204" pitchFamily="34" charset="0"/>
            </a:endParaRPr>
          </a:p>
          <a:p>
            <a:pPr marL="342900" indent="-342900">
              <a:buFont typeface="Arial" panose="020B0604020202020204" pitchFamily="34" charset="0"/>
              <a:buChar char="•"/>
            </a:pPr>
            <a:r>
              <a:rPr lang="en-AU" sz="2400" dirty="0">
                <a:latin typeface="Arial Narrow" panose="020B0606020202030204" pitchFamily="34" charset="0"/>
              </a:rPr>
              <a:t>Here we have chosen “Manager” to be the reference category, so it does not have a term in the model.</a:t>
            </a:r>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A18C073-D256-47E3-8F0D-D025BA885A3A}"/>
                  </a:ext>
                </a:extLst>
              </p:cNvPr>
              <p:cNvSpPr txBox="1"/>
              <p:nvPr/>
            </p:nvSpPr>
            <p:spPr>
              <a:xfrm>
                <a:off x="7358702" y="2190701"/>
                <a:ext cx="4163447" cy="276999"/>
              </a:xfrm>
              <a:prstGeom prst="rect">
                <a:avLst/>
              </a:prstGeom>
              <a:solidFill>
                <a:schemeClr val="bg1"/>
              </a:solid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0</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1</m:t>
                          </m:r>
                        </m:sub>
                      </m:sSub>
                      <m:r>
                        <m:rPr>
                          <m:sty m:val="p"/>
                        </m:rPr>
                        <a:rPr lang="en-AU" b="0" i="0" smtClean="0">
                          <a:latin typeface="Cambria Math" panose="02040503050406030204" pitchFamily="18" charset="0"/>
                        </a:rPr>
                        <m:t>Income</m:t>
                      </m:r>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𝑏</m:t>
                          </m:r>
                        </m:e>
                        <m:sub>
                          <m:r>
                            <a:rPr lang="en-AU" b="0" i="1" smtClean="0">
                              <a:latin typeface="Cambria Math" panose="02040503050406030204" pitchFamily="18" charset="0"/>
                            </a:rPr>
                            <m:t>2</m:t>
                          </m:r>
                        </m:sub>
                      </m:sSub>
                      <m:r>
                        <m:rPr>
                          <m:sty m:val="p"/>
                        </m:rPr>
                        <a:rPr lang="en-AU" b="0" i="0" smtClean="0">
                          <a:latin typeface="Cambria Math" panose="02040503050406030204" pitchFamily="18" charset="0"/>
                        </a:rPr>
                        <m:t>Clerical</m:t>
                      </m:r>
                      <m:r>
                        <a:rPr lang="en-AU" b="0" i="0" smtClean="0">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𝑏</m:t>
                          </m:r>
                        </m:e>
                        <m:sub>
                          <m:r>
                            <a:rPr lang="en-AU" b="0" i="1" smtClean="0">
                              <a:latin typeface="Cambria Math" panose="02040503050406030204" pitchFamily="18" charset="0"/>
                            </a:rPr>
                            <m:t>3</m:t>
                          </m:r>
                        </m:sub>
                      </m:sSub>
                      <m:r>
                        <m:rPr>
                          <m:sty m:val="p"/>
                        </m:rPr>
                        <a:rPr lang="en-AU" b="0" i="0" smtClean="0">
                          <a:latin typeface="Cambria Math" panose="02040503050406030204" pitchFamily="18" charset="0"/>
                        </a:rPr>
                        <m:t>Labourer</m:t>
                      </m:r>
                    </m:oMath>
                  </m:oMathPara>
                </a14:m>
                <a:endParaRPr lang="en-AU" dirty="0"/>
              </a:p>
            </p:txBody>
          </p:sp>
        </mc:Choice>
        <mc:Fallback>
          <p:sp>
            <p:nvSpPr>
              <p:cNvPr id="27" name="TextBox 26">
                <a:extLst>
                  <a:ext uri="{FF2B5EF4-FFF2-40B4-BE49-F238E27FC236}">
                    <a16:creationId xmlns:a16="http://schemas.microsoft.com/office/drawing/2014/main" id="{CA18C073-D256-47E3-8F0D-D025BA885A3A}"/>
                  </a:ext>
                </a:extLst>
              </p:cNvPr>
              <p:cNvSpPr txBox="1">
                <a:spLocks noRot="1" noChangeAspect="1" noMove="1" noResize="1" noEditPoints="1" noAdjustHandles="1" noChangeArrowheads="1" noChangeShapeType="1" noTextEdit="1"/>
              </p:cNvSpPr>
              <p:nvPr/>
            </p:nvSpPr>
            <p:spPr>
              <a:xfrm>
                <a:off x="7358702" y="2190701"/>
                <a:ext cx="4163447" cy="276999"/>
              </a:xfrm>
              <a:prstGeom prst="rect">
                <a:avLst/>
              </a:prstGeom>
              <a:blipFill>
                <a:blip r:embed="rId4"/>
                <a:stretch>
                  <a:fillRect l="-730" r="-876" b="-12500"/>
                </a:stretch>
              </a:blipFill>
              <a:ln>
                <a:solidFill>
                  <a:schemeClr val="tx1"/>
                </a:solidFill>
              </a:ln>
            </p:spPr>
            <p:txBody>
              <a:bodyPr/>
              <a:lstStyle/>
              <a:p>
                <a:r>
                  <a:rPr lang="en-AU">
                    <a:noFill/>
                  </a:rPr>
                  <a:t> </a:t>
                </a:r>
              </a:p>
            </p:txBody>
          </p:sp>
        </mc:Fallback>
      </mc:AlternateContent>
    </p:spTree>
    <p:extLst>
      <p:ext uri="{BB962C8B-B14F-4D97-AF65-F5344CB8AC3E}">
        <p14:creationId xmlns:p14="http://schemas.microsoft.com/office/powerpoint/2010/main" val="283825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91F604-7F9B-4362-B00D-626E5F6882F2}"/>
                  </a:ext>
                </a:extLst>
              </p:cNvPr>
              <p:cNvSpPr txBox="1"/>
              <p:nvPr/>
            </p:nvSpPr>
            <p:spPr>
              <a:xfrm>
                <a:off x="548754" y="2985169"/>
                <a:ext cx="3987245" cy="12220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𝑋</m:t>
                      </m:r>
                      <m:r>
                        <a:rPr lang="en-AU" sz="2800" b="0" i="1" smtClean="0">
                          <a:latin typeface="Cambria Math" panose="02040503050406030204" pitchFamily="18" charset="0"/>
                        </a:rPr>
                        <m:t>=</m:t>
                      </m:r>
                      <m:d>
                        <m:dPr>
                          <m:begChr m:val="["/>
                          <m:endChr m:val="]"/>
                          <m:ctrlPr>
                            <a:rPr lang="en-AU" sz="2800" b="0" i="1" smtClean="0">
                              <a:latin typeface="Cambria Math" panose="02040503050406030204" pitchFamily="18" charset="0"/>
                            </a:rPr>
                          </m:ctrlPr>
                        </m:dPr>
                        <m:e>
                          <m:m>
                            <m:mPr>
                              <m:mcs>
                                <m:mc>
                                  <m:mcPr>
                                    <m:count m:val="1"/>
                                    <m:mcJc m:val="center"/>
                                  </m:mcPr>
                                </m:mc>
                              </m:mcs>
                              <m:ctrlPr>
                                <a:rPr lang="en-AU" sz="2800" b="0" i="1" smtClean="0">
                                  <a:latin typeface="Cambria Math" panose="02040503050406030204" pitchFamily="18" charset="0"/>
                                </a:rPr>
                              </m:ctrlPr>
                            </m:mPr>
                            <m:mr>
                              <m:e>
                                <m:r>
                                  <m:rPr>
                                    <m:brk m:alnAt="7"/>
                                  </m:rPr>
                                  <a:rPr lang="en-AU" sz="2800" b="0" i="1" smtClean="0">
                                    <a:latin typeface="Cambria Math" panose="02040503050406030204" pitchFamily="18" charset="0"/>
                                  </a:rPr>
                                  <m:t>1</m:t>
                                </m:r>
                              </m:e>
                            </m:mr>
                            <m:mr>
                              <m:e>
                                <m:r>
                                  <a:rPr lang="en-AU" sz="2800" b="0" i="1" smtClean="0">
                                    <a:latin typeface="Cambria Math" panose="02040503050406030204" pitchFamily="18" charset="0"/>
                                  </a:rPr>
                                  <m:t>1</m:t>
                                </m:r>
                              </m:e>
                            </m:mr>
                            <m:mr>
                              <m:e>
                                <m:r>
                                  <a:rPr lang="en-AU" sz="2800" b="0" i="1" smtClean="0">
                                    <a:latin typeface="Cambria Math" panose="02040503050406030204" pitchFamily="18" charset="0"/>
                                  </a:rPr>
                                  <m:t>1</m:t>
                                </m:r>
                              </m:e>
                            </m:mr>
                          </m:m>
                          <m:r>
                            <a:rPr lang="en-AU" sz="2800" b="0" i="1" smtClean="0">
                              <a:latin typeface="Cambria Math" panose="02040503050406030204" pitchFamily="18" charset="0"/>
                            </a:rPr>
                            <m:t>  </m:t>
                          </m:r>
                          <m:m>
                            <m:mPr>
                              <m:mcs>
                                <m:mc>
                                  <m:mcPr>
                                    <m:count m:val="1"/>
                                    <m:mcJc m:val="center"/>
                                  </m:mcPr>
                                </m:mc>
                              </m:mcs>
                              <m:ctrlPr>
                                <a:rPr lang="en-AU" sz="2800" b="0" i="1" smtClean="0">
                                  <a:latin typeface="Cambria Math" panose="02040503050406030204" pitchFamily="18" charset="0"/>
                                </a:rPr>
                              </m:ctrlPr>
                            </m:mPr>
                            <m:mr>
                              <m:e>
                                <m:sSub>
                                  <m:sSubPr>
                                    <m:ctrlPr>
                                      <a:rPr lang="en-AU" sz="2800" b="0" i="1" smtClean="0">
                                        <a:latin typeface="Cambria Math" panose="02040503050406030204" pitchFamily="18" charset="0"/>
                                      </a:rPr>
                                    </m:ctrlPr>
                                  </m:sSubPr>
                                  <m:e>
                                    <m:r>
                                      <m:rPr>
                                        <m:sty m:val="p"/>
                                      </m:rPr>
                                      <a:rPr lang="en-AU" sz="2800" b="0" i="0" smtClean="0">
                                        <a:latin typeface="Cambria Math" panose="02040503050406030204" pitchFamily="18" charset="0"/>
                                      </a:rPr>
                                      <m:t>Income</m:t>
                                    </m:r>
                                  </m:e>
                                  <m:sub>
                                    <m:r>
                                      <a:rPr lang="en-AU" sz="2800" b="0" i="1" smtClean="0">
                                        <a:latin typeface="Cambria Math" panose="02040503050406030204" pitchFamily="18" charset="0"/>
                                      </a:rPr>
                                      <m:t>𝐴</m:t>
                                    </m:r>
                                  </m:sub>
                                </m:sSub>
                              </m:e>
                            </m:mr>
                            <m:mr>
                              <m:e>
                                <m:sSub>
                                  <m:sSubPr>
                                    <m:ctrlPr>
                                      <a:rPr lang="en-AU" sz="2800" b="0" i="1" smtClean="0">
                                        <a:latin typeface="Cambria Math" panose="02040503050406030204" pitchFamily="18" charset="0"/>
                                      </a:rPr>
                                    </m:ctrlPr>
                                  </m:sSubPr>
                                  <m:e>
                                    <m:r>
                                      <m:rPr>
                                        <m:sty m:val="p"/>
                                      </m:rPr>
                                      <a:rPr lang="en-AU" sz="2800">
                                        <a:latin typeface="Cambria Math" panose="02040503050406030204" pitchFamily="18" charset="0"/>
                                      </a:rPr>
                                      <m:t>Income</m:t>
                                    </m:r>
                                  </m:e>
                                  <m:sub>
                                    <m:r>
                                      <a:rPr lang="en-AU" sz="2800" b="0" i="1" smtClean="0">
                                        <a:latin typeface="Cambria Math" panose="02040503050406030204" pitchFamily="18" charset="0"/>
                                      </a:rPr>
                                      <m:t>𝐵</m:t>
                                    </m:r>
                                  </m:sub>
                                </m:sSub>
                              </m:e>
                            </m:mr>
                            <m:mr>
                              <m:e>
                                <m:sSub>
                                  <m:sSubPr>
                                    <m:ctrlPr>
                                      <a:rPr lang="en-AU" sz="2800" b="0" i="1" smtClean="0">
                                        <a:latin typeface="Cambria Math" panose="02040503050406030204" pitchFamily="18" charset="0"/>
                                      </a:rPr>
                                    </m:ctrlPr>
                                  </m:sSubPr>
                                  <m:e>
                                    <m:r>
                                      <m:rPr>
                                        <m:sty m:val="p"/>
                                      </m:rPr>
                                      <a:rPr lang="en-AU" sz="2800">
                                        <a:latin typeface="Cambria Math" panose="02040503050406030204" pitchFamily="18" charset="0"/>
                                      </a:rPr>
                                      <m:t>Income</m:t>
                                    </m:r>
                                  </m:e>
                                  <m:sub>
                                    <m:r>
                                      <a:rPr lang="en-AU" sz="2800" b="0" i="1" smtClean="0">
                                        <a:latin typeface="Cambria Math" panose="02040503050406030204" pitchFamily="18" charset="0"/>
                                      </a:rPr>
                                      <m:t>𝐶</m:t>
                                    </m:r>
                                  </m:sub>
                                </m:sSub>
                              </m:e>
                            </m:mr>
                          </m:m>
                          <m:r>
                            <a:rPr lang="en-AU" sz="2800" b="0" i="1" smtClean="0">
                              <a:latin typeface="Cambria Math" panose="02040503050406030204" pitchFamily="18" charset="0"/>
                            </a:rPr>
                            <m:t>  </m:t>
                          </m:r>
                          <m:m>
                            <m:mPr>
                              <m:mcs>
                                <m:mc>
                                  <m:mcPr>
                                    <m:count m:val="1"/>
                                    <m:mcJc m:val="center"/>
                                  </m:mcPr>
                                </m:mc>
                              </m:mcs>
                              <m:ctrlPr>
                                <a:rPr lang="en-AU" sz="2800" b="0" i="1" smtClean="0">
                                  <a:latin typeface="Cambria Math" panose="02040503050406030204" pitchFamily="18" charset="0"/>
                                </a:rPr>
                              </m:ctrlPr>
                            </m:mPr>
                            <m:mr>
                              <m:e>
                                <m:r>
                                  <m:rPr>
                                    <m:brk m:alnAt="7"/>
                                  </m:rPr>
                                  <a:rPr lang="en-AU" sz="2800" b="0" i="1" smtClean="0">
                                    <a:latin typeface="Cambria Math" panose="02040503050406030204" pitchFamily="18" charset="0"/>
                                  </a:rPr>
                                  <m:t>1</m:t>
                                </m:r>
                              </m:e>
                            </m:mr>
                            <m:mr>
                              <m:e>
                                <m:r>
                                  <a:rPr lang="en-AU" sz="2800" b="0" i="1" smtClean="0">
                                    <a:latin typeface="Cambria Math" panose="02040503050406030204" pitchFamily="18" charset="0"/>
                                  </a:rPr>
                                  <m:t>0</m:t>
                                </m:r>
                              </m:e>
                            </m:mr>
                            <m:mr>
                              <m:e>
                                <m:r>
                                  <a:rPr lang="en-AU" sz="2800" b="0" i="1" smtClean="0">
                                    <a:latin typeface="Cambria Math" panose="02040503050406030204" pitchFamily="18" charset="0"/>
                                  </a:rPr>
                                  <m:t>0</m:t>
                                </m:r>
                              </m:e>
                            </m:mr>
                          </m:m>
                          <m:r>
                            <a:rPr lang="en-AU" sz="2800" b="0" i="1" smtClean="0">
                              <a:latin typeface="Cambria Math" panose="02040503050406030204" pitchFamily="18" charset="0"/>
                            </a:rPr>
                            <m:t>  </m:t>
                          </m:r>
                          <m:m>
                            <m:mPr>
                              <m:mcs>
                                <m:mc>
                                  <m:mcPr>
                                    <m:count m:val="1"/>
                                    <m:mcJc m:val="center"/>
                                  </m:mcPr>
                                </m:mc>
                              </m:mcs>
                              <m:ctrlPr>
                                <a:rPr lang="en-AU" sz="2800" b="0" i="1" smtClean="0">
                                  <a:latin typeface="Cambria Math" panose="02040503050406030204" pitchFamily="18" charset="0"/>
                                </a:rPr>
                              </m:ctrlPr>
                            </m:mPr>
                            <m:mr>
                              <m:e>
                                <m:r>
                                  <m:rPr>
                                    <m:brk m:alnAt="7"/>
                                  </m:rPr>
                                  <a:rPr lang="en-AU" sz="2800" b="0" i="1" smtClean="0">
                                    <a:latin typeface="Cambria Math" panose="02040503050406030204" pitchFamily="18" charset="0"/>
                                  </a:rPr>
                                  <m:t>0</m:t>
                                </m:r>
                              </m:e>
                            </m:mr>
                            <m:mr>
                              <m:e>
                                <m:r>
                                  <a:rPr lang="en-AU" sz="2800" b="0" i="1" smtClean="0">
                                    <a:latin typeface="Cambria Math" panose="02040503050406030204" pitchFamily="18" charset="0"/>
                                  </a:rPr>
                                  <m:t>1</m:t>
                                </m:r>
                              </m:e>
                            </m:mr>
                            <m:mr>
                              <m:e>
                                <m:r>
                                  <a:rPr lang="en-AU" sz="2800" b="0" i="1" smtClean="0">
                                    <a:latin typeface="Cambria Math" panose="02040503050406030204" pitchFamily="18" charset="0"/>
                                  </a:rPr>
                                  <m:t>0</m:t>
                                </m:r>
                              </m:e>
                            </m:mr>
                          </m:m>
                          <m:r>
                            <a:rPr lang="en-AU" sz="2800" b="0" i="1" smtClean="0">
                              <a:latin typeface="Cambria Math" panose="02040503050406030204" pitchFamily="18" charset="0"/>
                            </a:rPr>
                            <m:t>  </m:t>
                          </m:r>
                          <m:m>
                            <m:mPr>
                              <m:mcs>
                                <m:mc>
                                  <m:mcPr>
                                    <m:count m:val="1"/>
                                    <m:mcJc m:val="center"/>
                                  </m:mcPr>
                                </m:mc>
                              </m:mcs>
                              <m:ctrlPr>
                                <a:rPr lang="en-AU" sz="2800" b="0" i="1" smtClean="0">
                                  <a:latin typeface="Cambria Math" panose="02040503050406030204" pitchFamily="18" charset="0"/>
                                </a:rPr>
                              </m:ctrlPr>
                            </m:mPr>
                            <m:mr>
                              <m:e>
                                <m:r>
                                  <m:rPr>
                                    <m:brk m:alnAt="7"/>
                                  </m:rPr>
                                  <a:rPr lang="en-AU" sz="2800" b="0" i="1" smtClean="0">
                                    <a:latin typeface="Cambria Math" panose="02040503050406030204" pitchFamily="18" charset="0"/>
                                  </a:rPr>
                                  <m:t>0</m:t>
                                </m:r>
                              </m:e>
                            </m:mr>
                            <m:mr>
                              <m:e>
                                <m:r>
                                  <a:rPr lang="en-AU" sz="2800" b="0" i="1" smtClean="0">
                                    <a:latin typeface="Cambria Math" panose="02040503050406030204" pitchFamily="18" charset="0"/>
                                  </a:rPr>
                                  <m:t>0</m:t>
                                </m:r>
                              </m:e>
                            </m:mr>
                            <m:mr>
                              <m:e>
                                <m:r>
                                  <a:rPr lang="en-AU" sz="2800" b="0" i="1" smtClean="0">
                                    <a:latin typeface="Cambria Math" panose="02040503050406030204" pitchFamily="18" charset="0"/>
                                  </a:rPr>
                                  <m:t>1</m:t>
                                </m:r>
                              </m:e>
                            </m:mr>
                          </m:m>
                        </m:e>
                      </m:d>
                    </m:oMath>
                  </m:oMathPara>
                </a14:m>
                <a:endParaRPr lang="en-AU" sz="2800" dirty="0"/>
              </a:p>
            </p:txBody>
          </p:sp>
        </mc:Choice>
        <mc:Fallback xmlns="">
          <p:sp>
            <p:nvSpPr>
              <p:cNvPr id="2" name="TextBox 1">
                <a:extLst>
                  <a:ext uri="{FF2B5EF4-FFF2-40B4-BE49-F238E27FC236}">
                    <a16:creationId xmlns:a16="http://schemas.microsoft.com/office/drawing/2014/main" id="{4A91F604-7F9B-4362-B00D-626E5F6882F2}"/>
                  </a:ext>
                </a:extLst>
              </p:cNvPr>
              <p:cNvSpPr txBox="1">
                <a:spLocks noRot="1" noChangeAspect="1" noMove="1" noResize="1" noEditPoints="1" noAdjustHandles="1" noChangeArrowheads="1" noChangeShapeType="1" noTextEdit="1"/>
              </p:cNvSpPr>
              <p:nvPr/>
            </p:nvSpPr>
            <p:spPr>
              <a:xfrm>
                <a:off x="548754" y="2985169"/>
                <a:ext cx="3987245" cy="1222066"/>
              </a:xfrm>
              <a:prstGeom prst="rect">
                <a:avLst/>
              </a:prstGeom>
              <a:blipFill>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7DCAEA2E-ED53-46BA-AD5F-E58819AE51C0}"/>
                  </a:ext>
                </a:extLst>
              </p:cNvPr>
              <p:cNvSpPr/>
              <p:nvPr/>
            </p:nvSpPr>
            <p:spPr>
              <a:xfrm>
                <a:off x="5164666" y="1701897"/>
                <a:ext cx="6705602" cy="3960348"/>
              </a:xfrm>
              <a:prstGeom prst="rect">
                <a:avLst/>
              </a:prstGeom>
              <a:solidFill>
                <a:schemeClr val="bg1"/>
              </a:solid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sz="2000" dirty="0">
                    <a:solidFill>
                      <a:schemeClr val="tx1"/>
                    </a:solidFill>
                    <a:latin typeface="Arial Narrow" panose="020B0606020202030204" pitchFamily="34" charset="0"/>
                    <a:ea typeface="Roboto Condensed" panose="020B0604020202020204" charset="0"/>
                  </a:rPr>
                  <a:t>For every row, exactly one of the three dummies equals 1 and the other two equal 0</a:t>
                </a:r>
              </a:p>
              <a:p>
                <a:pPr marL="342900" indent="-342900">
                  <a:buFont typeface="Arial" panose="020B0604020202020204" pitchFamily="34" charset="0"/>
                  <a:buChar char="•"/>
                </a:pPr>
                <a:endParaRPr lang="en-US" sz="2000" dirty="0">
                  <a:solidFill>
                    <a:schemeClr val="tx1"/>
                  </a:solidFill>
                  <a:latin typeface="Arial Narrow" panose="020B0606020202030204" pitchFamily="34" charset="0"/>
                  <a:ea typeface="Roboto Condensed" panose="020B0604020202020204" charset="0"/>
                </a:endParaRPr>
              </a:p>
              <a:p>
                <a:pPr algn="ctr"/>
                <a:r>
                  <a:rPr lang="en-US" sz="2000" dirty="0">
                    <a:solidFill>
                      <a:schemeClr val="tx1"/>
                    </a:solidFill>
                    <a:latin typeface="Arial Narrow" panose="020B0606020202030204" pitchFamily="34" charset="0"/>
                    <a:ea typeface="Roboto Condensed" panose="020B0604020202020204" charset="0"/>
                  </a:rPr>
                  <a:t>Clerical + Manager + Labourer = 1 = Intercept</a:t>
                </a:r>
              </a:p>
              <a:p>
                <a:pPr algn="ctr"/>
                <a:endParaRPr lang="en-US" sz="2000" dirty="0">
                  <a:solidFill>
                    <a:schemeClr val="tx1"/>
                  </a:solidFill>
                  <a:latin typeface="Arial Narrow" panose="020B0606020202030204" pitchFamily="34" charset="0"/>
                  <a:ea typeface="Roboto Condensed" panose="020B0604020202020204" charset="0"/>
                </a:endParaRPr>
              </a:p>
              <a:p>
                <a:pPr marL="342900" indent="-342900">
                  <a:buFont typeface="Arial" panose="020B0604020202020204" pitchFamily="34" charset="0"/>
                  <a:buChar char="•"/>
                </a:pPr>
                <a:r>
                  <a:rPr lang="en-US" sz="2000" dirty="0">
                    <a:solidFill>
                      <a:schemeClr val="tx1"/>
                    </a:solidFill>
                    <a:latin typeface="Arial Narrow" panose="020B0606020202030204" pitchFamily="34" charset="0"/>
                    <a:ea typeface="Roboto Condensed" panose="020B0604020202020204" charset="0"/>
                  </a:rPr>
                  <a:t>That means column 3 + column 4 + column 5 = column 1</a:t>
                </a:r>
              </a:p>
              <a:p>
                <a:r>
                  <a:rPr lang="en-US" sz="2000" dirty="0">
                    <a:solidFill>
                      <a:schemeClr val="tx1"/>
                    </a:solidFill>
                    <a:latin typeface="Arial Narrow" panose="020B0606020202030204" pitchFamily="34" charset="0"/>
                    <a:ea typeface="Roboto Condensed" panose="020B0604020202020204" charset="0"/>
                  </a:rPr>
                  <a:t>	(i.e. one column is an exact linear combination of others, the 	matrix is </a:t>
                </a:r>
                <a:r>
                  <a:rPr lang="en-US" sz="2000" b="1" dirty="0">
                    <a:solidFill>
                      <a:schemeClr val="tx1"/>
                    </a:solidFill>
                    <a:latin typeface="Arial Narrow" panose="020B0606020202030204" pitchFamily="34" charset="0"/>
                    <a:ea typeface="Roboto Condensed" panose="020B0604020202020204" charset="0"/>
                  </a:rPr>
                  <a:t>rank-deficient</a:t>
                </a:r>
                <a:r>
                  <a:rPr lang="en-US" sz="2000" dirty="0">
                    <a:solidFill>
                      <a:schemeClr val="tx1"/>
                    </a:solidFill>
                    <a:latin typeface="Arial Narrow" panose="020B0606020202030204" pitchFamily="34" charset="0"/>
                    <a:ea typeface="Roboto Condensed" panose="020B0604020202020204" charset="0"/>
                  </a:rPr>
                  <a:t>)</a:t>
                </a:r>
              </a:p>
              <a:p>
                <a:endParaRPr lang="en-US" sz="2000" dirty="0">
                  <a:solidFill>
                    <a:schemeClr val="tx1"/>
                  </a:solidFill>
                  <a:latin typeface="Arial Narrow" panose="020B0606020202030204" pitchFamily="34" charset="0"/>
                  <a:ea typeface="Roboto Condensed" panose="020B0604020202020204" charset="0"/>
                </a:endParaRPr>
              </a:p>
              <a:p>
                <a:pPr marL="342900" indent="-342900">
                  <a:buFont typeface="Arial" panose="020B0604020202020204" pitchFamily="34" charset="0"/>
                  <a:buChar char="•"/>
                </a:pPr>
                <a14:m>
                  <m:oMath xmlns:m="http://schemas.openxmlformats.org/officeDocument/2006/math">
                    <m:sSup>
                      <m:sSupPr>
                        <m:ctrlPr>
                          <a:rPr lang="en-US" sz="2000" i="1" smtClean="0">
                            <a:solidFill>
                              <a:schemeClr val="tx1"/>
                            </a:solidFill>
                            <a:latin typeface="Cambria Math" panose="02040503050406030204" pitchFamily="18" charset="0"/>
                            <a:ea typeface="Roboto Condensed" panose="020B0604020202020204" charset="0"/>
                          </a:rPr>
                        </m:ctrlPr>
                      </m:sSupPr>
                      <m:e>
                        <m:r>
                          <a:rPr lang="en-AU" sz="2000" b="0" i="1" smtClean="0">
                            <a:solidFill>
                              <a:schemeClr val="tx1"/>
                            </a:solidFill>
                            <a:latin typeface="Cambria Math" panose="02040503050406030204" pitchFamily="18" charset="0"/>
                            <a:ea typeface="Roboto Condensed" panose="020B0604020202020204" charset="0"/>
                          </a:rPr>
                          <m:t>𝑋</m:t>
                        </m:r>
                      </m:e>
                      <m:sup>
                        <m:r>
                          <a:rPr lang="en-AU" sz="2000" b="0" i="1" smtClean="0">
                            <a:solidFill>
                              <a:schemeClr val="tx1"/>
                            </a:solidFill>
                            <a:latin typeface="Cambria Math" panose="02040503050406030204" pitchFamily="18" charset="0"/>
                            <a:ea typeface="Roboto Condensed" panose="020B0604020202020204" charset="0"/>
                          </a:rPr>
                          <m:t>𝑇</m:t>
                        </m:r>
                      </m:sup>
                    </m:sSup>
                    <m:r>
                      <a:rPr lang="en-AU" sz="2000" b="0" i="1" smtClean="0">
                        <a:solidFill>
                          <a:schemeClr val="tx1"/>
                        </a:solidFill>
                        <a:latin typeface="Cambria Math" panose="02040503050406030204" pitchFamily="18" charset="0"/>
                        <a:ea typeface="Roboto Condensed" panose="020B0604020202020204" charset="0"/>
                      </a:rPr>
                      <m:t>𝑋</m:t>
                    </m:r>
                  </m:oMath>
                </a14:m>
                <a:r>
                  <a:rPr lang="en-US" sz="2000" dirty="0">
                    <a:solidFill>
                      <a:schemeClr val="tx1"/>
                    </a:solidFill>
                    <a:latin typeface="Arial Narrow" panose="020B0606020202030204" pitchFamily="34" charset="0"/>
                    <a:ea typeface="Roboto Condensed" panose="020B0604020202020204" charset="0"/>
                  </a:rPr>
                  <a:t> is singular, so OLS regression cannot compute unique coefficient estimates.</a:t>
                </a:r>
              </a:p>
            </p:txBody>
          </p:sp>
        </mc:Choice>
        <mc:Fallback xmlns="">
          <p:sp>
            <p:nvSpPr>
              <p:cNvPr id="14" name="Rectangle 13">
                <a:extLst>
                  <a:ext uri="{FF2B5EF4-FFF2-40B4-BE49-F238E27FC236}">
                    <a16:creationId xmlns:a16="http://schemas.microsoft.com/office/drawing/2014/main" id="{7DCAEA2E-ED53-46BA-AD5F-E58819AE51C0}"/>
                  </a:ext>
                </a:extLst>
              </p:cNvPr>
              <p:cNvSpPr>
                <a:spLocks noRot="1" noChangeAspect="1" noMove="1" noResize="1" noEditPoints="1" noAdjustHandles="1" noChangeArrowheads="1" noChangeShapeType="1" noTextEdit="1"/>
              </p:cNvSpPr>
              <p:nvPr/>
            </p:nvSpPr>
            <p:spPr>
              <a:xfrm>
                <a:off x="5164666" y="1701897"/>
                <a:ext cx="6705602" cy="3960348"/>
              </a:xfrm>
              <a:prstGeom prst="rect">
                <a:avLst/>
              </a:prstGeom>
              <a:blipFill>
                <a:blip r:embed="rId3"/>
                <a:stretch>
                  <a:fillRect l="-817" r="-91"/>
                </a:stretch>
              </a:blipFill>
              <a:ln w="6350">
                <a:solidFill>
                  <a:schemeClr val="tx1"/>
                </a:solidFill>
                <a:prstDash val="dash"/>
              </a:ln>
            </p:spPr>
            <p:txBody>
              <a:bodyPr/>
              <a:lstStyle/>
              <a:p>
                <a:r>
                  <a:rPr lang="en-AU">
                    <a:noFill/>
                  </a:rPr>
                  <a:t> </a:t>
                </a:r>
              </a:p>
            </p:txBody>
          </p:sp>
        </mc:Fallback>
      </mc:AlternateContent>
      <p:sp>
        <p:nvSpPr>
          <p:cNvPr id="13" name="TextBox 12">
            <a:extLst>
              <a:ext uri="{FF2B5EF4-FFF2-40B4-BE49-F238E27FC236}">
                <a16:creationId xmlns:a16="http://schemas.microsoft.com/office/drawing/2014/main" id="{379DD607-F670-41ED-B25F-48C76E1A3A0D}"/>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Multiple Regression with a categorical (k &gt; 2) predictor</a:t>
            </a:r>
          </a:p>
        </p:txBody>
      </p:sp>
    </p:spTree>
    <p:extLst>
      <p:ext uri="{BB962C8B-B14F-4D97-AF65-F5344CB8AC3E}">
        <p14:creationId xmlns:p14="http://schemas.microsoft.com/office/powerpoint/2010/main" val="512563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31318-31E7-D0B3-501E-864263D6FF68}"/>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74E2DB-313B-8C1C-A623-7A5CFFE239F2}"/>
              </a:ext>
            </a:extLst>
          </p:cNvPr>
          <p:cNvCxnSpPr/>
          <p:nvPr/>
        </p:nvCxnSpPr>
        <p:spPr>
          <a:xfrm flipV="1">
            <a:off x="6118555" y="1697347"/>
            <a:ext cx="1588" cy="405646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 Placeholder 47">
            <a:extLst>
              <a:ext uri="{FF2B5EF4-FFF2-40B4-BE49-F238E27FC236}">
                <a16:creationId xmlns:a16="http://schemas.microsoft.com/office/drawing/2014/main" id="{12CA899F-018D-71B0-5F38-37D584B5C29F}"/>
              </a:ext>
            </a:extLst>
          </p:cNvPr>
          <p:cNvSpPr txBox="1">
            <a:spLocks/>
          </p:cNvSpPr>
          <p:nvPr/>
        </p:nvSpPr>
        <p:spPr>
          <a:xfrm>
            <a:off x="827568" y="1697346"/>
            <a:ext cx="5290987" cy="468475"/>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dirty="0"/>
              <a:t>INTERACTION</a:t>
            </a:r>
          </a:p>
        </p:txBody>
      </p:sp>
      <p:sp>
        <p:nvSpPr>
          <p:cNvPr id="30" name="Rectangle 29">
            <a:extLst>
              <a:ext uri="{FF2B5EF4-FFF2-40B4-BE49-F238E27FC236}">
                <a16:creationId xmlns:a16="http://schemas.microsoft.com/office/drawing/2014/main" id="{4EFECFD4-4AF5-1B6D-2D7A-E4340D5C67D0}"/>
              </a:ext>
            </a:extLst>
          </p:cNvPr>
          <p:cNvSpPr/>
          <p:nvPr/>
        </p:nvSpPr>
        <p:spPr>
          <a:xfrm>
            <a:off x="827569" y="4698354"/>
            <a:ext cx="1719954" cy="720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solidFill>
              </a:rPr>
              <a:t>Time                  (violent games)</a:t>
            </a:r>
          </a:p>
        </p:txBody>
      </p:sp>
      <p:sp>
        <p:nvSpPr>
          <p:cNvPr id="31" name="Rectangle 30">
            <a:extLst>
              <a:ext uri="{FF2B5EF4-FFF2-40B4-BE49-F238E27FC236}">
                <a16:creationId xmlns:a16="http://schemas.microsoft.com/office/drawing/2014/main" id="{16FB6889-D51D-7696-E48E-4D2125E08926}"/>
              </a:ext>
            </a:extLst>
          </p:cNvPr>
          <p:cNvSpPr/>
          <p:nvPr/>
        </p:nvSpPr>
        <p:spPr>
          <a:xfrm>
            <a:off x="4038406" y="4698354"/>
            <a:ext cx="1260000" cy="720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solidFill>
              </a:rPr>
              <a:t>Aggression</a:t>
            </a:r>
          </a:p>
        </p:txBody>
      </p:sp>
      <p:cxnSp>
        <p:nvCxnSpPr>
          <p:cNvPr id="32" name="Straight Arrow Connector 31">
            <a:extLst>
              <a:ext uri="{FF2B5EF4-FFF2-40B4-BE49-F238E27FC236}">
                <a16:creationId xmlns:a16="http://schemas.microsoft.com/office/drawing/2014/main" id="{0A659088-DD1D-2390-65C5-E7256C96E17E}"/>
              </a:ext>
            </a:extLst>
          </p:cNvPr>
          <p:cNvCxnSpPr/>
          <p:nvPr/>
        </p:nvCxnSpPr>
        <p:spPr>
          <a:xfrm>
            <a:off x="2620546" y="5058354"/>
            <a:ext cx="1350507"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Chart 6">
            <a:extLst>
              <a:ext uri="{FF2B5EF4-FFF2-40B4-BE49-F238E27FC236}">
                <a16:creationId xmlns:a16="http://schemas.microsoft.com/office/drawing/2014/main" id="{0EE4BA03-F9D8-7E12-F06A-701F5581884C}"/>
              </a:ext>
            </a:extLst>
          </p:cNvPr>
          <p:cNvGraphicFramePr>
            <a:graphicFrameLocks/>
          </p:cNvGraphicFramePr>
          <p:nvPr/>
        </p:nvGraphicFramePr>
        <p:xfrm>
          <a:off x="6118552" y="1575568"/>
          <a:ext cx="5290989" cy="3999322"/>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2D0C08FB-2835-8F64-C0EA-CCF7DF8B79BD}"/>
              </a:ext>
            </a:extLst>
          </p:cNvPr>
          <p:cNvSpPr/>
          <p:nvPr/>
        </p:nvSpPr>
        <p:spPr>
          <a:xfrm>
            <a:off x="2620546" y="3152423"/>
            <a:ext cx="1201716" cy="720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solidFill>
              </a:rPr>
              <a:t>Moderator</a:t>
            </a:r>
          </a:p>
        </p:txBody>
      </p:sp>
      <p:cxnSp>
        <p:nvCxnSpPr>
          <p:cNvPr id="5" name="Straight Arrow Connector 4">
            <a:extLst>
              <a:ext uri="{FF2B5EF4-FFF2-40B4-BE49-F238E27FC236}">
                <a16:creationId xmlns:a16="http://schemas.microsoft.com/office/drawing/2014/main" id="{72684563-B1CC-2440-B3CC-11681050D404}"/>
              </a:ext>
            </a:extLst>
          </p:cNvPr>
          <p:cNvCxnSpPr/>
          <p:nvPr/>
        </p:nvCxnSpPr>
        <p:spPr>
          <a:xfrm>
            <a:off x="3282262" y="3989661"/>
            <a:ext cx="0" cy="973974"/>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7E7021D-5DAE-8964-8690-EF9ED2BF4BD5}"/>
              </a:ext>
            </a:extLst>
          </p:cNvPr>
          <p:cNvSpPr txBox="1"/>
          <p:nvPr/>
        </p:nvSpPr>
        <p:spPr>
          <a:xfrm rot="16200000">
            <a:off x="2933039" y="4289523"/>
            <a:ext cx="1094852" cy="338554"/>
          </a:xfrm>
          <a:prstGeom prst="rect">
            <a:avLst/>
          </a:prstGeom>
          <a:noFill/>
        </p:spPr>
        <p:txBody>
          <a:bodyPr wrap="none" rtlCol="0">
            <a:spAutoFit/>
          </a:bodyPr>
          <a:lstStyle/>
          <a:p>
            <a:r>
              <a:rPr lang="en-AU" sz="1600" dirty="0"/>
              <a:t>Interaction</a:t>
            </a:r>
          </a:p>
        </p:txBody>
      </p:sp>
      <p:sp>
        <p:nvSpPr>
          <p:cNvPr id="27" name="TextBox 26">
            <a:extLst>
              <a:ext uri="{FF2B5EF4-FFF2-40B4-BE49-F238E27FC236}">
                <a16:creationId xmlns:a16="http://schemas.microsoft.com/office/drawing/2014/main" id="{2BF098BB-95F2-400F-B0C6-2DEA086BEDBC}"/>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spTree>
    <p:extLst>
      <p:ext uri="{BB962C8B-B14F-4D97-AF65-F5344CB8AC3E}">
        <p14:creationId xmlns:p14="http://schemas.microsoft.com/office/powerpoint/2010/main" val="35361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grpId="0" nodeType="withEffect">
                                  <p:stCondLst>
                                    <p:cond delay="0"/>
                                  </p:stCondLst>
                                  <p:childTnLst>
                                    <p:animEffect transition="out" filter="fade">
                                      <p:cBhvr>
                                        <p:cTn id="6" dur="2000" tmFilter="0, 0; .2, .5; .8, .5; 1, 0"/>
                                        <p:tgtEl>
                                          <p:spTgt spid="4"/>
                                        </p:tgtEl>
                                      </p:cBhvr>
                                    </p:animEffect>
                                    <p:animScale>
                                      <p:cBhvr>
                                        <p:cTn id="7" dur="1000" autoRev="1" fill="hold"/>
                                        <p:tgtEl>
                                          <p:spTgt spid="4"/>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226C9-A9A7-299B-C2DE-024AE2B48C4D}"/>
            </a:ext>
          </a:extLst>
        </p:cNvPr>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B87638F6-EF89-53A9-DEC2-B94846A17217}"/>
              </a:ext>
            </a:extLst>
          </p:cNvPr>
          <p:cNvGraphicFramePr>
            <a:graphicFrameLocks/>
          </p:cNvGraphicFramePr>
          <p:nvPr/>
        </p:nvGraphicFramePr>
        <p:xfrm>
          <a:off x="445339" y="1569547"/>
          <a:ext cx="5290989" cy="3999322"/>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Straight Connector 10">
            <a:extLst>
              <a:ext uri="{FF2B5EF4-FFF2-40B4-BE49-F238E27FC236}">
                <a16:creationId xmlns:a16="http://schemas.microsoft.com/office/drawing/2014/main" id="{61161D4A-5A7D-6C07-1149-AB5D5E88FECA}"/>
              </a:ext>
            </a:extLst>
          </p:cNvPr>
          <p:cNvCxnSpPr/>
          <p:nvPr/>
        </p:nvCxnSpPr>
        <p:spPr>
          <a:xfrm flipV="1">
            <a:off x="6118555" y="1697347"/>
            <a:ext cx="1588" cy="405646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2" name="Chart 11">
            <a:extLst>
              <a:ext uri="{FF2B5EF4-FFF2-40B4-BE49-F238E27FC236}">
                <a16:creationId xmlns:a16="http://schemas.microsoft.com/office/drawing/2014/main" id="{B8AA5B5E-C491-B32B-94D0-AB09BBE86DDC}"/>
              </a:ext>
            </a:extLst>
          </p:cNvPr>
          <p:cNvGraphicFramePr>
            <a:graphicFrameLocks/>
          </p:cNvGraphicFramePr>
          <p:nvPr/>
        </p:nvGraphicFramePr>
        <p:xfrm>
          <a:off x="6112884" y="1575464"/>
          <a:ext cx="5302327" cy="3999426"/>
        </p:xfrm>
        <a:graphic>
          <a:graphicData uri="http://schemas.openxmlformats.org/drawingml/2006/chart">
            <c:chart xmlns:c="http://schemas.openxmlformats.org/drawingml/2006/chart" xmlns:r="http://schemas.openxmlformats.org/officeDocument/2006/relationships" r:id="rId3"/>
          </a:graphicData>
        </a:graphic>
      </p:graphicFrame>
      <p:cxnSp>
        <p:nvCxnSpPr>
          <p:cNvPr id="14" name="Straight Connector 13">
            <a:extLst>
              <a:ext uri="{FF2B5EF4-FFF2-40B4-BE49-F238E27FC236}">
                <a16:creationId xmlns:a16="http://schemas.microsoft.com/office/drawing/2014/main" id="{4F175BBA-713B-6FA5-F58F-9365CD305539}"/>
              </a:ext>
            </a:extLst>
          </p:cNvPr>
          <p:cNvCxnSpPr/>
          <p:nvPr/>
        </p:nvCxnSpPr>
        <p:spPr>
          <a:xfrm flipV="1">
            <a:off x="7796980" y="3628103"/>
            <a:ext cx="2497394" cy="136165"/>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graphicFrame>
        <p:nvGraphicFramePr>
          <p:cNvPr id="15" name="Chart 14">
            <a:extLst>
              <a:ext uri="{FF2B5EF4-FFF2-40B4-BE49-F238E27FC236}">
                <a16:creationId xmlns:a16="http://schemas.microsoft.com/office/drawing/2014/main" id="{074DC8E2-DB26-FCF2-377C-C1CC059585DA}"/>
              </a:ext>
            </a:extLst>
          </p:cNvPr>
          <p:cNvGraphicFramePr>
            <a:graphicFrameLocks/>
          </p:cNvGraphicFramePr>
          <p:nvPr/>
        </p:nvGraphicFramePr>
        <p:xfrm>
          <a:off x="6112884" y="1575516"/>
          <a:ext cx="5296655" cy="3999374"/>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a:extLst>
              <a:ext uri="{FF2B5EF4-FFF2-40B4-BE49-F238E27FC236}">
                <a16:creationId xmlns:a16="http://schemas.microsoft.com/office/drawing/2014/main" id="{85B753A7-5801-4DA2-B69A-764DB404436F}"/>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spTree>
    <p:extLst>
      <p:ext uri="{BB962C8B-B14F-4D97-AF65-F5344CB8AC3E}">
        <p14:creationId xmlns:p14="http://schemas.microsoft.com/office/powerpoint/2010/main" val="2711814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95B74-A6B1-2B09-9CCF-27184BDD826A}"/>
            </a:ext>
          </a:extLst>
        </p:cNvPr>
        <p:cNvGrpSpPr/>
        <p:nvPr/>
      </p:nvGrpSpPr>
      <p:grpSpPr>
        <a:xfrm>
          <a:off x="0" y="0"/>
          <a:ext cx="0" cy="0"/>
          <a:chOff x="0" y="0"/>
          <a:chExt cx="0" cy="0"/>
        </a:xfrm>
      </p:grpSpPr>
      <p:sp>
        <p:nvSpPr>
          <p:cNvPr id="16" name="Content Placeholder 5">
            <a:extLst>
              <a:ext uri="{FF2B5EF4-FFF2-40B4-BE49-F238E27FC236}">
                <a16:creationId xmlns:a16="http://schemas.microsoft.com/office/drawing/2014/main" id="{F23B2870-82AD-0DCA-18B4-72F491D05BD6}"/>
              </a:ext>
            </a:extLst>
          </p:cNvPr>
          <p:cNvSpPr txBox="1">
            <a:spLocks/>
          </p:cNvSpPr>
          <p:nvPr/>
        </p:nvSpPr>
        <p:spPr bwMode="auto">
          <a:xfrm>
            <a:off x="827567" y="1031419"/>
            <a:ext cx="10547497" cy="4386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15900" indent="-215900" algn="l" rtl="0" eaLnBrk="1" fontAlgn="base" hangingPunct="1">
              <a:spcBef>
                <a:spcPct val="0"/>
              </a:spcBef>
              <a:spcAft>
                <a:spcPts val="1500"/>
              </a:spcAft>
              <a:buClr>
                <a:srgbClr val="E52212"/>
              </a:buClr>
              <a:buSzPct val="100000"/>
              <a:buFont typeface="Wingdings 2" panose="05020102010507070707" pitchFamily="18" charset="2"/>
              <a:buChar char=""/>
              <a:defRPr lang="en-US" altLang="en-US" sz="16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471488" indent="-241300" algn="l" rtl="0" eaLnBrk="1" fontAlgn="base" hangingPunct="1">
              <a:lnSpc>
                <a:spcPct val="90000"/>
              </a:lnSpc>
              <a:spcBef>
                <a:spcPts val="500"/>
              </a:spcBef>
              <a:spcAft>
                <a:spcPts val="1000"/>
              </a:spcAft>
              <a:buClrTx/>
              <a:buSzPct val="100000"/>
              <a:buFont typeface="Roboto Condensed" panose="02000000000000000000" pitchFamily="2" charset="0"/>
              <a:buChar char="–"/>
              <a:defRPr lang="en-US" altLang="en-US" sz="1600" kern="1200" dirty="0">
                <a:solidFill>
                  <a:srgbClr val="A6A6A6"/>
                </a:solidFill>
                <a:latin typeface="Roboto Condensed" panose="02000000000000000000" pitchFamily="2" charset="0"/>
                <a:ea typeface="Roboto Condensed" panose="02000000000000000000" pitchFamily="2" charset="0"/>
                <a:cs typeface="Roboto Condensed" panose="02000000000000000000" pitchFamily="2" charset="0"/>
              </a:defRPr>
            </a:lvl2pPr>
            <a:lvl3pPr marL="625475" indent="-176213" algn="l" rtl="0" eaLnBrk="1" fontAlgn="base" hangingPunct="1">
              <a:lnSpc>
                <a:spcPct val="90000"/>
              </a:lnSpc>
              <a:spcBef>
                <a:spcPts val="500"/>
              </a:spcBef>
              <a:spcAft>
                <a:spcPts val="1000"/>
              </a:spcAft>
              <a:buClrTx/>
              <a:buSzPct val="100000"/>
              <a:buFont typeface="Arial" panose="020B0604020202020204" pitchFamily="34" charset="0"/>
              <a:buChar char="•"/>
              <a:tabLst>
                <a:tab pos="625475" algn="l"/>
              </a:tabLst>
              <a:defRPr lang="en-US" altLang="en-US" sz="1600" kern="1200" dirty="0">
                <a:solidFill>
                  <a:srgbClr val="A6A6A6"/>
                </a:solidFill>
                <a:latin typeface="Roboto Condensed" panose="02000000000000000000" pitchFamily="2" charset="0"/>
                <a:ea typeface="Roboto Condensed" panose="02000000000000000000" pitchFamily="2" charset="0"/>
                <a:cs typeface="Roboto Condensed" panose="02000000000000000000" pitchFamily="2" charset="0"/>
              </a:defRPr>
            </a:lvl3pPr>
            <a:lvl4pPr marL="1371600" indent="0" algn="l" rtl="0" eaLnBrk="1" fontAlgn="base" hangingPunct="1">
              <a:lnSpc>
                <a:spcPct val="90000"/>
              </a:lnSpc>
              <a:spcBef>
                <a:spcPts val="500"/>
              </a:spcBef>
              <a:spcAft>
                <a:spcPts val="1000"/>
              </a:spcAft>
              <a:buClr>
                <a:srgbClr val="E52212"/>
              </a:buClr>
              <a:buSzPct val="150000"/>
              <a:buFont typeface="Arial" panose="020B0604020202020204" pitchFamily="34" charset="0"/>
              <a:buNone/>
              <a:defRPr lang="en-US" altLang="en-US" sz="1600" kern="1200">
                <a:solidFill>
                  <a:srgbClr val="A6A6A6"/>
                </a:solidFill>
                <a:latin typeface="Roboto Condensed" panose="02000000000000000000" pitchFamily="2" charset="0"/>
                <a:ea typeface="Roboto Condensed" panose="02000000000000000000" pitchFamily="2" charset="0"/>
                <a:cs typeface="Roboto Condensed" panose="02000000000000000000" pitchFamily="2" charset="0"/>
              </a:defRPr>
            </a:lvl4pPr>
            <a:lvl5pPr marL="2057400" indent="-228600" algn="l" rtl="0" eaLnBrk="1" fontAlgn="base" hangingPunct="1">
              <a:lnSpc>
                <a:spcPct val="90000"/>
              </a:lnSpc>
              <a:spcBef>
                <a:spcPts val="500"/>
              </a:spcBef>
              <a:spcAft>
                <a:spcPts val="1000"/>
              </a:spcAft>
              <a:buClr>
                <a:srgbClr val="E52212"/>
              </a:buClr>
              <a:buSzPct val="150000"/>
              <a:buFont typeface="Arial" panose="020B0604020202020204" pitchFamily="34" charset="0"/>
              <a:buChar char="•"/>
              <a:defRPr lang="en-US" altLang="en-US" sz="1600" kern="1200" dirty="0">
                <a:solidFill>
                  <a:srgbClr val="A6A6A6"/>
                </a:solidFill>
                <a:latin typeface="Roboto Condensed" panose="02000000000000000000" pitchFamily="2" charset="0"/>
                <a:ea typeface="Roboto Condensed" panose="02000000000000000000" pitchFamily="2" charset="0"/>
                <a:cs typeface="Roboto Condensed"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r>
              <a:rPr kumimoji="0" lang="en-AU" altLang="en-US" sz="2400" b="0" i="0" u="none" strike="noStrike" kern="1200" cap="none" spc="0" normalizeH="0" baseline="0" noProof="0" dirty="0">
                <a:ln>
                  <a:noFill/>
                </a:ln>
                <a:effectLst/>
                <a:uLnTx/>
                <a:uFillTx/>
                <a:latin typeface="Arial Narrow" panose="020B0606020202030204" pitchFamily="34" charset="0"/>
              </a:rPr>
              <a:t>The combined effect of two variables on another is conceptually known as moderation (or interaction)</a:t>
            </a: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endParaRPr kumimoji="0" lang="en-AU" altLang="en-US" sz="2400" b="0" i="0" u="none" strike="noStrike" kern="1200" cap="none" spc="0" normalizeH="0" baseline="0" noProof="0" dirty="0">
              <a:ln>
                <a:noFill/>
              </a:ln>
              <a:effectLst/>
              <a:uLnTx/>
              <a:uFillTx/>
              <a:latin typeface="Arial Narrow" panose="020B0606020202030204" pitchFamily="34" charset="0"/>
            </a:endParaRP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r>
              <a:rPr kumimoji="0" lang="en-AU" altLang="en-US" sz="2400" b="0" i="0" u="none" strike="noStrike" kern="1200" cap="none" spc="0" normalizeH="0" baseline="0" noProof="0" dirty="0">
                <a:ln>
                  <a:noFill/>
                </a:ln>
                <a:effectLst/>
                <a:uLnTx/>
                <a:uFillTx/>
                <a:latin typeface="Arial Narrow" panose="020B0606020202030204" pitchFamily="34" charset="0"/>
              </a:rPr>
              <a:t>Mathematically, a moderator is the product of two variables (e.g. </a:t>
            </a:r>
            <a:r>
              <a:rPr kumimoji="0" lang="en-AU" altLang="en-US" sz="2400" b="0" i="1" u="none" strike="noStrike" kern="1200" cap="none" spc="0" normalizeH="0" baseline="0" noProof="0" dirty="0">
                <a:ln>
                  <a:noFill/>
                </a:ln>
                <a:effectLst/>
                <a:uLnTx/>
                <a:uFillTx/>
                <a:latin typeface="Arial Narrow" panose="020B0606020202030204" pitchFamily="34" charset="0"/>
              </a:rPr>
              <a:t>variable 1</a:t>
            </a:r>
            <a:r>
              <a:rPr kumimoji="0" lang="en-AU" altLang="en-US" sz="2400" b="0" i="0" u="none" strike="noStrike" kern="1200" cap="none" spc="0" normalizeH="0" baseline="0" noProof="0" dirty="0">
                <a:ln>
                  <a:noFill/>
                </a:ln>
                <a:effectLst/>
                <a:uLnTx/>
                <a:uFillTx/>
                <a:latin typeface="Arial Narrow" panose="020B0606020202030204" pitchFamily="34" charset="0"/>
              </a:rPr>
              <a:t> x </a:t>
            </a:r>
            <a:r>
              <a:rPr kumimoji="0" lang="en-AU" altLang="en-US" sz="2400" b="0" i="1" u="none" strike="noStrike" kern="1200" cap="none" spc="0" normalizeH="0" baseline="0" noProof="0" dirty="0">
                <a:ln>
                  <a:noFill/>
                </a:ln>
                <a:effectLst/>
                <a:uLnTx/>
                <a:uFillTx/>
                <a:latin typeface="Arial Narrow" panose="020B0606020202030204" pitchFamily="34" charset="0"/>
              </a:rPr>
              <a:t>variable 2</a:t>
            </a:r>
            <a:r>
              <a:rPr kumimoji="0" lang="en-AU" altLang="en-US" sz="2400" b="0" i="0" u="none" strike="noStrike" kern="1200" cap="none" spc="0" normalizeH="0" baseline="0" noProof="0" dirty="0">
                <a:ln>
                  <a:noFill/>
                </a:ln>
                <a:effectLst/>
                <a:uLnTx/>
                <a:uFillTx/>
                <a:latin typeface="Arial Narrow" panose="020B0606020202030204" pitchFamily="34" charset="0"/>
              </a:rPr>
              <a:t>)</a:t>
            </a: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endParaRPr kumimoji="0" lang="en-AU" altLang="en-US" sz="2400" b="0" i="0" u="none" strike="noStrike" kern="1200" cap="none" spc="0" normalizeH="0" baseline="0" noProof="0" dirty="0">
              <a:ln>
                <a:noFill/>
              </a:ln>
              <a:effectLst/>
              <a:uLnTx/>
              <a:uFillTx/>
              <a:latin typeface="Arial Narrow" panose="020B0606020202030204" pitchFamily="34" charset="0"/>
            </a:endParaRP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r>
              <a:rPr kumimoji="0" lang="en-AU" altLang="en-US" sz="2400" b="0" i="0" u="none" strike="noStrike" kern="1200" cap="none" spc="0" normalizeH="0" baseline="0" noProof="0" dirty="0">
                <a:ln>
                  <a:noFill/>
                </a:ln>
                <a:effectLst/>
                <a:uLnTx/>
                <a:uFillTx/>
                <a:latin typeface="Arial Narrow" panose="020B0606020202030204" pitchFamily="34" charset="0"/>
              </a:rPr>
              <a:t>We can use Excel to determine whether or not a moderator is significant using the Data Analysis tool kit</a:t>
            </a: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endParaRPr kumimoji="0" lang="en-AU" altLang="en-US" sz="2400" b="0" i="0" u="none" strike="noStrike" kern="1200" cap="none" spc="0" normalizeH="0" baseline="0" noProof="0" dirty="0">
              <a:ln>
                <a:noFill/>
              </a:ln>
              <a:effectLst/>
              <a:uLnTx/>
              <a:uFillTx/>
              <a:latin typeface="Arial Narrow" panose="020B0606020202030204" pitchFamily="34" charset="0"/>
            </a:endParaRP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r>
              <a:rPr kumimoji="0" lang="en-AU" altLang="en-US" sz="2400" b="0" i="0" u="none" strike="noStrike" kern="1200" cap="none" spc="0" normalizeH="0" baseline="0" noProof="0" dirty="0">
                <a:ln>
                  <a:noFill/>
                </a:ln>
                <a:effectLst/>
                <a:uLnTx/>
                <a:uFillTx/>
                <a:latin typeface="Arial Narrow" panose="020B0606020202030204" pitchFamily="34" charset="0"/>
              </a:rPr>
              <a:t>However, to obtain individual regression equations we’ll have to compute a moderator and do some (simple) maths</a:t>
            </a: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endParaRPr kumimoji="0" lang="en-AU" altLang="en-US" sz="2400" b="0" i="0" u="none" strike="noStrike" kern="1200" cap="none" spc="0" normalizeH="0" baseline="0" noProof="0" dirty="0">
              <a:ln>
                <a:noFill/>
              </a:ln>
              <a:effectLst/>
              <a:uLnTx/>
              <a:uFillTx/>
              <a:latin typeface="Arial Narrow" panose="020B0606020202030204" pitchFamily="34" charset="0"/>
            </a:endParaRPr>
          </a:p>
          <a:p>
            <a:pPr marL="215900" marR="0" lvl="0" indent="-215900" algn="l" defTabSz="914400" rtl="0" eaLnBrk="1" fontAlgn="base" latinLnBrk="0" hangingPunct="1">
              <a:lnSpc>
                <a:spcPct val="100000"/>
              </a:lnSpc>
              <a:spcBef>
                <a:spcPct val="0"/>
              </a:spcBef>
              <a:spcAft>
                <a:spcPts val="1500"/>
              </a:spcAft>
              <a:buClr>
                <a:srgbClr val="E52212"/>
              </a:buClr>
              <a:buSzPct val="100000"/>
              <a:buFont typeface="Wingdings 2" panose="05020102010507070707" pitchFamily="18" charset="2"/>
              <a:buChar char=""/>
              <a:tabLst/>
              <a:defRPr/>
            </a:pPr>
            <a:endParaRPr kumimoji="0" lang="en-AU" altLang="en-US" sz="2400" b="0" i="0" u="none" strike="noStrike" kern="1200" cap="none" spc="0" normalizeH="0" baseline="0" noProof="0" dirty="0">
              <a:ln>
                <a:noFill/>
              </a:ln>
              <a:effectLst/>
              <a:uLnTx/>
              <a:uFillTx/>
              <a:latin typeface="Arial Narrow" panose="020B0606020202030204" pitchFamily="34" charset="0"/>
            </a:endParaRPr>
          </a:p>
        </p:txBody>
      </p:sp>
      <p:sp>
        <p:nvSpPr>
          <p:cNvPr id="13" name="TextBox 12">
            <a:extLst>
              <a:ext uri="{FF2B5EF4-FFF2-40B4-BE49-F238E27FC236}">
                <a16:creationId xmlns:a16="http://schemas.microsoft.com/office/drawing/2014/main" id="{CE6B9BDC-D158-4691-9836-FE3FD352A9B4}"/>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spTree>
    <p:extLst>
      <p:ext uri="{BB962C8B-B14F-4D97-AF65-F5344CB8AC3E}">
        <p14:creationId xmlns:p14="http://schemas.microsoft.com/office/powerpoint/2010/main" val="895691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E361B-88B1-477A-C315-D9936F9CA4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31CDF0-5551-E387-4AFF-9E065A2C932C}"/>
              </a:ext>
            </a:extLst>
          </p:cNvPr>
          <p:cNvPicPr>
            <a:picLocks noChangeAspect="1"/>
          </p:cNvPicPr>
          <p:nvPr/>
        </p:nvPicPr>
        <p:blipFill>
          <a:blip r:embed="rId2"/>
          <a:stretch>
            <a:fillRect/>
          </a:stretch>
        </p:blipFill>
        <p:spPr>
          <a:xfrm>
            <a:off x="0" y="0"/>
            <a:ext cx="12192000" cy="6553200"/>
          </a:xfrm>
          <a:prstGeom prst="rect">
            <a:avLst/>
          </a:prstGeom>
        </p:spPr>
      </p:pic>
      <p:sp>
        <p:nvSpPr>
          <p:cNvPr id="4" name="TextBox 3">
            <a:extLst>
              <a:ext uri="{FF2B5EF4-FFF2-40B4-BE49-F238E27FC236}">
                <a16:creationId xmlns:a16="http://schemas.microsoft.com/office/drawing/2014/main" id="{491D03AD-C002-4A39-A800-BA6591CEF731}"/>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spTree>
    <p:extLst>
      <p:ext uri="{BB962C8B-B14F-4D97-AF65-F5344CB8AC3E}">
        <p14:creationId xmlns:p14="http://schemas.microsoft.com/office/powerpoint/2010/main" val="2097752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E6F4F-7055-691D-68B8-9D00C77565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B009C3F-00C0-8EFF-0A6E-E50928343345}"/>
              </a:ext>
            </a:extLst>
          </p:cNvPr>
          <p:cNvPicPr>
            <a:picLocks noChangeAspect="1"/>
          </p:cNvPicPr>
          <p:nvPr/>
        </p:nvPicPr>
        <p:blipFill>
          <a:blip r:embed="rId2"/>
          <a:srcRect l="28520" t="70502" r="22631" b="12974"/>
          <a:stretch>
            <a:fillRect/>
          </a:stretch>
        </p:blipFill>
        <p:spPr>
          <a:xfrm>
            <a:off x="2426368" y="782051"/>
            <a:ext cx="7339263" cy="1334411"/>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46DC1B-D05B-32F8-D4F0-A234CDF9DB07}"/>
                  </a:ext>
                </a:extLst>
              </p:cNvPr>
              <p:cNvSpPr txBox="1"/>
              <p:nvPr/>
            </p:nvSpPr>
            <p:spPr>
              <a:xfrm>
                <a:off x="2535569" y="2526631"/>
                <a:ext cx="71208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Aggression</m:t>
                      </m:r>
                      <m:r>
                        <a:rPr lang="en-US" b="0" i="0" smtClean="0">
                          <a:latin typeface="Cambria Math" panose="02040503050406030204" pitchFamily="18" charset="0"/>
                        </a:rPr>
                        <m:t>=3.85−1.81</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Group</m:t>
                          </m:r>
                        </m:e>
                      </m:d>
                      <m:r>
                        <a:rPr lang="en-US" b="0" i="0" smtClean="0">
                          <a:latin typeface="Cambria Math" panose="02040503050406030204" pitchFamily="18" charset="0"/>
                        </a:rPr>
                        <m:t>+0.24</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Time</m:t>
                          </m:r>
                        </m:e>
                      </m:d>
                      <m:r>
                        <a:rPr lang="en-US" b="0" i="0" smtClean="0">
                          <a:latin typeface="Cambria Math" panose="02040503050406030204" pitchFamily="18" charset="0"/>
                        </a:rPr>
                        <m:t>+0.66(</m:t>
                      </m:r>
                      <m:r>
                        <m:rPr>
                          <m:sty m:val="p"/>
                        </m:rPr>
                        <a:rPr lang="en-US" b="0" i="0" smtClean="0">
                          <a:latin typeface="Cambria Math" panose="02040503050406030204" pitchFamily="18" charset="0"/>
                        </a:rPr>
                        <m:t>Group</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Time</m:t>
                      </m:r>
                      <m:r>
                        <a:rPr lang="en-US" b="0" i="1" smtClean="0">
                          <a:latin typeface="Cambria Math" panose="02040503050406030204" pitchFamily="18" charset="0"/>
                          <a:ea typeface="Cambria Math" panose="02040503050406030204" pitchFamily="18" charset="0"/>
                        </a:rPr>
                        <m:t>)</m:t>
                      </m:r>
                    </m:oMath>
                  </m:oMathPara>
                </a14:m>
                <a:endParaRPr lang="en-AU" dirty="0"/>
              </a:p>
            </p:txBody>
          </p:sp>
        </mc:Choice>
        <mc:Fallback xmlns="">
          <p:sp>
            <p:nvSpPr>
              <p:cNvPr id="2" name="TextBox 1">
                <a:extLst>
                  <a:ext uri="{FF2B5EF4-FFF2-40B4-BE49-F238E27FC236}">
                    <a16:creationId xmlns:a16="http://schemas.microsoft.com/office/drawing/2014/main" id="{5946DC1B-D05B-32F8-D4F0-A234CDF9DB07}"/>
                  </a:ext>
                </a:extLst>
              </p:cNvPr>
              <p:cNvSpPr txBox="1">
                <a:spLocks noRot="1" noChangeAspect="1" noMove="1" noResize="1" noEditPoints="1" noAdjustHandles="1" noChangeArrowheads="1" noChangeShapeType="1" noTextEdit="1"/>
              </p:cNvSpPr>
              <p:nvPr/>
            </p:nvSpPr>
            <p:spPr>
              <a:xfrm>
                <a:off x="2535569" y="2526631"/>
                <a:ext cx="7120860" cy="276999"/>
              </a:xfrm>
              <a:prstGeom prst="rect">
                <a:avLst/>
              </a:prstGeom>
              <a:blipFill>
                <a:blip r:embed="rId3"/>
                <a:stretch>
                  <a:fillRect l="-514" r="-599" b="-34783"/>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A375FEA6-6693-4579-82FF-2CCFC2480DD0}"/>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pic>
        <p:nvPicPr>
          <p:cNvPr id="6" name="Picture 5">
            <a:extLst>
              <a:ext uri="{FF2B5EF4-FFF2-40B4-BE49-F238E27FC236}">
                <a16:creationId xmlns:a16="http://schemas.microsoft.com/office/drawing/2014/main" id="{AC9B86CA-479A-4549-83B3-1EFAF5D5FAA7}"/>
              </a:ext>
            </a:extLst>
          </p:cNvPr>
          <p:cNvPicPr>
            <a:picLocks noChangeAspect="1"/>
          </p:cNvPicPr>
          <p:nvPr/>
        </p:nvPicPr>
        <p:blipFill rotWithShape="1">
          <a:blip r:embed="rId4"/>
          <a:srcRect l="5233" t="21860" r="7558" b="16589"/>
          <a:stretch/>
        </p:blipFill>
        <p:spPr>
          <a:xfrm>
            <a:off x="2062717" y="3213799"/>
            <a:ext cx="8516680" cy="3381122"/>
          </a:xfrm>
          <a:prstGeom prst="rect">
            <a:avLst/>
          </a:prstGeom>
        </p:spPr>
      </p:pic>
    </p:spTree>
    <p:extLst>
      <p:ext uri="{BB962C8B-B14F-4D97-AF65-F5344CB8AC3E}">
        <p14:creationId xmlns:p14="http://schemas.microsoft.com/office/powerpoint/2010/main" val="5434190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EBA3F-2FBD-2719-ECFF-F2A7A86F49E5}"/>
            </a:ext>
          </a:extLst>
        </p:cNvPr>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3DA5AE78-119F-2AAF-DBA9-2EF2962E47DE}"/>
              </a:ext>
            </a:extLst>
          </p:cNvPr>
          <p:cNvGraphicFramePr>
            <a:graphicFrameLocks/>
          </p:cNvGraphicFramePr>
          <p:nvPr/>
        </p:nvGraphicFramePr>
        <p:xfrm>
          <a:off x="445339" y="1569547"/>
          <a:ext cx="5290989" cy="3999322"/>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Straight Connector 10">
            <a:extLst>
              <a:ext uri="{FF2B5EF4-FFF2-40B4-BE49-F238E27FC236}">
                <a16:creationId xmlns:a16="http://schemas.microsoft.com/office/drawing/2014/main" id="{C4D4217D-11AF-B9E4-C1C8-1C6B344DBD5B}"/>
              </a:ext>
            </a:extLst>
          </p:cNvPr>
          <p:cNvCxnSpPr/>
          <p:nvPr/>
        </p:nvCxnSpPr>
        <p:spPr>
          <a:xfrm flipV="1">
            <a:off x="6118555" y="1697347"/>
            <a:ext cx="1588" cy="405646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2" name="Chart 11">
            <a:extLst>
              <a:ext uri="{FF2B5EF4-FFF2-40B4-BE49-F238E27FC236}">
                <a16:creationId xmlns:a16="http://schemas.microsoft.com/office/drawing/2014/main" id="{07DD02EB-167B-A32E-258D-9EF2DC56A6DD}"/>
              </a:ext>
            </a:extLst>
          </p:cNvPr>
          <p:cNvGraphicFramePr>
            <a:graphicFrameLocks/>
          </p:cNvGraphicFramePr>
          <p:nvPr/>
        </p:nvGraphicFramePr>
        <p:xfrm>
          <a:off x="6112884" y="1575464"/>
          <a:ext cx="5302327" cy="3999426"/>
        </p:xfrm>
        <a:graphic>
          <a:graphicData uri="http://schemas.openxmlformats.org/drawingml/2006/chart">
            <c:chart xmlns:c="http://schemas.openxmlformats.org/drawingml/2006/chart" xmlns:r="http://schemas.openxmlformats.org/officeDocument/2006/relationships" r:id="rId3"/>
          </a:graphicData>
        </a:graphic>
      </p:graphicFrame>
      <p:cxnSp>
        <p:nvCxnSpPr>
          <p:cNvPr id="14" name="Straight Connector 13">
            <a:extLst>
              <a:ext uri="{FF2B5EF4-FFF2-40B4-BE49-F238E27FC236}">
                <a16:creationId xmlns:a16="http://schemas.microsoft.com/office/drawing/2014/main" id="{113BD0EE-A7EB-43A2-2AB9-203923CDBD06}"/>
              </a:ext>
            </a:extLst>
          </p:cNvPr>
          <p:cNvCxnSpPr/>
          <p:nvPr/>
        </p:nvCxnSpPr>
        <p:spPr>
          <a:xfrm flipV="1">
            <a:off x="7796980" y="3628103"/>
            <a:ext cx="2497394" cy="136165"/>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graphicFrame>
        <p:nvGraphicFramePr>
          <p:cNvPr id="15" name="Chart 14">
            <a:extLst>
              <a:ext uri="{FF2B5EF4-FFF2-40B4-BE49-F238E27FC236}">
                <a16:creationId xmlns:a16="http://schemas.microsoft.com/office/drawing/2014/main" id="{45152823-340B-6138-69EA-CD3B5EE86270}"/>
              </a:ext>
            </a:extLst>
          </p:cNvPr>
          <p:cNvGraphicFramePr>
            <a:graphicFrameLocks/>
          </p:cNvGraphicFramePr>
          <p:nvPr/>
        </p:nvGraphicFramePr>
        <p:xfrm>
          <a:off x="6112884" y="1575516"/>
          <a:ext cx="5296655" cy="3999374"/>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777AE0-D48A-8DCB-2915-576341C781E3}"/>
                  </a:ext>
                </a:extLst>
              </p:cNvPr>
              <p:cNvSpPr txBox="1"/>
              <p:nvPr/>
            </p:nvSpPr>
            <p:spPr>
              <a:xfrm>
                <a:off x="10320483" y="3468180"/>
                <a:ext cx="179324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solidFill>
                            <a:srgbClr val="00B050"/>
                          </a:solidFill>
                          <a:latin typeface="Cambria Math" panose="02040503050406030204" pitchFamily="18" charset="0"/>
                        </a:rPr>
                        <m:t>3.85+.24</m:t>
                      </m:r>
                      <m:d>
                        <m:dPr>
                          <m:ctrlPr>
                            <a:rPr lang="en-AU" b="0" i="1" smtClean="0">
                              <a:solidFill>
                                <a:srgbClr val="00B050"/>
                              </a:solidFill>
                              <a:latin typeface="Cambria Math" panose="02040503050406030204" pitchFamily="18" charset="0"/>
                            </a:rPr>
                          </m:ctrlPr>
                        </m:dPr>
                        <m:e>
                          <m:r>
                            <a:rPr lang="en-AU" b="0" i="1" smtClean="0">
                              <a:solidFill>
                                <a:srgbClr val="00B050"/>
                              </a:solidFill>
                              <a:latin typeface="Cambria Math" panose="02040503050406030204" pitchFamily="18" charset="0"/>
                            </a:rPr>
                            <m:t>𝑇𝑖𝑚𝑒</m:t>
                          </m:r>
                        </m:e>
                      </m:d>
                    </m:oMath>
                  </m:oMathPara>
                </a14:m>
                <a:endParaRPr lang="en-AU" dirty="0">
                  <a:solidFill>
                    <a:srgbClr val="00B050"/>
                  </a:solidFill>
                </a:endParaRPr>
              </a:p>
            </p:txBody>
          </p:sp>
        </mc:Choice>
        <mc:Fallback xmlns="">
          <p:sp>
            <p:nvSpPr>
              <p:cNvPr id="4" name="TextBox 3">
                <a:extLst>
                  <a:ext uri="{FF2B5EF4-FFF2-40B4-BE49-F238E27FC236}">
                    <a16:creationId xmlns:a16="http://schemas.microsoft.com/office/drawing/2014/main" id="{78777AE0-D48A-8DCB-2915-576341C781E3}"/>
                  </a:ext>
                </a:extLst>
              </p:cNvPr>
              <p:cNvSpPr txBox="1">
                <a:spLocks noRot="1" noChangeAspect="1" noMove="1" noResize="1" noEditPoints="1" noAdjustHandles="1" noChangeArrowheads="1" noChangeShapeType="1" noTextEdit="1"/>
              </p:cNvSpPr>
              <p:nvPr/>
            </p:nvSpPr>
            <p:spPr>
              <a:xfrm>
                <a:off x="10320483" y="3468180"/>
                <a:ext cx="1793247" cy="276999"/>
              </a:xfrm>
              <a:prstGeom prst="rect">
                <a:avLst/>
              </a:prstGeom>
              <a:blipFill>
                <a:blip r:embed="rId5"/>
                <a:stretch>
                  <a:fillRect l="-2381" b="-1111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68FFE32-437A-F768-B12D-FDE0ED84F76A}"/>
                  </a:ext>
                </a:extLst>
              </p:cNvPr>
              <p:cNvSpPr txBox="1"/>
              <p:nvPr/>
            </p:nvSpPr>
            <p:spPr>
              <a:xfrm>
                <a:off x="10043360" y="2191570"/>
                <a:ext cx="20363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rPr>
                        <m:t>2.04</m:t>
                      </m:r>
                      <m:r>
                        <a:rPr lang="en-AU" sz="1800" i="1">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90</m:t>
                      </m:r>
                      <m:r>
                        <a:rPr lang="en-AU" sz="1800" i="1">
                          <a:solidFill>
                            <a:srgbClr val="FF0000"/>
                          </a:solidFill>
                          <a:latin typeface="Cambria Math" panose="02040503050406030204" pitchFamily="18" charset="0"/>
                        </a:rPr>
                        <m:t>(</m:t>
                      </m:r>
                      <m:r>
                        <a:rPr lang="en-AU" sz="1800" i="1">
                          <a:solidFill>
                            <a:srgbClr val="FF0000"/>
                          </a:solidFill>
                          <a:latin typeface="Cambria Math" panose="02040503050406030204" pitchFamily="18" charset="0"/>
                        </a:rPr>
                        <m:t>𝑇𝑖𝑚𝑒</m:t>
                      </m:r>
                      <m:r>
                        <a:rPr lang="en-US" sz="1800" b="0" i="1" smtClean="0">
                          <a:solidFill>
                            <a:srgbClr val="FF0000"/>
                          </a:solidFill>
                          <a:latin typeface="Cambria Math" panose="02040503050406030204" pitchFamily="18" charset="0"/>
                        </a:rPr>
                        <m:t>)</m:t>
                      </m:r>
                    </m:oMath>
                  </m:oMathPara>
                </a14:m>
                <a:endParaRPr lang="en-AU" dirty="0"/>
              </a:p>
            </p:txBody>
          </p:sp>
        </mc:Choice>
        <mc:Fallback xmlns="">
          <p:sp>
            <p:nvSpPr>
              <p:cNvPr id="7" name="TextBox 6">
                <a:extLst>
                  <a:ext uri="{FF2B5EF4-FFF2-40B4-BE49-F238E27FC236}">
                    <a16:creationId xmlns:a16="http://schemas.microsoft.com/office/drawing/2014/main" id="{568FFE32-437A-F768-B12D-FDE0ED84F76A}"/>
                  </a:ext>
                </a:extLst>
              </p:cNvPr>
              <p:cNvSpPr txBox="1">
                <a:spLocks noRot="1" noChangeAspect="1" noMove="1" noResize="1" noEditPoints="1" noAdjustHandles="1" noChangeArrowheads="1" noChangeShapeType="1" noTextEdit="1"/>
              </p:cNvSpPr>
              <p:nvPr/>
            </p:nvSpPr>
            <p:spPr>
              <a:xfrm>
                <a:off x="10043360" y="2191570"/>
                <a:ext cx="2036345" cy="369332"/>
              </a:xfrm>
              <a:prstGeom prst="rect">
                <a:avLst/>
              </a:prstGeom>
              <a:blipFill>
                <a:blip r:embed="rId6"/>
                <a:stretch>
                  <a:fillRect b="-15000"/>
                </a:stretch>
              </a:blipFill>
            </p:spPr>
            <p:txBody>
              <a:bodyPr/>
              <a:lstStyle/>
              <a:p>
                <a:r>
                  <a:rPr lang="en-AU">
                    <a:noFill/>
                  </a:rPr>
                  <a:t> </a:t>
                </a:r>
              </a:p>
            </p:txBody>
          </p:sp>
        </mc:Fallback>
      </mc:AlternateContent>
      <p:sp>
        <p:nvSpPr>
          <p:cNvPr id="27" name="TextBox 26">
            <a:extLst>
              <a:ext uri="{FF2B5EF4-FFF2-40B4-BE49-F238E27FC236}">
                <a16:creationId xmlns:a16="http://schemas.microsoft.com/office/drawing/2014/main" id="{87BAF4F0-245A-4345-9506-D63F7FFC6A1F}"/>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spTree>
    <p:extLst>
      <p:ext uri="{BB962C8B-B14F-4D97-AF65-F5344CB8AC3E}">
        <p14:creationId xmlns:p14="http://schemas.microsoft.com/office/powerpoint/2010/main" val="38549387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A89BB-F910-B0ED-5511-09922B1AC9F1}"/>
            </a:ext>
          </a:extLst>
        </p:cNvPr>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EB989045-2095-01B8-3EC8-68EC3AE02E1A}"/>
              </a:ext>
            </a:extLst>
          </p:cNvPr>
          <p:cNvGraphicFramePr>
            <a:graphicFrameLocks/>
          </p:cNvGraphicFramePr>
          <p:nvPr/>
        </p:nvGraphicFramePr>
        <p:xfrm>
          <a:off x="6112884" y="1575464"/>
          <a:ext cx="5302327" cy="3999426"/>
        </p:xfrm>
        <a:graphic>
          <a:graphicData uri="http://schemas.openxmlformats.org/drawingml/2006/chart">
            <c:chart xmlns:c="http://schemas.openxmlformats.org/drawingml/2006/chart" xmlns:r="http://schemas.openxmlformats.org/officeDocument/2006/relationships" r:id="rId2"/>
          </a:graphicData>
        </a:graphic>
      </p:graphicFrame>
      <p:cxnSp>
        <p:nvCxnSpPr>
          <p:cNvPr id="14" name="Straight Connector 13">
            <a:extLst>
              <a:ext uri="{FF2B5EF4-FFF2-40B4-BE49-F238E27FC236}">
                <a16:creationId xmlns:a16="http://schemas.microsoft.com/office/drawing/2014/main" id="{C6666B25-784D-DF5A-1059-747252D945F0}"/>
              </a:ext>
            </a:extLst>
          </p:cNvPr>
          <p:cNvCxnSpPr/>
          <p:nvPr/>
        </p:nvCxnSpPr>
        <p:spPr>
          <a:xfrm flipV="1">
            <a:off x="7796980" y="3628103"/>
            <a:ext cx="2497394" cy="136165"/>
          </a:xfrm>
          <a:prstGeom prst="line">
            <a:avLst/>
          </a:prstGeom>
          <a:ln w="31750">
            <a:solidFill>
              <a:srgbClr val="00B050"/>
            </a:solidFill>
          </a:ln>
        </p:spPr>
        <p:style>
          <a:lnRef idx="1">
            <a:schemeClr val="accent1"/>
          </a:lnRef>
          <a:fillRef idx="0">
            <a:schemeClr val="accent1"/>
          </a:fillRef>
          <a:effectRef idx="0">
            <a:schemeClr val="accent1"/>
          </a:effectRef>
          <a:fontRef idx="minor">
            <a:schemeClr val="tx1"/>
          </a:fontRef>
        </p:style>
      </p:cxnSp>
      <p:graphicFrame>
        <p:nvGraphicFramePr>
          <p:cNvPr id="15" name="Chart 14">
            <a:extLst>
              <a:ext uri="{FF2B5EF4-FFF2-40B4-BE49-F238E27FC236}">
                <a16:creationId xmlns:a16="http://schemas.microsoft.com/office/drawing/2014/main" id="{B116DB4C-2DC3-A02D-A1A4-8A3990E2202C}"/>
              </a:ext>
            </a:extLst>
          </p:cNvPr>
          <p:cNvGraphicFramePr>
            <a:graphicFrameLocks/>
          </p:cNvGraphicFramePr>
          <p:nvPr/>
        </p:nvGraphicFramePr>
        <p:xfrm>
          <a:off x="6112884" y="1575516"/>
          <a:ext cx="5296655" cy="3999374"/>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3FC68C3-5E13-EE42-0654-EA6CA681C584}"/>
                  </a:ext>
                </a:extLst>
              </p:cNvPr>
              <p:cNvSpPr txBox="1"/>
              <p:nvPr/>
            </p:nvSpPr>
            <p:spPr>
              <a:xfrm>
                <a:off x="10320483" y="3468180"/>
                <a:ext cx="179324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solidFill>
                            <a:srgbClr val="00B050"/>
                          </a:solidFill>
                          <a:latin typeface="Cambria Math" panose="02040503050406030204" pitchFamily="18" charset="0"/>
                        </a:rPr>
                        <m:t>3.85+.24</m:t>
                      </m:r>
                      <m:d>
                        <m:dPr>
                          <m:ctrlPr>
                            <a:rPr lang="en-AU" b="0" i="1" smtClean="0">
                              <a:solidFill>
                                <a:srgbClr val="00B050"/>
                              </a:solidFill>
                              <a:latin typeface="Cambria Math" panose="02040503050406030204" pitchFamily="18" charset="0"/>
                            </a:rPr>
                          </m:ctrlPr>
                        </m:dPr>
                        <m:e>
                          <m:r>
                            <a:rPr lang="en-AU" b="0" i="1" smtClean="0">
                              <a:solidFill>
                                <a:srgbClr val="00B050"/>
                              </a:solidFill>
                              <a:latin typeface="Cambria Math" panose="02040503050406030204" pitchFamily="18" charset="0"/>
                            </a:rPr>
                            <m:t>𝑇𝑖𝑚𝑒</m:t>
                          </m:r>
                        </m:e>
                      </m:d>
                    </m:oMath>
                  </m:oMathPara>
                </a14:m>
                <a:endParaRPr lang="en-AU" dirty="0">
                  <a:solidFill>
                    <a:srgbClr val="00B050"/>
                  </a:solidFill>
                </a:endParaRPr>
              </a:p>
            </p:txBody>
          </p:sp>
        </mc:Choice>
        <mc:Fallback xmlns="">
          <p:sp>
            <p:nvSpPr>
              <p:cNvPr id="4" name="TextBox 3">
                <a:extLst>
                  <a:ext uri="{FF2B5EF4-FFF2-40B4-BE49-F238E27FC236}">
                    <a16:creationId xmlns:a16="http://schemas.microsoft.com/office/drawing/2014/main" id="{33FC68C3-5E13-EE42-0654-EA6CA681C584}"/>
                  </a:ext>
                </a:extLst>
              </p:cNvPr>
              <p:cNvSpPr txBox="1">
                <a:spLocks noRot="1" noChangeAspect="1" noMove="1" noResize="1" noEditPoints="1" noAdjustHandles="1" noChangeArrowheads="1" noChangeShapeType="1" noTextEdit="1"/>
              </p:cNvSpPr>
              <p:nvPr/>
            </p:nvSpPr>
            <p:spPr>
              <a:xfrm>
                <a:off x="10320483" y="3468180"/>
                <a:ext cx="1793247" cy="276999"/>
              </a:xfrm>
              <a:prstGeom prst="rect">
                <a:avLst/>
              </a:prstGeom>
              <a:blipFill>
                <a:blip r:embed="rId4"/>
                <a:stretch>
                  <a:fillRect l="-2381" b="-1111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8FD8B13-F7D5-E25D-EA46-9CC70EB3BEB4}"/>
                  </a:ext>
                </a:extLst>
              </p:cNvPr>
              <p:cNvSpPr txBox="1"/>
              <p:nvPr/>
            </p:nvSpPr>
            <p:spPr>
              <a:xfrm>
                <a:off x="10043360" y="2191570"/>
                <a:ext cx="20363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rPr>
                        <m:t>2.04</m:t>
                      </m:r>
                      <m:r>
                        <a:rPr lang="en-AU" sz="1800" i="1">
                          <a:solidFill>
                            <a:srgbClr val="FF0000"/>
                          </a:solidFill>
                          <a:latin typeface="Cambria Math" panose="02040503050406030204" pitchFamily="18" charset="0"/>
                        </a:rPr>
                        <m:t>+.</m:t>
                      </m:r>
                      <m:r>
                        <a:rPr lang="en-US" sz="1800" b="0" i="1" smtClean="0">
                          <a:solidFill>
                            <a:srgbClr val="FF0000"/>
                          </a:solidFill>
                          <a:latin typeface="Cambria Math" panose="02040503050406030204" pitchFamily="18" charset="0"/>
                        </a:rPr>
                        <m:t>90</m:t>
                      </m:r>
                      <m:r>
                        <a:rPr lang="en-AU" sz="1800" i="1">
                          <a:solidFill>
                            <a:srgbClr val="FF0000"/>
                          </a:solidFill>
                          <a:latin typeface="Cambria Math" panose="02040503050406030204" pitchFamily="18" charset="0"/>
                        </a:rPr>
                        <m:t>(</m:t>
                      </m:r>
                      <m:r>
                        <a:rPr lang="en-AU" sz="1800" i="1">
                          <a:solidFill>
                            <a:srgbClr val="FF0000"/>
                          </a:solidFill>
                          <a:latin typeface="Cambria Math" panose="02040503050406030204" pitchFamily="18" charset="0"/>
                        </a:rPr>
                        <m:t>𝑇𝑖𝑚𝑒</m:t>
                      </m:r>
                      <m:r>
                        <a:rPr lang="en-US" sz="1800" b="0" i="1" smtClean="0">
                          <a:solidFill>
                            <a:srgbClr val="FF0000"/>
                          </a:solidFill>
                          <a:latin typeface="Cambria Math" panose="02040503050406030204" pitchFamily="18" charset="0"/>
                        </a:rPr>
                        <m:t>)</m:t>
                      </m:r>
                    </m:oMath>
                  </m:oMathPara>
                </a14:m>
                <a:endParaRPr lang="en-AU" dirty="0"/>
              </a:p>
            </p:txBody>
          </p:sp>
        </mc:Choice>
        <mc:Fallback xmlns="">
          <p:sp>
            <p:nvSpPr>
              <p:cNvPr id="7" name="TextBox 6">
                <a:extLst>
                  <a:ext uri="{FF2B5EF4-FFF2-40B4-BE49-F238E27FC236}">
                    <a16:creationId xmlns:a16="http://schemas.microsoft.com/office/drawing/2014/main" id="{F8FD8B13-F7D5-E25D-EA46-9CC70EB3BEB4}"/>
                  </a:ext>
                </a:extLst>
              </p:cNvPr>
              <p:cNvSpPr txBox="1">
                <a:spLocks noRot="1" noChangeAspect="1" noMove="1" noResize="1" noEditPoints="1" noAdjustHandles="1" noChangeArrowheads="1" noChangeShapeType="1" noTextEdit="1"/>
              </p:cNvSpPr>
              <p:nvPr/>
            </p:nvSpPr>
            <p:spPr>
              <a:xfrm>
                <a:off x="10043360" y="2191570"/>
                <a:ext cx="2036345" cy="369332"/>
              </a:xfrm>
              <a:prstGeom prst="rect">
                <a:avLst/>
              </a:prstGeom>
              <a:blipFill>
                <a:blip r:embed="rId5"/>
                <a:stretch>
                  <a:fillRect b="-15000"/>
                </a:stretch>
              </a:blipFill>
            </p:spPr>
            <p:txBody>
              <a:bodyPr/>
              <a:lstStyle/>
              <a:p>
                <a:r>
                  <a:rPr lang="en-AU">
                    <a:noFill/>
                  </a:rPr>
                  <a:t> </a:t>
                </a:r>
              </a:p>
            </p:txBody>
          </p:sp>
        </mc:Fallback>
      </mc:AlternateContent>
      <p:cxnSp>
        <p:nvCxnSpPr>
          <p:cNvPr id="5" name="Straight Connector 4">
            <a:extLst>
              <a:ext uri="{FF2B5EF4-FFF2-40B4-BE49-F238E27FC236}">
                <a16:creationId xmlns:a16="http://schemas.microsoft.com/office/drawing/2014/main" id="{F42510D1-D9AB-65C8-1841-0A2C985C5235}"/>
              </a:ext>
            </a:extLst>
          </p:cNvPr>
          <p:cNvCxnSpPr/>
          <p:nvPr/>
        </p:nvCxnSpPr>
        <p:spPr>
          <a:xfrm flipV="1">
            <a:off x="6118555" y="1697347"/>
            <a:ext cx="1588" cy="405646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DE62DC3-E667-E349-F9A4-A16F46478396}"/>
              </a:ext>
            </a:extLst>
          </p:cNvPr>
          <p:cNvPicPr>
            <a:picLocks noChangeAspect="1"/>
          </p:cNvPicPr>
          <p:nvPr/>
        </p:nvPicPr>
        <p:blipFill>
          <a:blip r:embed="rId6"/>
          <a:srcRect l="19540" t="11580" r="18290" b="56315"/>
          <a:stretch>
            <a:fillRect/>
          </a:stretch>
        </p:blipFill>
        <p:spPr>
          <a:xfrm>
            <a:off x="288758" y="2757373"/>
            <a:ext cx="5630779" cy="1635607"/>
          </a:xfrm>
          <a:prstGeom prst="rect">
            <a:avLst/>
          </a:prstGeom>
        </p:spPr>
      </p:pic>
      <p:sp>
        <p:nvSpPr>
          <p:cNvPr id="27" name="TextBox 26">
            <a:extLst>
              <a:ext uri="{FF2B5EF4-FFF2-40B4-BE49-F238E27FC236}">
                <a16:creationId xmlns:a16="http://schemas.microsoft.com/office/drawing/2014/main" id="{A56C1788-E873-4D47-8903-0E7A4DB1911B}"/>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Interaction Effects</a:t>
            </a:r>
          </a:p>
        </p:txBody>
      </p:sp>
    </p:spTree>
    <p:extLst>
      <p:ext uri="{BB962C8B-B14F-4D97-AF65-F5344CB8AC3E}">
        <p14:creationId xmlns:p14="http://schemas.microsoft.com/office/powerpoint/2010/main" val="3030963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2083</TotalTime>
  <Words>1779</Words>
  <Application>Microsoft Office PowerPoint</Application>
  <PresentationFormat>Widescreen</PresentationFormat>
  <Paragraphs>482</Paragraphs>
  <Slides>39</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Agency FB</vt:lpstr>
      <vt:lpstr>Arial</vt:lpstr>
      <vt:lpstr>Arial Narrow</vt:lpstr>
      <vt:lpstr>Calibri</vt:lpstr>
      <vt:lpstr>Calibri Light</vt:lpstr>
      <vt:lpstr>Cambria Math</vt:lpstr>
      <vt:lpstr>Roboto Condensed</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Huynh</dc:creator>
  <cp:lastModifiedBy>Minh Huynh</cp:lastModifiedBy>
  <cp:revision>31</cp:revision>
  <dcterms:created xsi:type="dcterms:W3CDTF">2026-10-12T10:11:40Z</dcterms:created>
  <dcterms:modified xsi:type="dcterms:W3CDTF">2026-10-14T12:29:10Z</dcterms:modified>
</cp:coreProperties>
</file>